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ppt/tags/tag510.xml" ContentType="application/vnd.openxmlformats-officedocument.presentationml.tags+xml"/>
  <Override PartName="/ppt/tags/tag511.xml" ContentType="application/vnd.openxmlformats-officedocument.presentationml.tags+xml"/>
  <Override PartName="/ppt/tags/tag512.xml" ContentType="application/vnd.openxmlformats-officedocument.presentationml.tags+xml"/>
  <Override PartName="/ppt/tags/tag513.xml" ContentType="application/vnd.openxmlformats-officedocument.presentationml.tags+xml"/>
  <Override PartName="/ppt/tags/tag514.xml" ContentType="application/vnd.openxmlformats-officedocument.presentationml.tags+xml"/>
  <Override PartName="/ppt/tags/tag515.xml" ContentType="application/vnd.openxmlformats-officedocument.presentationml.tags+xml"/>
  <Override PartName="/ppt/tags/tag516.xml" ContentType="application/vnd.openxmlformats-officedocument.presentationml.tags+xml"/>
  <Override PartName="/ppt/tags/tag517.xml" ContentType="application/vnd.openxmlformats-officedocument.presentationml.tags+xml"/>
  <Override PartName="/ppt/tags/tag518.xml" ContentType="application/vnd.openxmlformats-officedocument.presentationml.tags+xml"/>
  <Override PartName="/ppt/tags/tag519.xml" ContentType="application/vnd.openxmlformats-officedocument.presentationml.tags+xml"/>
  <Override PartName="/ppt/tags/tag520.xml" ContentType="application/vnd.openxmlformats-officedocument.presentationml.tags+xml"/>
  <Override PartName="/ppt/tags/tag521.xml" ContentType="application/vnd.openxmlformats-officedocument.presentationml.tags+xml"/>
  <Override PartName="/ppt/tags/tag522.xml" ContentType="application/vnd.openxmlformats-officedocument.presentationml.tags+xml"/>
  <Override PartName="/ppt/tags/tag523.xml" ContentType="application/vnd.openxmlformats-officedocument.presentationml.tags+xml"/>
  <Override PartName="/ppt/tags/tag524.xml" ContentType="application/vnd.openxmlformats-officedocument.presentationml.tags+xml"/>
  <Override PartName="/ppt/tags/tag525.xml" ContentType="application/vnd.openxmlformats-officedocument.presentationml.tags+xml"/>
  <Override PartName="/ppt/tags/tag526.xml" ContentType="application/vnd.openxmlformats-officedocument.presentationml.tags+xml"/>
  <Override PartName="/ppt/tags/tag527.xml" ContentType="application/vnd.openxmlformats-officedocument.presentationml.tags+xml"/>
  <Override PartName="/ppt/tags/tag528.xml" ContentType="application/vnd.openxmlformats-officedocument.presentationml.tags+xml"/>
  <Override PartName="/ppt/tags/tag529.xml" ContentType="application/vnd.openxmlformats-officedocument.presentationml.tags+xml"/>
  <Override PartName="/ppt/tags/tag530.xml" ContentType="application/vnd.openxmlformats-officedocument.presentationml.tags+xml"/>
  <Override PartName="/ppt/tags/tag531.xml" ContentType="application/vnd.openxmlformats-officedocument.presentationml.tags+xml"/>
  <Override PartName="/ppt/tags/tag532.xml" ContentType="application/vnd.openxmlformats-officedocument.presentationml.tags+xml"/>
  <Override PartName="/ppt/tags/tag533.xml" ContentType="application/vnd.openxmlformats-officedocument.presentationml.tags+xml"/>
  <Override PartName="/ppt/tags/tag534.xml" ContentType="application/vnd.openxmlformats-officedocument.presentationml.tags+xml"/>
  <Override PartName="/ppt/tags/tag535.xml" ContentType="application/vnd.openxmlformats-officedocument.presentationml.tags+xml"/>
  <Override PartName="/ppt/tags/tag536.xml" ContentType="application/vnd.openxmlformats-officedocument.presentationml.tags+xml"/>
  <Override PartName="/ppt/tags/tag537.xml" ContentType="application/vnd.openxmlformats-officedocument.presentationml.tags+xml"/>
  <Override PartName="/ppt/tags/tag538.xml" ContentType="application/vnd.openxmlformats-officedocument.presentationml.tags+xml"/>
  <Override PartName="/ppt/tags/tag539.xml" ContentType="application/vnd.openxmlformats-officedocument.presentationml.tags+xml"/>
  <Override PartName="/ppt/tags/tag540.xml" ContentType="application/vnd.openxmlformats-officedocument.presentationml.tags+xml"/>
  <Override PartName="/ppt/tags/tag541.xml" ContentType="application/vnd.openxmlformats-officedocument.presentationml.tags+xml"/>
  <Override PartName="/ppt/tags/tag542.xml" ContentType="application/vnd.openxmlformats-officedocument.presentationml.tags+xml"/>
  <Override PartName="/ppt/tags/tag543.xml" ContentType="application/vnd.openxmlformats-officedocument.presentationml.tags+xml"/>
  <Override PartName="/ppt/tags/tag544.xml" ContentType="application/vnd.openxmlformats-officedocument.presentationml.tags+xml"/>
  <Override PartName="/ppt/tags/tag545.xml" ContentType="application/vnd.openxmlformats-officedocument.presentationml.tags+xml"/>
  <Override PartName="/ppt/tags/tag546.xml" ContentType="application/vnd.openxmlformats-officedocument.presentationml.tags+xml"/>
  <Override PartName="/ppt/tags/tag547.xml" ContentType="application/vnd.openxmlformats-officedocument.presentationml.tags+xml"/>
  <Override PartName="/ppt/tags/tag548.xml" ContentType="application/vnd.openxmlformats-officedocument.presentationml.tags+xml"/>
  <Override PartName="/ppt/tags/tag549.xml" ContentType="application/vnd.openxmlformats-officedocument.presentationml.tags+xml"/>
  <Override PartName="/ppt/tags/tag550.xml" ContentType="application/vnd.openxmlformats-officedocument.presentationml.tags+xml"/>
  <Override PartName="/ppt/tags/tag551.xml" ContentType="application/vnd.openxmlformats-officedocument.presentationml.tags+xml"/>
  <Override PartName="/ppt/tags/tag552.xml" ContentType="application/vnd.openxmlformats-officedocument.presentationml.tags+xml"/>
  <Override PartName="/ppt/tags/tag553.xml" ContentType="application/vnd.openxmlformats-officedocument.presentationml.tags+xml"/>
  <Override PartName="/ppt/tags/tag554.xml" ContentType="application/vnd.openxmlformats-officedocument.presentationml.tags+xml"/>
  <Override PartName="/ppt/tags/tag555.xml" ContentType="application/vnd.openxmlformats-officedocument.presentationml.tags+xml"/>
  <Override PartName="/ppt/tags/tag556.xml" ContentType="application/vnd.openxmlformats-officedocument.presentationml.tags+xml"/>
  <Override PartName="/ppt/tags/tag557.xml" ContentType="application/vnd.openxmlformats-officedocument.presentationml.tags+xml"/>
  <Override PartName="/ppt/tags/tag558.xml" ContentType="application/vnd.openxmlformats-officedocument.presentationml.tags+xml"/>
  <Override PartName="/ppt/tags/tag559.xml" ContentType="application/vnd.openxmlformats-officedocument.presentationml.tags+xml"/>
  <Override PartName="/ppt/tags/tag560.xml" ContentType="application/vnd.openxmlformats-officedocument.presentationml.tags+xml"/>
  <Override PartName="/ppt/tags/tag561.xml" ContentType="application/vnd.openxmlformats-officedocument.presentationml.tags+xml"/>
  <Override PartName="/ppt/tags/tag562.xml" ContentType="application/vnd.openxmlformats-officedocument.presentationml.tags+xml"/>
  <Override PartName="/ppt/tags/tag563.xml" ContentType="application/vnd.openxmlformats-officedocument.presentationml.tags+xml"/>
  <Override PartName="/ppt/tags/tag564.xml" ContentType="application/vnd.openxmlformats-officedocument.presentationml.tags+xml"/>
  <Override PartName="/ppt/tags/tag565.xml" ContentType="application/vnd.openxmlformats-officedocument.presentationml.tags+xml"/>
  <Override PartName="/ppt/tags/tag566.xml" ContentType="application/vnd.openxmlformats-officedocument.presentationml.tags+xml"/>
  <Override PartName="/ppt/tags/tag567.xml" ContentType="application/vnd.openxmlformats-officedocument.presentationml.tags+xml"/>
  <Override PartName="/ppt/tags/tag568.xml" ContentType="application/vnd.openxmlformats-officedocument.presentationml.tags+xml"/>
  <Override PartName="/ppt/tags/tag569.xml" ContentType="application/vnd.openxmlformats-officedocument.presentationml.tags+xml"/>
  <Override PartName="/ppt/tags/tag570.xml" ContentType="application/vnd.openxmlformats-officedocument.presentationml.tags+xml"/>
  <Override PartName="/ppt/tags/tag571.xml" ContentType="application/vnd.openxmlformats-officedocument.presentationml.tags+xml"/>
  <Override PartName="/ppt/tags/tag572.xml" ContentType="application/vnd.openxmlformats-officedocument.presentationml.tags+xml"/>
  <Override PartName="/ppt/tags/tag573.xml" ContentType="application/vnd.openxmlformats-officedocument.presentationml.tags+xml"/>
  <Override PartName="/ppt/tags/tag574.xml" ContentType="application/vnd.openxmlformats-officedocument.presentationml.tags+xml"/>
  <Override PartName="/ppt/tags/tag575.xml" ContentType="application/vnd.openxmlformats-officedocument.presentationml.tags+xml"/>
  <Override PartName="/ppt/tags/tag576.xml" ContentType="application/vnd.openxmlformats-officedocument.presentationml.tags+xml"/>
  <Override PartName="/ppt/tags/tag577.xml" ContentType="application/vnd.openxmlformats-officedocument.presentationml.tags+xml"/>
  <Override PartName="/ppt/tags/tag578.xml" ContentType="application/vnd.openxmlformats-officedocument.presentationml.tags+xml"/>
  <Override PartName="/ppt/tags/tag579.xml" ContentType="application/vnd.openxmlformats-officedocument.presentationml.tags+xml"/>
  <Override PartName="/ppt/tags/tag580.xml" ContentType="application/vnd.openxmlformats-officedocument.presentationml.tags+xml"/>
  <Override PartName="/ppt/tags/tag581.xml" ContentType="application/vnd.openxmlformats-officedocument.presentationml.tags+xml"/>
  <Override PartName="/ppt/tags/tag582.xml" ContentType="application/vnd.openxmlformats-officedocument.presentationml.tags+xml"/>
  <Override PartName="/ppt/tags/tag583.xml" ContentType="application/vnd.openxmlformats-officedocument.presentationml.tags+xml"/>
  <Override PartName="/ppt/tags/tag584.xml" ContentType="application/vnd.openxmlformats-officedocument.presentationml.tags+xml"/>
  <Override PartName="/ppt/tags/tag585.xml" ContentType="application/vnd.openxmlformats-officedocument.presentationml.tags+xml"/>
  <Override PartName="/ppt/tags/tag586.xml" ContentType="application/vnd.openxmlformats-officedocument.presentationml.tags+xml"/>
  <Override PartName="/ppt/tags/tag587.xml" ContentType="application/vnd.openxmlformats-officedocument.presentationml.tags+xml"/>
  <Override PartName="/ppt/tags/tag588.xml" ContentType="application/vnd.openxmlformats-officedocument.presentationml.tags+xml"/>
  <Override PartName="/ppt/tags/tag589.xml" ContentType="application/vnd.openxmlformats-officedocument.presentationml.tags+xml"/>
  <Override PartName="/ppt/tags/tag590.xml" ContentType="application/vnd.openxmlformats-officedocument.presentationml.tags+xml"/>
  <Override PartName="/ppt/tags/tag591.xml" ContentType="application/vnd.openxmlformats-officedocument.presentationml.tags+xml"/>
  <Override PartName="/ppt/tags/tag592.xml" ContentType="application/vnd.openxmlformats-officedocument.presentationml.tags+xml"/>
  <Override PartName="/ppt/tags/tag593.xml" ContentType="application/vnd.openxmlformats-officedocument.presentationml.tags+xml"/>
  <Override PartName="/ppt/tags/tag594.xml" ContentType="application/vnd.openxmlformats-officedocument.presentationml.tags+xml"/>
  <Override PartName="/ppt/tags/tag595.xml" ContentType="application/vnd.openxmlformats-officedocument.presentationml.tags+xml"/>
  <Override PartName="/ppt/tags/tag596.xml" ContentType="application/vnd.openxmlformats-officedocument.presentationml.tags+xml"/>
  <Override PartName="/ppt/tags/tag597.xml" ContentType="application/vnd.openxmlformats-officedocument.presentationml.tags+xml"/>
  <Override PartName="/ppt/tags/tag598.xml" ContentType="application/vnd.openxmlformats-officedocument.presentationml.tags+xml"/>
  <Override PartName="/ppt/tags/tag599.xml" ContentType="application/vnd.openxmlformats-officedocument.presentationml.tags+xml"/>
  <Override PartName="/ppt/tags/tag600.xml" ContentType="application/vnd.openxmlformats-officedocument.presentationml.tags+xml"/>
  <Override PartName="/ppt/tags/tag601.xml" ContentType="application/vnd.openxmlformats-officedocument.presentationml.tags+xml"/>
  <Override PartName="/ppt/tags/tag602.xml" ContentType="application/vnd.openxmlformats-officedocument.presentationml.tags+xml"/>
  <Override PartName="/ppt/tags/tag603.xml" ContentType="application/vnd.openxmlformats-officedocument.presentationml.tags+xml"/>
  <Override PartName="/ppt/tags/tag604.xml" ContentType="application/vnd.openxmlformats-officedocument.presentationml.tags+xml"/>
  <Override PartName="/ppt/tags/tag605.xml" ContentType="application/vnd.openxmlformats-officedocument.presentationml.tags+xml"/>
  <Override PartName="/ppt/tags/tag606.xml" ContentType="application/vnd.openxmlformats-officedocument.presentationml.tags+xml"/>
  <Override PartName="/ppt/tags/tag607.xml" ContentType="application/vnd.openxmlformats-officedocument.presentationml.tags+xml"/>
  <Override PartName="/ppt/tags/tag608.xml" ContentType="application/vnd.openxmlformats-officedocument.presentationml.tags+xml"/>
  <Override PartName="/ppt/tags/tag609.xml" ContentType="application/vnd.openxmlformats-officedocument.presentationml.tags+xml"/>
  <Override PartName="/ppt/tags/tag610.xml" ContentType="application/vnd.openxmlformats-officedocument.presentationml.tags+xml"/>
  <Override PartName="/ppt/tags/tag611.xml" ContentType="application/vnd.openxmlformats-officedocument.presentationml.tags+xml"/>
  <Override PartName="/ppt/tags/tag612.xml" ContentType="application/vnd.openxmlformats-officedocument.presentationml.tags+xml"/>
  <Override PartName="/ppt/tags/tag613.xml" ContentType="application/vnd.openxmlformats-officedocument.presentationml.tags+xml"/>
  <Override PartName="/ppt/tags/tag614.xml" ContentType="application/vnd.openxmlformats-officedocument.presentationml.tags+xml"/>
  <Override PartName="/ppt/tags/tag615.xml" ContentType="application/vnd.openxmlformats-officedocument.presentationml.tags+xml"/>
  <Override PartName="/ppt/tags/tag616.xml" ContentType="application/vnd.openxmlformats-officedocument.presentationml.tags+xml"/>
  <Override PartName="/ppt/tags/tag617.xml" ContentType="application/vnd.openxmlformats-officedocument.presentationml.tags+xml"/>
  <Override PartName="/ppt/tags/tag618.xml" ContentType="application/vnd.openxmlformats-officedocument.presentationml.tags+xml"/>
  <Override PartName="/ppt/tags/tag619.xml" ContentType="application/vnd.openxmlformats-officedocument.presentationml.tags+xml"/>
  <Override PartName="/ppt/tags/tag620.xml" ContentType="application/vnd.openxmlformats-officedocument.presentationml.tags+xml"/>
  <Override PartName="/ppt/tags/tag621.xml" ContentType="application/vnd.openxmlformats-officedocument.presentationml.tags+xml"/>
  <Override PartName="/ppt/tags/tag622.xml" ContentType="application/vnd.openxmlformats-officedocument.presentationml.tags+xml"/>
  <Override PartName="/ppt/tags/tag623.xml" ContentType="application/vnd.openxmlformats-officedocument.presentationml.tags+xml"/>
  <Override PartName="/ppt/tags/tag624.xml" ContentType="application/vnd.openxmlformats-officedocument.presentationml.tags+xml"/>
  <Override PartName="/ppt/tags/tag625.xml" ContentType="application/vnd.openxmlformats-officedocument.presentationml.tags+xml"/>
  <Override PartName="/ppt/tags/tag626.xml" ContentType="application/vnd.openxmlformats-officedocument.presentationml.tags+xml"/>
  <Override PartName="/ppt/tags/tag627.xml" ContentType="application/vnd.openxmlformats-officedocument.presentationml.tags+xml"/>
  <Override PartName="/ppt/tags/tag628.xml" ContentType="application/vnd.openxmlformats-officedocument.presentationml.tags+xml"/>
  <Override PartName="/ppt/tags/tag629.xml" ContentType="application/vnd.openxmlformats-officedocument.presentationml.tags+xml"/>
  <Override PartName="/ppt/tags/tag630.xml" ContentType="application/vnd.openxmlformats-officedocument.presentationml.tags+xml"/>
  <Override PartName="/ppt/tags/tag631.xml" ContentType="application/vnd.openxmlformats-officedocument.presentationml.tags+xml"/>
  <Override PartName="/ppt/tags/tag632.xml" ContentType="application/vnd.openxmlformats-officedocument.presentationml.tags+xml"/>
  <Override PartName="/ppt/tags/tag633.xml" ContentType="application/vnd.openxmlformats-officedocument.presentationml.tags+xml"/>
  <Override PartName="/ppt/tags/tag634.xml" ContentType="application/vnd.openxmlformats-officedocument.presentationml.tags+xml"/>
  <Override PartName="/ppt/tags/tag635.xml" ContentType="application/vnd.openxmlformats-officedocument.presentationml.tags+xml"/>
  <Override PartName="/ppt/tags/tag636.xml" ContentType="application/vnd.openxmlformats-officedocument.presentationml.tags+xml"/>
  <Override PartName="/ppt/tags/tag637.xml" ContentType="application/vnd.openxmlformats-officedocument.presentationml.tags+xml"/>
  <Override PartName="/ppt/tags/tag638.xml" ContentType="application/vnd.openxmlformats-officedocument.presentationml.tags+xml"/>
  <Override PartName="/ppt/tags/tag639.xml" ContentType="application/vnd.openxmlformats-officedocument.presentationml.tags+xml"/>
  <Override PartName="/ppt/tags/tag640.xml" ContentType="application/vnd.openxmlformats-officedocument.presentationml.tags+xml"/>
  <Override PartName="/ppt/tags/tag641.xml" ContentType="application/vnd.openxmlformats-officedocument.presentationml.tags+xml"/>
  <Override PartName="/ppt/tags/tag642.xml" ContentType="application/vnd.openxmlformats-officedocument.presentationml.tags+xml"/>
  <Override PartName="/ppt/tags/tag643.xml" ContentType="application/vnd.openxmlformats-officedocument.presentationml.tags+xml"/>
  <Override PartName="/ppt/tags/tag644.xml" ContentType="application/vnd.openxmlformats-officedocument.presentationml.tags+xml"/>
  <Override PartName="/ppt/tags/tag645.xml" ContentType="application/vnd.openxmlformats-officedocument.presentationml.tags+xml"/>
  <Override PartName="/ppt/tags/tag646.xml" ContentType="application/vnd.openxmlformats-officedocument.presentationml.tags+xml"/>
  <Override PartName="/ppt/tags/tag647.xml" ContentType="application/vnd.openxmlformats-officedocument.presentationml.tags+xml"/>
  <Override PartName="/ppt/tags/tag648.xml" ContentType="application/vnd.openxmlformats-officedocument.presentationml.tags+xml"/>
  <Override PartName="/ppt/tags/tag649.xml" ContentType="application/vnd.openxmlformats-officedocument.presentationml.tags+xml"/>
  <Override PartName="/ppt/tags/tag650.xml" ContentType="application/vnd.openxmlformats-officedocument.presentationml.tags+xml"/>
  <Override PartName="/ppt/tags/tag651.xml" ContentType="application/vnd.openxmlformats-officedocument.presentationml.tags+xml"/>
  <Override PartName="/ppt/tags/tag652.xml" ContentType="application/vnd.openxmlformats-officedocument.presentationml.tags+xml"/>
  <Override PartName="/ppt/tags/tag653.xml" ContentType="application/vnd.openxmlformats-officedocument.presentationml.tags+xml"/>
  <Override PartName="/ppt/tags/tag654.xml" ContentType="application/vnd.openxmlformats-officedocument.presentationml.tags+xml"/>
  <Override PartName="/ppt/tags/tag655.xml" ContentType="application/vnd.openxmlformats-officedocument.presentationml.tags+xml"/>
  <Override PartName="/ppt/tags/tag656.xml" ContentType="application/vnd.openxmlformats-officedocument.presentationml.tags+xml"/>
  <Override PartName="/ppt/tags/tag657.xml" ContentType="application/vnd.openxmlformats-officedocument.presentationml.tags+xml"/>
  <Override PartName="/ppt/tags/tag658.xml" ContentType="application/vnd.openxmlformats-officedocument.presentationml.tags+xml"/>
  <Override PartName="/ppt/tags/tag659.xml" ContentType="application/vnd.openxmlformats-officedocument.presentationml.tags+xml"/>
  <Override PartName="/ppt/tags/tag660.xml" ContentType="application/vnd.openxmlformats-officedocument.presentationml.tags+xml"/>
  <Override PartName="/ppt/tags/tag661.xml" ContentType="application/vnd.openxmlformats-officedocument.presentationml.tags+xml"/>
  <Override PartName="/ppt/tags/tag662.xml" ContentType="application/vnd.openxmlformats-officedocument.presentationml.tags+xml"/>
  <Override PartName="/ppt/tags/tag663.xml" ContentType="application/vnd.openxmlformats-officedocument.presentationml.tags+xml"/>
  <Override PartName="/ppt/tags/tag664.xml" ContentType="application/vnd.openxmlformats-officedocument.presentationml.tags+xml"/>
  <Override PartName="/ppt/tags/tag665.xml" ContentType="application/vnd.openxmlformats-officedocument.presentationml.tags+xml"/>
  <Override PartName="/ppt/tags/tag666.xml" ContentType="application/vnd.openxmlformats-officedocument.presentationml.tags+xml"/>
  <Override PartName="/ppt/tags/tag667.xml" ContentType="application/vnd.openxmlformats-officedocument.presentationml.tags+xml"/>
  <Override PartName="/ppt/tags/tag668.xml" ContentType="application/vnd.openxmlformats-officedocument.presentationml.tags+xml"/>
  <Override PartName="/ppt/tags/tag669.xml" ContentType="application/vnd.openxmlformats-officedocument.presentationml.tags+xml"/>
  <Override PartName="/ppt/tags/tag670.xml" ContentType="application/vnd.openxmlformats-officedocument.presentationml.tags+xml"/>
  <Override PartName="/ppt/tags/tag671.xml" ContentType="application/vnd.openxmlformats-officedocument.presentationml.tags+xml"/>
  <Override PartName="/ppt/tags/tag672.xml" ContentType="application/vnd.openxmlformats-officedocument.presentationml.tags+xml"/>
  <Override PartName="/ppt/tags/tag673.xml" ContentType="application/vnd.openxmlformats-officedocument.presentationml.tags+xml"/>
  <Override PartName="/ppt/tags/tag674.xml" ContentType="application/vnd.openxmlformats-officedocument.presentationml.tags+xml"/>
  <Override PartName="/ppt/tags/tag675.xml" ContentType="application/vnd.openxmlformats-officedocument.presentationml.tags+xml"/>
  <Override PartName="/ppt/tags/tag676.xml" ContentType="application/vnd.openxmlformats-officedocument.presentationml.tags+xml"/>
  <Override PartName="/ppt/tags/tag677.xml" ContentType="application/vnd.openxmlformats-officedocument.presentationml.tags+xml"/>
  <Override PartName="/ppt/tags/tag678.xml" ContentType="application/vnd.openxmlformats-officedocument.presentationml.tags+xml"/>
  <Override PartName="/ppt/tags/tag679.xml" ContentType="application/vnd.openxmlformats-officedocument.presentationml.tags+xml"/>
  <Override PartName="/ppt/tags/tag680.xml" ContentType="application/vnd.openxmlformats-officedocument.presentationml.tags+xml"/>
  <Override PartName="/ppt/tags/tag681.xml" ContentType="application/vnd.openxmlformats-officedocument.presentationml.tags+xml"/>
  <Override PartName="/ppt/tags/tag682.xml" ContentType="application/vnd.openxmlformats-officedocument.presentationml.tags+xml"/>
  <Override PartName="/ppt/tags/tag683.xml" ContentType="application/vnd.openxmlformats-officedocument.presentationml.tags+xml"/>
  <Override PartName="/ppt/tags/tag684.xml" ContentType="application/vnd.openxmlformats-officedocument.presentationml.tags+xml"/>
  <Override PartName="/ppt/tags/tag685.xml" ContentType="application/vnd.openxmlformats-officedocument.presentationml.tags+xml"/>
  <Override PartName="/ppt/tags/tag686.xml" ContentType="application/vnd.openxmlformats-officedocument.presentationml.tags+xml"/>
  <Override PartName="/ppt/tags/tag687.xml" ContentType="application/vnd.openxmlformats-officedocument.presentationml.tags+xml"/>
  <Override PartName="/ppt/tags/tag688.xml" ContentType="application/vnd.openxmlformats-officedocument.presentationml.tags+xml"/>
  <Override PartName="/ppt/tags/tag689.xml" ContentType="application/vnd.openxmlformats-officedocument.presentationml.tags+xml"/>
  <Override PartName="/ppt/tags/tag690.xml" ContentType="application/vnd.openxmlformats-officedocument.presentationml.tags+xml"/>
  <Override PartName="/ppt/tags/tag691.xml" ContentType="application/vnd.openxmlformats-officedocument.presentationml.tags+xml"/>
  <Override PartName="/ppt/tags/tag692.xml" ContentType="application/vnd.openxmlformats-officedocument.presentationml.tags+xml"/>
  <Override PartName="/ppt/tags/tag693.xml" ContentType="application/vnd.openxmlformats-officedocument.presentationml.tags+xml"/>
  <Override PartName="/ppt/tags/tag694.xml" ContentType="application/vnd.openxmlformats-officedocument.presentationml.tags+xml"/>
  <Override PartName="/ppt/tags/tag695.xml" ContentType="application/vnd.openxmlformats-officedocument.presentationml.tags+xml"/>
  <Override PartName="/ppt/tags/tag696.xml" ContentType="application/vnd.openxmlformats-officedocument.presentationml.tags+xml"/>
  <Override PartName="/ppt/tags/tag697.xml" ContentType="application/vnd.openxmlformats-officedocument.presentationml.tags+xml"/>
  <Override PartName="/ppt/tags/tag698.xml" ContentType="application/vnd.openxmlformats-officedocument.presentationml.tags+xml"/>
  <Override PartName="/ppt/tags/tag699.xml" ContentType="application/vnd.openxmlformats-officedocument.presentationml.tags+xml"/>
  <Override PartName="/ppt/tags/tag700.xml" ContentType="application/vnd.openxmlformats-officedocument.presentationml.tags+xml"/>
  <Override PartName="/ppt/tags/tag701.xml" ContentType="application/vnd.openxmlformats-officedocument.presentationml.tags+xml"/>
  <Override PartName="/ppt/tags/tag702.xml" ContentType="application/vnd.openxmlformats-officedocument.presentationml.tags+xml"/>
  <Override PartName="/ppt/tags/tag703.xml" ContentType="application/vnd.openxmlformats-officedocument.presentationml.tags+xml"/>
  <Override PartName="/ppt/tags/tag704.xml" ContentType="application/vnd.openxmlformats-officedocument.presentationml.tags+xml"/>
  <Override PartName="/ppt/tags/tag705.xml" ContentType="application/vnd.openxmlformats-officedocument.presentationml.tags+xml"/>
  <Override PartName="/ppt/tags/tag706.xml" ContentType="application/vnd.openxmlformats-officedocument.presentationml.tags+xml"/>
  <Override PartName="/ppt/tags/tag707.xml" ContentType="application/vnd.openxmlformats-officedocument.presentationml.tags+xml"/>
  <Override PartName="/ppt/tags/tag708.xml" ContentType="application/vnd.openxmlformats-officedocument.presentationml.tags+xml"/>
  <Override PartName="/ppt/tags/tag709.xml" ContentType="application/vnd.openxmlformats-officedocument.presentationml.tags+xml"/>
  <Override PartName="/ppt/tags/tag710.xml" ContentType="application/vnd.openxmlformats-officedocument.presentationml.tags+xml"/>
  <Override PartName="/ppt/tags/tag711.xml" ContentType="application/vnd.openxmlformats-officedocument.presentationml.tags+xml"/>
  <Override PartName="/ppt/tags/tag712.xml" ContentType="application/vnd.openxmlformats-officedocument.presentationml.tags+xml"/>
  <Override PartName="/ppt/tags/tag713.xml" ContentType="application/vnd.openxmlformats-officedocument.presentationml.tags+xml"/>
  <Override PartName="/ppt/tags/tag714.xml" ContentType="application/vnd.openxmlformats-officedocument.presentationml.tags+xml"/>
  <Override PartName="/ppt/tags/tag715.xml" ContentType="application/vnd.openxmlformats-officedocument.presentationml.tags+xml"/>
  <Override PartName="/ppt/tags/tag716.xml" ContentType="application/vnd.openxmlformats-officedocument.presentationml.tags+xml"/>
  <Override PartName="/ppt/tags/tag717.xml" ContentType="application/vnd.openxmlformats-officedocument.presentationml.tags+xml"/>
  <Override PartName="/ppt/tags/tag718.xml" ContentType="application/vnd.openxmlformats-officedocument.presentationml.tags+xml"/>
  <Override PartName="/ppt/tags/tag719.xml" ContentType="application/vnd.openxmlformats-officedocument.presentationml.tags+xml"/>
  <Override PartName="/ppt/tags/tag720.xml" ContentType="application/vnd.openxmlformats-officedocument.presentationml.tags+xml"/>
  <Override PartName="/ppt/tags/tag721.xml" ContentType="application/vnd.openxmlformats-officedocument.presentationml.tags+xml"/>
  <Override PartName="/ppt/tags/tag722.xml" ContentType="application/vnd.openxmlformats-officedocument.presentationml.tags+xml"/>
  <Override PartName="/ppt/tags/tag723.xml" ContentType="application/vnd.openxmlformats-officedocument.presentationml.tags+xml"/>
  <Override PartName="/ppt/tags/tag724.xml" ContentType="application/vnd.openxmlformats-officedocument.presentationml.tags+xml"/>
  <Override PartName="/ppt/tags/tag725.xml" ContentType="application/vnd.openxmlformats-officedocument.presentationml.tags+xml"/>
  <Override PartName="/ppt/tags/tag726.xml" ContentType="application/vnd.openxmlformats-officedocument.presentationml.tags+xml"/>
  <Override PartName="/ppt/tags/tag727.xml" ContentType="application/vnd.openxmlformats-officedocument.presentationml.tags+xml"/>
  <Override PartName="/ppt/tags/tag728.xml" ContentType="application/vnd.openxmlformats-officedocument.presentationml.tags+xml"/>
  <Override PartName="/ppt/tags/tag729.xml" ContentType="application/vnd.openxmlformats-officedocument.presentationml.tags+xml"/>
  <Override PartName="/ppt/tags/tag730.xml" ContentType="application/vnd.openxmlformats-officedocument.presentationml.tags+xml"/>
  <Override PartName="/ppt/tags/tag731.xml" ContentType="application/vnd.openxmlformats-officedocument.presentationml.tags+xml"/>
  <Override PartName="/ppt/tags/tag732.xml" ContentType="application/vnd.openxmlformats-officedocument.presentationml.tags+xml"/>
  <Override PartName="/ppt/tags/tag733.xml" ContentType="application/vnd.openxmlformats-officedocument.presentationml.tags+xml"/>
  <Override PartName="/ppt/tags/tag734.xml" ContentType="application/vnd.openxmlformats-officedocument.presentationml.tags+xml"/>
  <Override PartName="/ppt/tags/tag735.xml" ContentType="application/vnd.openxmlformats-officedocument.presentationml.tags+xml"/>
  <Override PartName="/ppt/tags/tag736.xml" ContentType="application/vnd.openxmlformats-officedocument.presentationml.tags+xml"/>
  <Override PartName="/ppt/tags/tag737.xml" ContentType="application/vnd.openxmlformats-officedocument.presentationml.tags+xml"/>
  <Override PartName="/ppt/tags/tag738.xml" ContentType="application/vnd.openxmlformats-officedocument.presentationml.tags+xml"/>
  <Override PartName="/ppt/tags/tag739.xml" ContentType="application/vnd.openxmlformats-officedocument.presentationml.tags+xml"/>
  <Override PartName="/ppt/tags/tag740.xml" ContentType="application/vnd.openxmlformats-officedocument.presentationml.tags+xml"/>
  <Override PartName="/ppt/tags/tag741.xml" ContentType="application/vnd.openxmlformats-officedocument.presentationml.tags+xml"/>
  <Override PartName="/ppt/tags/tag742.xml" ContentType="application/vnd.openxmlformats-officedocument.presentationml.tags+xml"/>
  <Override PartName="/ppt/tags/tag743.xml" ContentType="application/vnd.openxmlformats-officedocument.presentationml.tags+xml"/>
  <Override PartName="/ppt/tags/tag744.xml" ContentType="application/vnd.openxmlformats-officedocument.presentationml.tags+xml"/>
  <Override PartName="/ppt/tags/tag745.xml" ContentType="application/vnd.openxmlformats-officedocument.presentationml.tags+xml"/>
  <Override PartName="/ppt/tags/tag746.xml" ContentType="application/vnd.openxmlformats-officedocument.presentationml.tags+xml"/>
  <Override PartName="/ppt/tags/tag747.xml" ContentType="application/vnd.openxmlformats-officedocument.presentationml.tags+xml"/>
  <Override PartName="/ppt/tags/tag748.xml" ContentType="application/vnd.openxmlformats-officedocument.presentationml.tags+xml"/>
  <Override PartName="/ppt/tags/tag749.xml" ContentType="application/vnd.openxmlformats-officedocument.presentationml.tags+xml"/>
  <Override PartName="/ppt/tags/tag750.xml" ContentType="application/vnd.openxmlformats-officedocument.presentationml.tags+xml"/>
  <Override PartName="/ppt/tags/tag751.xml" ContentType="application/vnd.openxmlformats-officedocument.presentationml.tags+xml"/>
  <Override PartName="/ppt/tags/tag752.xml" ContentType="application/vnd.openxmlformats-officedocument.presentationml.tags+xml"/>
  <Override PartName="/ppt/tags/tag753.xml" ContentType="application/vnd.openxmlformats-officedocument.presentationml.tags+xml"/>
  <Override PartName="/ppt/tags/tag754.xml" ContentType="application/vnd.openxmlformats-officedocument.presentationml.tags+xml"/>
  <Override PartName="/ppt/tags/tag755.xml" ContentType="application/vnd.openxmlformats-officedocument.presentationml.tags+xml"/>
  <Override PartName="/ppt/tags/tag756.xml" ContentType="application/vnd.openxmlformats-officedocument.presentationml.tags+xml"/>
  <Override PartName="/ppt/tags/tag757.xml" ContentType="application/vnd.openxmlformats-officedocument.presentationml.tags+xml"/>
  <Override PartName="/ppt/tags/tag758.xml" ContentType="application/vnd.openxmlformats-officedocument.presentationml.tags+xml"/>
  <Override PartName="/ppt/tags/tag759.xml" ContentType="application/vnd.openxmlformats-officedocument.presentationml.tags+xml"/>
  <Override PartName="/ppt/tags/tag760.xml" ContentType="application/vnd.openxmlformats-officedocument.presentationml.tags+xml"/>
  <Override PartName="/ppt/tags/tag761.xml" ContentType="application/vnd.openxmlformats-officedocument.presentationml.tags+xml"/>
  <Override PartName="/ppt/tags/tag762.xml" ContentType="application/vnd.openxmlformats-officedocument.presentationml.tags+xml"/>
  <Override PartName="/ppt/tags/tag763.xml" ContentType="application/vnd.openxmlformats-officedocument.presentationml.tags+xml"/>
  <Override PartName="/ppt/tags/tag764.xml" ContentType="application/vnd.openxmlformats-officedocument.presentationml.tags+xml"/>
  <Override PartName="/ppt/tags/tag765.xml" ContentType="application/vnd.openxmlformats-officedocument.presentationml.tags+xml"/>
  <Override PartName="/ppt/tags/tag766.xml" ContentType="application/vnd.openxmlformats-officedocument.presentationml.tags+xml"/>
  <Override PartName="/ppt/tags/tag767.xml" ContentType="application/vnd.openxmlformats-officedocument.presentationml.tags+xml"/>
  <Override PartName="/ppt/tags/tag768.xml" ContentType="application/vnd.openxmlformats-officedocument.presentationml.tags+xml"/>
  <Override PartName="/ppt/tags/tag769.xml" ContentType="application/vnd.openxmlformats-officedocument.presentationml.tags+xml"/>
  <Override PartName="/ppt/tags/tag770.xml" ContentType="application/vnd.openxmlformats-officedocument.presentationml.tags+xml"/>
  <Override PartName="/ppt/tags/tag771.xml" ContentType="application/vnd.openxmlformats-officedocument.presentationml.tags+xml"/>
  <Override PartName="/ppt/tags/tag772.xml" ContentType="application/vnd.openxmlformats-officedocument.presentationml.tags+xml"/>
  <Override PartName="/ppt/tags/tag773.xml" ContentType="application/vnd.openxmlformats-officedocument.presentationml.tags+xml"/>
  <Override PartName="/ppt/tags/tag774.xml" ContentType="application/vnd.openxmlformats-officedocument.presentationml.tags+xml"/>
  <Override PartName="/ppt/tags/tag775.xml" ContentType="application/vnd.openxmlformats-officedocument.presentationml.tags+xml"/>
  <Override PartName="/ppt/tags/tag776.xml" ContentType="application/vnd.openxmlformats-officedocument.presentationml.tags+xml"/>
  <Override PartName="/ppt/tags/tag777.xml" ContentType="application/vnd.openxmlformats-officedocument.presentationml.tags+xml"/>
  <Override PartName="/ppt/tags/tag778.xml" ContentType="application/vnd.openxmlformats-officedocument.presentationml.tags+xml"/>
  <Override PartName="/ppt/tags/tag779.xml" ContentType="application/vnd.openxmlformats-officedocument.presentationml.tags+xml"/>
  <Override PartName="/ppt/tags/tag780.xml" ContentType="application/vnd.openxmlformats-officedocument.presentationml.tags+xml"/>
  <Override PartName="/ppt/tags/tag781.xml" ContentType="application/vnd.openxmlformats-officedocument.presentationml.tags+xml"/>
  <Override PartName="/ppt/tags/tag782.xml" ContentType="application/vnd.openxmlformats-officedocument.presentationml.tags+xml"/>
  <Override PartName="/ppt/tags/tag783.xml" ContentType="application/vnd.openxmlformats-officedocument.presentationml.tags+xml"/>
  <Override PartName="/ppt/tags/tag784.xml" ContentType="application/vnd.openxmlformats-officedocument.presentationml.tags+xml"/>
  <Override PartName="/ppt/tags/tag785.xml" ContentType="application/vnd.openxmlformats-officedocument.presentationml.tags+xml"/>
  <Override PartName="/ppt/tags/tag786.xml" ContentType="application/vnd.openxmlformats-officedocument.presentationml.tags+xml"/>
  <Override PartName="/ppt/tags/tag787.xml" ContentType="application/vnd.openxmlformats-officedocument.presentationml.tags+xml"/>
  <Override PartName="/ppt/tags/tag788.xml" ContentType="application/vnd.openxmlformats-officedocument.presentationml.tags+xml"/>
  <Override PartName="/ppt/tags/tag789.xml" ContentType="application/vnd.openxmlformats-officedocument.presentationml.tags+xml"/>
  <Override PartName="/ppt/tags/tag790.xml" ContentType="application/vnd.openxmlformats-officedocument.presentationml.tags+xml"/>
  <Override PartName="/ppt/tags/tag791.xml" ContentType="application/vnd.openxmlformats-officedocument.presentationml.tags+xml"/>
  <Override PartName="/ppt/tags/tag792.xml" ContentType="application/vnd.openxmlformats-officedocument.presentationml.tags+xml"/>
  <Override PartName="/ppt/tags/tag793.xml" ContentType="application/vnd.openxmlformats-officedocument.presentationml.tags+xml"/>
  <Override PartName="/ppt/tags/tag794.xml" ContentType="application/vnd.openxmlformats-officedocument.presentationml.tags+xml"/>
  <Override PartName="/ppt/tags/tag795.xml" ContentType="application/vnd.openxmlformats-officedocument.presentationml.tags+xml"/>
  <Override PartName="/ppt/tags/tag796.xml" ContentType="application/vnd.openxmlformats-officedocument.presentationml.tags+xml"/>
  <Override PartName="/ppt/tags/tag797.xml" ContentType="application/vnd.openxmlformats-officedocument.presentationml.tags+xml"/>
  <Override PartName="/ppt/tags/tag798.xml" ContentType="application/vnd.openxmlformats-officedocument.presentationml.tags+xml"/>
  <Override PartName="/ppt/tags/tag799.xml" ContentType="application/vnd.openxmlformats-officedocument.presentationml.tags+xml"/>
  <Override PartName="/ppt/tags/tag800.xml" ContentType="application/vnd.openxmlformats-officedocument.presentationml.tags+xml"/>
  <Override PartName="/ppt/tags/tag801.xml" ContentType="application/vnd.openxmlformats-officedocument.presentationml.tags+xml"/>
  <Override PartName="/ppt/tags/tag802.xml" ContentType="application/vnd.openxmlformats-officedocument.presentationml.tags+xml"/>
  <Override PartName="/ppt/tags/tag803.xml" ContentType="application/vnd.openxmlformats-officedocument.presentationml.tags+xml"/>
  <Override PartName="/ppt/tags/tag804.xml" ContentType="application/vnd.openxmlformats-officedocument.presentationml.tags+xml"/>
  <Override PartName="/ppt/tags/tag805.xml" ContentType="application/vnd.openxmlformats-officedocument.presentationml.tags+xml"/>
  <Override PartName="/ppt/tags/tag806.xml" ContentType="application/vnd.openxmlformats-officedocument.presentationml.tags+xml"/>
  <Override PartName="/ppt/tags/tag807.xml" ContentType="application/vnd.openxmlformats-officedocument.presentationml.tags+xml"/>
  <Override PartName="/ppt/tags/tag808.xml" ContentType="application/vnd.openxmlformats-officedocument.presentationml.tags+xml"/>
  <Override PartName="/ppt/tags/tag809.xml" ContentType="application/vnd.openxmlformats-officedocument.presentationml.tags+xml"/>
  <Override PartName="/ppt/tags/tag810.xml" ContentType="application/vnd.openxmlformats-officedocument.presentationml.tags+xml"/>
  <Override PartName="/ppt/tags/tag811.xml" ContentType="application/vnd.openxmlformats-officedocument.presentationml.tags+xml"/>
  <Override PartName="/ppt/tags/tag812.xml" ContentType="application/vnd.openxmlformats-officedocument.presentationml.tags+xml"/>
  <Override PartName="/ppt/tags/tag813.xml" ContentType="application/vnd.openxmlformats-officedocument.presentationml.tags+xml"/>
  <Override PartName="/ppt/tags/tag814.xml" ContentType="application/vnd.openxmlformats-officedocument.presentationml.tags+xml"/>
  <Override PartName="/ppt/tags/tag815.xml" ContentType="application/vnd.openxmlformats-officedocument.presentationml.tags+xml"/>
  <Override PartName="/ppt/tags/tag816.xml" ContentType="application/vnd.openxmlformats-officedocument.presentationml.tags+xml"/>
  <Override PartName="/ppt/tags/tag817.xml" ContentType="application/vnd.openxmlformats-officedocument.presentationml.tags+xml"/>
  <Override PartName="/ppt/tags/tag818.xml" ContentType="application/vnd.openxmlformats-officedocument.presentationml.tags+xml"/>
  <Override PartName="/ppt/tags/tag819.xml" ContentType="application/vnd.openxmlformats-officedocument.presentationml.tags+xml"/>
  <Override PartName="/ppt/tags/tag820.xml" ContentType="application/vnd.openxmlformats-officedocument.presentationml.tags+xml"/>
  <Override PartName="/ppt/tags/tag821.xml" ContentType="application/vnd.openxmlformats-officedocument.presentationml.tags+xml"/>
  <Override PartName="/ppt/tags/tag822.xml" ContentType="application/vnd.openxmlformats-officedocument.presentationml.tags+xml"/>
  <Override PartName="/ppt/tags/tag823.xml" ContentType="application/vnd.openxmlformats-officedocument.presentationml.tags+xml"/>
  <Override PartName="/ppt/tags/tag824.xml" ContentType="application/vnd.openxmlformats-officedocument.presentationml.tags+xml"/>
  <Override PartName="/ppt/tags/tag825.xml" ContentType="application/vnd.openxmlformats-officedocument.presentationml.tags+xml"/>
  <Override PartName="/ppt/tags/tag826.xml" ContentType="application/vnd.openxmlformats-officedocument.presentationml.tags+xml"/>
  <Override PartName="/ppt/tags/tag827.xml" ContentType="application/vnd.openxmlformats-officedocument.presentationml.tags+xml"/>
  <Override PartName="/ppt/tags/tag828.xml" ContentType="application/vnd.openxmlformats-officedocument.presentationml.tags+xml"/>
  <Override PartName="/ppt/tags/tag829.xml" ContentType="application/vnd.openxmlformats-officedocument.presentationml.tags+xml"/>
  <Override PartName="/ppt/tags/tag830.xml" ContentType="application/vnd.openxmlformats-officedocument.presentationml.tags+xml"/>
  <Override PartName="/ppt/tags/tag831.xml" ContentType="application/vnd.openxmlformats-officedocument.presentationml.tags+xml"/>
  <Override PartName="/ppt/tags/tag832.xml" ContentType="application/vnd.openxmlformats-officedocument.presentationml.tags+xml"/>
  <Override PartName="/ppt/tags/tag833.xml" ContentType="application/vnd.openxmlformats-officedocument.presentationml.tags+xml"/>
  <Override PartName="/ppt/tags/tag834.xml" ContentType="application/vnd.openxmlformats-officedocument.presentationml.tags+xml"/>
  <Override PartName="/ppt/tags/tag835.xml" ContentType="application/vnd.openxmlformats-officedocument.presentationml.tags+xml"/>
  <Override PartName="/ppt/tags/tag836.xml" ContentType="application/vnd.openxmlformats-officedocument.presentationml.tags+xml"/>
  <Override PartName="/ppt/tags/tag837.xml" ContentType="application/vnd.openxmlformats-officedocument.presentationml.tags+xml"/>
  <Override PartName="/ppt/tags/tag838.xml" ContentType="application/vnd.openxmlformats-officedocument.presentationml.tags+xml"/>
  <Override PartName="/ppt/tags/tag839.xml" ContentType="application/vnd.openxmlformats-officedocument.presentationml.tags+xml"/>
  <Override PartName="/ppt/tags/tag840.xml" ContentType="application/vnd.openxmlformats-officedocument.presentationml.tags+xml"/>
  <Override PartName="/ppt/tags/tag841.xml" ContentType="application/vnd.openxmlformats-officedocument.presentationml.tags+xml"/>
  <Override PartName="/ppt/tags/tag842.xml" ContentType="application/vnd.openxmlformats-officedocument.presentationml.tags+xml"/>
  <Override PartName="/ppt/tags/tag843.xml" ContentType="application/vnd.openxmlformats-officedocument.presentationml.tags+xml"/>
  <Override PartName="/ppt/tags/tag844.xml" ContentType="application/vnd.openxmlformats-officedocument.presentationml.tags+xml"/>
  <Override PartName="/ppt/tags/tag845.xml" ContentType="application/vnd.openxmlformats-officedocument.presentationml.tags+xml"/>
  <Override PartName="/ppt/tags/tag846.xml" ContentType="application/vnd.openxmlformats-officedocument.presentationml.tags+xml"/>
  <Override PartName="/ppt/tags/tag847.xml" ContentType="application/vnd.openxmlformats-officedocument.presentationml.tags+xml"/>
  <Override PartName="/ppt/tags/tag848.xml" ContentType="application/vnd.openxmlformats-officedocument.presentationml.tags+xml"/>
  <Override PartName="/ppt/tags/tag849.xml" ContentType="application/vnd.openxmlformats-officedocument.presentationml.tags+xml"/>
  <Override PartName="/ppt/tags/tag850.xml" ContentType="application/vnd.openxmlformats-officedocument.presentationml.tags+xml"/>
  <Override PartName="/ppt/tags/tag851.xml" ContentType="application/vnd.openxmlformats-officedocument.presentationml.tags+xml"/>
  <Override PartName="/ppt/tags/tag852.xml" ContentType="application/vnd.openxmlformats-officedocument.presentationml.tags+xml"/>
  <Override PartName="/ppt/tags/tag853.xml" ContentType="application/vnd.openxmlformats-officedocument.presentationml.tags+xml"/>
  <Override PartName="/ppt/tags/tag854.xml" ContentType="application/vnd.openxmlformats-officedocument.presentationml.tags+xml"/>
  <Override PartName="/ppt/tags/tag855.xml" ContentType="application/vnd.openxmlformats-officedocument.presentationml.tags+xml"/>
  <Override PartName="/ppt/tags/tag856.xml" ContentType="application/vnd.openxmlformats-officedocument.presentationml.tags+xml"/>
  <Override PartName="/ppt/tags/tag857.xml" ContentType="application/vnd.openxmlformats-officedocument.presentationml.tags+xml"/>
  <Override PartName="/ppt/tags/tag858.xml" ContentType="application/vnd.openxmlformats-officedocument.presentationml.tags+xml"/>
  <Override PartName="/ppt/tags/tag859.xml" ContentType="application/vnd.openxmlformats-officedocument.presentationml.tags+xml"/>
  <Override PartName="/ppt/tags/tag860.xml" ContentType="application/vnd.openxmlformats-officedocument.presentationml.tags+xml"/>
  <Override PartName="/ppt/tags/tag861.xml" ContentType="application/vnd.openxmlformats-officedocument.presentationml.tags+xml"/>
  <Override PartName="/ppt/tags/tag862.xml" ContentType="application/vnd.openxmlformats-officedocument.presentationml.tags+xml"/>
  <Override PartName="/ppt/tags/tag863.xml" ContentType="application/vnd.openxmlformats-officedocument.presentationml.tags+xml"/>
  <Override PartName="/ppt/tags/tag864.xml" ContentType="application/vnd.openxmlformats-officedocument.presentationml.tags+xml"/>
  <Override PartName="/ppt/tags/tag865.xml" ContentType="application/vnd.openxmlformats-officedocument.presentationml.tags+xml"/>
  <Override PartName="/ppt/tags/tag866.xml" ContentType="application/vnd.openxmlformats-officedocument.presentationml.tags+xml"/>
  <Override PartName="/ppt/tags/tag867.xml" ContentType="application/vnd.openxmlformats-officedocument.presentationml.tags+xml"/>
  <Override PartName="/ppt/tags/tag868.xml" ContentType="application/vnd.openxmlformats-officedocument.presentationml.tags+xml"/>
  <Override PartName="/ppt/tags/tag869.xml" ContentType="application/vnd.openxmlformats-officedocument.presentationml.tags+xml"/>
  <Override PartName="/ppt/tags/tag870.xml" ContentType="application/vnd.openxmlformats-officedocument.presentationml.tags+xml"/>
  <Override PartName="/ppt/tags/tag871.xml" ContentType="application/vnd.openxmlformats-officedocument.presentationml.tags+xml"/>
  <Override PartName="/ppt/tags/tag872.xml" ContentType="application/vnd.openxmlformats-officedocument.presentationml.tags+xml"/>
  <Override PartName="/ppt/tags/tag873.xml" ContentType="application/vnd.openxmlformats-officedocument.presentationml.tags+xml"/>
  <Override PartName="/ppt/tags/tag874.xml" ContentType="application/vnd.openxmlformats-officedocument.presentationml.tags+xml"/>
  <Override PartName="/ppt/tags/tag875.xml" ContentType="application/vnd.openxmlformats-officedocument.presentationml.tags+xml"/>
  <Override PartName="/ppt/tags/tag876.xml" ContentType="application/vnd.openxmlformats-officedocument.presentationml.tags+xml"/>
  <Override PartName="/ppt/tags/tag877.xml" ContentType="application/vnd.openxmlformats-officedocument.presentationml.tags+xml"/>
  <Override PartName="/ppt/tags/tag878.xml" ContentType="application/vnd.openxmlformats-officedocument.presentationml.tags+xml"/>
  <Override PartName="/ppt/tags/tag879.xml" ContentType="application/vnd.openxmlformats-officedocument.presentationml.tags+xml"/>
  <Override PartName="/ppt/tags/tag880.xml" ContentType="application/vnd.openxmlformats-officedocument.presentationml.tags+xml"/>
  <Override PartName="/ppt/tags/tag881.xml" ContentType="application/vnd.openxmlformats-officedocument.presentationml.tags+xml"/>
  <Override PartName="/ppt/tags/tag882.xml" ContentType="application/vnd.openxmlformats-officedocument.presentationml.tags+xml"/>
  <Override PartName="/ppt/tags/tag883.xml" ContentType="application/vnd.openxmlformats-officedocument.presentationml.tags+xml"/>
  <Override PartName="/ppt/tags/tag884.xml" ContentType="application/vnd.openxmlformats-officedocument.presentationml.tags+xml"/>
  <Override PartName="/ppt/tags/tag885.xml" ContentType="application/vnd.openxmlformats-officedocument.presentationml.tags+xml"/>
  <Override PartName="/ppt/tags/tag886.xml" ContentType="application/vnd.openxmlformats-officedocument.presentationml.tags+xml"/>
  <Override PartName="/ppt/tags/tag887.xml" ContentType="application/vnd.openxmlformats-officedocument.presentationml.tags+xml"/>
  <Override PartName="/ppt/tags/tag888.xml" ContentType="application/vnd.openxmlformats-officedocument.presentationml.tags+xml"/>
  <Override PartName="/ppt/tags/tag889.xml" ContentType="application/vnd.openxmlformats-officedocument.presentationml.tags+xml"/>
  <Override PartName="/ppt/tags/tag890.xml" ContentType="application/vnd.openxmlformats-officedocument.presentationml.tags+xml"/>
  <Override PartName="/ppt/tags/tag891.xml" ContentType="application/vnd.openxmlformats-officedocument.presentationml.tags+xml"/>
  <Override PartName="/ppt/tags/tag892.xml" ContentType="application/vnd.openxmlformats-officedocument.presentationml.tags+xml"/>
  <Override PartName="/ppt/tags/tag893.xml" ContentType="application/vnd.openxmlformats-officedocument.presentationml.tags+xml"/>
  <Override PartName="/ppt/tags/tag894.xml" ContentType="application/vnd.openxmlformats-officedocument.presentationml.tags+xml"/>
  <Override PartName="/ppt/tags/tag895.xml" ContentType="application/vnd.openxmlformats-officedocument.presentationml.tags+xml"/>
  <Override PartName="/ppt/tags/tag896.xml" ContentType="application/vnd.openxmlformats-officedocument.presentationml.tags+xml"/>
  <Override PartName="/ppt/tags/tag897.xml" ContentType="application/vnd.openxmlformats-officedocument.presentationml.tags+xml"/>
  <Override PartName="/ppt/tags/tag898.xml" ContentType="application/vnd.openxmlformats-officedocument.presentationml.tags+xml"/>
  <Override PartName="/ppt/tags/tag899.xml" ContentType="application/vnd.openxmlformats-officedocument.presentationml.tags+xml"/>
  <Override PartName="/ppt/tags/tag900.xml" ContentType="application/vnd.openxmlformats-officedocument.presentationml.tags+xml"/>
  <Override PartName="/ppt/tags/tag901.xml" ContentType="application/vnd.openxmlformats-officedocument.presentationml.tags+xml"/>
  <Override PartName="/ppt/tags/tag902.xml" ContentType="application/vnd.openxmlformats-officedocument.presentationml.tags+xml"/>
  <Override PartName="/ppt/tags/tag903.xml" ContentType="application/vnd.openxmlformats-officedocument.presentationml.tags+xml"/>
  <Override PartName="/ppt/tags/tag904.xml" ContentType="application/vnd.openxmlformats-officedocument.presentationml.tags+xml"/>
  <Override PartName="/ppt/tags/tag905.xml" ContentType="application/vnd.openxmlformats-officedocument.presentationml.tags+xml"/>
  <Override PartName="/ppt/tags/tag906.xml" ContentType="application/vnd.openxmlformats-officedocument.presentationml.tags+xml"/>
  <Override PartName="/ppt/tags/tag907.xml" ContentType="application/vnd.openxmlformats-officedocument.presentationml.tags+xml"/>
  <Override PartName="/ppt/tags/tag908.xml" ContentType="application/vnd.openxmlformats-officedocument.presentationml.tags+xml"/>
  <Override PartName="/ppt/tags/tag909.xml" ContentType="application/vnd.openxmlformats-officedocument.presentationml.tags+xml"/>
  <Override PartName="/ppt/tags/tag910.xml" ContentType="application/vnd.openxmlformats-officedocument.presentationml.tags+xml"/>
  <Override PartName="/ppt/tags/tag911.xml" ContentType="application/vnd.openxmlformats-officedocument.presentationml.tags+xml"/>
  <Override PartName="/ppt/tags/tag912.xml" ContentType="application/vnd.openxmlformats-officedocument.presentationml.tags+xml"/>
  <Override PartName="/ppt/tags/tag913.xml" ContentType="application/vnd.openxmlformats-officedocument.presentationml.tags+xml"/>
  <Override PartName="/ppt/tags/tag914.xml" ContentType="application/vnd.openxmlformats-officedocument.presentationml.tags+xml"/>
  <Override PartName="/ppt/tags/tag915.xml" ContentType="application/vnd.openxmlformats-officedocument.presentationml.tags+xml"/>
  <Override PartName="/ppt/tags/tag916.xml" ContentType="application/vnd.openxmlformats-officedocument.presentationml.tags+xml"/>
  <Override PartName="/ppt/tags/tag917.xml" ContentType="application/vnd.openxmlformats-officedocument.presentationml.tags+xml"/>
  <Override PartName="/ppt/tags/tag918.xml" ContentType="application/vnd.openxmlformats-officedocument.presentationml.tags+xml"/>
  <Override PartName="/ppt/tags/tag919.xml" ContentType="application/vnd.openxmlformats-officedocument.presentationml.tags+xml"/>
  <Override PartName="/ppt/tags/tag920.xml" ContentType="application/vnd.openxmlformats-officedocument.presentationml.tags+xml"/>
  <Override PartName="/ppt/tags/tag921.xml" ContentType="application/vnd.openxmlformats-officedocument.presentationml.tags+xml"/>
  <Override PartName="/ppt/tags/tag922.xml" ContentType="application/vnd.openxmlformats-officedocument.presentationml.tags+xml"/>
  <Override PartName="/ppt/tags/tag923.xml" ContentType="application/vnd.openxmlformats-officedocument.presentationml.tags+xml"/>
  <Override PartName="/ppt/tags/tag924.xml" ContentType="application/vnd.openxmlformats-officedocument.presentationml.tags+xml"/>
  <Override PartName="/ppt/tags/tag925.xml" ContentType="application/vnd.openxmlformats-officedocument.presentationml.tags+xml"/>
  <Override PartName="/ppt/tags/tag926.xml" ContentType="application/vnd.openxmlformats-officedocument.presentationml.tags+xml"/>
  <Override PartName="/ppt/tags/tag927.xml" ContentType="application/vnd.openxmlformats-officedocument.presentationml.tags+xml"/>
  <Override PartName="/ppt/tags/tag928.xml" ContentType="application/vnd.openxmlformats-officedocument.presentationml.tags+xml"/>
  <Override PartName="/ppt/tags/tag929.xml" ContentType="application/vnd.openxmlformats-officedocument.presentationml.tags+xml"/>
  <Override PartName="/ppt/tags/tag930.xml" ContentType="application/vnd.openxmlformats-officedocument.presentationml.tags+xml"/>
  <Override PartName="/ppt/tags/tag931.xml" ContentType="application/vnd.openxmlformats-officedocument.presentationml.tags+xml"/>
  <Override PartName="/ppt/tags/tag932.xml" ContentType="application/vnd.openxmlformats-officedocument.presentationml.tags+xml"/>
  <Override PartName="/ppt/tags/tag933.xml" ContentType="application/vnd.openxmlformats-officedocument.presentationml.tags+xml"/>
  <Override PartName="/ppt/tags/tag934.xml" ContentType="application/vnd.openxmlformats-officedocument.presentationml.tags+xml"/>
  <Override PartName="/ppt/tags/tag935.xml" ContentType="application/vnd.openxmlformats-officedocument.presentationml.tags+xml"/>
  <Override PartName="/ppt/tags/tag936.xml" ContentType="application/vnd.openxmlformats-officedocument.presentationml.tags+xml"/>
  <Override PartName="/ppt/tags/tag937.xml" ContentType="application/vnd.openxmlformats-officedocument.presentationml.tags+xml"/>
  <Override PartName="/ppt/tags/tag938.xml" ContentType="application/vnd.openxmlformats-officedocument.presentationml.tags+xml"/>
  <Override PartName="/ppt/tags/tag939.xml" ContentType="application/vnd.openxmlformats-officedocument.presentationml.tags+xml"/>
  <Override PartName="/ppt/tags/tag940.xml" ContentType="application/vnd.openxmlformats-officedocument.presentationml.tags+xml"/>
  <Override PartName="/ppt/tags/tag941.xml" ContentType="application/vnd.openxmlformats-officedocument.presentationml.tags+xml"/>
  <Override PartName="/ppt/tags/tag942.xml" ContentType="application/vnd.openxmlformats-officedocument.presentationml.tags+xml"/>
  <Override PartName="/ppt/tags/tag943.xml" ContentType="application/vnd.openxmlformats-officedocument.presentationml.tags+xml"/>
  <Override PartName="/ppt/tags/tag944.xml" ContentType="application/vnd.openxmlformats-officedocument.presentationml.tags+xml"/>
  <Override PartName="/ppt/tags/tag945.xml" ContentType="application/vnd.openxmlformats-officedocument.presentationml.tags+xml"/>
  <Override PartName="/ppt/tags/tag946.xml" ContentType="application/vnd.openxmlformats-officedocument.presentationml.tags+xml"/>
  <Override PartName="/ppt/tags/tag947.xml" ContentType="application/vnd.openxmlformats-officedocument.presentationml.tags+xml"/>
  <Override PartName="/ppt/tags/tag948.xml" ContentType="application/vnd.openxmlformats-officedocument.presentationml.tags+xml"/>
  <Override PartName="/ppt/tags/tag949.xml" ContentType="application/vnd.openxmlformats-officedocument.presentationml.tags+xml"/>
  <Override PartName="/ppt/tags/tag950.xml" ContentType="application/vnd.openxmlformats-officedocument.presentationml.tags+xml"/>
  <Override PartName="/ppt/tags/tag951.xml" ContentType="application/vnd.openxmlformats-officedocument.presentationml.tags+xml"/>
  <Override PartName="/ppt/tags/tag952.xml" ContentType="application/vnd.openxmlformats-officedocument.presentationml.tags+xml"/>
  <Override PartName="/ppt/tags/tag953.xml" ContentType="application/vnd.openxmlformats-officedocument.presentationml.tags+xml"/>
  <Override PartName="/ppt/tags/tag954.xml" ContentType="application/vnd.openxmlformats-officedocument.presentationml.tags+xml"/>
  <Override PartName="/ppt/tags/tag955.xml" ContentType="application/vnd.openxmlformats-officedocument.presentationml.tags+xml"/>
  <Override PartName="/ppt/tags/tag956.xml" ContentType="application/vnd.openxmlformats-officedocument.presentationml.tags+xml"/>
  <Override PartName="/ppt/tags/tag957.xml" ContentType="application/vnd.openxmlformats-officedocument.presentationml.tags+xml"/>
  <Override PartName="/ppt/tags/tag958.xml" ContentType="application/vnd.openxmlformats-officedocument.presentationml.tags+xml"/>
  <Override PartName="/ppt/tags/tag959.xml" ContentType="application/vnd.openxmlformats-officedocument.presentationml.tags+xml"/>
  <Override PartName="/ppt/tags/tag960.xml" ContentType="application/vnd.openxmlformats-officedocument.presentationml.tags+xml"/>
  <Override PartName="/ppt/tags/tag961.xml" ContentType="application/vnd.openxmlformats-officedocument.presentationml.tags+xml"/>
  <Override PartName="/ppt/tags/tag962.xml" ContentType="application/vnd.openxmlformats-officedocument.presentationml.tags+xml"/>
  <Override PartName="/ppt/tags/tag963.xml" ContentType="application/vnd.openxmlformats-officedocument.presentationml.tags+xml"/>
  <Override PartName="/ppt/tags/tag964.xml" ContentType="application/vnd.openxmlformats-officedocument.presentationml.tags+xml"/>
  <Override PartName="/ppt/tags/tag965.xml" ContentType="application/vnd.openxmlformats-officedocument.presentationml.tags+xml"/>
  <Override PartName="/ppt/tags/tag966.xml" ContentType="application/vnd.openxmlformats-officedocument.presentationml.tags+xml"/>
  <Override PartName="/ppt/tags/tag967.xml" ContentType="application/vnd.openxmlformats-officedocument.presentationml.tags+xml"/>
  <Override PartName="/ppt/tags/tag968.xml" ContentType="application/vnd.openxmlformats-officedocument.presentationml.tags+xml"/>
  <Override PartName="/ppt/tags/tag969.xml" ContentType="application/vnd.openxmlformats-officedocument.presentationml.tags+xml"/>
  <Override PartName="/ppt/tags/tag970.xml" ContentType="application/vnd.openxmlformats-officedocument.presentationml.tags+xml"/>
  <Override PartName="/ppt/tags/tag971.xml" ContentType="application/vnd.openxmlformats-officedocument.presentationml.tags+xml"/>
  <Override PartName="/ppt/tags/tag972.xml" ContentType="application/vnd.openxmlformats-officedocument.presentationml.tags+xml"/>
  <Override PartName="/ppt/tags/tag973.xml" ContentType="application/vnd.openxmlformats-officedocument.presentationml.tags+xml"/>
  <Override PartName="/ppt/tags/tag974.xml" ContentType="application/vnd.openxmlformats-officedocument.presentationml.tags+xml"/>
  <Override PartName="/ppt/tags/tag975.xml" ContentType="application/vnd.openxmlformats-officedocument.presentationml.tags+xml"/>
  <Override PartName="/ppt/tags/tag976.xml" ContentType="application/vnd.openxmlformats-officedocument.presentationml.tags+xml"/>
  <Override PartName="/ppt/tags/tag977.xml" ContentType="application/vnd.openxmlformats-officedocument.presentationml.tags+xml"/>
  <Override PartName="/ppt/tags/tag978.xml" ContentType="application/vnd.openxmlformats-officedocument.presentationml.tags+xml"/>
  <Override PartName="/ppt/tags/tag979.xml" ContentType="application/vnd.openxmlformats-officedocument.presentationml.tags+xml"/>
  <Override PartName="/ppt/tags/tag980.xml" ContentType="application/vnd.openxmlformats-officedocument.presentationml.tags+xml"/>
  <Override PartName="/ppt/tags/tag981.xml" ContentType="application/vnd.openxmlformats-officedocument.presentationml.tags+xml"/>
  <Override PartName="/ppt/tags/tag982.xml" ContentType="application/vnd.openxmlformats-officedocument.presentationml.tags+xml"/>
  <Override PartName="/ppt/tags/tag983.xml" ContentType="application/vnd.openxmlformats-officedocument.presentationml.tags+xml"/>
  <Override PartName="/ppt/tags/tag984.xml" ContentType="application/vnd.openxmlformats-officedocument.presentationml.tags+xml"/>
  <Override PartName="/ppt/tags/tag985.xml" ContentType="application/vnd.openxmlformats-officedocument.presentationml.tags+xml"/>
  <Override PartName="/ppt/tags/tag986.xml" ContentType="application/vnd.openxmlformats-officedocument.presentationml.tags+xml"/>
  <Override PartName="/ppt/tags/tag987.xml" ContentType="application/vnd.openxmlformats-officedocument.presentationml.tags+xml"/>
  <Override PartName="/ppt/tags/tag988.xml" ContentType="application/vnd.openxmlformats-officedocument.presentationml.tags+xml"/>
  <Override PartName="/ppt/tags/tag989.xml" ContentType="application/vnd.openxmlformats-officedocument.presentationml.tags+xml"/>
  <Override PartName="/ppt/tags/tag990.xml" ContentType="application/vnd.openxmlformats-officedocument.presentationml.tags+xml"/>
  <Override PartName="/ppt/tags/tag991.xml" ContentType="application/vnd.openxmlformats-officedocument.presentationml.tags+xml"/>
  <Override PartName="/ppt/tags/tag992.xml" ContentType="application/vnd.openxmlformats-officedocument.presentationml.tags+xml"/>
  <Override PartName="/ppt/tags/tag993.xml" ContentType="application/vnd.openxmlformats-officedocument.presentationml.tags+xml"/>
  <Override PartName="/ppt/tags/tag994.xml" ContentType="application/vnd.openxmlformats-officedocument.presentationml.tags+xml"/>
  <Override PartName="/ppt/tags/tag995.xml" ContentType="application/vnd.openxmlformats-officedocument.presentationml.tags+xml"/>
  <Override PartName="/ppt/tags/tag996.xml" ContentType="application/vnd.openxmlformats-officedocument.presentationml.tags+xml"/>
  <Override PartName="/ppt/tags/tag997.xml" ContentType="application/vnd.openxmlformats-officedocument.presentationml.tags+xml"/>
  <Override PartName="/ppt/tags/tag998.xml" ContentType="application/vnd.openxmlformats-officedocument.presentationml.tags+xml"/>
  <Override PartName="/ppt/tags/tag999.xml" ContentType="application/vnd.openxmlformats-officedocument.presentationml.tags+xml"/>
  <Override PartName="/ppt/tags/tag1000.xml" ContentType="application/vnd.openxmlformats-officedocument.presentationml.tags+xml"/>
  <Override PartName="/ppt/tags/tag1001.xml" ContentType="application/vnd.openxmlformats-officedocument.presentationml.tags+xml"/>
  <Override PartName="/ppt/tags/tag1002.xml" ContentType="application/vnd.openxmlformats-officedocument.presentationml.tags+xml"/>
  <Override PartName="/ppt/tags/tag1003.xml" ContentType="application/vnd.openxmlformats-officedocument.presentationml.tags+xml"/>
  <Override PartName="/ppt/tags/tag1004.xml" ContentType="application/vnd.openxmlformats-officedocument.presentationml.tags+xml"/>
  <Override PartName="/ppt/tags/tag1005.xml" ContentType="application/vnd.openxmlformats-officedocument.presentationml.tags+xml"/>
  <Override PartName="/ppt/tags/tag1006.xml" ContentType="application/vnd.openxmlformats-officedocument.presentationml.tags+xml"/>
  <Override PartName="/ppt/tags/tag1007.xml" ContentType="application/vnd.openxmlformats-officedocument.presentationml.tags+xml"/>
  <Override PartName="/ppt/tags/tag1008.xml" ContentType="application/vnd.openxmlformats-officedocument.presentationml.tags+xml"/>
  <Override PartName="/ppt/tags/tag1009.xml" ContentType="application/vnd.openxmlformats-officedocument.presentationml.tags+xml"/>
  <Override PartName="/ppt/tags/tag1010.xml" ContentType="application/vnd.openxmlformats-officedocument.presentationml.tags+xml"/>
  <Override PartName="/ppt/tags/tag1011.xml" ContentType="application/vnd.openxmlformats-officedocument.presentationml.tags+xml"/>
  <Override PartName="/ppt/tags/tag1012.xml" ContentType="application/vnd.openxmlformats-officedocument.presentationml.tags+xml"/>
  <Override PartName="/ppt/tags/tag1013.xml" ContentType="application/vnd.openxmlformats-officedocument.presentationml.tags+xml"/>
  <Override PartName="/ppt/tags/tag1014.xml" ContentType="application/vnd.openxmlformats-officedocument.presentationml.tags+xml"/>
  <Override PartName="/ppt/tags/tag1015.xml" ContentType="application/vnd.openxmlformats-officedocument.presentationml.tags+xml"/>
  <Override PartName="/ppt/tags/tag1016.xml" ContentType="application/vnd.openxmlformats-officedocument.presentationml.tags+xml"/>
  <Override PartName="/ppt/tags/tag1017.xml" ContentType="application/vnd.openxmlformats-officedocument.presentationml.tags+xml"/>
  <Override PartName="/ppt/tags/tag1018.xml" ContentType="application/vnd.openxmlformats-officedocument.presentationml.tags+xml"/>
  <Override PartName="/ppt/tags/tag1019.xml" ContentType="application/vnd.openxmlformats-officedocument.presentationml.tags+xml"/>
  <Override PartName="/ppt/tags/tag1020.xml" ContentType="application/vnd.openxmlformats-officedocument.presentationml.tags+xml"/>
  <Override PartName="/ppt/tags/tag1021.xml" ContentType="application/vnd.openxmlformats-officedocument.presentationml.tags+xml"/>
  <Override PartName="/ppt/tags/tag1022.xml" ContentType="application/vnd.openxmlformats-officedocument.presentationml.tags+xml"/>
  <Override PartName="/ppt/tags/tag1023.xml" ContentType="application/vnd.openxmlformats-officedocument.presentationml.tags+xml"/>
  <Override PartName="/ppt/tags/tag1024.xml" ContentType="application/vnd.openxmlformats-officedocument.presentationml.tags+xml"/>
  <Override PartName="/ppt/tags/tag1025.xml" ContentType="application/vnd.openxmlformats-officedocument.presentationml.tags+xml"/>
  <Override PartName="/ppt/tags/tag1026.xml" ContentType="application/vnd.openxmlformats-officedocument.presentationml.tags+xml"/>
  <Override PartName="/ppt/tags/tag1027.xml" ContentType="application/vnd.openxmlformats-officedocument.presentationml.tags+xml"/>
  <Override PartName="/ppt/tags/tag1028.xml" ContentType="application/vnd.openxmlformats-officedocument.presentationml.tags+xml"/>
  <Override PartName="/ppt/tags/tag1029.xml" ContentType="application/vnd.openxmlformats-officedocument.presentationml.tags+xml"/>
  <Override PartName="/ppt/tags/tag1030.xml" ContentType="application/vnd.openxmlformats-officedocument.presentationml.tags+xml"/>
  <Override PartName="/ppt/tags/tag1031.xml" ContentType="application/vnd.openxmlformats-officedocument.presentationml.tags+xml"/>
  <Override PartName="/ppt/tags/tag1032.xml" ContentType="application/vnd.openxmlformats-officedocument.presentationml.tags+xml"/>
  <Override PartName="/ppt/tags/tag1033.xml" ContentType="application/vnd.openxmlformats-officedocument.presentationml.tags+xml"/>
  <Override PartName="/ppt/tags/tag1034.xml" ContentType="application/vnd.openxmlformats-officedocument.presentationml.tags+xml"/>
  <Override PartName="/ppt/tags/tag1035.xml" ContentType="application/vnd.openxmlformats-officedocument.presentationml.tags+xml"/>
  <Override PartName="/ppt/tags/tag1036.xml" ContentType="application/vnd.openxmlformats-officedocument.presentationml.tags+xml"/>
  <Override PartName="/ppt/tags/tag1037.xml" ContentType="application/vnd.openxmlformats-officedocument.presentationml.tags+xml"/>
  <Override PartName="/ppt/tags/tag1038.xml" ContentType="application/vnd.openxmlformats-officedocument.presentationml.tags+xml"/>
  <Override PartName="/ppt/tags/tag1039.xml" ContentType="application/vnd.openxmlformats-officedocument.presentationml.tags+xml"/>
  <Override PartName="/ppt/tags/tag1040.xml" ContentType="application/vnd.openxmlformats-officedocument.presentationml.tags+xml"/>
  <Override PartName="/ppt/tags/tag1041.xml" ContentType="application/vnd.openxmlformats-officedocument.presentationml.tags+xml"/>
  <Override PartName="/ppt/tags/tag1042.xml" ContentType="application/vnd.openxmlformats-officedocument.presentationml.tags+xml"/>
  <Override PartName="/ppt/tags/tag1043.xml" ContentType="application/vnd.openxmlformats-officedocument.presentationml.tags+xml"/>
  <Override PartName="/ppt/tags/tag1044.xml" ContentType="application/vnd.openxmlformats-officedocument.presentationml.tags+xml"/>
  <Override PartName="/ppt/tags/tag1045.xml" ContentType="application/vnd.openxmlformats-officedocument.presentationml.tags+xml"/>
  <Override PartName="/ppt/tags/tag1046.xml" ContentType="application/vnd.openxmlformats-officedocument.presentationml.tags+xml"/>
  <Override PartName="/ppt/tags/tag1047.xml" ContentType="application/vnd.openxmlformats-officedocument.presentationml.tags+xml"/>
  <Override PartName="/ppt/tags/tag1048.xml" ContentType="application/vnd.openxmlformats-officedocument.presentationml.tags+xml"/>
  <Override PartName="/ppt/tags/tag1049.xml" ContentType="application/vnd.openxmlformats-officedocument.presentationml.tags+xml"/>
  <Override PartName="/ppt/tags/tag1050.xml" ContentType="application/vnd.openxmlformats-officedocument.presentationml.tags+xml"/>
  <Override PartName="/ppt/tags/tag1051.xml" ContentType="application/vnd.openxmlformats-officedocument.presentationml.tags+xml"/>
  <Override PartName="/ppt/tags/tag1052.xml" ContentType="application/vnd.openxmlformats-officedocument.presentationml.tags+xml"/>
  <Override PartName="/ppt/tags/tag1053.xml" ContentType="application/vnd.openxmlformats-officedocument.presentationml.tags+xml"/>
  <Override PartName="/ppt/tags/tag1054.xml" ContentType="application/vnd.openxmlformats-officedocument.presentationml.tags+xml"/>
  <Override PartName="/ppt/tags/tag1055.xml" ContentType="application/vnd.openxmlformats-officedocument.presentationml.tags+xml"/>
  <Override PartName="/ppt/tags/tag1056.xml" ContentType="application/vnd.openxmlformats-officedocument.presentationml.tags+xml"/>
  <Override PartName="/ppt/tags/tag1057.xml" ContentType="application/vnd.openxmlformats-officedocument.presentationml.tags+xml"/>
  <Override PartName="/ppt/tags/tag1058.xml" ContentType="application/vnd.openxmlformats-officedocument.presentationml.tags+xml"/>
  <Override PartName="/ppt/tags/tag1059.xml" ContentType="application/vnd.openxmlformats-officedocument.presentationml.tags+xml"/>
  <Override PartName="/ppt/tags/tag1060.xml" ContentType="application/vnd.openxmlformats-officedocument.presentationml.tags+xml"/>
  <Override PartName="/ppt/tags/tag1061.xml" ContentType="application/vnd.openxmlformats-officedocument.presentationml.tags+xml"/>
  <Override PartName="/ppt/tags/tag1062.xml" ContentType="application/vnd.openxmlformats-officedocument.presentationml.tags+xml"/>
  <Override PartName="/ppt/tags/tag1063.xml" ContentType="application/vnd.openxmlformats-officedocument.presentationml.tags+xml"/>
  <Override PartName="/ppt/tags/tag1064.xml" ContentType="application/vnd.openxmlformats-officedocument.presentationml.tags+xml"/>
  <Override PartName="/ppt/tags/tag1065.xml" ContentType="application/vnd.openxmlformats-officedocument.presentationml.tags+xml"/>
  <Override PartName="/ppt/tags/tag1066.xml" ContentType="application/vnd.openxmlformats-officedocument.presentationml.tags+xml"/>
  <Override PartName="/ppt/tags/tag1067.xml" ContentType="application/vnd.openxmlformats-officedocument.presentationml.tags+xml"/>
  <Override PartName="/ppt/tags/tag1068.xml" ContentType="application/vnd.openxmlformats-officedocument.presentationml.tags+xml"/>
  <Override PartName="/ppt/tags/tag1069.xml" ContentType="application/vnd.openxmlformats-officedocument.presentationml.tags+xml"/>
  <Override PartName="/ppt/tags/tag1070.xml" ContentType="application/vnd.openxmlformats-officedocument.presentationml.tags+xml"/>
  <Override PartName="/ppt/tags/tag1071.xml" ContentType="application/vnd.openxmlformats-officedocument.presentationml.tags+xml"/>
  <Override PartName="/ppt/tags/tag1072.xml" ContentType="application/vnd.openxmlformats-officedocument.presentationml.tags+xml"/>
  <Override PartName="/ppt/tags/tag1073.xml" ContentType="application/vnd.openxmlformats-officedocument.presentationml.tags+xml"/>
  <Override PartName="/ppt/tags/tag1074.xml" ContentType="application/vnd.openxmlformats-officedocument.presentationml.tags+xml"/>
  <Override PartName="/ppt/tags/tag1075.xml" ContentType="application/vnd.openxmlformats-officedocument.presentationml.tags+xml"/>
  <Override PartName="/ppt/tags/tag1076.xml" ContentType="application/vnd.openxmlformats-officedocument.presentationml.tags+xml"/>
  <Override PartName="/ppt/tags/tag1077.xml" ContentType="application/vnd.openxmlformats-officedocument.presentationml.tags+xml"/>
  <Override PartName="/ppt/tags/tag1078.xml" ContentType="application/vnd.openxmlformats-officedocument.presentationml.tags+xml"/>
  <Override PartName="/ppt/tags/tag1079.xml" ContentType="application/vnd.openxmlformats-officedocument.presentationml.tags+xml"/>
  <Override PartName="/ppt/tags/tag1080.xml" ContentType="application/vnd.openxmlformats-officedocument.presentationml.tags+xml"/>
  <Override PartName="/ppt/tags/tag1081.xml" ContentType="application/vnd.openxmlformats-officedocument.presentationml.tags+xml"/>
  <Override PartName="/ppt/tags/tag1082.xml" ContentType="application/vnd.openxmlformats-officedocument.presentationml.tags+xml"/>
  <Override PartName="/ppt/tags/tag1083.xml" ContentType="application/vnd.openxmlformats-officedocument.presentationml.tags+xml"/>
  <Override PartName="/ppt/tags/tag1084.xml" ContentType="application/vnd.openxmlformats-officedocument.presentationml.tags+xml"/>
  <Override PartName="/ppt/tags/tag1085.xml" ContentType="application/vnd.openxmlformats-officedocument.presentationml.tags+xml"/>
  <Override PartName="/ppt/tags/tag1086.xml" ContentType="application/vnd.openxmlformats-officedocument.presentationml.tags+xml"/>
  <Override PartName="/ppt/tags/tag1087.xml" ContentType="application/vnd.openxmlformats-officedocument.presentationml.tags+xml"/>
  <Override PartName="/ppt/tags/tag1088.xml" ContentType="application/vnd.openxmlformats-officedocument.presentationml.tags+xml"/>
  <Override PartName="/ppt/tags/tag1089.xml" ContentType="application/vnd.openxmlformats-officedocument.presentationml.tags+xml"/>
  <Override PartName="/ppt/tags/tag1090.xml" ContentType="application/vnd.openxmlformats-officedocument.presentationml.tags+xml"/>
  <Override PartName="/ppt/tags/tag1091.xml" ContentType="application/vnd.openxmlformats-officedocument.presentationml.tags+xml"/>
  <Override PartName="/ppt/tags/tag1092.xml" ContentType="application/vnd.openxmlformats-officedocument.presentationml.tags+xml"/>
  <Override PartName="/ppt/tags/tag1093.xml" ContentType="application/vnd.openxmlformats-officedocument.presentationml.tags+xml"/>
  <Override PartName="/ppt/tags/tag1094.xml" ContentType="application/vnd.openxmlformats-officedocument.presentationml.tags+xml"/>
  <Override PartName="/ppt/tags/tag1095.xml" ContentType="application/vnd.openxmlformats-officedocument.presentationml.tags+xml"/>
  <Override PartName="/ppt/tags/tag1096.xml" ContentType="application/vnd.openxmlformats-officedocument.presentationml.tags+xml"/>
  <Override PartName="/ppt/tags/tag1097.xml" ContentType="application/vnd.openxmlformats-officedocument.presentationml.tags+xml"/>
  <Override PartName="/ppt/tags/tag1098.xml" ContentType="application/vnd.openxmlformats-officedocument.presentationml.tags+xml"/>
  <Override PartName="/ppt/tags/tag1099.xml" ContentType="application/vnd.openxmlformats-officedocument.presentationml.tags+xml"/>
  <Override PartName="/ppt/tags/tag1100.xml" ContentType="application/vnd.openxmlformats-officedocument.presentationml.tags+xml"/>
  <Override PartName="/ppt/tags/tag1101.xml" ContentType="application/vnd.openxmlformats-officedocument.presentationml.tags+xml"/>
  <Override PartName="/ppt/tags/tag1102.xml" ContentType="application/vnd.openxmlformats-officedocument.presentationml.tags+xml"/>
  <Override PartName="/ppt/tags/tag1103.xml" ContentType="application/vnd.openxmlformats-officedocument.presentationml.tags+xml"/>
  <Override PartName="/ppt/tags/tag1104.xml" ContentType="application/vnd.openxmlformats-officedocument.presentationml.tags+xml"/>
  <Override PartName="/ppt/tags/tag1105.xml" ContentType="application/vnd.openxmlformats-officedocument.presentationml.tags+xml"/>
  <Override PartName="/ppt/tags/tag1106.xml" ContentType="application/vnd.openxmlformats-officedocument.presentationml.tags+xml"/>
  <Override PartName="/ppt/tags/tag1107.xml" ContentType="application/vnd.openxmlformats-officedocument.presentationml.tags+xml"/>
  <Override PartName="/ppt/tags/tag1108.xml" ContentType="application/vnd.openxmlformats-officedocument.presentationml.tags+xml"/>
  <Override PartName="/ppt/tags/tag1109.xml" ContentType="application/vnd.openxmlformats-officedocument.presentationml.tags+xml"/>
  <Override PartName="/ppt/tags/tag1110.xml" ContentType="application/vnd.openxmlformats-officedocument.presentationml.tags+xml"/>
  <Override PartName="/ppt/tags/tag1111.xml" ContentType="application/vnd.openxmlformats-officedocument.presentationml.tags+xml"/>
  <Override PartName="/ppt/tags/tag1112.xml" ContentType="application/vnd.openxmlformats-officedocument.presentationml.tags+xml"/>
  <Override PartName="/ppt/tags/tag1113.xml" ContentType="application/vnd.openxmlformats-officedocument.presentationml.tags+xml"/>
  <Override PartName="/ppt/tags/tag1114.xml" ContentType="application/vnd.openxmlformats-officedocument.presentationml.tags+xml"/>
  <Override PartName="/ppt/tags/tag1115.xml" ContentType="application/vnd.openxmlformats-officedocument.presentationml.tags+xml"/>
  <Override PartName="/ppt/tags/tag1116.xml" ContentType="application/vnd.openxmlformats-officedocument.presentationml.tags+xml"/>
  <Override PartName="/ppt/tags/tag1117.xml" ContentType="application/vnd.openxmlformats-officedocument.presentationml.tags+xml"/>
  <Override PartName="/ppt/tags/tag1118.xml" ContentType="application/vnd.openxmlformats-officedocument.presentationml.tags+xml"/>
  <Override PartName="/ppt/tags/tag1119.xml" ContentType="application/vnd.openxmlformats-officedocument.presentationml.tags+xml"/>
  <Override PartName="/ppt/tags/tag1120.xml" ContentType="application/vnd.openxmlformats-officedocument.presentationml.tags+xml"/>
  <Override PartName="/ppt/tags/tag1121.xml" ContentType="application/vnd.openxmlformats-officedocument.presentationml.tags+xml"/>
  <Override PartName="/ppt/tags/tag1122.xml" ContentType="application/vnd.openxmlformats-officedocument.presentationml.tags+xml"/>
  <Override PartName="/ppt/tags/tag1123.xml" ContentType="application/vnd.openxmlformats-officedocument.presentationml.tags+xml"/>
  <Override PartName="/ppt/tags/tag1124.xml" ContentType="application/vnd.openxmlformats-officedocument.presentationml.tags+xml"/>
  <Override PartName="/ppt/tags/tag1125.xml" ContentType="application/vnd.openxmlformats-officedocument.presentationml.tags+xml"/>
  <Override PartName="/ppt/tags/tag1126.xml" ContentType="application/vnd.openxmlformats-officedocument.presentationml.tags+xml"/>
  <Override PartName="/ppt/tags/tag1127.xml" ContentType="application/vnd.openxmlformats-officedocument.presentationml.tags+xml"/>
  <Override PartName="/ppt/tags/tag1128.xml" ContentType="application/vnd.openxmlformats-officedocument.presentationml.tags+xml"/>
  <Override PartName="/ppt/tags/tag1129.xml" ContentType="application/vnd.openxmlformats-officedocument.presentationml.tags+xml"/>
  <Override PartName="/ppt/tags/tag1130.xml" ContentType="application/vnd.openxmlformats-officedocument.presentationml.tags+xml"/>
  <Override PartName="/ppt/tags/tag1131.xml" ContentType="application/vnd.openxmlformats-officedocument.presentationml.tags+xml"/>
  <Override PartName="/ppt/tags/tag1132.xml" ContentType="application/vnd.openxmlformats-officedocument.presentationml.tags+xml"/>
  <Override PartName="/ppt/tags/tag1133.xml" ContentType="application/vnd.openxmlformats-officedocument.presentationml.tags+xml"/>
  <Override PartName="/ppt/tags/tag1134.xml" ContentType="application/vnd.openxmlformats-officedocument.presentationml.tags+xml"/>
  <Override PartName="/ppt/tags/tag1135.xml" ContentType="application/vnd.openxmlformats-officedocument.presentationml.tags+xml"/>
  <Override PartName="/ppt/tags/tag1136.xml" ContentType="application/vnd.openxmlformats-officedocument.presentationml.tags+xml"/>
  <Override PartName="/ppt/tags/tag1137.xml" ContentType="application/vnd.openxmlformats-officedocument.presentationml.tags+xml"/>
  <Override PartName="/ppt/tags/tag1138.xml" ContentType="application/vnd.openxmlformats-officedocument.presentationml.tags+xml"/>
  <Override PartName="/ppt/tags/tag1139.xml" ContentType="application/vnd.openxmlformats-officedocument.presentationml.tags+xml"/>
  <Override PartName="/ppt/tags/tag1140.xml" ContentType="application/vnd.openxmlformats-officedocument.presentationml.tags+xml"/>
  <Override PartName="/ppt/tags/tag1141.xml" ContentType="application/vnd.openxmlformats-officedocument.presentationml.tags+xml"/>
  <Override PartName="/ppt/tags/tag1142.xml" ContentType="application/vnd.openxmlformats-officedocument.presentationml.tags+xml"/>
  <Override PartName="/ppt/tags/tag1143.xml" ContentType="application/vnd.openxmlformats-officedocument.presentationml.tags+xml"/>
  <Override PartName="/ppt/tags/tag1144.xml" ContentType="application/vnd.openxmlformats-officedocument.presentationml.tags+xml"/>
  <Override PartName="/ppt/tags/tag1145.xml" ContentType="application/vnd.openxmlformats-officedocument.presentationml.tags+xml"/>
  <Override PartName="/ppt/tags/tag1146.xml" ContentType="application/vnd.openxmlformats-officedocument.presentationml.tags+xml"/>
  <Override PartName="/ppt/tags/tag1147.xml" ContentType="application/vnd.openxmlformats-officedocument.presentationml.tags+xml"/>
  <Override PartName="/ppt/tags/tag1148.xml" ContentType="application/vnd.openxmlformats-officedocument.presentationml.tags+xml"/>
  <Override PartName="/ppt/tags/tag1149.xml" ContentType="application/vnd.openxmlformats-officedocument.presentationml.tags+xml"/>
  <Override PartName="/ppt/tags/tag1150.xml" ContentType="application/vnd.openxmlformats-officedocument.presentationml.tags+xml"/>
  <Override PartName="/ppt/tags/tag1151.xml" ContentType="application/vnd.openxmlformats-officedocument.presentationml.tags+xml"/>
  <Override PartName="/ppt/tags/tag1152.xml" ContentType="application/vnd.openxmlformats-officedocument.presentationml.tags+xml"/>
  <Override PartName="/ppt/tags/tag1153.xml" ContentType="application/vnd.openxmlformats-officedocument.presentationml.tags+xml"/>
  <Override PartName="/ppt/tags/tag1154.xml" ContentType="application/vnd.openxmlformats-officedocument.presentationml.tags+xml"/>
  <Override PartName="/ppt/tags/tag1155.xml" ContentType="application/vnd.openxmlformats-officedocument.presentationml.tags+xml"/>
  <Override PartName="/ppt/tags/tag1156.xml" ContentType="application/vnd.openxmlformats-officedocument.presentationml.tags+xml"/>
  <Override PartName="/ppt/tags/tag1157.xml" ContentType="application/vnd.openxmlformats-officedocument.presentationml.tags+xml"/>
  <Override PartName="/ppt/tags/tag1158.xml" ContentType="application/vnd.openxmlformats-officedocument.presentationml.tags+xml"/>
  <Override PartName="/ppt/tags/tag1159.xml" ContentType="application/vnd.openxmlformats-officedocument.presentationml.tags+xml"/>
  <Override PartName="/ppt/tags/tag1160.xml" ContentType="application/vnd.openxmlformats-officedocument.presentationml.tags+xml"/>
  <Override PartName="/ppt/tags/tag1161.xml" ContentType="application/vnd.openxmlformats-officedocument.presentationml.tags+xml"/>
  <Override PartName="/ppt/tags/tag1162.xml" ContentType="application/vnd.openxmlformats-officedocument.presentationml.tags+xml"/>
  <Override PartName="/ppt/tags/tag1163.xml" ContentType="application/vnd.openxmlformats-officedocument.presentationml.tags+xml"/>
  <Override PartName="/ppt/tags/tag1164.xml" ContentType="application/vnd.openxmlformats-officedocument.presentationml.tags+xml"/>
  <Override PartName="/ppt/tags/tag1165.xml" ContentType="application/vnd.openxmlformats-officedocument.presentationml.tags+xml"/>
  <Override PartName="/ppt/tags/tag1166.xml" ContentType="application/vnd.openxmlformats-officedocument.presentationml.tags+xml"/>
  <Override PartName="/ppt/tags/tag1167.xml" ContentType="application/vnd.openxmlformats-officedocument.presentationml.tags+xml"/>
  <Override PartName="/ppt/tags/tag1168.xml" ContentType="application/vnd.openxmlformats-officedocument.presentationml.tags+xml"/>
  <Override PartName="/ppt/tags/tag1169.xml" ContentType="application/vnd.openxmlformats-officedocument.presentationml.tags+xml"/>
  <Override PartName="/ppt/tags/tag1170.xml" ContentType="application/vnd.openxmlformats-officedocument.presentationml.tags+xml"/>
  <Override PartName="/ppt/tags/tag1171.xml" ContentType="application/vnd.openxmlformats-officedocument.presentationml.tags+xml"/>
  <Override PartName="/ppt/tags/tag1172.xml" ContentType="application/vnd.openxmlformats-officedocument.presentationml.tags+xml"/>
  <Override PartName="/ppt/tags/tag1173.xml" ContentType="application/vnd.openxmlformats-officedocument.presentationml.tags+xml"/>
  <Override PartName="/ppt/tags/tag1174.xml" ContentType="application/vnd.openxmlformats-officedocument.presentationml.tags+xml"/>
  <Override PartName="/ppt/tags/tag1175.xml" ContentType="application/vnd.openxmlformats-officedocument.presentationml.tags+xml"/>
  <Override PartName="/ppt/tags/tag1176.xml" ContentType="application/vnd.openxmlformats-officedocument.presentationml.tags+xml"/>
  <Override PartName="/ppt/tags/tag1177.xml" ContentType="application/vnd.openxmlformats-officedocument.presentationml.tags+xml"/>
  <Override PartName="/ppt/tags/tag1178.xml" ContentType="application/vnd.openxmlformats-officedocument.presentationml.tags+xml"/>
  <Override PartName="/ppt/tags/tag1179.xml" ContentType="application/vnd.openxmlformats-officedocument.presentationml.tags+xml"/>
  <Override PartName="/ppt/tags/tag1180.xml" ContentType="application/vnd.openxmlformats-officedocument.presentationml.tags+xml"/>
  <Override PartName="/ppt/tags/tag1181.xml" ContentType="application/vnd.openxmlformats-officedocument.presentationml.tags+xml"/>
  <Override PartName="/ppt/tags/tag1182.xml" ContentType="application/vnd.openxmlformats-officedocument.presentationml.tags+xml"/>
  <Override PartName="/ppt/tags/tag1183.xml" ContentType="application/vnd.openxmlformats-officedocument.presentationml.tags+xml"/>
  <Override PartName="/ppt/tags/tag1184.xml" ContentType="application/vnd.openxmlformats-officedocument.presentationml.tags+xml"/>
  <Override PartName="/ppt/tags/tag1185.xml" ContentType="application/vnd.openxmlformats-officedocument.presentationml.tags+xml"/>
  <Override PartName="/ppt/tags/tag1186.xml" ContentType="application/vnd.openxmlformats-officedocument.presentationml.tags+xml"/>
  <Override PartName="/ppt/tags/tag1187.xml" ContentType="application/vnd.openxmlformats-officedocument.presentationml.tags+xml"/>
  <Override PartName="/ppt/tags/tag1188.xml" ContentType="application/vnd.openxmlformats-officedocument.presentationml.tags+xml"/>
  <Override PartName="/ppt/tags/tag1189.xml" ContentType="application/vnd.openxmlformats-officedocument.presentationml.tags+xml"/>
  <Override PartName="/ppt/tags/tag1190.xml" ContentType="application/vnd.openxmlformats-officedocument.presentationml.tags+xml"/>
  <Override PartName="/ppt/tags/tag1191.xml" ContentType="application/vnd.openxmlformats-officedocument.presentationml.tags+xml"/>
  <Override PartName="/ppt/tags/tag1192.xml" ContentType="application/vnd.openxmlformats-officedocument.presentationml.tags+xml"/>
  <Override PartName="/ppt/tags/tag1193.xml" ContentType="application/vnd.openxmlformats-officedocument.presentationml.tags+xml"/>
  <Override PartName="/ppt/notesSlides/notesSlide2.xml" ContentType="application/vnd.openxmlformats-officedocument.presentationml.notesSlide+xml"/>
  <Override PartName="/ppt/tags/tag1194.xml" ContentType="application/vnd.openxmlformats-officedocument.presentationml.tags+xml"/>
  <Override PartName="/ppt/tags/tag1195.xml" ContentType="application/vnd.openxmlformats-officedocument.presentationml.tags+xml"/>
  <Override PartName="/ppt/tags/tag1196.xml" ContentType="application/vnd.openxmlformats-officedocument.presentationml.tags+xml"/>
  <Override PartName="/ppt/tags/tag1197.xml" ContentType="application/vnd.openxmlformats-officedocument.presentationml.tags+xml"/>
  <Override PartName="/ppt/tags/tag1198.xml" ContentType="application/vnd.openxmlformats-officedocument.presentationml.tags+xml"/>
  <Override PartName="/ppt/tags/tag1199.xml" ContentType="application/vnd.openxmlformats-officedocument.presentationml.tags+xml"/>
  <Override PartName="/ppt/tags/tag1200.xml" ContentType="application/vnd.openxmlformats-officedocument.presentationml.tags+xml"/>
  <Override PartName="/ppt/tags/tag1201.xml" ContentType="application/vnd.openxmlformats-officedocument.presentationml.tags+xml"/>
  <Override PartName="/ppt/tags/tag1202.xml" ContentType="application/vnd.openxmlformats-officedocument.presentationml.tags+xml"/>
  <Override PartName="/ppt/tags/tag1203.xml" ContentType="application/vnd.openxmlformats-officedocument.presentationml.tags+xml"/>
  <Override PartName="/ppt/tags/tag1204.xml" ContentType="application/vnd.openxmlformats-officedocument.presentationml.tags+xml"/>
  <Override PartName="/ppt/tags/tag1205.xml" ContentType="application/vnd.openxmlformats-officedocument.presentationml.tags+xml"/>
  <Override PartName="/ppt/tags/tag1206.xml" ContentType="application/vnd.openxmlformats-officedocument.presentationml.tags+xml"/>
  <Override PartName="/ppt/tags/tag1207.xml" ContentType="application/vnd.openxmlformats-officedocument.presentationml.tags+xml"/>
  <Override PartName="/ppt/tags/tag1208.xml" ContentType="application/vnd.openxmlformats-officedocument.presentationml.tags+xml"/>
  <Override PartName="/ppt/tags/tag1209.xml" ContentType="application/vnd.openxmlformats-officedocument.presentationml.tags+xml"/>
  <Override PartName="/ppt/tags/tag1210.xml" ContentType="application/vnd.openxmlformats-officedocument.presentationml.tags+xml"/>
  <Override PartName="/ppt/tags/tag1211.xml" ContentType="application/vnd.openxmlformats-officedocument.presentationml.tags+xml"/>
  <Override PartName="/ppt/tags/tag1212.xml" ContentType="application/vnd.openxmlformats-officedocument.presentationml.tags+xml"/>
  <Override PartName="/ppt/tags/tag1213.xml" ContentType="application/vnd.openxmlformats-officedocument.presentationml.tags+xml"/>
  <Override PartName="/ppt/tags/tag1214.xml" ContentType="application/vnd.openxmlformats-officedocument.presentationml.tags+xml"/>
  <Override PartName="/ppt/tags/tag1215.xml" ContentType="application/vnd.openxmlformats-officedocument.presentationml.tags+xml"/>
  <Override PartName="/ppt/tags/tag1216.xml" ContentType="application/vnd.openxmlformats-officedocument.presentationml.tags+xml"/>
  <Override PartName="/ppt/tags/tag1217.xml" ContentType="application/vnd.openxmlformats-officedocument.presentationml.tags+xml"/>
  <Override PartName="/ppt/tags/tag1218.xml" ContentType="application/vnd.openxmlformats-officedocument.presentationml.tags+xml"/>
  <Override PartName="/ppt/tags/tag1219.xml" ContentType="application/vnd.openxmlformats-officedocument.presentationml.tags+xml"/>
  <Override PartName="/ppt/tags/tag1220.xml" ContentType="application/vnd.openxmlformats-officedocument.presentationml.tags+xml"/>
  <Override PartName="/ppt/tags/tag1221.xml" ContentType="application/vnd.openxmlformats-officedocument.presentationml.tags+xml"/>
  <Override PartName="/ppt/tags/tag1222.xml" ContentType="application/vnd.openxmlformats-officedocument.presentationml.tags+xml"/>
  <Override PartName="/ppt/tags/tag1223.xml" ContentType="application/vnd.openxmlformats-officedocument.presentationml.tags+xml"/>
  <Override PartName="/ppt/tags/tag1224.xml" ContentType="application/vnd.openxmlformats-officedocument.presentationml.tags+xml"/>
  <Override PartName="/ppt/tags/tag1225.xml" ContentType="application/vnd.openxmlformats-officedocument.presentationml.tags+xml"/>
  <Override PartName="/ppt/tags/tag1226.xml" ContentType="application/vnd.openxmlformats-officedocument.presentationml.tags+xml"/>
  <Override PartName="/ppt/tags/tag1227.xml" ContentType="application/vnd.openxmlformats-officedocument.presentationml.tags+xml"/>
  <Override PartName="/ppt/tags/tag1228.xml" ContentType="application/vnd.openxmlformats-officedocument.presentationml.tags+xml"/>
  <Override PartName="/ppt/tags/tag1229.xml" ContentType="application/vnd.openxmlformats-officedocument.presentationml.tags+xml"/>
  <Override PartName="/ppt/tags/tag1230.xml" ContentType="application/vnd.openxmlformats-officedocument.presentationml.tags+xml"/>
  <Override PartName="/ppt/tags/tag1231.xml" ContentType="application/vnd.openxmlformats-officedocument.presentationml.tags+xml"/>
  <Override PartName="/ppt/tags/tag1232.xml" ContentType="application/vnd.openxmlformats-officedocument.presentationml.tags+xml"/>
  <Override PartName="/ppt/tags/tag1233.xml" ContentType="application/vnd.openxmlformats-officedocument.presentationml.tags+xml"/>
  <Override PartName="/ppt/tags/tag1234.xml" ContentType="application/vnd.openxmlformats-officedocument.presentationml.tags+xml"/>
  <Override PartName="/ppt/tags/tag1235.xml" ContentType="application/vnd.openxmlformats-officedocument.presentationml.tags+xml"/>
  <Override PartName="/ppt/tags/tag1236.xml" ContentType="application/vnd.openxmlformats-officedocument.presentationml.tags+xml"/>
  <Override PartName="/ppt/notesSlides/notesSlide3.xml" ContentType="application/vnd.openxmlformats-officedocument.presentationml.notesSlide+xml"/>
  <Override PartName="/ppt/tags/tag1237.xml" ContentType="application/vnd.openxmlformats-officedocument.presentationml.tags+xml"/>
  <Override PartName="/ppt/tags/tag1238.xml" ContentType="application/vnd.openxmlformats-officedocument.presentationml.tags+xml"/>
  <Override PartName="/ppt/tags/tag1239.xml" ContentType="application/vnd.openxmlformats-officedocument.presentationml.tags+xml"/>
  <Override PartName="/ppt/tags/tag1240.xml" ContentType="application/vnd.openxmlformats-officedocument.presentationml.tags+xml"/>
  <Override PartName="/ppt/tags/tag1241.xml" ContentType="application/vnd.openxmlformats-officedocument.presentationml.tags+xml"/>
  <Override PartName="/ppt/tags/tag1242.xml" ContentType="application/vnd.openxmlformats-officedocument.presentationml.tags+xml"/>
  <Override PartName="/ppt/tags/tag1243.xml" ContentType="application/vnd.openxmlformats-officedocument.presentationml.tags+xml"/>
  <Override PartName="/ppt/tags/tag1244.xml" ContentType="application/vnd.openxmlformats-officedocument.presentationml.tags+xml"/>
  <Override PartName="/ppt/tags/tag1245.xml" ContentType="application/vnd.openxmlformats-officedocument.presentationml.tags+xml"/>
  <Override PartName="/ppt/tags/tag1246.xml" ContentType="application/vnd.openxmlformats-officedocument.presentationml.tags+xml"/>
  <Override PartName="/ppt/tags/tag1247.xml" ContentType="application/vnd.openxmlformats-officedocument.presentationml.tags+xml"/>
  <Override PartName="/ppt/tags/tag1248.xml" ContentType="application/vnd.openxmlformats-officedocument.presentationml.tags+xml"/>
  <Override PartName="/ppt/tags/tag1249.xml" ContentType="application/vnd.openxmlformats-officedocument.presentationml.tags+xml"/>
  <Override PartName="/ppt/tags/tag1250.xml" ContentType="application/vnd.openxmlformats-officedocument.presentationml.tags+xml"/>
  <Override PartName="/ppt/tags/tag1251.xml" ContentType="application/vnd.openxmlformats-officedocument.presentationml.tags+xml"/>
  <Override PartName="/ppt/tags/tag1252.xml" ContentType="application/vnd.openxmlformats-officedocument.presentationml.tags+xml"/>
  <Override PartName="/ppt/tags/tag1253.xml" ContentType="application/vnd.openxmlformats-officedocument.presentationml.tags+xml"/>
  <Override PartName="/ppt/tags/tag1254.xml" ContentType="application/vnd.openxmlformats-officedocument.presentationml.tags+xml"/>
  <Override PartName="/ppt/tags/tag1255.xml" ContentType="application/vnd.openxmlformats-officedocument.presentationml.tags+xml"/>
  <Override PartName="/ppt/tags/tag1256.xml" ContentType="application/vnd.openxmlformats-officedocument.presentationml.tags+xml"/>
  <Override PartName="/ppt/tags/tag1257.xml" ContentType="application/vnd.openxmlformats-officedocument.presentationml.tags+xml"/>
  <Override PartName="/ppt/tags/tag1258.xml" ContentType="application/vnd.openxmlformats-officedocument.presentationml.tags+xml"/>
  <Override PartName="/ppt/tags/tag1259.xml" ContentType="application/vnd.openxmlformats-officedocument.presentationml.tags+xml"/>
  <Override PartName="/ppt/tags/tag1260.xml" ContentType="application/vnd.openxmlformats-officedocument.presentationml.tags+xml"/>
  <Override PartName="/ppt/tags/tag1261.xml" ContentType="application/vnd.openxmlformats-officedocument.presentationml.tags+xml"/>
  <Override PartName="/ppt/tags/tag1262.xml" ContentType="application/vnd.openxmlformats-officedocument.presentationml.tags+xml"/>
  <Override PartName="/ppt/tags/tag1263.xml" ContentType="application/vnd.openxmlformats-officedocument.presentationml.tags+xml"/>
  <Override PartName="/ppt/tags/tag1264.xml" ContentType="application/vnd.openxmlformats-officedocument.presentationml.tags+xml"/>
  <Override PartName="/ppt/tags/tag1265.xml" ContentType="application/vnd.openxmlformats-officedocument.presentationml.tags+xml"/>
  <Override PartName="/ppt/tags/tag1266.xml" ContentType="application/vnd.openxmlformats-officedocument.presentationml.tags+xml"/>
  <Override PartName="/ppt/tags/tag1267.xml" ContentType="application/vnd.openxmlformats-officedocument.presentationml.tags+xml"/>
  <Override PartName="/ppt/tags/tag1268.xml" ContentType="application/vnd.openxmlformats-officedocument.presentationml.tags+xml"/>
  <Override PartName="/ppt/tags/tag1269.xml" ContentType="application/vnd.openxmlformats-officedocument.presentationml.tags+xml"/>
  <Override PartName="/ppt/tags/tag1270.xml" ContentType="application/vnd.openxmlformats-officedocument.presentationml.tags+xml"/>
  <Override PartName="/ppt/tags/tag1271.xml" ContentType="application/vnd.openxmlformats-officedocument.presentationml.tags+xml"/>
  <Override PartName="/ppt/tags/tag1272.xml" ContentType="application/vnd.openxmlformats-officedocument.presentationml.tags+xml"/>
  <Override PartName="/ppt/tags/tag1273.xml" ContentType="application/vnd.openxmlformats-officedocument.presentationml.tags+xml"/>
  <Override PartName="/ppt/tags/tag1274.xml" ContentType="application/vnd.openxmlformats-officedocument.presentationml.tags+xml"/>
  <Override PartName="/ppt/tags/tag1275.xml" ContentType="application/vnd.openxmlformats-officedocument.presentationml.tags+xml"/>
  <Override PartName="/ppt/tags/tag1276.xml" ContentType="application/vnd.openxmlformats-officedocument.presentationml.tags+xml"/>
  <Override PartName="/ppt/tags/tag1277.xml" ContentType="application/vnd.openxmlformats-officedocument.presentationml.tags+xml"/>
  <Override PartName="/ppt/tags/tag1278.xml" ContentType="application/vnd.openxmlformats-officedocument.presentationml.tags+xml"/>
  <Override PartName="/ppt/tags/tag1279.xml" ContentType="application/vnd.openxmlformats-officedocument.presentationml.tags+xml"/>
  <Override PartName="/ppt/notesSlides/notesSlide4.xml" ContentType="application/vnd.openxmlformats-officedocument.presentationml.notesSlide+xml"/>
  <Override PartName="/ppt/tags/tag1280.xml" ContentType="application/vnd.openxmlformats-officedocument.presentationml.tags+xml"/>
  <Override PartName="/ppt/tags/tag1281.xml" ContentType="application/vnd.openxmlformats-officedocument.presentationml.tags+xml"/>
  <Override PartName="/ppt/tags/tag1282.xml" ContentType="application/vnd.openxmlformats-officedocument.presentationml.tags+xml"/>
  <Override PartName="/ppt/tags/tag1283.xml" ContentType="application/vnd.openxmlformats-officedocument.presentationml.tags+xml"/>
  <Override PartName="/ppt/tags/tag1284.xml" ContentType="application/vnd.openxmlformats-officedocument.presentationml.tags+xml"/>
  <Override PartName="/ppt/tags/tag1285.xml" ContentType="application/vnd.openxmlformats-officedocument.presentationml.tags+xml"/>
  <Override PartName="/ppt/tags/tag1286.xml" ContentType="application/vnd.openxmlformats-officedocument.presentationml.tags+xml"/>
  <Override PartName="/ppt/tags/tag1287.xml" ContentType="application/vnd.openxmlformats-officedocument.presentationml.tags+xml"/>
  <Override PartName="/ppt/tags/tag1288.xml" ContentType="application/vnd.openxmlformats-officedocument.presentationml.tags+xml"/>
  <Override PartName="/ppt/tags/tag1289.xml" ContentType="application/vnd.openxmlformats-officedocument.presentationml.tags+xml"/>
  <Override PartName="/ppt/tags/tag1290.xml" ContentType="application/vnd.openxmlformats-officedocument.presentationml.tags+xml"/>
  <Override PartName="/ppt/tags/tag1291.xml" ContentType="application/vnd.openxmlformats-officedocument.presentationml.tags+xml"/>
  <Override PartName="/ppt/tags/tag1292.xml" ContentType="application/vnd.openxmlformats-officedocument.presentationml.tags+xml"/>
  <Override PartName="/ppt/tags/tag1293.xml" ContentType="application/vnd.openxmlformats-officedocument.presentationml.tags+xml"/>
  <Override PartName="/ppt/tags/tag1294.xml" ContentType="application/vnd.openxmlformats-officedocument.presentationml.tags+xml"/>
  <Override PartName="/ppt/tags/tag1295.xml" ContentType="application/vnd.openxmlformats-officedocument.presentationml.tags+xml"/>
  <Override PartName="/ppt/tags/tag1296.xml" ContentType="application/vnd.openxmlformats-officedocument.presentationml.tags+xml"/>
  <Override PartName="/ppt/tags/tag1297.xml" ContentType="application/vnd.openxmlformats-officedocument.presentationml.tags+xml"/>
  <Override PartName="/ppt/tags/tag1298.xml" ContentType="application/vnd.openxmlformats-officedocument.presentationml.tags+xml"/>
  <Override PartName="/ppt/tags/tag1299.xml" ContentType="application/vnd.openxmlformats-officedocument.presentationml.tags+xml"/>
  <Override PartName="/ppt/tags/tag1300.xml" ContentType="application/vnd.openxmlformats-officedocument.presentationml.tags+xml"/>
  <Override PartName="/ppt/tags/tag1301.xml" ContentType="application/vnd.openxmlformats-officedocument.presentationml.tags+xml"/>
  <Override PartName="/ppt/tags/tag1302.xml" ContentType="application/vnd.openxmlformats-officedocument.presentationml.tags+xml"/>
  <Override PartName="/ppt/tags/tag1303.xml" ContentType="application/vnd.openxmlformats-officedocument.presentationml.tags+xml"/>
  <Override PartName="/ppt/tags/tag1304.xml" ContentType="application/vnd.openxmlformats-officedocument.presentationml.tags+xml"/>
  <Override PartName="/ppt/tags/tag1305.xml" ContentType="application/vnd.openxmlformats-officedocument.presentationml.tags+xml"/>
  <Override PartName="/ppt/tags/tag1306.xml" ContentType="application/vnd.openxmlformats-officedocument.presentationml.tags+xml"/>
  <Override PartName="/ppt/tags/tag1307.xml" ContentType="application/vnd.openxmlformats-officedocument.presentationml.tags+xml"/>
  <Override PartName="/ppt/tags/tag1308.xml" ContentType="application/vnd.openxmlformats-officedocument.presentationml.tags+xml"/>
  <Override PartName="/ppt/tags/tag1309.xml" ContentType="application/vnd.openxmlformats-officedocument.presentationml.tags+xml"/>
  <Override PartName="/ppt/tags/tag1310.xml" ContentType="application/vnd.openxmlformats-officedocument.presentationml.tags+xml"/>
  <Override PartName="/ppt/tags/tag1311.xml" ContentType="application/vnd.openxmlformats-officedocument.presentationml.tags+xml"/>
  <Override PartName="/ppt/tags/tag1312.xml" ContentType="application/vnd.openxmlformats-officedocument.presentationml.tags+xml"/>
  <Override PartName="/ppt/tags/tag1313.xml" ContentType="application/vnd.openxmlformats-officedocument.presentationml.tags+xml"/>
  <Override PartName="/ppt/tags/tag1314.xml" ContentType="application/vnd.openxmlformats-officedocument.presentationml.tags+xml"/>
  <Override PartName="/ppt/tags/tag1315.xml" ContentType="application/vnd.openxmlformats-officedocument.presentationml.tags+xml"/>
  <Override PartName="/ppt/tags/tag1316.xml" ContentType="application/vnd.openxmlformats-officedocument.presentationml.tags+xml"/>
  <Override PartName="/ppt/tags/tag1317.xml" ContentType="application/vnd.openxmlformats-officedocument.presentationml.tags+xml"/>
  <Override PartName="/ppt/tags/tag1318.xml" ContentType="application/vnd.openxmlformats-officedocument.presentationml.tags+xml"/>
  <Override PartName="/ppt/tags/tag1319.xml" ContentType="application/vnd.openxmlformats-officedocument.presentationml.tags+xml"/>
  <Override PartName="/ppt/tags/tag1320.xml" ContentType="application/vnd.openxmlformats-officedocument.presentationml.tags+xml"/>
  <Override PartName="/ppt/tags/tag1321.xml" ContentType="application/vnd.openxmlformats-officedocument.presentationml.tags+xml"/>
  <Override PartName="/ppt/tags/tag1322.xml" ContentType="application/vnd.openxmlformats-officedocument.presentationml.tags+xml"/>
  <Override PartName="/ppt/notesSlides/notesSlide5.xml" ContentType="application/vnd.openxmlformats-officedocument.presentationml.notesSlide+xml"/>
  <Override PartName="/ppt/tags/tag1323.xml" ContentType="application/vnd.openxmlformats-officedocument.presentationml.tags+xml"/>
  <Override PartName="/ppt/tags/tag1324.xml" ContentType="application/vnd.openxmlformats-officedocument.presentationml.tags+xml"/>
  <Override PartName="/ppt/tags/tag1325.xml" ContentType="application/vnd.openxmlformats-officedocument.presentationml.tags+xml"/>
  <Override PartName="/ppt/tags/tag1326.xml" ContentType="application/vnd.openxmlformats-officedocument.presentationml.tags+xml"/>
  <Override PartName="/ppt/tags/tag1327.xml" ContentType="application/vnd.openxmlformats-officedocument.presentationml.tags+xml"/>
  <Override PartName="/ppt/tags/tag1328.xml" ContentType="application/vnd.openxmlformats-officedocument.presentationml.tags+xml"/>
  <Override PartName="/ppt/tags/tag1329.xml" ContentType="application/vnd.openxmlformats-officedocument.presentationml.tags+xml"/>
  <Override PartName="/ppt/tags/tag1330.xml" ContentType="application/vnd.openxmlformats-officedocument.presentationml.tags+xml"/>
  <Override PartName="/ppt/tags/tag1331.xml" ContentType="application/vnd.openxmlformats-officedocument.presentationml.tags+xml"/>
  <Override PartName="/ppt/tags/tag1332.xml" ContentType="application/vnd.openxmlformats-officedocument.presentationml.tags+xml"/>
  <Override PartName="/ppt/tags/tag1333.xml" ContentType="application/vnd.openxmlformats-officedocument.presentationml.tags+xml"/>
  <Override PartName="/ppt/tags/tag1334.xml" ContentType="application/vnd.openxmlformats-officedocument.presentationml.tags+xml"/>
  <Override PartName="/ppt/tags/tag1335.xml" ContentType="application/vnd.openxmlformats-officedocument.presentationml.tags+xml"/>
  <Override PartName="/ppt/tags/tag1336.xml" ContentType="application/vnd.openxmlformats-officedocument.presentationml.tags+xml"/>
  <Override PartName="/ppt/tags/tag1337.xml" ContentType="application/vnd.openxmlformats-officedocument.presentationml.tags+xml"/>
  <Override PartName="/ppt/tags/tag1338.xml" ContentType="application/vnd.openxmlformats-officedocument.presentationml.tags+xml"/>
  <Override PartName="/ppt/tags/tag1339.xml" ContentType="application/vnd.openxmlformats-officedocument.presentationml.tags+xml"/>
  <Override PartName="/ppt/tags/tag1340.xml" ContentType="application/vnd.openxmlformats-officedocument.presentationml.tags+xml"/>
  <Override PartName="/ppt/tags/tag1341.xml" ContentType="application/vnd.openxmlformats-officedocument.presentationml.tags+xml"/>
  <Override PartName="/ppt/tags/tag1342.xml" ContentType="application/vnd.openxmlformats-officedocument.presentationml.tags+xml"/>
  <Override PartName="/ppt/tags/tag1343.xml" ContentType="application/vnd.openxmlformats-officedocument.presentationml.tags+xml"/>
  <Override PartName="/ppt/tags/tag1344.xml" ContentType="application/vnd.openxmlformats-officedocument.presentationml.tags+xml"/>
  <Override PartName="/ppt/tags/tag1345.xml" ContentType="application/vnd.openxmlformats-officedocument.presentationml.tags+xml"/>
  <Override PartName="/ppt/tags/tag1346.xml" ContentType="application/vnd.openxmlformats-officedocument.presentationml.tags+xml"/>
  <Override PartName="/ppt/tags/tag1347.xml" ContentType="application/vnd.openxmlformats-officedocument.presentationml.tags+xml"/>
  <Override PartName="/ppt/tags/tag1348.xml" ContentType="application/vnd.openxmlformats-officedocument.presentationml.tags+xml"/>
  <Override PartName="/ppt/tags/tag1349.xml" ContentType="application/vnd.openxmlformats-officedocument.presentationml.tags+xml"/>
  <Override PartName="/ppt/tags/tag1350.xml" ContentType="application/vnd.openxmlformats-officedocument.presentationml.tags+xml"/>
  <Override PartName="/ppt/tags/tag1351.xml" ContentType="application/vnd.openxmlformats-officedocument.presentationml.tags+xml"/>
  <Override PartName="/ppt/tags/tag1352.xml" ContentType="application/vnd.openxmlformats-officedocument.presentationml.tags+xml"/>
  <Override PartName="/ppt/tags/tag1353.xml" ContentType="application/vnd.openxmlformats-officedocument.presentationml.tags+xml"/>
  <Override PartName="/ppt/tags/tag1354.xml" ContentType="application/vnd.openxmlformats-officedocument.presentationml.tags+xml"/>
  <Override PartName="/ppt/tags/tag1355.xml" ContentType="application/vnd.openxmlformats-officedocument.presentationml.tags+xml"/>
  <Override PartName="/ppt/tags/tag1356.xml" ContentType="application/vnd.openxmlformats-officedocument.presentationml.tags+xml"/>
  <Override PartName="/ppt/tags/tag1357.xml" ContentType="application/vnd.openxmlformats-officedocument.presentationml.tags+xml"/>
  <Override PartName="/ppt/tags/tag1358.xml" ContentType="application/vnd.openxmlformats-officedocument.presentationml.tags+xml"/>
  <Override PartName="/ppt/tags/tag1359.xml" ContentType="application/vnd.openxmlformats-officedocument.presentationml.tags+xml"/>
  <Override PartName="/ppt/tags/tag1360.xml" ContentType="application/vnd.openxmlformats-officedocument.presentationml.tags+xml"/>
  <Override PartName="/ppt/tags/tag1361.xml" ContentType="application/vnd.openxmlformats-officedocument.presentationml.tags+xml"/>
  <Override PartName="/ppt/tags/tag1362.xml" ContentType="application/vnd.openxmlformats-officedocument.presentationml.tags+xml"/>
  <Override PartName="/ppt/tags/tag1363.xml" ContentType="application/vnd.openxmlformats-officedocument.presentationml.tags+xml"/>
  <Override PartName="/ppt/tags/tag1364.xml" ContentType="application/vnd.openxmlformats-officedocument.presentationml.tags+xml"/>
  <Override PartName="/ppt/tags/tag1365.xml" ContentType="application/vnd.openxmlformats-officedocument.presentationml.tags+xml"/>
  <Override PartName="/ppt/notesSlides/notesSlide6.xml" ContentType="application/vnd.openxmlformats-officedocument.presentationml.notesSlide+xml"/>
  <Override PartName="/ppt/tags/tag1366.xml" ContentType="application/vnd.openxmlformats-officedocument.presentationml.tags+xml"/>
  <Override PartName="/ppt/tags/tag1367.xml" ContentType="application/vnd.openxmlformats-officedocument.presentationml.tags+xml"/>
  <Override PartName="/ppt/tags/tag1368.xml" ContentType="application/vnd.openxmlformats-officedocument.presentationml.tags+xml"/>
  <Override PartName="/ppt/tags/tag1369.xml" ContentType="application/vnd.openxmlformats-officedocument.presentationml.tags+xml"/>
  <Override PartName="/ppt/tags/tag1370.xml" ContentType="application/vnd.openxmlformats-officedocument.presentationml.tags+xml"/>
  <Override PartName="/ppt/tags/tag1371.xml" ContentType="application/vnd.openxmlformats-officedocument.presentationml.tags+xml"/>
  <Override PartName="/ppt/tags/tag1372.xml" ContentType="application/vnd.openxmlformats-officedocument.presentationml.tags+xml"/>
  <Override PartName="/ppt/tags/tag1373.xml" ContentType="application/vnd.openxmlformats-officedocument.presentationml.tags+xml"/>
  <Override PartName="/ppt/tags/tag1374.xml" ContentType="application/vnd.openxmlformats-officedocument.presentationml.tags+xml"/>
  <Override PartName="/ppt/tags/tag1375.xml" ContentType="application/vnd.openxmlformats-officedocument.presentationml.tags+xml"/>
  <Override PartName="/ppt/tags/tag1376.xml" ContentType="application/vnd.openxmlformats-officedocument.presentationml.tags+xml"/>
  <Override PartName="/ppt/tags/tag1377.xml" ContentType="application/vnd.openxmlformats-officedocument.presentationml.tags+xml"/>
  <Override PartName="/ppt/tags/tag1378.xml" ContentType="application/vnd.openxmlformats-officedocument.presentationml.tags+xml"/>
  <Override PartName="/ppt/tags/tag1379.xml" ContentType="application/vnd.openxmlformats-officedocument.presentationml.tags+xml"/>
  <Override PartName="/ppt/tags/tag1380.xml" ContentType="application/vnd.openxmlformats-officedocument.presentationml.tags+xml"/>
  <Override PartName="/ppt/tags/tag1381.xml" ContentType="application/vnd.openxmlformats-officedocument.presentationml.tags+xml"/>
  <Override PartName="/ppt/tags/tag1382.xml" ContentType="application/vnd.openxmlformats-officedocument.presentationml.tags+xml"/>
  <Override PartName="/ppt/tags/tag1383.xml" ContentType="application/vnd.openxmlformats-officedocument.presentationml.tags+xml"/>
  <Override PartName="/ppt/tags/tag1384.xml" ContentType="application/vnd.openxmlformats-officedocument.presentationml.tags+xml"/>
  <Override PartName="/ppt/tags/tag1385.xml" ContentType="application/vnd.openxmlformats-officedocument.presentationml.tags+xml"/>
  <Override PartName="/ppt/tags/tag1386.xml" ContentType="application/vnd.openxmlformats-officedocument.presentationml.tags+xml"/>
  <Override PartName="/ppt/tags/tag1387.xml" ContentType="application/vnd.openxmlformats-officedocument.presentationml.tags+xml"/>
  <Override PartName="/ppt/tags/tag1388.xml" ContentType="application/vnd.openxmlformats-officedocument.presentationml.tags+xml"/>
  <Override PartName="/ppt/tags/tag1389.xml" ContentType="application/vnd.openxmlformats-officedocument.presentationml.tags+xml"/>
  <Override PartName="/ppt/tags/tag1390.xml" ContentType="application/vnd.openxmlformats-officedocument.presentationml.tags+xml"/>
  <Override PartName="/ppt/tags/tag1391.xml" ContentType="application/vnd.openxmlformats-officedocument.presentationml.tags+xml"/>
  <Override PartName="/ppt/tags/tag1392.xml" ContentType="application/vnd.openxmlformats-officedocument.presentationml.tags+xml"/>
  <Override PartName="/ppt/tags/tag1393.xml" ContentType="application/vnd.openxmlformats-officedocument.presentationml.tags+xml"/>
  <Override PartName="/ppt/tags/tag1394.xml" ContentType="application/vnd.openxmlformats-officedocument.presentationml.tags+xml"/>
  <Override PartName="/ppt/tags/tag1395.xml" ContentType="application/vnd.openxmlformats-officedocument.presentationml.tags+xml"/>
  <Override PartName="/ppt/tags/tag1396.xml" ContentType="application/vnd.openxmlformats-officedocument.presentationml.tags+xml"/>
  <Override PartName="/ppt/tags/tag1397.xml" ContentType="application/vnd.openxmlformats-officedocument.presentationml.tags+xml"/>
  <Override PartName="/ppt/tags/tag1398.xml" ContentType="application/vnd.openxmlformats-officedocument.presentationml.tags+xml"/>
  <Override PartName="/ppt/tags/tag1399.xml" ContentType="application/vnd.openxmlformats-officedocument.presentationml.tags+xml"/>
  <Override PartName="/ppt/tags/tag1400.xml" ContentType="application/vnd.openxmlformats-officedocument.presentationml.tags+xml"/>
  <Override PartName="/ppt/tags/tag1401.xml" ContentType="application/vnd.openxmlformats-officedocument.presentationml.tags+xml"/>
  <Override PartName="/ppt/tags/tag1402.xml" ContentType="application/vnd.openxmlformats-officedocument.presentationml.tags+xml"/>
  <Override PartName="/ppt/tags/tag1403.xml" ContentType="application/vnd.openxmlformats-officedocument.presentationml.tags+xml"/>
  <Override PartName="/ppt/tags/tag1404.xml" ContentType="application/vnd.openxmlformats-officedocument.presentationml.tags+xml"/>
  <Override PartName="/ppt/tags/tag1405.xml" ContentType="application/vnd.openxmlformats-officedocument.presentationml.tags+xml"/>
  <Override PartName="/ppt/tags/tag1406.xml" ContentType="application/vnd.openxmlformats-officedocument.presentationml.tags+xml"/>
  <Override PartName="/ppt/tags/tag1407.xml" ContentType="application/vnd.openxmlformats-officedocument.presentationml.tags+xml"/>
  <Override PartName="/ppt/tags/tag1408.xml" ContentType="application/vnd.openxmlformats-officedocument.presentationml.tags+xml"/>
  <Override PartName="/ppt/tags/tag1409.xml" ContentType="application/vnd.openxmlformats-officedocument.presentationml.tags+xml"/>
  <Override PartName="/ppt/notesSlides/notesSlide7.xml" ContentType="application/vnd.openxmlformats-officedocument.presentationml.notesSlide+xml"/>
  <Override PartName="/ppt/tags/tag1410.xml" ContentType="application/vnd.openxmlformats-officedocument.presentationml.tags+xml"/>
  <Override PartName="/ppt/tags/tag1411.xml" ContentType="application/vnd.openxmlformats-officedocument.presentationml.tags+xml"/>
  <Override PartName="/ppt/tags/tag1412.xml" ContentType="application/vnd.openxmlformats-officedocument.presentationml.tags+xml"/>
  <Override PartName="/ppt/tags/tag1413.xml" ContentType="application/vnd.openxmlformats-officedocument.presentationml.tags+xml"/>
  <Override PartName="/ppt/tags/tag1414.xml" ContentType="application/vnd.openxmlformats-officedocument.presentationml.tags+xml"/>
  <Override PartName="/ppt/tags/tag1415.xml" ContentType="application/vnd.openxmlformats-officedocument.presentationml.tags+xml"/>
  <Override PartName="/ppt/tags/tag1416.xml" ContentType="application/vnd.openxmlformats-officedocument.presentationml.tags+xml"/>
  <Override PartName="/ppt/tags/tag1417.xml" ContentType="application/vnd.openxmlformats-officedocument.presentationml.tags+xml"/>
  <Override PartName="/ppt/tags/tag1418.xml" ContentType="application/vnd.openxmlformats-officedocument.presentationml.tags+xml"/>
  <Override PartName="/ppt/tags/tag1419.xml" ContentType="application/vnd.openxmlformats-officedocument.presentationml.tags+xml"/>
  <Override PartName="/ppt/tags/tag1420.xml" ContentType="application/vnd.openxmlformats-officedocument.presentationml.tags+xml"/>
  <Override PartName="/ppt/tags/tag1421.xml" ContentType="application/vnd.openxmlformats-officedocument.presentationml.tags+xml"/>
  <Override PartName="/ppt/tags/tag1422.xml" ContentType="application/vnd.openxmlformats-officedocument.presentationml.tags+xml"/>
  <Override PartName="/ppt/tags/tag1423.xml" ContentType="application/vnd.openxmlformats-officedocument.presentationml.tags+xml"/>
  <Override PartName="/ppt/tags/tag1424.xml" ContentType="application/vnd.openxmlformats-officedocument.presentationml.tags+xml"/>
  <Override PartName="/ppt/tags/tag1425.xml" ContentType="application/vnd.openxmlformats-officedocument.presentationml.tags+xml"/>
  <Override PartName="/ppt/tags/tag1426.xml" ContentType="application/vnd.openxmlformats-officedocument.presentationml.tags+xml"/>
  <Override PartName="/ppt/tags/tag1427.xml" ContentType="application/vnd.openxmlformats-officedocument.presentationml.tags+xml"/>
  <Override PartName="/ppt/tags/tag1428.xml" ContentType="application/vnd.openxmlformats-officedocument.presentationml.tags+xml"/>
  <Override PartName="/ppt/tags/tag1429.xml" ContentType="application/vnd.openxmlformats-officedocument.presentationml.tags+xml"/>
  <Override PartName="/ppt/tags/tag1430.xml" ContentType="application/vnd.openxmlformats-officedocument.presentationml.tags+xml"/>
  <Override PartName="/ppt/tags/tag1431.xml" ContentType="application/vnd.openxmlformats-officedocument.presentationml.tags+xml"/>
  <Override PartName="/ppt/tags/tag1432.xml" ContentType="application/vnd.openxmlformats-officedocument.presentationml.tags+xml"/>
  <Override PartName="/ppt/tags/tag1433.xml" ContentType="application/vnd.openxmlformats-officedocument.presentationml.tags+xml"/>
  <Override PartName="/ppt/tags/tag1434.xml" ContentType="application/vnd.openxmlformats-officedocument.presentationml.tags+xml"/>
  <Override PartName="/ppt/tags/tag1435.xml" ContentType="application/vnd.openxmlformats-officedocument.presentationml.tags+xml"/>
  <Override PartName="/ppt/tags/tag1436.xml" ContentType="application/vnd.openxmlformats-officedocument.presentationml.tags+xml"/>
  <Override PartName="/ppt/tags/tag1437.xml" ContentType="application/vnd.openxmlformats-officedocument.presentationml.tags+xml"/>
  <Override PartName="/ppt/tags/tag1438.xml" ContentType="application/vnd.openxmlformats-officedocument.presentationml.tags+xml"/>
  <Override PartName="/ppt/tags/tag1439.xml" ContentType="application/vnd.openxmlformats-officedocument.presentationml.tags+xml"/>
  <Override PartName="/ppt/tags/tag1440.xml" ContentType="application/vnd.openxmlformats-officedocument.presentationml.tags+xml"/>
  <Override PartName="/ppt/tags/tag1441.xml" ContentType="application/vnd.openxmlformats-officedocument.presentationml.tags+xml"/>
  <Override PartName="/ppt/tags/tag1442.xml" ContentType="application/vnd.openxmlformats-officedocument.presentationml.tags+xml"/>
  <Override PartName="/ppt/tags/tag1443.xml" ContentType="application/vnd.openxmlformats-officedocument.presentationml.tags+xml"/>
  <Override PartName="/ppt/tags/tag1444.xml" ContentType="application/vnd.openxmlformats-officedocument.presentationml.tags+xml"/>
  <Override PartName="/ppt/tags/tag1445.xml" ContentType="application/vnd.openxmlformats-officedocument.presentationml.tags+xml"/>
  <Override PartName="/ppt/tags/tag1446.xml" ContentType="application/vnd.openxmlformats-officedocument.presentationml.tags+xml"/>
  <Override PartName="/ppt/tags/tag1447.xml" ContentType="application/vnd.openxmlformats-officedocument.presentationml.tags+xml"/>
  <Override PartName="/ppt/tags/tag1448.xml" ContentType="application/vnd.openxmlformats-officedocument.presentationml.tags+xml"/>
  <Override PartName="/ppt/tags/tag1449.xml" ContentType="application/vnd.openxmlformats-officedocument.presentationml.tags+xml"/>
  <Override PartName="/ppt/notesSlides/notesSlide8.xml" ContentType="application/vnd.openxmlformats-officedocument.presentationml.notesSlide+xml"/>
  <Override PartName="/ppt/tags/tag1450.xml" ContentType="application/vnd.openxmlformats-officedocument.presentationml.tags+xml"/>
  <Override PartName="/ppt/tags/tag1451.xml" ContentType="application/vnd.openxmlformats-officedocument.presentationml.tags+xml"/>
  <Override PartName="/ppt/tags/tag1452.xml" ContentType="application/vnd.openxmlformats-officedocument.presentationml.tags+xml"/>
  <Override PartName="/ppt/tags/tag1453.xml" ContentType="application/vnd.openxmlformats-officedocument.presentationml.tags+xml"/>
  <Override PartName="/ppt/tags/tag1454.xml" ContentType="application/vnd.openxmlformats-officedocument.presentationml.tags+xml"/>
  <Override PartName="/ppt/tags/tag1455.xml" ContentType="application/vnd.openxmlformats-officedocument.presentationml.tags+xml"/>
  <Override PartName="/ppt/tags/tag1456.xml" ContentType="application/vnd.openxmlformats-officedocument.presentationml.tags+xml"/>
  <Override PartName="/ppt/tags/tag1457.xml" ContentType="application/vnd.openxmlformats-officedocument.presentationml.tags+xml"/>
  <Override PartName="/ppt/tags/tag1458.xml" ContentType="application/vnd.openxmlformats-officedocument.presentationml.tags+xml"/>
  <Override PartName="/ppt/tags/tag1459.xml" ContentType="application/vnd.openxmlformats-officedocument.presentationml.tags+xml"/>
  <Override PartName="/ppt/tags/tag1460.xml" ContentType="application/vnd.openxmlformats-officedocument.presentationml.tags+xml"/>
  <Override PartName="/ppt/tags/tag1461.xml" ContentType="application/vnd.openxmlformats-officedocument.presentationml.tags+xml"/>
  <Override PartName="/ppt/tags/tag1462.xml" ContentType="application/vnd.openxmlformats-officedocument.presentationml.tags+xml"/>
  <Override PartName="/ppt/tags/tag1463.xml" ContentType="application/vnd.openxmlformats-officedocument.presentationml.tags+xml"/>
  <Override PartName="/ppt/tags/tag1464.xml" ContentType="application/vnd.openxmlformats-officedocument.presentationml.tags+xml"/>
  <Override PartName="/ppt/tags/tag1465.xml" ContentType="application/vnd.openxmlformats-officedocument.presentationml.tags+xml"/>
  <Override PartName="/ppt/tags/tag1466.xml" ContentType="application/vnd.openxmlformats-officedocument.presentationml.tags+xml"/>
  <Override PartName="/ppt/tags/tag1467.xml" ContentType="application/vnd.openxmlformats-officedocument.presentationml.tags+xml"/>
  <Override PartName="/ppt/tags/tag1468.xml" ContentType="application/vnd.openxmlformats-officedocument.presentationml.tags+xml"/>
  <Override PartName="/ppt/tags/tag1469.xml" ContentType="application/vnd.openxmlformats-officedocument.presentationml.tags+xml"/>
  <Override PartName="/ppt/tags/tag1470.xml" ContentType="application/vnd.openxmlformats-officedocument.presentationml.tags+xml"/>
  <Override PartName="/ppt/tags/tag1471.xml" ContentType="application/vnd.openxmlformats-officedocument.presentationml.tags+xml"/>
  <Override PartName="/ppt/tags/tag1472.xml" ContentType="application/vnd.openxmlformats-officedocument.presentationml.tags+xml"/>
  <Override PartName="/ppt/tags/tag1473.xml" ContentType="application/vnd.openxmlformats-officedocument.presentationml.tags+xml"/>
  <Override PartName="/ppt/tags/tag1474.xml" ContentType="application/vnd.openxmlformats-officedocument.presentationml.tags+xml"/>
  <Override PartName="/ppt/tags/tag1475.xml" ContentType="application/vnd.openxmlformats-officedocument.presentationml.tags+xml"/>
  <Override PartName="/ppt/tags/tag1476.xml" ContentType="application/vnd.openxmlformats-officedocument.presentationml.tags+xml"/>
  <Override PartName="/ppt/tags/tag1477.xml" ContentType="application/vnd.openxmlformats-officedocument.presentationml.tags+xml"/>
  <Override PartName="/ppt/tags/tag1478.xml" ContentType="application/vnd.openxmlformats-officedocument.presentationml.tags+xml"/>
  <Override PartName="/ppt/tags/tag1479.xml" ContentType="application/vnd.openxmlformats-officedocument.presentationml.tags+xml"/>
  <Override PartName="/ppt/tags/tag1480.xml" ContentType="application/vnd.openxmlformats-officedocument.presentationml.tags+xml"/>
  <Override PartName="/ppt/tags/tag1481.xml" ContentType="application/vnd.openxmlformats-officedocument.presentationml.tags+xml"/>
  <Override PartName="/ppt/tags/tag1482.xml" ContentType="application/vnd.openxmlformats-officedocument.presentationml.tags+xml"/>
  <Override PartName="/ppt/tags/tag1483.xml" ContentType="application/vnd.openxmlformats-officedocument.presentationml.tags+xml"/>
  <Override PartName="/ppt/tags/tag1484.xml" ContentType="application/vnd.openxmlformats-officedocument.presentationml.tags+xml"/>
  <Override PartName="/ppt/tags/tag1485.xml" ContentType="application/vnd.openxmlformats-officedocument.presentationml.tags+xml"/>
  <Override PartName="/ppt/tags/tag1486.xml" ContentType="application/vnd.openxmlformats-officedocument.presentationml.tags+xml"/>
  <Override PartName="/ppt/tags/tag1487.xml" ContentType="application/vnd.openxmlformats-officedocument.presentationml.tags+xml"/>
  <Override PartName="/ppt/tags/tag1488.xml" ContentType="application/vnd.openxmlformats-officedocument.presentationml.tags+xml"/>
  <Override PartName="/ppt/tags/tag1489.xml" ContentType="application/vnd.openxmlformats-officedocument.presentationml.tags+xml"/>
  <Override PartName="/ppt/tags/tag1490.xml" ContentType="application/vnd.openxmlformats-officedocument.presentationml.tags+xml"/>
  <Override PartName="/ppt/tags/tag1491.xml" ContentType="application/vnd.openxmlformats-officedocument.presentationml.tags+xml"/>
  <Override PartName="/ppt/tags/tag1492.xml" ContentType="application/vnd.openxmlformats-officedocument.presentationml.tags+xml"/>
  <Override PartName="/ppt/tags/tag1493.xml" ContentType="application/vnd.openxmlformats-officedocument.presentationml.tags+xml"/>
  <Override PartName="/ppt/tags/tag1494.xml" ContentType="application/vnd.openxmlformats-officedocument.presentationml.tags+xml"/>
  <Override PartName="/ppt/tags/tag1495.xml" ContentType="application/vnd.openxmlformats-officedocument.presentationml.tags+xml"/>
  <Override PartName="/ppt/tags/tag1496.xml" ContentType="application/vnd.openxmlformats-officedocument.presentationml.tags+xml"/>
  <Override PartName="/ppt/tags/tag1497.xml" ContentType="application/vnd.openxmlformats-officedocument.presentationml.tags+xml"/>
  <Override PartName="/ppt/tags/tag1498.xml" ContentType="application/vnd.openxmlformats-officedocument.presentationml.tags+xml"/>
  <Override PartName="/ppt/tags/tag1499.xml" ContentType="application/vnd.openxmlformats-officedocument.presentationml.tags+xml"/>
  <Override PartName="/ppt/tags/tag1500.xml" ContentType="application/vnd.openxmlformats-officedocument.presentationml.tags+xml"/>
  <Override PartName="/ppt/tags/tag1501.xml" ContentType="application/vnd.openxmlformats-officedocument.presentationml.tags+xml"/>
  <Override PartName="/ppt/tags/tag1502.xml" ContentType="application/vnd.openxmlformats-officedocument.presentationml.tags+xml"/>
  <Override PartName="/ppt/tags/tag1503.xml" ContentType="application/vnd.openxmlformats-officedocument.presentationml.tags+xml"/>
  <Override PartName="/ppt/tags/tag1504.xml" ContentType="application/vnd.openxmlformats-officedocument.presentationml.tags+xml"/>
  <Override PartName="/ppt/tags/tag1505.xml" ContentType="application/vnd.openxmlformats-officedocument.presentationml.tags+xml"/>
  <Override PartName="/ppt/tags/tag1506.xml" ContentType="application/vnd.openxmlformats-officedocument.presentationml.tags+xml"/>
  <Override PartName="/ppt/tags/tag1507.xml" ContentType="application/vnd.openxmlformats-officedocument.presentationml.tags+xml"/>
  <Override PartName="/ppt/tags/tag1508.xml" ContentType="application/vnd.openxmlformats-officedocument.presentationml.tags+xml"/>
  <Override PartName="/ppt/tags/tag1509.xml" ContentType="application/vnd.openxmlformats-officedocument.presentationml.tags+xml"/>
  <Override PartName="/ppt/tags/tag1510.xml" ContentType="application/vnd.openxmlformats-officedocument.presentationml.tags+xml"/>
  <Override PartName="/ppt/tags/tag1511.xml" ContentType="application/vnd.openxmlformats-officedocument.presentationml.tags+xml"/>
  <Override PartName="/ppt/tags/tag1512.xml" ContentType="application/vnd.openxmlformats-officedocument.presentationml.tags+xml"/>
  <Override PartName="/ppt/tags/tag1513.xml" ContentType="application/vnd.openxmlformats-officedocument.presentationml.tags+xml"/>
  <Override PartName="/ppt/tags/tag1514.xml" ContentType="application/vnd.openxmlformats-officedocument.presentationml.tags+xml"/>
  <Override PartName="/ppt/tags/tag1515.xml" ContentType="application/vnd.openxmlformats-officedocument.presentationml.tags+xml"/>
  <Override PartName="/ppt/tags/tag1516.xml" ContentType="application/vnd.openxmlformats-officedocument.presentationml.tags+xml"/>
  <Override PartName="/ppt/tags/tag1517.xml" ContentType="application/vnd.openxmlformats-officedocument.presentationml.tags+xml"/>
  <Override PartName="/ppt/tags/tag1518.xml" ContentType="application/vnd.openxmlformats-officedocument.presentationml.tags+xml"/>
  <Override PartName="/ppt/tags/tag1519.xml" ContentType="application/vnd.openxmlformats-officedocument.presentationml.tags+xml"/>
  <Override PartName="/ppt/tags/tag1520.xml" ContentType="application/vnd.openxmlformats-officedocument.presentationml.tags+xml"/>
  <Override PartName="/ppt/tags/tag1521.xml" ContentType="application/vnd.openxmlformats-officedocument.presentationml.tags+xml"/>
  <Override PartName="/ppt/tags/tag1522.xml" ContentType="application/vnd.openxmlformats-officedocument.presentationml.tags+xml"/>
  <Override PartName="/ppt/tags/tag1523.xml" ContentType="application/vnd.openxmlformats-officedocument.presentationml.tags+xml"/>
  <Override PartName="/ppt/tags/tag1524.xml" ContentType="application/vnd.openxmlformats-officedocument.presentationml.tags+xml"/>
  <Override PartName="/ppt/tags/tag1525.xml" ContentType="application/vnd.openxmlformats-officedocument.presentationml.tags+xml"/>
  <Override PartName="/ppt/tags/tag1526.xml" ContentType="application/vnd.openxmlformats-officedocument.presentationml.tags+xml"/>
  <Override PartName="/ppt/tags/tag1527.xml" ContentType="application/vnd.openxmlformats-officedocument.presentationml.tags+xml"/>
  <Override PartName="/ppt/tags/tag1528.xml" ContentType="application/vnd.openxmlformats-officedocument.presentationml.tags+xml"/>
  <Override PartName="/ppt/tags/tag1529.xml" ContentType="application/vnd.openxmlformats-officedocument.presentationml.tags+xml"/>
  <Override PartName="/ppt/tags/tag1530.xml" ContentType="application/vnd.openxmlformats-officedocument.presentationml.tags+xml"/>
  <Override PartName="/ppt/tags/tag1531.xml" ContentType="application/vnd.openxmlformats-officedocument.presentationml.tags+xml"/>
  <Override PartName="/ppt/tags/tag1532.xml" ContentType="application/vnd.openxmlformats-officedocument.presentationml.tags+xml"/>
  <Override PartName="/ppt/tags/tag1533.xml" ContentType="application/vnd.openxmlformats-officedocument.presentationml.tags+xml"/>
  <Override PartName="/ppt/tags/tag1534.xml" ContentType="application/vnd.openxmlformats-officedocument.presentationml.tags+xml"/>
  <Override PartName="/ppt/tags/tag1535.xml" ContentType="application/vnd.openxmlformats-officedocument.presentationml.tags+xml"/>
  <Override PartName="/ppt/tags/tag1536.xml" ContentType="application/vnd.openxmlformats-officedocument.presentationml.tags+xml"/>
  <Override PartName="/ppt/tags/tag1537.xml" ContentType="application/vnd.openxmlformats-officedocument.presentationml.tags+xml"/>
  <Override PartName="/ppt/tags/tag1538.xml" ContentType="application/vnd.openxmlformats-officedocument.presentationml.tags+xml"/>
  <Override PartName="/ppt/tags/tag1539.xml" ContentType="application/vnd.openxmlformats-officedocument.presentationml.tags+xml"/>
  <Override PartName="/ppt/tags/tag1540.xml" ContentType="application/vnd.openxmlformats-officedocument.presentationml.tags+xml"/>
  <Override PartName="/ppt/tags/tag1541.xml" ContentType="application/vnd.openxmlformats-officedocument.presentationml.tags+xml"/>
  <Override PartName="/ppt/tags/tag1542.xml" ContentType="application/vnd.openxmlformats-officedocument.presentationml.tags+xml"/>
  <Override PartName="/ppt/tags/tag1543.xml" ContentType="application/vnd.openxmlformats-officedocument.presentationml.tags+xml"/>
  <Override PartName="/ppt/tags/tag1544.xml" ContentType="application/vnd.openxmlformats-officedocument.presentationml.tags+xml"/>
  <Override PartName="/ppt/tags/tag1545.xml" ContentType="application/vnd.openxmlformats-officedocument.presentationml.tags+xml"/>
  <Override PartName="/ppt/tags/tag1546.xml" ContentType="application/vnd.openxmlformats-officedocument.presentationml.tags+xml"/>
  <Override PartName="/ppt/tags/tag1547.xml" ContentType="application/vnd.openxmlformats-officedocument.presentationml.tags+xml"/>
  <Override PartName="/ppt/tags/tag1548.xml" ContentType="application/vnd.openxmlformats-officedocument.presentationml.tags+xml"/>
  <Override PartName="/ppt/tags/tag1549.xml" ContentType="application/vnd.openxmlformats-officedocument.presentationml.tags+xml"/>
  <Override PartName="/ppt/tags/tag1550.xml" ContentType="application/vnd.openxmlformats-officedocument.presentationml.tags+xml"/>
  <Override PartName="/ppt/tags/tag1551.xml" ContentType="application/vnd.openxmlformats-officedocument.presentationml.tags+xml"/>
  <Override PartName="/ppt/tags/tag1552.xml" ContentType="application/vnd.openxmlformats-officedocument.presentationml.tags+xml"/>
  <Override PartName="/ppt/tags/tag1553.xml" ContentType="application/vnd.openxmlformats-officedocument.presentationml.tags+xml"/>
  <Override PartName="/ppt/tags/tag1554.xml" ContentType="application/vnd.openxmlformats-officedocument.presentationml.tags+xml"/>
  <Override PartName="/ppt/tags/tag1555.xml" ContentType="application/vnd.openxmlformats-officedocument.presentationml.tags+xml"/>
  <Override PartName="/ppt/tags/tag1556.xml" ContentType="application/vnd.openxmlformats-officedocument.presentationml.tags+xml"/>
  <Override PartName="/ppt/tags/tag1557.xml" ContentType="application/vnd.openxmlformats-officedocument.presentationml.tags+xml"/>
  <Override PartName="/ppt/tags/tag1558.xml" ContentType="application/vnd.openxmlformats-officedocument.presentationml.tags+xml"/>
  <Override PartName="/ppt/tags/tag1559.xml" ContentType="application/vnd.openxmlformats-officedocument.presentationml.tags+xml"/>
  <Override PartName="/ppt/tags/tag1560.xml" ContentType="application/vnd.openxmlformats-officedocument.presentationml.tags+xml"/>
  <Override PartName="/ppt/tags/tag1561.xml" ContentType="application/vnd.openxmlformats-officedocument.presentationml.tags+xml"/>
  <Override PartName="/ppt/tags/tag1562.xml" ContentType="application/vnd.openxmlformats-officedocument.presentationml.tags+xml"/>
  <Override PartName="/ppt/tags/tag1563.xml" ContentType="application/vnd.openxmlformats-officedocument.presentationml.tags+xml"/>
  <Override PartName="/ppt/tags/tag1564.xml" ContentType="application/vnd.openxmlformats-officedocument.presentationml.tags+xml"/>
  <Override PartName="/ppt/tags/tag1565.xml" ContentType="application/vnd.openxmlformats-officedocument.presentationml.tags+xml"/>
  <Override PartName="/ppt/tags/tag1566.xml" ContentType="application/vnd.openxmlformats-officedocument.presentationml.tags+xml"/>
  <Override PartName="/ppt/tags/tag1567.xml" ContentType="application/vnd.openxmlformats-officedocument.presentationml.tags+xml"/>
  <Override PartName="/ppt/tags/tag1568.xml" ContentType="application/vnd.openxmlformats-officedocument.presentationml.tags+xml"/>
  <Override PartName="/ppt/tags/tag1569.xml" ContentType="application/vnd.openxmlformats-officedocument.presentationml.tags+xml"/>
  <Override PartName="/ppt/tags/tag1570.xml" ContentType="application/vnd.openxmlformats-officedocument.presentationml.tags+xml"/>
  <Override PartName="/ppt/tags/tag1571.xml" ContentType="application/vnd.openxmlformats-officedocument.presentationml.tags+xml"/>
  <Override PartName="/ppt/tags/tag1572.xml" ContentType="application/vnd.openxmlformats-officedocument.presentationml.tags+xml"/>
  <Override PartName="/ppt/tags/tag1573.xml" ContentType="application/vnd.openxmlformats-officedocument.presentationml.tags+xml"/>
  <Override PartName="/ppt/tags/tag1574.xml" ContentType="application/vnd.openxmlformats-officedocument.presentationml.tags+xml"/>
  <Override PartName="/ppt/tags/tag1575.xml" ContentType="application/vnd.openxmlformats-officedocument.presentationml.tags+xml"/>
  <Override PartName="/ppt/tags/tag1576.xml" ContentType="application/vnd.openxmlformats-officedocument.presentationml.tags+xml"/>
  <Override PartName="/ppt/tags/tag1577.xml" ContentType="application/vnd.openxmlformats-officedocument.presentationml.tags+xml"/>
  <Override PartName="/ppt/tags/tag1578.xml" ContentType="application/vnd.openxmlformats-officedocument.presentationml.tags+xml"/>
  <Override PartName="/ppt/tags/tag1579.xml" ContentType="application/vnd.openxmlformats-officedocument.presentationml.tags+xml"/>
  <Override PartName="/ppt/tags/tag1580.xml" ContentType="application/vnd.openxmlformats-officedocument.presentationml.tags+xml"/>
  <Override PartName="/ppt/tags/tag1581.xml" ContentType="application/vnd.openxmlformats-officedocument.presentationml.tags+xml"/>
  <Override PartName="/ppt/tags/tag1582.xml" ContentType="application/vnd.openxmlformats-officedocument.presentationml.tags+xml"/>
  <Override PartName="/ppt/tags/tag1583.xml" ContentType="application/vnd.openxmlformats-officedocument.presentationml.tags+xml"/>
  <Override PartName="/ppt/tags/tag1584.xml" ContentType="application/vnd.openxmlformats-officedocument.presentationml.tags+xml"/>
  <Override PartName="/ppt/tags/tag1585.xml" ContentType="application/vnd.openxmlformats-officedocument.presentationml.tags+xml"/>
  <Override PartName="/ppt/tags/tag1586.xml" ContentType="application/vnd.openxmlformats-officedocument.presentationml.tags+xml"/>
  <Override PartName="/ppt/tags/tag1587.xml" ContentType="application/vnd.openxmlformats-officedocument.presentationml.tags+xml"/>
  <Override PartName="/ppt/tags/tag1588.xml" ContentType="application/vnd.openxmlformats-officedocument.presentationml.tags+xml"/>
  <Override PartName="/ppt/tags/tag1589.xml" ContentType="application/vnd.openxmlformats-officedocument.presentationml.tags+xml"/>
  <Override PartName="/ppt/tags/tag1590.xml" ContentType="application/vnd.openxmlformats-officedocument.presentationml.tags+xml"/>
  <Override PartName="/ppt/tags/tag1591.xml" ContentType="application/vnd.openxmlformats-officedocument.presentationml.tags+xml"/>
  <Override PartName="/ppt/tags/tag1592.xml" ContentType="application/vnd.openxmlformats-officedocument.presentationml.tags+xml"/>
  <Override PartName="/ppt/tags/tag1593.xml" ContentType="application/vnd.openxmlformats-officedocument.presentationml.tags+xml"/>
  <Override PartName="/ppt/tags/tag1594.xml" ContentType="application/vnd.openxmlformats-officedocument.presentationml.tags+xml"/>
  <Override PartName="/ppt/tags/tag1595.xml" ContentType="application/vnd.openxmlformats-officedocument.presentationml.tags+xml"/>
  <Override PartName="/ppt/tags/tag1596.xml" ContentType="application/vnd.openxmlformats-officedocument.presentationml.tags+xml"/>
  <Override PartName="/ppt/tags/tag1597.xml" ContentType="application/vnd.openxmlformats-officedocument.presentationml.tags+xml"/>
  <Override PartName="/ppt/tags/tag1598.xml" ContentType="application/vnd.openxmlformats-officedocument.presentationml.tags+xml"/>
  <Override PartName="/ppt/tags/tag1599.xml" ContentType="application/vnd.openxmlformats-officedocument.presentationml.tags+xml"/>
  <Override PartName="/ppt/tags/tag1600.xml" ContentType="application/vnd.openxmlformats-officedocument.presentationml.tags+xml"/>
  <Override PartName="/ppt/tags/tag1601.xml" ContentType="application/vnd.openxmlformats-officedocument.presentationml.tags+xml"/>
  <Override PartName="/ppt/tags/tag1602.xml" ContentType="application/vnd.openxmlformats-officedocument.presentationml.tags+xml"/>
  <Override PartName="/ppt/tags/tag1603.xml" ContentType="application/vnd.openxmlformats-officedocument.presentationml.tags+xml"/>
  <Override PartName="/ppt/tags/tag1604.xml" ContentType="application/vnd.openxmlformats-officedocument.presentationml.tags+xml"/>
  <Override PartName="/ppt/tags/tag1605.xml" ContentType="application/vnd.openxmlformats-officedocument.presentationml.tags+xml"/>
  <Override PartName="/ppt/tags/tag1606.xml" ContentType="application/vnd.openxmlformats-officedocument.presentationml.tags+xml"/>
  <Override PartName="/ppt/tags/tag1607.xml" ContentType="application/vnd.openxmlformats-officedocument.presentationml.tags+xml"/>
  <Override PartName="/ppt/tags/tag1608.xml" ContentType="application/vnd.openxmlformats-officedocument.presentationml.tags+xml"/>
  <Override PartName="/ppt/tags/tag1609.xml" ContentType="application/vnd.openxmlformats-officedocument.presentationml.tags+xml"/>
  <Override PartName="/ppt/tags/tag1610.xml" ContentType="application/vnd.openxmlformats-officedocument.presentationml.tags+xml"/>
  <Override PartName="/ppt/tags/tag1611.xml" ContentType="application/vnd.openxmlformats-officedocument.presentationml.tags+xml"/>
  <Override PartName="/ppt/tags/tag1612.xml" ContentType="application/vnd.openxmlformats-officedocument.presentationml.tags+xml"/>
  <Override PartName="/ppt/tags/tag1613.xml" ContentType="application/vnd.openxmlformats-officedocument.presentationml.tags+xml"/>
  <Override PartName="/ppt/tags/tag1614.xml" ContentType="application/vnd.openxmlformats-officedocument.presentationml.tags+xml"/>
  <Override PartName="/ppt/tags/tag1615.xml" ContentType="application/vnd.openxmlformats-officedocument.presentationml.tags+xml"/>
  <Override PartName="/ppt/tags/tag1616.xml" ContentType="application/vnd.openxmlformats-officedocument.presentationml.tags+xml"/>
  <Override PartName="/ppt/tags/tag1617.xml" ContentType="application/vnd.openxmlformats-officedocument.presentationml.tags+xml"/>
  <Override PartName="/ppt/tags/tag1618.xml" ContentType="application/vnd.openxmlformats-officedocument.presentationml.tags+xml"/>
  <Override PartName="/ppt/tags/tag1619.xml" ContentType="application/vnd.openxmlformats-officedocument.presentationml.tags+xml"/>
  <Override PartName="/ppt/tags/tag1620.xml" ContentType="application/vnd.openxmlformats-officedocument.presentationml.tags+xml"/>
  <Override PartName="/ppt/tags/tag1621.xml" ContentType="application/vnd.openxmlformats-officedocument.presentationml.tags+xml"/>
  <Override PartName="/ppt/tags/tag1622.xml" ContentType="application/vnd.openxmlformats-officedocument.presentationml.tags+xml"/>
  <Override PartName="/ppt/tags/tag1623.xml" ContentType="application/vnd.openxmlformats-officedocument.presentationml.tags+xml"/>
  <Override PartName="/ppt/tags/tag1624.xml" ContentType="application/vnd.openxmlformats-officedocument.presentationml.tags+xml"/>
  <Override PartName="/ppt/tags/tag1625.xml" ContentType="application/vnd.openxmlformats-officedocument.presentationml.tags+xml"/>
  <Override PartName="/ppt/tags/tag1626.xml" ContentType="application/vnd.openxmlformats-officedocument.presentationml.tags+xml"/>
  <Override PartName="/ppt/tags/tag1627.xml" ContentType="application/vnd.openxmlformats-officedocument.presentationml.tags+xml"/>
  <Override PartName="/ppt/tags/tag1628.xml" ContentType="application/vnd.openxmlformats-officedocument.presentationml.tags+xml"/>
  <Override PartName="/ppt/tags/tag1629.xml" ContentType="application/vnd.openxmlformats-officedocument.presentationml.tags+xml"/>
  <Override PartName="/ppt/tags/tag1630.xml" ContentType="application/vnd.openxmlformats-officedocument.presentationml.tags+xml"/>
  <Override PartName="/ppt/tags/tag1631.xml" ContentType="application/vnd.openxmlformats-officedocument.presentationml.tags+xml"/>
  <Override PartName="/ppt/tags/tag1632.xml" ContentType="application/vnd.openxmlformats-officedocument.presentationml.tags+xml"/>
  <Override PartName="/ppt/tags/tag1633.xml" ContentType="application/vnd.openxmlformats-officedocument.presentationml.tags+xml"/>
  <Override PartName="/ppt/tags/tag1634.xml" ContentType="application/vnd.openxmlformats-officedocument.presentationml.tags+xml"/>
  <Override PartName="/ppt/tags/tag1635.xml" ContentType="application/vnd.openxmlformats-officedocument.presentationml.tags+xml"/>
  <Override PartName="/ppt/tags/tag1636.xml" ContentType="application/vnd.openxmlformats-officedocument.presentationml.tags+xml"/>
  <Override PartName="/ppt/tags/tag1637.xml" ContentType="application/vnd.openxmlformats-officedocument.presentationml.tags+xml"/>
  <Override PartName="/ppt/tags/tag1638.xml" ContentType="application/vnd.openxmlformats-officedocument.presentationml.tags+xml"/>
  <Override PartName="/ppt/tags/tag1639.xml" ContentType="application/vnd.openxmlformats-officedocument.presentationml.tags+xml"/>
  <Override PartName="/ppt/tags/tag1640.xml" ContentType="application/vnd.openxmlformats-officedocument.presentationml.tags+xml"/>
  <Override PartName="/ppt/tags/tag1641.xml" ContentType="application/vnd.openxmlformats-officedocument.presentationml.tags+xml"/>
  <Override PartName="/ppt/tags/tag1642.xml" ContentType="application/vnd.openxmlformats-officedocument.presentationml.tags+xml"/>
  <Override PartName="/ppt/tags/tag1643.xml" ContentType="application/vnd.openxmlformats-officedocument.presentationml.tags+xml"/>
  <Override PartName="/ppt/tags/tag1644.xml" ContentType="application/vnd.openxmlformats-officedocument.presentationml.tags+xml"/>
  <Override PartName="/ppt/tags/tag1645.xml" ContentType="application/vnd.openxmlformats-officedocument.presentationml.tags+xml"/>
  <Override PartName="/ppt/tags/tag1646.xml" ContentType="application/vnd.openxmlformats-officedocument.presentationml.tags+xml"/>
  <Override PartName="/ppt/tags/tag1647.xml" ContentType="application/vnd.openxmlformats-officedocument.presentationml.tags+xml"/>
  <Override PartName="/ppt/tags/tag1648.xml" ContentType="application/vnd.openxmlformats-officedocument.presentationml.tags+xml"/>
  <Override PartName="/ppt/tags/tag1649.xml" ContentType="application/vnd.openxmlformats-officedocument.presentationml.tags+xml"/>
  <Override PartName="/ppt/tags/tag1650.xml" ContentType="application/vnd.openxmlformats-officedocument.presentationml.tags+xml"/>
  <Override PartName="/ppt/tags/tag1651.xml" ContentType="application/vnd.openxmlformats-officedocument.presentationml.tags+xml"/>
  <Override PartName="/ppt/tags/tag1652.xml" ContentType="application/vnd.openxmlformats-officedocument.presentationml.tags+xml"/>
  <Override PartName="/ppt/tags/tag1653.xml" ContentType="application/vnd.openxmlformats-officedocument.presentationml.tags+xml"/>
  <Override PartName="/ppt/tags/tag1654.xml" ContentType="application/vnd.openxmlformats-officedocument.presentationml.tags+xml"/>
  <Override PartName="/ppt/tags/tag1655.xml" ContentType="application/vnd.openxmlformats-officedocument.presentationml.tags+xml"/>
  <Override PartName="/ppt/tags/tag1656.xml" ContentType="application/vnd.openxmlformats-officedocument.presentationml.tags+xml"/>
  <Override PartName="/ppt/tags/tag1657.xml" ContentType="application/vnd.openxmlformats-officedocument.presentationml.tags+xml"/>
  <Override PartName="/ppt/tags/tag1658.xml" ContentType="application/vnd.openxmlformats-officedocument.presentationml.tags+xml"/>
  <Override PartName="/ppt/tags/tag1659.xml" ContentType="application/vnd.openxmlformats-officedocument.presentationml.tags+xml"/>
  <Override PartName="/ppt/tags/tag1660.xml" ContentType="application/vnd.openxmlformats-officedocument.presentationml.tags+xml"/>
  <Override PartName="/ppt/tags/tag1661.xml" ContentType="application/vnd.openxmlformats-officedocument.presentationml.tags+xml"/>
  <Override PartName="/ppt/tags/tag1662.xml" ContentType="application/vnd.openxmlformats-officedocument.presentationml.tags+xml"/>
  <Override PartName="/ppt/tags/tag1663.xml" ContentType="application/vnd.openxmlformats-officedocument.presentationml.tags+xml"/>
  <Override PartName="/ppt/tags/tag1664.xml" ContentType="application/vnd.openxmlformats-officedocument.presentationml.tags+xml"/>
  <Override PartName="/ppt/tags/tag1665.xml" ContentType="application/vnd.openxmlformats-officedocument.presentationml.tags+xml"/>
  <Override PartName="/ppt/tags/tag1666.xml" ContentType="application/vnd.openxmlformats-officedocument.presentationml.tags+xml"/>
  <Override PartName="/ppt/tags/tag1667.xml" ContentType="application/vnd.openxmlformats-officedocument.presentationml.tags+xml"/>
  <Override PartName="/ppt/tags/tag1668.xml" ContentType="application/vnd.openxmlformats-officedocument.presentationml.tags+xml"/>
  <Override PartName="/ppt/tags/tag1669.xml" ContentType="application/vnd.openxmlformats-officedocument.presentationml.tags+xml"/>
  <Override PartName="/ppt/tags/tag1670.xml" ContentType="application/vnd.openxmlformats-officedocument.presentationml.tags+xml"/>
  <Override PartName="/ppt/tags/tag1671.xml" ContentType="application/vnd.openxmlformats-officedocument.presentationml.tags+xml"/>
  <Override PartName="/ppt/tags/tag1672.xml" ContentType="application/vnd.openxmlformats-officedocument.presentationml.tags+xml"/>
  <Override PartName="/ppt/tags/tag1673.xml" ContentType="application/vnd.openxmlformats-officedocument.presentationml.tags+xml"/>
  <Override PartName="/ppt/tags/tag1674.xml" ContentType="application/vnd.openxmlformats-officedocument.presentationml.tags+xml"/>
  <Override PartName="/ppt/tags/tag1675.xml" ContentType="application/vnd.openxmlformats-officedocument.presentationml.tags+xml"/>
  <Override PartName="/ppt/tags/tag1676.xml" ContentType="application/vnd.openxmlformats-officedocument.presentationml.tags+xml"/>
  <Override PartName="/ppt/tags/tag1677.xml" ContentType="application/vnd.openxmlformats-officedocument.presentationml.tags+xml"/>
  <Override PartName="/ppt/tags/tag1678.xml" ContentType="application/vnd.openxmlformats-officedocument.presentationml.tags+xml"/>
  <Override PartName="/ppt/tags/tag1679.xml" ContentType="application/vnd.openxmlformats-officedocument.presentationml.tags+xml"/>
  <Override PartName="/ppt/tags/tag1680.xml" ContentType="application/vnd.openxmlformats-officedocument.presentationml.tags+xml"/>
  <Override PartName="/ppt/tags/tag1681.xml" ContentType="application/vnd.openxmlformats-officedocument.presentationml.tags+xml"/>
  <Override PartName="/ppt/tags/tag1682.xml" ContentType="application/vnd.openxmlformats-officedocument.presentationml.tags+xml"/>
  <Override PartName="/ppt/tags/tag1683.xml" ContentType="application/vnd.openxmlformats-officedocument.presentationml.tags+xml"/>
  <Override PartName="/ppt/tags/tag1684.xml" ContentType="application/vnd.openxmlformats-officedocument.presentationml.tags+xml"/>
  <Override PartName="/ppt/tags/tag1685.xml" ContentType="application/vnd.openxmlformats-officedocument.presentationml.tags+xml"/>
  <Override PartName="/ppt/tags/tag1686.xml" ContentType="application/vnd.openxmlformats-officedocument.presentationml.tags+xml"/>
  <Override PartName="/ppt/tags/tag1687.xml" ContentType="application/vnd.openxmlformats-officedocument.presentationml.tags+xml"/>
  <Override PartName="/ppt/tags/tag1688.xml" ContentType="application/vnd.openxmlformats-officedocument.presentationml.tags+xml"/>
  <Override PartName="/ppt/tags/tag1689.xml" ContentType="application/vnd.openxmlformats-officedocument.presentationml.tags+xml"/>
  <Override PartName="/ppt/tags/tag1690.xml" ContentType="application/vnd.openxmlformats-officedocument.presentationml.tags+xml"/>
  <Override PartName="/ppt/tags/tag1691.xml" ContentType="application/vnd.openxmlformats-officedocument.presentationml.tags+xml"/>
  <Override PartName="/ppt/tags/tag1692.xml" ContentType="application/vnd.openxmlformats-officedocument.presentationml.tags+xml"/>
  <Override PartName="/ppt/tags/tag1693.xml" ContentType="application/vnd.openxmlformats-officedocument.presentationml.tags+xml"/>
  <Override PartName="/ppt/tags/tag1694.xml" ContentType="application/vnd.openxmlformats-officedocument.presentationml.tags+xml"/>
  <Override PartName="/ppt/tags/tag1695.xml" ContentType="application/vnd.openxmlformats-officedocument.presentationml.tags+xml"/>
  <Override PartName="/ppt/tags/tag1696.xml" ContentType="application/vnd.openxmlformats-officedocument.presentationml.tags+xml"/>
  <Override PartName="/ppt/tags/tag1697.xml" ContentType="application/vnd.openxmlformats-officedocument.presentationml.tags+xml"/>
  <Override PartName="/ppt/tags/tag1698.xml" ContentType="application/vnd.openxmlformats-officedocument.presentationml.tags+xml"/>
  <Override PartName="/ppt/tags/tag1699.xml" ContentType="application/vnd.openxmlformats-officedocument.presentationml.tags+xml"/>
  <Override PartName="/ppt/tags/tag1700.xml" ContentType="application/vnd.openxmlformats-officedocument.presentationml.tags+xml"/>
  <Override PartName="/ppt/tags/tag1701.xml" ContentType="application/vnd.openxmlformats-officedocument.presentationml.tags+xml"/>
  <Override PartName="/ppt/tags/tag1702.xml" ContentType="application/vnd.openxmlformats-officedocument.presentationml.tags+xml"/>
  <Override PartName="/ppt/tags/tag1703.xml" ContentType="application/vnd.openxmlformats-officedocument.presentationml.tags+xml"/>
  <Override PartName="/ppt/tags/tag1704.xml" ContentType="application/vnd.openxmlformats-officedocument.presentationml.tags+xml"/>
  <Override PartName="/ppt/tags/tag1705.xml" ContentType="application/vnd.openxmlformats-officedocument.presentationml.tags+xml"/>
  <Override PartName="/ppt/tags/tag1706.xml" ContentType="application/vnd.openxmlformats-officedocument.presentationml.tags+xml"/>
  <Override PartName="/ppt/tags/tag1707.xml" ContentType="application/vnd.openxmlformats-officedocument.presentationml.tags+xml"/>
  <Override PartName="/ppt/tags/tag1708.xml" ContentType="application/vnd.openxmlformats-officedocument.presentationml.tags+xml"/>
  <Override PartName="/ppt/tags/tag1709.xml" ContentType="application/vnd.openxmlformats-officedocument.presentationml.tags+xml"/>
  <Override PartName="/ppt/tags/tag1710.xml" ContentType="application/vnd.openxmlformats-officedocument.presentationml.tags+xml"/>
  <Override PartName="/ppt/tags/tag1711.xml" ContentType="application/vnd.openxmlformats-officedocument.presentationml.tags+xml"/>
  <Override PartName="/ppt/tags/tag1712.xml" ContentType="application/vnd.openxmlformats-officedocument.presentationml.tags+xml"/>
  <Override PartName="/ppt/tags/tag1713.xml" ContentType="application/vnd.openxmlformats-officedocument.presentationml.tags+xml"/>
  <Override PartName="/ppt/tags/tag1714.xml" ContentType="application/vnd.openxmlformats-officedocument.presentationml.tags+xml"/>
  <Override PartName="/ppt/tags/tag1715.xml" ContentType="application/vnd.openxmlformats-officedocument.presentationml.tags+xml"/>
  <Override PartName="/ppt/tags/tag1716.xml" ContentType="application/vnd.openxmlformats-officedocument.presentationml.tags+xml"/>
  <Override PartName="/ppt/tags/tag1717.xml" ContentType="application/vnd.openxmlformats-officedocument.presentationml.tags+xml"/>
  <Override PartName="/ppt/tags/tag1718.xml" ContentType="application/vnd.openxmlformats-officedocument.presentationml.tags+xml"/>
  <Override PartName="/ppt/tags/tag1719.xml" ContentType="application/vnd.openxmlformats-officedocument.presentationml.tags+xml"/>
  <Override PartName="/ppt/tags/tag1720.xml" ContentType="application/vnd.openxmlformats-officedocument.presentationml.tags+xml"/>
  <Override PartName="/ppt/tags/tag1721.xml" ContentType="application/vnd.openxmlformats-officedocument.presentationml.tags+xml"/>
  <Override PartName="/ppt/tags/tag1722.xml" ContentType="application/vnd.openxmlformats-officedocument.presentationml.tags+xml"/>
  <Override PartName="/ppt/tags/tag1723.xml" ContentType="application/vnd.openxmlformats-officedocument.presentationml.tags+xml"/>
  <Override PartName="/ppt/tags/tag1724.xml" ContentType="application/vnd.openxmlformats-officedocument.presentationml.tags+xml"/>
  <Override PartName="/ppt/tags/tag1725.xml" ContentType="application/vnd.openxmlformats-officedocument.presentationml.tags+xml"/>
  <Override PartName="/ppt/tags/tag1726.xml" ContentType="application/vnd.openxmlformats-officedocument.presentationml.tags+xml"/>
  <Override PartName="/ppt/tags/tag1727.xml" ContentType="application/vnd.openxmlformats-officedocument.presentationml.tags+xml"/>
  <Override PartName="/ppt/tags/tag1728.xml" ContentType="application/vnd.openxmlformats-officedocument.presentationml.tags+xml"/>
  <Override PartName="/ppt/tags/tag1729.xml" ContentType="application/vnd.openxmlformats-officedocument.presentationml.tags+xml"/>
  <Override PartName="/ppt/tags/tag1730.xml" ContentType="application/vnd.openxmlformats-officedocument.presentationml.tags+xml"/>
  <Override PartName="/ppt/tags/tag1731.xml" ContentType="application/vnd.openxmlformats-officedocument.presentationml.tags+xml"/>
  <Override PartName="/ppt/tags/tag1732.xml" ContentType="application/vnd.openxmlformats-officedocument.presentationml.tags+xml"/>
  <Override PartName="/ppt/tags/tag1733.xml" ContentType="application/vnd.openxmlformats-officedocument.presentationml.tags+xml"/>
  <Override PartName="/ppt/tags/tag1734.xml" ContentType="application/vnd.openxmlformats-officedocument.presentationml.tags+xml"/>
  <Override PartName="/ppt/tags/tag1735.xml" ContentType="application/vnd.openxmlformats-officedocument.presentationml.tags+xml"/>
  <Override PartName="/ppt/tags/tag1736.xml" ContentType="application/vnd.openxmlformats-officedocument.presentationml.tags+xml"/>
  <Override PartName="/ppt/tags/tag1737.xml" ContentType="application/vnd.openxmlformats-officedocument.presentationml.tags+xml"/>
  <Override PartName="/ppt/tags/tag1738.xml" ContentType="application/vnd.openxmlformats-officedocument.presentationml.tags+xml"/>
  <Override PartName="/ppt/tags/tag1739.xml" ContentType="application/vnd.openxmlformats-officedocument.presentationml.tags+xml"/>
  <Override PartName="/ppt/tags/tag1740.xml" ContentType="application/vnd.openxmlformats-officedocument.presentationml.tags+xml"/>
  <Override PartName="/ppt/tags/tag1741.xml" ContentType="application/vnd.openxmlformats-officedocument.presentationml.tags+xml"/>
  <Override PartName="/ppt/tags/tag1742.xml" ContentType="application/vnd.openxmlformats-officedocument.presentationml.tags+xml"/>
  <Override PartName="/ppt/tags/tag1743.xml" ContentType="application/vnd.openxmlformats-officedocument.presentationml.tags+xml"/>
  <Override PartName="/ppt/tags/tag1744.xml" ContentType="application/vnd.openxmlformats-officedocument.presentationml.tags+xml"/>
  <Override PartName="/ppt/tags/tag1745.xml" ContentType="application/vnd.openxmlformats-officedocument.presentationml.tags+xml"/>
  <Override PartName="/ppt/tags/tag1746.xml" ContentType="application/vnd.openxmlformats-officedocument.presentationml.tags+xml"/>
  <Override PartName="/ppt/tags/tag1747.xml" ContentType="application/vnd.openxmlformats-officedocument.presentationml.tags+xml"/>
  <Override PartName="/ppt/tags/tag1748.xml" ContentType="application/vnd.openxmlformats-officedocument.presentationml.tags+xml"/>
  <Override PartName="/ppt/tags/tag1749.xml" ContentType="application/vnd.openxmlformats-officedocument.presentationml.tags+xml"/>
  <Override PartName="/ppt/tags/tag1750.xml" ContentType="application/vnd.openxmlformats-officedocument.presentationml.tags+xml"/>
  <Override PartName="/ppt/tags/tag1751.xml" ContentType="application/vnd.openxmlformats-officedocument.presentationml.tags+xml"/>
  <Override PartName="/ppt/tags/tag1752.xml" ContentType="application/vnd.openxmlformats-officedocument.presentationml.tags+xml"/>
  <Override PartName="/ppt/tags/tag1753.xml" ContentType="application/vnd.openxmlformats-officedocument.presentationml.tags+xml"/>
  <Override PartName="/ppt/tags/tag1754.xml" ContentType="application/vnd.openxmlformats-officedocument.presentationml.tags+xml"/>
  <Override PartName="/ppt/tags/tag1755.xml" ContentType="application/vnd.openxmlformats-officedocument.presentationml.tags+xml"/>
  <Override PartName="/ppt/tags/tag1756.xml" ContentType="application/vnd.openxmlformats-officedocument.presentationml.tags+xml"/>
  <Override PartName="/ppt/tags/tag1757.xml" ContentType="application/vnd.openxmlformats-officedocument.presentationml.tags+xml"/>
  <Override PartName="/ppt/tags/tag1758.xml" ContentType="application/vnd.openxmlformats-officedocument.presentationml.tags+xml"/>
  <Override PartName="/ppt/tags/tag1759.xml" ContentType="application/vnd.openxmlformats-officedocument.presentationml.tags+xml"/>
  <Override PartName="/ppt/tags/tag1760.xml" ContentType="application/vnd.openxmlformats-officedocument.presentationml.tags+xml"/>
  <Override PartName="/ppt/tags/tag1761.xml" ContentType="application/vnd.openxmlformats-officedocument.presentationml.tags+xml"/>
  <Override PartName="/ppt/tags/tag1762.xml" ContentType="application/vnd.openxmlformats-officedocument.presentationml.tags+xml"/>
  <Override PartName="/ppt/tags/tag1763.xml" ContentType="application/vnd.openxmlformats-officedocument.presentationml.tags+xml"/>
  <Override PartName="/ppt/tags/tag1764.xml" ContentType="application/vnd.openxmlformats-officedocument.presentationml.tags+xml"/>
  <Override PartName="/ppt/tags/tag1765.xml" ContentType="application/vnd.openxmlformats-officedocument.presentationml.tags+xml"/>
  <Override PartName="/ppt/tags/tag1766.xml" ContentType="application/vnd.openxmlformats-officedocument.presentationml.tags+xml"/>
  <Override PartName="/ppt/tags/tag1767.xml" ContentType="application/vnd.openxmlformats-officedocument.presentationml.tags+xml"/>
  <Override PartName="/ppt/tags/tag1768.xml" ContentType="application/vnd.openxmlformats-officedocument.presentationml.tags+xml"/>
  <Override PartName="/ppt/tags/tag1769.xml" ContentType="application/vnd.openxmlformats-officedocument.presentationml.tags+xml"/>
  <Override PartName="/ppt/tags/tag1770.xml" ContentType="application/vnd.openxmlformats-officedocument.presentationml.tags+xml"/>
  <Override PartName="/ppt/tags/tag1771.xml" ContentType="application/vnd.openxmlformats-officedocument.presentationml.tags+xml"/>
  <Override PartName="/ppt/tags/tag1772.xml" ContentType="application/vnd.openxmlformats-officedocument.presentationml.tags+xml"/>
  <Override PartName="/ppt/tags/tag1773.xml" ContentType="application/vnd.openxmlformats-officedocument.presentationml.tags+xml"/>
  <Override PartName="/ppt/tags/tag1774.xml" ContentType="application/vnd.openxmlformats-officedocument.presentationml.tags+xml"/>
  <Override PartName="/ppt/tags/tag1775.xml" ContentType="application/vnd.openxmlformats-officedocument.presentationml.tags+xml"/>
  <Override PartName="/ppt/tags/tag1776.xml" ContentType="application/vnd.openxmlformats-officedocument.presentationml.tags+xml"/>
  <Override PartName="/ppt/tags/tag1777.xml" ContentType="application/vnd.openxmlformats-officedocument.presentationml.tags+xml"/>
  <Override PartName="/ppt/tags/tag1778.xml" ContentType="application/vnd.openxmlformats-officedocument.presentationml.tags+xml"/>
  <Override PartName="/ppt/tags/tag1779.xml" ContentType="application/vnd.openxmlformats-officedocument.presentationml.tags+xml"/>
  <Override PartName="/ppt/tags/tag1780.xml" ContentType="application/vnd.openxmlformats-officedocument.presentationml.tags+xml"/>
  <Override PartName="/ppt/tags/tag1781.xml" ContentType="application/vnd.openxmlformats-officedocument.presentationml.tags+xml"/>
  <Override PartName="/ppt/tags/tag1782.xml" ContentType="application/vnd.openxmlformats-officedocument.presentationml.tags+xml"/>
  <Override PartName="/ppt/tags/tag1783.xml" ContentType="application/vnd.openxmlformats-officedocument.presentationml.tags+xml"/>
  <Override PartName="/ppt/tags/tag1784.xml" ContentType="application/vnd.openxmlformats-officedocument.presentationml.tags+xml"/>
  <Override PartName="/ppt/tags/tag1785.xml" ContentType="application/vnd.openxmlformats-officedocument.presentationml.tags+xml"/>
  <Override PartName="/ppt/tags/tag1786.xml" ContentType="application/vnd.openxmlformats-officedocument.presentationml.tags+xml"/>
  <Override PartName="/ppt/tags/tag1787.xml" ContentType="application/vnd.openxmlformats-officedocument.presentationml.tags+xml"/>
  <Override PartName="/ppt/tags/tag1788.xml" ContentType="application/vnd.openxmlformats-officedocument.presentationml.tags+xml"/>
  <Override PartName="/ppt/tags/tag1789.xml" ContentType="application/vnd.openxmlformats-officedocument.presentationml.tags+xml"/>
  <Override PartName="/ppt/tags/tag1790.xml" ContentType="application/vnd.openxmlformats-officedocument.presentationml.tags+xml"/>
  <Override PartName="/ppt/tags/tag1791.xml" ContentType="application/vnd.openxmlformats-officedocument.presentationml.tags+xml"/>
  <Override PartName="/ppt/tags/tag1792.xml" ContentType="application/vnd.openxmlformats-officedocument.presentationml.tags+xml"/>
  <Override PartName="/ppt/tags/tag1793.xml" ContentType="application/vnd.openxmlformats-officedocument.presentationml.tags+xml"/>
  <Override PartName="/ppt/tags/tag1794.xml" ContentType="application/vnd.openxmlformats-officedocument.presentationml.tags+xml"/>
  <Override PartName="/ppt/tags/tag1795.xml" ContentType="application/vnd.openxmlformats-officedocument.presentationml.tags+xml"/>
  <Override PartName="/ppt/tags/tag1796.xml" ContentType="application/vnd.openxmlformats-officedocument.presentationml.tags+xml"/>
  <Override PartName="/ppt/tags/tag1797.xml" ContentType="application/vnd.openxmlformats-officedocument.presentationml.tags+xml"/>
  <Override PartName="/ppt/tags/tag1798.xml" ContentType="application/vnd.openxmlformats-officedocument.presentationml.tags+xml"/>
  <Override PartName="/ppt/tags/tag1799.xml" ContentType="application/vnd.openxmlformats-officedocument.presentationml.tags+xml"/>
  <Override PartName="/ppt/tags/tag1800.xml" ContentType="application/vnd.openxmlformats-officedocument.presentationml.tags+xml"/>
  <Override PartName="/ppt/tags/tag1801.xml" ContentType="application/vnd.openxmlformats-officedocument.presentationml.tags+xml"/>
  <Override PartName="/ppt/tags/tag1802.xml" ContentType="application/vnd.openxmlformats-officedocument.presentationml.tags+xml"/>
  <Override PartName="/ppt/tags/tag1803.xml" ContentType="application/vnd.openxmlformats-officedocument.presentationml.tags+xml"/>
  <Override PartName="/ppt/tags/tag1804.xml" ContentType="application/vnd.openxmlformats-officedocument.presentationml.tags+xml"/>
  <Override PartName="/ppt/tags/tag1805.xml" ContentType="application/vnd.openxmlformats-officedocument.presentationml.tags+xml"/>
  <Override PartName="/ppt/tags/tag1806.xml" ContentType="application/vnd.openxmlformats-officedocument.presentationml.tags+xml"/>
  <Override PartName="/ppt/tags/tag1807.xml" ContentType="application/vnd.openxmlformats-officedocument.presentationml.tags+xml"/>
  <Override PartName="/ppt/tags/tag1808.xml" ContentType="application/vnd.openxmlformats-officedocument.presentationml.tags+xml"/>
  <Override PartName="/ppt/tags/tag1809.xml" ContentType="application/vnd.openxmlformats-officedocument.presentationml.tags+xml"/>
  <Override PartName="/ppt/tags/tag1810.xml" ContentType="application/vnd.openxmlformats-officedocument.presentationml.tags+xml"/>
  <Override PartName="/ppt/tags/tag1811.xml" ContentType="application/vnd.openxmlformats-officedocument.presentationml.tags+xml"/>
  <Override PartName="/ppt/tags/tag1812.xml" ContentType="application/vnd.openxmlformats-officedocument.presentationml.tags+xml"/>
  <Override PartName="/ppt/tags/tag1813.xml" ContentType="application/vnd.openxmlformats-officedocument.presentationml.tags+xml"/>
  <Override PartName="/ppt/tags/tag1814.xml" ContentType="application/vnd.openxmlformats-officedocument.presentationml.tags+xml"/>
  <Override PartName="/ppt/tags/tag1815.xml" ContentType="application/vnd.openxmlformats-officedocument.presentationml.tags+xml"/>
  <Override PartName="/ppt/tags/tag1816.xml" ContentType="application/vnd.openxmlformats-officedocument.presentationml.tags+xml"/>
  <Override PartName="/ppt/tags/tag1817.xml" ContentType="application/vnd.openxmlformats-officedocument.presentationml.tags+xml"/>
  <Override PartName="/ppt/tags/tag1818.xml" ContentType="application/vnd.openxmlformats-officedocument.presentationml.tags+xml"/>
  <Override PartName="/ppt/tags/tag1819.xml" ContentType="application/vnd.openxmlformats-officedocument.presentationml.tags+xml"/>
  <Override PartName="/ppt/tags/tag1820.xml" ContentType="application/vnd.openxmlformats-officedocument.presentationml.tags+xml"/>
  <Override PartName="/ppt/tags/tag1821.xml" ContentType="application/vnd.openxmlformats-officedocument.presentationml.tags+xml"/>
  <Override PartName="/ppt/tags/tag1822.xml" ContentType="application/vnd.openxmlformats-officedocument.presentationml.tags+xml"/>
  <Override PartName="/ppt/tags/tag1823.xml" ContentType="application/vnd.openxmlformats-officedocument.presentationml.tags+xml"/>
  <Override PartName="/ppt/tags/tag1824.xml" ContentType="application/vnd.openxmlformats-officedocument.presentationml.tags+xml"/>
  <Override PartName="/ppt/tags/tag1825.xml" ContentType="application/vnd.openxmlformats-officedocument.presentationml.tags+xml"/>
  <Override PartName="/ppt/tags/tag1826.xml" ContentType="application/vnd.openxmlformats-officedocument.presentationml.tags+xml"/>
  <Override PartName="/ppt/tags/tag1827.xml" ContentType="application/vnd.openxmlformats-officedocument.presentationml.tags+xml"/>
  <Override PartName="/ppt/tags/tag1828.xml" ContentType="application/vnd.openxmlformats-officedocument.presentationml.tags+xml"/>
  <Override PartName="/ppt/tags/tag1829.xml" ContentType="application/vnd.openxmlformats-officedocument.presentationml.tags+xml"/>
  <Override PartName="/ppt/tags/tag1830.xml" ContentType="application/vnd.openxmlformats-officedocument.presentationml.tags+xml"/>
  <Override PartName="/ppt/tags/tag1831.xml" ContentType="application/vnd.openxmlformats-officedocument.presentationml.tags+xml"/>
  <Override PartName="/ppt/tags/tag1832.xml" ContentType="application/vnd.openxmlformats-officedocument.presentationml.tags+xml"/>
  <Override PartName="/ppt/tags/tag1833.xml" ContentType="application/vnd.openxmlformats-officedocument.presentationml.tags+xml"/>
  <Override PartName="/ppt/tags/tag1834.xml" ContentType="application/vnd.openxmlformats-officedocument.presentationml.tags+xml"/>
  <Override PartName="/ppt/tags/tag1835.xml" ContentType="application/vnd.openxmlformats-officedocument.presentationml.tags+xml"/>
  <Override PartName="/ppt/tags/tag1836.xml" ContentType="application/vnd.openxmlformats-officedocument.presentationml.tags+xml"/>
  <Override PartName="/ppt/tags/tag1837.xml" ContentType="application/vnd.openxmlformats-officedocument.presentationml.tags+xml"/>
  <Override PartName="/ppt/tags/tag1838.xml" ContentType="application/vnd.openxmlformats-officedocument.presentationml.tags+xml"/>
  <Override PartName="/ppt/tags/tag1839.xml" ContentType="application/vnd.openxmlformats-officedocument.presentationml.tags+xml"/>
  <Override PartName="/ppt/tags/tag1840.xml" ContentType="application/vnd.openxmlformats-officedocument.presentationml.tags+xml"/>
  <Override PartName="/ppt/tags/tag1841.xml" ContentType="application/vnd.openxmlformats-officedocument.presentationml.tags+xml"/>
  <Override PartName="/ppt/tags/tag1842.xml" ContentType="application/vnd.openxmlformats-officedocument.presentationml.tags+xml"/>
  <Override PartName="/ppt/tags/tag1843.xml" ContentType="application/vnd.openxmlformats-officedocument.presentationml.tags+xml"/>
  <Override PartName="/ppt/tags/tag1844.xml" ContentType="application/vnd.openxmlformats-officedocument.presentationml.tags+xml"/>
  <Override PartName="/ppt/tags/tag1845.xml" ContentType="application/vnd.openxmlformats-officedocument.presentationml.tags+xml"/>
  <Override PartName="/ppt/tags/tag1846.xml" ContentType="application/vnd.openxmlformats-officedocument.presentationml.tags+xml"/>
  <Override PartName="/ppt/tags/tag1847.xml" ContentType="application/vnd.openxmlformats-officedocument.presentationml.tags+xml"/>
  <Override PartName="/ppt/tags/tag1848.xml" ContentType="application/vnd.openxmlformats-officedocument.presentationml.tags+xml"/>
  <Override PartName="/ppt/tags/tag1849.xml" ContentType="application/vnd.openxmlformats-officedocument.presentationml.tags+xml"/>
  <Override PartName="/ppt/tags/tag1850.xml" ContentType="application/vnd.openxmlformats-officedocument.presentationml.tags+xml"/>
  <Override PartName="/ppt/tags/tag1851.xml" ContentType="application/vnd.openxmlformats-officedocument.presentationml.tags+xml"/>
  <Override PartName="/ppt/tags/tag1852.xml" ContentType="application/vnd.openxmlformats-officedocument.presentationml.tags+xml"/>
  <Override PartName="/ppt/tags/tag1853.xml" ContentType="application/vnd.openxmlformats-officedocument.presentationml.tags+xml"/>
  <Override PartName="/ppt/tags/tag1854.xml" ContentType="application/vnd.openxmlformats-officedocument.presentationml.tags+xml"/>
  <Override PartName="/ppt/tags/tag1855.xml" ContentType="application/vnd.openxmlformats-officedocument.presentationml.tags+xml"/>
  <Override PartName="/ppt/tags/tag1856.xml" ContentType="application/vnd.openxmlformats-officedocument.presentationml.tags+xml"/>
  <Override PartName="/ppt/tags/tag1857.xml" ContentType="application/vnd.openxmlformats-officedocument.presentationml.tags+xml"/>
  <Override PartName="/ppt/tags/tag1858.xml" ContentType="application/vnd.openxmlformats-officedocument.presentationml.tags+xml"/>
  <Override PartName="/ppt/tags/tag1859.xml" ContentType="application/vnd.openxmlformats-officedocument.presentationml.tags+xml"/>
  <Override PartName="/ppt/tags/tag1860.xml" ContentType="application/vnd.openxmlformats-officedocument.presentationml.tags+xml"/>
  <Override PartName="/ppt/tags/tag1861.xml" ContentType="application/vnd.openxmlformats-officedocument.presentationml.tags+xml"/>
  <Override PartName="/ppt/tags/tag1862.xml" ContentType="application/vnd.openxmlformats-officedocument.presentationml.tags+xml"/>
  <Override PartName="/ppt/tags/tag1863.xml" ContentType="application/vnd.openxmlformats-officedocument.presentationml.tags+xml"/>
  <Override PartName="/ppt/tags/tag1864.xml" ContentType="application/vnd.openxmlformats-officedocument.presentationml.tags+xml"/>
  <Override PartName="/ppt/tags/tag1865.xml" ContentType="application/vnd.openxmlformats-officedocument.presentationml.tags+xml"/>
  <Override PartName="/ppt/tags/tag1866.xml" ContentType="application/vnd.openxmlformats-officedocument.presentationml.tags+xml"/>
  <Override PartName="/ppt/tags/tag1867.xml" ContentType="application/vnd.openxmlformats-officedocument.presentationml.tags+xml"/>
  <Override PartName="/ppt/tags/tag1868.xml" ContentType="application/vnd.openxmlformats-officedocument.presentationml.tags+xml"/>
  <Override PartName="/ppt/tags/tag1869.xml" ContentType="application/vnd.openxmlformats-officedocument.presentationml.tags+xml"/>
  <Override PartName="/ppt/tags/tag1870.xml" ContentType="application/vnd.openxmlformats-officedocument.presentationml.tags+xml"/>
  <Override PartName="/ppt/tags/tag1871.xml" ContentType="application/vnd.openxmlformats-officedocument.presentationml.tags+xml"/>
  <Override PartName="/ppt/tags/tag1872.xml" ContentType="application/vnd.openxmlformats-officedocument.presentationml.tags+xml"/>
  <Override PartName="/ppt/tags/tag1873.xml" ContentType="application/vnd.openxmlformats-officedocument.presentationml.tags+xml"/>
  <Override PartName="/ppt/tags/tag1874.xml" ContentType="application/vnd.openxmlformats-officedocument.presentationml.tags+xml"/>
  <Override PartName="/ppt/tags/tag1875.xml" ContentType="application/vnd.openxmlformats-officedocument.presentationml.tags+xml"/>
  <Override PartName="/ppt/tags/tag1876.xml" ContentType="application/vnd.openxmlformats-officedocument.presentationml.tags+xml"/>
  <Override PartName="/ppt/tags/tag1877.xml" ContentType="application/vnd.openxmlformats-officedocument.presentationml.tags+xml"/>
  <Override PartName="/ppt/tags/tag1878.xml" ContentType="application/vnd.openxmlformats-officedocument.presentationml.tags+xml"/>
  <Override PartName="/ppt/tags/tag1879.xml" ContentType="application/vnd.openxmlformats-officedocument.presentationml.tags+xml"/>
  <Override PartName="/ppt/tags/tag1880.xml" ContentType="application/vnd.openxmlformats-officedocument.presentationml.tags+xml"/>
  <Override PartName="/ppt/tags/tag1881.xml" ContentType="application/vnd.openxmlformats-officedocument.presentationml.tags+xml"/>
  <Override PartName="/ppt/tags/tag1882.xml" ContentType="application/vnd.openxmlformats-officedocument.presentationml.tags+xml"/>
  <Override PartName="/ppt/tags/tag1883.xml" ContentType="application/vnd.openxmlformats-officedocument.presentationml.tags+xml"/>
  <Override PartName="/ppt/tags/tag1884.xml" ContentType="application/vnd.openxmlformats-officedocument.presentationml.tags+xml"/>
  <Override PartName="/ppt/tags/tag1885.xml" ContentType="application/vnd.openxmlformats-officedocument.presentationml.tags+xml"/>
  <Override PartName="/ppt/tags/tag1886.xml" ContentType="application/vnd.openxmlformats-officedocument.presentationml.tags+xml"/>
  <Override PartName="/ppt/tags/tag1887.xml" ContentType="application/vnd.openxmlformats-officedocument.presentationml.tags+xml"/>
  <Override PartName="/ppt/tags/tag1888.xml" ContentType="application/vnd.openxmlformats-officedocument.presentationml.tags+xml"/>
  <Override PartName="/ppt/tags/tag1889.xml" ContentType="application/vnd.openxmlformats-officedocument.presentationml.tags+xml"/>
  <Override PartName="/ppt/tags/tag1890.xml" ContentType="application/vnd.openxmlformats-officedocument.presentationml.tags+xml"/>
  <Override PartName="/ppt/tags/tag1891.xml" ContentType="application/vnd.openxmlformats-officedocument.presentationml.tags+xml"/>
  <Override PartName="/ppt/tags/tag1892.xml" ContentType="application/vnd.openxmlformats-officedocument.presentationml.tags+xml"/>
  <Override PartName="/ppt/tags/tag1893.xml" ContentType="application/vnd.openxmlformats-officedocument.presentationml.tags+xml"/>
  <Override PartName="/ppt/tags/tag1894.xml" ContentType="application/vnd.openxmlformats-officedocument.presentationml.tags+xml"/>
  <Override PartName="/ppt/tags/tag1895.xml" ContentType="application/vnd.openxmlformats-officedocument.presentationml.tags+xml"/>
  <Override PartName="/ppt/tags/tag1896.xml" ContentType="application/vnd.openxmlformats-officedocument.presentationml.tags+xml"/>
  <Override PartName="/ppt/tags/tag1897.xml" ContentType="application/vnd.openxmlformats-officedocument.presentationml.tags+xml"/>
  <Override PartName="/ppt/tags/tag1898.xml" ContentType="application/vnd.openxmlformats-officedocument.presentationml.tags+xml"/>
  <Override PartName="/ppt/tags/tag1899.xml" ContentType="application/vnd.openxmlformats-officedocument.presentationml.tags+xml"/>
  <Override PartName="/ppt/tags/tag1900.xml" ContentType="application/vnd.openxmlformats-officedocument.presentationml.tags+xml"/>
  <Override PartName="/ppt/tags/tag1901.xml" ContentType="application/vnd.openxmlformats-officedocument.presentationml.tags+xml"/>
  <Override PartName="/ppt/tags/tag1902.xml" ContentType="application/vnd.openxmlformats-officedocument.presentationml.tags+xml"/>
  <Override PartName="/ppt/tags/tag1903.xml" ContentType="application/vnd.openxmlformats-officedocument.presentationml.tags+xml"/>
  <Override PartName="/ppt/tags/tag1904.xml" ContentType="application/vnd.openxmlformats-officedocument.presentationml.tags+xml"/>
  <Override PartName="/ppt/tags/tag1905.xml" ContentType="application/vnd.openxmlformats-officedocument.presentationml.tags+xml"/>
  <Override PartName="/ppt/tags/tag1906.xml" ContentType="application/vnd.openxmlformats-officedocument.presentationml.tags+xml"/>
  <Override PartName="/ppt/tags/tag1907.xml" ContentType="application/vnd.openxmlformats-officedocument.presentationml.tags+xml"/>
  <Override PartName="/ppt/tags/tag1908.xml" ContentType="application/vnd.openxmlformats-officedocument.presentationml.tags+xml"/>
  <Override PartName="/ppt/tags/tag1909.xml" ContentType="application/vnd.openxmlformats-officedocument.presentationml.tags+xml"/>
  <Override PartName="/ppt/tags/tag1910.xml" ContentType="application/vnd.openxmlformats-officedocument.presentationml.tags+xml"/>
  <Override PartName="/ppt/tags/tag1911.xml" ContentType="application/vnd.openxmlformats-officedocument.presentationml.tags+xml"/>
  <Override PartName="/ppt/tags/tag1912.xml" ContentType="application/vnd.openxmlformats-officedocument.presentationml.tags+xml"/>
  <Override PartName="/ppt/tags/tag1913.xml" ContentType="application/vnd.openxmlformats-officedocument.presentationml.tags+xml"/>
  <Override PartName="/ppt/tags/tag1914.xml" ContentType="application/vnd.openxmlformats-officedocument.presentationml.tags+xml"/>
  <Override PartName="/ppt/tags/tag1915.xml" ContentType="application/vnd.openxmlformats-officedocument.presentationml.tags+xml"/>
  <Override PartName="/ppt/tags/tag1916.xml" ContentType="application/vnd.openxmlformats-officedocument.presentationml.tags+xml"/>
  <Override PartName="/ppt/tags/tag1917.xml" ContentType="application/vnd.openxmlformats-officedocument.presentationml.tags+xml"/>
  <Override PartName="/ppt/tags/tag1918.xml" ContentType="application/vnd.openxmlformats-officedocument.presentationml.tags+xml"/>
  <Override PartName="/ppt/tags/tag1919.xml" ContentType="application/vnd.openxmlformats-officedocument.presentationml.tags+xml"/>
  <Override PartName="/ppt/tags/tag1920.xml" ContentType="application/vnd.openxmlformats-officedocument.presentationml.tags+xml"/>
  <Override PartName="/ppt/tags/tag1921.xml" ContentType="application/vnd.openxmlformats-officedocument.presentationml.tags+xml"/>
  <Override PartName="/ppt/tags/tag1922.xml" ContentType="application/vnd.openxmlformats-officedocument.presentationml.tags+xml"/>
  <Override PartName="/ppt/tags/tag1923.xml" ContentType="application/vnd.openxmlformats-officedocument.presentationml.tags+xml"/>
  <Override PartName="/ppt/tags/tag1924.xml" ContentType="application/vnd.openxmlformats-officedocument.presentationml.tags+xml"/>
  <Override PartName="/ppt/tags/tag1925.xml" ContentType="application/vnd.openxmlformats-officedocument.presentationml.tags+xml"/>
  <Override PartName="/ppt/tags/tag1926.xml" ContentType="application/vnd.openxmlformats-officedocument.presentationml.tags+xml"/>
  <Override PartName="/ppt/tags/tag1927.xml" ContentType="application/vnd.openxmlformats-officedocument.presentationml.tags+xml"/>
  <Override PartName="/ppt/tags/tag1928.xml" ContentType="application/vnd.openxmlformats-officedocument.presentationml.tags+xml"/>
  <Override PartName="/ppt/tags/tag1929.xml" ContentType="application/vnd.openxmlformats-officedocument.presentationml.tags+xml"/>
  <Override PartName="/ppt/tags/tag1930.xml" ContentType="application/vnd.openxmlformats-officedocument.presentationml.tags+xml"/>
  <Override PartName="/ppt/tags/tag1931.xml" ContentType="application/vnd.openxmlformats-officedocument.presentationml.tags+xml"/>
  <Override PartName="/ppt/tags/tag1932.xml" ContentType="application/vnd.openxmlformats-officedocument.presentationml.tags+xml"/>
  <Override PartName="/ppt/tags/tag1933.xml" ContentType="application/vnd.openxmlformats-officedocument.presentationml.tags+xml"/>
  <Override PartName="/ppt/tags/tag1934.xml" ContentType="application/vnd.openxmlformats-officedocument.presentationml.tags+xml"/>
  <Override PartName="/ppt/tags/tag1935.xml" ContentType="application/vnd.openxmlformats-officedocument.presentationml.tags+xml"/>
  <Override PartName="/ppt/tags/tag1936.xml" ContentType="application/vnd.openxmlformats-officedocument.presentationml.tags+xml"/>
  <Override PartName="/ppt/tags/tag1937.xml" ContentType="application/vnd.openxmlformats-officedocument.presentationml.tags+xml"/>
  <Override PartName="/ppt/tags/tag1938.xml" ContentType="application/vnd.openxmlformats-officedocument.presentationml.tags+xml"/>
  <Override PartName="/ppt/tags/tag1939.xml" ContentType="application/vnd.openxmlformats-officedocument.presentationml.tags+xml"/>
  <Override PartName="/ppt/tags/tag1940.xml" ContentType="application/vnd.openxmlformats-officedocument.presentationml.tags+xml"/>
  <Override PartName="/ppt/tags/tag1941.xml" ContentType="application/vnd.openxmlformats-officedocument.presentationml.tags+xml"/>
  <Override PartName="/ppt/tags/tag1942.xml" ContentType="application/vnd.openxmlformats-officedocument.presentationml.tags+xml"/>
  <Override PartName="/ppt/tags/tag1943.xml" ContentType="application/vnd.openxmlformats-officedocument.presentationml.tags+xml"/>
  <Override PartName="/ppt/tags/tag1944.xml" ContentType="application/vnd.openxmlformats-officedocument.presentationml.tags+xml"/>
  <Override PartName="/ppt/tags/tag1945.xml" ContentType="application/vnd.openxmlformats-officedocument.presentationml.tags+xml"/>
  <Override PartName="/ppt/tags/tag1946.xml" ContentType="application/vnd.openxmlformats-officedocument.presentationml.tags+xml"/>
  <Override PartName="/ppt/tags/tag1947.xml" ContentType="application/vnd.openxmlformats-officedocument.presentationml.tags+xml"/>
  <Override PartName="/ppt/tags/tag1948.xml" ContentType="application/vnd.openxmlformats-officedocument.presentationml.tags+xml"/>
  <Override PartName="/ppt/tags/tag1949.xml" ContentType="application/vnd.openxmlformats-officedocument.presentationml.tags+xml"/>
  <Override PartName="/ppt/tags/tag1950.xml" ContentType="application/vnd.openxmlformats-officedocument.presentationml.tags+xml"/>
  <Override PartName="/ppt/tags/tag1951.xml" ContentType="application/vnd.openxmlformats-officedocument.presentationml.tags+xml"/>
  <Override PartName="/ppt/tags/tag1952.xml" ContentType="application/vnd.openxmlformats-officedocument.presentationml.tags+xml"/>
  <Override PartName="/ppt/tags/tag1953.xml" ContentType="application/vnd.openxmlformats-officedocument.presentationml.tags+xml"/>
  <Override PartName="/ppt/tags/tag1954.xml" ContentType="application/vnd.openxmlformats-officedocument.presentationml.tags+xml"/>
  <Override PartName="/ppt/tags/tag1955.xml" ContentType="application/vnd.openxmlformats-officedocument.presentationml.tags+xml"/>
  <Override PartName="/ppt/tags/tag1956.xml" ContentType="application/vnd.openxmlformats-officedocument.presentationml.tags+xml"/>
  <Override PartName="/ppt/tags/tag1957.xml" ContentType="application/vnd.openxmlformats-officedocument.presentationml.tags+xml"/>
  <Override PartName="/ppt/tags/tag1958.xml" ContentType="application/vnd.openxmlformats-officedocument.presentationml.tags+xml"/>
  <Override PartName="/ppt/tags/tag1959.xml" ContentType="application/vnd.openxmlformats-officedocument.presentationml.tags+xml"/>
  <Override PartName="/ppt/tags/tag1960.xml" ContentType="application/vnd.openxmlformats-officedocument.presentationml.tags+xml"/>
  <Override PartName="/ppt/tags/tag1961.xml" ContentType="application/vnd.openxmlformats-officedocument.presentationml.tags+xml"/>
  <Override PartName="/ppt/tags/tag1962.xml" ContentType="application/vnd.openxmlformats-officedocument.presentationml.tags+xml"/>
  <Override PartName="/ppt/tags/tag1963.xml" ContentType="application/vnd.openxmlformats-officedocument.presentationml.tags+xml"/>
  <Override PartName="/ppt/tags/tag1964.xml" ContentType="application/vnd.openxmlformats-officedocument.presentationml.tags+xml"/>
  <Override PartName="/ppt/tags/tag1965.xml" ContentType="application/vnd.openxmlformats-officedocument.presentationml.tags+xml"/>
  <Override PartName="/ppt/tags/tag1966.xml" ContentType="application/vnd.openxmlformats-officedocument.presentationml.tags+xml"/>
  <Override PartName="/ppt/tags/tag1967.xml" ContentType="application/vnd.openxmlformats-officedocument.presentationml.tags+xml"/>
  <Override PartName="/ppt/tags/tag1968.xml" ContentType="application/vnd.openxmlformats-officedocument.presentationml.tags+xml"/>
  <Override PartName="/ppt/tags/tag1969.xml" ContentType="application/vnd.openxmlformats-officedocument.presentationml.tags+xml"/>
  <Override PartName="/ppt/tags/tag1970.xml" ContentType="application/vnd.openxmlformats-officedocument.presentationml.tags+xml"/>
  <Override PartName="/ppt/tags/tag1971.xml" ContentType="application/vnd.openxmlformats-officedocument.presentationml.tags+xml"/>
  <Override PartName="/ppt/tags/tag1972.xml" ContentType="application/vnd.openxmlformats-officedocument.presentationml.tags+xml"/>
  <Override PartName="/ppt/tags/tag1973.xml" ContentType="application/vnd.openxmlformats-officedocument.presentationml.tags+xml"/>
  <Override PartName="/ppt/tags/tag1974.xml" ContentType="application/vnd.openxmlformats-officedocument.presentationml.tags+xml"/>
  <Override PartName="/ppt/tags/tag1975.xml" ContentType="application/vnd.openxmlformats-officedocument.presentationml.tags+xml"/>
  <Override PartName="/ppt/tags/tag1976.xml" ContentType="application/vnd.openxmlformats-officedocument.presentationml.tags+xml"/>
  <Override PartName="/ppt/tags/tag1977.xml" ContentType="application/vnd.openxmlformats-officedocument.presentationml.tags+xml"/>
  <Override PartName="/ppt/tags/tag1978.xml" ContentType="application/vnd.openxmlformats-officedocument.presentationml.tags+xml"/>
  <Override PartName="/ppt/tags/tag1979.xml" ContentType="application/vnd.openxmlformats-officedocument.presentationml.tags+xml"/>
  <Override PartName="/ppt/tags/tag1980.xml" ContentType="application/vnd.openxmlformats-officedocument.presentationml.tags+xml"/>
  <Override PartName="/ppt/tags/tag1981.xml" ContentType="application/vnd.openxmlformats-officedocument.presentationml.tags+xml"/>
  <Override PartName="/ppt/notesSlides/notesSlide9.xml" ContentType="application/vnd.openxmlformats-officedocument.presentationml.notesSlide+xml"/>
  <Override PartName="/ppt/tags/tag1982.xml" ContentType="application/vnd.openxmlformats-officedocument.presentationml.tags+xml"/>
  <Override PartName="/ppt/tags/tag1983.xml" ContentType="application/vnd.openxmlformats-officedocument.presentationml.tags+xml"/>
  <Override PartName="/ppt/tags/tag1984.xml" ContentType="application/vnd.openxmlformats-officedocument.presentationml.tags+xml"/>
  <Override PartName="/ppt/tags/tag1985.xml" ContentType="application/vnd.openxmlformats-officedocument.presentationml.tags+xml"/>
  <Override PartName="/ppt/tags/tag1986.xml" ContentType="application/vnd.openxmlformats-officedocument.presentationml.tags+xml"/>
  <Override PartName="/ppt/tags/tag1987.xml" ContentType="application/vnd.openxmlformats-officedocument.presentationml.tags+xml"/>
  <Override PartName="/ppt/tags/tag1988.xml" ContentType="application/vnd.openxmlformats-officedocument.presentationml.tags+xml"/>
  <Override PartName="/ppt/tags/tag1989.xml" ContentType="application/vnd.openxmlformats-officedocument.presentationml.tags+xml"/>
  <Override PartName="/ppt/tags/tag1990.xml" ContentType="application/vnd.openxmlformats-officedocument.presentationml.tags+xml"/>
  <Override PartName="/ppt/tags/tag1991.xml" ContentType="application/vnd.openxmlformats-officedocument.presentationml.tags+xml"/>
  <Override PartName="/ppt/tags/tag1992.xml" ContentType="application/vnd.openxmlformats-officedocument.presentationml.tags+xml"/>
  <Override PartName="/ppt/tags/tag1993.xml" ContentType="application/vnd.openxmlformats-officedocument.presentationml.tags+xml"/>
  <Override PartName="/ppt/tags/tag1994.xml" ContentType="application/vnd.openxmlformats-officedocument.presentationml.tags+xml"/>
  <Override PartName="/ppt/tags/tag1995.xml" ContentType="application/vnd.openxmlformats-officedocument.presentationml.tags+xml"/>
  <Override PartName="/ppt/tags/tag1996.xml" ContentType="application/vnd.openxmlformats-officedocument.presentationml.tags+xml"/>
  <Override PartName="/ppt/tags/tag1997.xml" ContentType="application/vnd.openxmlformats-officedocument.presentationml.tags+xml"/>
  <Override PartName="/ppt/tags/tag1998.xml" ContentType="application/vnd.openxmlformats-officedocument.presentationml.tags+xml"/>
  <Override PartName="/ppt/tags/tag1999.xml" ContentType="application/vnd.openxmlformats-officedocument.presentationml.tags+xml"/>
  <Override PartName="/ppt/tags/tag2000.xml" ContentType="application/vnd.openxmlformats-officedocument.presentationml.tags+xml"/>
  <Override PartName="/ppt/tags/tag2001.xml" ContentType="application/vnd.openxmlformats-officedocument.presentationml.tags+xml"/>
  <Override PartName="/ppt/tags/tag2002.xml" ContentType="application/vnd.openxmlformats-officedocument.presentationml.tags+xml"/>
  <Override PartName="/ppt/tags/tag2003.xml" ContentType="application/vnd.openxmlformats-officedocument.presentationml.tags+xml"/>
  <Override PartName="/ppt/tags/tag2004.xml" ContentType="application/vnd.openxmlformats-officedocument.presentationml.tags+xml"/>
  <Override PartName="/ppt/tags/tag2005.xml" ContentType="application/vnd.openxmlformats-officedocument.presentationml.tags+xml"/>
  <Override PartName="/ppt/tags/tag2006.xml" ContentType="application/vnd.openxmlformats-officedocument.presentationml.tags+xml"/>
  <Override PartName="/ppt/tags/tag2007.xml" ContentType="application/vnd.openxmlformats-officedocument.presentationml.tags+xml"/>
  <Override PartName="/ppt/tags/tag2008.xml" ContentType="application/vnd.openxmlformats-officedocument.presentationml.tags+xml"/>
  <Override PartName="/ppt/tags/tag2009.xml" ContentType="application/vnd.openxmlformats-officedocument.presentationml.tags+xml"/>
  <Override PartName="/ppt/tags/tag2010.xml" ContentType="application/vnd.openxmlformats-officedocument.presentationml.tags+xml"/>
  <Override PartName="/ppt/tags/tag2011.xml" ContentType="application/vnd.openxmlformats-officedocument.presentationml.tags+xml"/>
  <Override PartName="/ppt/tags/tag2012.xml" ContentType="application/vnd.openxmlformats-officedocument.presentationml.tags+xml"/>
  <Override PartName="/ppt/tags/tag2013.xml" ContentType="application/vnd.openxmlformats-officedocument.presentationml.tags+xml"/>
  <Override PartName="/ppt/tags/tag2014.xml" ContentType="application/vnd.openxmlformats-officedocument.presentationml.tags+xml"/>
  <Override PartName="/ppt/tags/tag2015.xml" ContentType="application/vnd.openxmlformats-officedocument.presentationml.tags+xml"/>
  <Override PartName="/ppt/tags/tag2016.xml" ContentType="application/vnd.openxmlformats-officedocument.presentationml.tags+xml"/>
  <Override PartName="/ppt/tags/tag2017.xml" ContentType="application/vnd.openxmlformats-officedocument.presentationml.tags+xml"/>
  <Override PartName="/ppt/tags/tag2018.xml" ContentType="application/vnd.openxmlformats-officedocument.presentationml.tags+xml"/>
  <Override PartName="/ppt/tags/tag2019.xml" ContentType="application/vnd.openxmlformats-officedocument.presentationml.tags+xml"/>
  <Override PartName="/ppt/tags/tag2020.xml" ContentType="application/vnd.openxmlformats-officedocument.presentationml.tags+xml"/>
  <Override PartName="/ppt/tags/tag2021.xml" ContentType="application/vnd.openxmlformats-officedocument.presentationml.tags+xml"/>
  <Override PartName="/ppt/tags/tag2022.xml" ContentType="application/vnd.openxmlformats-officedocument.presentationml.tags+xml"/>
  <Override PartName="/ppt/tags/tag2023.xml" ContentType="application/vnd.openxmlformats-officedocument.presentationml.tags+xml"/>
  <Override PartName="/ppt/tags/tag2024.xml" ContentType="application/vnd.openxmlformats-officedocument.presentationml.tags+xml"/>
  <Override PartName="/ppt/tags/tag2025.xml" ContentType="application/vnd.openxmlformats-officedocument.presentationml.tags+xml"/>
  <Override PartName="/ppt/tags/tag2026.xml" ContentType="application/vnd.openxmlformats-officedocument.presentationml.tags+xml"/>
  <Override PartName="/ppt/tags/tag2027.xml" ContentType="application/vnd.openxmlformats-officedocument.presentationml.tags+xml"/>
  <Override PartName="/ppt/tags/tag2028.xml" ContentType="application/vnd.openxmlformats-officedocument.presentationml.tags+xml"/>
  <Override PartName="/ppt/tags/tag2029.xml" ContentType="application/vnd.openxmlformats-officedocument.presentationml.tags+xml"/>
  <Override PartName="/ppt/tags/tag2030.xml" ContentType="application/vnd.openxmlformats-officedocument.presentationml.tags+xml"/>
  <Override PartName="/ppt/tags/tag2031.xml" ContentType="application/vnd.openxmlformats-officedocument.presentationml.tags+xml"/>
  <Override PartName="/ppt/tags/tag2032.xml" ContentType="application/vnd.openxmlformats-officedocument.presentationml.tags+xml"/>
  <Override PartName="/ppt/tags/tag2033.xml" ContentType="application/vnd.openxmlformats-officedocument.presentationml.tags+xml"/>
  <Override PartName="/ppt/tags/tag2034.xml" ContentType="application/vnd.openxmlformats-officedocument.presentationml.tags+xml"/>
  <Override PartName="/ppt/tags/tag2035.xml" ContentType="application/vnd.openxmlformats-officedocument.presentationml.tags+xml"/>
  <Override PartName="/ppt/tags/tag2036.xml" ContentType="application/vnd.openxmlformats-officedocument.presentationml.tags+xml"/>
  <Override PartName="/ppt/tags/tag2037.xml" ContentType="application/vnd.openxmlformats-officedocument.presentationml.tags+xml"/>
  <Override PartName="/ppt/tags/tag2038.xml" ContentType="application/vnd.openxmlformats-officedocument.presentationml.tags+xml"/>
  <Override PartName="/ppt/tags/tag2039.xml" ContentType="application/vnd.openxmlformats-officedocument.presentationml.tags+xml"/>
  <Override PartName="/ppt/tags/tag2040.xml" ContentType="application/vnd.openxmlformats-officedocument.presentationml.tags+xml"/>
  <Override PartName="/ppt/tags/tag2041.xml" ContentType="application/vnd.openxmlformats-officedocument.presentationml.tags+xml"/>
  <Override PartName="/ppt/tags/tag2042.xml" ContentType="application/vnd.openxmlformats-officedocument.presentationml.tags+xml"/>
  <Override PartName="/ppt/tags/tag2043.xml" ContentType="application/vnd.openxmlformats-officedocument.presentationml.tags+xml"/>
  <Override PartName="/ppt/tags/tag2044.xml" ContentType="application/vnd.openxmlformats-officedocument.presentationml.tags+xml"/>
  <Override PartName="/ppt/tags/tag2045.xml" ContentType="application/vnd.openxmlformats-officedocument.presentationml.tags+xml"/>
  <Override PartName="/ppt/tags/tag2046.xml" ContentType="application/vnd.openxmlformats-officedocument.presentationml.tags+xml"/>
  <Override PartName="/ppt/tags/tag2047.xml" ContentType="application/vnd.openxmlformats-officedocument.presentationml.tags+xml"/>
  <Override PartName="/ppt/tags/tag2048.xml" ContentType="application/vnd.openxmlformats-officedocument.presentationml.tags+xml"/>
  <Override PartName="/ppt/tags/tag2049.xml" ContentType="application/vnd.openxmlformats-officedocument.presentationml.tags+xml"/>
  <Override PartName="/ppt/tags/tag2050.xml" ContentType="application/vnd.openxmlformats-officedocument.presentationml.tags+xml"/>
  <Override PartName="/ppt/tags/tag2051.xml" ContentType="application/vnd.openxmlformats-officedocument.presentationml.tags+xml"/>
  <Override PartName="/ppt/tags/tag2052.xml" ContentType="application/vnd.openxmlformats-officedocument.presentationml.tags+xml"/>
  <Override PartName="/ppt/tags/tag2053.xml" ContentType="application/vnd.openxmlformats-officedocument.presentationml.tags+xml"/>
  <Override PartName="/ppt/tags/tag2054.xml" ContentType="application/vnd.openxmlformats-officedocument.presentationml.tags+xml"/>
  <Override PartName="/ppt/tags/tag2055.xml" ContentType="application/vnd.openxmlformats-officedocument.presentationml.tags+xml"/>
  <Override PartName="/ppt/tags/tag2056.xml" ContentType="application/vnd.openxmlformats-officedocument.presentationml.tags+xml"/>
  <Override PartName="/ppt/tags/tag2057.xml" ContentType="application/vnd.openxmlformats-officedocument.presentationml.tags+xml"/>
  <Override PartName="/ppt/tags/tag2058.xml" ContentType="application/vnd.openxmlformats-officedocument.presentationml.tags+xml"/>
  <Override PartName="/ppt/tags/tag2059.xml" ContentType="application/vnd.openxmlformats-officedocument.presentationml.tags+xml"/>
  <Override PartName="/ppt/tags/tag2060.xml" ContentType="application/vnd.openxmlformats-officedocument.presentationml.tags+xml"/>
  <Override PartName="/ppt/tags/tag2061.xml" ContentType="application/vnd.openxmlformats-officedocument.presentationml.tags+xml"/>
  <Override PartName="/ppt/tags/tag2062.xml" ContentType="application/vnd.openxmlformats-officedocument.presentationml.tags+xml"/>
  <Override PartName="/ppt/tags/tag2063.xml" ContentType="application/vnd.openxmlformats-officedocument.presentationml.tags+xml"/>
  <Override PartName="/ppt/tags/tag2064.xml" ContentType="application/vnd.openxmlformats-officedocument.presentationml.tags+xml"/>
  <Override PartName="/ppt/tags/tag2065.xml" ContentType="application/vnd.openxmlformats-officedocument.presentationml.tags+xml"/>
  <Override PartName="/ppt/tags/tag2066.xml" ContentType="application/vnd.openxmlformats-officedocument.presentationml.tags+xml"/>
  <Override PartName="/ppt/tags/tag2067.xml" ContentType="application/vnd.openxmlformats-officedocument.presentationml.tags+xml"/>
  <Override PartName="/ppt/tags/tag2068.xml" ContentType="application/vnd.openxmlformats-officedocument.presentationml.tags+xml"/>
  <Override PartName="/ppt/tags/tag2069.xml" ContentType="application/vnd.openxmlformats-officedocument.presentationml.tags+xml"/>
  <Override PartName="/ppt/tags/tag2070.xml" ContentType="application/vnd.openxmlformats-officedocument.presentationml.tags+xml"/>
  <Override PartName="/ppt/tags/tag2071.xml" ContentType="application/vnd.openxmlformats-officedocument.presentationml.tags+xml"/>
  <Override PartName="/ppt/tags/tag2072.xml" ContentType="application/vnd.openxmlformats-officedocument.presentationml.tags+xml"/>
  <Override PartName="/ppt/tags/tag2073.xml" ContentType="application/vnd.openxmlformats-officedocument.presentationml.tags+xml"/>
  <Override PartName="/ppt/tags/tag2074.xml" ContentType="application/vnd.openxmlformats-officedocument.presentationml.tags+xml"/>
  <Override PartName="/ppt/tags/tag2075.xml" ContentType="application/vnd.openxmlformats-officedocument.presentationml.tags+xml"/>
  <Override PartName="/ppt/tags/tag2076.xml" ContentType="application/vnd.openxmlformats-officedocument.presentationml.tags+xml"/>
  <Override PartName="/ppt/tags/tag2077.xml" ContentType="application/vnd.openxmlformats-officedocument.presentationml.tags+xml"/>
  <Override PartName="/ppt/tags/tag2078.xml" ContentType="application/vnd.openxmlformats-officedocument.presentationml.tags+xml"/>
  <Override PartName="/ppt/tags/tag2079.xml" ContentType="application/vnd.openxmlformats-officedocument.presentationml.tags+xml"/>
  <Override PartName="/ppt/tags/tag2080.xml" ContentType="application/vnd.openxmlformats-officedocument.presentationml.tags+xml"/>
  <Override PartName="/ppt/tags/tag2081.xml" ContentType="application/vnd.openxmlformats-officedocument.presentationml.tags+xml"/>
  <Override PartName="/ppt/tags/tag2082.xml" ContentType="application/vnd.openxmlformats-officedocument.presentationml.tags+xml"/>
  <Override PartName="/ppt/tags/tag2083.xml" ContentType="application/vnd.openxmlformats-officedocument.presentationml.tags+xml"/>
  <Override PartName="/ppt/tags/tag2084.xml" ContentType="application/vnd.openxmlformats-officedocument.presentationml.tags+xml"/>
  <Override PartName="/ppt/tags/tag2085.xml" ContentType="application/vnd.openxmlformats-officedocument.presentationml.tags+xml"/>
  <Override PartName="/ppt/tags/tag2086.xml" ContentType="application/vnd.openxmlformats-officedocument.presentationml.tags+xml"/>
  <Override PartName="/ppt/tags/tag2087.xml" ContentType="application/vnd.openxmlformats-officedocument.presentationml.tags+xml"/>
  <Override PartName="/ppt/tags/tag2088.xml" ContentType="application/vnd.openxmlformats-officedocument.presentationml.tags+xml"/>
  <Override PartName="/ppt/tags/tag2089.xml" ContentType="application/vnd.openxmlformats-officedocument.presentationml.tags+xml"/>
  <Override PartName="/ppt/tags/tag2090.xml" ContentType="application/vnd.openxmlformats-officedocument.presentationml.tags+xml"/>
  <Override PartName="/ppt/tags/tag2091.xml" ContentType="application/vnd.openxmlformats-officedocument.presentationml.tags+xml"/>
  <Override PartName="/ppt/tags/tag2092.xml" ContentType="application/vnd.openxmlformats-officedocument.presentationml.tags+xml"/>
  <Override PartName="/ppt/tags/tag2093.xml" ContentType="application/vnd.openxmlformats-officedocument.presentationml.tags+xml"/>
  <Override PartName="/ppt/tags/tag2094.xml" ContentType="application/vnd.openxmlformats-officedocument.presentationml.tags+xml"/>
  <Override PartName="/ppt/tags/tag2095.xml" ContentType="application/vnd.openxmlformats-officedocument.presentationml.tags+xml"/>
  <Override PartName="/ppt/tags/tag2096.xml" ContentType="application/vnd.openxmlformats-officedocument.presentationml.tags+xml"/>
  <Override PartName="/ppt/tags/tag2097.xml" ContentType="application/vnd.openxmlformats-officedocument.presentationml.tags+xml"/>
  <Override PartName="/ppt/tags/tag2098.xml" ContentType="application/vnd.openxmlformats-officedocument.presentationml.tags+xml"/>
  <Override PartName="/ppt/tags/tag2099.xml" ContentType="application/vnd.openxmlformats-officedocument.presentationml.tags+xml"/>
  <Override PartName="/ppt/tags/tag2100.xml" ContentType="application/vnd.openxmlformats-officedocument.presentationml.tags+xml"/>
  <Override PartName="/ppt/tags/tag2101.xml" ContentType="application/vnd.openxmlformats-officedocument.presentationml.tags+xml"/>
  <Override PartName="/ppt/tags/tag2102.xml" ContentType="application/vnd.openxmlformats-officedocument.presentationml.tags+xml"/>
  <Override PartName="/ppt/tags/tag2103.xml" ContentType="application/vnd.openxmlformats-officedocument.presentationml.tags+xml"/>
  <Override PartName="/ppt/tags/tag2104.xml" ContentType="application/vnd.openxmlformats-officedocument.presentationml.tags+xml"/>
  <Override PartName="/ppt/tags/tag2105.xml" ContentType="application/vnd.openxmlformats-officedocument.presentationml.tags+xml"/>
  <Override PartName="/ppt/tags/tag2106.xml" ContentType="application/vnd.openxmlformats-officedocument.presentationml.tags+xml"/>
  <Override PartName="/ppt/tags/tag2107.xml" ContentType="application/vnd.openxmlformats-officedocument.presentationml.tags+xml"/>
  <Override PartName="/ppt/tags/tag2108.xml" ContentType="application/vnd.openxmlformats-officedocument.presentationml.tags+xml"/>
  <Override PartName="/ppt/tags/tag2109.xml" ContentType="application/vnd.openxmlformats-officedocument.presentationml.tags+xml"/>
  <Override PartName="/ppt/tags/tag2110.xml" ContentType="application/vnd.openxmlformats-officedocument.presentationml.tags+xml"/>
  <Override PartName="/ppt/tags/tag2111.xml" ContentType="application/vnd.openxmlformats-officedocument.presentationml.tags+xml"/>
  <Override PartName="/ppt/tags/tag2112.xml" ContentType="application/vnd.openxmlformats-officedocument.presentationml.tags+xml"/>
  <Override PartName="/ppt/tags/tag2113.xml" ContentType="application/vnd.openxmlformats-officedocument.presentationml.tags+xml"/>
  <Override PartName="/ppt/tags/tag2114.xml" ContentType="application/vnd.openxmlformats-officedocument.presentationml.tags+xml"/>
  <Override PartName="/ppt/tags/tag2115.xml" ContentType="application/vnd.openxmlformats-officedocument.presentationml.tags+xml"/>
  <Override PartName="/ppt/tags/tag2116.xml" ContentType="application/vnd.openxmlformats-officedocument.presentationml.tags+xml"/>
  <Override PartName="/ppt/tags/tag2117.xml" ContentType="application/vnd.openxmlformats-officedocument.presentationml.tags+xml"/>
  <Override PartName="/ppt/tags/tag2118.xml" ContentType="application/vnd.openxmlformats-officedocument.presentationml.tags+xml"/>
  <Override PartName="/ppt/tags/tag2119.xml" ContentType="application/vnd.openxmlformats-officedocument.presentationml.tags+xml"/>
  <Override PartName="/ppt/tags/tag2120.xml" ContentType="application/vnd.openxmlformats-officedocument.presentationml.tags+xml"/>
  <Override PartName="/ppt/tags/tag2121.xml" ContentType="application/vnd.openxmlformats-officedocument.presentationml.tags+xml"/>
  <Override PartName="/ppt/tags/tag2122.xml" ContentType="application/vnd.openxmlformats-officedocument.presentationml.tags+xml"/>
  <Override PartName="/ppt/tags/tag2123.xml" ContentType="application/vnd.openxmlformats-officedocument.presentationml.tags+xml"/>
  <Override PartName="/ppt/tags/tag2124.xml" ContentType="application/vnd.openxmlformats-officedocument.presentationml.tags+xml"/>
  <Override PartName="/ppt/tags/tag2125.xml" ContentType="application/vnd.openxmlformats-officedocument.presentationml.tags+xml"/>
  <Override PartName="/ppt/tags/tag2126.xml" ContentType="application/vnd.openxmlformats-officedocument.presentationml.tags+xml"/>
  <Override PartName="/ppt/tags/tag2127.xml" ContentType="application/vnd.openxmlformats-officedocument.presentationml.tags+xml"/>
  <Override PartName="/ppt/tags/tag2128.xml" ContentType="application/vnd.openxmlformats-officedocument.presentationml.tags+xml"/>
  <Override PartName="/ppt/tags/tag2129.xml" ContentType="application/vnd.openxmlformats-officedocument.presentationml.tags+xml"/>
  <Override PartName="/ppt/tags/tag2130.xml" ContentType="application/vnd.openxmlformats-officedocument.presentationml.tags+xml"/>
  <Override PartName="/ppt/tags/tag2131.xml" ContentType="application/vnd.openxmlformats-officedocument.presentationml.tags+xml"/>
  <Override PartName="/ppt/tags/tag2132.xml" ContentType="application/vnd.openxmlformats-officedocument.presentationml.tags+xml"/>
  <Override PartName="/ppt/tags/tag2133.xml" ContentType="application/vnd.openxmlformats-officedocument.presentationml.tags+xml"/>
  <Override PartName="/ppt/tags/tag2134.xml" ContentType="application/vnd.openxmlformats-officedocument.presentationml.tags+xml"/>
  <Override PartName="/ppt/tags/tag2135.xml" ContentType="application/vnd.openxmlformats-officedocument.presentationml.tags+xml"/>
  <Override PartName="/ppt/tags/tag2136.xml" ContentType="application/vnd.openxmlformats-officedocument.presentationml.tags+xml"/>
  <Override PartName="/ppt/tags/tag2137.xml" ContentType="application/vnd.openxmlformats-officedocument.presentationml.tags+xml"/>
  <Override PartName="/ppt/tags/tag2138.xml" ContentType="application/vnd.openxmlformats-officedocument.presentationml.tags+xml"/>
  <Override PartName="/ppt/tags/tag2139.xml" ContentType="application/vnd.openxmlformats-officedocument.presentationml.tags+xml"/>
  <Override PartName="/ppt/tags/tag2140.xml" ContentType="application/vnd.openxmlformats-officedocument.presentationml.tags+xml"/>
  <Override PartName="/ppt/tags/tag2141.xml" ContentType="application/vnd.openxmlformats-officedocument.presentationml.tags+xml"/>
  <Override PartName="/ppt/tags/tag2142.xml" ContentType="application/vnd.openxmlformats-officedocument.presentationml.tags+xml"/>
  <Override PartName="/ppt/tags/tag2143.xml" ContentType="application/vnd.openxmlformats-officedocument.presentationml.tags+xml"/>
  <Override PartName="/ppt/tags/tag2144.xml" ContentType="application/vnd.openxmlformats-officedocument.presentationml.tags+xml"/>
  <Override PartName="/ppt/tags/tag2145.xml" ContentType="application/vnd.openxmlformats-officedocument.presentationml.tags+xml"/>
  <Override PartName="/ppt/tags/tag2146.xml" ContentType="application/vnd.openxmlformats-officedocument.presentationml.tags+xml"/>
  <Override PartName="/ppt/tags/tag2147.xml" ContentType="application/vnd.openxmlformats-officedocument.presentationml.tags+xml"/>
  <Override PartName="/ppt/tags/tag2148.xml" ContentType="application/vnd.openxmlformats-officedocument.presentationml.tags+xml"/>
  <Override PartName="/ppt/tags/tag2149.xml" ContentType="application/vnd.openxmlformats-officedocument.presentationml.tags+xml"/>
  <Override PartName="/ppt/tags/tag2150.xml" ContentType="application/vnd.openxmlformats-officedocument.presentationml.tags+xml"/>
  <Override PartName="/ppt/tags/tag2151.xml" ContentType="application/vnd.openxmlformats-officedocument.presentationml.tags+xml"/>
  <Override PartName="/ppt/tags/tag2152.xml" ContentType="application/vnd.openxmlformats-officedocument.presentationml.tags+xml"/>
  <Override PartName="/ppt/tags/tag2153.xml" ContentType="application/vnd.openxmlformats-officedocument.presentationml.tags+xml"/>
  <Override PartName="/ppt/tags/tag2154.xml" ContentType="application/vnd.openxmlformats-officedocument.presentationml.tags+xml"/>
  <Override PartName="/ppt/tags/tag2155.xml" ContentType="application/vnd.openxmlformats-officedocument.presentationml.tags+xml"/>
  <Override PartName="/ppt/tags/tag2156.xml" ContentType="application/vnd.openxmlformats-officedocument.presentationml.tags+xml"/>
  <Override PartName="/ppt/tags/tag2157.xml" ContentType="application/vnd.openxmlformats-officedocument.presentationml.tags+xml"/>
  <Override PartName="/ppt/tags/tag2158.xml" ContentType="application/vnd.openxmlformats-officedocument.presentationml.tags+xml"/>
  <Override PartName="/ppt/tags/tag2159.xml" ContentType="application/vnd.openxmlformats-officedocument.presentationml.tags+xml"/>
  <Override PartName="/ppt/tags/tag2160.xml" ContentType="application/vnd.openxmlformats-officedocument.presentationml.tags+xml"/>
  <Override PartName="/ppt/tags/tag2161.xml" ContentType="application/vnd.openxmlformats-officedocument.presentationml.tags+xml"/>
  <Override PartName="/ppt/tags/tag2162.xml" ContentType="application/vnd.openxmlformats-officedocument.presentationml.tags+xml"/>
  <Override PartName="/ppt/tags/tag2163.xml" ContentType="application/vnd.openxmlformats-officedocument.presentationml.tags+xml"/>
  <Override PartName="/ppt/tags/tag2164.xml" ContentType="application/vnd.openxmlformats-officedocument.presentationml.tags+xml"/>
  <Override PartName="/ppt/tags/tag2165.xml" ContentType="application/vnd.openxmlformats-officedocument.presentationml.tags+xml"/>
  <Override PartName="/ppt/tags/tag2166.xml" ContentType="application/vnd.openxmlformats-officedocument.presentationml.tags+xml"/>
  <Override PartName="/ppt/tags/tag2167.xml" ContentType="application/vnd.openxmlformats-officedocument.presentationml.tags+xml"/>
  <Override PartName="/ppt/tags/tag2168.xml" ContentType="application/vnd.openxmlformats-officedocument.presentationml.tags+xml"/>
  <Override PartName="/ppt/tags/tag2169.xml" ContentType="application/vnd.openxmlformats-officedocument.presentationml.tags+xml"/>
  <Override PartName="/ppt/tags/tag2170.xml" ContentType="application/vnd.openxmlformats-officedocument.presentationml.tags+xml"/>
  <Override PartName="/ppt/tags/tag2171.xml" ContentType="application/vnd.openxmlformats-officedocument.presentationml.tags+xml"/>
  <Override PartName="/ppt/tags/tag2172.xml" ContentType="application/vnd.openxmlformats-officedocument.presentationml.tags+xml"/>
  <Override PartName="/ppt/tags/tag2173.xml" ContentType="application/vnd.openxmlformats-officedocument.presentationml.tags+xml"/>
  <Override PartName="/ppt/tags/tag2174.xml" ContentType="application/vnd.openxmlformats-officedocument.presentationml.tags+xml"/>
  <Override PartName="/ppt/tags/tag2175.xml" ContentType="application/vnd.openxmlformats-officedocument.presentationml.tags+xml"/>
  <Override PartName="/ppt/tags/tag2176.xml" ContentType="application/vnd.openxmlformats-officedocument.presentationml.tags+xml"/>
  <Override PartName="/ppt/tags/tag2177.xml" ContentType="application/vnd.openxmlformats-officedocument.presentationml.tags+xml"/>
  <Override PartName="/ppt/tags/tag2178.xml" ContentType="application/vnd.openxmlformats-officedocument.presentationml.tags+xml"/>
  <Override PartName="/ppt/tags/tag2179.xml" ContentType="application/vnd.openxmlformats-officedocument.presentationml.tags+xml"/>
  <Override PartName="/ppt/tags/tag2180.xml" ContentType="application/vnd.openxmlformats-officedocument.presentationml.tags+xml"/>
  <Override PartName="/ppt/tags/tag2181.xml" ContentType="application/vnd.openxmlformats-officedocument.presentationml.tags+xml"/>
  <Override PartName="/ppt/tags/tag2182.xml" ContentType="application/vnd.openxmlformats-officedocument.presentationml.tags+xml"/>
  <Override PartName="/ppt/tags/tag2183.xml" ContentType="application/vnd.openxmlformats-officedocument.presentationml.tags+xml"/>
  <Override PartName="/ppt/tags/tag2184.xml" ContentType="application/vnd.openxmlformats-officedocument.presentationml.tags+xml"/>
  <Override PartName="/ppt/tags/tag2185.xml" ContentType="application/vnd.openxmlformats-officedocument.presentationml.tags+xml"/>
  <Override PartName="/ppt/tags/tag2186.xml" ContentType="application/vnd.openxmlformats-officedocument.presentationml.tags+xml"/>
  <Override PartName="/ppt/tags/tag2187.xml" ContentType="application/vnd.openxmlformats-officedocument.presentationml.tags+xml"/>
  <Override PartName="/ppt/tags/tag2188.xml" ContentType="application/vnd.openxmlformats-officedocument.presentationml.tags+xml"/>
  <Override PartName="/ppt/tags/tag2189.xml" ContentType="application/vnd.openxmlformats-officedocument.presentationml.tags+xml"/>
  <Override PartName="/ppt/tags/tag2190.xml" ContentType="application/vnd.openxmlformats-officedocument.presentationml.tags+xml"/>
  <Override PartName="/ppt/tags/tag2191.xml" ContentType="application/vnd.openxmlformats-officedocument.presentationml.tags+xml"/>
  <Override PartName="/ppt/tags/tag2192.xml" ContentType="application/vnd.openxmlformats-officedocument.presentationml.tags+xml"/>
  <Override PartName="/ppt/tags/tag2193.xml" ContentType="application/vnd.openxmlformats-officedocument.presentationml.tags+xml"/>
  <Override PartName="/ppt/tags/tag2194.xml" ContentType="application/vnd.openxmlformats-officedocument.presentationml.tags+xml"/>
  <Override PartName="/ppt/tags/tag2195.xml" ContentType="application/vnd.openxmlformats-officedocument.presentationml.tags+xml"/>
  <Override PartName="/ppt/tags/tag2196.xml" ContentType="application/vnd.openxmlformats-officedocument.presentationml.tags+xml"/>
  <Override PartName="/ppt/tags/tag2197.xml" ContentType="application/vnd.openxmlformats-officedocument.presentationml.tags+xml"/>
  <Override PartName="/ppt/tags/tag2198.xml" ContentType="application/vnd.openxmlformats-officedocument.presentationml.tags+xml"/>
  <Override PartName="/ppt/tags/tag2199.xml" ContentType="application/vnd.openxmlformats-officedocument.presentationml.tags+xml"/>
  <Override PartName="/ppt/tags/tag2200.xml" ContentType="application/vnd.openxmlformats-officedocument.presentationml.tags+xml"/>
  <Override PartName="/ppt/tags/tag2201.xml" ContentType="application/vnd.openxmlformats-officedocument.presentationml.tags+xml"/>
  <Override PartName="/ppt/tags/tag2202.xml" ContentType="application/vnd.openxmlformats-officedocument.presentationml.tags+xml"/>
  <Override PartName="/ppt/tags/tag2203.xml" ContentType="application/vnd.openxmlformats-officedocument.presentationml.tags+xml"/>
  <Override PartName="/ppt/tags/tag2204.xml" ContentType="application/vnd.openxmlformats-officedocument.presentationml.tags+xml"/>
  <Override PartName="/ppt/tags/tag2205.xml" ContentType="application/vnd.openxmlformats-officedocument.presentationml.tags+xml"/>
  <Override PartName="/ppt/tags/tag2206.xml" ContentType="application/vnd.openxmlformats-officedocument.presentationml.tags+xml"/>
  <Override PartName="/ppt/tags/tag2207.xml" ContentType="application/vnd.openxmlformats-officedocument.presentationml.tags+xml"/>
  <Override PartName="/ppt/tags/tag2208.xml" ContentType="application/vnd.openxmlformats-officedocument.presentationml.tags+xml"/>
  <Override PartName="/ppt/tags/tag2209.xml" ContentType="application/vnd.openxmlformats-officedocument.presentationml.tags+xml"/>
  <Override PartName="/ppt/tags/tag2210.xml" ContentType="application/vnd.openxmlformats-officedocument.presentationml.tags+xml"/>
  <Override PartName="/ppt/tags/tag2211.xml" ContentType="application/vnd.openxmlformats-officedocument.presentationml.tags+xml"/>
  <Override PartName="/ppt/tags/tag2212.xml" ContentType="application/vnd.openxmlformats-officedocument.presentationml.tags+xml"/>
  <Override PartName="/ppt/tags/tag2213.xml" ContentType="application/vnd.openxmlformats-officedocument.presentationml.tags+xml"/>
  <Override PartName="/ppt/tags/tag2214.xml" ContentType="application/vnd.openxmlformats-officedocument.presentationml.tags+xml"/>
  <Override PartName="/ppt/tags/tag2215.xml" ContentType="application/vnd.openxmlformats-officedocument.presentationml.tags+xml"/>
  <Override PartName="/ppt/tags/tag2216.xml" ContentType="application/vnd.openxmlformats-officedocument.presentationml.tags+xml"/>
  <Override PartName="/ppt/tags/tag2217.xml" ContentType="application/vnd.openxmlformats-officedocument.presentationml.tags+xml"/>
  <Override PartName="/ppt/tags/tag2218.xml" ContentType="application/vnd.openxmlformats-officedocument.presentationml.tags+xml"/>
  <Override PartName="/ppt/tags/tag2219.xml" ContentType="application/vnd.openxmlformats-officedocument.presentationml.tags+xml"/>
  <Override PartName="/ppt/tags/tag2220.xml" ContentType="application/vnd.openxmlformats-officedocument.presentationml.tags+xml"/>
  <Override PartName="/ppt/tags/tag2221.xml" ContentType="application/vnd.openxmlformats-officedocument.presentationml.tags+xml"/>
  <Override PartName="/ppt/tags/tag2222.xml" ContentType="application/vnd.openxmlformats-officedocument.presentationml.tags+xml"/>
  <Override PartName="/ppt/tags/tag2223.xml" ContentType="application/vnd.openxmlformats-officedocument.presentationml.tags+xml"/>
  <Override PartName="/ppt/tags/tag2224.xml" ContentType="application/vnd.openxmlformats-officedocument.presentationml.tags+xml"/>
  <Override PartName="/ppt/tags/tag2225.xml" ContentType="application/vnd.openxmlformats-officedocument.presentationml.tags+xml"/>
  <Override PartName="/ppt/tags/tag2226.xml" ContentType="application/vnd.openxmlformats-officedocument.presentationml.tags+xml"/>
  <Override PartName="/ppt/tags/tag2227.xml" ContentType="application/vnd.openxmlformats-officedocument.presentationml.tags+xml"/>
  <Override PartName="/ppt/tags/tag2228.xml" ContentType="application/vnd.openxmlformats-officedocument.presentationml.tags+xml"/>
  <Override PartName="/ppt/tags/tag2229.xml" ContentType="application/vnd.openxmlformats-officedocument.presentationml.tags+xml"/>
  <Override PartName="/ppt/tags/tag2230.xml" ContentType="application/vnd.openxmlformats-officedocument.presentationml.tags+xml"/>
  <Override PartName="/ppt/tags/tag2231.xml" ContentType="application/vnd.openxmlformats-officedocument.presentationml.tags+xml"/>
  <Override PartName="/ppt/tags/tag2232.xml" ContentType="application/vnd.openxmlformats-officedocument.presentationml.tags+xml"/>
  <Override PartName="/ppt/tags/tag2233.xml" ContentType="application/vnd.openxmlformats-officedocument.presentationml.tags+xml"/>
  <Override PartName="/ppt/tags/tag2234.xml" ContentType="application/vnd.openxmlformats-officedocument.presentationml.tags+xml"/>
  <Override PartName="/ppt/tags/tag2235.xml" ContentType="application/vnd.openxmlformats-officedocument.presentationml.tags+xml"/>
  <Override PartName="/ppt/tags/tag2236.xml" ContentType="application/vnd.openxmlformats-officedocument.presentationml.tags+xml"/>
  <Override PartName="/ppt/tags/tag2237.xml" ContentType="application/vnd.openxmlformats-officedocument.presentationml.tags+xml"/>
  <Override PartName="/ppt/tags/tag2238.xml" ContentType="application/vnd.openxmlformats-officedocument.presentationml.tags+xml"/>
  <Override PartName="/ppt/tags/tag2239.xml" ContentType="application/vnd.openxmlformats-officedocument.presentationml.tags+xml"/>
  <Override PartName="/ppt/tags/tag2240.xml" ContentType="application/vnd.openxmlformats-officedocument.presentationml.tags+xml"/>
  <Override PartName="/ppt/tags/tag2241.xml" ContentType="application/vnd.openxmlformats-officedocument.presentationml.tags+xml"/>
  <Override PartName="/ppt/tags/tag2242.xml" ContentType="application/vnd.openxmlformats-officedocument.presentationml.tags+xml"/>
  <Override PartName="/ppt/tags/tag2243.xml" ContentType="application/vnd.openxmlformats-officedocument.presentationml.tags+xml"/>
  <Override PartName="/ppt/tags/tag2244.xml" ContentType="application/vnd.openxmlformats-officedocument.presentationml.tags+xml"/>
  <Override PartName="/ppt/tags/tag2245.xml" ContentType="application/vnd.openxmlformats-officedocument.presentationml.tags+xml"/>
  <Override PartName="/ppt/tags/tag2246.xml" ContentType="application/vnd.openxmlformats-officedocument.presentationml.tags+xml"/>
  <Override PartName="/ppt/tags/tag2247.xml" ContentType="application/vnd.openxmlformats-officedocument.presentationml.tags+xml"/>
  <Override PartName="/ppt/tags/tag2248.xml" ContentType="application/vnd.openxmlformats-officedocument.presentationml.tags+xml"/>
  <Override PartName="/ppt/tags/tag2249.xml" ContentType="application/vnd.openxmlformats-officedocument.presentationml.tags+xml"/>
  <Override PartName="/ppt/tags/tag2250.xml" ContentType="application/vnd.openxmlformats-officedocument.presentationml.tags+xml"/>
  <Override PartName="/ppt/tags/tag2251.xml" ContentType="application/vnd.openxmlformats-officedocument.presentationml.tags+xml"/>
  <Override PartName="/ppt/tags/tag2252.xml" ContentType="application/vnd.openxmlformats-officedocument.presentationml.tags+xml"/>
  <Override PartName="/ppt/tags/tag2253.xml" ContentType="application/vnd.openxmlformats-officedocument.presentationml.tags+xml"/>
  <Override PartName="/ppt/tags/tag2254.xml" ContentType="application/vnd.openxmlformats-officedocument.presentationml.tags+xml"/>
  <Override PartName="/ppt/tags/tag2255.xml" ContentType="application/vnd.openxmlformats-officedocument.presentationml.tags+xml"/>
  <Override PartName="/ppt/tags/tag2256.xml" ContentType="application/vnd.openxmlformats-officedocument.presentationml.tags+xml"/>
  <Override PartName="/ppt/tags/tag2257.xml" ContentType="application/vnd.openxmlformats-officedocument.presentationml.tags+xml"/>
  <Override PartName="/ppt/tags/tag2258.xml" ContentType="application/vnd.openxmlformats-officedocument.presentationml.tags+xml"/>
  <Override PartName="/ppt/tags/tag2259.xml" ContentType="application/vnd.openxmlformats-officedocument.presentationml.tags+xml"/>
  <Override PartName="/ppt/tags/tag2260.xml" ContentType="application/vnd.openxmlformats-officedocument.presentationml.tags+xml"/>
  <Override PartName="/ppt/tags/tag2261.xml" ContentType="application/vnd.openxmlformats-officedocument.presentationml.tags+xml"/>
  <Override PartName="/ppt/tags/tag2262.xml" ContentType="application/vnd.openxmlformats-officedocument.presentationml.tags+xml"/>
  <Override PartName="/ppt/tags/tag2263.xml" ContentType="application/vnd.openxmlformats-officedocument.presentationml.tags+xml"/>
  <Override PartName="/ppt/tags/tag2264.xml" ContentType="application/vnd.openxmlformats-officedocument.presentationml.tags+xml"/>
  <Override PartName="/ppt/tags/tag2265.xml" ContentType="application/vnd.openxmlformats-officedocument.presentationml.tags+xml"/>
  <Override PartName="/ppt/tags/tag2266.xml" ContentType="application/vnd.openxmlformats-officedocument.presentationml.tags+xml"/>
  <Override PartName="/ppt/tags/tag2267.xml" ContentType="application/vnd.openxmlformats-officedocument.presentationml.tags+xml"/>
  <Override PartName="/ppt/tags/tag2268.xml" ContentType="application/vnd.openxmlformats-officedocument.presentationml.tags+xml"/>
  <Override PartName="/ppt/tags/tag2269.xml" ContentType="application/vnd.openxmlformats-officedocument.presentationml.tags+xml"/>
  <Override PartName="/ppt/tags/tag2270.xml" ContentType="application/vnd.openxmlformats-officedocument.presentationml.tags+xml"/>
  <Override PartName="/ppt/tags/tag2271.xml" ContentType="application/vnd.openxmlformats-officedocument.presentationml.tags+xml"/>
  <Override PartName="/ppt/tags/tag2272.xml" ContentType="application/vnd.openxmlformats-officedocument.presentationml.tags+xml"/>
  <Override PartName="/ppt/tags/tag2273.xml" ContentType="application/vnd.openxmlformats-officedocument.presentationml.tags+xml"/>
  <Override PartName="/ppt/tags/tag2274.xml" ContentType="application/vnd.openxmlformats-officedocument.presentationml.tags+xml"/>
  <Override PartName="/ppt/tags/tag2275.xml" ContentType="application/vnd.openxmlformats-officedocument.presentationml.tags+xml"/>
  <Override PartName="/ppt/tags/tag2276.xml" ContentType="application/vnd.openxmlformats-officedocument.presentationml.tags+xml"/>
  <Override PartName="/ppt/tags/tag2277.xml" ContentType="application/vnd.openxmlformats-officedocument.presentationml.tags+xml"/>
  <Override PartName="/ppt/tags/tag2278.xml" ContentType="application/vnd.openxmlformats-officedocument.presentationml.tags+xml"/>
  <Override PartName="/ppt/tags/tag2279.xml" ContentType="application/vnd.openxmlformats-officedocument.presentationml.tags+xml"/>
  <Override PartName="/ppt/tags/tag2280.xml" ContentType="application/vnd.openxmlformats-officedocument.presentationml.tags+xml"/>
  <Override PartName="/ppt/tags/tag2281.xml" ContentType="application/vnd.openxmlformats-officedocument.presentationml.tags+xml"/>
  <Override PartName="/ppt/tags/tag2282.xml" ContentType="application/vnd.openxmlformats-officedocument.presentationml.tags+xml"/>
  <Override PartName="/ppt/tags/tag2283.xml" ContentType="application/vnd.openxmlformats-officedocument.presentationml.tags+xml"/>
  <Override PartName="/ppt/tags/tag2284.xml" ContentType="application/vnd.openxmlformats-officedocument.presentationml.tags+xml"/>
  <Override PartName="/ppt/tags/tag2285.xml" ContentType="application/vnd.openxmlformats-officedocument.presentationml.tags+xml"/>
  <Override PartName="/ppt/tags/tag2286.xml" ContentType="application/vnd.openxmlformats-officedocument.presentationml.tags+xml"/>
  <Override PartName="/ppt/tags/tag2287.xml" ContentType="application/vnd.openxmlformats-officedocument.presentationml.tags+xml"/>
  <Override PartName="/ppt/tags/tag2288.xml" ContentType="application/vnd.openxmlformats-officedocument.presentationml.tags+xml"/>
  <Override PartName="/ppt/tags/tag2289.xml" ContentType="application/vnd.openxmlformats-officedocument.presentationml.tags+xml"/>
  <Override PartName="/ppt/tags/tag2290.xml" ContentType="application/vnd.openxmlformats-officedocument.presentationml.tags+xml"/>
  <Override PartName="/ppt/tags/tag2291.xml" ContentType="application/vnd.openxmlformats-officedocument.presentationml.tags+xml"/>
  <Override PartName="/ppt/tags/tag2292.xml" ContentType="application/vnd.openxmlformats-officedocument.presentationml.tags+xml"/>
  <Override PartName="/ppt/tags/tag2293.xml" ContentType="application/vnd.openxmlformats-officedocument.presentationml.tags+xml"/>
  <Override PartName="/ppt/tags/tag2294.xml" ContentType="application/vnd.openxmlformats-officedocument.presentationml.tags+xml"/>
  <Override PartName="/ppt/tags/tag2295.xml" ContentType="application/vnd.openxmlformats-officedocument.presentationml.tags+xml"/>
  <Override PartName="/ppt/tags/tag2296.xml" ContentType="application/vnd.openxmlformats-officedocument.presentationml.tags+xml"/>
  <Override PartName="/ppt/tags/tag2297.xml" ContentType="application/vnd.openxmlformats-officedocument.presentationml.tags+xml"/>
  <Override PartName="/ppt/tags/tag2298.xml" ContentType="application/vnd.openxmlformats-officedocument.presentationml.tags+xml"/>
  <Override PartName="/ppt/tags/tag2299.xml" ContentType="application/vnd.openxmlformats-officedocument.presentationml.tags+xml"/>
  <Override PartName="/ppt/tags/tag2300.xml" ContentType="application/vnd.openxmlformats-officedocument.presentationml.tags+xml"/>
  <Override PartName="/ppt/tags/tag2301.xml" ContentType="application/vnd.openxmlformats-officedocument.presentationml.tags+xml"/>
  <Override PartName="/ppt/tags/tag2302.xml" ContentType="application/vnd.openxmlformats-officedocument.presentationml.tags+xml"/>
  <Override PartName="/ppt/tags/tag2303.xml" ContentType="application/vnd.openxmlformats-officedocument.presentationml.tags+xml"/>
  <Override PartName="/ppt/tags/tag2304.xml" ContentType="application/vnd.openxmlformats-officedocument.presentationml.tags+xml"/>
  <Override PartName="/ppt/tags/tag2305.xml" ContentType="application/vnd.openxmlformats-officedocument.presentationml.tags+xml"/>
  <Override PartName="/ppt/tags/tag2306.xml" ContentType="application/vnd.openxmlformats-officedocument.presentationml.tags+xml"/>
  <Override PartName="/ppt/tags/tag2307.xml" ContentType="application/vnd.openxmlformats-officedocument.presentationml.tags+xml"/>
  <Override PartName="/ppt/tags/tag2308.xml" ContentType="application/vnd.openxmlformats-officedocument.presentationml.tags+xml"/>
  <Override PartName="/ppt/tags/tag2309.xml" ContentType="application/vnd.openxmlformats-officedocument.presentationml.tags+xml"/>
  <Override PartName="/ppt/tags/tag2310.xml" ContentType="application/vnd.openxmlformats-officedocument.presentationml.tags+xml"/>
  <Override PartName="/ppt/tags/tag2311.xml" ContentType="application/vnd.openxmlformats-officedocument.presentationml.tags+xml"/>
  <Override PartName="/ppt/tags/tag2312.xml" ContentType="application/vnd.openxmlformats-officedocument.presentationml.tags+xml"/>
  <Override PartName="/ppt/tags/tag2313.xml" ContentType="application/vnd.openxmlformats-officedocument.presentationml.tags+xml"/>
  <Override PartName="/ppt/tags/tag2314.xml" ContentType="application/vnd.openxmlformats-officedocument.presentationml.tags+xml"/>
  <Override PartName="/ppt/tags/tag2315.xml" ContentType="application/vnd.openxmlformats-officedocument.presentationml.tags+xml"/>
  <Override PartName="/ppt/tags/tag2316.xml" ContentType="application/vnd.openxmlformats-officedocument.presentationml.tags+xml"/>
  <Override PartName="/ppt/tags/tag2317.xml" ContentType="application/vnd.openxmlformats-officedocument.presentationml.tags+xml"/>
  <Override PartName="/ppt/tags/tag2318.xml" ContentType="application/vnd.openxmlformats-officedocument.presentationml.tags+xml"/>
  <Override PartName="/ppt/tags/tag2319.xml" ContentType="application/vnd.openxmlformats-officedocument.presentationml.tags+xml"/>
  <Override PartName="/ppt/tags/tag2320.xml" ContentType="application/vnd.openxmlformats-officedocument.presentationml.tags+xml"/>
  <Override PartName="/ppt/tags/tag2321.xml" ContentType="application/vnd.openxmlformats-officedocument.presentationml.tags+xml"/>
  <Override PartName="/ppt/tags/tag2322.xml" ContentType="application/vnd.openxmlformats-officedocument.presentationml.tags+xml"/>
  <Override PartName="/ppt/tags/tag2323.xml" ContentType="application/vnd.openxmlformats-officedocument.presentationml.tags+xml"/>
  <Override PartName="/ppt/tags/tag2324.xml" ContentType="application/vnd.openxmlformats-officedocument.presentationml.tags+xml"/>
  <Override PartName="/ppt/tags/tag2325.xml" ContentType="application/vnd.openxmlformats-officedocument.presentationml.tags+xml"/>
  <Override PartName="/ppt/tags/tag2326.xml" ContentType="application/vnd.openxmlformats-officedocument.presentationml.tags+xml"/>
  <Override PartName="/ppt/tags/tag2327.xml" ContentType="application/vnd.openxmlformats-officedocument.presentationml.tags+xml"/>
  <Override PartName="/ppt/tags/tag2328.xml" ContentType="application/vnd.openxmlformats-officedocument.presentationml.tags+xml"/>
  <Override PartName="/ppt/tags/tag2329.xml" ContentType="application/vnd.openxmlformats-officedocument.presentationml.tags+xml"/>
  <Override PartName="/ppt/tags/tag2330.xml" ContentType="application/vnd.openxmlformats-officedocument.presentationml.tags+xml"/>
  <Override PartName="/ppt/tags/tag2331.xml" ContentType="application/vnd.openxmlformats-officedocument.presentationml.tags+xml"/>
  <Override PartName="/ppt/tags/tag2332.xml" ContentType="application/vnd.openxmlformats-officedocument.presentationml.tags+xml"/>
  <Override PartName="/ppt/tags/tag2333.xml" ContentType="application/vnd.openxmlformats-officedocument.presentationml.tags+xml"/>
  <Override PartName="/ppt/tags/tag2334.xml" ContentType="application/vnd.openxmlformats-officedocument.presentationml.tags+xml"/>
  <Override PartName="/ppt/tags/tag2335.xml" ContentType="application/vnd.openxmlformats-officedocument.presentationml.tags+xml"/>
  <Override PartName="/ppt/tags/tag2336.xml" ContentType="application/vnd.openxmlformats-officedocument.presentationml.tags+xml"/>
  <Override PartName="/ppt/tags/tag2337.xml" ContentType="application/vnd.openxmlformats-officedocument.presentationml.tags+xml"/>
  <Override PartName="/ppt/tags/tag2338.xml" ContentType="application/vnd.openxmlformats-officedocument.presentationml.tags+xml"/>
  <Override PartName="/ppt/tags/tag2339.xml" ContentType="application/vnd.openxmlformats-officedocument.presentationml.tags+xml"/>
  <Override PartName="/ppt/tags/tag2340.xml" ContentType="application/vnd.openxmlformats-officedocument.presentationml.tags+xml"/>
  <Override PartName="/ppt/tags/tag2341.xml" ContentType="application/vnd.openxmlformats-officedocument.presentationml.tags+xml"/>
  <Override PartName="/ppt/tags/tag2342.xml" ContentType="application/vnd.openxmlformats-officedocument.presentationml.tags+xml"/>
  <Override PartName="/ppt/tags/tag2343.xml" ContentType="application/vnd.openxmlformats-officedocument.presentationml.tags+xml"/>
  <Override PartName="/ppt/tags/tag2344.xml" ContentType="application/vnd.openxmlformats-officedocument.presentationml.tags+xml"/>
  <Override PartName="/ppt/tags/tag2345.xml" ContentType="application/vnd.openxmlformats-officedocument.presentationml.tags+xml"/>
  <Override PartName="/ppt/tags/tag2346.xml" ContentType="application/vnd.openxmlformats-officedocument.presentationml.tags+xml"/>
  <Override PartName="/ppt/tags/tag2347.xml" ContentType="application/vnd.openxmlformats-officedocument.presentationml.tags+xml"/>
  <Override PartName="/ppt/tags/tag2348.xml" ContentType="application/vnd.openxmlformats-officedocument.presentationml.tags+xml"/>
  <Override PartName="/ppt/tags/tag2349.xml" ContentType="application/vnd.openxmlformats-officedocument.presentationml.tags+xml"/>
  <Override PartName="/ppt/tags/tag2350.xml" ContentType="application/vnd.openxmlformats-officedocument.presentationml.tags+xml"/>
  <Override PartName="/ppt/tags/tag2351.xml" ContentType="application/vnd.openxmlformats-officedocument.presentationml.tags+xml"/>
  <Override PartName="/ppt/tags/tag2352.xml" ContentType="application/vnd.openxmlformats-officedocument.presentationml.tags+xml"/>
  <Override PartName="/ppt/tags/tag2353.xml" ContentType="application/vnd.openxmlformats-officedocument.presentationml.tags+xml"/>
  <Override PartName="/ppt/tags/tag2354.xml" ContentType="application/vnd.openxmlformats-officedocument.presentationml.tags+xml"/>
  <Override PartName="/ppt/tags/tag2355.xml" ContentType="application/vnd.openxmlformats-officedocument.presentationml.tags+xml"/>
  <Override PartName="/ppt/tags/tag2356.xml" ContentType="application/vnd.openxmlformats-officedocument.presentationml.tags+xml"/>
  <Override PartName="/ppt/tags/tag2357.xml" ContentType="application/vnd.openxmlformats-officedocument.presentationml.tags+xml"/>
  <Override PartName="/ppt/tags/tag2358.xml" ContentType="application/vnd.openxmlformats-officedocument.presentationml.tags+xml"/>
  <Override PartName="/ppt/tags/tag2359.xml" ContentType="application/vnd.openxmlformats-officedocument.presentationml.tags+xml"/>
  <Override PartName="/ppt/tags/tag2360.xml" ContentType="application/vnd.openxmlformats-officedocument.presentationml.tags+xml"/>
  <Override PartName="/ppt/tags/tag2361.xml" ContentType="application/vnd.openxmlformats-officedocument.presentationml.tags+xml"/>
  <Override PartName="/ppt/tags/tag2362.xml" ContentType="application/vnd.openxmlformats-officedocument.presentationml.tags+xml"/>
  <Override PartName="/ppt/tags/tag2363.xml" ContentType="application/vnd.openxmlformats-officedocument.presentationml.tags+xml"/>
  <Override PartName="/ppt/tags/tag2364.xml" ContentType="application/vnd.openxmlformats-officedocument.presentationml.tags+xml"/>
  <Override PartName="/ppt/tags/tag2365.xml" ContentType="application/vnd.openxmlformats-officedocument.presentationml.tags+xml"/>
  <Override PartName="/ppt/tags/tag2366.xml" ContentType="application/vnd.openxmlformats-officedocument.presentationml.tags+xml"/>
  <Override PartName="/ppt/tags/tag2367.xml" ContentType="application/vnd.openxmlformats-officedocument.presentationml.tags+xml"/>
  <Override PartName="/ppt/tags/tag2368.xml" ContentType="application/vnd.openxmlformats-officedocument.presentationml.tags+xml"/>
  <Override PartName="/ppt/tags/tag2369.xml" ContentType="application/vnd.openxmlformats-officedocument.presentationml.tags+xml"/>
  <Override PartName="/ppt/tags/tag2370.xml" ContentType="application/vnd.openxmlformats-officedocument.presentationml.tags+xml"/>
  <Override PartName="/ppt/tags/tag2371.xml" ContentType="application/vnd.openxmlformats-officedocument.presentationml.tags+xml"/>
  <Override PartName="/ppt/tags/tag2372.xml" ContentType="application/vnd.openxmlformats-officedocument.presentationml.tags+xml"/>
  <Override PartName="/ppt/tags/tag2373.xml" ContentType="application/vnd.openxmlformats-officedocument.presentationml.tags+xml"/>
  <Override PartName="/ppt/tags/tag2374.xml" ContentType="application/vnd.openxmlformats-officedocument.presentationml.tags+xml"/>
  <Override PartName="/ppt/tags/tag2375.xml" ContentType="application/vnd.openxmlformats-officedocument.presentationml.tags+xml"/>
  <Override PartName="/ppt/tags/tag2376.xml" ContentType="application/vnd.openxmlformats-officedocument.presentationml.tags+xml"/>
  <Override PartName="/ppt/tags/tag2377.xml" ContentType="application/vnd.openxmlformats-officedocument.presentationml.tags+xml"/>
  <Override PartName="/ppt/tags/tag2378.xml" ContentType="application/vnd.openxmlformats-officedocument.presentationml.tags+xml"/>
  <Override PartName="/ppt/tags/tag2379.xml" ContentType="application/vnd.openxmlformats-officedocument.presentationml.tags+xml"/>
  <Override PartName="/ppt/tags/tag2380.xml" ContentType="application/vnd.openxmlformats-officedocument.presentationml.tags+xml"/>
  <Override PartName="/ppt/tags/tag2381.xml" ContentType="application/vnd.openxmlformats-officedocument.presentationml.tags+xml"/>
  <Override PartName="/ppt/tags/tag2382.xml" ContentType="application/vnd.openxmlformats-officedocument.presentationml.tags+xml"/>
  <Override PartName="/ppt/tags/tag2383.xml" ContentType="application/vnd.openxmlformats-officedocument.presentationml.tags+xml"/>
  <Override PartName="/ppt/tags/tag2384.xml" ContentType="application/vnd.openxmlformats-officedocument.presentationml.tags+xml"/>
  <Override PartName="/ppt/tags/tag2385.xml" ContentType="application/vnd.openxmlformats-officedocument.presentationml.tags+xml"/>
  <Override PartName="/ppt/tags/tag2386.xml" ContentType="application/vnd.openxmlformats-officedocument.presentationml.tags+xml"/>
  <Override PartName="/ppt/tags/tag2387.xml" ContentType="application/vnd.openxmlformats-officedocument.presentationml.tags+xml"/>
  <Override PartName="/ppt/tags/tag2388.xml" ContentType="application/vnd.openxmlformats-officedocument.presentationml.tags+xml"/>
  <Override PartName="/ppt/tags/tag2389.xml" ContentType="application/vnd.openxmlformats-officedocument.presentationml.tags+xml"/>
  <Override PartName="/ppt/tags/tag2390.xml" ContentType="application/vnd.openxmlformats-officedocument.presentationml.tags+xml"/>
  <Override PartName="/ppt/tags/tag2391.xml" ContentType="application/vnd.openxmlformats-officedocument.presentationml.tags+xml"/>
  <Override PartName="/ppt/tags/tag2392.xml" ContentType="application/vnd.openxmlformats-officedocument.presentationml.tags+xml"/>
  <Override PartName="/ppt/tags/tag2393.xml" ContentType="application/vnd.openxmlformats-officedocument.presentationml.tags+xml"/>
  <Override PartName="/ppt/tags/tag2394.xml" ContentType="application/vnd.openxmlformats-officedocument.presentationml.tags+xml"/>
  <Override PartName="/ppt/tags/tag2395.xml" ContentType="application/vnd.openxmlformats-officedocument.presentationml.tags+xml"/>
  <Override PartName="/ppt/tags/tag2396.xml" ContentType="application/vnd.openxmlformats-officedocument.presentationml.tags+xml"/>
  <Override PartName="/ppt/tags/tag2397.xml" ContentType="application/vnd.openxmlformats-officedocument.presentationml.tags+xml"/>
  <Override PartName="/ppt/tags/tag2398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403" r:id="rId29"/>
    <p:sldId id="405" r:id="rId30"/>
    <p:sldId id="406" r:id="rId31"/>
    <p:sldId id="407" r:id="rId32"/>
    <p:sldId id="408" r:id="rId33"/>
    <p:sldId id="410" r:id="rId34"/>
    <p:sldId id="412" r:id="rId35"/>
    <p:sldId id="413" r:id="rId36"/>
    <p:sldId id="414" r:id="rId37"/>
    <p:sldId id="415" r:id="rId38"/>
    <p:sldId id="416" r:id="rId39"/>
    <p:sldId id="417" r:id="rId40"/>
    <p:sldId id="418" r:id="rId41"/>
    <p:sldId id="419" r:id="rId42"/>
    <p:sldId id="420" r:id="rId43"/>
    <p:sldId id="421" r:id="rId44"/>
    <p:sldId id="257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3CBEC9B-BF07-47F8-BD18-E2A90EE43098}">
          <p14:sldIdLst>
            <p14:sldId id="256"/>
            <p14:sldId id="258"/>
            <p14:sldId id="259"/>
          </p14:sldIdLst>
        </p14:section>
        <p14:section name="cnn" id="{517E3DD5-FD78-4B18-83B7-15DAD38990AF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rnn" id="{60D76E02-1065-4B3D-AE66-B705E6E2941C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rvnn" id="{E79271EC-CC35-4CEB-9780-9F658079E371}">
          <p14:sldIdLst>
            <p14:sldId id="275"/>
            <p14:sldId id="276"/>
            <p14:sldId id="277"/>
          </p14:sldIdLst>
        </p14:section>
        <p14:section name="attn &amp; transformers" id="{9EE02A0E-ECA1-4433-9785-E05D00308538}">
          <p14:sldIdLst>
            <p14:sldId id="278"/>
            <p14:sldId id="279"/>
            <p14:sldId id="280"/>
            <p14:sldId id="281"/>
            <p14:sldId id="282"/>
            <p14:sldId id="283"/>
            <p14:sldId id="403"/>
            <p14:sldId id="405"/>
            <p14:sldId id="406"/>
            <p14:sldId id="407"/>
            <p14:sldId id="408"/>
            <p14:sldId id="410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  <p14:sldId id="420"/>
            <p14:sldId id="421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AEDAA93-CCF2-59E0-757F-EC741AC82C89}" name="Freda Shi" initials="FS" userId="e68c2e0bbb2f6439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C0"/>
    <a:srgbClr val="0505FF"/>
    <a:srgbClr val="980000"/>
    <a:srgbClr val="E6935D"/>
    <a:srgbClr val="E7EAED"/>
    <a:srgbClr val="CCE2F2"/>
    <a:srgbClr val="7A9E68"/>
    <a:srgbClr val="B78E73"/>
    <a:srgbClr val="64523F"/>
    <a:srgbClr val="3F5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899CA7-8FB0-4524-8131-75E95F40AD5C}" v="187" dt="2026-01-19T08:14:26.407"/>
    <p1510:client id="{B5007B4B-0600-421E-B25F-7CFCF849FEAD}" v="4865" dt="2026-01-19T04:23:00.13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693" autoAdjust="0"/>
    <p:restoredTop sz="78166" autoAdjust="0"/>
  </p:normalViewPr>
  <p:slideViewPr>
    <p:cSldViewPr snapToGrid="0">
      <p:cViewPr varScale="1">
        <p:scale>
          <a:sx n="129" d="100"/>
          <a:sy n="129" d="100"/>
        </p:scale>
        <p:origin x="37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5" d="100"/>
          <a:sy n="125" d="100"/>
        </p:scale>
        <p:origin x="493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eda Shi" userId="e3bafef1-15f2-4eeb-acbe-fa674bab7991" providerId="ADAL" clId="{9555FC65-5A8C-4EE8-9D5B-8283D7A0923C}"/>
    <pc:docChg chg="undo redo custSel addSld delSld modSld sldOrd modMainMaster addSection delSection modSection">
      <pc:chgData name="Freda Shi" userId="e3bafef1-15f2-4eeb-acbe-fa674bab7991" providerId="ADAL" clId="{9555FC65-5A8C-4EE8-9D5B-8283D7A0923C}" dt="2026-01-19T08:15:07.217" v="40164" actId="20577"/>
      <pc:docMkLst>
        <pc:docMk/>
      </pc:docMkLst>
      <pc:sldChg chg="delSp modSp mod">
        <pc:chgData name="Freda Shi" userId="e3bafef1-15f2-4eeb-acbe-fa674bab7991" providerId="ADAL" clId="{9555FC65-5A8C-4EE8-9D5B-8283D7A0923C}" dt="2026-01-19T04:44:37.561" v="38019" actId="20577"/>
        <pc:sldMkLst>
          <pc:docMk/>
          <pc:sldMk cId="228913878" sldId="256"/>
        </pc:sldMkLst>
        <pc:spChg chg="mod">
          <ac:chgData name="Freda Shi" userId="e3bafef1-15f2-4eeb-acbe-fa674bab7991" providerId="ADAL" clId="{9555FC65-5A8C-4EE8-9D5B-8283D7A0923C}" dt="2026-01-19T04:44:37.561" v="38019" actId="20577"/>
          <ac:spMkLst>
            <pc:docMk/>
            <pc:sldMk cId="228913878" sldId="256"/>
            <ac:spMk id="4" creationId="{DA47CF05-BE52-90FA-5147-DA56FCE560BA}"/>
          </ac:spMkLst>
        </pc:spChg>
        <pc:spChg chg="mod">
          <ac:chgData name="Freda Shi" userId="e3bafef1-15f2-4eeb-acbe-fa674bab7991" providerId="ADAL" clId="{9555FC65-5A8C-4EE8-9D5B-8283D7A0923C}" dt="2026-01-19T04:44:23.306" v="37987" actId="20577"/>
          <ac:spMkLst>
            <pc:docMk/>
            <pc:sldMk cId="228913878" sldId="256"/>
            <ac:spMk id="9" creationId="{28B5EE4A-907F-5295-FED3-0CC20CF8B67E}"/>
          </ac:spMkLst>
        </pc:spChg>
      </pc:sldChg>
      <pc:sldChg chg="modSp new mod">
        <pc:chgData name="Freda Shi" userId="e3bafef1-15f2-4eeb-acbe-fa674bab7991" providerId="ADAL" clId="{9555FC65-5A8C-4EE8-9D5B-8283D7A0923C}" dt="2026-01-19T08:15:07.217" v="40164" actId="20577"/>
        <pc:sldMkLst>
          <pc:docMk/>
          <pc:sldMk cId="4208394082" sldId="257"/>
        </pc:sldMkLst>
        <pc:spChg chg="mod">
          <ac:chgData name="Freda Shi" userId="e3bafef1-15f2-4eeb-acbe-fa674bab7991" providerId="ADAL" clId="{9555FC65-5A8C-4EE8-9D5B-8283D7A0923C}" dt="2026-01-19T04:44:50.456" v="38025" actId="20577"/>
          <ac:spMkLst>
            <pc:docMk/>
            <pc:sldMk cId="4208394082" sldId="257"/>
            <ac:spMk id="2" creationId="{10A7FD56-1347-BC68-FFCB-EFBA611AAEE4}"/>
          </ac:spMkLst>
        </pc:spChg>
        <pc:spChg chg="mod">
          <ac:chgData name="Freda Shi" userId="e3bafef1-15f2-4eeb-acbe-fa674bab7991" providerId="ADAL" clId="{9555FC65-5A8C-4EE8-9D5B-8283D7A0923C}" dt="2026-01-19T08:15:07.217" v="40164" actId="20577"/>
          <ac:spMkLst>
            <pc:docMk/>
            <pc:sldMk cId="4208394082" sldId="257"/>
            <ac:spMk id="3" creationId="{E5E3FFB2-F21C-A262-CC27-64E0A4B4F2FD}"/>
          </ac:spMkLst>
        </pc:spChg>
      </pc:sldChg>
      <pc:sldChg chg="addSp delSp modSp new mod modAnim">
        <pc:chgData name="Freda Shi" userId="e3bafef1-15f2-4eeb-acbe-fa674bab7991" providerId="ADAL" clId="{9555FC65-5A8C-4EE8-9D5B-8283D7A0923C}" dt="2026-01-19T04:54:48.468" v="38112" actId="478"/>
        <pc:sldMkLst>
          <pc:docMk/>
          <pc:sldMk cId="1131297167" sldId="258"/>
        </pc:sldMkLst>
        <pc:spChg chg="mod">
          <ac:chgData name="Freda Shi" userId="e3bafef1-15f2-4eeb-acbe-fa674bab7991" providerId="ADAL" clId="{9555FC65-5A8C-4EE8-9D5B-8283D7A0923C}" dt="2026-01-19T04:54:09.399" v="38109" actId="20577"/>
          <ac:spMkLst>
            <pc:docMk/>
            <pc:sldMk cId="1131297167" sldId="258"/>
            <ac:spMk id="2" creationId="{22843DFB-7BF5-09E9-F89A-92E5E634A071}"/>
          </ac:spMkLst>
        </pc:spChg>
        <pc:spChg chg="del">
          <ac:chgData name="Freda Shi" userId="e3bafef1-15f2-4eeb-acbe-fa674bab7991" providerId="ADAL" clId="{9555FC65-5A8C-4EE8-9D5B-8283D7A0923C}" dt="2026-01-19T04:54:48.468" v="38112" actId="478"/>
          <ac:spMkLst>
            <pc:docMk/>
            <pc:sldMk cId="1131297167" sldId="258"/>
            <ac:spMk id="3" creationId="{6EE27E2E-3308-D4B4-BEF5-0C03764A9501}"/>
          </ac:spMkLst>
        </pc:spChg>
        <pc:spChg chg="mod">
          <ac:chgData name="Freda Shi" userId="e3bafef1-15f2-4eeb-acbe-fa674bab7991" providerId="ADAL" clId="{9555FC65-5A8C-4EE8-9D5B-8283D7A0923C}" dt="2026-01-19T04:54:31.976" v="38110"/>
          <ac:spMkLst>
            <pc:docMk/>
            <pc:sldMk cId="1131297167" sldId="258"/>
            <ac:spMk id="6" creationId="{200EE63B-08B6-EA2A-4154-61DE09DC84AD}"/>
          </ac:spMkLst>
        </pc:spChg>
        <pc:spChg chg="mod">
          <ac:chgData name="Freda Shi" userId="e3bafef1-15f2-4eeb-acbe-fa674bab7991" providerId="ADAL" clId="{9555FC65-5A8C-4EE8-9D5B-8283D7A0923C}" dt="2026-01-19T04:54:31.976" v="38110"/>
          <ac:spMkLst>
            <pc:docMk/>
            <pc:sldMk cId="1131297167" sldId="258"/>
            <ac:spMk id="8" creationId="{F8A498BD-70A4-2B61-9F4B-D95999F23B23}"/>
          </ac:spMkLst>
        </pc:spChg>
        <pc:spChg chg="mod">
          <ac:chgData name="Freda Shi" userId="e3bafef1-15f2-4eeb-acbe-fa674bab7991" providerId="ADAL" clId="{9555FC65-5A8C-4EE8-9D5B-8283D7A0923C}" dt="2026-01-19T04:54:31.976" v="38110"/>
          <ac:spMkLst>
            <pc:docMk/>
            <pc:sldMk cId="1131297167" sldId="258"/>
            <ac:spMk id="10" creationId="{B49B100A-25BA-0A36-8B4D-8A1D5B10DB27}"/>
          </ac:spMkLst>
        </pc:spChg>
        <pc:spChg chg="mod">
          <ac:chgData name="Freda Shi" userId="e3bafef1-15f2-4eeb-acbe-fa674bab7991" providerId="ADAL" clId="{9555FC65-5A8C-4EE8-9D5B-8283D7A0923C}" dt="2026-01-19T04:54:31.976" v="38110"/>
          <ac:spMkLst>
            <pc:docMk/>
            <pc:sldMk cId="1131297167" sldId="258"/>
            <ac:spMk id="13" creationId="{E74F2AAD-7A66-61A2-F876-5EC7EAEE3884}"/>
          </ac:spMkLst>
        </pc:spChg>
        <pc:spChg chg="mod">
          <ac:chgData name="Freda Shi" userId="e3bafef1-15f2-4eeb-acbe-fa674bab7991" providerId="ADAL" clId="{9555FC65-5A8C-4EE8-9D5B-8283D7A0923C}" dt="2026-01-19T04:54:31.976" v="38110"/>
          <ac:spMkLst>
            <pc:docMk/>
            <pc:sldMk cId="1131297167" sldId="258"/>
            <ac:spMk id="14" creationId="{2EEF4925-0CCA-EC4F-8B4D-A2AFDD9BA4B5}"/>
          </ac:spMkLst>
        </pc:spChg>
        <pc:spChg chg="mod">
          <ac:chgData name="Freda Shi" userId="e3bafef1-15f2-4eeb-acbe-fa674bab7991" providerId="ADAL" clId="{9555FC65-5A8C-4EE8-9D5B-8283D7A0923C}" dt="2026-01-19T04:54:31.976" v="38110"/>
          <ac:spMkLst>
            <pc:docMk/>
            <pc:sldMk cId="1131297167" sldId="258"/>
            <ac:spMk id="15" creationId="{31DDF159-4469-6136-61FC-787305690CD4}"/>
          </ac:spMkLst>
        </pc:spChg>
        <pc:spChg chg="mod">
          <ac:chgData name="Freda Shi" userId="e3bafef1-15f2-4eeb-acbe-fa674bab7991" providerId="ADAL" clId="{9555FC65-5A8C-4EE8-9D5B-8283D7A0923C}" dt="2026-01-19T04:54:31.976" v="38110"/>
          <ac:spMkLst>
            <pc:docMk/>
            <pc:sldMk cId="1131297167" sldId="258"/>
            <ac:spMk id="17" creationId="{2164864F-FC02-A86C-89A3-FB7E11387E32}"/>
          </ac:spMkLst>
        </pc:spChg>
        <pc:spChg chg="mod">
          <ac:chgData name="Freda Shi" userId="e3bafef1-15f2-4eeb-acbe-fa674bab7991" providerId="ADAL" clId="{9555FC65-5A8C-4EE8-9D5B-8283D7A0923C}" dt="2026-01-19T04:54:31.976" v="38110"/>
          <ac:spMkLst>
            <pc:docMk/>
            <pc:sldMk cId="1131297167" sldId="258"/>
            <ac:spMk id="39" creationId="{967D7E21-539D-6A36-AF66-6F7E11325838}"/>
          </ac:spMkLst>
        </pc:spChg>
        <pc:spChg chg="mod">
          <ac:chgData name="Freda Shi" userId="e3bafef1-15f2-4eeb-acbe-fa674bab7991" providerId="ADAL" clId="{9555FC65-5A8C-4EE8-9D5B-8283D7A0923C}" dt="2026-01-19T04:54:31.976" v="38110"/>
          <ac:spMkLst>
            <pc:docMk/>
            <pc:sldMk cId="1131297167" sldId="258"/>
            <ac:spMk id="41" creationId="{BC91EE9D-F04B-1DBC-F534-C5126FC57B17}"/>
          </ac:spMkLst>
        </pc:spChg>
        <pc:spChg chg="mod">
          <ac:chgData name="Freda Shi" userId="e3bafef1-15f2-4eeb-acbe-fa674bab7991" providerId="ADAL" clId="{9555FC65-5A8C-4EE8-9D5B-8283D7A0923C}" dt="2026-01-19T04:54:31.976" v="38110"/>
          <ac:spMkLst>
            <pc:docMk/>
            <pc:sldMk cId="1131297167" sldId="258"/>
            <ac:spMk id="43" creationId="{72C3C2A4-C4B0-D999-86CD-62C1477AE7AE}"/>
          </ac:spMkLst>
        </pc:spChg>
        <pc:spChg chg="mod">
          <ac:chgData name="Freda Shi" userId="e3bafef1-15f2-4eeb-acbe-fa674bab7991" providerId="ADAL" clId="{9555FC65-5A8C-4EE8-9D5B-8283D7A0923C}" dt="2026-01-19T04:54:44.068" v="38111"/>
          <ac:spMkLst>
            <pc:docMk/>
            <pc:sldMk cId="1131297167" sldId="258"/>
            <ac:spMk id="54" creationId="{91D8E78E-F769-B2DE-E173-6968BE8F781A}"/>
          </ac:spMkLst>
        </pc:spChg>
        <pc:spChg chg="mod">
          <ac:chgData name="Freda Shi" userId="e3bafef1-15f2-4eeb-acbe-fa674bab7991" providerId="ADAL" clId="{9555FC65-5A8C-4EE8-9D5B-8283D7A0923C}" dt="2026-01-19T04:54:44.068" v="38111"/>
          <ac:spMkLst>
            <pc:docMk/>
            <pc:sldMk cId="1131297167" sldId="258"/>
            <ac:spMk id="61" creationId="{F03AC270-11DA-E60A-A22F-D6A9F27B98F6}"/>
          </ac:spMkLst>
        </pc:spChg>
        <pc:spChg chg="mod">
          <ac:chgData name="Freda Shi" userId="e3bafef1-15f2-4eeb-acbe-fa674bab7991" providerId="ADAL" clId="{9555FC65-5A8C-4EE8-9D5B-8283D7A0923C}" dt="2026-01-19T04:54:44.068" v="38111"/>
          <ac:spMkLst>
            <pc:docMk/>
            <pc:sldMk cId="1131297167" sldId="258"/>
            <ac:spMk id="62" creationId="{0F044E0F-4A7C-80C9-C7AF-71A8A775C0E9}"/>
          </ac:spMkLst>
        </pc:spChg>
        <pc:spChg chg="mod">
          <ac:chgData name="Freda Shi" userId="e3bafef1-15f2-4eeb-acbe-fa674bab7991" providerId="ADAL" clId="{9555FC65-5A8C-4EE8-9D5B-8283D7A0923C}" dt="2026-01-19T04:54:44.068" v="38111"/>
          <ac:spMkLst>
            <pc:docMk/>
            <pc:sldMk cId="1131297167" sldId="258"/>
            <ac:spMk id="63" creationId="{D2ABEABF-2A4E-1EAF-5E23-B31286C77734}"/>
          </ac:spMkLst>
        </pc:spChg>
        <pc:spChg chg="mod">
          <ac:chgData name="Freda Shi" userId="e3bafef1-15f2-4eeb-acbe-fa674bab7991" providerId="ADAL" clId="{9555FC65-5A8C-4EE8-9D5B-8283D7A0923C}" dt="2026-01-19T04:54:44.068" v="38111"/>
          <ac:spMkLst>
            <pc:docMk/>
            <pc:sldMk cId="1131297167" sldId="258"/>
            <ac:spMk id="64" creationId="{E91E9B4E-BAA3-EFB9-C056-379FB44C6C9C}"/>
          </ac:spMkLst>
        </pc:spChg>
        <pc:spChg chg="mod">
          <ac:chgData name="Freda Shi" userId="e3bafef1-15f2-4eeb-acbe-fa674bab7991" providerId="ADAL" clId="{9555FC65-5A8C-4EE8-9D5B-8283D7A0923C}" dt="2026-01-19T04:54:44.068" v="38111"/>
          <ac:spMkLst>
            <pc:docMk/>
            <pc:sldMk cId="1131297167" sldId="258"/>
            <ac:spMk id="72" creationId="{78A619A6-B826-5712-45F4-89D142A80481}"/>
          </ac:spMkLst>
        </pc:spChg>
        <pc:spChg chg="mod">
          <ac:chgData name="Freda Shi" userId="e3bafef1-15f2-4eeb-acbe-fa674bab7991" providerId="ADAL" clId="{9555FC65-5A8C-4EE8-9D5B-8283D7A0923C}" dt="2026-01-19T04:54:44.068" v="38111"/>
          <ac:spMkLst>
            <pc:docMk/>
            <pc:sldMk cId="1131297167" sldId="258"/>
            <ac:spMk id="75" creationId="{72F023D2-5DCD-6F44-DCB8-689DE0A0779D}"/>
          </ac:spMkLst>
        </pc:spChg>
        <pc:spChg chg="mod">
          <ac:chgData name="Freda Shi" userId="e3bafef1-15f2-4eeb-acbe-fa674bab7991" providerId="ADAL" clId="{9555FC65-5A8C-4EE8-9D5B-8283D7A0923C}" dt="2026-01-19T04:54:44.068" v="38111"/>
          <ac:spMkLst>
            <pc:docMk/>
            <pc:sldMk cId="1131297167" sldId="258"/>
            <ac:spMk id="78" creationId="{FD518302-2E2B-FCFD-C1D4-A96F3B04FAA6}"/>
          </ac:spMkLst>
        </pc:spChg>
        <pc:spChg chg="mod">
          <ac:chgData name="Freda Shi" userId="e3bafef1-15f2-4eeb-acbe-fa674bab7991" providerId="ADAL" clId="{9555FC65-5A8C-4EE8-9D5B-8283D7A0923C}" dt="2026-01-19T04:54:44.068" v="38111"/>
          <ac:spMkLst>
            <pc:docMk/>
            <pc:sldMk cId="1131297167" sldId="258"/>
            <ac:spMk id="80" creationId="{BC002420-7E40-A885-2D4A-E5771A7E2EAD}"/>
          </ac:spMkLst>
        </pc:spChg>
        <pc:spChg chg="mod">
          <ac:chgData name="Freda Shi" userId="e3bafef1-15f2-4eeb-acbe-fa674bab7991" providerId="ADAL" clId="{9555FC65-5A8C-4EE8-9D5B-8283D7A0923C}" dt="2026-01-19T04:54:44.068" v="38111"/>
          <ac:spMkLst>
            <pc:docMk/>
            <pc:sldMk cId="1131297167" sldId="258"/>
            <ac:spMk id="88" creationId="{2E19DF59-F696-6E47-FB54-986F280D098D}"/>
          </ac:spMkLst>
        </pc:spChg>
      </pc:sldChg>
      <pc:sldChg chg="modSp new mod">
        <pc:chgData name="Freda Shi" userId="e3bafef1-15f2-4eeb-acbe-fa674bab7991" providerId="ADAL" clId="{9555FC65-5A8C-4EE8-9D5B-8283D7A0923C}" dt="2026-01-19T04:56:00.547" v="38281" actId="20577"/>
        <pc:sldMkLst>
          <pc:docMk/>
          <pc:sldMk cId="318834084" sldId="259"/>
        </pc:sldMkLst>
        <pc:spChg chg="mod">
          <ac:chgData name="Freda Shi" userId="e3bafef1-15f2-4eeb-acbe-fa674bab7991" providerId="ADAL" clId="{9555FC65-5A8C-4EE8-9D5B-8283D7A0923C}" dt="2026-01-19T04:55:34.709" v="38171" actId="20577"/>
          <ac:spMkLst>
            <pc:docMk/>
            <pc:sldMk cId="318834084" sldId="259"/>
            <ac:spMk id="2" creationId="{5AAB6939-2983-3750-47A3-78CBBE613D26}"/>
          </ac:spMkLst>
        </pc:spChg>
        <pc:spChg chg="mod">
          <ac:chgData name="Freda Shi" userId="e3bafef1-15f2-4eeb-acbe-fa674bab7991" providerId="ADAL" clId="{9555FC65-5A8C-4EE8-9D5B-8283D7A0923C}" dt="2026-01-19T04:56:00.547" v="38281" actId="20577"/>
          <ac:spMkLst>
            <pc:docMk/>
            <pc:sldMk cId="318834084" sldId="259"/>
            <ac:spMk id="3" creationId="{0B759C74-AB68-2A85-1DA4-2A544BB6D8DA}"/>
          </ac:spMkLst>
        </pc:spChg>
      </pc:sldChg>
      <pc:sldChg chg="addSp modSp new mod">
        <pc:chgData name="Freda Shi" userId="e3bafef1-15f2-4eeb-acbe-fa674bab7991" providerId="ADAL" clId="{9555FC65-5A8C-4EE8-9D5B-8283D7A0923C}" dt="2026-01-19T04:56:24.837" v="38287" actId="5793"/>
        <pc:sldMkLst>
          <pc:docMk/>
          <pc:sldMk cId="1561038546" sldId="260"/>
        </pc:sldMkLst>
        <pc:spChg chg="mod">
          <ac:chgData name="Freda Shi" userId="e3bafef1-15f2-4eeb-acbe-fa674bab7991" providerId="ADAL" clId="{9555FC65-5A8C-4EE8-9D5B-8283D7A0923C}" dt="2026-01-19T04:56:07.082" v="38283"/>
          <ac:spMkLst>
            <pc:docMk/>
            <pc:sldMk cId="1561038546" sldId="260"/>
            <ac:spMk id="2" creationId="{5D617A65-91BA-9D23-599F-3E2AF104E837}"/>
          </ac:spMkLst>
        </pc:spChg>
        <pc:spChg chg="mod">
          <ac:chgData name="Freda Shi" userId="e3bafef1-15f2-4eeb-acbe-fa674bab7991" providerId="ADAL" clId="{9555FC65-5A8C-4EE8-9D5B-8283D7A0923C}" dt="2026-01-19T04:56:24.837" v="38287" actId="5793"/>
          <ac:spMkLst>
            <pc:docMk/>
            <pc:sldMk cId="1561038546" sldId="260"/>
            <ac:spMk id="3" creationId="{6CCAF31F-FAF7-3722-77B5-3D0C2FE4DA1B}"/>
          </ac:spMkLst>
        </pc:spChg>
        <pc:picChg chg="add mod">
          <ac:chgData name="Freda Shi" userId="e3bafef1-15f2-4eeb-acbe-fa674bab7991" providerId="ADAL" clId="{9555FC65-5A8C-4EE8-9D5B-8283D7A0923C}" dt="2026-01-19T04:56:22.483" v="38286"/>
          <ac:picMkLst>
            <pc:docMk/>
            <pc:sldMk cId="1561038546" sldId="260"/>
            <ac:picMk id="5" creationId="{3BB081B7-40C3-8360-97C0-418361E0DA9C}"/>
          </ac:picMkLst>
        </pc:picChg>
      </pc:sldChg>
      <pc:sldChg chg="addSp delSp modSp new mod">
        <pc:chgData name="Freda Shi" userId="e3bafef1-15f2-4eeb-acbe-fa674bab7991" providerId="ADAL" clId="{9555FC65-5A8C-4EE8-9D5B-8283D7A0923C}" dt="2026-01-19T04:57:48.812" v="38358" actId="1035"/>
        <pc:sldMkLst>
          <pc:docMk/>
          <pc:sldMk cId="2997509681" sldId="261"/>
        </pc:sldMkLst>
        <pc:spChg chg="mod">
          <ac:chgData name="Freda Shi" userId="e3bafef1-15f2-4eeb-acbe-fa674bab7991" providerId="ADAL" clId="{9555FC65-5A8C-4EE8-9D5B-8283D7A0923C}" dt="2026-01-19T04:56:44.081" v="38327" actId="20577"/>
          <ac:spMkLst>
            <pc:docMk/>
            <pc:sldMk cId="2997509681" sldId="261"/>
            <ac:spMk id="2" creationId="{56FDA2B3-6A7F-604E-56D2-C7F489A1ED9B}"/>
          </ac:spMkLst>
        </pc:spChg>
        <pc:spChg chg="del">
          <ac:chgData name="Freda Shi" userId="e3bafef1-15f2-4eeb-acbe-fa674bab7991" providerId="ADAL" clId="{9555FC65-5A8C-4EE8-9D5B-8283D7A0923C}" dt="2026-01-19T04:56:47.630" v="38328" actId="478"/>
          <ac:spMkLst>
            <pc:docMk/>
            <pc:sldMk cId="2997509681" sldId="261"/>
            <ac:spMk id="3" creationId="{0915C021-7C73-6B62-A16C-080F63B45053}"/>
          </ac:spMkLst>
        </pc:spChg>
        <pc:spChg chg="add mod">
          <ac:chgData name="Freda Shi" userId="e3bafef1-15f2-4eeb-acbe-fa674bab7991" providerId="ADAL" clId="{9555FC65-5A8C-4EE8-9D5B-8283D7A0923C}" dt="2026-01-19T04:57:48.812" v="38358" actId="1035"/>
          <ac:spMkLst>
            <pc:docMk/>
            <pc:sldMk cId="2997509681" sldId="261"/>
            <ac:spMk id="6" creationId="{8A44EF87-6BCE-3CF2-D93A-81D212A3056D}"/>
          </ac:spMkLst>
        </pc:spChg>
        <pc:picChg chg="add mod">
          <ac:chgData name="Freda Shi" userId="e3bafef1-15f2-4eeb-acbe-fa674bab7991" providerId="ADAL" clId="{9555FC65-5A8C-4EE8-9D5B-8283D7A0923C}" dt="2026-01-19T04:57:48.812" v="38358" actId="1035"/>
          <ac:picMkLst>
            <pc:docMk/>
            <pc:sldMk cId="2997509681" sldId="261"/>
            <ac:picMk id="5" creationId="{AC9909F3-68BE-929B-D6A2-8FB8CBCFAF07}"/>
          </ac:picMkLst>
        </pc:picChg>
      </pc:sldChg>
      <pc:sldChg chg="addSp delSp modSp new mod">
        <pc:chgData name="Freda Shi" userId="e3bafef1-15f2-4eeb-acbe-fa674bab7991" providerId="ADAL" clId="{9555FC65-5A8C-4EE8-9D5B-8283D7A0923C}" dt="2026-01-19T04:58:24.332" v="38386"/>
        <pc:sldMkLst>
          <pc:docMk/>
          <pc:sldMk cId="1903962241" sldId="262"/>
        </pc:sldMkLst>
        <pc:spChg chg="mod">
          <ac:chgData name="Freda Shi" userId="e3bafef1-15f2-4eeb-acbe-fa674bab7991" providerId="ADAL" clId="{9555FC65-5A8C-4EE8-9D5B-8283D7A0923C}" dt="2026-01-19T04:58:19.907" v="38385" actId="20577"/>
          <ac:spMkLst>
            <pc:docMk/>
            <pc:sldMk cId="1903962241" sldId="262"/>
            <ac:spMk id="2" creationId="{3963B1D1-F34D-E634-673C-E2E83D19A06C}"/>
          </ac:spMkLst>
        </pc:spChg>
        <pc:spChg chg="del">
          <ac:chgData name="Freda Shi" userId="e3bafef1-15f2-4eeb-acbe-fa674bab7991" providerId="ADAL" clId="{9555FC65-5A8C-4EE8-9D5B-8283D7A0923C}" dt="2026-01-19T04:58:24.332" v="38386"/>
          <ac:spMkLst>
            <pc:docMk/>
            <pc:sldMk cId="1903962241" sldId="262"/>
            <ac:spMk id="3" creationId="{B8321895-2398-16ED-0049-879E9DD33286}"/>
          </ac:spMkLst>
        </pc:spChg>
        <pc:picChg chg="add mod">
          <ac:chgData name="Freda Shi" userId="e3bafef1-15f2-4eeb-acbe-fa674bab7991" providerId="ADAL" clId="{9555FC65-5A8C-4EE8-9D5B-8283D7A0923C}" dt="2026-01-19T04:58:24.332" v="38386"/>
          <ac:picMkLst>
            <pc:docMk/>
            <pc:sldMk cId="1903962241" sldId="262"/>
            <ac:picMk id="5" creationId="{4FFB7F43-6732-AC77-8DED-C00C3DEB323B}"/>
          </ac:picMkLst>
        </pc:picChg>
      </pc:sldChg>
      <pc:sldChg chg="addSp delSp modSp new mod addAnim delAnim modAnim">
        <pc:chgData name="Freda Shi" userId="e3bafef1-15f2-4eeb-acbe-fa674bab7991" providerId="ADAL" clId="{9555FC65-5A8C-4EE8-9D5B-8283D7A0923C}" dt="2026-01-19T06:16:16.422" v="38483"/>
        <pc:sldMkLst>
          <pc:docMk/>
          <pc:sldMk cId="1100493263" sldId="263"/>
        </pc:sldMkLst>
        <pc:spChg chg="mod">
          <ac:chgData name="Freda Shi" userId="e3bafef1-15f2-4eeb-acbe-fa674bab7991" providerId="ADAL" clId="{9555FC65-5A8C-4EE8-9D5B-8283D7A0923C}" dt="2026-01-19T06:08:21.106" v="38401" actId="20577"/>
          <ac:spMkLst>
            <pc:docMk/>
            <pc:sldMk cId="1100493263" sldId="263"/>
            <ac:spMk id="2" creationId="{929AD658-052C-4C71-4674-D6C1F21F0D32}"/>
          </ac:spMkLst>
        </pc:spChg>
        <pc:spChg chg="del">
          <ac:chgData name="Freda Shi" userId="e3bafef1-15f2-4eeb-acbe-fa674bab7991" providerId="ADAL" clId="{9555FC65-5A8C-4EE8-9D5B-8283D7A0923C}" dt="2026-01-19T06:08:24.579" v="38402" actId="478"/>
          <ac:spMkLst>
            <pc:docMk/>
            <pc:sldMk cId="1100493263" sldId="263"/>
            <ac:spMk id="3" creationId="{9190E3DC-B188-0490-AF3C-F99F5D150015}"/>
          </ac:spMkLst>
        </pc:spChg>
        <pc:spChg chg="mod">
          <ac:chgData name="Freda Shi" userId="e3bafef1-15f2-4eeb-acbe-fa674bab7991" providerId="ADAL" clId="{9555FC65-5A8C-4EE8-9D5B-8283D7A0923C}" dt="2026-01-19T06:08:51.985" v="38404" actId="2711"/>
          <ac:spMkLst>
            <pc:docMk/>
            <pc:sldMk cId="1100493263" sldId="263"/>
            <ac:spMk id="13" creationId="{4FB6B887-B053-A258-187A-4AE2A1639903}"/>
          </ac:spMkLst>
        </pc:spChg>
        <pc:spChg chg="mod">
          <ac:chgData name="Freda Shi" userId="e3bafef1-15f2-4eeb-acbe-fa674bab7991" providerId="ADAL" clId="{9555FC65-5A8C-4EE8-9D5B-8283D7A0923C}" dt="2026-01-19T06:08:51.985" v="38404" actId="2711"/>
          <ac:spMkLst>
            <pc:docMk/>
            <pc:sldMk cId="1100493263" sldId="263"/>
            <ac:spMk id="14" creationId="{323A39C9-FF45-C3D1-81DE-E410C8E15F43}"/>
          </ac:spMkLst>
        </pc:spChg>
        <pc:spChg chg="mod">
          <ac:chgData name="Freda Shi" userId="e3bafef1-15f2-4eeb-acbe-fa674bab7991" providerId="ADAL" clId="{9555FC65-5A8C-4EE8-9D5B-8283D7A0923C}" dt="2026-01-19T06:08:51.985" v="38404" actId="2711"/>
          <ac:spMkLst>
            <pc:docMk/>
            <pc:sldMk cId="1100493263" sldId="263"/>
            <ac:spMk id="16" creationId="{F1A66C92-6B9F-677E-D24D-F5588B0F105F}"/>
          </ac:spMkLst>
        </pc:spChg>
        <pc:spChg chg="mod">
          <ac:chgData name="Freda Shi" userId="e3bafef1-15f2-4eeb-acbe-fa674bab7991" providerId="ADAL" clId="{9555FC65-5A8C-4EE8-9D5B-8283D7A0923C}" dt="2026-01-19T06:08:51.985" v="38404" actId="2711"/>
          <ac:spMkLst>
            <pc:docMk/>
            <pc:sldMk cId="1100493263" sldId="263"/>
            <ac:spMk id="19" creationId="{0AC5C53C-17DB-B74A-D614-36FAC9A4C226}"/>
          </ac:spMkLst>
        </pc:spChg>
        <pc:spChg chg="mod">
          <ac:chgData name="Freda Shi" userId="e3bafef1-15f2-4eeb-acbe-fa674bab7991" providerId="ADAL" clId="{9555FC65-5A8C-4EE8-9D5B-8283D7A0923C}" dt="2026-01-19T06:08:51.985" v="38404" actId="2711"/>
          <ac:spMkLst>
            <pc:docMk/>
            <pc:sldMk cId="1100493263" sldId="263"/>
            <ac:spMk id="20" creationId="{AC5A911F-4D19-8D6A-A11C-0696FB57BF5F}"/>
          </ac:spMkLst>
        </pc:spChg>
        <pc:spChg chg="mod">
          <ac:chgData name="Freda Shi" userId="e3bafef1-15f2-4eeb-acbe-fa674bab7991" providerId="ADAL" clId="{9555FC65-5A8C-4EE8-9D5B-8283D7A0923C}" dt="2026-01-19T06:08:51.985" v="38404" actId="2711"/>
          <ac:spMkLst>
            <pc:docMk/>
            <pc:sldMk cId="1100493263" sldId="263"/>
            <ac:spMk id="23" creationId="{0078E25A-04B1-B649-8C06-C9CA1D4BF4EF}"/>
          </ac:spMkLst>
        </pc:spChg>
        <pc:spChg chg="add mod">
          <ac:chgData name="Freda Shi" userId="e3bafef1-15f2-4eeb-acbe-fa674bab7991" providerId="ADAL" clId="{9555FC65-5A8C-4EE8-9D5B-8283D7A0923C}" dt="2026-01-19T06:08:51.985" v="38404" actId="2711"/>
          <ac:spMkLst>
            <pc:docMk/>
            <pc:sldMk cId="1100493263" sldId="263"/>
            <ac:spMk id="42" creationId="{8BE2C108-5FEE-D13B-0DA2-D47058798A9E}"/>
          </ac:spMkLst>
        </pc:spChg>
        <pc:spChg chg="mod">
          <ac:chgData name="Freda Shi" userId="e3bafef1-15f2-4eeb-acbe-fa674bab7991" providerId="ADAL" clId="{9555FC65-5A8C-4EE8-9D5B-8283D7A0923C}" dt="2026-01-19T06:08:51.985" v="38404" actId="2711"/>
          <ac:spMkLst>
            <pc:docMk/>
            <pc:sldMk cId="1100493263" sldId="263"/>
            <ac:spMk id="49" creationId="{913C3F5B-535C-B118-5B2D-A57984C49C41}"/>
          </ac:spMkLst>
        </pc:spChg>
        <pc:spChg chg="mod">
          <ac:chgData name="Freda Shi" userId="e3bafef1-15f2-4eeb-acbe-fa674bab7991" providerId="ADAL" clId="{9555FC65-5A8C-4EE8-9D5B-8283D7A0923C}" dt="2026-01-19T06:08:51.985" v="38404" actId="2711"/>
          <ac:spMkLst>
            <pc:docMk/>
            <pc:sldMk cId="1100493263" sldId="263"/>
            <ac:spMk id="61" creationId="{534D3108-53AC-5322-16FC-01886D9F8576}"/>
          </ac:spMkLst>
        </pc:spChg>
        <pc:spChg chg="add mod">
          <ac:chgData name="Freda Shi" userId="e3bafef1-15f2-4eeb-acbe-fa674bab7991" providerId="ADAL" clId="{9555FC65-5A8C-4EE8-9D5B-8283D7A0923C}" dt="2026-01-19T06:08:51.985" v="38404" actId="2711"/>
          <ac:spMkLst>
            <pc:docMk/>
            <pc:sldMk cId="1100493263" sldId="263"/>
            <ac:spMk id="64" creationId="{329651C2-442F-F71A-222B-48AE68C059D0}"/>
          </ac:spMkLst>
        </pc:spChg>
        <pc:spChg chg="mod">
          <ac:chgData name="Freda Shi" userId="e3bafef1-15f2-4eeb-acbe-fa674bab7991" providerId="ADAL" clId="{9555FC65-5A8C-4EE8-9D5B-8283D7A0923C}" dt="2026-01-19T06:15:36.915" v="38475" actId="20577"/>
          <ac:spMkLst>
            <pc:docMk/>
            <pc:sldMk cId="1100493263" sldId="263"/>
            <ac:spMk id="67" creationId="{283C05F0-240B-A163-A949-4D03206CE72D}"/>
          </ac:spMkLst>
        </pc:spChg>
      </pc:sldChg>
      <pc:sldChg chg="addSp delSp modSp new mod modTransition modAnim">
        <pc:chgData name="Freda Shi" userId="e3bafef1-15f2-4eeb-acbe-fa674bab7991" providerId="ADAL" clId="{9555FC65-5A8C-4EE8-9D5B-8283D7A0923C}" dt="2026-01-19T06:16:27.758" v="38486"/>
        <pc:sldMkLst>
          <pc:docMk/>
          <pc:sldMk cId="1597586850" sldId="264"/>
        </pc:sldMkLst>
        <pc:spChg chg="mod">
          <ac:chgData name="Freda Shi" userId="e3bafef1-15f2-4eeb-acbe-fa674bab7991" providerId="ADAL" clId="{9555FC65-5A8C-4EE8-9D5B-8283D7A0923C}" dt="2026-01-19T06:11:29.262" v="38410"/>
          <ac:spMkLst>
            <pc:docMk/>
            <pc:sldMk cId="1597586850" sldId="264"/>
            <ac:spMk id="2" creationId="{40250FB9-3F13-DB2D-8866-96A1C62A54CD}"/>
          </ac:spMkLst>
        </pc:spChg>
        <pc:spChg chg="del">
          <ac:chgData name="Freda Shi" userId="e3bafef1-15f2-4eeb-acbe-fa674bab7991" providerId="ADAL" clId="{9555FC65-5A8C-4EE8-9D5B-8283D7A0923C}" dt="2026-01-19T06:11:07.727" v="38406" actId="478"/>
          <ac:spMkLst>
            <pc:docMk/>
            <pc:sldMk cId="1597586850" sldId="264"/>
            <ac:spMk id="3" creationId="{1ACA2DE5-4156-5787-BA6C-05564BE74EB0}"/>
          </ac:spMkLst>
        </pc:spChg>
        <pc:spChg chg="mod">
          <ac:chgData name="Freda Shi" userId="e3bafef1-15f2-4eeb-acbe-fa674bab7991" providerId="ADAL" clId="{9555FC65-5A8C-4EE8-9D5B-8283D7A0923C}" dt="2026-01-19T06:11:19.776" v="38409" actId="2711"/>
          <ac:spMkLst>
            <pc:docMk/>
            <pc:sldMk cId="1597586850" sldId="264"/>
            <ac:spMk id="18" creationId="{CD226796-DF21-E05D-DD63-A048396CE524}"/>
          </ac:spMkLst>
        </pc:spChg>
        <pc:spChg chg="mod">
          <ac:chgData name="Freda Shi" userId="e3bafef1-15f2-4eeb-acbe-fa674bab7991" providerId="ADAL" clId="{9555FC65-5A8C-4EE8-9D5B-8283D7A0923C}" dt="2026-01-19T06:11:19.776" v="38409" actId="2711"/>
          <ac:spMkLst>
            <pc:docMk/>
            <pc:sldMk cId="1597586850" sldId="264"/>
            <ac:spMk id="26" creationId="{319416BB-C121-8243-0BB7-A8AAE263AB94}"/>
          </ac:spMkLst>
        </pc:spChg>
        <pc:spChg chg="mod">
          <ac:chgData name="Freda Shi" userId="e3bafef1-15f2-4eeb-acbe-fa674bab7991" providerId="ADAL" clId="{9555FC65-5A8C-4EE8-9D5B-8283D7A0923C}" dt="2026-01-19T06:11:19.776" v="38409" actId="2711"/>
          <ac:spMkLst>
            <pc:docMk/>
            <pc:sldMk cId="1597586850" sldId="264"/>
            <ac:spMk id="33" creationId="{040486BA-04E5-29AE-BBF2-3401DC88CBC8}"/>
          </ac:spMkLst>
        </pc:spChg>
        <pc:spChg chg="mod">
          <ac:chgData name="Freda Shi" userId="e3bafef1-15f2-4eeb-acbe-fa674bab7991" providerId="ADAL" clId="{9555FC65-5A8C-4EE8-9D5B-8283D7A0923C}" dt="2026-01-19T06:11:19.776" v="38409" actId="2711"/>
          <ac:spMkLst>
            <pc:docMk/>
            <pc:sldMk cId="1597586850" sldId="264"/>
            <ac:spMk id="36" creationId="{50E3F822-43CD-6BEC-D01C-BD4FE90A21C0}"/>
          </ac:spMkLst>
        </pc:spChg>
        <pc:spChg chg="mod">
          <ac:chgData name="Freda Shi" userId="e3bafef1-15f2-4eeb-acbe-fa674bab7991" providerId="ADAL" clId="{9555FC65-5A8C-4EE8-9D5B-8283D7A0923C}" dt="2026-01-19T06:11:19.776" v="38409" actId="2711"/>
          <ac:spMkLst>
            <pc:docMk/>
            <pc:sldMk cId="1597586850" sldId="264"/>
            <ac:spMk id="42" creationId="{44E7774E-79FD-B729-2883-C00316DE3836}"/>
          </ac:spMkLst>
        </pc:spChg>
        <pc:spChg chg="mod">
          <ac:chgData name="Freda Shi" userId="e3bafef1-15f2-4eeb-acbe-fa674bab7991" providerId="ADAL" clId="{9555FC65-5A8C-4EE8-9D5B-8283D7A0923C}" dt="2026-01-19T06:11:19.776" v="38409" actId="2711"/>
          <ac:spMkLst>
            <pc:docMk/>
            <pc:sldMk cId="1597586850" sldId="264"/>
            <ac:spMk id="47" creationId="{8B7C64C5-80B9-821B-0A31-D58BFA364479}"/>
          </ac:spMkLst>
        </pc:spChg>
        <pc:spChg chg="mod">
          <ac:chgData name="Freda Shi" userId="e3bafef1-15f2-4eeb-acbe-fa674bab7991" providerId="ADAL" clId="{9555FC65-5A8C-4EE8-9D5B-8283D7A0923C}" dt="2026-01-19T06:11:19.776" v="38409" actId="2711"/>
          <ac:spMkLst>
            <pc:docMk/>
            <pc:sldMk cId="1597586850" sldId="264"/>
            <ac:spMk id="48" creationId="{0B2A72CB-9FF8-6D73-12BD-9B3FB2F1A865}"/>
          </ac:spMkLst>
        </pc:spChg>
        <pc:spChg chg="mod">
          <ac:chgData name="Freda Shi" userId="e3bafef1-15f2-4eeb-acbe-fa674bab7991" providerId="ADAL" clId="{9555FC65-5A8C-4EE8-9D5B-8283D7A0923C}" dt="2026-01-19T06:11:19.776" v="38409" actId="2711"/>
          <ac:spMkLst>
            <pc:docMk/>
            <pc:sldMk cId="1597586850" sldId="264"/>
            <ac:spMk id="55" creationId="{6246D779-AC3B-4E47-35EA-E833EFE5EEE4}"/>
          </ac:spMkLst>
        </pc:spChg>
        <pc:spChg chg="add mod">
          <ac:chgData name="Freda Shi" userId="e3bafef1-15f2-4eeb-acbe-fa674bab7991" providerId="ADAL" clId="{9555FC65-5A8C-4EE8-9D5B-8283D7A0923C}" dt="2026-01-19T06:11:19.776" v="38409" actId="2711"/>
          <ac:spMkLst>
            <pc:docMk/>
            <pc:sldMk cId="1597586850" sldId="264"/>
            <ac:spMk id="65" creationId="{35D48A12-2902-39B8-E25D-A6A26FAEFFAD}"/>
          </ac:spMkLst>
        </pc:spChg>
        <pc:spChg chg="add del mod">
          <ac:chgData name="Freda Shi" userId="e3bafef1-15f2-4eeb-acbe-fa674bab7991" providerId="ADAL" clId="{9555FC65-5A8C-4EE8-9D5B-8283D7A0923C}" dt="2026-01-19T06:16:24.079" v="38484" actId="478"/>
          <ac:spMkLst>
            <pc:docMk/>
            <pc:sldMk cId="1597586850" sldId="264"/>
            <ac:spMk id="69" creationId="{E005DD81-97BE-2C18-C73D-DB12A3F9C296}"/>
          </ac:spMkLst>
        </pc:spChg>
        <pc:spChg chg="add mod">
          <ac:chgData name="Freda Shi" userId="e3bafef1-15f2-4eeb-acbe-fa674bab7991" providerId="ADAL" clId="{9555FC65-5A8C-4EE8-9D5B-8283D7A0923C}" dt="2026-01-19T06:16:24.457" v="38485"/>
          <ac:spMkLst>
            <pc:docMk/>
            <pc:sldMk cId="1597586850" sldId="264"/>
            <ac:spMk id="70" creationId="{DFC3DC5C-5842-4AD2-9B9A-AD6605A175F5}"/>
          </ac:spMkLst>
        </pc:spChg>
        <pc:cxnChg chg="del">
          <ac:chgData name="Freda Shi" userId="e3bafef1-15f2-4eeb-acbe-fa674bab7991" providerId="ADAL" clId="{9555FC65-5A8C-4EE8-9D5B-8283D7A0923C}" dt="2026-01-19T06:11:12.020" v="38408" actId="478"/>
          <ac:cxnSpMkLst>
            <pc:docMk/>
            <pc:sldMk cId="1597586850" sldId="264"/>
            <ac:cxnSpMk id="5" creationId="{BCDD9F21-2E61-AF01-02EB-7FA65BC3CB11}"/>
          </ac:cxnSpMkLst>
        </pc:cxnChg>
      </pc:sldChg>
      <pc:sldChg chg="addSp delSp modSp new mod modTransition modAnim">
        <pc:chgData name="Freda Shi" userId="e3bafef1-15f2-4eeb-acbe-fa674bab7991" providerId="ADAL" clId="{9555FC65-5A8C-4EE8-9D5B-8283D7A0923C}" dt="2026-01-19T06:16:35.077" v="38489"/>
        <pc:sldMkLst>
          <pc:docMk/>
          <pc:sldMk cId="1460077616" sldId="265"/>
        </pc:sldMkLst>
        <pc:spChg chg="mod">
          <ac:chgData name="Freda Shi" userId="e3bafef1-15f2-4eeb-acbe-fa674bab7991" providerId="ADAL" clId="{9555FC65-5A8C-4EE8-9D5B-8283D7A0923C}" dt="2026-01-19T06:12:24.156" v="38438" actId="20577"/>
          <ac:spMkLst>
            <pc:docMk/>
            <pc:sldMk cId="1460077616" sldId="265"/>
            <ac:spMk id="2" creationId="{5BE9FF8A-7739-2027-C002-2C0612E8F71D}"/>
          </ac:spMkLst>
        </pc:spChg>
        <pc:spChg chg="del">
          <ac:chgData name="Freda Shi" userId="e3bafef1-15f2-4eeb-acbe-fa674bab7991" providerId="ADAL" clId="{9555FC65-5A8C-4EE8-9D5B-8283D7A0923C}" dt="2026-01-19T06:12:27.685" v="38439" actId="478"/>
          <ac:spMkLst>
            <pc:docMk/>
            <pc:sldMk cId="1460077616" sldId="265"/>
            <ac:spMk id="3" creationId="{3FF66B86-6EE4-E233-3BEF-C6B97EE6AC7B}"/>
          </ac:spMkLst>
        </pc:spChg>
        <pc:spChg chg="mod">
          <ac:chgData name="Freda Shi" userId="e3bafef1-15f2-4eeb-acbe-fa674bab7991" providerId="ADAL" clId="{9555FC65-5A8C-4EE8-9D5B-8283D7A0923C}" dt="2026-01-19T06:12:32.056" v="38441" actId="2711"/>
          <ac:spMkLst>
            <pc:docMk/>
            <pc:sldMk cId="1460077616" sldId="265"/>
            <ac:spMk id="11" creationId="{A5BF22AF-B933-C2CE-BB33-0138E9433D1A}"/>
          </ac:spMkLst>
        </pc:spChg>
        <pc:spChg chg="mod">
          <ac:chgData name="Freda Shi" userId="e3bafef1-15f2-4eeb-acbe-fa674bab7991" providerId="ADAL" clId="{9555FC65-5A8C-4EE8-9D5B-8283D7A0923C}" dt="2026-01-19T06:12:32.056" v="38441" actId="2711"/>
          <ac:spMkLst>
            <pc:docMk/>
            <pc:sldMk cId="1460077616" sldId="265"/>
            <ac:spMk id="21" creationId="{3C239537-35BC-2F22-E072-32A4BC6E3470}"/>
          </ac:spMkLst>
        </pc:spChg>
        <pc:spChg chg="mod">
          <ac:chgData name="Freda Shi" userId="e3bafef1-15f2-4eeb-acbe-fa674bab7991" providerId="ADAL" clId="{9555FC65-5A8C-4EE8-9D5B-8283D7A0923C}" dt="2026-01-19T06:12:32.056" v="38441" actId="2711"/>
          <ac:spMkLst>
            <pc:docMk/>
            <pc:sldMk cId="1460077616" sldId="265"/>
            <ac:spMk id="23" creationId="{3DB9CDBE-89B9-5A7D-E26C-92954802BC90}"/>
          </ac:spMkLst>
        </pc:spChg>
        <pc:spChg chg="mod">
          <ac:chgData name="Freda Shi" userId="e3bafef1-15f2-4eeb-acbe-fa674bab7991" providerId="ADAL" clId="{9555FC65-5A8C-4EE8-9D5B-8283D7A0923C}" dt="2026-01-19T06:12:32.056" v="38441" actId="2711"/>
          <ac:spMkLst>
            <pc:docMk/>
            <pc:sldMk cId="1460077616" sldId="265"/>
            <ac:spMk id="28" creationId="{4B68DC8B-069E-0750-984F-7FD1733FC920}"/>
          </ac:spMkLst>
        </pc:spChg>
        <pc:spChg chg="mod">
          <ac:chgData name="Freda Shi" userId="e3bafef1-15f2-4eeb-acbe-fa674bab7991" providerId="ADAL" clId="{9555FC65-5A8C-4EE8-9D5B-8283D7A0923C}" dt="2026-01-19T06:12:32.056" v="38441" actId="2711"/>
          <ac:spMkLst>
            <pc:docMk/>
            <pc:sldMk cId="1460077616" sldId="265"/>
            <ac:spMk id="32" creationId="{AADD1D84-14AC-1B5C-8DAB-720DBBCE9A25}"/>
          </ac:spMkLst>
        </pc:spChg>
        <pc:spChg chg="mod">
          <ac:chgData name="Freda Shi" userId="e3bafef1-15f2-4eeb-acbe-fa674bab7991" providerId="ADAL" clId="{9555FC65-5A8C-4EE8-9D5B-8283D7A0923C}" dt="2026-01-19T06:12:32.056" v="38441" actId="2711"/>
          <ac:spMkLst>
            <pc:docMk/>
            <pc:sldMk cId="1460077616" sldId="265"/>
            <ac:spMk id="44" creationId="{CD216BC9-DDDC-DC04-1425-66ACBE23137A}"/>
          </ac:spMkLst>
        </pc:spChg>
        <pc:spChg chg="mod">
          <ac:chgData name="Freda Shi" userId="e3bafef1-15f2-4eeb-acbe-fa674bab7991" providerId="ADAL" clId="{9555FC65-5A8C-4EE8-9D5B-8283D7A0923C}" dt="2026-01-19T06:12:32.056" v="38441" actId="2711"/>
          <ac:spMkLst>
            <pc:docMk/>
            <pc:sldMk cId="1460077616" sldId="265"/>
            <ac:spMk id="46" creationId="{577F42B5-67B6-A314-8001-8B4D35D4AB8B}"/>
          </ac:spMkLst>
        </pc:spChg>
        <pc:spChg chg="mod">
          <ac:chgData name="Freda Shi" userId="e3bafef1-15f2-4eeb-acbe-fa674bab7991" providerId="ADAL" clId="{9555FC65-5A8C-4EE8-9D5B-8283D7A0923C}" dt="2026-01-19T06:12:32.056" v="38441" actId="2711"/>
          <ac:spMkLst>
            <pc:docMk/>
            <pc:sldMk cId="1460077616" sldId="265"/>
            <ac:spMk id="55" creationId="{B3353F09-A954-E2B7-BC83-47862FC1A087}"/>
          </ac:spMkLst>
        </pc:spChg>
        <pc:spChg chg="mod">
          <ac:chgData name="Freda Shi" userId="e3bafef1-15f2-4eeb-acbe-fa674bab7991" providerId="ADAL" clId="{9555FC65-5A8C-4EE8-9D5B-8283D7A0923C}" dt="2026-01-19T06:12:32.056" v="38441" actId="2711"/>
          <ac:spMkLst>
            <pc:docMk/>
            <pc:sldMk cId="1460077616" sldId="265"/>
            <ac:spMk id="57" creationId="{89D1FC0D-81F6-C971-1860-ED75F032E0DE}"/>
          </ac:spMkLst>
        </pc:spChg>
        <pc:spChg chg="add mod">
          <ac:chgData name="Freda Shi" userId="e3bafef1-15f2-4eeb-acbe-fa674bab7991" providerId="ADAL" clId="{9555FC65-5A8C-4EE8-9D5B-8283D7A0923C}" dt="2026-01-19T06:12:32.056" v="38441" actId="2711"/>
          <ac:spMkLst>
            <pc:docMk/>
            <pc:sldMk cId="1460077616" sldId="265"/>
            <ac:spMk id="64" creationId="{E2BF56E6-ADC2-D999-A006-61D145716BEB}"/>
          </ac:spMkLst>
        </pc:spChg>
        <pc:spChg chg="del">
          <ac:chgData name="Freda Shi" userId="e3bafef1-15f2-4eeb-acbe-fa674bab7991" providerId="ADAL" clId="{9555FC65-5A8C-4EE8-9D5B-8283D7A0923C}" dt="2026-01-19T06:16:31.491" v="38487" actId="478"/>
          <ac:spMkLst>
            <pc:docMk/>
            <pc:sldMk cId="1460077616" sldId="265"/>
            <ac:spMk id="69" creationId="{B398F65C-E629-E4F7-DF37-66232AD72B18}"/>
          </ac:spMkLst>
        </pc:spChg>
        <pc:spChg chg="add mod">
          <ac:chgData name="Freda Shi" userId="e3bafef1-15f2-4eeb-acbe-fa674bab7991" providerId="ADAL" clId="{9555FC65-5A8C-4EE8-9D5B-8283D7A0923C}" dt="2026-01-19T06:16:32.529" v="38488"/>
          <ac:spMkLst>
            <pc:docMk/>
            <pc:sldMk cId="1460077616" sldId="265"/>
            <ac:spMk id="70" creationId="{84123479-926F-D884-3476-C3A788716DF5}"/>
          </ac:spMkLst>
        </pc:spChg>
      </pc:sldChg>
      <pc:sldChg chg="addSp delSp modSp new mod">
        <pc:chgData name="Freda Shi" userId="e3bafef1-15f2-4eeb-acbe-fa674bab7991" providerId="ADAL" clId="{9555FC65-5A8C-4EE8-9D5B-8283D7A0923C}" dt="2026-01-19T06:14:41.072" v="38460" actId="2711"/>
        <pc:sldMkLst>
          <pc:docMk/>
          <pc:sldMk cId="3429399213" sldId="266"/>
        </pc:sldMkLst>
        <pc:spChg chg="mod">
          <ac:chgData name="Freda Shi" userId="e3bafef1-15f2-4eeb-acbe-fa674bab7991" providerId="ADAL" clId="{9555FC65-5A8C-4EE8-9D5B-8283D7A0923C}" dt="2026-01-19T06:14:32.675" v="38457" actId="20577"/>
          <ac:spMkLst>
            <pc:docMk/>
            <pc:sldMk cId="3429399213" sldId="266"/>
            <ac:spMk id="2" creationId="{D6EA823B-9841-9C24-6E68-923F9CE7F525}"/>
          </ac:spMkLst>
        </pc:spChg>
        <pc:spChg chg="del">
          <ac:chgData name="Freda Shi" userId="e3bafef1-15f2-4eeb-acbe-fa674bab7991" providerId="ADAL" clId="{9555FC65-5A8C-4EE8-9D5B-8283D7A0923C}" dt="2026-01-19T06:14:36.485" v="38458" actId="478"/>
          <ac:spMkLst>
            <pc:docMk/>
            <pc:sldMk cId="3429399213" sldId="266"/>
            <ac:spMk id="3" creationId="{D0D66AF4-79B6-3A64-3D14-A49EE63488D8}"/>
          </ac:spMkLst>
        </pc:spChg>
        <pc:spChg chg="mod">
          <ac:chgData name="Freda Shi" userId="e3bafef1-15f2-4eeb-acbe-fa674bab7991" providerId="ADAL" clId="{9555FC65-5A8C-4EE8-9D5B-8283D7A0923C}" dt="2026-01-19T06:14:41.072" v="38460" actId="2711"/>
          <ac:spMkLst>
            <pc:docMk/>
            <pc:sldMk cId="3429399213" sldId="266"/>
            <ac:spMk id="8" creationId="{95F1DD77-D2C0-6DA1-D35F-9E34D8356337}"/>
          </ac:spMkLst>
        </pc:spChg>
        <pc:spChg chg="mod">
          <ac:chgData name="Freda Shi" userId="e3bafef1-15f2-4eeb-acbe-fa674bab7991" providerId="ADAL" clId="{9555FC65-5A8C-4EE8-9D5B-8283D7A0923C}" dt="2026-01-19T06:14:41.072" v="38460" actId="2711"/>
          <ac:spMkLst>
            <pc:docMk/>
            <pc:sldMk cId="3429399213" sldId="266"/>
            <ac:spMk id="13" creationId="{7D526049-8E0A-CA73-8ECA-75359037A029}"/>
          </ac:spMkLst>
        </pc:spChg>
        <pc:spChg chg="mod">
          <ac:chgData name="Freda Shi" userId="e3bafef1-15f2-4eeb-acbe-fa674bab7991" providerId="ADAL" clId="{9555FC65-5A8C-4EE8-9D5B-8283D7A0923C}" dt="2026-01-19T06:14:41.072" v="38460" actId="2711"/>
          <ac:spMkLst>
            <pc:docMk/>
            <pc:sldMk cId="3429399213" sldId="266"/>
            <ac:spMk id="25" creationId="{ACFD2ED3-6374-76F0-E11C-DB325E9CD65A}"/>
          </ac:spMkLst>
        </pc:spChg>
        <pc:spChg chg="mod">
          <ac:chgData name="Freda Shi" userId="e3bafef1-15f2-4eeb-acbe-fa674bab7991" providerId="ADAL" clId="{9555FC65-5A8C-4EE8-9D5B-8283D7A0923C}" dt="2026-01-19T06:14:41.072" v="38460" actId="2711"/>
          <ac:spMkLst>
            <pc:docMk/>
            <pc:sldMk cId="3429399213" sldId="266"/>
            <ac:spMk id="29" creationId="{2409F563-DCED-4859-D92D-C900D55D64DE}"/>
          </ac:spMkLst>
        </pc:spChg>
        <pc:spChg chg="add mod">
          <ac:chgData name="Freda Shi" userId="e3bafef1-15f2-4eeb-acbe-fa674bab7991" providerId="ADAL" clId="{9555FC65-5A8C-4EE8-9D5B-8283D7A0923C}" dt="2026-01-19T06:14:41.072" v="38460" actId="2711"/>
          <ac:spMkLst>
            <pc:docMk/>
            <pc:sldMk cId="3429399213" sldId="266"/>
            <ac:spMk id="46" creationId="{CB72220C-49C4-9C11-84CA-A5ABE01392D4}"/>
          </ac:spMkLst>
        </pc:spChg>
        <pc:spChg chg="add mod">
          <ac:chgData name="Freda Shi" userId="e3bafef1-15f2-4eeb-acbe-fa674bab7991" providerId="ADAL" clId="{9555FC65-5A8C-4EE8-9D5B-8283D7A0923C}" dt="2026-01-19T06:14:41.072" v="38460" actId="2711"/>
          <ac:spMkLst>
            <pc:docMk/>
            <pc:sldMk cId="3429399213" sldId="266"/>
            <ac:spMk id="48" creationId="{72C30B52-A3EB-7E41-57AD-D0FD1D666799}"/>
          </ac:spMkLst>
        </pc:spChg>
        <pc:spChg chg="add mod">
          <ac:chgData name="Freda Shi" userId="e3bafef1-15f2-4eeb-acbe-fa674bab7991" providerId="ADAL" clId="{9555FC65-5A8C-4EE8-9D5B-8283D7A0923C}" dt="2026-01-19T06:14:41.072" v="38460" actId="2711"/>
          <ac:spMkLst>
            <pc:docMk/>
            <pc:sldMk cId="3429399213" sldId="266"/>
            <ac:spMk id="52" creationId="{AF5D586E-BD70-85F2-197E-08646B1C8FD5}"/>
          </ac:spMkLst>
        </pc:spChg>
        <pc:spChg chg="add mod">
          <ac:chgData name="Freda Shi" userId="e3bafef1-15f2-4eeb-acbe-fa674bab7991" providerId="ADAL" clId="{9555FC65-5A8C-4EE8-9D5B-8283D7A0923C}" dt="2026-01-19T06:14:41.072" v="38460" actId="2711"/>
          <ac:spMkLst>
            <pc:docMk/>
            <pc:sldMk cId="3429399213" sldId="266"/>
            <ac:spMk id="56" creationId="{21DED7A8-63AA-5C3B-38DB-E97CFDB53DCB}"/>
          </ac:spMkLst>
        </pc:spChg>
        <pc:spChg chg="add mod">
          <ac:chgData name="Freda Shi" userId="e3bafef1-15f2-4eeb-acbe-fa674bab7991" providerId="ADAL" clId="{9555FC65-5A8C-4EE8-9D5B-8283D7A0923C}" dt="2026-01-19T06:14:41.072" v="38460" actId="2711"/>
          <ac:spMkLst>
            <pc:docMk/>
            <pc:sldMk cId="3429399213" sldId="266"/>
            <ac:spMk id="57" creationId="{74B3EB1B-2A0B-450E-D9F6-117636783800}"/>
          </ac:spMkLst>
        </pc:spChg>
        <pc:spChg chg="add mod">
          <ac:chgData name="Freda Shi" userId="e3bafef1-15f2-4eeb-acbe-fa674bab7991" providerId="ADAL" clId="{9555FC65-5A8C-4EE8-9D5B-8283D7A0923C}" dt="2026-01-19T06:14:41.072" v="38460" actId="2711"/>
          <ac:spMkLst>
            <pc:docMk/>
            <pc:sldMk cId="3429399213" sldId="266"/>
            <ac:spMk id="71" creationId="{7BD0A626-CF84-44B8-F180-EEF1653E79E6}"/>
          </ac:spMkLst>
        </pc:spChg>
      </pc:sldChg>
      <pc:sldChg chg="addSp delSp modSp new mod modAnim">
        <pc:chgData name="Freda Shi" userId="e3bafef1-15f2-4eeb-acbe-fa674bab7991" providerId="ADAL" clId="{9555FC65-5A8C-4EE8-9D5B-8283D7A0923C}" dt="2026-01-19T07:17:37.229" v="38567" actId="1037"/>
        <pc:sldMkLst>
          <pc:docMk/>
          <pc:sldMk cId="4125512944" sldId="267"/>
        </pc:sldMkLst>
        <pc:spChg chg="mod">
          <ac:chgData name="Freda Shi" userId="e3bafef1-15f2-4eeb-acbe-fa674bab7991" providerId="ADAL" clId="{9555FC65-5A8C-4EE8-9D5B-8283D7A0923C}" dt="2026-01-19T07:13:45.302" v="38522" actId="20577"/>
          <ac:spMkLst>
            <pc:docMk/>
            <pc:sldMk cId="4125512944" sldId="267"/>
            <ac:spMk id="2" creationId="{1F8C9D2E-79DF-DDE9-EE72-4EE9C9344DFF}"/>
          </ac:spMkLst>
        </pc:spChg>
        <pc:spChg chg="del">
          <ac:chgData name="Freda Shi" userId="e3bafef1-15f2-4eeb-acbe-fa674bab7991" providerId="ADAL" clId="{9555FC65-5A8C-4EE8-9D5B-8283D7A0923C}" dt="2026-01-19T07:14:46.824" v="38525" actId="478"/>
          <ac:spMkLst>
            <pc:docMk/>
            <pc:sldMk cId="4125512944" sldId="267"/>
            <ac:spMk id="3" creationId="{4176D5F0-A78F-9C3B-EDC6-B7E9E56AEBAD}"/>
          </ac:spMkLst>
        </pc:spChg>
        <pc:spChg chg="mod">
          <ac:chgData name="Freda Shi" userId="e3bafef1-15f2-4eeb-acbe-fa674bab7991" providerId="ADAL" clId="{9555FC65-5A8C-4EE8-9D5B-8283D7A0923C}" dt="2026-01-19T07:17:06.985" v="38529" actId="14100"/>
          <ac:spMkLst>
            <pc:docMk/>
            <pc:sldMk cId="4125512944" sldId="267"/>
            <ac:spMk id="5" creationId="{0F84E81B-04AB-DBF1-1256-D4D8B96E9B03}"/>
          </ac:spMkLst>
        </pc:spChg>
        <pc:spChg chg="mod">
          <ac:chgData name="Freda Shi" userId="e3bafef1-15f2-4eeb-acbe-fa674bab7991" providerId="ADAL" clId="{9555FC65-5A8C-4EE8-9D5B-8283D7A0923C}" dt="2026-01-19T07:14:47.184" v="38526"/>
          <ac:spMkLst>
            <pc:docMk/>
            <pc:sldMk cId="4125512944" sldId="267"/>
            <ac:spMk id="15" creationId="{572F8E7B-13B3-376F-5C9E-8EA57E536249}"/>
          </ac:spMkLst>
        </pc:spChg>
        <pc:spChg chg="mod">
          <ac:chgData name="Freda Shi" userId="e3bafef1-15f2-4eeb-acbe-fa674bab7991" providerId="ADAL" clId="{9555FC65-5A8C-4EE8-9D5B-8283D7A0923C}" dt="2026-01-19T07:14:47.184" v="38526"/>
          <ac:spMkLst>
            <pc:docMk/>
            <pc:sldMk cId="4125512944" sldId="267"/>
            <ac:spMk id="17" creationId="{D13A3D6E-ADBC-EDF8-FEBB-E27B3E6D70B4}"/>
          </ac:spMkLst>
        </pc:spChg>
        <pc:spChg chg="mod">
          <ac:chgData name="Freda Shi" userId="e3bafef1-15f2-4eeb-acbe-fa674bab7991" providerId="ADAL" clId="{9555FC65-5A8C-4EE8-9D5B-8283D7A0923C}" dt="2026-01-19T07:14:47.184" v="38526"/>
          <ac:spMkLst>
            <pc:docMk/>
            <pc:sldMk cId="4125512944" sldId="267"/>
            <ac:spMk id="33" creationId="{5F3D6218-6BEC-B6F5-9C95-4389C6B67B44}"/>
          </ac:spMkLst>
        </pc:spChg>
        <pc:spChg chg="mod">
          <ac:chgData name="Freda Shi" userId="e3bafef1-15f2-4eeb-acbe-fa674bab7991" providerId="ADAL" clId="{9555FC65-5A8C-4EE8-9D5B-8283D7A0923C}" dt="2026-01-19T07:14:47.184" v="38526"/>
          <ac:spMkLst>
            <pc:docMk/>
            <pc:sldMk cId="4125512944" sldId="267"/>
            <ac:spMk id="34" creationId="{A2FCDF66-371C-68F1-AB47-6BD95C47608C}"/>
          </ac:spMkLst>
        </pc:spChg>
        <pc:spChg chg="mod">
          <ac:chgData name="Freda Shi" userId="e3bafef1-15f2-4eeb-acbe-fa674bab7991" providerId="ADAL" clId="{9555FC65-5A8C-4EE8-9D5B-8283D7A0923C}" dt="2026-01-19T07:14:47.184" v="38526"/>
          <ac:spMkLst>
            <pc:docMk/>
            <pc:sldMk cId="4125512944" sldId="267"/>
            <ac:spMk id="36" creationId="{7469D961-8918-AB8C-BD09-B7C3A3B47836}"/>
          </ac:spMkLst>
        </pc:spChg>
        <pc:spChg chg="mod">
          <ac:chgData name="Freda Shi" userId="e3bafef1-15f2-4eeb-acbe-fa674bab7991" providerId="ADAL" clId="{9555FC65-5A8C-4EE8-9D5B-8283D7A0923C}" dt="2026-01-19T07:14:47.184" v="38526"/>
          <ac:spMkLst>
            <pc:docMk/>
            <pc:sldMk cId="4125512944" sldId="267"/>
            <ac:spMk id="38" creationId="{0DC3CE91-AFD4-C487-C9DA-CF467F377655}"/>
          </ac:spMkLst>
        </pc:spChg>
        <pc:spChg chg="mod">
          <ac:chgData name="Freda Shi" userId="e3bafef1-15f2-4eeb-acbe-fa674bab7991" providerId="ADAL" clId="{9555FC65-5A8C-4EE8-9D5B-8283D7A0923C}" dt="2026-01-19T07:14:47.184" v="38526"/>
          <ac:spMkLst>
            <pc:docMk/>
            <pc:sldMk cId="4125512944" sldId="267"/>
            <ac:spMk id="40" creationId="{85F0BDC5-EE1D-17F2-BB8C-CAD6BF22BB05}"/>
          </ac:spMkLst>
        </pc:spChg>
        <pc:spChg chg="mod">
          <ac:chgData name="Freda Shi" userId="e3bafef1-15f2-4eeb-acbe-fa674bab7991" providerId="ADAL" clId="{9555FC65-5A8C-4EE8-9D5B-8283D7A0923C}" dt="2026-01-19T07:14:47.184" v="38526"/>
          <ac:spMkLst>
            <pc:docMk/>
            <pc:sldMk cId="4125512944" sldId="267"/>
            <ac:spMk id="42" creationId="{4A8FC5B1-1080-8B10-A2F8-75A3D99A647D}"/>
          </ac:spMkLst>
        </pc:spChg>
        <pc:spChg chg="mod">
          <ac:chgData name="Freda Shi" userId="e3bafef1-15f2-4eeb-acbe-fa674bab7991" providerId="ADAL" clId="{9555FC65-5A8C-4EE8-9D5B-8283D7A0923C}" dt="2026-01-19T07:14:47.184" v="38526"/>
          <ac:spMkLst>
            <pc:docMk/>
            <pc:sldMk cId="4125512944" sldId="267"/>
            <ac:spMk id="46" creationId="{62C602FB-0E0C-352E-71DF-6CF24D4A641C}"/>
          </ac:spMkLst>
        </pc:spChg>
        <pc:spChg chg="mod">
          <ac:chgData name="Freda Shi" userId="e3bafef1-15f2-4eeb-acbe-fa674bab7991" providerId="ADAL" clId="{9555FC65-5A8C-4EE8-9D5B-8283D7A0923C}" dt="2026-01-19T07:17:37.229" v="38567" actId="1037"/>
          <ac:spMkLst>
            <pc:docMk/>
            <pc:sldMk cId="4125512944" sldId="267"/>
            <ac:spMk id="51" creationId="{4FB50511-99A1-DEA8-B5CC-F224F08586F3}"/>
          </ac:spMkLst>
        </pc:spChg>
        <pc:spChg chg="mod">
          <ac:chgData name="Freda Shi" userId="e3bafef1-15f2-4eeb-acbe-fa674bab7991" providerId="ADAL" clId="{9555FC65-5A8C-4EE8-9D5B-8283D7A0923C}" dt="2026-01-19T07:17:37.229" v="38567" actId="1037"/>
          <ac:spMkLst>
            <pc:docMk/>
            <pc:sldMk cId="4125512944" sldId="267"/>
            <ac:spMk id="52" creationId="{F0AD8436-582E-FB33-F070-392C6C76036E}"/>
          </ac:spMkLst>
        </pc:spChg>
        <pc:spChg chg="mod">
          <ac:chgData name="Freda Shi" userId="e3bafef1-15f2-4eeb-acbe-fa674bab7991" providerId="ADAL" clId="{9555FC65-5A8C-4EE8-9D5B-8283D7A0923C}" dt="2026-01-19T07:17:37.229" v="38567" actId="1037"/>
          <ac:spMkLst>
            <pc:docMk/>
            <pc:sldMk cId="4125512944" sldId="267"/>
            <ac:spMk id="53" creationId="{BE07971D-3058-40F6-6272-514D4F2EDBB9}"/>
          </ac:spMkLst>
        </pc:spChg>
        <pc:spChg chg="mod">
          <ac:chgData name="Freda Shi" userId="e3bafef1-15f2-4eeb-acbe-fa674bab7991" providerId="ADAL" clId="{9555FC65-5A8C-4EE8-9D5B-8283D7A0923C}" dt="2026-01-19T07:17:37.229" v="38567" actId="1037"/>
          <ac:spMkLst>
            <pc:docMk/>
            <pc:sldMk cId="4125512944" sldId="267"/>
            <ac:spMk id="54" creationId="{83C42E18-36F5-5CEB-6DF0-18F9A7D80545}"/>
          </ac:spMkLst>
        </pc:spChg>
        <pc:spChg chg="mod">
          <ac:chgData name="Freda Shi" userId="e3bafef1-15f2-4eeb-acbe-fa674bab7991" providerId="ADAL" clId="{9555FC65-5A8C-4EE8-9D5B-8283D7A0923C}" dt="2026-01-19T07:17:37.229" v="38567" actId="1037"/>
          <ac:spMkLst>
            <pc:docMk/>
            <pc:sldMk cId="4125512944" sldId="267"/>
            <ac:spMk id="55" creationId="{38B217A0-B41E-05D0-713F-67981A3D1F7A}"/>
          </ac:spMkLst>
        </pc:spChg>
        <pc:spChg chg="mod">
          <ac:chgData name="Freda Shi" userId="e3bafef1-15f2-4eeb-acbe-fa674bab7991" providerId="ADAL" clId="{9555FC65-5A8C-4EE8-9D5B-8283D7A0923C}" dt="2026-01-19T07:17:37.229" v="38567" actId="1037"/>
          <ac:spMkLst>
            <pc:docMk/>
            <pc:sldMk cId="4125512944" sldId="267"/>
            <ac:spMk id="56" creationId="{DA1D0A4D-A97D-1F61-9BBF-754EB42CC271}"/>
          </ac:spMkLst>
        </pc:spChg>
        <pc:spChg chg="add mod">
          <ac:chgData name="Freda Shi" userId="e3bafef1-15f2-4eeb-acbe-fa674bab7991" providerId="ADAL" clId="{9555FC65-5A8C-4EE8-9D5B-8283D7A0923C}" dt="2026-01-19T07:17:37.229" v="38567" actId="1037"/>
          <ac:spMkLst>
            <pc:docMk/>
            <pc:sldMk cId="4125512944" sldId="267"/>
            <ac:spMk id="58" creationId="{2F466AA5-2968-3B01-D674-B4F116DCFABB}"/>
          </ac:spMkLst>
        </pc:spChg>
        <pc:spChg chg="mod">
          <ac:chgData name="Freda Shi" userId="e3bafef1-15f2-4eeb-acbe-fa674bab7991" providerId="ADAL" clId="{9555FC65-5A8C-4EE8-9D5B-8283D7A0923C}" dt="2026-01-19T07:17:37.229" v="38567" actId="1037"/>
          <ac:spMkLst>
            <pc:docMk/>
            <pc:sldMk cId="4125512944" sldId="267"/>
            <ac:spMk id="59" creationId="{BE8B8FF7-6323-49AD-C5D4-1EA9563A36BE}"/>
          </ac:spMkLst>
        </pc:spChg>
        <pc:spChg chg="mod">
          <ac:chgData name="Freda Shi" userId="e3bafef1-15f2-4eeb-acbe-fa674bab7991" providerId="ADAL" clId="{9555FC65-5A8C-4EE8-9D5B-8283D7A0923C}" dt="2026-01-19T07:17:37.229" v="38567" actId="1037"/>
          <ac:spMkLst>
            <pc:docMk/>
            <pc:sldMk cId="4125512944" sldId="267"/>
            <ac:spMk id="60" creationId="{DC19BB4E-5A0B-A4B8-7ACA-A0D06125DCAB}"/>
          </ac:spMkLst>
        </pc:spChg>
        <pc:spChg chg="mod">
          <ac:chgData name="Freda Shi" userId="e3bafef1-15f2-4eeb-acbe-fa674bab7991" providerId="ADAL" clId="{9555FC65-5A8C-4EE8-9D5B-8283D7A0923C}" dt="2026-01-19T07:17:37.229" v="38567" actId="1037"/>
          <ac:spMkLst>
            <pc:docMk/>
            <pc:sldMk cId="4125512944" sldId="267"/>
            <ac:spMk id="61" creationId="{BCA75B15-03D1-A5A5-9CA8-9BD86CF52903}"/>
          </ac:spMkLst>
        </pc:spChg>
      </pc:sldChg>
      <pc:sldChg chg="addSp delSp modSp new mod modAnim">
        <pc:chgData name="Freda Shi" userId="e3bafef1-15f2-4eeb-acbe-fa674bab7991" providerId="ADAL" clId="{9555FC65-5A8C-4EE8-9D5B-8283D7A0923C}" dt="2026-01-19T07:20:51.450" v="38641" actId="20577"/>
        <pc:sldMkLst>
          <pc:docMk/>
          <pc:sldMk cId="2513405566" sldId="268"/>
        </pc:sldMkLst>
        <pc:spChg chg="mod">
          <ac:chgData name="Freda Shi" userId="e3bafef1-15f2-4eeb-acbe-fa674bab7991" providerId="ADAL" clId="{9555FC65-5A8C-4EE8-9D5B-8283D7A0923C}" dt="2026-01-19T07:18:56.536" v="38620" actId="20577"/>
          <ac:spMkLst>
            <pc:docMk/>
            <pc:sldMk cId="2513405566" sldId="268"/>
            <ac:spMk id="2" creationId="{45665584-5700-7E87-23B1-4524B8E8F2CE}"/>
          </ac:spMkLst>
        </pc:spChg>
        <pc:spChg chg="del mod">
          <ac:chgData name="Freda Shi" userId="e3bafef1-15f2-4eeb-acbe-fa674bab7991" providerId="ADAL" clId="{9555FC65-5A8C-4EE8-9D5B-8283D7A0923C}" dt="2026-01-19T07:18:58.313" v="38622"/>
          <ac:spMkLst>
            <pc:docMk/>
            <pc:sldMk cId="2513405566" sldId="268"/>
            <ac:spMk id="3" creationId="{4EA32B71-6C8E-2EE1-5A49-A7B525EE8C45}"/>
          </ac:spMkLst>
        </pc:spChg>
        <pc:spChg chg="add mod">
          <ac:chgData name="Freda Shi" userId="e3bafef1-15f2-4eeb-acbe-fa674bab7991" providerId="ADAL" clId="{9555FC65-5A8C-4EE8-9D5B-8283D7A0923C}" dt="2026-01-19T07:20:51.450" v="38641" actId="20577"/>
          <ac:spMkLst>
            <pc:docMk/>
            <pc:sldMk cId="2513405566" sldId="268"/>
            <ac:spMk id="5" creationId="{E2ACACFF-10B2-C16A-D718-E3DA155C539C}"/>
          </ac:spMkLst>
        </pc:spChg>
      </pc:sldChg>
      <pc:sldChg chg="addSp delSp modSp new mod ord modAnim">
        <pc:chgData name="Freda Shi" userId="e3bafef1-15f2-4eeb-acbe-fa674bab7991" providerId="ADAL" clId="{9555FC65-5A8C-4EE8-9D5B-8283D7A0923C}" dt="2026-01-19T07:27:02.940" v="38721" actId="20577"/>
        <pc:sldMkLst>
          <pc:docMk/>
          <pc:sldMk cId="754252177" sldId="269"/>
        </pc:sldMkLst>
        <pc:spChg chg="mod">
          <ac:chgData name="Freda Shi" userId="e3bafef1-15f2-4eeb-acbe-fa674bab7991" providerId="ADAL" clId="{9555FC65-5A8C-4EE8-9D5B-8283D7A0923C}" dt="2026-01-19T07:27:02.940" v="38721" actId="20577"/>
          <ac:spMkLst>
            <pc:docMk/>
            <pc:sldMk cId="754252177" sldId="269"/>
            <ac:spMk id="2" creationId="{CFAA6AD4-58F6-D506-9D9F-E29F8067BDCC}"/>
          </ac:spMkLst>
        </pc:spChg>
        <pc:spChg chg="del">
          <ac:chgData name="Freda Shi" userId="e3bafef1-15f2-4eeb-acbe-fa674bab7991" providerId="ADAL" clId="{9555FC65-5A8C-4EE8-9D5B-8283D7A0923C}" dt="2026-01-19T07:22:26.006" v="38650" actId="478"/>
          <ac:spMkLst>
            <pc:docMk/>
            <pc:sldMk cId="754252177" sldId="269"/>
            <ac:spMk id="3" creationId="{51A202BD-E423-4DC1-87EC-9D86A428DF37}"/>
          </ac:spMkLst>
        </pc:spChg>
        <pc:spChg chg="mod">
          <ac:chgData name="Freda Shi" userId="e3bafef1-15f2-4eeb-acbe-fa674bab7991" providerId="ADAL" clId="{9555FC65-5A8C-4EE8-9D5B-8283D7A0923C}" dt="2026-01-19T07:22:24.731" v="38649"/>
          <ac:spMkLst>
            <pc:docMk/>
            <pc:sldMk cId="754252177" sldId="269"/>
            <ac:spMk id="5" creationId="{F62BFE92-BAD7-695E-D53B-B176A570EDC2}"/>
          </ac:spMkLst>
        </pc:spChg>
        <pc:spChg chg="add mod">
          <ac:chgData name="Freda Shi" userId="e3bafef1-15f2-4eeb-acbe-fa674bab7991" providerId="ADAL" clId="{9555FC65-5A8C-4EE8-9D5B-8283D7A0923C}" dt="2026-01-19T07:22:23.933" v="38648"/>
          <ac:spMkLst>
            <pc:docMk/>
            <pc:sldMk cId="754252177" sldId="269"/>
            <ac:spMk id="7" creationId="{FF1D1349-6A95-B632-70C6-2518B6BC20D5}"/>
          </ac:spMkLst>
        </pc:spChg>
        <pc:spChg chg="add mod">
          <ac:chgData name="Freda Shi" userId="e3bafef1-15f2-4eeb-acbe-fa674bab7991" providerId="ADAL" clId="{9555FC65-5A8C-4EE8-9D5B-8283D7A0923C}" dt="2026-01-19T07:22:23.933" v="38648"/>
          <ac:spMkLst>
            <pc:docMk/>
            <pc:sldMk cId="754252177" sldId="269"/>
            <ac:spMk id="15" creationId="{7A9C803D-04F2-32AD-FE5C-11B14E148FB6}"/>
          </ac:spMkLst>
        </pc:spChg>
        <pc:spChg chg="mod">
          <ac:chgData name="Freda Shi" userId="e3bafef1-15f2-4eeb-acbe-fa674bab7991" providerId="ADAL" clId="{9555FC65-5A8C-4EE8-9D5B-8283D7A0923C}" dt="2026-01-19T07:22:23.933" v="38648"/>
          <ac:spMkLst>
            <pc:docMk/>
            <pc:sldMk cId="754252177" sldId="269"/>
            <ac:spMk id="26" creationId="{CEE24FBA-FD3B-C077-7265-505BE1939364}"/>
          </ac:spMkLst>
        </pc:spChg>
        <pc:spChg chg="mod">
          <ac:chgData name="Freda Shi" userId="e3bafef1-15f2-4eeb-acbe-fa674bab7991" providerId="ADAL" clId="{9555FC65-5A8C-4EE8-9D5B-8283D7A0923C}" dt="2026-01-19T07:22:23.933" v="38648"/>
          <ac:spMkLst>
            <pc:docMk/>
            <pc:sldMk cId="754252177" sldId="269"/>
            <ac:spMk id="27" creationId="{273C16FA-FA7D-2AAB-1BF5-9671150B1CC5}"/>
          </ac:spMkLst>
        </pc:spChg>
        <pc:spChg chg="mod">
          <ac:chgData name="Freda Shi" userId="e3bafef1-15f2-4eeb-acbe-fa674bab7991" providerId="ADAL" clId="{9555FC65-5A8C-4EE8-9D5B-8283D7A0923C}" dt="2026-01-19T07:22:23.933" v="38648"/>
          <ac:spMkLst>
            <pc:docMk/>
            <pc:sldMk cId="754252177" sldId="269"/>
            <ac:spMk id="33" creationId="{060CD3B8-5C89-9B90-F681-B8F6501580A6}"/>
          </ac:spMkLst>
        </pc:spChg>
        <pc:spChg chg="mod">
          <ac:chgData name="Freda Shi" userId="e3bafef1-15f2-4eeb-acbe-fa674bab7991" providerId="ADAL" clId="{9555FC65-5A8C-4EE8-9D5B-8283D7A0923C}" dt="2026-01-19T07:22:23.933" v="38648"/>
          <ac:spMkLst>
            <pc:docMk/>
            <pc:sldMk cId="754252177" sldId="269"/>
            <ac:spMk id="37" creationId="{76AB85EF-FB0E-CE47-C1BB-334056EC98F8}"/>
          </ac:spMkLst>
        </pc:spChg>
        <pc:spChg chg="mod">
          <ac:chgData name="Freda Shi" userId="e3bafef1-15f2-4eeb-acbe-fa674bab7991" providerId="ADAL" clId="{9555FC65-5A8C-4EE8-9D5B-8283D7A0923C}" dt="2026-01-19T07:22:23.933" v="38648"/>
          <ac:spMkLst>
            <pc:docMk/>
            <pc:sldMk cId="754252177" sldId="269"/>
            <ac:spMk id="40" creationId="{88C76DCF-C8C0-3A8C-7D55-E2E8748A870F}"/>
          </ac:spMkLst>
        </pc:spChg>
        <pc:spChg chg="mod">
          <ac:chgData name="Freda Shi" userId="e3bafef1-15f2-4eeb-acbe-fa674bab7991" providerId="ADAL" clId="{9555FC65-5A8C-4EE8-9D5B-8283D7A0923C}" dt="2026-01-19T07:22:23.933" v="38648"/>
          <ac:spMkLst>
            <pc:docMk/>
            <pc:sldMk cId="754252177" sldId="269"/>
            <ac:spMk id="44" creationId="{8FFD4A22-F59F-2B2F-BDE5-2CE89BC44E7C}"/>
          </ac:spMkLst>
        </pc:spChg>
        <pc:spChg chg="mod">
          <ac:chgData name="Freda Shi" userId="e3bafef1-15f2-4eeb-acbe-fa674bab7991" providerId="ADAL" clId="{9555FC65-5A8C-4EE8-9D5B-8283D7A0923C}" dt="2026-01-19T07:22:23.933" v="38648"/>
          <ac:spMkLst>
            <pc:docMk/>
            <pc:sldMk cId="754252177" sldId="269"/>
            <ac:spMk id="45" creationId="{423BF6E5-8935-249F-112A-B02D7F1B49A3}"/>
          </ac:spMkLst>
        </pc:spChg>
        <pc:spChg chg="mod">
          <ac:chgData name="Freda Shi" userId="e3bafef1-15f2-4eeb-acbe-fa674bab7991" providerId="ADAL" clId="{9555FC65-5A8C-4EE8-9D5B-8283D7A0923C}" dt="2026-01-19T07:22:23.933" v="38648"/>
          <ac:spMkLst>
            <pc:docMk/>
            <pc:sldMk cId="754252177" sldId="269"/>
            <ac:spMk id="55" creationId="{790325E7-C303-006C-9959-43D92FA04893}"/>
          </ac:spMkLst>
        </pc:spChg>
        <pc:spChg chg="add mod">
          <ac:chgData name="Freda Shi" userId="e3bafef1-15f2-4eeb-acbe-fa674bab7991" providerId="ADAL" clId="{9555FC65-5A8C-4EE8-9D5B-8283D7A0923C}" dt="2026-01-19T07:22:26.213" v="38651"/>
          <ac:spMkLst>
            <pc:docMk/>
            <pc:sldMk cId="754252177" sldId="269"/>
            <ac:spMk id="65" creationId="{CCD3E0A5-0865-7A21-BB64-58748911B48D}"/>
          </ac:spMkLst>
        </pc:spChg>
        <pc:spChg chg="mod">
          <ac:chgData name="Freda Shi" userId="e3bafef1-15f2-4eeb-acbe-fa674bab7991" providerId="ADAL" clId="{9555FC65-5A8C-4EE8-9D5B-8283D7A0923C}" dt="2026-01-19T07:22:26.213" v="38651"/>
          <ac:spMkLst>
            <pc:docMk/>
            <pc:sldMk cId="754252177" sldId="269"/>
            <ac:spMk id="79" creationId="{688DAA3B-E7B1-0A91-9B7C-25A1064F7B05}"/>
          </ac:spMkLst>
        </pc:spChg>
        <pc:spChg chg="mod">
          <ac:chgData name="Freda Shi" userId="e3bafef1-15f2-4eeb-acbe-fa674bab7991" providerId="ADAL" clId="{9555FC65-5A8C-4EE8-9D5B-8283D7A0923C}" dt="2026-01-19T07:22:26.213" v="38651"/>
          <ac:spMkLst>
            <pc:docMk/>
            <pc:sldMk cId="754252177" sldId="269"/>
            <ac:spMk id="81" creationId="{EBD9BD11-081F-6483-7E78-01806187F4B8}"/>
          </ac:spMkLst>
        </pc:spChg>
        <pc:spChg chg="mod">
          <ac:chgData name="Freda Shi" userId="e3bafef1-15f2-4eeb-acbe-fa674bab7991" providerId="ADAL" clId="{9555FC65-5A8C-4EE8-9D5B-8283D7A0923C}" dt="2026-01-19T07:22:26.213" v="38651"/>
          <ac:spMkLst>
            <pc:docMk/>
            <pc:sldMk cId="754252177" sldId="269"/>
            <ac:spMk id="84" creationId="{5077ED1B-1991-D6EB-5621-C96C16BBD6C7}"/>
          </ac:spMkLst>
        </pc:spChg>
        <pc:spChg chg="mod">
          <ac:chgData name="Freda Shi" userId="e3bafef1-15f2-4eeb-acbe-fa674bab7991" providerId="ADAL" clId="{9555FC65-5A8C-4EE8-9D5B-8283D7A0923C}" dt="2026-01-19T07:22:26.213" v="38651"/>
          <ac:spMkLst>
            <pc:docMk/>
            <pc:sldMk cId="754252177" sldId="269"/>
            <ac:spMk id="86" creationId="{B2AC437E-EEE4-D7F9-7862-24DCCD9A725D}"/>
          </ac:spMkLst>
        </pc:spChg>
        <pc:spChg chg="mod">
          <ac:chgData name="Freda Shi" userId="e3bafef1-15f2-4eeb-acbe-fa674bab7991" providerId="ADAL" clId="{9555FC65-5A8C-4EE8-9D5B-8283D7A0923C}" dt="2026-01-19T07:22:26.213" v="38651"/>
          <ac:spMkLst>
            <pc:docMk/>
            <pc:sldMk cId="754252177" sldId="269"/>
            <ac:spMk id="87" creationId="{EC892456-4106-2C6D-40FA-B534814E97F7}"/>
          </ac:spMkLst>
        </pc:spChg>
        <pc:spChg chg="mod">
          <ac:chgData name="Freda Shi" userId="e3bafef1-15f2-4eeb-acbe-fa674bab7991" providerId="ADAL" clId="{9555FC65-5A8C-4EE8-9D5B-8283D7A0923C}" dt="2026-01-19T07:22:26.213" v="38651"/>
          <ac:spMkLst>
            <pc:docMk/>
            <pc:sldMk cId="754252177" sldId="269"/>
            <ac:spMk id="90" creationId="{D7208059-92EA-AB58-1943-F3E7BB0AC205}"/>
          </ac:spMkLst>
        </pc:spChg>
        <pc:spChg chg="mod">
          <ac:chgData name="Freda Shi" userId="e3bafef1-15f2-4eeb-acbe-fa674bab7991" providerId="ADAL" clId="{9555FC65-5A8C-4EE8-9D5B-8283D7A0923C}" dt="2026-01-19T07:22:26.213" v="38651"/>
          <ac:spMkLst>
            <pc:docMk/>
            <pc:sldMk cId="754252177" sldId="269"/>
            <ac:spMk id="91" creationId="{1DFF5974-196C-0460-780F-49854B06646C}"/>
          </ac:spMkLst>
        </pc:spChg>
        <pc:spChg chg="mod">
          <ac:chgData name="Freda Shi" userId="e3bafef1-15f2-4eeb-acbe-fa674bab7991" providerId="ADAL" clId="{9555FC65-5A8C-4EE8-9D5B-8283D7A0923C}" dt="2026-01-19T07:22:26.213" v="38651"/>
          <ac:spMkLst>
            <pc:docMk/>
            <pc:sldMk cId="754252177" sldId="269"/>
            <ac:spMk id="104" creationId="{34D20AA3-396A-CEF5-B658-9418FA270211}"/>
          </ac:spMkLst>
        </pc:spChg>
        <pc:spChg chg="mod">
          <ac:chgData name="Freda Shi" userId="e3bafef1-15f2-4eeb-acbe-fa674bab7991" providerId="ADAL" clId="{9555FC65-5A8C-4EE8-9D5B-8283D7A0923C}" dt="2026-01-19T07:22:26.213" v="38651"/>
          <ac:spMkLst>
            <pc:docMk/>
            <pc:sldMk cId="754252177" sldId="269"/>
            <ac:spMk id="109" creationId="{12ADEA90-1F41-9DD2-658A-7D3DB5302F55}"/>
          </ac:spMkLst>
        </pc:spChg>
        <pc:spChg chg="add mod">
          <ac:chgData name="Freda Shi" userId="e3bafef1-15f2-4eeb-acbe-fa674bab7991" providerId="ADAL" clId="{9555FC65-5A8C-4EE8-9D5B-8283D7A0923C}" dt="2026-01-19T07:22:43.361" v="38653"/>
          <ac:spMkLst>
            <pc:docMk/>
            <pc:sldMk cId="754252177" sldId="269"/>
            <ac:spMk id="113" creationId="{D9A11CE5-B844-C731-8E66-915C4DD53491}"/>
          </ac:spMkLst>
        </pc:spChg>
        <pc:spChg chg="mod">
          <ac:chgData name="Freda Shi" userId="e3bafef1-15f2-4eeb-acbe-fa674bab7991" providerId="ADAL" clId="{9555FC65-5A8C-4EE8-9D5B-8283D7A0923C}" dt="2026-01-19T07:22:42.249" v="38652"/>
          <ac:spMkLst>
            <pc:docMk/>
            <pc:sldMk cId="754252177" sldId="269"/>
            <ac:spMk id="133" creationId="{8BD9A7AA-FD34-CC9D-88A7-6694D142F711}"/>
          </ac:spMkLst>
        </pc:spChg>
        <pc:spChg chg="mod">
          <ac:chgData name="Freda Shi" userId="e3bafef1-15f2-4eeb-acbe-fa674bab7991" providerId="ADAL" clId="{9555FC65-5A8C-4EE8-9D5B-8283D7A0923C}" dt="2026-01-19T07:22:42.249" v="38652"/>
          <ac:spMkLst>
            <pc:docMk/>
            <pc:sldMk cId="754252177" sldId="269"/>
            <ac:spMk id="136" creationId="{2DD8BF5C-D8CC-FEF3-49D7-30F1BFD92DD4}"/>
          </ac:spMkLst>
        </pc:spChg>
        <pc:spChg chg="mod">
          <ac:chgData name="Freda Shi" userId="e3bafef1-15f2-4eeb-acbe-fa674bab7991" providerId="ADAL" clId="{9555FC65-5A8C-4EE8-9D5B-8283D7A0923C}" dt="2026-01-19T07:22:42.249" v="38652"/>
          <ac:spMkLst>
            <pc:docMk/>
            <pc:sldMk cId="754252177" sldId="269"/>
            <ac:spMk id="145" creationId="{767CCF23-3174-88F7-4759-BC21BCB275C3}"/>
          </ac:spMkLst>
        </pc:spChg>
        <pc:spChg chg="mod">
          <ac:chgData name="Freda Shi" userId="e3bafef1-15f2-4eeb-acbe-fa674bab7991" providerId="ADAL" clId="{9555FC65-5A8C-4EE8-9D5B-8283D7A0923C}" dt="2026-01-19T07:22:42.249" v="38652"/>
          <ac:spMkLst>
            <pc:docMk/>
            <pc:sldMk cId="754252177" sldId="269"/>
            <ac:spMk id="148" creationId="{1C36286A-55A6-9B53-74F1-288638BE8AF4}"/>
          </ac:spMkLst>
        </pc:spChg>
        <pc:spChg chg="mod">
          <ac:chgData name="Freda Shi" userId="e3bafef1-15f2-4eeb-acbe-fa674bab7991" providerId="ADAL" clId="{9555FC65-5A8C-4EE8-9D5B-8283D7A0923C}" dt="2026-01-19T07:22:42.249" v="38652"/>
          <ac:spMkLst>
            <pc:docMk/>
            <pc:sldMk cId="754252177" sldId="269"/>
            <ac:spMk id="158" creationId="{6DC5531D-0B83-41C0-9CD8-1EE5A8B75D9F}"/>
          </ac:spMkLst>
        </pc:spChg>
        <pc:spChg chg="mod">
          <ac:chgData name="Freda Shi" userId="e3bafef1-15f2-4eeb-acbe-fa674bab7991" providerId="ADAL" clId="{9555FC65-5A8C-4EE8-9D5B-8283D7A0923C}" dt="2026-01-19T07:22:42.249" v="38652"/>
          <ac:spMkLst>
            <pc:docMk/>
            <pc:sldMk cId="754252177" sldId="269"/>
            <ac:spMk id="160" creationId="{6D1D4435-D7F6-3362-1688-80FDF25AD6F8}"/>
          </ac:spMkLst>
        </pc:spChg>
        <pc:spChg chg="mod">
          <ac:chgData name="Freda Shi" userId="e3bafef1-15f2-4eeb-acbe-fa674bab7991" providerId="ADAL" clId="{9555FC65-5A8C-4EE8-9D5B-8283D7A0923C}" dt="2026-01-19T07:22:42.249" v="38652"/>
          <ac:spMkLst>
            <pc:docMk/>
            <pc:sldMk cId="754252177" sldId="269"/>
            <ac:spMk id="161" creationId="{E1D87734-E7B4-BE62-A9C8-784D65C78156}"/>
          </ac:spMkLst>
        </pc:spChg>
        <pc:spChg chg="mod">
          <ac:chgData name="Freda Shi" userId="e3bafef1-15f2-4eeb-acbe-fa674bab7991" providerId="ADAL" clId="{9555FC65-5A8C-4EE8-9D5B-8283D7A0923C}" dt="2026-01-19T07:22:42.249" v="38652"/>
          <ac:spMkLst>
            <pc:docMk/>
            <pc:sldMk cId="754252177" sldId="269"/>
            <ac:spMk id="162" creationId="{AE9C420F-2B51-5C58-FB76-0D72A8AC8B80}"/>
          </ac:spMkLst>
        </pc:spChg>
        <pc:spChg chg="mod">
          <ac:chgData name="Freda Shi" userId="e3bafef1-15f2-4eeb-acbe-fa674bab7991" providerId="ADAL" clId="{9555FC65-5A8C-4EE8-9D5B-8283D7A0923C}" dt="2026-01-19T07:22:42.249" v="38652"/>
          <ac:spMkLst>
            <pc:docMk/>
            <pc:sldMk cId="754252177" sldId="269"/>
            <ac:spMk id="163" creationId="{2DFAD7BC-2851-6D6D-9CC2-6428469A4854}"/>
          </ac:spMkLst>
        </pc:spChg>
      </pc:sldChg>
      <pc:sldChg chg="addSp delSp modSp add mod delAnim modAnim">
        <pc:chgData name="Freda Shi" userId="e3bafef1-15f2-4eeb-acbe-fa674bab7991" providerId="ADAL" clId="{9555FC65-5A8C-4EE8-9D5B-8283D7A0923C}" dt="2026-01-19T07:24:14.877" v="38674"/>
        <pc:sldMkLst>
          <pc:docMk/>
          <pc:sldMk cId="1701917697" sldId="270"/>
        </pc:sldMkLst>
        <pc:spChg chg="add del mod">
          <ac:chgData name="Freda Shi" userId="e3bafef1-15f2-4eeb-acbe-fa674bab7991" providerId="ADAL" clId="{9555FC65-5A8C-4EE8-9D5B-8283D7A0923C}" dt="2026-01-19T07:23:19.117" v="38657" actId="478"/>
          <ac:spMkLst>
            <pc:docMk/>
            <pc:sldMk cId="1701917697" sldId="270"/>
            <ac:spMk id="5" creationId="{44A506AB-C968-52FD-F9C5-41A428BE267D}"/>
          </ac:spMkLst>
        </pc:spChg>
        <pc:spChg chg="mod">
          <ac:chgData name="Freda Shi" userId="e3bafef1-15f2-4eeb-acbe-fa674bab7991" providerId="ADAL" clId="{9555FC65-5A8C-4EE8-9D5B-8283D7A0923C}" dt="2026-01-19T07:23:19.500" v="38658"/>
          <ac:spMkLst>
            <pc:docMk/>
            <pc:sldMk cId="1701917697" sldId="270"/>
            <ac:spMk id="15" creationId="{65E6A579-5A8F-F64D-34AB-64E31289A108}"/>
          </ac:spMkLst>
        </pc:spChg>
        <pc:spChg chg="mod">
          <ac:chgData name="Freda Shi" userId="e3bafef1-15f2-4eeb-acbe-fa674bab7991" providerId="ADAL" clId="{9555FC65-5A8C-4EE8-9D5B-8283D7A0923C}" dt="2026-01-19T07:23:19.500" v="38658"/>
          <ac:spMkLst>
            <pc:docMk/>
            <pc:sldMk cId="1701917697" sldId="270"/>
            <ac:spMk id="19" creationId="{E6008D0C-609F-B983-AD19-5C0429170F53}"/>
          </ac:spMkLst>
        </pc:spChg>
        <pc:spChg chg="mod">
          <ac:chgData name="Freda Shi" userId="e3bafef1-15f2-4eeb-acbe-fa674bab7991" providerId="ADAL" clId="{9555FC65-5A8C-4EE8-9D5B-8283D7A0923C}" dt="2026-01-19T07:23:19.500" v="38658"/>
          <ac:spMkLst>
            <pc:docMk/>
            <pc:sldMk cId="1701917697" sldId="270"/>
            <ac:spMk id="26" creationId="{B1DF8FEB-458D-8F40-D8C4-D28B690DF503}"/>
          </ac:spMkLst>
        </pc:spChg>
        <pc:spChg chg="mod">
          <ac:chgData name="Freda Shi" userId="e3bafef1-15f2-4eeb-acbe-fa674bab7991" providerId="ADAL" clId="{9555FC65-5A8C-4EE8-9D5B-8283D7A0923C}" dt="2026-01-19T07:23:19.500" v="38658"/>
          <ac:spMkLst>
            <pc:docMk/>
            <pc:sldMk cId="1701917697" sldId="270"/>
            <ac:spMk id="47" creationId="{597C84AB-F173-5435-0B08-1A39178B2796}"/>
          </ac:spMkLst>
        </pc:spChg>
        <pc:spChg chg="mod">
          <ac:chgData name="Freda Shi" userId="e3bafef1-15f2-4eeb-acbe-fa674bab7991" providerId="ADAL" clId="{9555FC65-5A8C-4EE8-9D5B-8283D7A0923C}" dt="2026-01-19T07:23:19.500" v="38658"/>
          <ac:spMkLst>
            <pc:docMk/>
            <pc:sldMk cId="1701917697" sldId="270"/>
            <ac:spMk id="53" creationId="{8456B368-2044-DB6D-743D-E48A293F0F7A}"/>
          </ac:spMkLst>
        </pc:spChg>
        <pc:spChg chg="del">
          <ac:chgData name="Freda Shi" userId="e3bafef1-15f2-4eeb-acbe-fa674bab7991" providerId="ADAL" clId="{9555FC65-5A8C-4EE8-9D5B-8283D7A0923C}" dt="2026-01-19T07:23:07.023" v="38656" actId="478"/>
          <ac:spMkLst>
            <pc:docMk/>
            <pc:sldMk cId="1701917697" sldId="270"/>
            <ac:spMk id="59" creationId="{5E52CCEF-3AAF-039A-AB92-D0DCFEFB3AC1}"/>
          </ac:spMkLst>
        </pc:spChg>
        <pc:spChg chg="del">
          <ac:chgData name="Freda Shi" userId="e3bafef1-15f2-4eeb-acbe-fa674bab7991" providerId="ADAL" clId="{9555FC65-5A8C-4EE8-9D5B-8283D7A0923C}" dt="2026-01-19T07:23:01.689" v="38655" actId="478"/>
          <ac:spMkLst>
            <pc:docMk/>
            <pc:sldMk cId="1701917697" sldId="270"/>
            <ac:spMk id="60" creationId="{AD667C80-A937-29BA-E810-B401A43BF8DA}"/>
          </ac:spMkLst>
        </pc:spChg>
        <pc:spChg chg="del">
          <ac:chgData name="Freda Shi" userId="e3bafef1-15f2-4eeb-acbe-fa674bab7991" providerId="ADAL" clId="{9555FC65-5A8C-4EE8-9D5B-8283D7A0923C}" dt="2026-01-19T07:23:01.689" v="38655" actId="478"/>
          <ac:spMkLst>
            <pc:docMk/>
            <pc:sldMk cId="1701917697" sldId="270"/>
            <ac:spMk id="61" creationId="{EDF9986A-3F25-D30E-5F9C-B8C9D81FFA5D}"/>
          </ac:spMkLst>
        </pc:spChg>
        <pc:spChg chg="del">
          <ac:chgData name="Freda Shi" userId="e3bafef1-15f2-4eeb-acbe-fa674bab7991" providerId="ADAL" clId="{9555FC65-5A8C-4EE8-9D5B-8283D7A0923C}" dt="2026-01-19T07:23:01.689" v="38655" actId="478"/>
          <ac:spMkLst>
            <pc:docMk/>
            <pc:sldMk cId="1701917697" sldId="270"/>
            <ac:spMk id="62" creationId="{4E231B32-A338-F347-9282-C666BC39D753}"/>
          </ac:spMkLst>
        </pc:spChg>
        <pc:spChg chg="del">
          <ac:chgData name="Freda Shi" userId="e3bafef1-15f2-4eeb-acbe-fa674bab7991" providerId="ADAL" clId="{9555FC65-5A8C-4EE8-9D5B-8283D7A0923C}" dt="2026-01-19T07:23:01.689" v="38655" actId="478"/>
          <ac:spMkLst>
            <pc:docMk/>
            <pc:sldMk cId="1701917697" sldId="270"/>
            <ac:spMk id="65" creationId="{6D997122-9627-4D2D-266F-1064EB225B09}"/>
          </ac:spMkLst>
        </pc:spChg>
        <pc:spChg chg="del">
          <ac:chgData name="Freda Shi" userId="e3bafef1-15f2-4eeb-acbe-fa674bab7991" providerId="ADAL" clId="{9555FC65-5A8C-4EE8-9D5B-8283D7A0923C}" dt="2026-01-19T07:23:01.689" v="38655" actId="478"/>
          <ac:spMkLst>
            <pc:docMk/>
            <pc:sldMk cId="1701917697" sldId="270"/>
            <ac:spMk id="67" creationId="{B9855995-F28C-F31B-CE72-6E819D3DFFA5}"/>
          </ac:spMkLst>
        </pc:spChg>
        <pc:spChg chg="del">
          <ac:chgData name="Freda Shi" userId="e3bafef1-15f2-4eeb-acbe-fa674bab7991" providerId="ADAL" clId="{9555FC65-5A8C-4EE8-9D5B-8283D7A0923C}" dt="2026-01-19T07:23:01.689" v="38655" actId="478"/>
          <ac:spMkLst>
            <pc:docMk/>
            <pc:sldMk cId="1701917697" sldId="270"/>
            <ac:spMk id="69" creationId="{E084CFA9-F244-3C9C-267D-17889518F00A}"/>
          </ac:spMkLst>
        </pc:spChg>
        <pc:spChg chg="mod">
          <ac:chgData name="Freda Shi" userId="e3bafef1-15f2-4eeb-acbe-fa674bab7991" providerId="ADAL" clId="{9555FC65-5A8C-4EE8-9D5B-8283D7A0923C}" dt="2026-01-19T07:23:19.500" v="38658"/>
          <ac:spMkLst>
            <pc:docMk/>
            <pc:sldMk cId="1701917697" sldId="270"/>
            <ac:spMk id="123" creationId="{9463D477-4D88-893F-B7FC-E36D8C5EE5E4}"/>
          </ac:spMkLst>
        </pc:spChg>
        <pc:spChg chg="mod">
          <ac:chgData name="Freda Shi" userId="e3bafef1-15f2-4eeb-acbe-fa674bab7991" providerId="ADAL" clId="{9555FC65-5A8C-4EE8-9D5B-8283D7A0923C}" dt="2026-01-19T07:23:19.500" v="38658"/>
          <ac:spMkLst>
            <pc:docMk/>
            <pc:sldMk cId="1701917697" sldId="270"/>
            <ac:spMk id="127" creationId="{5151D3DE-7E4B-05ED-B111-395D7717187A}"/>
          </ac:spMkLst>
        </pc:spChg>
        <pc:spChg chg="mod">
          <ac:chgData name="Freda Shi" userId="e3bafef1-15f2-4eeb-acbe-fa674bab7991" providerId="ADAL" clId="{9555FC65-5A8C-4EE8-9D5B-8283D7A0923C}" dt="2026-01-19T07:23:19.500" v="38658"/>
          <ac:spMkLst>
            <pc:docMk/>
            <pc:sldMk cId="1701917697" sldId="270"/>
            <ac:spMk id="134" creationId="{45800F20-B089-EF54-2AE0-7D55ADFCA177}"/>
          </ac:spMkLst>
        </pc:spChg>
        <pc:spChg chg="mod">
          <ac:chgData name="Freda Shi" userId="e3bafef1-15f2-4eeb-acbe-fa674bab7991" providerId="ADAL" clId="{9555FC65-5A8C-4EE8-9D5B-8283D7A0923C}" dt="2026-01-19T07:23:19.500" v="38658"/>
          <ac:spMkLst>
            <pc:docMk/>
            <pc:sldMk cId="1701917697" sldId="270"/>
            <ac:spMk id="136" creationId="{82E5758E-AAEE-8000-5E01-0C90A08DB8EA}"/>
          </ac:spMkLst>
        </pc:spChg>
        <pc:spChg chg="mod">
          <ac:chgData name="Freda Shi" userId="e3bafef1-15f2-4eeb-acbe-fa674bab7991" providerId="ADAL" clId="{9555FC65-5A8C-4EE8-9D5B-8283D7A0923C}" dt="2026-01-19T07:23:19.500" v="38658"/>
          <ac:spMkLst>
            <pc:docMk/>
            <pc:sldMk cId="1701917697" sldId="270"/>
            <ac:spMk id="138" creationId="{1DC3E5DF-3C83-469F-6E32-363EEA48700D}"/>
          </ac:spMkLst>
        </pc:spChg>
        <pc:grpChg chg="mod">
          <ac:chgData name="Freda Shi" userId="e3bafef1-15f2-4eeb-acbe-fa674bab7991" providerId="ADAL" clId="{9555FC65-5A8C-4EE8-9D5B-8283D7A0923C}" dt="2026-01-19T07:23:32.511" v="38671" actId="1037"/>
          <ac:grpSpMkLst>
            <pc:docMk/>
            <pc:sldMk cId="1701917697" sldId="270"/>
            <ac:grpSpMk id="7" creationId="{DB286572-D9A4-2F35-8617-EF4CA52A17E1}"/>
          </ac:grpSpMkLst>
        </pc:grpChg>
        <pc:picChg chg="del">
          <ac:chgData name="Freda Shi" userId="e3bafef1-15f2-4eeb-acbe-fa674bab7991" providerId="ADAL" clId="{9555FC65-5A8C-4EE8-9D5B-8283D7A0923C}" dt="2026-01-19T07:23:01.689" v="38655" actId="478"/>
          <ac:picMkLst>
            <pc:docMk/>
            <pc:sldMk cId="1701917697" sldId="270"/>
            <ac:picMk id="73" creationId="{91D94A6F-AADF-214A-A312-3683479359BF}"/>
          </ac:picMkLst>
        </pc:picChg>
        <pc:picChg chg="del">
          <ac:chgData name="Freda Shi" userId="e3bafef1-15f2-4eeb-acbe-fa674bab7991" providerId="ADAL" clId="{9555FC65-5A8C-4EE8-9D5B-8283D7A0923C}" dt="2026-01-19T07:23:01.689" v="38655" actId="478"/>
          <ac:picMkLst>
            <pc:docMk/>
            <pc:sldMk cId="1701917697" sldId="270"/>
            <ac:picMk id="74" creationId="{6103A60E-82C0-AE23-3C00-5FF1E499AF82}"/>
          </ac:picMkLst>
        </pc:picChg>
        <pc:picChg chg="del">
          <ac:chgData name="Freda Shi" userId="e3bafef1-15f2-4eeb-acbe-fa674bab7991" providerId="ADAL" clId="{9555FC65-5A8C-4EE8-9D5B-8283D7A0923C}" dt="2026-01-19T07:23:01.689" v="38655" actId="478"/>
          <ac:picMkLst>
            <pc:docMk/>
            <pc:sldMk cId="1701917697" sldId="270"/>
            <ac:picMk id="75" creationId="{81CCF0DE-BE0C-7183-7C30-DC8E74A86185}"/>
          </ac:picMkLst>
        </pc:picChg>
        <pc:picChg chg="del">
          <ac:chgData name="Freda Shi" userId="e3bafef1-15f2-4eeb-acbe-fa674bab7991" providerId="ADAL" clId="{9555FC65-5A8C-4EE8-9D5B-8283D7A0923C}" dt="2026-01-19T07:23:01.689" v="38655" actId="478"/>
          <ac:picMkLst>
            <pc:docMk/>
            <pc:sldMk cId="1701917697" sldId="270"/>
            <ac:picMk id="76" creationId="{0CC6CD10-D641-0F97-E951-09361C915A15}"/>
          </ac:picMkLst>
        </pc:picChg>
      </pc:sldChg>
      <pc:sldChg chg="addSp modSp new mod modAnim">
        <pc:chgData name="Freda Shi" userId="e3bafef1-15f2-4eeb-acbe-fa674bab7991" providerId="ADAL" clId="{9555FC65-5A8C-4EE8-9D5B-8283D7A0923C}" dt="2026-01-19T07:30:05.939" v="38916" actId="20577"/>
        <pc:sldMkLst>
          <pc:docMk/>
          <pc:sldMk cId="252635651" sldId="271"/>
        </pc:sldMkLst>
        <pc:spChg chg="mod">
          <ac:chgData name="Freda Shi" userId="e3bafef1-15f2-4eeb-acbe-fa674bab7991" providerId="ADAL" clId="{9555FC65-5A8C-4EE8-9D5B-8283D7A0923C}" dt="2026-01-19T07:26:56.825" v="38714" actId="20577"/>
          <ac:spMkLst>
            <pc:docMk/>
            <pc:sldMk cId="252635651" sldId="271"/>
            <ac:spMk id="2" creationId="{B387B0B8-259D-CF7A-0AE7-6456D3865DE9}"/>
          </ac:spMkLst>
        </pc:spChg>
        <pc:spChg chg="mod">
          <ac:chgData name="Freda Shi" userId="e3bafef1-15f2-4eeb-acbe-fa674bab7991" providerId="ADAL" clId="{9555FC65-5A8C-4EE8-9D5B-8283D7A0923C}" dt="2026-01-19T07:30:05.939" v="38916" actId="20577"/>
          <ac:spMkLst>
            <pc:docMk/>
            <pc:sldMk cId="252635651" sldId="271"/>
            <ac:spMk id="3" creationId="{E3A608E3-9D4A-545D-FBD9-22AFA8AC44A0}"/>
          </ac:spMkLst>
        </pc:spChg>
        <pc:spChg chg="mod">
          <ac:chgData name="Freda Shi" userId="e3bafef1-15f2-4eeb-acbe-fa674bab7991" providerId="ADAL" clId="{9555FC65-5A8C-4EE8-9D5B-8283D7A0923C}" dt="2026-01-19T07:27:24.837" v="38722"/>
          <ac:spMkLst>
            <pc:docMk/>
            <pc:sldMk cId="252635651" sldId="271"/>
            <ac:spMk id="14" creationId="{32029077-743B-A76C-AEC0-3B2D9F9D0BAB}"/>
          </ac:spMkLst>
        </pc:spChg>
        <pc:spChg chg="mod">
          <ac:chgData name="Freda Shi" userId="e3bafef1-15f2-4eeb-acbe-fa674bab7991" providerId="ADAL" clId="{9555FC65-5A8C-4EE8-9D5B-8283D7A0923C}" dt="2026-01-19T07:27:24.837" v="38722"/>
          <ac:spMkLst>
            <pc:docMk/>
            <pc:sldMk cId="252635651" sldId="271"/>
            <ac:spMk id="17" creationId="{959CC2CC-38A2-E8A7-D498-9DC34036D2C1}"/>
          </ac:spMkLst>
        </pc:spChg>
        <pc:spChg chg="mod">
          <ac:chgData name="Freda Shi" userId="e3bafef1-15f2-4eeb-acbe-fa674bab7991" providerId="ADAL" clId="{9555FC65-5A8C-4EE8-9D5B-8283D7A0923C}" dt="2026-01-19T07:27:24.837" v="38722"/>
          <ac:spMkLst>
            <pc:docMk/>
            <pc:sldMk cId="252635651" sldId="271"/>
            <ac:spMk id="18" creationId="{C830A293-CEF8-7778-392C-7F23BC281E53}"/>
          </ac:spMkLst>
        </pc:spChg>
        <pc:spChg chg="mod">
          <ac:chgData name="Freda Shi" userId="e3bafef1-15f2-4eeb-acbe-fa674bab7991" providerId="ADAL" clId="{9555FC65-5A8C-4EE8-9D5B-8283D7A0923C}" dt="2026-01-19T07:27:24.837" v="38722"/>
          <ac:spMkLst>
            <pc:docMk/>
            <pc:sldMk cId="252635651" sldId="271"/>
            <ac:spMk id="19" creationId="{198E08A2-73D1-2D5E-1962-32C781258BB7}"/>
          </ac:spMkLst>
        </pc:spChg>
        <pc:spChg chg="mod">
          <ac:chgData name="Freda Shi" userId="e3bafef1-15f2-4eeb-acbe-fa674bab7991" providerId="ADAL" clId="{9555FC65-5A8C-4EE8-9D5B-8283D7A0923C}" dt="2026-01-19T07:27:24.837" v="38722"/>
          <ac:spMkLst>
            <pc:docMk/>
            <pc:sldMk cId="252635651" sldId="271"/>
            <ac:spMk id="25" creationId="{24AA46C9-B594-43EB-658A-BD0CEF3B0A6D}"/>
          </ac:spMkLst>
        </pc:spChg>
        <pc:spChg chg="mod">
          <ac:chgData name="Freda Shi" userId="e3bafef1-15f2-4eeb-acbe-fa674bab7991" providerId="ADAL" clId="{9555FC65-5A8C-4EE8-9D5B-8283D7A0923C}" dt="2026-01-19T07:27:24.837" v="38722"/>
          <ac:spMkLst>
            <pc:docMk/>
            <pc:sldMk cId="252635651" sldId="271"/>
            <ac:spMk id="27" creationId="{7B8E9288-7F17-FD04-1CA9-CDF116A582F4}"/>
          </ac:spMkLst>
        </pc:spChg>
        <pc:spChg chg="mod">
          <ac:chgData name="Freda Shi" userId="e3bafef1-15f2-4eeb-acbe-fa674bab7991" providerId="ADAL" clId="{9555FC65-5A8C-4EE8-9D5B-8283D7A0923C}" dt="2026-01-19T07:27:24.837" v="38722"/>
          <ac:spMkLst>
            <pc:docMk/>
            <pc:sldMk cId="252635651" sldId="271"/>
            <ac:spMk id="32" creationId="{B0F786E2-5636-990F-7E5B-44B79808D99B}"/>
          </ac:spMkLst>
        </pc:spChg>
        <pc:spChg chg="mod">
          <ac:chgData name="Freda Shi" userId="e3bafef1-15f2-4eeb-acbe-fa674bab7991" providerId="ADAL" clId="{9555FC65-5A8C-4EE8-9D5B-8283D7A0923C}" dt="2026-01-19T07:27:24.837" v="38722"/>
          <ac:spMkLst>
            <pc:docMk/>
            <pc:sldMk cId="252635651" sldId="271"/>
            <ac:spMk id="38" creationId="{52049F3A-B0AC-1C3D-59D9-7DB5A7B57C56}"/>
          </ac:spMkLst>
        </pc:spChg>
        <pc:spChg chg="mod">
          <ac:chgData name="Freda Shi" userId="e3bafef1-15f2-4eeb-acbe-fa674bab7991" providerId="ADAL" clId="{9555FC65-5A8C-4EE8-9D5B-8283D7A0923C}" dt="2026-01-19T07:27:24.837" v="38722"/>
          <ac:spMkLst>
            <pc:docMk/>
            <pc:sldMk cId="252635651" sldId="271"/>
            <ac:spMk id="39" creationId="{4E39B3EA-F2B9-D89A-6748-4F3EDB7C6DC3}"/>
          </ac:spMkLst>
        </pc:spChg>
        <pc:spChg chg="mod">
          <ac:chgData name="Freda Shi" userId="e3bafef1-15f2-4eeb-acbe-fa674bab7991" providerId="ADAL" clId="{9555FC65-5A8C-4EE8-9D5B-8283D7A0923C}" dt="2026-01-19T07:27:24.837" v="38722"/>
          <ac:spMkLst>
            <pc:docMk/>
            <pc:sldMk cId="252635651" sldId="271"/>
            <ac:spMk id="43" creationId="{15F474CE-71E4-FB90-1D55-42111503FF7A}"/>
          </ac:spMkLst>
        </pc:spChg>
        <pc:grpChg chg="mod">
          <ac:chgData name="Freda Shi" userId="e3bafef1-15f2-4eeb-acbe-fa674bab7991" providerId="ADAL" clId="{9555FC65-5A8C-4EE8-9D5B-8283D7A0923C}" dt="2026-01-19T07:27:27.257" v="38744" actId="1035"/>
          <ac:grpSpMkLst>
            <pc:docMk/>
            <pc:sldMk cId="252635651" sldId="271"/>
            <ac:grpSpMk id="5" creationId="{4C476B67-8D87-BC7A-1D2C-D474D7855184}"/>
          </ac:grpSpMkLst>
        </pc:grpChg>
      </pc:sldChg>
      <pc:sldChg chg="addSp delSp modSp new mod modAnim">
        <pc:chgData name="Freda Shi" userId="e3bafef1-15f2-4eeb-acbe-fa674bab7991" providerId="ADAL" clId="{9555FC65-5A8C-4EE8-9D5B-8283D7A0923C}" dt="2026-01-19T07:39:11.988" v="39193" actId="1076"/>
        <pc:sldMkLst>
          <pc:docMk/>
          <pc:sldMk cId="304331232" sldId="272"/>
        </pc:sldMkLst>
        <pc:spChg chg="mod">
          <ac:chgData name="Freda Shi" userId="e3bafef1-15f2-4eeb-acbe-fa674bab7991" providerId="ADAL" clId="{9555FC65-5A8C-4EE8-9D5B-8283D7A0923C}" dt="2026-01-19T07:30:23.427" v="38964" actId="20577"/>
          <ac:spMkLst>
            <pc:docMk/>
            <pc:sldMk cId="304331232" sldId="272"/>
            <ac:spMk id="2" creationId="{2EE51B1B-343C-09AD-16E1-BBE1DBC3161D}"/>
          </ac:spMkLst>
        </pc:spChg>
        <pc:spChg chg="del">
          <ac:chgData name="Freda Shi" userId="e3bafef1-15f2-4eeb-acbe-fa674bab7991" providerId="ADAL" clId="{9555FC65-5A8C-4EE8-9D5B-8283D7A0923C}" dt="2026-01-19T07:30:36.375" v="38965" actId="478"/>
          <ac:spMkLst>
            <pc:docMk/>
            <pc:sldMk cId="304331232" sldId="272"/>
            <ac:spMk id="3" creationId="{F8A7F61C-C361-BDB6-F5A8-AB97D592DA3F}"/>
          </ac:spMkLst>
        </pc:spChg>
        <pc:spChg chg="add mod">
          <ac:chgData name="Freda Shi" userId="e3bafef1-15f2-4eeb-acbe-fa674bab7991" providerId="ADAL" clId="{9555FC65-5A8C-4EE8-9D5B-8283D7A0923C}" dt="2026-01-19T07:36:32.723" v="39049" actId="5793"/>
          <ac:spMkLst>
            <pc:docMk/>
            <pc:sldMk cId="304331232" sldId="272"/>
            <ac:spMk id="6" creationId="{DAE7DB94-B1AA-F9A1-2AA4-1980D69D8681}"/>
          </ac:spMkLst>
        </pc:spChg>
        <pc:spChg chg="mod">
          <ac:chgData name="Freda Shi" userId="e3bafef1-15f2-4eeb-acbe-fa674bab7991" providerId="ADAL" clId="{9555FC65-5A8C-4EE8-9D5B-8283D7A0923C}" dt="2026-01-19T07:30:36.819" v="38966"/>
          <ac:spMkLst>
            <pc:docMk/>
            <pc:sldMk cId="304331232" sldId="272"/>
            <ac:spMk id="33" creationId="{0A44BE9F-4788-85DB-A50F-3CD742F860A8}"/>
          </ac:spMkLst>
        </pc:spChg>
        <pc:spChg chg="mod">
          <ac:chgData name="Freda Shi" userId="e3bafef1-15f2-4eeb-acbe-fa674bab7991" providerId="ADAL" clId="{9555FC65-5A8C-4EE8-9D5B-8283D7A0923C}" dt="2026-01-19T07:30:36.819" v="38966"/>
          <ac:spMkLst>
            <pc:docMk/>
            <pc:sldMk cId="304331232" sldId="272"/>
            <ac:spMk id="55" creationId="{66B3E0F2-EDAE-EDCB-2E11-08E43419590A}"/>
          </ac:spMkLst>
        </pc:spChg>
        <pc:spChg chg="mod">
          <ac:chgData name="Freda Shi" userId="e3bafef1-15f2-4eeb-acbe-fa674bab7991" providerId="ADAL" clId="{9555FC65-5A8C-4EE8-9D5B-8283D7A0923C}" dt="2026-01-19T07:30:36.819" v="38966"/>
          <ac:spMkLst>
            <pc:docMk/>
            <pc:sldMk cId="304331232" sldId="272"/>
            <ac:spMk id="61" creationId="{B88E751B-2B58-83E9-CBB8-E98E0FB6547E}"/>
          </ac:spMkLst>
        </pc:spChg>
        <pc:spChg chg="mod">
          <ac:chgData name="Freda Shi" userId="e3bafef1-15f2-4eeb-acbe-fa674bab7991" providerId="ADAL" clId="{9555FC65-5A8C-4EE8-9D5B-8283D7A0923C}" dt="2026-01-19T07:30:36.819" v="38966"/>
          <ac:spMkLst>
            <pc:docMk/>
            <pc:sldMk cId="304331232" sldId="272"/>
            <ac:spMk id="68" creationId="{3D6AABDD-CCDA-1B3E-6FF8-0F0C2F64ACF7}"/>
          </ac:spMkLst>
        </pc:spChg>
        <pc:spChg chg="mod">
          <ac:chgData name="Freda Shi" userId="e3bafef1-15f2-4eeb-acbe-fa674bab7991" providerId="ADAL" clId="{9555FC65-5A8C-4EE8-9D5B-8283D7A0923C}" dt="2026-01-19T07:30:36.819" v="38966"/>
          <ac:spMkLst>
            <pc:docMk/>
            <pc:sldMk cId="304331232" sldId="272"/>
            <ac:spMk id="97" creationId="{4166E620-788A-9112-FBB0-FDB078190D7F}"/>
          </ac:spMkLst>
        </pc:spChg>
        <pc:spChg chg="mod">
          <ac:chgData name="Freda Shi" userId="e3bafef1-15f2-4eeb-acbe-fa674bab7991" providerId="ADAL" clId="{9555FC65-5A8C-4EE8-9D5B-8283D7A0923C}" dt="2026-01-19T07:30:36.819" v="38966"/>
          <ac:spMkLst>
            <pc:docMk/>
            <pc:sldMk cId="304331232" sldId="272"/>
            <ac:spMk id="110" creationId="{5A1712E4-44F1-00B5-D38E-41BEFD3CB3F7}"/>
          </ac:spMkLst>
        </pc:spChg>
        <pc:spChg chg="mod">
          <ac:chgData name="Freda Shi" userId="e3bafef1-15f2-4eeb-acbe-fa674bab7991" providerId="ADAL" clId="{9555FC65-5A8C-4EE8-9D5B-8283D7A0923C}" dt="2026-01-19T07:30:36.819" v="38966"/>
          <ac:spMkLst>
            <pc:docMk/>
            <pc:sldMk cId="304331232" sldId="272"/>
            <ac:spMk id="118" creationId="{444DB4FE-517E-D795-7722-AC103F50511B}"/>
          </ac:spMkLst>
        </pc:spChg>
        <pc:spChg chg="mod">
          <ac:chgData name="Freda Shi" userId="e3bafef1-15f2-4eeb-acbe-fa674bab7991" providerId="ADAL" clId="{9555FC65-5A8C-4EE8-9D5B-8283D7A0923C}" dt="2026-01-19T07:30:36.819" v="38966"/>
          <ac:spMkLst>
            <pc:docMk/>
            <pc:sldMk cId="304331232" sldId="272"/>
            <ac:spMk id="120" creationId="{C9418F0C-FBBA-5E0C-6DD5-96462ABA30FF}"/>
          </ac:spMkLst>
        </pc:spChg>
        <pc:spChg chg="mod">
          <ac:chgData name="Freda Shi" userId="e3bafef1-15f2-4eeb-acbe-fa674bab7991" providerId="ADAL" clId="{9555FC65-5A8C-4EE8-9D5B-8283D7A0923C}" dt="2026-01-19T07:30:36.819" v="38966"/>
          <ac:spMkLst>
            <pc:docMk/>
            <pc:sldMk cId="304331232" sldId="272"/>
            <ac:spMk id="124" creationId="{44C017A9-0270-1A43-EB70-539DC7FBAB0E}"/>
          </ac:spMkLst>
        </pc:spChg>
        <pc:spChg chg="add del">
          <ac:chgData name="Freda Shi" userId="e3bafef1-15f2-4eeb-acbe-fa674bab7991" providerId="ADAL" clId="{9555FC65-5A8C-4EE8-9D5B-8283D7A0923C}" dt="2026-01-19T07:32:20.618" v="38996" actId="478"/>
          <ac:spMkLst>
            <pc:docMk/>
            <pc:sldMk cId="304331232" sldId="272"/>
            <ac:spMk id="128" creationId="{93AC9880-673F-B33F-609E-03D20B0DF531}"/>
          </ac:spMkLst>
        </pc:spChg>
        <pc:spChg chg="add">
          <ac:chgData name="Freda Shi" userId="e3bafef1-15f2-4eeb-acbe-fa674bab7991" providerId="ADAL" clId="{9555FC65-5A8C-4EE8-9D5B-8283D7A0923C}" dt="2026-01-19T07:32:36.121" v="38997"/>
          <ac:spMkLst>
            <pc:docMk/>
            <pc:sldMk cId="304331232" sldId="272"/>
            <ac:spMk id="129" creationId="{1009E77E-E3B1-C02C-798D-15030A79FE96}"/>
          </ac:spMkLst>
        </pc:spChg>
        <pc:spChg chg="add mod">
          <ac:chgData name="Freda Shi" userId="e3bafef1-15f2-4eeb-acbe-fa674bab7991" providerId="ADAL" clId="{9555FC65-5A8C-4EE8-9D5B-8283D7A0923C}" dt="2026-01-19T07:39:11.988" v="39193" actId="1076"/>
          <ac:spMkLst>
            <pc:docMk/>
            <pc:sldMk cId="304331232" sldId="272"/>
            <ac:spMk id="130" creationId="{156D1760-7E83-4B8A-6847-E0D9EB05D56E}"/>
          </ac:spMkLst>
        </pc:spChg>
        <pc:grpChg chg="mod">
          <ac:chgData name="Freda Shi" userId="e3bafef1-15f2-4eeb-acbe-fa674bab7991" providerId="ADAL" clId="{9555FC65-5A8C-4EE8-9D5B-8283D7A0923C}" dt="2026-01-19T07:30:47.132" v="38993" actId="1037"/>
          <ac:grpSpMkLst>
            <pc:docMk/>
            <pc:sldMk cId="304331232" sldId="272"/>
            <ac:grpSpMk id="7" creationId="{F5954759-C9A8-E515-C120-3ACD1D5B7CB8}"/>
          </ac:grpSpMkLst>
        </pc:grpChg>
        <pc:grpChg chg="mod">
          <ac:chgData name="Freda Shi" userId="e3bafef1-15f2-4eeb-acbe-fa674bab7991" providerId="ADAL" clId="{9555FC65-5A8C-4EE8-9D5B-8283D7A0923C}" dt="2026-01-19T07:35:21.091" v="39047" actId="1036"/>
          <ac:grpSpMkLst>
            <pc:docMk/>
            <pc:sldMk cId="304331232" sldId="272"/>
            <ac:grpSpMk id="28" creationId="{17BAE3E4-4272-3AFE-5C70-204A3A73FCE0}"/>
          </ac:grpSpMkLst>
        </pc:grpChg>
        <pc:grpChg chg="mod">
          <ac:chgData name="Freda Shi" userId="e3bafef1-15f2-4eeb-acbe-fa674bab7991" providerId="ADAL" clId="{9555FC65-5A8C-4EE8-9D5B-8283D7A0923C}" dt="2026-01-19T07:35:18.157" v="39046" actId="1036"/>
          <ac:grpSpMkLst>
            <pc:docMk/>
            <pc:sldMk cId="304331232" sldId="272"/>
            <ac:grpSpMk id="49" creationId="{3D228BE9-7222-869B-5794-7ACF303C9782}"/>
          </ac:grpSpMkLst>
        </pc:grpChg>
        <pc:grpChg chg="mod">
          <ac:chgData name="Freda Shi" userId="e3bafef1-15f2-4eeb-acbe-fa674bab7991" providerId="ADAL" clId="{9555FC65-5A8C-4EE8-9D5B-8283D7A0923C}" dt="2026-01-19T07:35:12.955" v="39042" actId="1036"/>
          <ac:grpSpMkLst>
            <pc:docMk/>
            <pc:sldMk cId="304331232" sldId="272"/>
            <ac:grpSpMk id="74" creationId="{9A8B16C4-4B5B-FD87-C791-FE17136B3DC7}"/>
          </ac:grpSpMkLst>
        </pc:grpChg>
        <pc:grpChg chg="mod">
          <ac:chgData name="Freda Shi" userId="e3bafef1-15f2-4eeb-acbe-fa674bab7991" providerId="ADAL" clId="{9555FC65-5A8C-4EE8-9D5B-8283D7A0923C}" dt="2026-01-19T07:35:08.930" v="39034" actId="1036"/>
          <ac:grpSpMkLst>
            <pc:docMk/>
            <pc:sldMk cId="304331232" sldId="272"/>
            <ac:grpSpMk id="92" creationId="{13EBFCCA-B9F8-CF03-2627-7C778559B830}"/>
          </ac:grpSpMkLst>
        </pc:grpChg>
        <pc:grpChg chg="mod">
          <ac:chgData name="Freda Shi" userId="e3bafef1-15f2-4eeb-acbe-fa674bab7991" providerId="ADAL" clId="{9555FC65-5A8C-4EE8-9D5B-8283D7A0923C}" dt="2026-01-19T07:35:04.343" v="39028" actId="1036"/>
          <ac:grpSpMkLst>
            <pc:docMk/>
            <pc:sldMk cId="304331232" sldId="272"/>
            <ac:grpSpMk id="113" creationId="{CB0182B0-9399-9C47-BA23-AD7A496D0FE2}"/>
          </ac:grpSpMkLst>
        </pc:grpChg>
        <pc:picChg chg="add mod">
          <ac:chgData name="Freda Shi" userId="e3bafef1-15f2-4eeb-acbe-fa674bab7991" providerId="ADAL" clId="{9555FC65-5A8C-4EE8-9D5B-8283D7A0923C}" dt="2026-01-19T07:33:21.360" v="39004" actId="1076"/>
          <ac:picMkLst>
            <pc:docMk/>
            <pc:sldMk cId="304331232" sldId="272"/>
            <ac:picMk id="1030" creationId="{B0C55F07-4238-2780-293B-CB8D0366E3DF}"/>
          </ac:picMkLst>
        </pc:picChg>
        <pc:cxnChg chg="del">
          <ac:chgData name="Freda Shi" userId="e3bafef1-15f2-4eeb-acbe-fa674bab7991" providerId="ADAL" clId="{9555FC65-5A8C-4EE8-9D5B-8283D7A0923C}" dt="2026-01-19T07:30:39.650" v="38967" actId="478"/>
          <ac:cxnSpMkLst>
            <pc:docMk/>
            <pc:sldMk cId="304331232" sldId="272"/>
            <ac:cxnSpMk id="5" creationId="{FE55ABEE-EA8D-7044-62AF-41BF4E6EAF3A}"/>
          </ac:cxnSpMkLst>
        </pc:cxnChg>
      </pc:sldChg>
      <pc:sldChg chg="addSp modSp new mod modAnim">
        <pc:chgData name="Freda Shi" userId="e3bafef1-15f2-4eeb-acbe-fa674bab7991" providerId="ADAL" clId="{9555FC65-5A8C-4EE8-9D5B-8283D7A0923C}" dt="2026-01-19T07:38:30.804" v="39160"/>
        <pc:sldMkLst>
          <pc:docMk/>
          <pc:sldMk cId="2383606714" sldId="273"/>
        </pc:sldMkLst>
        <pc:spChg chg="mod">
          <ac:chgData name="Freda Shi" userId="e3bafef1-15f2-4eeb-acbe-fa674bab7991" providerId="ADAL" clId="{9555FC65-5A8C-4EE8-9D5B-8283D7A0923C}" dt="2026-01-19T07:37:08.936" v="39051"/>
          <ac:spMkLst>
            <pc:docMk/>
            <pc:sldMk cId="2383606714" sldId="273"/>
            <ac:spMk id="2" creationId="{1BE10229-BCBC-D681-F1FE-FA485B2A3D42}"/>
          </ac:spMkLst>
        </pc:spChg>
        <pc:spChg chg="mod">
          <ac:chgData name="Freda Shi" userId="e3bafef1-15f2-4eeb-acbe-fa674bab7991" providerId="ADAL" clId="{9555FC65-5A8C-4EE8-9D5B-8283D7A0923C}" dt="2026-01-19T07:38:24.735" v="39158" actId="20577"/>
          <ac:spMkLst>
            <pc:docMk/>
            <pc:sldMk cId="2383606714" sldId="273"/>
            <ac:spMk id="3" creationId="{144042B8-50A7-0A17-C906-0CB53484F2BA}"/>
          </ac:spMkLst>
        </pc:spChg>
        <pc:spChg chg="mod">
          <ac:chgData name="Freda Shi" userId="e3bafef1-15f2-4eeb-acbe-fa674bab7991" providerId="ADAL" clId="{9555FC65-5A8C-4EE8-9D5B-8283D7A0923C}" dt="2026-01-19T07:37:49.571" v="39136"/>
          <ac:spMkLst>
            <pc:docMk/>
            <pc:sldMk cId="2383606714" sldId="273"/>
            <ac:spMk id="12" creationId="{95111A31-C874-6120-6C02-68103EDD4716}"/>
          </ac:spMkLst>
        </pc:spChg>
        <pc:spChg chg="mod">
          <ac:chgData name="Freda Shi" userId="e3bafef1-15f2-4eeb-acbe-fa674bab7991" providerId="ADAL" clId="{9555FC65-5A8C-4EE8-9D5B-8283D7A0923C}" dt="2026-01-19T07:37:49.571" v="39136"/>
          <ac:spMkLst>
            <pc:docMk/>
            <pc:sldMk cId="2383606714" sldId="273"/>
            <ac:spMk id="18" creationId="{BF4306DC-E455-13A6-4D3A-95203524E199}"/>
          </ac:spMkLst>
        </pc:spChg>
        <pc:spChg chg="mod">
          <ac:chgData name="Freda Shi" userId="e3bafef1-15f2-4eeb-acbe-fa674bab7991" providerId="ADAL" clId="{9555FC65-5A8C-4EE8-9D5B-8283D7A0923C}" dt="2026-01-19T07:37:49.571" v="39136"/>
          <ac:spMkLst>
            <pc:docMk/>
            <pc:sldMk cId="2383606714" sldId="273"/>
            <ac:spMk id="27" creationId="{0A465490-0755-F1FE-3123-11AA03B79CF8}"/>
          </ac:spMkLst>
        </pc:spChg>
        <pc:spChg chg="mod">
          <ac:chgData name="Freda Shi" userId="e3bafef1-15f2-4eeb-acbe-fa674bab7991" providerId="ADAL" clId="{9555FC65-5A8C-4EE8-9D5B-8283D7A0923C}" dt="2026-01-19T07:37:49.571" v="39136"/>
          <ac:spMkLst>
            <pc:docMk/>
            <pc:sldMk cId="2383606714" sldId="273"/>
            <ac:spMk id="37" creationId="{EF3ECED8-13FD-3439-FE6F-74D4F5436C5C}"/>
          </ac:spMkLst>
        </pc:spChg>
        <pc:spChg chg="mod">
          <ac:chgData name="Freda Shi" userId="e3bafef1-15f2-4eeb-acbe-fa674bab7991" providerId="ADAL" clId="{9555FC65-5A8C-4EE8-9D5B-8283D7A0923C}" dt="2026-01-19T07:37:49.571" v="39136"/>
          <ac:spMkLst>
            <pc:docMk/>
            <pc:sldMk cId="2383606714" sldId="273"/>
            <ac:spMk id="45" creationId="{542A7F0A-C0F6-5CCA-4C40-7E5C2C708588}"/>
          </ac:spMkLst>
        </pc:spChg>
        <pc:spChg chg="mod">
          <ac:chgData name="Freda Shi" userId="e3bafef1-15f2-4eeb-acbe-fa674bab7991" providerId="ADAL" clId="{9555FC65-5A8C-4EE8-9D5B-8283D7A0923C}" dt="2026-01-19T07:37:49.571" v="39136"/>
          <ac:spMkLst>
            <pc:docMk/>
            <pc:sldMk cId="2383606714" sldId="273"/>
            <ac:spMk id="46" creationId="{A68B8BB0-D725-AD51-CA15-D3AC4DF2232F}"/>
          </ac:spMkLst>
        </pc:spChg>
        <pc:spChg chg="mod">
          <ac:chgData name="Freda Shi" userId="e3bafef1-15f2-4eeb-acbe-fa674bab7991" providerId="ADAL" clId="{9555FC65-5A8C-4EE8-9D5B-8283D7A0923C}" dt="2026-01-19T07:37:49.571" v="39136"/>
          <ac:spMkLst>
            <pc:docMk/>
            <pc:sldMk cId="2383606714" sldId="273"/>
            <ac:spMk id="49" creationId="{11F34A4A-51EB-54B4-6942-47328E2489B0}"/>
          </ac:spMkLst>
        </pc:spChg>
        <pc:spChg chg="mod">
          <ac:chgData name="Freda Shi" userId="e3bafef1-15f2-4eeb-acbe-fa674bab7991" providerId="ADAL" clId="{9555FC65-5A8C-4EE8-9D5B-8283D7A0923C}" dt="2026-01-19T07:37:49.571" v="39136"/>
          <ac:spMkLst>
            <pc:docMk/>
            <pc:sldMk cId="2383606714" sldId="273"/>
            <ac:spMk id="80" creationId="{1BF0BC11-B630-9816-9B45-63C4DD017245}"/>
          </ac:spMkLst>
        </pc:spChg>
        <pc:spChg chg="mod">
          <ac:chgData name="Freda Shi" userId="e3bafef1-15f2-4eeb-acbe-fa674bab7991" providerId="ADAL" clId="{9555FC65-5A8C-4EE8-9D5B-8283D7A0923C}" dt="2026-01-19T07:37:49.571" v="39136"/>
          <ac:spMkLst>
            <pc:docMk/>
            <pc:sldMk cId="2383606714" sldId="273"/>
            <ac:spMk id="84" creationId="{B763C8DE-89E9-4925-F6FD-5E6F670F9B7F}"/>
          </ac:spMkLst>
        </pc:spChg>
        <pc:spChg chg="mod">
          <ac:chgData name="Freda Shi" userId="e3bafef1-15f2-4eeb-acbe-fa674bab7991" providerId="ADAL" clId="{9555FC65-5A8C-4EE8-9D5B-8283D7A0923C}" dt="2026-01-19T07:37:49.571" v="39136"/>
          <ac:spMkLst>
            <pc:docMk/>
            <pc:sldMk cId="2383606714" sldId="273"/>
            <ac:spMk id="86" creationId="{3A7F2BCC-2872-789D-ACAB-E473FF630FA5}"/>
          </ac:spMkLst>
        </pc:spChg>
        <pc:grpChg chg="mod">
          <ac:chgData name="Freda Shi" userId="e3bafef1-15f2-4eeb-acbe-fa674bab7991" providerId="ADAL" clId="{9555FC65-5A8C-4EE8-9D5B-8283D7A0923C}" dt="2026-01-19T07:37:53.533" v="39156" actId="1036"/>
          <ac:grpSpMkLst>
            <pc:docMk/>
            <pc:sldMk cId="2383606714" sldId="273"/>
            <ac:grpSpMk id="5" creationId="{5523B188-0B18-1584-4601-AC0651FBFB5B}"/>
          </ac:grpSpMkLst>
        </pc:grpChg>
        <pc:grpChg chg="mod">
          <ac:chgData name="Freda Shi" userId="e3bafef1-15f2-4eeb-acbe-fa674bab7991" providerId="ADAL" clId="{9555FC65-5A8C-4EE8-9D5B-8283D7A0923C}" dt="2026-01-19T07:37:53.533" v="39156" actId="1036"/>
          <ac:grpSpMkLst>
            <pc:docMk/>
            <pc:sldMk cId="2383606714" sldId="273"/>
            <ac:grpSpMk id="26" creationId="{6A353B52-4263-54CD-F780-92266C0C3742}"/>
          </ac:grpSpMkLst>
        </pc:grpChg>
        <pc:grpChg chg="mod">
          <ac:chgData name="Freda Shi" userId="e3bafef1-15f2-4eeb-acbe-fa674bab7991" providerId="ADAL" clId="{9555FC65-5A8C-4EE8-9D5B-8283D7A0923C}" dt="2026-01-19T07:37:53.533" v="39156" actId="1036"/>
          <ac:grpSpMkLst>
            <pc:docMk/>
            <pc:sldMk cId="2383606714" sldId="273"/>
            <ac:grpSpMk id="47" creationId="{0818524B-CE45-2075-8CEC-64FC6B194D12}"/>
          </ac:grpSpMkLst>
        </pc:grpChg>
      </pc:sldChg>
      <pc:sldChg chg="modSp new mod modAnim">
        <pc:chgData name="Freda Shi" userId="e3bafef1-15f2-4eeb-acbe-fa674bab7991" providerId="ADAL" clId="{9555FC65-5A8C-4EE8-9D5B-8283D7A0923C}" dt="2026-01-19T07:40:21.130" v="39234" actId="20577"/>
        <pc:sldMkLst>
          <pc:docMk/>
          <pc:sldMk cId="147099173" sldId="274"/>
        </pc:sldMkLst>
        <pc:spChg chg="mod">
          <ac:chgData name="Freda Shi" userId="e3bafef1-15f2-4eeb-acbe-fa674bab7991" providerId="ADAL" clId="{9555FC65-5A8C-4EE8-9D5B-8283D7A0923C}" dt="2026-01-19T07:39:32.410" v="39221" actId="20577"/>
          <ac:spMkLst>
            <pc:docMk/>
            <pc:sldMk cId="147099173" sldId="274"/>
            <ac:spMk id="2" creationId="{50C04263-B487-1538-8155-242D2651E950}"/>
          </ac:spMkLst>
        </pc:spChg>
        <pc:spChg chg="mod">
          <ac:chgData name="Freda Shi" userId="e3bafef1-15f2-4eeb-acbe-fa674bab7991" providerId="ADAL" clId="{9555FC65-5A8C-4EE8-9D5B-8283D7A0923C}" dt="2026-01-19T07:40:21.130" v="39234" actId="20577"/>
          <ac:spMkLst>
            <pc:docMk/>
            <pc:sldMk cId="147099173" sldId="274"/>
            <ac:spMk id="3" creationId="{587AFFB6-5166-5A94-B04B-569E27D7606F}"/>
          </ac:spMkLst>
        </pc:spChg>
      </pc:sldChg>
      <pc:sldChg chg="addSp delSp modSp new mod ord">
        <pc:chgData name="Freda Shi" userId="e3bafef1-15f2-4eeb-acbe-fa674bab7991" providerId="ADAL" clId="{9555FC65-5A8C-4EE8-9D5B-8283D7A0923C}" dt="2026-01-19T07:43:45.204" v="39262" actId="1035"/>
        <pc:sldMkLst>
          <pc:docMk/>
          <pc:sldMk cId="1724561596" sldId="275"/>
        </pc:sldMkLst>
        <pc:spChg chg="mod">
          <ac:chgData name="Freda Shi" userId="e3bafef1-15f2-4eeb-acbe-fa674bab7991" providerId="ADAL" clId="{9555FC65-5A8C-4EE8-9D5B-8283D7A0923C}" dt="2026-01-19T07:40:37.803" v="39240"/>
          <ac:spMkLst>
            <pc:docMk/>
            <pc:sldMk cId="1724561596" sldId="275"/>
            <ac:spMk id="2" creationId="{B3C43A1C-0CF1-87ED-CEE4-597CC94F114B}"/>
          </ac:spMkLst>
        </pc:spChg>
        <pc:spChg chg="del">
          <ac:chgData name="Freda Shi" userId="e3bafef1-15f2-4eeb-acbe-fa674bab7991" providerId="ADAL" clId="{9555FC65-5A8C-4EE8-9D5B-8283D7A0923C}" dt="2026-01-19T07:43:41.502" v="39241" actId="478"/>
          <ac:spMkLst>
            <pc:docMk/>
            <pc:sldMk cId="1724561596" sldId="275"/>
            <ac:spMk id="3" creationId="{B720E0CB-D9F4-7C68-1E06-DAC540440977}"/>
          </ac:spMkLst>
        </pc:spChg>
        <pc:spChg chg="mod">
          <ac:chgData name="Freda Shi" userId="e3bafef1-15f2-4eeb-acbe-fa674bab7991" providerId="ADAL" clId="{9555FC65-5A8C-4EE8-9D5B-8283D7A0923C}" dt="2026-01-19T07:43:45.204" v="39262" actId="1035"/>
          <ac:spMkLst>
            <pc:docMk/>
            <pc:sldMk cId="1724561596" sldId="275"/>
            <ac:spMk id="5" creationId="{14ABF962-5DE0-4E59-3D13-D181A5DEBCDB}"/>
          </ac:spMkLst>
        </pc:spChg>
        <pc:spChg chg="mod">
          <ac:chgData name="Freda Shi" userId="e3bafef1-15f2-4eeb-acbe-fa674bab7991" providerId="ADAL" clId="{9555FC65-5A8C-4EE8-9D5B-8283D7A0923C}" dt="2026-01-19T07:43:41.878" v="39242"/>
          <ac:spMkLst>
            <pc:docMk/>
            <pc:sldMk cId="1724561596" sldId="275"/>
            <ac:spMk id="14" creationId="{BA26E318-8D97-6D10-536D-87E2C4ADE132}"/>
          </ac:spMkLst>
        </pc:spChg>
        <pc:spChg chg="mod">
          <ac:chgData name="Freda Shi" userId="e3bafef1-15f2-4eeb-acbe-fa674bab7991" providerId="ADAL" clId="{9555FC65-5A8C-4EE8-9D5B-8283D7A0923C}" dt="2026-01-19T07:43:41.878" v="39242"/>
          <ac:spMkLst>
            <pc:docMk/>
            <pc:sldMk cId="1724561596" sldId="275"/>
            <ac:spMk id="26" creationId="{EE95F1FF-E0FA-ABB9-9FFF-FC96D57968B0}"/>
          </ac:spMkLst>
        </pc:spChg>
        <pc:spChg chg="mod">
          <ac:chgData name="Freda Shi" userId="e3bafef1-15f2-4eeb-acbe-fa674bab7991" providerId="ADAL" clId="{9555FC65-5A8C-4EE8-9D5B-8283D7A0923C}" dt="2026-01-19T07:43:41.878" v="39242"/>
          <ac:spMkLst>
            <pc:docMk/>
            <pc:sldMk cId="1724561596" sldId="275"/>
            <ac:spMk id="34" creationId="{85F052CF-A111-A60D-E732-AAB1F65BCCD1}"/>
          </ac:spMkLst>
        </pc:spChg>
        <pc:spChg chg="mod">
          <ac:chgData name="Freda Shi" userId="e3bafef1-15f2-4eeb-acbe-fa674bab7991" providerId="ADAL" clId="{9555FC65-5A8C-4EE8-9D5B-8283D7A0923C}" dt="2026-01-19T07:43:41.878" v="39242"/>
          <ac:spMkLst>
            <pc:docMk/>
            <pc:sldMk cId="1724561596" sldId="275"/>
            <ac:spMk id="35" creationId="{93A1B0CE-1C5A-BC56-A1F7-2DC41DCD7AEE}"/>
          </ac:spMkLst>
        </pc:spChg>
        <pc:spChg chg="mod">
          <ac:chgData name="Freda Shi" userId="e3bafef1-15f2-4eeb-acbe-fa674bab7991" providerId="ADAL" clId="{9555FC65-5A8C-4EE8-9D5B-8283D7A0923C}" dt="2026-01-19T07:43:41.878" v="39242"/>
          <ac:spMkLst>
            <pc:docMk/>
            <pc:sldMk cId="1724561596" sldId="275"/>
            <ac:spMk id="36" creationId="{44908675-2D99-AF88-D35B-A65207C0324F}"/>
          </ac:spMkLst>
        </pc:spChg>
        <pc:spChg chg="mod">
          <ac:chgData name="Freda Shi" userId="e3bafef1-15f2-4eeb-acbe-fa674bab7991" providerId="ADAL" clId="{9555FC65-5A8C-4EE8-9D5B-8283D7A0923C}" dt="2026-01-19T07:43:41.878" v="39242"/>
          <ac:spMkLst>
            <pc:docMk/>
            <pc:sldMk cId="1724561596" sldId="275"/>
            <ac:spMk id="37" creationId="{DF54C14C-2178-D0E2-ED6B-CFBAD4163009}"/>
          </ac:spMkLst>
        </pc:spChg>
        <pc:spChg chg="mod">
          <ac:chgData name="Freda Shi" userId="e3bafef1-15f2-4eeb-acbe-fa674bab7991" providerId="ADAL" clId="{9555FC65-5A8C-4EE8-9D5B-8283D7A0923C}" dt="2026-01-19T07:43:41.878" v="39242"/>
          <ac:spMkLst>
            <pc:docMk/>
            <pc:sldMk cId="1724561596" sldId="275"/>
            <ac:spMk id="40" creationId="{086F878E-02BC-CD38-35F4-883C7441337B}"/>
          </ac:spMkLst>
        </pc:spChg>
        <pc:spChg chg="mod">
          <ac:chgData name="Freda Shi" userId="e3bafef1-15f2-4eeb-acbe-fa674bab7991" providerId="ADAL" clId="{9555FC65-5A8C-4EE8-9D5B-8283D7A0923C}" dt="2026-01-19T07:43:41.878" v="39242"/>
          <ac:spMkLst>
            <pc:docMk/>
            <pc:sldMk cId="1724561596" sldId="275"/>
            <ac:spMk id="42" creationId="{72BCBD22-2E1D-BF14-3992-FCDA51997272}"/>
          </ac:spMkLst>
        </pc:spChg>
        <pc:spChg chg="mod">
          <ac:chgData name="Freda Shi" userId="e3bafef1-15f2-4eeb-acbe-fa674bab7991" providerId="ADAL" clId="{9555FC65-5A8C-4EE8-9D5B-8283D7A0923C}" dt="2026-01-19T07:43:41.878" v="39242"/>
          <ac:spMkLst>
            <pc:docMk/>
            <pc:sldMk cId="1724561596" sldId="275"/>
            <ac:spMk id="46" creationId="{3297D7EB-8944-E5D9-02B8-82F4813E4688}"/>
          </ac:spMkLst>
        </pc:spChg>
        <pc:spChg chg="mod">
          <ac:chgData name="Freda Shi" userId="e3bafef1-15f2-4eeb-acbe-fa674bab7991" providerId="ADAL" clId="{9555FC65-5A8C-4EE8-9D5B-8283D7A0923C}" dt="2026-01-19T07:43:41.878" v="39242"/>
          <ac:spMkLst>
            <pc:docMk/>
            <pc:sldMk cId="1724561596" sldId="275"/>
            <ac:spMk id="50" creationId="{012E470E-3AE4-71E9-C7B0-233E52E7439F}"/>
          </ac:spMkLst>
        </pc:spChg>
        <pc:grpChg chg="mod">
          <ac:chgData name="Freda Shi" userId="e3bafef1-15f2-4eeb-acbe-fa674bab7991" providerId="ADAL" clId="{9555FC65-5A8C-4EE8-9D5B-8283D7A0923C}" dt="2026-01-19T07:43:45.204" v="39262" actId="1035"/>
          <ac:grpSpMkLst>
            <pc:docMk/>
            <pc:sldMk cId="1724561596" sldId="275"/>
            <ac:grpSpMk id="6" creationId="{E2583C0F-EA2B-E0AE-4F42-9DDC80E675E5}"/>
          </ac:grpSpMkLst>
        </pc:grpChg>
        <pc:grpChg chg="mod">
          <ac:chgData name="Freda Shi" userId="e3bafef1-15f2-4eeb-acbe-fa674bab7991" providerId="ADAL" clId="{9555FC65-5A8C-4EE8-9D5B-8283D7A0923C}" dt="2026-01-19T07:43:45.204" v="39262" actId="1035"/>
          <ac:grpSpMkLst>
            <pc:docMk/>
            <pc:sldMk cId="1724561596" sldId="275"/>
            <ac:grpSpMk id="24" creationId="{ED69343E-3793-E8C6-D348-1E46E12EE226}"/>
          </ac:grpSpMkLst>
        </pc:grpChg>
        <pc:grpChg chg="mod">
          <ac:chgData name="Freda Shi" userId="e3bafef1-15f2-4eeb-acbe-fa674bab7991" providerId="ADAL" clId="{9555FC65-5A8C-4EE8-9D5B-8283D7A0923C}" dt="2026-01-19T07:43:45.204" v="39262" actId="1035"/>
          <ac:grpSpMkLst>
            <pc:docMk/>
            <pc:sldMk cId="1724561596" sldId="275"/>
            <ac:grpSpMk id="41" creationId="{981B7E96-71B7-FE6E-7FF0-C3070B3B23BD}"/>
          </ac:grpSpMkLst>
        </pc:grpChg>
      </pc:sldChg>
      <pc:sldChg chg="addSp delSp modSp new mod">
        <pc:chgData name="Freda Shi" userId="e3bafef1-15f2-4eeb-acbe-fa674bab7991" providerId="ADAL" clId="{9555FC65-5A8C-4EE8-9D5B-8283D7A0923C}" dt="2026-01-19T07:46:05.065" v="39355" actId="20577"/>
        <pc:sldMkLst>
          <pc:docMk/>
          <pc:sldMk cId="1826394286" sldId="276"/>
        </pc:sldMkLst>
        <pc:spChg chg="mod">
          <ac:chgData name="Freda Shi" userId="e3bafef1-15f2-4eeb-acbe-fa674bab7991" providerId="ADAL" clId="{9555FC65-5A8C-4EE8-9D5B-8283D7A0923C}" dt="2026-01-19T07:44:04.774" v="39292" actId="20577"/>
          <ac:spMkLst>
            <pc:docMk/>
            <pc:sldMk cId="1826394286" sldId="276"/>
            <ac:spMk id="2" creationId="{5F5629DB-E1ED-FDE8-7EDD-262E3E40FD32}"/>
          </ac:spMkLst>
        </pc:spChg>
        <pc:spChg chg="del">
          <ac:chgData name="Freda Shi" userId="e3bafef1-15f2-4eeb-acbe-fa674bab7991" providerId="ADAL" clId="{9555FC65-5A8C-4EE8-9D5B-8283D7A0923C}" dt="2026-01-19T07:44:07.590" v="39293" actId="478"/>
          <ac:spMkLst>
            <pc:docMk/>
            <pc:sldMk cId="1826394286" sldId="276"/>
            <ac:spMk id="3" creationId="{F47CBB9E-068E-23AE-A8FE-6D51AA99B91A}"/>
          </ac:spMkLst>
        </pc:spChg>
        <pc:spChg chg="del mod">
          <ac:chgData name="Freda Shi" userId="e3bafef1-15f2-4eeb-acbe-fa674bab7991" providerId="ADAL" clId="{9555FC65-5A8C-4EE8-9D5B-8283D7A0923C}" dt="2026-01-19T07:44:55.585" v="39347" actId="478"/>
          <ac:spMkLst>
            <pc:docMk/>
            <pc:sldMk cId="1826394286" sldId="276"/>
            <ac:spMk id="5" creationId="{4DA81C94-8029-5374-CD31-DFB7E9C10764}"/>
          </ac:spMkLst>
        </pc:spChg>
        <pc:spChg chg="mod">
          <ac:chgData name="Freda Shi" userId="e3bafef1-15f2-4eeb-acbe-fa674bab7991" providerId="ADAL" clId="{9555FC65-5A8C-4EE8-9D5B-8283D7A0923C}" dt="2026-01-19T07:44:07.971" v="39294"/>
          <ac:spMkLst>
            <pc:docMk/>
            <pc:sldMk cId="1826394286" sldId="276"/>
            <ac:spMk id="9" creationId="{5927F330-D133-3A2A-4239-084684365E6C}"/>
          </ac:spMkLst>
        </pc:spChg>
        <pc:spChg chg="mod">
          <ac:chgData name="Freda Shi" userId="e3bafef1-15f2-4eeb-acbe-fa674bab7991" providerId="ADAL" clId="{9555FC65-5A8C-4EE8-9D5B-8283D7A0923C}" dt="2026-01-19T07:44:07.971" v="39294"/>
          <ac:spMkLst>
            <pc:docMk/>
            <pc:sldMk cId="1826394286" sldId="276"/>
            <ac:spMk id="18" creationId="{73290734-4D8F-6F19-3FC9-51CB4305EA3F}"/>
          </ac:spMkLst>
        </pc:spChg>
        <pc:spChg chg="mod">
          <ac:chgData name="Freda Shi" userId="e3bafef1-15f2-4eeb-acbe-fa674bab7991" providerId="ADAL" clId="{9555FC65-5A8C-4EE8-9D5B-8283D7A0923C}" dt="2026-01-19T07:44:07.971" v="39294"/>
          <ac:spMkLst>
            <pc:docMk/>
            <pc:sldMk cId="1826394286" sldId="276"/>
            <ac:spMk id="100" creationId="{3A8CCFD0-CB7E-97F3-1391-4435588B751C}"/>
          </ac:spMkLst>
        </pc:spChg>
        <pc:spChg chg="mod">
          <ac:chgData name="Freda Shi" userId="e3bafef1-15f2-4eeb-acbe-fa674bab7991" providerId="ADAL" clId="{9555FC65-5A8C-4EE8-9D5B-8283D7A0923C}" dt="2026-01-19T07:44:07.971" v="39294"/>
          <ac:spMkLst>
            <pc:docMk/>
            <pc:sldMk cId="1826394286" sldId="276"/>
            <ac:spMk id="109" creationId="{21F7B055-733B-D9DB-6E33-7EC5444ADE66}"/>
          </ac:spMkLst>
        </pc:spChg>
        <pc:spChg chg="mod">
          <ac:chgData name="Freda Shi" userId="e3bafef1-15f2-4eeb-acbe-fa674bab7991" providerId="ADAL" clId="{9555FC65-5A8C-4EE8-9D5B-8283D7A0923C}" dt="2026-01-19T07:44:07.971" v="39294"/>
          <ac:spMkLst>
            <pc:docMk/>
            <pc:sldMk cId="1826394286" sldId="276"/>
            <ac:spMk id="120" creationId="{02690694-0C36-3080-2E19-5FD45EA3EAC6}"/>
          </ac:spMkLst>
        </pc:spChg>
        <pc:spChg chg="mod">
          <ac:chgData name="Freda Shi" userId="e3bafef1-15f2-4eeb-acbe-fa674bab7991" providerId="ADAL" clId="{9555FC65-5A8C-4EE8-9D5B-8283D7A0923C}" dt="2026-01-19T07:44:11.020" v="39317" actId="1037"/>
          <ac:spMkLst>
            <pc:docMk/>
            <pc:sldMk cId="1826394286" sldId="276"/>
            <ac:spMk id="127" creationId="{CDAD4568-DF9C-E7DB-A0EC-1B0A0331DE6C}"/>
          </ac:spMkLst>
        </pc:spChg>
        <pc:spChg chg="mod">
          <ac:chgData name="Freda Shi" userId="e3bafef1-15f2-4eeb-acbe-fa674bab7991" providerId="ADAL" clId="{9555FC65-5A8C-4EE8-9D5B-8283D7A0923C}" dt="2026-01-19T07:44:07.971" v="39294"/>
          <ac:spMkLst>
            <pc:docMk/>
            <pc:sldMk cId="1826394286" sldId="276"/>
            <ac:spMk id="172" creationId="{E0BE8B86-9C22-9AEB-F852-E578148D9240}"/>
          </ac:spMkLst>
        </pc:spChg>
        <pc:spChg chg="mod">
          <ac:chgData name="Freda Shi" userId="e3bafef1-15f2-4eeb-acbe-fa674bab7991" providerId="ADAL" clId="{9555FC65-5A8C-4EE8-9D5B-8283D7A0923C}" dt="2026-01-19T07:44:07.971" v="39294"/>
          <ac:spMkLst>
            <pc:docMk/>
            <pc:sldMk cId="1826394286" sldId="276"/>
            <ac:spMk id="182" creationId="{ADBD40A0-2999-ED3A-84EF-2ABE00754DCA}"/>
          </ac:spMkLst>
        </pc:spChg>
        <pc:spChg chg="mod">
          <ac:chgData name="Freda Shi" userId="e3bafef1-15f2-4eeb-acbe-fa674bab7991" providerId="ADAL" clId="{9555FC65-5A8C-4EE8-9D5B-8283D7A0923C}" dt="2026-01-19T07:44:07.971" v="39294"/>
          <ac:spMkLst>
            <pc:docMk/>
            <pc:sldMk cId="1826394286" sldId="276"/>
            <ac:spMk id="220" creationId="{8346BF22-1277-02C6-220B-68B30914066F}"/>
          </ac:spMkLst>
        </pc:spChg>
        <pc:spChg chg="mod">
          <ac:chgData name="Freda Shi" userId="e3bafef1-15f2-4eeb-acbe-fa674bab7991" providerId="ADAL" clId="{9555FC65-5A8C-4EE8-9D5B-8283D7A0923C}" dt="2026-01-19T07:44:07.971" v="39294"/>
          <ac:spMkLst>
            <pc:docMk/>
            <pc:sldMk cId="1826394286" sldId="276"/>
            <ac:spMk id="221" creationId="{6E1D3D9F-9489-33A1-E383-C652DE55B325}"/>
          </ac:spMkLst>
        </pc:spChg>
        <pc:spChg chg="mod">
          <ac:chgData name="Freda Shi" userId="e3bafef1-15f2-4eeb-acbe-fa674bab7991" providerId="ADAL" clId="{9555FC65-5A8C-4EE8-9D5B-8283D7A0923C}" dt="2026-01-19T07:44:07.971" v="39294"/>
          <ac:spMkLst>
            <pc:docMk/>
            <pc:sldMk cId="1826394286" sldId="276"/>
            <ac:spMk id="235" creationId="{D2A1CE20-A41A-1AE4-F889-40970891FCB5}"/>
          </ac:spMkLst>
        </pc:spChg>
        <pc:spChg chg="add del mod">
          <ac:chgData name="Freda Shi" userId="e3bafef1-15f2-4eeb-acbe-fa674bab7991" providerId="ADAL" clId="{9555FC65-5A8C-4EE8-9D5B-8283D7A0923C}" dt="2026-01-19T07:44:58.449" v="39348" actId="478"/>
          <ac:spMkLst>
            <pc:docMk/>
            <pc:sldMk cId="1826394286" sldId="276"/>
            <ac:spMk id="238" creationId="{F326BAB9-13EB-2835-0F17-BD10C6D64A4A}"/>
          </ac:spMkLst>
        </pc:spChg>
        <pc:spChg chg="add mod">
          <ac:chgData name="Freda Shi" userId="e3bafef1-15f2-4eeb-acbe-fa674bab7991" providerId="ADAL" clId="{9555FC65-5A8C-4EE8-9D5B-8283D7A0923C}" dt="2026-01-19T07:46:05.065" v="39355" actId="20577"/>
          <ac:spMkLst>
            <pc:docMk/>
            <pc:sldMk cId="1826394286" sldId="276"/>
            <ac:spMk id="239" creationId="{A45CFF03-2563-0839-2C32-48C887C1BB92}"/>
          </ac:spMkLst>
        </pc:spChg>
        <pc:grpChg chg="mod">
          <ac:chgData name="Freda Shi" userId="e3bafef1-15f2-4eeb-acbe-fa674bab7991" providerId="ADAL" clId="{9555FC65-5A8C-4EE8-9D5B-8283D7A0923C}" dt="2026-01-19T07:44:11.020" v="39317" actId="1037"/>
          <ac:grpSpMkLst>
            <pc:docMk/>
            <pc:sldMk cId="1826394286" sldId="276"/>
            <ac:grpSpMk id="6" creationId="{2F5BF00B-2E2E-99C4-2714-50187A574056}"/>
          </ac:grpSpMkLst>
        </pc:grpChg>
        <pc:grpChg chg="mod">
          <ac:chgData name="Freda Shi" userId="e3bafef1-15f2-4eeb-acbe-fa674bab7991" providerId="ADAL" clId="{9555FC65-5A8C-4EE8-9D5B-8283D7A0923C}" dt="2026-01-19T07:44:11.020" v="39317" actId="1037"/>
          <ac:grpSpMkLst>
            <pc:docMk/>
            <pc:sldMk cId="1826394286" sldId="276"/>
            <ac:grpSpMk id="27" creationId="{2A62ECAB-F5C4-1DB4-0A3A-7171E88C476F}"/>
          </ac:grpSpMkLst>
        </pc:grpChg>
        <pc:grpChg chg="mod">
          <ac:chgData name="Freda Shi" userId="e3bafef1-15f2-4eeb-acbe-fa674bab7991" providerId="ADAL" clId="{9555FC65-5A8C-4EE8-9D5B-8283D7A0923C}" dt="2026-01-19T07:44:11.020" v="39317" actId="1037"/>
          <ac:grpSpMkLst>
            <pc:docMk/>
            <pc:sldMk cId="1826394286" sldId="276"/>
            <ac:grpSpMk id="48" creationId="{603CA397-AE1B-CA02-BA9C-92B57876C167}"/>
          </ac:grpSpMkLst>
        </pc:grpChg>
        <pc:grpChg chg="mod">
          <ac:chgData name="Freda Shi" userId="e3bafef1-15f2-4eeb-acbe-fa674bab7991" providerId="ADAL" clId="{9555FC65-5A8C-4EE8-9D5B-8283D7A0923C}" dt="2026-01-19T07:44:11.020" v="39317" actId="1037"/>
          <ac:grpSpMkLst>
            <pc:docMk/>
            <pc:sldMk cId="1826394286" sldId="276"/>
            <ac:grpSpMk id="73" creationId="{0B1F7E4B-B3F9-904F-A294-9D9F855115F1}"/>
          </ac:grpSpMkLst>
        </pc:grpChg>
        <pc:grpChg chg="mod">
          <ac:chgData name="Freda Shi" userId="e3bafef1-15f2-4eeb-acbe-fa674bab7991" providerId="ADAL" clId="{9555FC65-5A8C-4EE8-9D5B-8283D7A0923C}" dt="2026-01-19T07:44:11.020" v="39317" actId="1037"/>
          <ac:grpSpMkLst>
            <pc:docMk/>
            <pc:sldMk cId="1826394286" sldId="276"/>
            <ac:grpSpMk id="91" creationId="{F7872732-BF91-0FC0-9809-6F7CD7D5F31F}"/>
          </ac:grpSpMkLst>
        </pc:grpChg>
        <pc:grpChg chg="mod">
          <ac:chgData name="Freda Shi" userId="e3bafef1-15f2-4eeb-acbe-fa674bab7991" providerId="ADAL" clId="{9555FC65-5A8C-4EE8-9D5B-8283D7A0923C}" dt="2026-01-19T07:44:11.020" v="39317" actId="1037"/>
          <ac:grpSpMkLst>
            <pc:docMk/>
            <pc:sldMk cId="1826394286" sldId="276"/>
            <ac:grpSpMk id="112" creationId="{3DAA37B1-0FF5-886A-3153-D2D36FEA48E1}"/>
          </ac:grpSpMkLst>
        </pc:grpChg>
        <pc:grpChg chg="mod">
          <ac:chgData name="Freda Shi" userId="e3bafef1-15f2-4eeb-acbe-fa674bab7991" providerId="ADAL" clId="{9555FC65-5A8C-4EE8-9D5B-8283D7A0923C}" dt="2026-01-19T07:44:11.020" v="39317" actId="1037"/>
          <ac:grpSpMkLst>
            <pc:docMk/>
            <pc:sldMk cId="1826394286" sldId="276"/>
            <ac:grpSpMk id="128" creationId="{49822DD9-0B2D-3473-BCEB-78292254950F}"/>
          </ac:grpSpMkLst>
        </pc:grpChg>
      </pc:sldChg>
      <pc:sldChg chg="modSp new mod">
        <pc:chgData name="Freda Shi" userId="e3bafef1-15f2-4eeb-acbe-fa674bab7991" providerId="ADAL" clId="{9555FC65-5A8C-4EE8-9D5B-8283D7A0923C}" dt="2026-01-19T07:46:26.246" v="39374" actId="6549"/>
        <pc:sldMkLst>
          <pc:docMk/>
          <pc:sldMk cId="2577124732" sldId="277"/>
        </pc:sldMkLst>
        <pc:spChg chg="mod">
          <ac:chgData name="Freda Shi" userId="e3bafef1-15f2-4eeb-acbe-fa674bab7991" providerId="ADAL" clId="{9555FC65-5A8C-4EE8-9D5B-8283D7A0923C}" dt="2026-01-19T07:44:35.381" v="39345" actId="20577"/>
          <ac:spMkLst>
            <pc:docMk/>
            <pc:sldMk cId="2577124732" sldId="277"/>
            <ac:spMk id="2" creationId="{3BBFD8A5-722F-21C0-D0CF-848D91993E21}"/>
          </ac:spMkLst>
        </pc:spChg>
        <pc:spChg chg="mod">
          <ac:chgData name="Freda Shi" userId="e3bafef1-15f2-4eeb-acbe-fa674bab7991" providerId="ADAL" clId="{9555FC65-5A8C-4EE8-9D5B-8283D7A0923C}" dt="2026-01-19T07:46:26.246" v="39374" actId="6549"/>
          <ac:spMkLst>
            <pc:docMk/>
            <pc:sldMk cId="2577124732" sldId="277"/>
            <ac:spMk id="3" creationId="{C1B0FDCF-AC2E-7A0E-4378-5AAC631B099A}"/>
          </ac:spMkLst>
        </pc:spChg>
      </pc:sldChg>
      <pc:sldChg chg="addSp delSp modSp new mod modAnim">
        <pc:chgData name="Freda Shi" userId="e3bafef1-15f2-4eeb-acbe-fa674bab7991" providerId="ADAL" clId="{9555FC65-5A8C-4EE8-9D5B-8283D7A0923C}" dt="2026-01-19T07:48:33.010" v="39463"/>
        <pc:sldMkLst>
          <pc:docMk/>
          <pc:sldMk cId="2007372909" sldId="278"/>
        </pc:sldMkLst>
        <pc:spChg chg="mod">
          <ac:chgData name="Freda Shi" userId="e3bafef1-15f2-4eeb-acbe-fa674bab7991" providerId="ADAL" clId="{9555FC65-5A8C-4EE8-9D5B-8283D7A0923C}" dt="2026-01-19T07:47:35.028" v="39386" actId="20577"/>
          <ac:spMkLst>
            <pc:docMk/>
            <pc:sldMk cId="2007372909" sldId="278"/>
            <ac:spMk id="2" creationId="{AAAC003A-AB41-0233-4401-D93EF96FAE19}"/>
          </ac:spMkLst>
        </pc:spChg>
        <pc:spChg chg="del">
          <ac:chgData name="Freda Shi" userId="e3bafef1-15f2-4eeb-acbe-fa674bab7991" providerId="ADAL" clId="{9555FC65-5A8C-4EE8-9D5B-8283D7A0923C}" dt="2026-01-19T07:47:37.915" v="39387" actId="478"/>
          <ac:spMkLst>
            <pc:docMk/>
            <pc:sldMk cId="2007372909" sldId="278"/>
            <ac:spMk id="3" creationId="{72F29C80-83B0-5BB0-7810-038C501BFE0A}"/>
          </ac:spMkLst>
        </pc:spChg>
        <pc:spChg chg="mod">
          <ac:chgData name="Freda Shi" userId="e3bafef1-15f2-4eeb-acbe-fa674bab7991" providerId="ADAL" clId="{9555FC65-5A8C-4EE8-9D5B-8283D7A0923C}" dt="2026-01-19T07:48:31.566" v="39462" actId="1035"/>
          <ac:spMkLst>
            <pc:docMk/>
            <pc:sldMk cId="2007372909" sldId="278"/>
            <ac:spMk id="5" creationId="{76BAD9D3-9FB2-BD99-71E6-0774768D845C}"/>
          </ac:spMkLst>
        </pc:spChg>
        <pc:spChg chg="mod">
          <ac:chgData name="Freda Shi" userId="e3bafef1-15f2-4eeb-acbe-fa674bab7991" providerId="ADAL" clId="{9555FC65-5A8C-4EE8-9D5B-8283D7A0923C}" dt="2026-01-19T07:47:43.853" v="39388"/>
          <ac:spMkLst>
            <pc:docMk/>
            <pc:sldMk cId="2007372909" sldId="278"/>
            <ac:spMk id="8" creationId="{FCE14604-624C-BF2A-3219-C8FF5F7772DB}"/>
          </ac:spMkLst>
        </pc:spChg>
        <pc:spChg chg="mod">
          <ac:chgData name="Freda Shi" userId="e3bafef1-15f2-4eeb-acbe-fa674bab7991" providerId="ADAL" clId="{9555FC65-5A8C-4EE8-9D5B-8283D7A0923C}" dt="2026-01-19T07:47:43.853" v="39388"/>
          <ac:spMkLst>
            <pc:docMk/>
            <pc:sldMk cId="2007372909" sldId="278"/>
            <ac:spMk id="14" creationId="{F57E02FB-7F18-7109-2866-48CF08A8649A}"/>
          </ac:spMkLst>
        </pc:spChg>
        <pc:spChg chg="mod">
          <ac:chgData name="Freda Shi" userId="e3bafef1-15f2-4eeb-acbe-fa674bab7991" providerId="ADAL" clId="{9555FC65-5A8C-4EE8-9D5B-8283D7A0923C}" dt="2026-01-19T07:47:43.853" v="39388"/>
          <ac:spMkLst>
            <pc:docMk/>
            <pc:sldMk cId="2007372909" sldId="278"/>
            <ac:spMk id="20" creationId="{344919D2-FDA6-2221-0192-9D28DEAEEADF}"/>
          </ac:spMkLst>
        </pc:spChg>
        <pc:spChg chg="mod">
          <ac:chgData name="Freda Shi" userId="e3bafef1-15f2-4eeb-acbe-fa674bab7991" providerId="ADAL" clId="{9555FC65-5A8C-4EE8-9D5B-8283D7A0923C}" dt="2026-01-19T07:47:43.853" v="39388"/>
          <ac:spMkLst>
            <pc:docMk/>
            <pc:sldMk cId="2007372909" sldId="278"/>
            <ac:spMk id="22" creationId="{02194D91-7C3A-7D41-7E1D-418517B24CAB}"/>
          </ac:spMkLst>
        </pc:spChg>
        <pc:spChg chg="mod">
          <ac:chgData name="Freda Shi" userId="e3bafef1-15f2-4eeb-acbe-fa674bab7991" providerId="ADAL" clId="{9555FC65-5A8C-4EE8-9D5B-8283D7A0923C}" dt="2026-01-19T07:47:43.853" v="39388"/>
          <ac:spMkLst>
            <pc:docMk/>
            <pc:sldMk cId="2007372909" sldId="278"/>
            <ac:spMk id="23" creationId="{177BA148-3D61-B967-306F-2EA364C89E49}"/>
          </ac:spMkLst>
        </pc:spChg>
        <pc:spChg chg="mod">
          <ac:chgData name="Freda Shi" userId="e3bafef1-15f2-4eeb-acbe-fa674bab7991" providerId="ADAL" clId="{9555FC65-5A8C-4EE8-9D5B-8283D7A0923C}" dt="2026-01-19T07:47:43.853" v="39388"/>
          <ac:spMkLst>
            <pc:docMk/>
            <pc:sldMk cId="2007372909" sldId="278"/>
            <ac:spMk id="32" creationId="{914F9B27-5A7C-9DE0-3D50-FCA9A26A6026}"/>
          </ac:spMkLst>
        </pc:spChg>
        <pc:spChg chg="mod">
          <ac:chgData name="Freda Shi" userId="e3bafef1-15f2-4eeb-acbe-fa674bab7991" providerId="ADAL" clId="{9555FC65-5A8C-4EE8-9D5B-8283D7A0923C}" dt="2026-01-19T07:47:43.853" v="39388"/>
          <ac:spMkLst>
            <pc:docMk/>
            <pc:sldMk cId="2007372909" sldId="278"/>
            <ac:spMk id="38" creationId="{3D17148E-F3F1-9B15-8971-2CBBB7583A4C}"/>
          </ac:spMkLst>
        </pc:spChg>
        <pc:spChg chg="mod">
          <ac:chgData name="Freda Shi" userId="e3bafef1-15f2-4eeb-acbe-fa674bab7991" providerId="ADAL" clId="{9555FC65-5A8C-4EE8-9D5B-8283D7A0923C}" dt="2026-01-19T07:47:43.853" v="39388"/>
          <ac:spMkLst>
            <pc:docMk/>
            <pc:sldMk cId="2007372909" sldId="278"/>
            <ac:spMk id="39" creationId="{AC0A8B97-647A-A886-8FC8-2E779EA79F73}"/>
          </ac:spMkLst>
        </pc:spChg>
        <pc:spChg chg="mod">
          <ac:chgData name="Freda Shi" userId="e3bafef1-15f2-4eeb-acbe-fa674bab7991" providerId="ADAL" clId="{9555FC65-5A8C-4EE8-9D5B-8283D7A0923C}" dt="2026-01-19T07:47:43.853" v="39388"/>
          <ac:spMkLst>
            <pc:docMk/>
            <pc:sldMk cId="2007372909" sldId="278"/>
            <ac:spMk id="43" creationId="{5D2ACD01-0329-8ADF-0EC4-3FEC8513A4BD}"/>
          </ac:spMkLst>
        </pc:spChg>
        <pc:spChg chg="mod">
          <ac:chgData name="Freda Shi" userId="e3bafef1-15f2-4eeb-acbe-fa674bab7991" providerId="ADAL" clId="{9555FC65-5A8C-4EE8-9D5B-8283D7A0923C}" dt="2026-01-19T07:47:43.853" v="39388"/>
          <ac:spMkLst>
            <pc:docMk/>
            <pc:sldMk cId="2007372909" sldId="278"/>
            <ac:spMk id="49" creationId="{7D3D2445-DAB3-9D11-244B-563652AAC128}"/>
          </ac:spMkLst>
        </pc:spChg>
        <pc:grpChg chg="mod">
          <ac:chgData name="Freda Shi" userId="e3bafef1-15f2-4eeb-acbe-fa674bab7991" providerId="ADAL" clId="{9555FC65-5A8C-4EE8-9D5B-8283D7A0923C}" dt="2026-01-19T07:48:31.566" v="39462" actId="1035"/>
          <ac:grpSpMkLst>
            <pc:docMk/>
            <pc:sldMk cId="2007372909" sldId="278"/>
            <ac:grpSpMk id="6" creationId="{A27C9CCA-F0FE-B237-9F11-D9F406562167}"/>
          </ac:grpSpMkLst>
        </pc:grpChg>
      </pc:sldChg>
      <pc:sldChg chg="addSp delSp modSp new mod modAnim">
        <pc:chgData name="Freda Shi" userId="e3bafef1-15f2-4eeb-acbe-fa674bab7991" providerId="ADAL" clId="{9555FC65-5A8C-4EE8-9D5B-8283D7A0923C}" dt="2026-01-19T07:48:26.270" v="39445"/>
        <pc:sldMkLst>
          <pc:docMk/>
          <pc:sldMk cId="1172018400" sldId="279"/>
        </pc:sldMkLst>
        <pc:spChg chg="mod">
          <ac:chgData name="Freda Shi" userId="e3bafef1-15f2-4eeb-acbe-fa674bab7991" providerId="ADAL" clId="{9555FC65-5A8C-4EE8-9D5B-8283D7A0923C}" dt="2026-01-19T07:48:06.815" v="39424" actId="20577"/>
          <ac:spMkLst>
            <pc:docMk/>
            <pc:sldMk cId="1172018400" sldId="279"/>
            <ac:spMk id="2" creationId="{EB82528B-5C71-F855-F631-F955224F1DA8}"/>
          </ac:spMkLst>
        </pc:spChg>
        <pc:spChg chg="del mod">
          <ac:chgData name="Freda Shi" userId="e3bafef1-15f2-4eeb-acbe-fa674bab7991" providerId="ADAL" clId="{9555FC65-5A8C-4EE8-9D5B-8283D7A0923C}" dt="2026-01-19T07:48:12.140" v="39428" actId="478"/>
          <ac:spMkLst>
            <pc:docMk/>
            <pc:sldMk cId="1172018400" sldId="279"/>
            <ac:spMk id="3" creationId="{0F6E3369-B807-CA22-75BF-1152F89D60DB}"/>
          </ac:spMkLst>
        </pc:spChg>
        <pc:spChg chg="mod">
          <ac:chgData name="Freda Shi" userId="e3bafef1-15f2-4eeb-acbe-fa674bab7991" providerId="ADAL" clId="{9555FC65-5A8C-4EE8-9D5B-8283D7A0923C}" dt="2026-01-19T07:48:10.491" v="39427"/>
          <ac:spMkLst>
            <pc:docMk/>
            <pc:sldMk cId="1172018400" sldId="279"/>
            <ac:spMk id="5" creationId="{26D8B40D-FAFC-D68D-DE4D-E3E456B9E167}"/>
          </ac:spMkLst>
        </pc:spChg>
        <pc:spChg chg="mod">
          <ac:chgData name="Freda Shi" userId="e3bafef1-15f2-4eeb-acbe-fa674bab7991" providerId="ADAL" clId="{9555FC65-5A8C-4EE8-9D5B-8283D7A0923C}" dt="2026-01-19T07:48:09.519" v="39426"/>
          <ac:spMkLst>
            <pc:docMk/>
            <pc:sldMk cId="1172018400" sldId="279"/>
            <ac:spMk id="8" creationId="{74865B67-2021-E825-04A2-35BDF779627D}"/>
          </ac:spMkLst>
        </pc:spChg>
        <pc:spChg chg="mod">
          <ac:chgData name="Freda Shi" userId="e3bafef1-15f2-4eeb-acbe-fa674bab7991" providerId="ADAL" clId="{9555FC65-5A8C-4EE8-9D5B-8283D7A0923C}" dt="2026-01-19T07:48:09.519" v="39426"/>
          <ac:spMkLst>
            <pc:docMk/>
            <pc:sldMk cId="1172018400" sldId="279"/>
            <ac:spMk id="12" creationId="{9AFC49E7-2555-1360-177E-370AD836FEA5}"/>
          </ac:spMkLst>
        </pc:spChg>
        <pc:spChg chg="mod">
          <ac:chgData name="Freda Shi" userId="e3bafef1-15f2-4eeb-acbe-fa674bab7991" providerId="ADAL" clId="{9555FC65-5A8C-4EE8-9D5B-8283D7A0923C}" dt="2026-01-19T07:48:09.519" v="39426"/>
          <ac:spMkLst>
            <pc:docMk/>
            <pc:sldMk cId="1172018400" sldId="279"/>
            <ac:spMk id="16" creationId="{81AD611B-450B-4F91-1B47-F2FFD3EEF776}"/>
          </ac:spMkLst>
        </pc:spChg>
        <pc:spChg chg="mod">
          <ac:chgData name="Freda Shi" userId="e3bafef1-15f2-4eeb-acbe-fa674bab7991" providerId="ADAL" clId="{9555FC65-5A8C-4EE8-9D5B-8283D7A0923C}" dt="2026-01-19T07:48:09.519" v="39426"/>
          <ac:spMkLst>
            <pc:docMk/>
            <pc:sldMk cId="1172018400" sldId="279"/>
            <ac:spMk id="26" creationId="{27B76D03-EE92-05F8-737E-871426EE8C87}"/>
          </ac:spMkLst>
        </pc:spChg>
        <pc:spChg chg="mod">
          <ac:chgData name="Freda Shi" userId="e3bafef1-15f2-4eeb-acbe-fa674bab7991" providerId="ADAL" clId="{9555FC65-5A8C-4EE8-9D5B-8283D7A0923C}" dt="2026-01-19T07:48:09.519" v="39426"/>
          <ac:spMkLst>
            <pc:docMk/>
            <pc:sldMk cId="1172018400" sldId="279"/>
            <ac:spMk id="29" creationId="{D2E56F8D-AE6A-A110-63C6-58088C7D078A}"/>
          </ac:spMkLst>
        </pc:spChg>
        <pc:spChg chg="mod">
          <ac:chgData name="Freda Shi" userId="e3bafef1-15f2-4eeb-acbe-fa674bab7991" providerId="ADAL" clId="{9555FC65-5A8C-4EE8-9D5B-8283D7A0923C}" dt="2026-01-19T07:48:09.519" v="39426"/>
          <ac:spMkLst>
            <pc:docMk/>
            <pc:sldMk cId="1172018400" sldId="279"/>
            <ac:spMk id="30" creationId="{A6804A55-EC99-411C-BFAF-3CBC379C465D}"/>
          </ac:spMkLst>
        </pc:spChg>
        <pc:spChg chg="mod">
          <ac:chgData name="Freda Shi" userId="e3bafef1-15f2-4eeb-acbe-fa674bab7991" providerId="ADAL" clId="{9555FC65-5A8C-4EE8-9D5B-8283D7A0923C}" dt="2026-01-19T07:48:09.519" v="39426"/>
          <ac:spMkLst>
            <pc:docMk/>
            <pc:sldMk cId="1172018400" sldId="279"/>
            <ac:spMk id="37" creationId="{33DD6384-0BDE-A4B4-FD99-6BCA4E51A968}"/>
          </ac:spMkLst>
        </pc:spChg>
        <pc:spChg chg="mod">
          <ac:chgData name="Freda Shi" userId="e3bafef1-15f2-4eeb-acbe-fa674bab7991" providerId="ADAL" clId="{9555FC65-5A8C-4EE8-9D5B-8283D7A0923C}" dt="2026-01-19T07:48:09.519" v="39426"/>
          <ac:spMkLst>
            <pc:docMk/>
            <pc:sldMk cId="1172018400" sldId="279"/>
            <ac:spMk id="60" creationId="{7EEC454D-47E0-484C-6DDA-C37FF7EEA94F}"/>
          </ac:spMkLst>
        </pc:spChg>
        <pc:spChg chg="mod">
          <ac:chgData name="Freda Shi" userId="e3bafef1-15f2-4eeb-acbe-fa674bab7991" providerId="ADAL" clId="{9555FC65-5A8C-4EE8-9D5B-8283D7A0923C}" dt="2026-01-19T07:48:09.519" v="39426"/>
          <ac:spMkLst>
            <pc:docMk/>
            <pc:sldMk cId="1172018400" sldId="279"/>
            <ac:spMk id="71" creationId="{93D83414-9BC7-A8A5-FDF1-6D6400D4A7A8}"/>
          </ac:spMkLst>
        </pc:spChg>
        <pc:spChg chg="mod">
          <ac:chgData name="Freda Shi" userId="e3bafef1-15f2-4eeb-acbe-fa674bab7991" providerId="ADAL" clId="{9555FC65-5A8C-4EE8-9D5B-8283D7A0923C}" dt="2026-01-19T07:48:09.519" v="39426"/>
          <ac:spMkLst>
            <pc:docMk/>
            <pc:sldMk cId="1172018400" sldId="279"/>
            <ac:spMk id="88" creationId="{CB145246-6177-80FF-AB3F-794429BD1491}"/>
          </ac:spMkLst>
        </pc:spChg>
        <pc:spChg chg="add mod">
          <ac:chgData name="Freda Shi" userId="e3bafef1-15f2-4eeb-acbe-fa674bab7991" providerId="ADAL" clId="{9555FC65-5A8C-4EE8-9D5B-8283D7A0923C}" dt="2026-01-19T07:48:22.608" v="39444" actId="1035"/>
          <ac:spMkLst>
            <pc:docMk/>
            <pc:sldMk cId="1172018400" sldId="279"/>
            <ac:spMk id="92" creationId="{91D9C7DB-2591-7AE1-94DA-0D88125AEB80}"/>
          </ac:spMkLst>
        </pc:spChg>
        <pc:spChg chg="mod">
          <ac:chgData name="Freda Shi" userId="e3bafef1-15f2-4eeb-acbe-fa674bab7991" providerId="ADAL" clId="{9555FC65-5A8C-4EE8-9D5B-8283D7A0923C}" dt="2026-01-19T07:48:12.321" v="39429"/>
          <ac:spMkLst>
            <pc:docMk/>
            <pc:sldMk cId="1172018400" sldId="279"/>
            <ac:spMk id="103" creationId="{D1136ACE-C2A4-77D2-A901-16911D7A5127}"/>
          </ac:spMkLst>
        </pc:spChg>
        <pc:spChg chg="mod">
          <ac:chgData name="Freda Shi" userId="e3bafef1-15f2-4eeb-acbe-fa674bab7991" providerId="ADAL" clId="{9555FC65-5A8C-4EE8-9D5B-8283D7A0923C}" dt="2026-01-19T07:48:12.321" v="39429"/>
          <ac:spMkLst>
            <pc:docMk/>
            <pc:sldMk cId="1172018400" sldId="279"/>
            <ac:spMk id="126" creationId="{0DF2BCAE-0CDB-A673-E42C-1C2D9DD092B7}"/>
          </ac:spMkLst>
        </pc:spChg>
        <pc:spChg chg="mod">
          <ac:chgData name="Freda Shi" userId="e3bafef1-15f2-4eeb-acbe-fa674bab7991" providerId="ADAL" clId="{9555FC65-5A8C-4EE8-9D5B-8283D7A0923C}" dt="2026-01-19T07:48:12.321" v="39429"/>
          <ac:spMkLst>
            <pc:docMk/>
            <pc:sldMk cId="1172018400" sldId="279"/>
            <ac:spMk id="127" creationId="{0C4FD92A-BC75-0926-60CB-203E8B318F96}"/>
          </ac:spMkLst>
        </pc:spChg>
        <pc:spChg chg="mod">
          <ac:chgData name="Freda Shi" userId="e3bafef1-15f2-4eeb-acbe-fa674bab7991" providerId="ADAL" clId="{9555FC65-5A8C-4EE8-9D5B-8283D7A0923C}" dt="2026-01-19T07:48:12.321" v="39429"/>
          <ac:spMkLst>
            <pc:docMk/>
            <pc:sldMk cId="1172018400" sldId="279"/>
            <ac:spMk id="144" creationId="{D2AB4B04-7258-2255-7210-CBE309D6C2FB}"/>
          </ac:spMkLst>
        </pc:spChg>
        <pc:spChg chg="mod">
          <ac:chgData name="Freda Shi" userId="e3bafef1-15f2-4eeb-acbe-fa674bab7991" providerId="ADAL" clId="{9555FC65-5A8C-4EE8-9D5B-8283D7A0923C}" dt="2026-01-19T07:48:12.321" v="39429"/>
          <ac:spMkLst>
            <pc:docMk/>
            <pc:sldMk cId="1172018400" sldId="279"/>
            <ac:spMk id="145" creationId="{12A10B04-7D56-CB04-1DD1-7F4B7B4E6A89}"/>
          </ac:spMkLst>
        </pc:spChg>
        <pc:spChg chg="mod">
          <ac:chgData name="Freda Shi" userId="e3bafef1-15f2-4eeb-acbe-fa674bab7991" providerId="ADAL" clId="{9555FC65-5A8C-4EE8-9D5B-8283D7A0923C}" dt="2026-01-19T07:48:12.321" v="39429"/>
          <ac:spMkLst>
            <pc:docMk/>
            <pc:sldMk cId="1172018400" sldId="279"/>
            <ac:spMk id="154" creationId="{BE01598E-FA60-AD08-82C6-703B66A2B420}"/>
          </ac:spMkLst>
        </pc:spChg>
        <pc:spChg chg="mod">
          <ac:chgData name="Freda Shi" userId="e3bafef1-15f2-4eeb-acbe-fa674bab7991" providerId="ADAL" clId="{9555FC65-5A8C-4EE8-9D5B-8283D7A0923C}" dt="2026-01-19T07:48:12.321" v="39429"/>
          <ac:spMkLst>
            <pc:docMk/>
            <pc:sldMk cId="1172018400" sldId="279"/>
            <ac:spMk id="160" creationId="{348C64B9-83C7-E2AA-D3C0-CE6A5EC30F93}"/>
          </ac:spMkLst>
        </pc:spChg>
        <pc:spChg chg="mod">
          <ac:chgData name="Freda Shi" userId="e3bafef1-15f2-4eeb-acbe-fa674bab7991" providerId="ADAL" clId="{9555FC65-5A8C-4EE8-9D5B-8283D7A0923C}" dt="2026-01-19T07:48:12.321" v="39429"/>
          <ac:spMkLst>
            <pc:docMk/>
            <pc:sldMk cId="1172018400" sldId="279"/>
            <ac:spMk id="170" creationId="{00BCFFED-E8E2-C0D5-1587-B0EBAB5F2996}"/>
          </ac:spMkLst>
        </pc:spChg>
        <pc:spChg chg="mod">
          <ac:chgData name="Freda Shi" userId="e3bafef1-15f2-4eeb-acbe-fa674bab7991" providerId="ADAL" clId="{9555FC65-5A8C-4EE8-9D5B-8283D7A0923C}" dt="2026-01-19T07:48:12.321" v="39429"/>
          <ac:spMkLst>
            <pc:docMk/>
            <pc:sldMk cId="1172018400" sldId="279"/>
            <ac:spMk id="177" creationId="{02C17004-B021-D8EE-B94A-6FE1DB633448}"/>
          </ac:spMkLst>
        </pc:spChg>
        <pc:grpChg chg="mod">
          <ac:chgData name="Freda Shi" userId="e3bafef1-15f2-4eeb-acbe-fa674bab7991" providerId="ADAL" clId="{9555FC65-5A8C-4EE8-9D5B-8283D7A0923C}" dt="2026-01-19T07:48:22.608" v="39444" actId="1035"/>
          <ac:grpSpMkLst>
            <pc:docMk/>
            <pc:sldMk cId="1172018400" sldId="279"/>
            <ac:grpSpMk id="93" creationId="{47546838-0C48-B32F-FA67-27B17B110110}"/>
          </ac:grpSpMkLst>
        </pc:grpChg>
        <pc:grpChg chg="mod">
          <ac:chgData name="Freda Shi" userId="e3bafef1-15f2-4eeb-acbe-fa674bab7991" providerId="ADAL" clId="{9555FC65-5A8C-4EE8-9D5B-8283D7A0923C}" dt="2026-01-19T07:48:22.608" v="39444" actId="1035"/>
          <ac:grpSpMkLst>
            <pc:docMk/>
            <pc:sldMk cId="1172018400" sldId="279"/>
            <ac:grpSpMk id="112" creationId="{6A3948A3-EA05-396B-9367-634826E8CC45}"/>
          </ac:grpSpMkLst>
        </pc:grpChg>
        <pc:grpChg chg="mod">
          <ac:chgData name="Freda Shi" userId="e3bafef1-15f2-4eeb-acbe-fa674bab7991" providerId="ADAL" clId="{9555FC65-5A8C-4EE8-9D5B-8283D7A0923C}" dt="2026-01-19T07:48:22.608" v="39444" actId="1035"/>
          <ac:grpSpMkLst>
            <pc:docMk/>
            <pc:sldMk cId="1172018400" sldId="279"/>
            <ac:grpSpMk id="155" creationId="{DC86BFCD-3F3E-2260-E138-250E3A2AC93F}"/>
          </ac:grpSpMkLst>
        </pc:grpChg>
      </pc:sldChg>
      <pc:sldChg chg="addSp delSp modSp new mod addAnim delAnim modAnim">
        <pc:chgData name="Freda Shi" userId="e3bafef1-15f2-4eeb-acbe-fa674bab7991" providerId="ADAL" clId="{9555FC65-5A8C-4EE8-9D5B-8283D7A0923C}" dt="2026-01-19T07:50:50.743" v="39527"/>
        <pc:sldMkLst>
          <pc:docMk/>
          <pc:sldMk cId="460602378" sldId="280"/>
        </pc:sldMkLst>
        <pc:spChg chg="mod">
          <ac:chgData name="Freda Shi" userId="e3bafef1-15f2-4eeb-acbe-fa674bab7991" providerId="ADAL" clId="{9555FC65-5A8C-4EE8-9D5B-8283D7A0923C}" dt="2026-01-19T07:49:04.508" v="39487" actId="20577"/>
          <ac:spMkLst>
            <pc:docMk/>
            <pc:sldMk cId="460602378" sldId="280"/>
            <ac:spMk id="2" creationId="{10DA8C04-9060-E666-4889-1A4AD11DEE39}"/>
          </ac:spMkLst>
        </pc:spChg>
        <pc:spChg chg="del">
          <ac:chgData name="Freda Shi" userId="e3bafef1-15f2-4eeb-acbe-fa674bab7991" providerId="ADAL" clId="{9555FC65-5A8C-4EE8-9D5B-8283D7A0923C}" dt="2026-01-19T07:49:14.796" v="39488" actId="478"/>
          <ac:spMkLst>
            <pc:docMk/>
            <pc:sldMk cId="460602378" sldId="280"/>
            <ac:spMk id="3" creationId="{C3826DEE-74C9-5F7D-33F2-65E73C2691EA}"/>
          </ac:spMkLst>
        </pc:spChg>
        <pc:spChg chg="add mod">
          <ac:chgData name="Freda Shi" userId="e3bafef1-15f2-4eeb-acbe-fa674bab7991" providerId="ADAL" clId="{9555FC65-5A8C-4EE8-9D5B-8283D7A0923C}" dt="2026-01-19T07:50:17.247" v="39524" actId="5793"/>
          <ac:spMkLst>
            <pc:docMk/>
            <pc:sldMk cId="460602378" sldId="280"/>
            <ac:spMk id="5" creationId="{C180496B-6E5C-3309-E67A-7C2BEC27083E}"/>
          </ac:spMkLst>
        </pc:spChg>
        <pc:spChg chg="mod">
          <ac:chgData name="Freda Shi" userId="e3bafef1-15f2-4eeb-acbe-fa674bab7991" providerId="ADAL" clId="{9555FC65-5A8C-4EE8-9D5B-8283D7A0923C}" dt="2026-01-19T07:49:15.066" v="39489"/>
          <ac:spMkLst>
            <pc:docMk/>
            <pc:sldMk cId="460602378" sldId="280"/>
            <ac:spMk id="8" creationId="{6384CC4F-E35C-C534-7064-E67F06D7397D}"/>
          </ac:spMkLst>
        </pc:spChg>
        <pc:spChg chg="mod">
          <ac:chgData name="Freda Shi" userId="e3bafef1-15f2-4eeb-acbe-fa674bab7991" providerId="ADAL" clId="{9555FC65-5A8C-4EE8-9D5B-8283D7A0923C}" dt="2026-01-19T07:49:15.066" v="39489"/>
          <ac:spMkLst>
            <pc:docMk/>
            <pc:sldMk cId="460602378" sldId="280"/>
            <ac:spMk id="9" creationId="{ED4513B9-84DF-E80F-494C-AF16CDCF36E9}"/>
          </ac:spMkLst>
        </pc:spChg>
        <pc:spChg chg="mod">
          <ac:chgData name="Freda Shi" userId="e3bafef1-15f2-4eeb-acbe-fa674bab7991" providerId="ADAL" clId="{9555FC65-5A8C-4EE8-9D5B-8283D7A0923C}" dt="2026-01-19T07:49:15.066" v="39489"/>
          <ac:spMkLst>
            <pc:docMk/>
            <pc:sldMk cId="460602378" sldId="280"/>
            <ac:spMk id="17" creationId="{480750B1-1A13-324C-FC2C-2272DA873187}"/>
          </ac:spMkLst>
        </pc:spChg>
        <pc:spChg chg="mod">
          <ac:chgData name="Freda Shi" userId="e3bafef1-15f2-4eeb-acbe-fa674bab7991" providerId="ADAL" clId="{9555FC65-5A8C-4EE8-9D5B-8283D7A0923C}" dt="2026-01-19T07:49:15.066" v="39489"/>
          <ac:spMkLst>
            <pc:docMk/>
            <pc:sldMk cId="460602378" sldId="280"/>
            <ac:spMk id="24" creationId="{13189DE9-97BB-F281-1B96-226CCDE91380}"/>
          </ac:spMkLst>
        </pc:spChg>
        <pc:spChg chg="mod">
          <ac:chgData name="Freda Shi" userId="e3bafef1-15f2-4eeb-acbe-fa674bab7991" providerId="ADAL" clId="{9555FC65-5A8C-4EE8-9D5B-8283D7A0923C}" dt="2026-01-19T07:49:15.066" v="39489"/>
          <ac:spMkLst>
            <pc:docMk/>
            <pc:sldMk cId="460602378" sldId="280"/>
            <ac:spMk id="27" creationId="{2E668E89-D801-2EB4-3821-3FBBD37E96A3}"/>
          </ac:spMkLst>
        </pc:spChg>
        <pc:spChg chg="mod">
          <ac:chgData name="Freda Shi" userId="e3bafef1-15f2-4eeb-acbe-fa674bab7991" providerId="ADAL" clId="{9555FC65-5A8C-4EE8-9D5B-8283D7A0923C}" dt="2026-01-19T07:49:15.066" v="39489"/>
          <ac:spMkLst>
            <pc:docMk/>
            <pc:sldMk cId="460602378" sldId="280"/>
            <ac:spMk id="31" creationId="{7397FD27-A35C-DFF7-C960-0DC9829E3434}"/>
          </ac:spMkLst>
        </pc:spChg>
        <pc:spChg chg="mod">
          <ac:chgData name="Freda Shi" userId="e3bafef1-15f2-4eeb-acbe-fa674bab7991" providerId="ADAL" clId="{9555FC65-5A8C-4EE8-9D5B-8283D7A0923C}" dt="2026-01-19T07:49:15.066" v="39489"/>
          <ac:spMkLst>
            <pc:docMk/>
            <pc:sldMk cId="460602378" sldId="280"/>
            <ac:spMk id="36" creationId="{AF94B958-F70C-A4F3-E231-C456C6D7E67A}"/>
          </ac:spMkLst>
        </pc:spChg>
        <pc:spChg chg="mod">
          <ac:chgData name="Freda Shi" userId="e3bafef1-15f2-4eeb-acbe-fa674bab7991" providerId="ADAL" clId="{9555FC65-5A8C-4EE8-9D5B-8283D7A0923C}" dt="2026-01-19T07:49:15.066" v="39489"/>
          <ac:spMkLst>
            <pc:docMk/>
            <pc:sldMk cId="460602378" sldId="280"/>
            <ac:spMk id="37" creationId="{986865B1-4821-041F-DE63-5379615519BD}"/>
          </ac:spMkLst>
        </pc:spChg>
        <pc:spChg chg="mod">
          <ac:chgData name="Freda Shi" userId="e3bafef1-15f2-4eeb-acbe-fa674bab7991" providerId="ADAL" clId="{9555FC65-5A8C-4EE8-9D5B-8283D7A0923C}" dt="2026-01-19T07:49:15.066" v="39489"/>
          <ac:spMkLst>
            <pc:docMk/>
            <pc:sldMk cId="460602378" sldId="280"/>
            <ac:spMk id="38" creationId="{07690441-B706-4C5D-46FA-0CE132E0B834}"/>
          </ac:spMkLst>
        </pc:spChg>
        <pc:spChg chg="mod">
          <ac:chgData name="Freda Shi" userId="e3bafef1-15f2-4eeb-acbe-fa674bab7991" providerId="ADAL" clId="{9555FC65-5A8C-4EE8-9D5B-8283D7A0923C}" dt="2026-01-19T07:49:42.177" v="39507" actId="404"/>
          <ac:spMkLst>
            <pc:docMk/>
            <pc:sldMk cId="460602378" sldId="280"/>
            <ac:spMk id="46" creationId="{804474A6-B973-EFCC-07CA-CEC76A016158}"/>
          </ac:spMkLst>
        </pc:spChg>
        <pc:spChg chg="add del mod">
          <ac:chgData name="Freda Shi" userId="e3bafef1-15f2-4eeb-acbe-fa674bab7991" providerId="ADAL" clId="{9555FC65-5A8C-4EE8-9D5B-8283D7A0923C}" dt="2026-01-19T07:50:06.830" v="39513" actId="478"/>
          <ac:spMkLst>
            <pc:docMk/>
            <pc:sldMk cId="460602378" sldId="280"/>
            <ac:spMk id="48" creationId="{2564CC8C-BFC9-11AE-D2E3-CB100F008A40}"/>
          </ac:spMkLst>
        </pc:spChg>
        <pc:grpChg chg="mod">
          <ac:chgData name="Freda Shi" userId="e3bafef1-15f2-4eeb-acbe-fa674bab7991" providerId="ADAL" clId="{9555FC65-5A8C-4EE8-9D5B-8283D7A0923C}" dt="2026-01-19T07:49:16.302" v="39503" actId="1035"/>
          <ac:grpSpMkLst>
            <pc:docMk/>
            <pc:sldMk cId="460602378" sldId="280"/>
            <ac:grpSpMk id="6" creationId="{71A438F1-E1EB-F746-27B0-40D66128AF88}"/>
          </ac:grpSpMkLst>
        </pc:grpChg>
        <pc:grpChg chg="mod">
          <ac:chgData name="Freda Shi" userId="e3bafef1-15f2-4eeb-acbe-fa674bab7991" providerId="ADAL" clId="{9555FC65-5A8C-4EE8-9D5B-8283D7A0923C}" dt="2026-01-19T07:49:16.302" v="39503" actId="1035"/>
          <ac:grpSpMkLst>
            <pc:docMk/>
            <pc:sldMk cId="460602378" sldId="280"/>
            <ac:grpSpMk id="44" creationId="{6F2AE9F4-CB2C-DE1F-812A-90EB4F1A3103}"/>
          </ac:grpSpMkLst>
        </pc:grpChg>
      </pc:sldChg>
      <pc:sldChg chg="addSp delSp modSp new mod">
        <pc:chgData name="Freda Shi" userId="e3bafef1-15f2-4eeb-acbe-fa674bab7991" providerId="ADAL" clId="{9555FC65-5A8C-4EE8-9D5B-8283D7A0923C}" dt="2026-01-19T07:51:18.016" v="39541"/>
        <pc:sldMkLst>
          <pc:docMk/>
          <pc:sldMk cId="531913223" sldId="281"/>
        </pc:sldMkLst>
        <pc:spChg chg="mod">
          <ac:chgData name="Freda Shi" userId="e3bafef1-15f2-4eeb-acbe-fa674bab7991" providerId="ADAL" clId="{9555FC65-5A8C-4EE8-9D5B-8283D7A0923C}" dt="2026-01-19T07:51:14.994" v="39539" actId="20577"/>
          <ac:spMkLst>
            <pc:docMk/>
            <pc:sldMk cId="531913223" sldId="281"/>
            <ac:spMk id="2" creationId="{532A91ED-2BFA-FBD5-2081-7869C51F2407}"/>
          </ac:spMkLst>
        </pc:spChg>
        <pc:spChg chg="del">
          <ac:chgData name="Freda Shi" userId="e3bafef1-15f2-4eeb-acbe-fa674bab7991" providerId="ADAL" clId="{9555FC65-5A8C-4EE8-9D5B-8283D7A0923C}" dt="2026-01-19T07:51:17.837" v="39540" actId="478"/>
          <ac:spMkLst>
            <pc:docMk/>
            <pc:sldMk cId="531913223" sldId="281"/>
            <ac:spMk id="3" creationId="{2045150D-4CCA-0264-AB10-6FF12010767F}"/>
          </ac:spMkLst>
        </pc:spChg>
        <pc:picChg chg="add mod">
          <ac:chgData name="Freda Shi" userId="e3bafef1-15f2-4eeb-acbe-fa674bab7991" providerId="ADAL" clId="{9555FC65-5A8C-4EE8-9D5B-8283D7A0923C}" dt="2026-01-19T07:51:18.016" v="39541"/>
          <ac:picMkLst>
            <pc:docMk/>
            <pc:sldMk cId="531913223" sldId="281"/>
            <ac:picMk id="5" creationId="{8EDE776D-F0B3-9BA7-DF36-43648B3586DC}"/>
          </ac:picMkLst>
        </pc:picChg>
      </pc:sldChg>
      <pc:sldChg chg="addSp delSp modSp new mod modAnim">
        <pc:chgData name="Freda Shi" userId="e3bafef1-15f2-4eeb-acbe-fa674bab7991" providerId="ADAL" clId="{9555FC65-5A8C-4EE8-9D5B-8283D7A0923C}" dt="2026-01-19T07:52:23.855" v="39587" actId="313"/>
        <pc:sldMkLst>
          <pc:docMk/>
          <pc:sldMk cId="892851603" sldId="282"/>
        </pc:sldMkLst>
        <pc:spChg chg="mod">
          <ac:chgData name="Freda Shi" userId="e3bafef1-15f2-4eeb-acbe-fa674bab7991" providerId="ADAL" clId="{9555FC65-5A8C-4EE8-9D5B-8283D7A0923C}" dt="2026-01-19T07:51:57.582" v="39567" actId="20577"/>
          <ac:spMkLst>
            <pc:docMk/>
            <pc:sldMk cId="892851603" sldId="282"/>
            <ac:spMk id="2" creationId="{8DFF5FD6-EF87-044D-723F-622BB10AB8FD}"/>
          </ac:spMkLst>
        </pc:spChg>
        <pc:spChg chg="del">
          <ac:chgData name="Freda Shi" userId="e3bafef1-15f2-4eeb-acbe-fa674bab7991" providerId="ADAL" clId="{9555FC65-5A8C-4EE8-9D5B-8283D7A0923C}" dt="2026-01-19T07:51:35.224" v="39543" actId="478"/>
          <ac:spMkLst>
            <pc:docMk/>
            <pc:sldMk cId="892851603" sldId="282"/>
            <ac:spMk id="3" creationId="{733ECD46-17F4-7842-5F72-591E7D779BC3}"/>
          </ac:spMkLst>
        </pc:spChg>
        <pc:spChg chg="add mod">
          <ac:chgData name="Freda Shi" userId="e3bafef1-15f2-4eeb-acbe-fa674bab7991" providerId="ADAL" clId="{9555FC65-5A8C-4EE8-9D5B-8283D7A0923C}" dt="2026-01-19T07:52:23.855" v="39587" actId="313"/>
          <ac:spMkLst>
            <pc:docMk/>
            <pc:sldMk cId="892851603" sldId="282"/>
            <ac:spMk id="6" creationId="{A84F78AA-A901-E09B-32F1-E96EC2E7BB4D}"/>
          </ac:spMkLst>
        </pc:spChg>
        <pc:spChg chg="mod">
          <ac:chgData name="Freda Shi" userId="e3bafef1-15f2-4eeb-acbe-fa674bab7991" providerId="ADAL" clId="{9555FC65-5A8C-4EE8-9D5B-8283D7A0923C}" dt="2026-01-19T07:52:04.255" v="39581" actId="1035"/>
          <ac:spMkLst>
            <pc:docMk/>
            <pc:sldMk cId="892851603" sldId="282"/>
            <ac:spMk id="7" creationId="{1B1469D1-683F-F90B-7C8D-C608C4E5780D}"/>
          </ac:spMkLst>
        </pc:spChg>
        <pc:spChg chg="mod">
          <ac:chgData name="Freda Shi" userId="e3bafef1-15f2-4eeb-acbe-fa674bab7991" providerId="ADAL" clId="{9555FC65-5A8C-4EE8-9D5B-8283D7A0923C}" dt="2026-01-19T07:51:35.556" v="39544"/>
          <ac:spMkLst>
            <pc:docMk/>
            <pc:sldMk cId="892851603" sldId="282"/>
            <ac:spMk id="18" creationId="{AA6327FF-E67F-F7AC-6522-B4F0EEAE2871}"/>
          </ac:spMkLst>
        </pc:spChg>
        <pc:spChg chg="mod">
          <ac:chgData name="Freda Shi" userId="e3bafef1-15f2-4eeb-acbe-fa674bab7991" providerId="ADAL" clId="{9555FC65-5A8C-4EE8-9D5B-8283D7A0923C}" dt="2026-01-19T07:51:35.556" v="39544"/>
          <ac:spMkLst>
            <pc:docMk/>
            <pc:sldMk cId="892851603" sldId="282"/>
            <ac:spMk id="33" creationId="{4E2B8499-D4A6-3CEA-A067-10246E4F91DF}"/>
          </ac:spMkLst>
        </pc:spChg>
        <pc:spChg chg="mod">
          <ac:chgData name="Freda Shi" userId="e3bafef1-15f2-4eeb-acbe-fa674bab7991" providerId="ADAL" clId="{9555FC65-5A8C-4EE8-9D5B-8283D7A0923C}" dt="2026-01-19T07:51:35.556" v="39544"/>
          <ac:spMkLst>
            <pc:docMk/>
            <pc:sldMk cId="892851603" sldId="282"/>
            <ac:spMk id="35" creationId="{BDBE3A81-1F08-7FEC-76B0-FFB40145AD8C}"/>
          </ac:spMkLst>
        </pc:spChg>
        <pc:spChg chg="mod">
          <ac:chgData name="Freda Shi" userId="e3bafef1-15f2-4eeb-acbe-fa674bab7991" providerId="ADAL" clId="{9555FC65-5A8C-4EE8-9D5B-8283D7A0923C}" dt="2026-01-19T07:51:35.556" v="39544"/>
          <ac:spMkLst>
            <pc:docMk/>
            <pc:sldMk cId="892851603" sldId="282"/>
            <ac:spMk id="39" creationId="{32B83E23-0420-32C1-1B6D-A42D5C426D01}"/>
          </ac:spMkLst>
        </pc:spChg>
        <pc:spChg chg="mod">
          <ac:chgData name="Freda Shi" userId="e3bafef1-15f2-4eeb-acbe-fa674bab7991" providerId="ADAL" clId="{9555FC65-5A8C-4EE8-9D5B-8283D7A0923C}" dt="2026-01-19T07:51:35.556" v="39544"/>
          <ac:spMkLst>
            <pc:docMk/>
            <pc:sldMk cId="892851603" sldId="282"/>
            <ac:spMk id="64" creationId="{D2E1FE69-25AC-CD6E-BED1-57C9E5B0BD0B}"/>
          </ac:spMkLst>
        </pc:spChg>
        <pc:spChg chg="mod">
          <ac:chgData name="Freda Shi" userId="e3bafef1-15f2-4eeb-acbe-fa674bab7991" providerId="ADAL" clId="{9555FC65-5A8C-4EE8-9D5B-8283D7A0923C}" dt="2026-01-19T07:51:35.556" v="39544"/>
          <ac:spMkLst>
            <pc:docMk/>
            <pc:sldMk cId="892851603" sldId="282"/>
            <ac:spMk id="79" creationId="{6D8FD71E-9C10-94B9-3676-E42F86DB5E9F}"/>
          </ac:spMkLst>
        </pc:spChg>
        <pc:spChg chg="mod">
          <ac:chgData name="Freda Shi" userId="e3bafef1-15f2-4eeb-acbe-fa674bab7991" providerId="ADAL" clId="{9555FC65-5A8C-4EE8-9D5B-8283D7A0923C}" dt="2026-01-19T07:51:35.556" v="39544"/>
          <ac:spMkLst>
            <pc:docMk/>
            <pc:sldMk cId="892851603" sldId="282"/>
            <ac:spMk id="83" creationId="{C3ED5263-B6DB-1067-7A02-31CBD9702658}"/>
          </ac:spMkLst>
        </pc:spChg>
        <pc:spChg chg="mod">
          <ac:chgData name="Freda Shi" userId="e3bafef1-15f2-4eeb-acbe-fa674bab7991" providerId="ADAL" clId="{9555FC65-5A8C-4EE8-9D5B-8283D7A0923C}" dt="2026-01-19T07:51:35.556" v="39544"/>
          <ac:spMkLst>
            <pc:docMk/>
            <pc:sldMk cId="892851603" sldId="282"/>
            <ac:spMk id="88" creationId="{EE4BDAB4-7321-8653-E3F7-40E4EA3B74B4}"/>
          </ac:spMkLst>
        </pc:spChg>
        <pc:spChg chg="mod">
          <ac:chgData name="Freda Shi" userId="e3bafef1-15f2-4eeb-acbe-fa674bab7991" providerId="ADAL" clId="{9555FC65-5A8C-4EE8-9D5B-8283D7A0923C}" dt="2026-01-19T07:51:44.418" v="39546" actId="2711"/>
          <ac:spMkLst>
            <pc:docMk/>
            <pc:sldMk cId="892851603" sldId="282"/>
            <ac:spMk id="95" creationId="{4663A687-95A3-F099-2E32-0D5855897057}"/>
          </ac:spMkLst>
        </pc:spChg>
        <pc:grpChg chg="mod">
          <ac:chgData name="Freda Shi" userId="e3bafef1-15f2-4eeb-acbe-fa674bab7991" providerId="ADAL" clId="{9555FC65-5A8C-4EE8-9D5B-8283D7A0923C}" dt="2026-01-19T07:52:04.255" v="39581" actId="1035"/>
          <ac:grpSpMkLst>
            <pc:docMk/>
            <pc:sldMk cId="892851603" sldId="282"/>
            <ac:grpSpMk id="8" creationId="{9B069A0B-F63B-C98C-6007-814973D636D6}"/>
          </ac:grpSpMkLst>
        </pc:grpChg>
        <pc:grpChg chg="mod">
          <ac:chgData name="Freda Shi" userId="e3bafef1-15f2-4eeb-acbe-fa674bab7991" providerId="ADAL" clId="{9555FC65-5A8C-4EE8-9D5B-8283D7A0923C}" dt="2026-01-19T07:52:04.255" v="39581" actId="1035"/>
          <ac:grpSpMkLst>
            <pc:docMk/>
            <pc:sldMk cId="892851603" sldId="282"/>
            <ac:grpSpMk id="20" creationId="{29DB4C23-A281-9093-4511-01C3F35870B5}"/>
          </ac:grpSpMkLst>
        </pc:grpChg>
        <pc:grpChg chg="mod">
          <ac:chgData name="Freda Shi" userId="e3bafef1-15f2-4eeb-acbe-fa674bab7991" providerId="ADAL" clId="{9555FC65-5A8C-4EE8-9D5B-8283D7A0923C}" dt="2026-01-19T07:52:04.255" v="39581" actId="1035"/>
          <ac:grpSpMkLst>
            <pc:docMk/>
            <pc:sldMk cId="892851603" sldId="282"/>
            <ac:grpSpMk id="50" creationId="{E9893C04-B787-F295-C96D-32D98F77EF55}"/>
          </ac:grpSpMkLst>
        </pc:grpChg>
        <pc:grpChg chg="mod">
          <ac:chgData name="Freda Shi" userId="e3bafef1-15f2-4eeb-acbe-fa674bab7991" providerId="ADAL" clId="{9555FC65-5A8C-4EE8-9D5B-8283D7A0923C}" dt="2026-01-19T07:52:04.255" v="39581" actId="1035"/>
          <ac:grpSpMkLst>
            <pc:docMk/>
            <pc:sldMk cId="892851603" sldId="282"/>
            <ac:grpSpMk id="93" creationId="{2D54B93C-49C4-67E7-141D-3939C7148E2D}"/>
          </ac:grpSpMkLst>
        </pc:grpChg>
        <pc:picChg chg="mod">
          <ac:chgData name="Freda Shi" userId="e3bafef1-15f2-4eeb-acbe-fa674bab7991" providerId="ADAL" clId="{9555FC65-5A8C-4EE8-9D5B-8283D7A0923C}" dt="2026-01-19T07:52:04.255" v="39581" actId="1035"/>
          <ac:picMkLst>
            <pc:docMk/>
            <pc:sldMk cId="892851603" sldId="282"/>
            <ac:picMk id="5" creationId="{540418AB-2E92-6353-BC9E-89BFA1AA6EFF}"/>
          </ac:picMkLst>
        </pc:picChg>
        <pc:cxnChg chg="mod">
          <ac:chgData name="Freda Shi" userId="e3bafef1-15f2-4eeb-acbe-fa674bab7991" providerId="ADAL" clId="{9555FC65-5A8C-4EE8-9D5B-8283D7A0923C}" dt="2026-01-19T07:52:04.255" v="39581" actId="1035"/>
          <ac:cxnSpMkLst>
            <pc:docMk/>
            <pc:sldMk cId="892851603" sldId="282"/>
            <ac:cxnSpMk id="96" creationId="{9BAF0872-E994-E6F4-D2C4-37AD23F00FDB}"/>
          </ac:cxnSpMkLst>
        </pc:cxnChg>
        <pc:cxnChg chg="mod">
          <ac:chgData name="Freda Shi" userId="e3bafef1-15f2-4eeb-acbe-fa674bab7991" providerId="ADAL" clId="{9555FC65-5A8C-4EE8-9D5B-8283D7A0923C}" dt="2026-01-19T07:52:04.255" v="39581" actId="1035"/>
          <ac:cxnSpMkLst>
            <pc:docMk/>
            <pc:sldMk cId="892851603" sldId="282"/>
            <ac:cxnSpMk id="97" creationId="{9CCD8F49-1063-32F2-F8D5-FC986E4EDBFE}"/>
          </ac:cxnSpMkLst>
        </pc:cxnChg>
      </pc:sldChg>
      <pc:sldChg chg="addSp delSp modSp new mod modAnim">
        <pc:chgData name="Freda Shi" userId="e3bafef1-15f2-4eeb-acbe-fa674bab7991" providerId="ADAL" clId="{9555FC65-5A8C-4EE8-9D5B-8283D7A0923C}" dt="2026-01-19T07:52:56.506" v="39630" actId="2711"/>
        <pc:sldMkLst>
          <pc:docMk/>
          <pc:sldMk cId="327511361" sldId="283"/>
        </pc:sldMkLst>
        <pc:spChg chg="mod">
          <ac:chgData name="Freda Shi" userId="e3bafef1-15f2-4eeb-acbe-fa674bab7991" providerId="ADAL" clId="{9555FC65-5A8C-4EE8-9D5B-8283D7A0923C}" dt="2026-01-19T07:52:44.067" v="39607" actId="20577"/>
          <ac:spMkLst>
            <pc:docMk/>
            <pc:sldMk cId="327511361" sldId="283"/>
            <ac:spMk id="2" creationId="{D486B62E-223E-EB5F-11FB-DB37B89FE4D6}"/>
          </ac:spMkLst>
        </pc:spChg>
        <pc:spChg chg="del">
          <ac:chgData name="Freda Shi" userId="e3bafef1-15f2-4eeb-acbe-fa674bab7991" providerId="ADAL" clId="{9555FC65-5A8C-4EE8-9D5B-8283D7A0923C}" dt="2026-01-19T07:52:50.254" v="39608" actId="478"/>
          <ac:spMkLst>
            <pc:docMk/>
            <pc:sldMk cId="327511361" sldId="283"/>
            <ac:spMk id="3" creationId="{C0C3052E-DD2B-D39A-2EF6-FC8838A62AEC}"/>
          </ac:spMkLst>
        </pc:spChg>
        <pc:spChg chg="mod">
          <ac:chgData name="Freda Shi" userId="e3bafef1-15f2-4eeb-acbe-fa674bab7991" providerId="ADAL" clId="{9555FC65-5A8C-4EE8-9D5B-8283D7A0923C}" dt="2026-01-19T07:52:56.506" v="39630" actId="2711"/>
          <ac:spMkLst>
            <pc:docMk/>
            <pc:sldMk cId="327511361" sldId="283"/>
            <ac:spMk id="5" creationId="{FE6901E9-317D-8EA1-399C-67D86C89FD75}"/>
          </ac:spMkLst>
        </pc:spChg>
        <pc:spChg chg="mod">
          <ac:chgData name="Freda Shi" userId="e3bafef1-15f2-4eeb-acbe-fa674bab7991" providerId="ADAL" clId="{9555FC65-5A8C-4EE8-9D5B-8283D7A0923C}" dt="2026-01-19T07:52:50.556" v="39609"/>
          <ac:spMkLst>
            <pc:docMk/>
            <pc:sldMk cId="327511361" sldId="283"/>
            <ac:spMk id="9" creationId="{FFD445FC-1BE5-99DB-E794-09C8C1A861F8}"/>
          </ac:spMkLst>
        </pc:spChg>
        <pc:spChg chg="mod">
          <ac:chgData name="Freda Shi" userId="e3bafef1-15f2-4eeb-acbe-fa674bab7991" providerId="ADAL" clId="{9555FC65-5A8C-4EE8-9D5B-8283D7A0923C}" dt="2026-01-19T07:52:50.556" v="39609"/>
          <ac:spMkLst>
            <pc:docMk/>
            <pc:sldMk cId="327511361" sldId="283"/>
            <ac:spMk id="13" creationId="{D8D92015-C0FC-8B17-9B00-7445EA45992D}"/>
          </ac:spMkLst>
        </pc:spChg>
        <pc:spChg chg="mod">
          <ac:chgData name="Freda Shi" userId="e3bafef1-15f2-4eeb-acbe-fa674bab7991" providerId="ADAL" clId="{9555FC65-5A8C-4EE8-9D5B-8283D7A0923C}" dt="2026-01-19T07:52:50.556" v="39609"/>
          <ac:spMkLst>
            <pc:docMk/>
            <pc:sldMk cId="327511361" sldId="283"/>
            <ac:spMk id="21" creationId="{7B28C6D0-3842-7FC4-47D9-6AD985D81328}"/>
          </ac:spMkLst>
        </pc:spChg>
        <pc:spChg chg="mod">
          <ac:chgData name="Freda Shi" userId="e3bafef1-15f2-4eeb-acbe-fa674bab7991" providerId="ADAL" clId="{9555FC65-5A8C-4EE8-9D5B-8283D7A0923C}" dt="2026-01-19T07:52:50.556" v="39609"/>
          <ac:spMkLst>
            <pc:docMk/>
            <pc:sldMk cId="327511361" sldId="283"/>
            <ac:spMk id="24" creationId="{FFE573AA-461D-559E-B0DF-BDF5F99EE33C}"/>
          </ac:spMkLst>
        </pc:spChg>
        <pc:spChg chg="mod">
          <ac:chgData name="Freda Shi" userId="e3bafef1-15f2-4eeb-acbe-fa674bab7991" providerId="ADAL" clId="{9555FC65-5A8C-4EE8-9D5B-8283D7A0923C}" dt="2026-01-19T07:52:50.556" v="39609"/>
          <ac:spMkLst>
            <pc:docMk/>
            <pc:sldMk cId="327511361" sldId="283"/>
            <ac:spMk id="28" creationId="{39089DA3-4284-DCC9-AF8F-B7065E64AFA5}"/>
          </ac:spMkLst>
        </pc:spChg>
        <pc:spChg chg="mod">
          <ac:chgData name="Freda Shi" userId="e3bafef1-15f2-4eeb-acbe-fa674bab7991" providerId="ADAL" clId="{9555FC65-5A8C-4EE8-9D5B-8283D7A0923C}" dt="2026-01-19T07:52:50.556" v="39609"/>
          <ac:spMkLst>
            <pc:docMk/>
            <pc:sldMk cId="327511361" sldId="283"/>
            <ac:spMk id="44" creationId="{EB0B254F-4F8A-3EC7-D28E-1072F37CF038}"/>
          </ac:spMkLst>
        </pc:spChg>
        <pc:spChg chg="mod">
          <ac:chgData name="Freda Shi" userId="e3bafef1-15f2-4eeb-acbe-fa674bab7991" providerId="ADAL" clId="{9555FC65-5A8C-4EE8-9D5B-8283D7A0923C}" dt="2026-01-19T07:52:50.556" v="39609"/>
          <ac:spMkLst>
            <pc:docMk/>
            <pc:sldMk cId="327511361" sldId="283"/>
            <ac:spMk id="87" creationId="{7B32C413-92C6-AB37-8042-DD1BA5312198}"/>
          </ac:spMkLst>
        </pc:spChg>
        <pc:spChg chg="mod">
          <ac:chgData name="Freda Shi" userId="e3bafef1-15f2-4eeb-acbe-fa674bab7991" providerId="ADAL" clId="{9555FC65-5A8C-4EE8-9D5B-8283D7A0923C}" dt="2026-01-19T07:52:50.556" v="39609"/>
          <ac:spMkLst>
            <pc:docMk/>
            <pc:sldMk cId="327511361" sldId="283"/>
            <ac:spMk id="97" creationId="{52FAC70A-8E93-2345-2BC8-182CD3A806FA}"/>
          </ac:spMkLst>
        </pc:spChg>
        <pc:spChg chg="mod">
          <ac:chgData name="Freda Shi" userId="e3bafef1-15f2-4eeb-acbe-fa674bab7991" providerId="ADAL" clId="{9555FC65-5A8C-4EE8-9D5B-8283D7A0923C}" dt="2026-01-19T07:52:50.556" v="39609"/>
          <ac:spMkLst>
            <pc:docMk/>
            <pc:sldMk cId="327511361" sldId="283"/>
            <ac:spMk id="122" creationId="{BFCE3A03-4641-3346-A8BE-B590A95B57F5}"/>
          </ac:spMkLst>
        </pc:spChg>
        <pc:spChg chg="mod">
          <ac:chgData name="Freda Shi" userId="e3bafef1-15f2-4eeb-acbe-fa674bab7991" providerId="ADAL" clId="{9555FC65-5A8C-4EE8-9D5B-8283D7A0923C}" dt="2026-01-19T07:52:50.556" v="39609"/>
          <ac:spMkLst>
            <pc:docMk/>
            <pc:sldMk cId="327511361" sldId="283"/>
            <ac:spMk id="127" creationId="{6A2594AF-50EC-8F84-06FB-BF02AAB0949B}"/>
          </ac:spMkLst>
        </pc:spChg>
        <pc:spChg chg="mod">
          <ac:chgData name="Freda Shi" userId="e3bafef1-15f2-4eeb-acbe-fa674bab7991" providerId="ADAL" clId="{9555FC65-5A8C-4EE8-9D5B-8283D7A0923C}" dt="2026-01-19T07:52:56.506" v="39630" actId="2711"/>
          <ac:spMkLst>
            <pc:docMk/>
            <pc:sldMk cId="327511361" sldId="283"/>
            <ac:spMk id="130" creationId="{405B0C9F-1D70-71CC-2402-7DFD7477FFAD}"/>
          </ac:spMkLst>
        </pc:spChg>
        <pc:grpChg chg="mod">
          <ac:chgData name="Freda Shi" userId="e3bafef1-15f2-4eeb-acbe-fa674bab7991" providerId="ADAL" clId="{9555FC65-5A8C-4EE8-9D5B-8283D7A0923C}" dt="2026-01-19T07:52:56.506" v="39630" actId="2711"/>
          <ac:grpSpMkLst>
            <pc:docMk/>
            <pc:sldMk cId="327511361" sldId="283"/>
            <ac:grpSpMk id="6" creationId="{A33F6659-AAB9-C7A4-BA67-FBDFF3F99E7A}"/>
          </ac:grpSpMkLst>
        </pc:grpChg>
        <pc:grpChg chg="mod">
          <ac:chgData name="Freda Shi" userId="e3bafef1-15f2-4eeb-acbe-fa674bab7991" providerId="ADAL" clId="{9555FC65-5A8C-4EE8-9D5B-8283D7A0923C}" dt="2026-01-19T07:52:56.506" v="39630" actId="2711"/>
          <ac:grpSpMkLst>
            <pc:docMk/>
            <pc:sldMk cId="327511361" sldId="283"/>
            <ac:grpSpMk id="102" creationId="{8786F6C3-7533-7E04-9664-79E5CB55E4D5}"/>
          </ac:grpSpMkLst>
        </pc:grpChg>
        <pc:grpChg chg="mod">
          <ac:chgData name="Freda Shi" userId="e3bafef1-15f2-4eeb-acbe-fa674bab7991" providerId="ADAL" clId="{9555FC65-5A8C-4EE8-9D5B-8283D7A0923C}" dt="2026-01-19T07:52:56.506" v="39630" actId="2711"/>
          <ac:grpSpMkLst>
            <pc:docMk/>
            <pc:sldMk cId="327511361" sldId="283"/>
            <ac:grpSpMk id="131" creationId="{710CDCDE-C811-F5D6-CA04-634B29B4B595}"/>
          </ac:grpSpMkLst>
        </pc:grpChg>
      </pc:sldChg>
      <pc:sldChg chg="addSp delSp modSp new del mod modAnim">
        <pc:chgData name="Freda Shi" userId="e3bafef1-15f2-4eeb-acbe-fa674bab7991" providerId="ADAL" clId="{9555FC65-5A8C-4EE8-9D5B-8283D7A0923C}" dt="2026-01-19T07:57:24.415" v="39668" actId="47"/>
        <pc:sldMkLst>
          <pc:docMk/>
          <pc:sldMk cId="1612277806" sldId="284"/>
        </pc:sldMkLst>
        <pc:spChg chg="mod">
          <ac:chgData name="Freda Shi" userId="e3bafef1-15f2-4eeb-acbe-fa674bab7991" providerId="ADAL" clId="{9555FC65-5A8C-4EE8-9D5B-8283D7A0923C}" dt="2026-01-19T07:53:34.947" v="39652" actId="20577"/>
          <ac:spMkLst>
            <pc:docMk/>
            <pc:sldMk cId="1612277806" sldId="284"/>
            <ac:spMk id="2" creationId="{EE91A3F3-CD5B-A097-132F-EFF5DD4CC0D6}"/>
          </ac:spMkLst>
        </pc:spChg>
        <pc:spChg chg="del">
          <ac:chgData name="Freda Shi" userId="e3bafef1-15f2-4eeb-acbe-fa674bab7991" providerId="ADAL" clId="{9555FC65-5A8C-4EE8-9D5B-8283D7A0923C}" dt="2026-01-19T07:53:37.382" v="39653" actId="478"/>
          <ac:spMkLst>
            <pc:docMk/>
            <pc:sldMk cId="1612277806" sldId="284"/>
            <ac:spMk id="3" creationId="{80A53ECB-1E71-605A-5C03-CB725FE479EA}"/>
          </ac:spMkLst>
        </pc:spChg>
        <pc:spChg chg="mod">
          <ac:chgData name="Freda Shi" userId="e3bafef1-15f2-4eeb-acbe-fa674bab7991" providerId="ADAL" clId="{9555FC65-5A8C-4EE8-9D5B-8283D7A0923C}" dt="2026-01-19T07:53:37.684" v="39654"/>
          <ac:spMkLst>
            <pc:docMk/>
            <pc:sldMk cId="1612277806" sldId="284"/>
            <ac:spMk id="9" creationId="{30A0BCB3-D4B0-34C6-289D-D09206A2998F}"/>
          </ac:spMkLst>
        </pc:spChg>
        <pc:spChg chg="mod">
          <ac:chgData name="Freda Shi" userId="e3bafef1-15f2-4eeb-acbe-fa674bab7991" providerId="ADAL" clId="{9555FC65-5A8C-4EE8-9D5B-8283D7A0923C}" dt="2026-01-19T07:53:37.684" v="39654"/>
          <ac:spMkLst>
            <pc:docMk/>
            <pc:sldMk cId="1612277806" sldId="284"/>
            <ac:spMk id="11" creationId="{6AA46FC0-94A9-D643-10A4-7BA801B5C6B7}"/>
          </ac:spMkLst>
        </pc:spChg>
        <pc:spChg chg="mod">
          <ac:chgData name="Freda Shi" userId="e3bafef1-15f2-4eeb-acbe-fa674bab7991" providerId="ADAL" clId="{9555FC65-5A8C-4EE8-9D5B-8283D7A0923C}" dt="2026-01-19T07:53:37.684" v="39654"/>
          <ac:spMkLst>
            <pc:docMk/>
            <pc:sldMk cId="1612277806" sldId="284"/>
            <ac:spMk id="13" creationId="{8AFEBBB7-FB91-87A5-BB7D-2DBBE9FFC688}"/>
          </ac:spMkLst>
        </pc:spChg>
        <pc:spChg chg="mod">
          <ac:chgData name="Freda Shi" userId="e3bafef1-15f2-4eeb-acbe-fa674bab7991" providerId="ADAL" clId="{9555FC65-5A8C-4EE8-9D5B-8283D7A0923C}" dt="2026-01-19T07:53:37.684" v="39654"/>
          <ac:spMkLst>
            <pc:docMk/>
            <pc:sldMk cId="1612277806" sldId="284"/>
            <ac:spMk id="35" creationId="{F4CC5A3E-36AB-B668-7DD3-9ABF06BD9C65}"/>
          </ac:spMkLst>
        </pc:spChg>
        <pc:spChg chg="mod">
          <ac:chgData name="Freda Shi" userId="e3bafef1-15f2-4eeb-acbe-fa674bab7991" providerId="ADAL" clId="{9555FC65-5A8C-4EE8-9D5B-8283D7A0923C}" dt="2026-01-19T07:53:37.684" v="39654"/>
          <ac:spMkLst>
            <pc:docMk/>
            <pc:sldMk cId="1612277806" sldId="284"/>
            <ac:spMk id="51" creationId="{4091E1E2-4F84-D0A4-A91E-3260FC29D7B7}"/>
          </ac:spMkLst>
        </pc:spChg>
        <pc:spChg chg="mod">
          <ac:chgData name="Freda Shi" userId="e3bafef1-15f2-4eeb-acbe-fa674bab7991" providerId="ADAL" clId="{9555FC65-5A8C-4EE8-9D5B-8283D7A0923C}" dt="2026-01-19T07:53:37.684" v="39654"/>
          <ac:spMkLst>
            <pc:docMk/>
            <pc:sldMk cId="1612277806" sldId="284"/>
            <ac:spMk id="73" creationId="{C200CB6C-1EE2-EA95-FFF5-3822F5EA9F9D}"/>
          </ac:spMkLst>
        </pc:spChg>
        <pc:spChg chg="mod">
          <ac:chgData name="Freda Shi" userId="e3bafef1-15f2-4eeb-acbe-fa674bab7991" providerId="ADAL" clId="{9555FC65-5A8C-4EE8-9D5B-8283D7A0923C}" dt="2026-01-19T07:53:37.684" v="39654"/>
          <ac:spMkLst>
            <pc:docMk/>
            <pc:sldMk cId="1612277806" sldId="284"/>
            <ac:spMk id="84" creationId="{A8240765-E6F4-34E9-6F53-49FC51793133}"/>
          </ac:spMkLst>
        </pc:spChg>
        <pc:spChg chg="mod">
          <ac:chgData name="Freda Shi" userId="e3bafef1-15f2-4eeb-acbe-fa674bab7991" providerId="ADAL" clId="{9555FC65-5A8C-4EE8-9D5B-8283D7A0923C}" dt="2026-01-19T07:53:37.684" v="39654"/>
          <ac:spMkLst>
            <pc:docMk/>
            <pc:sldMk cId="1612277806" sldId="284"/>
            <ac:spMk id="96" creationId="{E042A0CF-CBD0-B7C3-C19E-99BD877F9F66}"/>
          </ac:spMkLst>
        </pc:spChg>
        <pc:spChg chg="mod">
          <ac:chgData name="Freda Shi" userId="e3bafef1-15f2-4eeb-acbe-fa674bab7991" providerId="ADAL" clId="{9555FC65-5A8C-4EE8-9D5B-8283D7A0923C}" dt="2026-01-19T07:53:37.684" v="39654"/>
          <ac:spMkLst>
            <pc:docMk/>
            <pc:sldMk cId="1612277806" sldId="284"/>
            <ac:spMk id="104" creationId="{FA012070-D49E-7EA0-3C52-C5396B1C102A}"/>
          </ac:spMkLst>
        </pc:spChg>
        <pc:spChg chg="mod">
          <ac:chgData name="Freda Shi" userId="e3bafef1-15f2-4eeb-acbe-fa674bab7991" providerId="ADAL" clId="{9555FC65-5A8C-4EE8-9D5B-8283D7A0923C}" dt="2026-01-19T07:53:37.684" v="39654"/>
          <ac:spMkLst>
            <pc:docMk/>
            <pc:sldMk cId="1612277806" sldId="284"/>
            <ac:spMk id="108" creationId="{17D5CCDD-F31B-2B3F-58E9-0912EFA0A1C8}"/>
          </ac:spMkLst>
        </pc:spChg>
        <pc:cxnChg chg="del">
          <ac:chgData name="Freda Shi" userId="e3bafef1-15f2-4eeb-acbe-fa674bab7991" providerId="ADAL" clId="{9555FC65-5A8C-4EE8-9D5B-8283D7A0923C}" dt="2026-01-19T07:53:43.974" v="39655" actId="478"/>
          <ac:cxnSpMkLst>
            <pc:docMk/>
            <pc:sldMk cId="1612277806" sldId="284"/>
            <ac:cxnSpMk id="5" creationId="{93A9BF04-0B4C-60C6-8E25-2A25EB89DA33}"/>
          </ac:cxnSpMkLst>
        </pc:cxnChg>
      </pc:sldChg>
      <pc:sldChg chg="addSp delSp modSp add del mod modTransition delAnim modAnim">
        <pc:chgData name="Freda Shi" userId="e3bafef1-15f2-4eeb-acbe-fa674bab7991" providerId="ADAL" clId="{9555FC65-5A8C-4EE8-9D5B-8283D7A0923C}" dt="2026-01-19T07:57:24.415" v="39668" actId="47"/>
        <pc:sldMkLst>
          <pc:docMk/>
          <pc:sldMk cId="2098212290" sldId="285"/>
        </pc:sldMkLst>
        <pc:spChg chg="add del mod">
          <ac:chgData name="Freda Shi" userId="e3bafef1-15f2-4eeb-acbe-fa674bab7991" providerId="ADAL" clId="{9555FC65-5A8C-4EE8-9D5B-8283D7A0923C}" dt="2026-01-19T07:54:01.061" v="39660" actId="478"/>
          <ac:spMkLst>
            <pc:docMk/>
            <pc:sldMk cId="2098212290" sldId="285"/>
            <ac:spMk id="5" creationId="{162F6BC3-2770-8A63-4B4A-326FB88D9F67}"/>
          </ac:spMkLst>
        </pc:spChg>
        <pc:spChg chg="del">
          <ac:chgData name="Freda Shi" userId="e3bafef1-15f2-4eeb-acbe-fa674bab7991" providerId="ADAL" clId="{9555FC65-5A8C-4EE8-9D5B-8283D7A0923C}" dt="2026-01-19T07:53:56.569" v="39657" actId="478"/>
          <ac:spMkLst>
            <pc:docMk/>
            <pc:sldMk cId="2098212290" sldId="285"/>
            <ac:spMk id="6" creationId="{F53FA85D-0FA3-12EA-7FB7-8082F18C71F5}"/>
          </ac:spMkLst>
        </pc:spChg>
        <pc:spChg chg="del">
          <ac:chgData name="Freda Shi" userId="e3bafef1-15f2-4eeb-acbe-fa674bab7991" providerId="ADAL" clId="{9555FC65-5A8C-4EE8-9D5B-8283D7A0923C}" dt="2026-01-19T07:53:56.569" v="39657" actId="478"/>
          <ac:spMkLst>
            <pc:docMk/>
            <pc:sldMk cId="2098212290" sldId="285"/>
            <ac:spMk id="61" creationId="{835F8F5C-F524-8EBC-7656-DEE8C2A6863E}"/>
          </ac:spMkLst>
        </pc:spChg>
        <pc:spChg chg="del">
          <ac:chgData name="Freda Shi" userId="e3bafef1-15f2-4eeb-acbe-fa674bab7991" providerId="ADAL" clId="{9555FC65-5A8C-4EE8-9D5B-8283D7A0923C}" dt="2026-01-19T07:53:56.569" v="39657" actId="478"/>
          <ac:spMkLst>
            <pc:docMk/>
            <pc:sldMk cId="2098212290" sldId="285"/>
            <ac:spMk id="98" creationId="{944372A7-F4BA-36E2-5E77-1D6A67E2D765}"/>
          </ac:spMkLst>
        </pc:spChg>
        <pc:spChg chg="del">
          <ac:chgData name="Freda Shi" userId="e3bafef1-15f2-4eeb-acbe-fa674bab7991" providerId="ADAL" clId="{9555FC65-5A8C-4EE8-9D5B-8283D7A0923C}" dt="2026-01-19T07:53:56.569" v="39657" actId="478"/>
          <ac:spMkLst>
            <pc:docMk/>
            <pc:sldMk cId="2098212290" sldId="285"/>
            <ac:spMk id="99" creationId="{67125EB6-7C1C-30D2-C03E-ECB19BAE2044}"/>
          </ac:spMkLst>
        </pc:spChg>
        <pc:spChg chg="del">
          <ac:chgData name="Freda Shi" userId="e3bafef1-15f2-4eeb-acbe-fa674bab7991" providerId="ADAL" clId="{9555FC65-5A8C-4EE8-9D5B-8283D7A0923C}" dt="2026-01-19T07:53:56.569" v="39657" actId="478"/>
          <ac:spMkLst>
            <pc:docMk/>
            <pc:sldMk cId="2098212290" sldId="285"/>
            <ac:spMk id="100" creationId="{DD28E940-AA8B-9434-0A16-FEF9D08AFA37}"/>
          </ac:spMkLst>
        </pc:spChg>
        <pc:spChg chg="del">
          <ac:chgData name="Freda Shi" userId="e3bafef1-15f2-4eeb-acbe-fa674bab7991" providerId="ADAL" clId="{9555FC65-5A8C-4EE8-9D5B-8283D7A0923C}" dt="2026-01-19T07:53:56.569" v="39657" actId="478"/>
          <ac:spMkLst>
            <pc:docMk/>
            <pc:sldMk cId="2098212290" sldId="285"/>
            <ac:spMk id="111" creationId="{0B0BF60B-DB26-7589-D3E9-B0B6AB9A9271}"/>
          </ac:spMkLst>
        </pc:spChg>
        <pc:spChg chg="mod">
          <ac:chgData name="Freda Shi" userId="e3bafef1-15f2-4eeb-acbe-fa674bab7991" providerId="ADAL" clId="{9555FC65-5A8C-4EE8-9D5B-8283D7A0923C}" dt="2026-01-19T07:53:58.678" v="39659"/>
          <ac:spMkLst>
            <pc:docMk/>
            <pc:sldMk cId="2098212290" sldId="285"/>
            <ac:spMk id="119" creationId="{F892E9B8-D625-EFFD-F1A6-C5D8F516F64C}"/>
          </ac:spMkLst>
        </pc:spChg>
        <pc:spChg chg="mod">
          <ac:chgData name="Freda Shi" userId="e3bafef1-15f2-4eeb-acbe-fa674bab7991" providerId="ADAL" clId="{9555FC65-5A8C-4EE8-9D5B-8283D7A0923C}" dt="2026-01-19T07:53:56.835" v="39658"/>
          <ac:spMkLst>
            <pc:docMk/>
            <pc:sldMk cId="2098212290" sldId="285"/>
            <ac:spMk id="127" creationId="{C50F9C72-F045-5B25-F175-598B6AECAEF7}"/>
          </ac:spMkLst>
        </pc:spChg>
        <pc:spChg chg="mod">
          <ac:chgData name="Freda Shi" userId="e3bafef1-15f2-4eeb-acbe-fa674bab7991" providerId="ADAL" clId="{9555FC65-5A8C-4EE8-9D5B-8283D7A0923C}" dt="2026-01-19T07:53:56.835" v="39658"/>
          <ac:spMkLst>
            <pc:docMk/>
            <pc:sldMk cId="2098212290" sldId="285"/>
            <ac:spMk id="133" creationId="{E77BDF74-55FD-2D87-7C5F-D6B28DF86FD3}"/>
          </ac:spMkLst>
        </pc:spChg>
        <pc:spChg chg="mod">
          <ac:chgData name="Freda Shi" userId="e3bafef1-15f2-4eeb-acbe-fa674bab7991" providerId="ADAL" clId="{9555FC65-5A8C-4EE8-9D5B-8283D7A0923C}" dt="2026-01-19T07:53:56.835" v="39658"/>
          <ac:spMkLst>
            <pc:docMk/>
            <pc:sldMk cId="2098212290" sldId="285"/>
            <ac:spMk id="134" creationId="{B02116A0-0B60-7593-1ACA-BC99BD010C0F}"/>
          </ac:spMkLst>
        </pc:spChg>
        <pc:spChg chg="mod">
          <ac:chgData name="Freda Shi" userId="e3bafef1-15f2-4eeb-acbe-fa674bab7991" providerId="ADAL" clId="{9555FC65-5A8C-4EE8-9D5B-8283D7A0923C}" dt="2026-01-19T07:53:56.835" v="39658"/>
          <ac:spMkLst>
            <pc:docMk/>
            <pc:sldMk cId="2098212290" sldId="285"/>
            <ac:spMk id="138" creationId="{134B65ED-DF84-5169-2D7D-D8B032E09040}"/>
          </ac:spMkLst>
        </pc:spChg>
        <pc:spChg chg="mod">
          <ac:chgData name="Freda Shi" userId="e3bafef1-15f2-4eeb-acbe-fa674bab7991" providerId="ADAL" clId="{9555FC65-5A8C-4EE8-9D5B-8283D7A0923C}" dt="2026-01-19T07:53:56.835" v="39658"/>
          <ac:spMkLst>
            <pc:docMk/>
            <pc:sldMk cId="2098212290" sldId="285"/>
            <ac:spMk id="173" creationId="{59BD43BD-8238-AA0A-BA18-6BB1610238BA}"/>
          </ac:spMkLst>
        </pc:spChg>
        <pc:spChg chg="mod">
          <ac:chgData name="Freda Shi" userId="e3bafef1-15f2-4eeb-acbe-fa674bab7991" providerId="ADAL" clId="{9555FC65-5A8C-4EE8-9D5B-8283D7A0923C}" dt="2026-01-19T07:53:56.835" v="39658"/>
          <ac:spMkLst>
            <pc:docMk/>
            <pc:sldMk cId="2098212290" sldId="285"/>
            <ac:spMk id="181" creationId="{28F2BE8E-04CD-55C9-DB5C-7A66A5BD334F}"/>
          </ac:spMkLst>
        </pc:spChg>
        <pc:spChg chg="add mod">
          <ac:chgData name="Freda Shi" userId="e3bafef1-15f2-4eeb-acbe-fa674bab7991" providerId="ADAL" clId="{9555FC65-5A8C-4EE8-9D5B-8283D7A0923C}" dt="2026-01-19T07:53:56.835" v="39658"/>
          <ac:spMkLst>
            <pc:docMk/>
            <pc:sldMk cId="2098212290" sldId="285"/>
            <ac:spMk id="212" creationId="{1B8CE762-59C6-2637-6468-0DF84D64A90E}"/>
          </ac:spMkLst>
        </pc:spChg>
        <pc:spChg chg="mod">
          <ac:chgData name="Freda Shi" userId="e3bafef1-15f2-4eeb-acbe-fa674bab7991" providerId="ADAL" clId="{9555FC65-5A8C-4EE8-9D5B-8283D7A0923C}" dt="2026-01-19T07:53:56.835" v="39658"/>
          <ac:spMkLst>
            <pc:docMk/>
            <pc:sldMk cId="2098212290" sldId="285"/>
            <ac:spMk id="216" creationId="{73465298-5380-1B11-3965-F74DA2C04010}"/>
          </ac:spMkLst>
        </pc:spChg>
        <pc:spChg chg="mod">
          <ac:chgData name="Freda Shi" userId="e3bafef1-15f2-4eeb-acbe-fa674bab7991" providerId="ADAL" clId="{9555FC65-5A8C-4EE8-9D5B-8283D7A0923C}" dt="2026-01-19T07:53:56.835" v="39658"/>
          <ac:spMkLst>
            <pc:docMk/>
            <pc:sldMk cId="2098212290" sldId="285"/>
            <ac:spMk id="221" creationId="{752AED97-72DB-53B4-2180-976044B4D6BA}"/>
          </ac:spMkLst>
        </pc:spChg>
        <pc:spChg chg="mod">
          <ac:chgData name="Freda Shi" userId="e3bafef1-15f2-4eeb-acbe-fa674bab7991" providerId="ADAL" clId="{9555FC65-5A8C-4EE8-9D5B-8283D7A0923C}" dt="2026-01-19T07:53:56.835" v="39658"/>
          <ac:spMkLst>
            <pc:docMk/>
            <pc:sldMk cId="2098212290" sldId="285"/>
            <ac:spMk id="223" creationId="{A52971E7-A66F-7237-EE77-704BC11C7728}"/>
          </ac:spMkLst>
        </pc:spChg>
        <pc:spChg chg="mod">
          <ac:chgData name="Freda Shi" userId="e3bafef1-15f2-4eeb-acbe-fa674bab7991" providerId="ADAL" clId="{9555FC65-5A8C-4EE8-9D5B-8283D7A0923C}" dt="2026-01-19T07:54:01.297" v="39661"/>
          <ac:spMkLst>
            <pc:docMk/>
            <pc:sldMk cId="2098212290" sldId="285"/>
            <ac:spMk id="241" creationId="{6BE794A9-DFA5-8ECE-AF57-D24A8E2F2001}"/>
          </ac:spMkLst>
        </pc:spChg>
        <pc:spChg chg="mod">
          <ac:chgData name="Freda Shi" userId="e3bafef1-15f2-4eeb-acbe-fa674bab7991" providerId="ADAL" clId="{9555FC65-5A8C-4EE8-9D5B-8283D7A0923C}" dt="2026-01-19T07:54:01.297" v="39661"/>
          <ac:spMkLst>
            <pc:docMk/>
            <pc:sldMk cId="2098212290" sldId="285"/>
            <ac:spMk id="242" creationId="{E7E3B693-B575-8324-5E71-BB4737F19D42}"/>
          </ac:spMkLst>
        </pc:spChg>
        <pc:spChg chg="mod">
          <ac:chgData name="Freda Shi" userId="e3bafef1-15f2-4eeb-acbe-fa674bab7991" providerId="ADAL" clId="{9555FC65-5A8C-4EE8-9D5B-8283D7A0923C}" dt="2026-01-19T07:54:01.297" v="39661"/>
          <ac:spMkLst>
            <pc:docMk/>
            <pc:sldMk cId="2098212290" sldId="285"/>
            <ac:spMk id="247" creationId="{2F4C7515-E793-47A3-88DF-1919D9B606EE}"/>
          </ac:spMkLst>
        </pc:spChg>
        <pc:spChg chg="mod">
          <ac:chgData name="Freda Shi" userId="e3bafef1-15f2-4eeb-acbe-fa674bab7991" providerId="ADAL" clId="{9555FC65-5A8C-4EE8-9D5B-8283D7A0923C}" dt="2026-01-19T07:54:01.297" v="39661"/>
          <ac:spMkLst>
            <pc:docMk/>
            <pc:sldMk cId="2098212290" sldId="285"/>
            <ac:spMk id="249" creationId="{C47B01A9-A00C-68A2-161F-EF57822B459F}"/>
          </ac:spMkLst>
        </pc:spChg>
        <pc:spChg chg="mod">
          <ac:chgData name="Freda Shi" userId="e3bafef1-15f2-4eeb-acbe-fa674bab7991" providerId="ADAL" clId="{9555FC65-5A8C-4EE8-9D5B-8283D7A0923C}" dt="2026-01-19T07:54:01.297" v="39661"/>
          <ac:spMkLst>
            <pc:docMk/>
            <pc:sldMk cId="2098212290" sldId="285"/>
            <ac:spMk id="268" creationId="{1CBAFDFD-FE18-9348-AE6A-E776F1003D2E}"/>
          </ac:spMkLst>
        </pc:spChg>
        <pc:spChg chg="mod">
          <ac:chgData name="Freda Shi" userId="e3bafef1-15f2-4eeb-acbe-fa674bab7991" providerId="ADAL" clId="{9555FC65-5A8C-4EE8-9D5B-8283D7A0923C}" dt="2026-01-19T07:54:01.297" v="39661"/>
          <ac:spMkLst>
            <pc:docMk/>
            <pc:sldMk cId="2098212290" sldId="285"/>
            <ac:spMk id="283" creationId="{635CB87E-24B0-A611-10A3-4D0DD5E2789D}"/>
          </ac:spMkLst>
        </pc:spChg>
        <pc:spChg chg="add mod">
          <ac:chgData name="Freda Shi" userId="e3bafef1-15f2-4eeb-acbe-fa674bab7991" providerId="ADAL" clId="{9555FC65-5A8C-4EE8-9D5B-8283D7A0923C}" dt="2026-01-19T07:54:01.297" v="39661"/>
          <ac:spMkLst>
            <pc:docMk/>
            <pc:sldMk cId="2098212290" sldId="285"/>
            <ac:spMk id="293" creationId="{39C85273-258C-A02B-FDD9-6C40A46540C9}"/>
          </ac:spMkLst>
        </pc:spChg>
        <pc:spChg chg="mod">
          <ac:chgData name="Freda Shi" userId="e3bafef1-15f2-4eeb-acbe-fa674bab7991" providerId="ADAL" clId="{9555FC65-5A8C-4EE8-9D5B-8283D7A0923C}" dt="2026-01-19T07:54:01.297" v="39661"/>
          <ac:spMkLst>
            <pc:docMk/>
            <pc:sldMk cId="2098212290" sldId="285"/>
            <ac:spMk id="295" creationId="{0D41A78D-C720-3C93-F21E-DC69835EF72F}"/>
          </ac:spMkLst>
        </pc:spChg>
        <pc:spChg chg="mod">
          <ac:chgData name="Freda Shi" userId="e3bafef1-15f2-4eeb-acbe-fa674bab7991" providerId="ADAL" clId="{9555FC65-5A8C-4EE8-9D5B-8283D7A0923C}" dt="2026-01-19T07:54:01.297" v="39661"/>
          <ac:spMkLst>
            <pc:docMk/>
            <pc:sldMk cId="2098212290" sldId="285"/>
            <ac:spMk id="340" creationId="{DF4E9EBA-3715-C98A-3B34-96C50135AA89}"/>
          </ac:spMkLst>
        </pc:spChg>
        <pc:spChg chg="mod">
          <ac:chgData name="Freda Shi" userId="e3bafef1-15f2-4eeb-acbe-fa674bab7991" providerId="ADAL" clId="{9555FC65-5A8C-4EE8-9D5B-8283D7A0923C}" dt="2026-01-19T07:54:01.297" v="39661"/>
          <ac:spMkLst>
            <pc:docMk/>
            <pc:sldMk cId="2098212290" sldId="285"/>
            <ac:spMk id="356" creationId="{D949C347-8133-1C0A-B2BC-5ACE7154DE1C}"/>
          </ac:spMkLst>
        </pc:spChg>
        <pc:grpChg chg="del">
          <ac:chgData name="Freda Shi" userId="e3bafef1-15f2-4eeb-acbe-fa674bab7991" providerId="ADAL" clId="{9555FC65-5A8C-4EE8-9D5B-8283D7A0923C}" dt="2026-01-19T07:53:56.569" v="39657" actId="478"/>
          <ac:grpSpMkLst>
            <pc:docMk/>
            <pc:sldMk cId="2098212290" sldId="285"/>
            <ac:grpSpMk id="58" creationId="{5AD1FFF0-CF42-AF82-FCBD-624869531DDC}"/>
          </ac:grpSpMkLst>
        </pc:grpChg>
        <pc:grpChg chg="del">
          <ac:chgData name="Freda Shi" userId="e3bafef1-15f2-4eeb-acbe-fa674bab7991" providerId="ADAL" clId="{9555FC65-5A8C-4EE8-9D5B-8283D7A0923C}" dt="2026-01-19T07:53:56.569" v="39657" actId="478"/>
          <ac:grpSpMkLst>
            <pc:docMk/>
            <pc:sldMk cId="2098212290" sldId="285"/>
            <ac:grpSpMk id="101" creationId="{C1801C93-082C-20E9-09C6-B5B77EB98F9B}"/>
          </ac:grpSpMkLst>
        </pc:grpChg>
        <pc:grpChg chg="del">
          <ac:chgData name="Freda Shi" userId="e3bafef1-15f2-4eeb-acbe-fa674bab7991" providerId="ADAL" clId="{9555FC65-5A8C-4EE8-9D5B-8283D7A0923C}" dt="2026-01-19T07:53:56.569" v="39657" actId="478"/>
          <ac:grpSpMkLst>
            <pc:docMk/>
            <pc:sldMk cId="2098212290" sldId="285"/>
            <ac:grpSpMk id="116" creationId="{E89F4D87-E239-A04B-CF5B-E787FC073857}"/>
          </ac:grpSpMkLst>
        </pc:grpChg>
      </pc:sldChg>
      <pc:sldChg chg="addSp delSp modSp add del mod delAnim">
        <pc:chgData name="Freda Shi" userId="e3bafef1-15f2-4eeb-acbe-fa674bab7991" providerId="ADAL" clId="{9555FC65-5A8C-4EE8-9D5B-8283D7A0923C}" dt="2026-01-19T07:57:24.415" v="39668" actId="47"/>
        <pc:sldMkLst>
          <pc:docMk/>
          <pc:sldMk cId="2145374625" sldId="286"/>
        </pc:sldMkLst>
        <pc:spChg chg="del">
          <ac:chgData name="Freda Shi" userId="e3bafef1-15f2-4eeb-acbe-fa674bab7991" providerId="ADAL" clId="{9555FC65-5A8C-4EE8-9D5B-8283D7A0923C}" dt="2026-01-19T07:55:34.015" v="39667" actId="478"/>
          <ac:spMkLst>
            <pc:docMk/>
            <pc:sldMk cId="2145374625" sldId="286"/>
            <ac:spMk id="5" creationId="{52AA5EC1-FA0B-6D8A-B9F6-2531D215220B}"/>
          </ac:spMkLst>
        </pc:spChg>
        <pc:spChg chg="mod">
          <ac:chgData name="Freda Shi" userId="e3bafef1-15f2-4eeb-acbe-fa674bab7991" providerId="ADAL" clId="{9555FC65-5A8C-4EE8-9D5B-8283D7A0923C}" dt="2026-01-19T07:55:28.608" v="39665"/>
          <ac:spMkLst>
            <pc:docMk/>
            <pc:sldMk cId="2145374625" sldId="286"/>
            <ac:spMk id="11" creationId="{B75E123D-75A1-47AB-D046-D3D954C31D7B}"/>
          </ac:spMkLst>
        </pc:spChg>
        <pc:spChg chg="mod">
          <ac:chgData name="Freda Shi" userId="e3bafef1-15f2-4eeb-acbe-fa674bab7991" providerId="ADAL" clId="{9555FC65-5A8C-4EE8-9D5B-8283D7A0923C}" dt="2026-01-19T07:55:28.608" v="39665"/>
          <ac:spMkLst>
            <pc:docMk/>
            <pc:sldMk cId="2145374625" sldId="286"/>
            <ac:spMk id="21" creationId="{9B10486C-CCE0-4683-9986-E12DA0B52CF2}"/>
          </ac:spMkLst>
        </pc:spChg>
        <pc:spChg chg="mod">
          <ac:chgData name="Freda Shi" userId="e3bafef1-15f2-4eeb-acbe-fa674bab7991" providerId="ADAL" clId="{9555FC65-5A8C-4EE8-9D5B-8283D7A0923C}" dt="2026-01-19T07:55:28.608" v="39665"/>
          <ac:spMkLst>
            <pc:docMk/>
            <pc:sldMk cId="2145374625" sldId="286"/>
            <ac:spMk id="33" creationId="{54EF12D2-95B1-AAEB-1088-12A3BD628F58}"/>
          </ac:spMkLst>
        </pc:spChg>
        <pc:spChg chg="mod">
          <ac:chgData name="Freda Shi" userId="e3bafef1-15f2-4eeb-acbe-fa674bab7991" providerId="ADAL" clId="{9555FC65-5A8C-4EE8-9D5B-8283D7A0923C}" dt="2026-01-19T07:55:28.608" v="39665"/>
          <ac:spMkLst>
            <pc:docMk/>
            <pc:sldMk cId="2145374625" sldId="286"/>
            <ac:spMk id="34" creationId="{A3903ACD-3023-687B-DBEB-17F1507B10CC}"/>
          </ac:spMkLst>
        </pc:spChg>
        <pc:spChg chg="mod">
          <ac:chgData name="Freda Shi" userId="e3bafef1-15f2-4eeb-acbe-fa674bab7991" providerId="ADAL" clId="{9555FC65-5A8C-4EE8-9D5B-8283D7A0923C}" dt="2026-01-19T07:55:28.608" v="39665"/>
          <ac:spMkLst>
            <pc:docMk/>
            <pc:sldMk cId="2145374625" sldId="286"/>
            <ac:spMk id="37" creationId="{8AB5062C-0DCC-809F-4D81-F8675AF8349E}"/>
          </ac:spMkLst>
        </pc:spChg>
        <pc:spChg chg="mod">
          <ac:chgData name="Freda Shi" userId="e3bafef1-15f2-4eeb-acbe-fa674bab7991" providerId="ADAL" clId="{9555FC65-5A8C-4EE8-9D5B-8283D7A0923C}" dt="2026-01-19T07:55:28.608" v="39665"/>
          <ac:spMkLst>
            <pc:docMk/>
            <pc:sldMk cId="2145374625" sldId="286"/>
            <ac:spMk id="41" creationId="{6EC567B9-1A98-699F-E314-10664C106298}"/>
          </ac:spMkLst>
        </pc:spChg>
        <pc:spChg chg="mod">
          <ac:chgData name="Freda Shi" userId="e3bafef1-15f2-4eeb-acbe-fa674bab7991" providerId="ADAL" clId="{9555FC65-5A8C-4EE8-9D5B-8283D7A0923C}" dt="2026-01-19T07:55:28.608" v="39665"/>
          <ac:spMkLst>
            <pc:docMk/>
            <pc:sldMk cId="2145374625" sldId="286"/>
            <ac:spMk id="200" creationId="{A3FAA149-00DC-0D1C-977F-D6E38CC26DD3}"/>
          </ac:spMkLst>
        </pc:spChg>
        <pc:spChg chg="mod">
          <ac:chgData name="Freda Shi" userId="e3bafef1-15f2-4eeb-acbe-fa674bab7991" providerId="ADAL" clId="{9555FC65-5A8C-4EE8-9D5B-8283D7A0923C}" dt="2026-01-19T07:55:28.608" v="39665"/>
          <ac:spMkLst>
            <pc:docMk/>
            <pc:sldMk cId="2145374625" sldId="286"/>
            <ac:spMk id="204" creationId="{BE370F59-6D49-A97B-5D78-0D8B8EAE0F1B}"/>
          </ac:spMkLst>
        </pc:spChg>
        <pc:spChg chg="mod">
          <ac:chgData name="Freda Shi" userId="e3bafef1-15f2-4eeb-acbe-fa674bab7991" providerId="ADAL" clId="{9555FC65-5A8C-4EE8-9D5B-8283D7A0923C}" dt="2026-01-19T07:55:28.608" v="39665"/>
          <ac:spMkLst>
            <pc:docMk/>
            <pc:sldMk cId="2145374625" sldId="286"/>
            <ac:spMk id="220" creationId="{7C4D5FD0-A6C5-A81C-B260-06F56CAC0E33}"/>
          </ac:spMkLst>
        </pc:spChg>
        <pc:spChg chg="del">
          <ac:chgData name="Freda Shi" userId="e3bafef1-15f2-4eeb-acbe-fa674bab7991" providerId="ADAL" clId="{9555FC65-5A8C-4EE8-9D5B-8283D7A0923C}" dt="2026-01-19T07:55:28.245" v="39664" actId="478"/>
          <ac:spMkLst>
            <pc:docMk/>
            <pc:sldMk cId="2145374625" sldId="286"/>
            <ac:spMk id="238" creationId="{6431FFF1-AAD9-1129-7FA5-1CC1B1BA0403}"/>
          </ac:spMkLst>
        </pc:spChg>
        <pc:spChg chg="del">
          <ac:chgData name="Freda Shi" userId="e3bafef1-15f2-4eeb-acbe-fa674bab7991" providerId="ADAL" clId="{9555FC65-5A8C-4EE8-9D5B-8283D7A0923C}" dt="2026-01-19T07:55:28.245" v="39664" actId="478"/>
          <ac:spMkLst>
            <pc:docMk/>
            <pc:sldMk cId="2145374625" sldId="286"/>
            <ac:spMk id="293" creationId="{7904EFCD-42C0-4B0D-859C-7015AB29979A}"/>
          </ac:spMkLst>
        </pc:spChg>
        <pc:spChg chg="del">
          <ac:chgData name="Freda Shi" userId="e3bafef1-15f2-4eeb-acbe-fa674bab7991" providerId="ADAL" clId="{9555FC65-5A8C-4EE8-9D5B-8283D7A0923C}" dt="2026-01-19T07:55:28.245" v="39664" actId="478"/>
          <ac:spMkLst>
            <pc:docMk/>
            <pc:sldMk cId="2145374625" sldId="286"/>
            <ac:spMk id="330" creationId="{57D1560D-2A73-B19C-F8B8-C8E154FF283E}"/>
          </ac:spMkLst>
        </pc:spChg>
        <pc:spChg chg="del">
          <ac:chgData name="Freda Shi" userId="e3bafef1-15f2-4eeb-acbe-fa674bab7991" providerId="ADAL" clId="{9555FC65-5A8C-4EE8-9D5B-8283D7A0923C}" dt="2026-01-19T07:55:28.245" v="39664" actId="478"/>
          <ac:spMkLst>
            <pc:docMk/>
            <pc:sldMk cId="2145374625" sldId="286"/>
            <ac:spMk id="331" creationId="{1A8753EE-FDD3-18CF-CCB0-714BF845E21A}"/>
          </ac:spMkLst>
        </pc:spChg>
        <pc:spChg chg="del">
          <ac:chgData name="Freda Shi" userId="e3bafef1-15f2-4eeb-acbe-fa674bab7991" providerId="ADAL" clId="{9555FC65-5A8C-4EE8-9D5B-8283D7A0923C}" dt="2026-01-19T07:55:28.245" v="39664" actId="478"/>
          <ac:spMkLst>
            <pc:docMk/>
            <pc:sldMk cId="2145374625" sldId="286"/>
            <ac:spMk id="332" creationId="{D70DBC36-2FF4-7799-5178-5DF44E73A5F3}"/>
          </ac:spMkLst>
        </pc:spChg>
        <pc:spChg chg="del">
          <ac:chgData name="Freda Shi" userId="e3bafef1-15f2-4eeb-acbe-fa674bab7991" providerId="ADAL" clId="{9555FC65-5A8C-4EE8-9D5B-8283D7A0923C}" dt="2026-01-19T07:55:28.245" v="39664" actId="478"/>
          <ac:spMkLst>
            <pc:docMk/>
            <pc:sldMk cId="2145374625" sldId="286"/>
            <ac:spMk id="333" creationId="{A95F198E-E6BE-220B-FB46-68E806B43CDD}"/>
          </ac:spMkLst>
        </pc:spChg>
        <pc:spChg chg="del">
          <ac:chgData name="Freda Shi" userId="e3bafef1-15f2-4eeb-acbe-fa674bab7991" providerId="ADAL" clId="{9555FC65-5A8C-4EE8-9D5B-8283D7A0923C}" dt="2026-01-19T07:55:28.245" v="39664" actId="478"/>
          <ac:spMkLst>
            <pc:docMk/>
            <pc:sldMk cId="2145374625" sldId="286"/>
            <ac:spMk id="344" creationId="{EF3B9B10-C037-C212-4CB5-65B35A1DD145}"/>
          </ac:spMkLst>
        </pc:spChg>
        <pc:spChg chg="del">
          <ac:chgData name="Freda Shi" userId="e3bafef1-15f2-4eeb-acbe-fa674bab7991" providerId="ADAL" clId="{9555FC65-5A8C-4EE8-9D5B-8283D7A0923C}" dt="2026-01-19T07:55:28.245" v="39664" actId="478"/>
          <ac:spMkLst>
            <pc:docMk/>
            <pc:sldMk cId="2145374625" sldId="286"/>
            <ac:spMk id="347" creationId="{2F222B5C-1A48-741C-117C-0110053F26DA}"/>
          </ac:spMkLst>
        </pc:spChg>
        <pc:spChg chg="del">
          <ac:chgData name="Freda Shi" userId="e3bafef1-15f2-4eeb-acbe-fa674bab7991" providerId="ADAL" clId="{9555FC65-5A8C-4EE8-9D5B-8283D7A0923C}" dt="2026-01-19T07:55:28.245" v="39664" actId="478"/>
          <ac:spMkLst>
            <pc:docMk/>
            <pc:sldMk cId="2145374625" sldId="286"/>
            <ac:spMk id="348" creationId="{D6BF5A6D-215B-78C1-5191-DE02C969922B}"/>
          </ac:spMkLst>
        </pc:spChg>
        <pc:spChg chg="del">
          <ac:chgData name="Freda Shi" userId="e3bafef1-15f2-4eeb-acbe-fa674bab7991" providerId="ADAL" clId="{9555FC65-5A8C-4EE8-9D5B-8283D7A0923C}" dt="2026-01-19T07:55:28.245" v="39664" actId="478"/>
          <ac:spMkLst>
            <pc:docMk/>
            <pc:sldMk cId="2145374625" sldId="286"/>
            <ac:spMk id="349" creationId="{C93275FC-C576-03CC-857B-31156EBAD813}"/>
          </ac:spMkLst>
        </pc:spChg>
        <pc:spChg chg="mod">
          <ac:chgData name="Freda Shi" userId="e3bafef1-15f2-4eeb-acbe-fa674bab7991" providerId="ADAL" clId="{9555FC65-5A8C-4EE8-9D5B-8283D7A0923C}" dt="2026-01-19T07:55:28.608" v="39665"/>
          <ac:spMkLst>
            <pc:docMk/>
            <pc:sldMk cId="2145374625" sldId="286"/>
            <ac:spMk id="363" creationId="{8DB3F936-ACC5-B215-4363-9AA978C62DD0}"/>
          </ac:spMkLst>
        </pc:spChg>
        <pc:cxnChg chg="del">
          <ac:chgData name="Freda Shi" userId="e3bafef1-15f2-4eeb-acbe-fa674bab7991" providerId="ADAL" clId="{9555FC65-5A8C-4EE8-9D5B-8283D7A0923C}" dt="2026-01-19T07:55:32.226" v="39666" actId="478"/>
          <ac:cxnSpMkLst>
            <pc:docMk/>
            <pc:sldMk cId="2145374625" sldId="286"/>
            <ac:cxnSpMk id="6" creationId="{463C0072-C8A3-D52E-FD4C-433F79EF3C77}"/>
          </ac:cxnSpMkLst>
        </pc:cxnChg>
      </pc:sldChg>
      <pc:sldChg chg="addSp delSp modSp add del mod">
        <pc:chgData name="Freda Shi" userId="e3bafef1-15f2-4eeb-acbe-fa674bab7991" providerId="ADAL" clId="{9555FC65-5A8C-4EE8-9D5B-8283D7A0923C}" dt="2026-01-19T04:44:44.726" v="38020" actId="47"/>
        <pc:sldMkLst>
          <pc:docMk/>
          <pc:sldMk cId="2268263022" sldId="327"/>
        </pc:sldMkLst>
      </pc:sldChg>
      <pc:sldChg chg="addSp delSp modSp new del mod addAnim delAnim modAnim">
        <pc:chgData name="Freda Shi" userId="e3bafef1-15f2-4eeb-acbe-fa674bab7991" providerId="ADAL" clId="{9555FC65-5A8C-4EE8-9D5B-8283D7A0923C}" dt="2026-01-19T04:44:44.726" v="38020" actId="47"/>
        <pc:sldMkLst>
          <pc:docMk/>
          <pc:sldMk cId="1377964124" sldId="328"/>
        </pc:sldMkLst>
      </pc:sldChg>
      <pc:sldChg chg="addSp delSp modSp new del mod ord delAnim modAnim">
        <pc:chgData name="Freda Shi" userId="e3bafef1-15f2-4eeb-acbe-fa674bab7991" providerId="ADAL" clId="{9555FC65-5A8C-4EE8-9D5B-8283D7A0923C}" dt="2026-01-19T04:44:44.726" v="38020" actId="47"/>
        <pc:sldMkLst>
          <pc:docMk/>
          <pc:sldMk cId="3057843762" sldId="337"/>
        </pc:sldMkLst>
      </pc:sldChg>
      <pc:sldChg chg="addSp delSp modSp new del mod">
        <pc:chgData name="Freda Shi" userId="e3bafef1-15f2-4eeb-acbe-fa674bab7991" providerId="ADAL" clId="{9555FC65-5A8C-4EE8-9D5B-8283D7A0923C}" dt="2026-01-19T04:44:44.726" v="38020" actId="47"/>
        <pc:sldMkLst>
          <pc:docMk/>
          <pc:sldMk cId="2173740143" sldId="338"/>
        </pc:sldMkLst>
      </pc:sldChg>
      <pc:sldChg chg="addSp modSp new del mod modAnim">
        <pc:chgData name="Freda Shi" userId="e3bafef1-15f2-4eeb-acbe-fa674bab7991" providerId="ADAL" clId="{9555FC65-5A8C-4EE8-9D5B-8283D7A0923C}" dt="2026-01-19T04:44:44.726" v="38020" actId="47"/>
        <pc:sldMkLst>
          <pc:docMk/>
          <pc:sldMk cId="191915072" sldId="339"/>
        </pc:sldMkLst>
      </pc:sldChg>
      <pc:sldChg chg="addSp delSp modSp new del mod">
        <pc:chgData name="Freda Shi" userId="e3bafef1-15f2-4eeb-acbe-fa674bab7991" providerId="ADAL" clId="{9555FC65-5A8C-4EE8-9D5B-8283D7A0923C}" dt="2026-01-19T04:44:44.726" v="38020" actId="47"/>
        <pc:sldMkLst>
          <pc:docMk/>
          <pc:sldMk cId="1079888777" sldId="340"/>
        </pc:sldMkLst>
      </pc:sldChg>
      <pc:sldChg chg="addSp delSp modSp new del mod ord modAnim modNotesTx">
        <pc:chgData name="Freda Shi" userId="e3bafef1-15f2-4eeb-acbe-fa674bab7991" providerId="ADAL" clId="{9555FC65-5A8C-4EE8-9D5B-8283D7A0923C}" dt="2026-01-19T04:44:44.726" v="38020" actId="47"/>
        <pc:sldMkLst>
          <pc:docMk/>
          <pc:sldMk cId="3534153175" sldId="341"/>
        </pc:sldMkLst>
      </pc:sldChg>
      <pc:sldChg chg="addSp modSp new del mod modAnim">
        <pc:chgData name="Freda Shi" userId="e3bafef1-15f2-4eeb-acbe-fa674bab7991" providerId="ADAL" clId="{9555FC65-5A8C-4EE8-9D5B-8283D7A0923C}" dt="2026-01-19T04:44:44.726" v="38020" actId="47"/>
        <pc:sldMkLst>
          <pc:docMk/>
          <pc:sldMk cId="4065110296" sldId="342"/>
        </pc:sldMkLst>
      </pc:sldChg>
      <pc:sldChg chg="delSp modSp add del mod ord delAnim modAnim modShow">
        <pc:chgData name="Freda Shi" userId="e3bafef1-15f2-4eeb-acbe-fa674bab7991" providerId="ADAL" clId="{9555FC65-5A8C-4EE8-9D5B-8283D7A0923C}" dt="2026-01-19T04:44:44.726" v="38020" actId="47"/>
        <pc:sldMkLst>
          <pc:docMk/>
          <pc:sldMk cId="2051507117" sldId="343"/>
        </pc:sldMkLst>
      </pc:sldChg>
      <pc:sldChg chg="delSp modSp add del mod ord delAnim modAnim modShow">
        <pc:chgData name="Freda Shi" userId="e3bafef1-15f2-4eeb-acbe-fa674bab7991" providerId="ADAL" clId="{9555FC65-5A8C-4EE8-9D5B-8283D7A0923C}" dt="2026-01-19T04:44:44.726" v="38020" actId="47"/>
        <pc:sldMkLst>
          <pc:docMk/>
          <pc:sldMk cId="1188667672" sldId="344"/>
        </pc:sldMkLst>
      </pc:sldChg>
      <pc:sldChg chg="delSp add del mod ord delAnim modAnim modShow">
        <pc:chgData name="Freda Shi" userId="e3bafef1-15f2-4eeb-acbe-fa674bab7991" providerId="ADAL" clId="{9555FC65-5A8C-4EE8-9D5B-8283D7A0923C}" dt="2026-01-19T04:44:44.726" v="38020" actId="47"/>
        <pc:sldMkLst>
          <pc:docMk/>
          <pc:sldMk cId="1821358735" sldId="345"/>
        </pc:sldMkLst>
      </pc:sldChg>
      <pc:sldChg chg="modSp new del mod modAnim">
        <pc:chgData name="Freda Shi" userId="e3bafef1-15f2-4eeb-acbe-fa674bab7991" providerId="ADAL" clId="{9555FC65-5A8C-4EE8-9D5B-8283D7A0923C}" dt="2026-01-19T04:44:44.726" v="38020" actId="47"/>
        <pc:sldMkLst>
          <pc:docMk/>
          <pc:sldMk cId="1793434296" sldId="346"/>
        </pc:sldMkLst>
      </pc:sldChg>
      <pc:sldChg chg="modSp add del mod modAnim">
        <pc:chgData name="Freda Shi" userId="e3bafef1-15f2-4eeb-acbe-fa674bab7991" providerId="ADAL" clId="{9555FC65-5A8C-4EE8-9D5B-8283D7A0923C}" dt="2026-01-19T04:44:44.726" v="38020" actId="47"/>
        <pc:sldMkLst>
          <pc:docMk/>
          <pc:sldMk cId="679039020" sldId="347"/>
        </pc:sldMkLst>
      </pc:sldChg>
      <pc:sldChg chg="modSp add del mod modAnim">
        <pc:chgData name="Freda Shi" userId="e3bafef1-15f2-4eeb-acbe-fa674bab7991" providerId="ADAL" clId="{9555FC65-5A8C-4EE8-9D5B-8283D7A0923C}" dt="2026-01-19T04:44:44.726" v="38020" actId="47"/>
        <pc:sldMkLst>
          <pc:docMk/>
          <pc:sldMk cId="829736876" sldId="348"/>
        </pc:sldMkLst>
      </pc:sldChg>
      <pc:sldChg chg="addSp delSp modSp new del mod delAnim modAnim">
        <pc:chgData name="Freda Shi" userId="e3bafef1-15f2-4eeb-acbe-fa674bab7991" providerId="ADAL" clId="{9555FC65-5A8C-4EE8-9D5B-8283D7A0923C}" dt="2026-01-19T04:44:44.726" v="38020" actId="47"/>
        <pc:sldMkLst>
          <pc:docMk/>
          <pc:sldMk cId="638164360" sldId="349"/>
        </pc:sldMkLst>
      </pc:sldChg>
      <pc:sldChg chg="addSp modSp new del mod ord modAnim">
        <pc:chgData name="Freda Shi" userId="e3bafef1-15f2-4eeb-acbe-fa674bab7991" providerId="ADAL" clId="{9555FC65-5A8C-4EE8-9D5B-8283D7A0923C}" dt="2026-01-19T04:44:44.726" v="38020" actId="47"/>
        <pc:sldMkLst>
          <pc:docMk/>
          <pc:sldMk cId="3459188664" sldId="350"/>
        </pc:sldMkLst>
      </pc:sldChg>
      <pc:sldChg chg="delSp modSp add del mod modAnim">
        <pc:chgData name="Freda Shi" userId="e3bafef1-15f2-4eeb-acbe-fa674bab7991" providerId="ADAL" clId="{9555FC65-5A8C-4EE8-9D5B-8283D7A0923C}" dt="2026-01-19T04:44:44.726" v="38020" actId="47"/>
        <pc:sldMkLst>
          <pc:docMk/>
          <pc:sldMk cId="3260305691" sldId="351"/>
        </pc:sldMkLst>
      </pc:sldChg>
      <pc:sldChg chg="modSp add del mod modAnim">
        <pc:chgData name="Freda Shi" userId="e3bafef1-15f2-4eeb-acbe-fa674bab7991" providerId="ADAL" clId="{9555FC65-5A8C-4EE8-9D5B-8283D7A0923C}" dt="2026-01-19T04:44:44.726" v="38020" actId="47"/>
        <pc:sldMkLst>
          <pc:docMk/>
          <pc:sldMk cId="3048432536" sldId="352"/>
        </pc:sldMkLst>
      </pc:sldChg>
      <pc:sldChg chg="modSp add del mod modAnim">
        <pc:chgData name="Freda Shi" userId="e3bafef1-15f2-4eeb-acbe-fa674bab7991" providerId="ADAL" clId="{9555FC65-5A8C-4EE8-9D5B-8283D7A0923C}" dt="2026-01-19T04:44:44.726" v="38020" actId="47"/>
        <pc:sldMkLst>
          <pc:docMk/>
          <pc:sldMk cId="265041453" sldId="353"/>
        </pc:sldMkLst>
      </pc:sldChg>
      <pc:sldChg chg="addSp modSp new del mod modAnim">
        <pc:chgData name="Freda Shi" userId="e3bafef1-15f2-4eeb-acbe-fa674bab7991" providerId="ADAL" clId="{9555FC65-5A8C-4EE8-9D5B-8283D7A0923C}" dt="2026-01-19T04:44:44.726" v="38020" actId="47"/>
        <pc:sldMkLst>
          <pc:docMk/>
          <pc:sldMk cId="1833417512" sldId="354"/>
        </pc:sldMkLst>
      </pc:sldChg>
      <pc:sldChg chg="addSp modSp new del mod ord">
        <pc:chgData name="Freda Shi" userId="e3bafef1-15f2-4eeb-acbe-fa674bab7991" providerId="ADAL" clId="{9555FC65-5A8C-4EE8-9D5B-8283D7A0923C}" dt="2026-01-19T04:44:44.726" v="38020" actId="47"/>
        <pc:sldMkLst>
          <pc:docMk/>
          <pc:sldMk cId="1520573347" sldId="355"/>
        </pc:sldMkLst>
      </pc:sldChg>
      <pc:sldChg chg="addSp modSp add del mod modAnim">
        <pc:chgData name="Freda Shi" userId="e3bafef1-15f2-4eeb-acbe-fa674bab7991" providerId="ADAL" clId="{9555FC65-5A8C-4EE8-9D5B-8283D7A0923C}" dt="2026-01-19T04:44:44.726" v="38020" actId="47"/>
        <pc:sldMkLst>
          <pc:docMk/>
          <pc:sldMk cId="3510348802" sldId="356"/>
        </pc:sldMkLst>
      </pc:sldChg>
      <pc:sldChg chg="addSp delSp modSp new del mod">
        <pc:chgData name="Freda Shi" userId="e3bafef1-15f2-4eeb-acbe-fa674bab7991" providerId="ADAL" clId="{9555FC65-5A8C-4EE8-9D5B-8283D7A0923C}" dt="2026-01-19T04:44:44.726" v="38020" actId="47"/>
        <pc:sldMkLst>
          <pc:docMk/>
          <pc:sldMk cId="2477915819" sldId="357"/>
        </pc:sldMkLst>
      </pc:sldChg>
      <pc:sldChg chg="addSp delSp modSp new del mod">
        <pc:chgData name="Freda Shi" userId="e3bafef1-15f2-4eeb-acbe-fa674bab7991" providerId="ADAL" clId="{9555FC65-5A8C-4EE8-9D5B-8283D7A0923C}" dt="2026-01-19T04:44:44.726" v="38020" actId="47"/>
        <pc:sldMkLst>
          <pc:docMk/>
          <pc:sldMk cId="1916184794" sldId="358"/>
        </pc:sldMkLst>
      </pc:sldChg>
      <pc:sldChg chg="addSp delSp modSp new del mod addAnim delAnim modAnim">
        <pc:chgData name="Freda Shi" userId="e3bafef1-15f2-4eeb-acbe-fa674bab7991" providerId="ADAL" clId="{9555FC65-5A8C-4EE8-9D5B-8283D7A0923C}" dt="2026-01-19T04:44:44.726" v="38020" actId="47"/>
        <pc:sldMkLst>
          <pc:docMk/>
          <pc:sldMk cId="2395949897" sldId="359"/>
        </pc:sldMkLst>
        <pc:graphicFrameChg chg="add mod modGraphic">
          <ac:chgData name="Freda Shi" userId="e3bafef1-15f2-4eeb-acbe-fa674bab7991" providerId="ADAL" clId="{9555FC65-5A8C-4EE8-9D5B-8283D7A0923C}" dt="2026-01-19T04:18:02.522" v="37627"/>
          <ac:graphicFrameMkLst>
            <pc:docMk/>
            <pc:sldMk cId="2395949897" sldId="359"/>
            <ac:graphicFrameMk id="6" creationId="{00B0BB31-F904-12C9-E1A3-106786E87769}"/>
          </ac:graphicFrameMkLst>
        </pc:graphicFrameChg>
      </pc:sldChg>
      <pc:sldChg chg="modSp add del mod modAnim">
        <pc:chgData name="Freda Shi" userId="e3bafef1-15f2-4eeb-acbe-fa674bab7991" providerId="ADAL" clId="{9555FC65-5A8C-4EE8-9D5B-8283D7A0923C}" dt="2026-01-19T04:44:44.726" v="38020" actId="47"/>
        <pc:sldMkLst>
          <pc:docMk/>
          <pc:sldMk cId="1524349537" sldId="360"/>
        </pc:sldMkLst>
        <pc:graphicFrameChg chg="mod modGraphic">
          <ac:chgData name="Freda Shi" userId="e3bafef1-15f2-4eeb-acbe-fa674bab7991" providerId="ADAL" clId="{9555FC65-5A8C-4EE8-9D5B-8283D7A0923C}" dt="2026-01-19T04:17:31.837" v="37625"/>
          <ac:graphicFrameMkLst>
            <pc:docMk/>
            <pc:sldMk cId="1524349537" sldId="360"/>
            <ac:graphicFrameMk id="6" creationId="{48C8E7CC-3179-82DA-2C16-ADFDB0E65DB9}"/>
          </ac:graphicFrameMkLst>
        </pc:graphicFrameChg>
      </pc:sldChg>
      <pc:sldChg chg="modSp add del">
        <pc:chgData name="Freda Shi" userId="e3bafef1-15f2-4eeb-acbe-fa674bab7991" providerId="ADAL" clId="{9555FC65-5A8C-4EE8-9D5B-8283D7A0923C}" dt="2026-01-19T04:44:44.726" v="38020" actId="47"/>
        <pc:sldMkLst>
          <pc:docMk/>
          <pc:sldMk cId="3039838596" sldId="361"/>
        </pc:sldMkLst>
      </pc:sldChg>
      <pc:sldChg chg="addSp delSp modSp new del mod modAnim">
        <pc:chgData name="Freda Shi" userId="e3bafef1-15f2-4eeb-acbe-fa674bab7991" providerId="ADAL" clId="{9555FC65-5A8C-4EE8-9D5B-8283D7A0923C}" dt="2026-01-19T04:44:44.726" v="38020" actId="47"/>
        <pc:sldMkLst>
          <pc:docMk/>
          <pc:sldMk cId="2734771771" sldId="362"/>
        </pc:sldMkLst>
      </pc:sldChg>
      <pc:sldChg chg="addSp delSp modSp add del mod modAnim">
        <pc:chgData name="Freda Shi" userId="e3bafef1-15f2-4eeb-acbe-fa674bab7991" providerId="ADAL" clId="{9555FC65-5A8C-4EE8-9D5B-8283D7A0923C}" dt="2026-01-19T04:44:44.726" v="38020" actId="47"/>
        <pc:sldMkLst>
          <pc:docMk/>
          <pc:sldMk cId="4228864966" sldId="363"/>
        </pc:sldMkLst>
      </pc:sldChg>
      <pc:sldChg chg="addSp delSp modSp add del mod delAnim modAnim">
        <pc:chgData name="Freda Shi" userId="e3bafef1-15f2-4eeb-acbe-fa674bab7991" providerId="ADAL" clId="{9555FC65-5A8C-4EE8-9D5B-8283D7A0923C}" dt="2026-01-19T04:44:44.726" v="38020" actId="47"/>
        <pc:sldMkLst>
          <pc:docMk/>
          <pc:sldMk cId="3557754600" sldId="364"/>
        </pc:sldMkLst>
      </pc:sldChg>
      <pc:sldChg chg="addSp delSp modSp new del mod">
        <pc:chgData name="Freda Shi" userId="e3bafef1-15f2-4eeb-acbe-fa674bab7991" providerId="ADAL" clId="{9555FC65-5A8C-4EE8-9D5B-8283D7A0923C}" dt="2026-01-19T04:44:44.726" v="38020" actId="47"/>
        <pc:sldMkLst>
          <pc:docMk/>
          <pc:sldMk cId="1953230059" sldId="365"/>
        </pc:sldMkLst>
      </pc:sldChg>
      <pc:sldChg chg="addSp delSp modSp add del mod">
        <pc:chgData name="Freda Shi" userId="e3bafef1-15f2-4eeb-acbe-fa674bab7991" providerId="ADAL" clId="{9555FC65-5A8C-4EE8-9D5B-8283D7A0923C}" dt="2026-01-19T04:44:44.726" v="38020" actId="47"/>
        <pc:sldMkLst>
          <pc:docMk/>
          <pc:sldMk cId="2202147080" sldId="366"/>
        </pc:sldMkLst>
      </pc:sldChg>
      <pc:sldChg chg="addSp delSp modSp new del mod">
        <pc:chgData name="Freda Shi" userId="e3bafef1-15f2-4eeb-acbe-fa674bab7991" providerId="ADAL" clId="{9555FC65-5A8C-4EE8-9D5B-8283D7A0923C}" dt="2026-01-19T04:44:44.726" v="38020" actId="47"/>
        <pc:sldMkLst>
          <pc:docMk/>
          <pc:sldMk cId="2205426519" sldId="367"/>
        </pc:sldMkLst>
      </pc:sldChg>
      <pc:sldChg chg="addSp delSp modSp new del mod">
        <pc:chgData name="Freda Shi" userId="e3bafef1-15f2-4eeb-acbe-fa674bab7991" providerId="ADAL" clId="{9555FC65-5A8C-4EE8-9D5B-8283D7A0923C}" dt="2026-01-19T04:44:44.726" v="38020" actId="47"/>
        <pc:sldMkLst>
          <pc:docMk/>
          <pc:sldMk cId="987703691" sldId="368"/>
        </pc:sldMkLst>
      </pc:sldChg>
      <pc:sldChg chg="addSp delSp modSp new del mod ord modAnim">
        <pc:chgData name="Freda Shi" userId="e3bafef1-15f2-4eeb-acbe-fa674bab7991" providerId="ADAL" clId="{9555FC65-5A8C-4EE8-9D5B-8283D7A0923C}" dt="2026-01-19T04:44:44.726" v="38020" actId="47"/>
        <pc:sldMkLst>
          <pc:docMk/>
          <pc:sldMk cId="633393056" sldId="369"/>
        </pc:sldMkLst>
      </pc:sldChg>
      <pc:sldChg chg="addSp delSp modSp new del mod modAnim">
        <pc:chgData name="Freda Shi" userId="e3bafef1-15f2-4eeb-acbe-fa674bab7991" providerId="ADAL" clId="{9555FC65-5A8C-4EE8-9D5B-8283D7A0923C}" dt="2026-01-19T04:44:44.726" v="38020" actId="47"/>
        <pc:sldMkLst>
          <pc:docMk/>
          <pc:sldMk cId="326207094" sldId="370"/>
        </pc:sldMkLst>
      </pc:sldChg>
      <pc:sldChg chg="addSp delSp modSp new del mod addAnim delAnim modAnim">
        <pc:chgData name="Freda Shi" userId="e3bafef1-15f2-4eeb-acbe-fa674bab7991" providerId="ADAL" clId="{9555FC65-5A8C-4EE8-9D5B-8283D7A0923C}" dt="2026-01-19T04:44:44.726" v="38020" actId="47"/>
        <pc:sldMkLst>
          <pc:docMk/>
          <pc:sldMk cId="1265472779" sldId="371"/>
        </pc:sldMkLst>
      </pc:sldChg>
      <pc:sldChg chg="addSp delSp modSp new del mod">
        <pc:chgData name="Freda Shi" userId="e3bafef1-15f2-4eeb-acbe-fa674bab7991" providerId="ADAL" clId="{9555FC65-5A8C-4EE8-9D5B-8283D7A0923C}" dt="2026-01-19T04:44:44.726" v="38020" actId="47"/>
        <pc:sldMkLst>
          <pc:docMk/>
          <pc:sldMk cId="4035455106" sldId="372"/>
        </pc:sldMkLst>
      </pc:sldChg>
      <pc:sldChg chg="addSp delSp modSp new del mod">
        <pc:chgData name="Freda Shi" userId="e3bafef1-15f2-4eeb-acbe-fa674bab7991" providerId="ADAL" clId="{9555FC65-5A8C-4EE8-9D5B-8283D7A0923C}" dt="2026-01-19T04:44:44.726" v="38020" actId="47"/>
        <pc:sldMkLst>
          <pc:docMk/>
          <pc:sldMk cId="1149776639" sldId="373"/>
        </pc:sldMkLst>
        <pc:spChg chg="mod">
          <ac:chgData name="Freda Shi" userId="e3bafef1-15f2-4eeb-acbe-fa674bab7991" providerId="ADAL" clId="{9555FC65-5A8C-4EE8-9D5B-8283D7A0923C}" dt="2026-01-19T04:23:21.211" v="37964" actId="20577"/>
          <ac:spMkLst>
            <pc:docMk/>
            <pc:sldMk cId="1149776639" sldId="373"/>
            <ac:spMk id="2" creationId="{04C28A0F-BA48-0CA1-9FEA-E2A65E00E727}"/>
          </ac:spMkLst>
        </pc:spChg>
        <pc:spChg chg="del mod">
          <ac:chgData name="Freda Shi" userId="e3bafef1-15f2-4eeb-acbe-fa674bab7991" providerId="ADAL" clId="{9555FC65-5A8C-4EE8-9D5B-8283D7A0923C}" dt="2026-01-19T04:20:58.376" v="37644" actId="478"/>
          <ac:spMkLst>
            <pc:docMk/>
            <pc:sldMk cId="1149776639" sldId="373"/>
            <ac:spMk id="3" creationId="{D511E33B-E14E-B170-2BED-6B42B17C2ADD}"/>
          </ac:spMkLst>
        </pc:spChg>
        <pc:spChg chg="del topLvl">
          <ac:chgData name="Freda Shi" userId="e3bafef1-15f2-4eeb-acbe-fa674bab7991" providerId="ADAL" clId="{9555FC65-5A8C-4EE8-9D5B-8283D7A0923C}" dt="2026-01-19T04:22:11.955" v="37730" actId="478"/>
          <ac:spMkLst>
            <pc:docMk/>
            <pc:sldMk cId="1149776639" sldId="373"/>
            <ac:spMk id="9" creationId="{6DF14CBD-3DB0-3DFA-B9E7-68687BEC193C}"/>
          </ac:spMkLst>
        </pc:spChg>
        <pc:spChg chg="del topLvl">
          <ac:chgData name="Freda Shi" userId="e3bafef1-15f2-4eeb-acbe-fa674bab7991" providerId="ADAL" clId="{9555FC65-5A8C-4EE8-9D5B-8283D7A0923C}" dt="2026-01-19T04:22:11.939" v="37693" actId="478"/>
          <ac:spMkLst>
            <pc:docMk/>
            <pc:sldMk cId="1149776639" sldId="373"/>
            <ac:spMk id="10" creationId="{56F6FE41-F444-ACA8-AF4D-93B68F105F51}"/>
          </ac:spMkLst>
        </pc:spChg>
        <pc:spChg chg="del">
          <ac:chgData name="Freda Shi" userId="e3bafef1-15f2-4eeb-acbe-fa674bab7991" providerId="ADAL" clId="{9555FC65-5A8C-4EE8-9D5B-8283D7A0923C}" dt="2026-01-19T04:22:11.930" v="37692" actId="478"/>
          <ac:spMkLst>
            <pc:docMk/>
            <pc:sldMk cId="1149776639" sldId="373"/>
            <ac:spMk id="11" creationId="{31CA4735-4C3C-A42C-9067-DB27149496EC}"/>
          </ac:spMkLst>
        </pc:spChg>
        <pc:spChg chg="del">
          <ac:chgData name="Freda Shi" userId="e3bafef1-15f2-4eeb-acbe-fa674bab7991" providerId="ADAL" clId="{9555FC65-5A8C-4EE8-9D5B-8283D7A0923C}" dt="2026-01-19T04:22:11.930" v="37691" actId="478"/>
          <ac:spMkLst>
            <pc:docMk/>
            <pc:sldMk cId="1149776639" sldId="373"/>
            <ac:spMk id="12" creationId="{209E82A1-65E7-974A-1536-F7CA83E053E2}"/>
          </ac:spMkLst>
        </pc:spChg>
        <pc:spChg chg="del">
          <ac:chgData name="Freda Shi" userId="e3bafef1-15f2-4eeb-acbe-fa674bab7991" providerId="ADAL" clId="{9555FC65-5A8C-4EE8-9D5B-8283D7A0923C}" dt="2026-01-19T04:22:11.930" v="37690" actId="478"/>
          <ac:spMkLst>
            <pc:docMk/>
            <pc:sldMk cId="1149776639" sldId="373"/>
            <ac:spMk id="13" creationId="{3A8BCB99-78ED-B884-36DD-1C6C41A86832}"/>
          </ac:spMkLst>
        </pc:spChg>
        <pc:spChg chg="del">
          <ac:chgData name="Freda Shi" userId="e3bafef1-15f2-4eeb-acbe-fa674bab7991" providerId="ADAL" clId="{9555FC65-5A8C-4EE8-9D5B-8283D7A0923C}" dt="2026-01-19T04:22:11.930" v="37689" actId="478"/>
          <ac:spMkLst>
            <pc:docMk/>
            <pc:sldMk cId="1149776639" sldId="373"/>
            <ac:spMk id="14" creationId="{94508FDF-CD3E-810A-0D21-E2144589FC15}"/>
          </ac:spMkLst>
        </pc:spChg>
        <pc:spChg chg="del">
          <ac:chgData name="Freda Shi" userId="e3bafef1-15f2-4eeb-acbe-fa674bab7991" providerId="ADAL" clId="{9555FC65-5A8C-4EE8-9D5B-8283D7A0923C}" dt="2026-01-19T04:22:11.930" v="37688" actId="478"/>
          <ac:spMkLst>
            <pc:docMk/>
            <pc:sldMk cId="1149776639" sldId="373"/>
            <ac:spMk id="15" creationId="{B00EF848-4B13-A1E9-8008-68F238AD8821}"/>
          </ac:spMkLst>
        </pc:spChg>
        <pc:spChg chg="del">
          <ac:chgData name="Freda Shi" userId="e3bafef1-15f2-4eeb-acbe-fa674bab7991" providerId="ADAL" clId="{9555FC65-5A8C-4EE8-9D5B-8283D7A0923C}" dt="2026-01-19T04:22:11.930" v="37687" actId="478"/>
          <ac:spMkLst>
            <pc:docMk/>
            <pc:sldMk cId="1149776639" sldId="373"/>
            <ac:spMk id="16" creationId="{643F06DD-B037-1EAC-2E66-E807A06D8A30}"/>
          </ac:spMkLst>
        </pc:spChg>
        <pc:spChg chg="del">
          <ac:chgData name="Freda Shi" userId="e3bafef1-15f2-4eeb-acbe-fa674bab7991" providerId="ADAL" clId="{9555FC65-5A8C-4EE8-9D5B-8283D7A0923C}" dt="2026-01-19T04:22:11.930" v="37686" actId="478"/>
          <ac:spMkLst>
            <pc:docMk/>
            <pc:sldMk cId="1149776639" sldId="373"/>
            <ac:spMk id="17" creationId="{2F66B7D1-8112-D687-12A3-AFE3BF4BDB3C}"/>
          </ac:spMkLst>
        </pc:spChg>
        <pc:spChg chg="del">
          <ac:chgData name="Freda Shi" userId="e3bafef1-15f2-4eeb-acbe-fa674bab7991" providerId="ADAL" clId="{9555FC65-5A8C-4EE8-9D5B-8283D7A0923C}" dt="2026-01-19T04:22:11.930" v="37685" actId="478"/>
          <ac:spMkLst>
            <pc:docMk/>
            <pc:sldMk cId="1149776639" sldId="373"/>
            <ac:spMk id="18" creationId="{5D2AB218-4955-F6C6-6B2D-A9F9936A0E47}"/>
          </ac:spMkLst>
        </pc:spChg>
        <pc:spChg chg="del">
          <ac:chgData name="Freda Shi" userId="e3bafef1-15f2-4eeb-acbe-fa674bab7991" providerId="ADAL" clId="{9555FC65-5A8C-4EE8-9D5B-8283D7A0923C}" dt="2026-01-19T04:22:11.930" v="37684" actId="478"/>
          <ac:spMkLst>
            <pc:docMk/>
            <pc:sldMk cId="1149776639" sldId="373"/>
            <ac:spMk id="19" creationId="{99CEBF15-86C8-8B9E-2E9A-7522CBCAA559}"/>
          </ac:spMkLst>
        </pc:spChg>
        <pc:spChg chg="del">
          <ac:chgData name="Freda Shi" userId="e3bafef1-15f2-4eeb-acbe-fa674bab7991" providerId="ADAL" clId="{9555FC65-5A8C-4EE8-9D5B-8283D7A0923C}" dt="2026-01-19T04:22:11.930" v="37683" actId="478"/>
          <ac:spMkLst>
            <pc:docMk/>
            <pc:sldMk cId="1149776639" sldId="373"/>
            <ac:spMk id="20" creationId="{6AF86C3D-DCF1-0FB2-1F81-9DB58AAEADF6}"/>
          </ac:spMkLst>
        </pc:spChg>
        <pc:spChg chg="del">
          <ac:chgData name="Freda Shi" userId="e3bafef1-15f2-4eeb-acbe-fa674bab7991" providerId="ADAL" clId="{9555FC65-5A8C-4EE8-9D5B-8283D7A0923C}" dt="2026-01-19T04:22:11.930" v="37682" actId="478"/>
          <ac:spMkLst>
            <pc:docMk/>
            <pc:sldMk cId="1149776639" sldId="373"/>
            <ac:spMk id="21" creationId="{4E25626F-9328-2D9B-F537-82252B39CC65}"/>
          </ac:spMkLst>
        </pc:spChg>
        <pc:spChg chg="del">
          <ac:chgData name="Freda Shi" userId="e3bafef1-15f2-4eeb-acbe-fa674bab7991" providerId="ADAL" clId="{9555FC65-5A8C-4EE8-9D5B-8283D7A0923C}" dt="2026-01-19T04:22:11.924" v="37681" actId="478"/>
          <ac:spMkLst>
            <pc:docMk/>
            <pc:sldMk cId="1149776639" sldId="373"/>
            <ac:spMk id="22" creationId="{5C757473-12CE-6619-47FA-E09A5670FE58}"/>
          </ac:spMkLst>
        </pc:spChg>
        <pc:spChg chg="del">
          <ac:chgData name="Freda Shi" userId="e3bafef1-15f2-4eeb-acbe-fa674bab7991" providerId="ADAL" clId="{9555FC65-5A8C-4EE8-9D5B-8283D7A0923C}" dt="2026-01-19T04:22:11.924" v="37680" actId="478"/>
          <ac:spMkLst>
            <pc:docMk/>
            <pc:sldMk cId="1149776639" sldId="373"/>
            <ac:spMk id="23" creationId="{A6E47EE2-F296-9869-3635-396D0F535B39}"/>
          </ac:spMkLst>
        </pc:spChg>
        <pc:spChg chg="del">
          <ac:chgData name="Freda Shi" userId="e3bafef1-15f2-4eeb-acbe-fa674bab7991" providerId="ADAL" clId="{9555FC65-5A8C-4EE8-9D5B-8283D7A0923C}" dt="2026-01-19T04:22:11.924" v="37679" actId="478"/>
          <ac:spMkLst>
            <pc:docMk/>
            <pc:sldMk cId="1149776639" sldId="373"/>
            <ac:spMk id="24" creationId="{BABF3722-AF98-ED92-D017-2872F579C1F8}"/>
          </ac:spMkLst>
        </pc:spChg>
        <pc:spChg chg="del">
          <ac:chgData name="Freda Shi" userId="e3bafef1-15f2-4eeb-acbe-fa674bab7991" providerId="ADAL" clId="{9555FC65-5A8C-4EE8-9D5B-8283D7A0923C}" dt="2026-01-19T04:22:11.924" v="37678" actId="478"/>
          <ac:spMkLst>
            <pc:docMk/>
            <pc:sldMk cId="1149776639" sldId="373"/>
            <ac:spMk id="25" creationId="{458595C7-A0A7-D59E-C09F-317CB9EC0A14}"/>
          </ac:spMkLst>
        </pc:spChg>
        <pc:spChg chg="del">
          <ac:chgData name="Freda Shi" userId="e3bafef1-15f2-4eeb-acbe-fa674bab7991" providerId="ADAL" clId="{9555FC65-5A8C-4EE8-9D5B-8283D7A0923C}" dt="2026-01-19T04:22:11.924" v="37677" actId="478"/>
          <ac:spMkLst>
            <pc:docMk/>
            <pc:sldMk cId="1149776639" sldId="373"/>
            <ac:spMk id="26" creationId="{E47F4E96-1427-78D8-E033-F046204B5724}"/>
          </ac:spMkLst>
        </pc:spChg>
        <pc:spChg chg="del">
          <ac:chgData name="Freda Shi" userId="e3bafef1-15f2-4eeb-acbe-fa674bab7991" providerId="ADAL" clId="{9555FC65-5A8C-4EE8-9D5B-8283D7A0923C}" dt="2026-01-19T04:22:11.924" v="37676" actId="478"/>
          <ac:spMkLst>
            <pc:docMk/>
            <pc:sldMk cId="1149776639" sldId="373"/>
            <ac:spMk id="27" creationId="{A2E0F4F0-4AA4-AA16-6F2D-30A4C0FD167D}"/>
          </ac:spMkLst>
        </pc:spChg>
        <pc:spChg chg="del">
          <ac:chgData name="Freda Shi" userId="e3bafef1-15f2-4eeb-acbe-fa674bab7991" providerId="ADAL" clId="{9555FC65-5A8C-4EE8-9D5B-8283D7A0923C}" dt="2026-01-19T04:22:11.924" v="37675" actId="478"/>
          <ac:spMkLst>
            <pc:docMk/>
            <pc:sldMk cId="1149776639" sldId="373"/>
            <ac:spMk id="28" creationId="{FE3991E5-8936-0AD1-4D1A-9376480E2EEB}"/>
          </ac:spMkLst>
        </pc:spChg>
        <pc:spChg chg="del">
          <ac:chgData name="Freda Shi" userId="e3bafef1-15f2-4eeb-acbe-fa674bab7991" providerId="ADAL" clId="{9555FC65-5A8C-4EE8-9D5B-8283D7A0923C}" dt="2026-01-19T04:22:11.924" v="37674" actId="478"/>
          <ac:spMkLst>
            <pc:docMk/>
            <pc:sldMk cId="1149776639" sldId="373"/>
            <ac:spMk id="29" creationId="{F7C8A74A-F91D-753C-5A52-D90466F41778}"/>
          </ac:spMkLst>
        </pc:spChg>
        <pc:spChg chg="del">
          <ac:chgData name="Freda Shi" userId="e3bafef1-15f2-4eeb-acbe-fa674bab7991" providerId="ADAL" clId="{9555FC65-5A8C-4EE8-9D5B-8283D7A0923C}" dt="2026-01-19T04:22:11.924" v="37673" actId="478"/>
          <ac:spMkLst>
            <pc:docMk/>
            <pc:sldMk cId="1149776639" sldId="373"/>
            <ac:spMk id="30" creationId="{F36CBCFB-23EF-471A-9E19-3B8ABC5C3F21}"/>
          </ac:spMkLst>
        </pc:spChg>
        <pc:spChg chg="del">
          <ac:chgData name="Freda Shi" userId="e3bafef1-15f2-4eeb-acbe-fa674bab7991" providerId="ADAL" clId="{9555FC65-5A8C-4EE8-9D5B-8283D7A0923C}" dt="2026-01-19T04:22:11.908" v="37672" actId="478"/>
          <ac:spMkLst>
            <pc:docMk/>
            <pc:sldMk cId="1149776639" sldId="373"/>
            <ac:spMk id="31" creationId="{4814D4A9-D5B4-CFCE-171D-0C8C7B000109}"/>
          </ac:spMkLst>
        </pc:spChg>
        <pc:spChg chg="del">
          <ac:chgData name="Freda Shi" userId="e3bafef1-15f2-4eeb-acbe-fa674bab7991" providerId="ADAL" clId="{9555FC65-5A8C-4EE8-9D5B-8283D7A0923C}" dt="2026-01-19T04:22:11.908" v="37671" actId="478"/>
          <ac:spMkLst>
            <pc:docMk/>
            <pc:sldMk cId="1149776639" sldId="373"/>
            <ac:spMk id="32" creationId="{068EFB06-E2D0-A340-3CFE-DA669078912B}"/>
          </ac:spMkLst>
        </pc:spChg>
        <pc:spChg chg="del">
          <ac:chgData name="Freda Shi" userId="e3bafef1-15f2-4eeb-acbe-fa674bab7991" providerId="ADAL" clId="{9555FC65-5A8C-4EE8-9D5B-8283D7A0923C}" dt="2026-01-19T04:22:11.908" v="37670" actId="478"/>
          <ac:spMkLst>
            <pc:docMk/>
            <pc:sldMk cId="1149776639" sldId="373"/>
            <ac:spMk id="33" creationId="{41D2553F-7EC6-9537-F3B5-42A92FBA15DE}"/>
          </ac:spMkLst>
        </pc:spChg>
        <pc:spChg chg="del">
          <ac:chgData name="Freda Shi" userId="e3bafef1-15f2-4eeb-acbe-fa674bab7991" providerId="ADAL" clId="{9555FC65-5A8C-4EE8-9D5B-8283D7A0923C}" dt="2026-01-19T04:22:11.908" v="37669" actId="478"/>
          <ac:spMkLst>
            <pc:docMk/>
            <pc:sldMk cId="1149776639" sldId="373"/>
            <ac:spMk id="34" creationId="{1EAB4D41-9ED5-0366-A16E-AE105F5926D4}"/>
          </ac:spMkLst>
        </pc:spChg>
        <pc:spChg chg="del">
          <ac:chgData name="Freda Shi" userId="e3bafef1-15f2-4eeb-acbe-fa674bab7991" providerId="ADAL" clId="{9555FC65-5A8C-4EE8-9D5B-8283D7A0923C}" dt="2026-01-19T04:22:11.908" v="37668" actId="478"/>
          <ac:spMkLst>
            <pc:docMk/>
            <pc:sldMk cId="1149776639" sldId="373"/>
            <ac:spMk id="35" creationId="{FB52A245-DCE8-7670-7AF8-DAEA2BCCCE7E}"/>
          </ac:spMkLst>
        </pc:spChg>
        <pc:spChg chg="del">
          <ac:chgData name="Freda Shi" userId="e3bafef1-15f2-4eeb-acbe-fa674bab7991" providerId="ADAL" clId="{9555FC65-5A8C-4EE8-9D5B-8283D7A0923C}" dt="2026-01-19T04:22:11.908" v="37667" actId="478"/>
          <ac:spMkLst>
            <pc:docMk/>
            <pc:sldMk cId="1149776639" sldId="373"/>
            <ac:spMk id="36" creationId="{E0CAAA28-534D-FC02-0D6F-24EEDA8044DA}"/>
          </ac:spMkLst>
        </pc:spChg>
        <pc:spChg chg="del">
          <ac:chgData name="Freda Shi" userId="e3bafef1-15f2-4eeb-acbe-fa674bab7991" providerId="ADAL" clId="{9555FC65-5A8C-4EE8-9D5B-8283D7A0923C}" dt="2026-01-19T04:22:11.908" v="37666" actId="478"/>
          <ac:spMkLst>
            <pc:docMk/>
            <pc:sldMk cId="1149776639" sldId="373"/>
            <ac:spMk id="37" creationId="{57DC984A-7D5F-833A-00D7-3EB7C17570DF}"/>
          </ac:spMkLst>
        </pc:spChg>
        <pc:spChg chg="del">
          <ac:chgData name="Freda Shi" userId="e3bafef1-15f2-4eeb-acbe-fa674bab7991" providerId="ADAL" clId="{9555FC65-5A8C-4EE8-9D5B-8283D7A0923C}" dt="2026-01-19T04:22:11.908" v="37665" actId="478"/>
          <ac:spMkLst>
            <pc:docMk/>
            <pc:sldMk cId="1149776639" sldId="373"/>
            <ac:spMk id="38" creationId="{57DD340D-58C7-EEFC-0BD6-B81CB6CE5FF0}"/>
          </ac:spMkLst>
        </pc:spChg>
        <pc:spChg chg="del">
          <ac:chgData name="Freda Shi" userId="e3bafef1-15f2-4eeb-acbe-fa674bab7991" providerId="ADAL" clId="{9555FC65-5A8C-4EE8-9D5B-8283D7A0923C}" dt="2026-01-19T04:22:11.908" v="37664" actId="478"/>
          <ac:spMkLst>
            <pc:docMk/>
            <pc:sldMk cId="1149776639" sldId="373"/>
            <ac:spMk id="39" creationId="{217DB7D5-FD5D-3FFC-98E7-711AC5C070C4}"/>
          </ac:spMkLst>
        </pc:spChg>
        <pc:spChg chg="del">
          <ac:chgData name="Freda Shi" userId="e3bafef1-15f2-4eeb-acbe-fa674bab7991" providerId="ADAL" clId="{9555FC65-5A8C-4EE8-9D5B-8283D7A0923C}" dt="2026-01-19T04:22:11.908" v="37663" actId="478"/>
          <ac:spMkLst>
            <pc:docMk/>
            <pc:sldMk cId="1149776639" sldId="373"/>
            <ac:spMk id="40" creationId="{1C98377C-9799-A999-39CD-1BD6B05D700B}"/>
          </ac:spMkLst>
        </pc:spChg>
        <pc:spChg chg="del">
          <ac:chgData name="Freda Shi" userId="e3bafef1-15f2-4eeb-acbe-fa674bab7991" providerId="ADAL" clId="{9555FC65-5A8C-4EE8-9D5B-8283D7A0923C}" dt="2026-01-19T04:22:11.908" v="37662" actId="478"/>
          <ac:spMkLst>
            <pc:docMk/>
            <pc:sldMk cId="1149776639" sldId="373"/>
            <ac:spMk id="41" creationId="{E8A18BA5-9D31-363F-271F-715A0247904C}"/>
          </ac:spMkLst>
        </pc:spChg>
        <pc:spChg chg="del mod topLvl">
          <ac:chgData name="Freda Shi" userId="e3bafef1-15f2-4eeb-acbe-fa674bab7991" providerId="ADAL" clId="{9555FC65-5A8C-4EE8-9D5B-8283D7A0923C}" dt="2026-01-19T04:22:28.373" v="37859" actId="478"/>
          <ac:spMkLst>
            <pc:docMk/>
            <pc:sldMk cId="1149776639" sldId="373"/>
            <ac:spMk id="46" creationId="{66079799-5385-D680-C3A9-E9F02C3A3EE9}"/>
          </ac:spMkLst>
        </pc:spChg>
        <pc:spChg chg="del mod topLvl">
          <ac:chgData name="Freda Shi" userId="e3bafef1-15f2-4eeb-acbe-fa674bab7991" providerId="ADAL" clId="{9555FC65-5A8C-4EE8-9D5B-8283D7A0923C}" dt="2026-01-19T04:22:28.351" v="37820" actId="478"/>
          <ac:spMkLst>
            <pc:docMk/>
            <pc:sldMk cId="1149776639" sldId="373"/>
            <ac:spMk id="47" creationId="{55EF89AC-D6C0-39B7-9556-69DB85380699}"/>
          </ac:spMkLst>
        </pc:spChg>
        <pc:spChg chg="del mod">
          <ac:chgData name="Freda Shi" userId="e3bafef1-15f2-4eeb-acbe-fa674bab7991" providerId="ADAL" clId="{9555FC65-5A8C-4EE8-9D5B-8283D7A0923C}" dt="2026-01-19T04:22:28.351" v="37819" actId="478"/>
          <ac:spMkLst>
            <pc:docMk/>
            <pc:sldMk cId="1149776639" sldId="373"/>
            <ac:spMk id="48" creationId="{963E9CB9-66F3-93FF-589C-FB940B2A9801}"/>
          </ac:spMkLst>
        </pc:spChg>
        <pc:spChg chg="del mod">
          <ac:chgData name="Freda Shi" userId="e3bafef1-15f2-4eeb-acbe-fa674bab7991" providerId="ADAL" clId="{9555FC65-5A8C-4EE8-9D5B-8283D7A0923C}" dt="2026-01-19T04:22:28.351" v="37818" actId="478"/>
          <ac:spMkLst>
            <pc:docMk/>
            <pc:sldMk cId="1149776639" sldId="373"/>
            <ac:spMk id="49" creationId="{91C7515E-47D5-F9C0-287C-81E5DA3D5C03}"/>
          </ac:spMkLst>
        </pc:spChg>
        <pc:spChg chg="del mod">
          <ac:chgData name="Freda Shi" userId="e3bafef1-15f2-4eeb-acbe-fa674bab7991" providerId="ADAL" clId="{9555FC65-5A8C-4EE8-9D5B-8283D7A0923C}" dt="2026-01-19T04:22:28.351" v="37817" actId="478"/>
          <ac:spMkLst>
            <pc:docMk/>
            <pc:sldMk cId="1149776639" sldId="373"/>
            <ac:spMk id="50" creationId="{93B46B1E-0BE4-0B90-45B4-106C6648FD3D}"/>
          </ac:spMkLst>
        </pc:spChg>
        <pc:spChg chg="del mod">
          <ac:chgData name="Freda Shi" userId="e3bafef1-15f2-4eeb-acbe-fa674bab7991" providerId="ADAL" clId="{9555FC65-5A8C-4EE8-9D5B-8283D7A0923C}" dt="2026-01-19T04:22:28.351" v="37816" actId="478"/>
          <ac:spMkLst>
            <pc:docMk/>
            <pc:sldMk cId="1149776639" sldId="373"/>
            <ac:spMk id="51" creationId="{3BD50A5F-624B-CE78-9ECA-1BF91BF38D40}"/>
          </ac:spMkLst>
        </pc:spChg>
        <pc:spChg chg="del mod">
          <ac:chgData name="Freda Shi" userId="e3bafef1-15f2-4eeb-acbe-fa674bab7991" providerId="ADAL" clId="{9555FC65-5A8C-4EE8-9D5B-8283D7A0923C}" dt="2026-01-19T04:22:28.351" v="37815" actId="478"/>
          <ac:spMkLst>
            <pc:docMk/>
            <pc:sldMk cId="1149776639" sldId="373"/>
            <ac:spMk id="52" creationId="{0E1D2B68-E158-FA27-88B4-FC7A9956C796}"/>
          </ac:spMkLst>
        </pc:spChg>
        <pc:spChg chg="del mod">
          <ac:chgData name="Freda Shi" userId="e3bafef1-15f2-4eeb-acbe-fa674bab7991" providerId="ADAL" clId="{9555FC65-5A8C-4EE8-9D5B-8283D7A0923C}" dt="2026-01-19T04:22:28.351" v="37814" actId="478"/>
          <ac:spMkLst>
            <pc:docMk/>
            <pc:sldMk cId="1149776639" sldId="373"/>
            <ac:spMk id="53" creationId="{F66D8DD9-D2DA-BAEB-CA4A-E79CA87C65EA}"/>
          </ac:spMkLst>
        </pc:spChg>
        <pc:spChg chg="del mod">
          <ac:chgData name="Freda Shi" userId="e3bafef1-15f2-4eeb-acbe-fa674bab7991" providerId="ADAL" clId="{9555FC65-5A8C-4EE8-9D5B-8283D7A0923C}" dt="2026-01-19T04:22:28.351" v="37813" actId="478"/>
          <ac:spMkLst>
            <pc:docMk/>
            <pc:sldMk cId="1149776639" sldId="373"/>
            <ac:spMk id="54" creationId="{656F3B3F-87FA-EBD1-3EC4-1BEC515241C0}"/>
          </ac:spMkLst>
        </pc:spChg>
        <pc:spChg chg="del mod">
          <ac:chgData name="Freda Shi" userId="e3bafef1-15f2-4eeb-acbe-fa674bab7991" providerId="ADAL" clId="{9555FC65-5A8C-4EE8-9D5B-8283D7A0923C}" dt="2026-01-19T04:22:28.342" v="37812" actId="478"/>
          <ac:spMkLst>
            <pc:docMk/>
            <pc:sldMk cId="1149776639" sldId="373"/>
            <ac:spMk id="55" creationId="{C4839839-9522-8C65-7989-E9B5A2DCE741}"/>
          </ac:spMkLst>
        </pc:spChg>
        <pc:spChg chg="del mod">
          <ac:chgData name="Freda Shi" userId="e3bafef1-15f2-4eeb-acbe-fa674bab7991" providerId="ADAL" clId="{9555FC65-5A8C-4EE8-9D5B-8283D7A0923C}" dt="2026-01-19T04:22:28.342" v="37811" actId="478"/>
          <ac:spMkLst>
            <pc:docMk/>
            <pc:sldMk cId="1149776639" sldId="373"/>
            <ac:spMk id="56" creationId="{BDDA4863-3EC9-854B-CDB3-BA8B9A386CC9}"/>
          </ac:spMkLst>
        </pc:spChg>
        <pc:spChg chg="del mod">
          <ac:chgData name="Freda Shi" userId="e3bafef1-15f2-4eeb-acbe-fa674bab7991" providerId="ADAL" clId="{9555FC65-5A8C-4EE8-9D5B-8283D7A0923C}" dt="2026-01-19T04:22:28.342" v="37810" actId="478"/>
          <ac:spMkLst>
            <pc:docMk/>
            <pc:sldMk cId="1149776639" sldId="373"/>
            <ac:spMk id="57" creationId="{03229333-CA88-88FA-DE88-AB32ADD09202}"/>
          </ac:spMkLst>
        </pc:spChg>
        <pc:spChg chg="del mod">
          <ac:chgData name="Freda Shi" userId="e3bafef1-15f2-4eeb-acbe-fa674bab7991" providerId="ADAL" clId="{9555FC65-5A8C-4EE8-9D5B-8283D7A0923C}" dt="2026-01-19T04:22:28.342" v="37809" actId="478"/>
          <ac:spMkLst>
            <pc:docMk/>
            <pc:sldMk cId="1149776639" sldId="373"/>
            <ac:spMk id="58" creationId="{52FFE351-CEB5-02E9-F529-19E67E4C216D}"/>
          </ac:spMkLst>
        </pc:spChg>
        <pc:spChg chg="del mod">
          <ac:chgData name="Freda Shi" userId="e3bafef1-15f2-4eeb-acbe-fa674bab7991" providerId="ADAL" clId="{9555FC65-5A8C-4EE8-9D5B-8283D7A0923C}" dt="2026-01-19T04:22:28.342" v="37808" actId="478"/>
          <ac:spMkLst>
            <pc:docMk/>
            <pc:sldMk cId="1149776639" sldId="373"/>
            <ac:spMk id="59" creationId="{BE17BEC3-B53E-3432-BC2A-5D522F6B764B}"/>
          </ac:spMkLst>
        </pc:spChg>
        <pc:spChg chg="del mod">
          <ac:chgData name="Freda Shi" userId="e3bafef1-15f2-4eeb-acbe-fa674bab7991" providerId="ADAL" clId="{9555FC65-5A8C-4EE8-9D5B-8283D7A0923C}" dt="2026-01-19T04:22:28.342" v="37807" actId="478"/>
          <ac:spMkLst>
            <pc:docMk/>
            <pc:sldMk cId="1149776639" sldId="373"/>
            <ac:spMk id="60" creationId="{25A17294-DC75-355D-C40E-9769C6DA5E44}"/>
          </ac:spMkLst>
        </pc:spChg>
        <pc:spChg chg="del mod">
          <ac:chgData name="Freda Shi" userId="e3bafef1-15f2-4eeb-acbe-fa674bab7991" providerId="ADAL" clId="{9555FC65-5A8C-4EE8-9D5B-8283D7A0923C}" dt="2026-01-19T04:22:28.342" v="37806" actId="478"/>
          <ac:spMkLst>
            <pc:docMk/>
            <pc:sldMk cId="1149776639" sldId="373"/>
            <ac:spMk id="61" creationId="{AD2888CF-6D60-7ED6-85B9-C65401D0E8A1}"/>
          </ac:spMkLst>
        </pc:spChg>
        <pc:spChg chg="del mod">
          <ac:chgData name="Freda Shi" userId="e3bafef1-15f2-4eeb-acbe-fa674bab7991" providerId="ADAL" clId="{9555FC65-5A8C-4EE8-9D5B-8283D7A0923C}" dt="2026-01-19T04:22:28.342" v="37805" actId="478"/>
          <ac:spMkLst>
            <pc:docMk/>
            <pc:sldMk cId="1149776639" sldId="373"/>
            <ac:spMk id="62" creationId="{923398DF-CDFB-A051-01F0-9CAEB3902460}"/>
          </ac:spMkLst>
        </pc:spChg>
        <pc:spChg chg="del mod">
          <ac:chgData name="Freda Shi" userId="e3bafef1-15f2-4eeb-acbe-fa674bab7991" providerId="ADAL" clId="{9555FC65-5A8C-4EE8-9D5B-8283D7A0923C}" dt="2026-01-19T04:22:28.342" v="37804" actId="478"/>
          <ac:spMkLst>
            <pc:docMk/>
            <pc:sldMk cId="1149776639" sldId="373"/>
            <ac:spMk id="63" creationId="{9EB98974-9E02-45F4-0770-07D8C6FFC170}"/>
          </ac:spMkLst>
        </pc:spChg>
        <pc:spChg chg="del mod">
          <ac:chgData name="Freda Shi" userId="e3bafef1-15f2-4eeb-acbe-fa674bab7991" providerId="ADAL" clId="{9555FC65-5A8C-4EE8-9D5B-8283D7A0923C}" dt="2026-01-19T04:22:28.342" v="37803" actId="478"/>
          <ac:spMkLst>
            <pc:docMk/>
            <pc:sldMk cId="1149776639" sldId="373"/>
            <ac:spMk id="64" creationId="{61068ED9-2754-162D-4D07-8167BFFEE0B0}"/>
          </ac:spMkLst>
        </pc:spChg>
        <pc:spChg chg="del mod">
          <ac:chgData name="Freda Shi" userId="e3bafef1-15f2-4eeb-acbe-fa674bab7991" providerId="ADAL" clId="{9555FC65-5A8C-4EE8-9D5B-8283D7A0923C}" dt="2026-01-19T04:22:28.342" v="37802" actId="478"/>
          <ac:spMkLst>
            <pc:docMk/>
            <pc:sldMk cId="1149776639" sldId="373"/>
            <ac:spMk id="65" creationId="{26C241F2-7AFD-4C8E-944B-E4CFE6C0547E}"/>
          </ac:spMkLst>
        </pc:spChg>
        <pc:spChg chg="del mod">
          <ac:chgData name="Freda Shi" userId="e3bafef1-15f2-4eeb-acbe-fa674bab7991" providerId="ADAL" clId="{9555FC65-5A8C-4EE8-9D5B-8283D7A0923C}" dt="2026-01-19T04:22:28.342" v="37801" actId="478"/>
          <ac:spMkLst>
            <pc:docMk/>
            <pc:sldMk cId="1149776639" sldId="373"/>
            <ac:spMk id="66" creationId="{CFBA3194-9E19-A33D-AB1A-B475E9DD5A8C}"/>
          </ac:spMkLst>
        </pc:spChg>
        <pc:spChg chg="del mod">
          <ac:chgData name="Freda Shi" userId="e3bafef1-15f2-4eeb-acbe-fa674bab7991" providerId="ADAL" clId="{9555FC65-5A8C-4EE8-9D5B-8283D7A0923C}" dt="2026-01-19T04:22:28.326" v="37800" actId="478"/>
          <ac:spMkLst>
            <pc:docMk/>
            <pc:sldMk cId="1149776639" sldId="373"/>
            <ac:spMk id="67" creationId="{363E6BE7-406E-EADE-3F7D-AD24606866BD}"/>
          </ac:spMkLst>
        </pc:spChg>
        <pc:spChg chg="del mod">
          <ac:chgData name="Freda Shi" userId="e3bafef1-15f2-4eeb-acbe-fa674bab7991" providerId="ADAL" clId="{9555FC65-5A8C-4EE8-9D5B-8283D7A0923C}" dt="2026-01-19T04:22:28.326" v="37799" actId="478"/>
          <ac:spMkLst>
            <pc:docMk/>
            <pc:sldMk cId="1149776639" sldId="373"/>
            <ac:spMk id="68" creationId="{9017566F-5ECB-2045-02CF-91680FE4AD8E}"/>
          </ac:spMkLst>
        </pc:spChg>
        <pc:spChg chg="del mod">
          <ac:chgData name="Freda Shi" userId="e3bafef1-15f2-4eeb-acbe-fa674bab7991" providerId="ADAL" clId="{9555FC65-5A8C-4EE8-9D5B-8283D7A0923C}" dt="2026-01-19T04:22:28.326" v="37798" actId="478"/>
          <ac:spMkLst>
            <pc:docMk/>
            <pc:sldMk cId="1149776639" sldId="373"/>
            <ac:spMk id="69" creationId="{4F6E24D7-E609-7C6E-1EE5-EFD9E9A7E432}"/>
          </ac:spMkLst>
        </pc:spChg>
        <pc:spChg chg="del mod">
          <ac:chgData name="Freda Shi" userId="e3bafef1-15f2-4eeb-acbe-fa674bab7991" providerId="ADAL" clId="{9555FC65-5A8C-4EE8-9D5B-8283D7A0923C}" dt="2026-01-19T04:22:28.326" v="37797" actId="478"/>
          <ac:spMkLst>
            <pc:docMk/>
            <pc:sldMk cId="1149776639" sldId="373"/>
            <ac:spMk id="70" creationId="{A8F9FC5C-86E5-BB0A-F289-010A8662FA56}"/>
          </ac:spMkLst>
        </pc:spChg>
        <pc:spChg chg="del mod">
          <ac:chgData name="Freda Shi" userId="e3bafef1-15f2-4eeb-acbe-fa674bab7991" providerId="ADAL" clId="{9555FC65-5A8C-4EE8-9D5B-8283D7A0923C}" dt="2026-01-19T04:22:28.326" v="37796" actId="478"/>
          <ac:spMkLst>
            <pc:docMk/>
            <pc:sldMk cId="1149776639" sldId="373"/>
            <ac:spMk id="71" creationId="{7A351DEC-50F5-28BE-70EB-3F3356FF39BB}"/>
          </ac:spMkLst>
        </pc:spChg>
        <pc:spChg chg="del mod">
          <ac:chgData name="Freda Shi" userId="e3bafef1-15f2-4eeb-acbe-fa674bab7991" providerId="ADAL" clId="{9555FC65-5A8C-4EE8-9D5B-8283D7A0923C}" dt="2026-01-19T04:22:28.326" v="37795" actId="478"/>
          <ac:spMkLst>
            <pc:docMk/>
            <pc:sldMk cId="1149776639" sldId="373"/>
            <ac:spMk id="72" creationId="{230F128D-5295-1E5D-F562-A83A05B776C8}"/>
          </ac:spMkLst>
        </pc:spChg>
        <pc:spChg chg="del mod">
          <ac:chgData name="Freda Shi" userId="e3bafef1-15f2-4eeb-acbe-fa674bab7991" providerId="ADAL" clId="{9555FC65-5A8C-4EE8-9D5B-8283D7A0923C}" dt="2026-01-19T04:22:28.326" v="37794" actId="478"/>
          <ac:spMkLst>
            <pc:docMk/>
            <pc:sldMk cId="1149776639" sldId="373"/>
            <ac:spMk id="73" creationId="{D5ED647A-9FA5-F286-0189-5FE0CC939DFA}"/>
          </ac:spMkLst>
        </pc:spChg>
        <pc:spChg chg="del mod">
          <ac:chgData name="Freda Shi" userId="e3bafef1-15f2-4eeb-acbe-fa674bab7991" providerId="ADAL" clId="{9555FC65-5A8C-4EE8-9D5B-8283D7A0923C}" dt="2026-01-19T04:22:28.326" v="37793" actId="478"/>
          <ac:spMkLst>
            <pc:docMk/>
            <pc:sldMk cId="1149776639" sldId="373"/>
            <ac:spMk id="74" creationId="{0793CB11-6638-CD32-FFFF-C9F3D78376DB}"/>
          </ac:spMkLst>
        </pc:spChg>
        <pc:spChg chg="del mod">
          <ac:chgData name="Freda Shi" userId="e3bafef1-15f2-4eeb-acbe-fa674bab7991" providerId="ADAL" clId="{9555FC65-5A8C-4EE8-9D5B-8283D7A0923C}" dt="2026-01-19T04:22:28.326" v="37792" actId="478"/>
          <ac:spMkLst>
            <pc:docMk/>
            <pc:sldMk cId="1149776639" sldId="373"/>
            <ac:spMk id="75" creationId="{37A431C0-1D36-AA61-0F94-25DC7C9C514C}"/>
          </ac:spMkLst>
        </pc:spChg>
        <pc:spChg chg="del mod">
          <ac:chgData name="Freda Shi" userId="e3bafef1-15f2-4eeb-acbe-fa674bab7991" providerId="ADAL" clId="{9555FC65-5A8C-4EE8-9D5B-8283D7A0923C}" dt="2026-01-19T04:22:28.326" v="37791" actId="478"/>
          <ac:spMkLst>
            <pc:docMk/>
            <pc:sldMk cId="1149776639" sldId="373"/>
            <ac:spMk id="76" creationId="{DBC58654-8C38-E73F-625A-DB1E2FBB9252}"/>
          </ac:spMkLst>
        </pc:spChg>
        <pc:spChg chg="del mod">
          <ac:chgData name="Freda Shi" userId="e3bafef1-15f2-4eeb-acbe-fa674bab7991" providerId="ADAL" clId="{9555FC65-5A8C-4EE8-9D5B-8283D7A0923C}" dt="2026-01-19T04:22:28.326" v="37790" actId="478"/>
          <ac:spMkLst>
            <pc:docMk/>
            <pc:sldMk cId="1149776639" sldId="373"/>
            <ac:spMk id="77" creationId="{07121FC4-EDC7-977F-4172-4DBEDBB23B80}"/>
          </ac:spMkLst>
        </pc:spChg>
        <pc:spChg chg="del mod">
          <ac:chgData name="Freda Shi" userId="e3bafef1-15f2-4eeb-acbe-fa674bab7991" providerId="ADAL" clId="{9555FC65-5A8C-4EE8-9D5B-8283D7A0923C}" dt="2026-01-19T04:22:28.326" v="37789" actId="478"/>
          <ac:spMkLst>
            <pc:docMk/>
            <pc:sldMk cId="1149776639" sldId="373"/>
            <ac:spMk id="78" creationId="{57681EED-AB94-C374-19B4-322597994DD3}"/>
          </ac:spMkLst>
        </pc:spChg>
        <pc:spChg chg="del mod">
          <ac:chgData name="Freda Shi" userId="e3bafef1-15f2-4eeb-acbe-fa674bab7991" providerId="ADAL" clId="{9555FC65-5A8C-4EE8-9D5B-8283D7A0923C}" dt="2026-01-19T04:22:28.326" v="37788" actId="478"/>
          <ac:spMkLst>
            <pc:docMk/>
            <pc:sldMk cId="1149776639" sldId="373"/>
            <ac:spMk id="79" creationId="{1BAE1F45-D760-DADC-108D-DCD65E63719C}"/>
          </ac:spMkLst>
        </pc:spChg>
        <pc:spChg chg="del mod">
          <ac:chgData name="Freda Shi" userId="e3bafef1-15f2-4eeb-acbe-fa674bab7991" providerId="ADAL" clId="{9555FC65-5A8C-4EE8-9D5B-8283D7A0923C}" dt="2026-01-19T04:22:28.326" v="37787" actId="478"/>
          <ac:spMkLst>
            <pc:docMk/>
            <pc:sldMk cId="1149776639" sldId="373"/>
            <ac:spMk id="80" creationId="{7B716D33-D297-F777-6E81-BD387C8BA8D2}"/>
          </ac:spMkLst>
        </pc:spChg>
        <pc:spChg chg="del mod">
          <ac:chgData name="Freda Shi" userId="e3bafef1-15f2-4eeb-acbe-fa674bab7991" providerId="ADAL" clId="{9555FC65-5A8C-4EE8-9D5B-8283D7A0923C}" dt="2026-01-19T04:22:28.326" v="37786" actId="478"/>
          <ac:spMkLst>
            <pc:docMk/>
            <pc:sldMk cId="1149776639" sldId="373"/>
            <ac:spMk id="81" creationId="{7B3E43C7-7916-655C-89A6-5540F69C6442}"/>
          </ac:spMkLst>
        </pc:spChg>
        <pc:spChg chg="del mod topLvl">
          <ac:chgData name="Freda Shi" userId="e3bafef1-15f2-4eeb-acbe-fa674bab7991" providerId="ADAL" clId="{9555FC65-5A8C-4EE8-9D5B-8283D7A0923C}" dt="2026-01-19T04:23:00.138" v="37948" actId="478"/>
          <ac:spMkLst>
            <pc:docMk/>
            <pc:sldMk cId="1149776639" sldId="373"/>
            <ac:spMk id="120" creationId="{5825EB4A-7AD8-6965-C814-CDBA1F001B06}"/>
          </ac:spMkLst>
        </pc:spChg>
        <pc:spChg chg="del mod topLvl">
          <ac:chgData name="Freda Shi" userId="e3bafef1-15f2-4eeb-acbe-fa674bab7991" providerId="ADAL" clId="{9555FC65-5A8C-4EE8-9D5B-8283D7A0923C}" dt="2026-01-19T04:23:00.121" v="37909" actId="478"/>
          <ac:spMkLst>
            <pc:docMk/>
            <pc:sldMk cId="1149776639" sldId="373"/>
            <ac:spMk id="121" creationId="{F3112A33-5764-B4A7-DD38-BDC8C33880BF}"/>
          </ac:spMkLst>
        </pc:spChg>
        <pc:spChg chg="del mod">
          <ac:chgData name="Freda Shi" userId="e3bafef1-15f2-4eeb-acbe-fa674bab7991" providerId="ADAL" clId="{9555FC65-5A8C-4EE8-9D5B-8283D7A0923C}" dt="2026-01-19T04:23:00.121" v="37908" actId="478"/>
          <ac:spMkLst>
            <pc:docMk/>
            <pc:sldMk cId="1149776639" sldId="373"/>
            <ac:spMk id="122" creationId="{1083F846-BAEA-52DC-9B05-40BC44F26AA4}"/>
          </ac:spMkLst>
        </pc:spChg>
        <pc:spChg chg="del mod">
          <ac:chgData name="Freda Shi" userId="e3bafef1-15f2-4eeb-acbe-fa674bab7991" providerId="ADAL" clId="{9555FC65-5A8C-4EE8-9D5B-8283D7A0923C}" dt="2026-01-19T04:23:00.121" v="37907" actId="478"/>
          <ac:spMkLst>
            <pc:docMk/>
            <pc:sldMk cId="1149776639" sldId="373"/>
            <ac:spMk id="123" creationId="{F02F4EEB-232A-60BB-F328-6A2304055B1B}"/>
          </ac:spMkLst>
        </pc:spChg>
        <pc:spChg chg="del mod">
          <ac:chgData name="Freda Shi" userId="e3bafef1-15f2-4eeb-acbe-fa674bab7991" providerId="ADAL" clId="{9555FC65-5A8C-4EE8-9D5B-8283D7A0923C}" dt="2026-01-19T04:23:00.121" v="37906" actId="478"/>
          <ac:spMkLst>
            <pc:docMk/>
            <pc:sldMk cId="1149776639" sldId="373"/>
            <ac:spMk id="124" creationId="{EB8BDE9B-4546-C2E9-D015-7B01A2DE7072}"/>
          </ac:spMkLst>
        </pc:spChg>
        <pc:spChg chg="del mod">
          <ac:chgData name="Freda Shi" userId="e3bafef1-15f2-4eeb-acbe-fa674bab7991" providerId="ADAL" clId="{9555FC65-5A8C-4EE8-9D5B-8283D7A0923C}" dt="2026-01-19T04:23:00.121" v="37905" actId="478"/>
          <ac:spMkLst>
            <pc:docMk/>
            <pc:sldMk cId="1149776639" sldId="373"/>
            <ac:spMk id="125" creationId="{73FB286D-036D-59E5-BE22-7A9F864982AC}"/>
          </ac:spMkLst>
        </pc:spChg>
        <pc:spChg chg="del mod">
          <ac:chgData name="Freda Shi" userId="e3bafef1-15f2-4eeb-acbe-fa674bab7991" providerId="ADAL" clId="{9555FC65-5A8C-4EE8-9D5B-8283D7A0923C}" dt="2026-01-19T04:23:00.121" v="37904" actId="478"/>
          <ac:spMkLst>
            <pc:docMk/>
            <pc:sldMk cId="1149776639" sldId="373"/>
            <ac:spMk id="126" creationId="{105C773D-A0F4-9D06-63B9-9FD2B53C0D5A}"/>
          </ac:spMkLst>
        </pc:spChg>
        <pc:spChg chg="del mod">
          <ac:chgData name="Freda Shi" userId="e3bafef1-15f2-4eeb-acbe-fa674bab7991" providerId="ADAL" clId="{9555FC65-5A8C-4EE8-9D5B-8283D7A0923C}" dt="2026-01-19T04:23:00.121" v="37903" actId="478"/>
          <ac:spMkLst>
            <pc:docMk/>
            <pc:sldMk cId="1149776639" sldId="373"/>
            <ac:spMk id="127" creationId="{A4811EE2-88DA-4188-4552-A09D8D74B846}"/>
          </ac:spMkLst>
        </pc:spChg>
        <pc:spChg chg="del mod">
          <ac:chgData name="Freda Shi" userId="e3bafef1-15f2-4eeb-acbe-fa674bab7991" providerId="ADAL" clId="{9555FC65-5A8C-4EE8-9D5B-8283D7A0923C}" dt="2026-01-19T04:23:00.121" v="37902" actId="478"/>
          <ac:spMkLst>
            <pc:docMk/>
            <pc:sldMk cId="1149776639" sldId="373"/>
            <ac:spMk id="128" creationId="{A74A4403-AA90-B2D6-4A35-47FBFD04D99C}"/>
          </ac:spMkLst>
        </pc:spChg>
        <pc:spChg chg="del mod">
          <ac:chgData name="Freda Shi" userId="e3bafef1-15f2-4eeb-acbe-fa674bab7991" providerId="ADAL" clId="{9555FC65-5A8C-4EE8-9D5B-8283D7A0923C}" dt="2026-01-19T04:23:00.105" v="37901" actId="478"/>
          <ac:spMkLst>
            <pc:docMk/>
            <pc:sldMk cId="1149776639" sldId="373"/>
            <ac:spMk id="129" creationId="{97A4155F-8F47-1183-5132-018FCF2A658E}"/>
          </ac:spMkLst>
        </pc:spChg>
        <pc:spChg chg="del mod">
          <ac:chgData name="Freda Shi" userId="e3bafef1-15f2-4eeb-acbe-fa674bab7991" providerId="ADAL" clId="{9555FC65-5A8C-4EE8-9D5B-8283D7A0923C}" dt="2026-01-19T04:23:00.105" v="37900" actId="478"/>
          <ac:spMkLst>
            <pc:docMk/>
            <pc:sldMk cId="1149776639" sldId="373"/>
            <ac:spMk id="130" creationId="{A9E76326-1BF3-AAEF-F50A-2B7357E34358}"/>
          </ac:spMkLst>
        </pc:spChg>
        <pc:spChg chg="del mod">
          <ac:chgData name="Freda Shi" userId="e3bafef1-15f2-4eeb-acbe-fa674bab7991" providerId="ADAL" clId="{9555FC65-5A8C-4EE8-9D5B-8283D7A0923C}" dt="2026-01-19T04:23:00.105" v="37899" actId="478"/>
          <ac:spMkLst>
            <pc:docMk/>
            <pc:sldMk cId="1149776639" sldId="373"/>
            <ac:spMk id="131" creationId="{C47F7070-585F-0E58-0960-4BC0DFAAF02F}"/>
          </ac:spMkLst>
        </pc:spChg>
        <pc:spChg chg="del mod">
          <ac:chgData name="Freda Shi" userId="e3bafef1-15f2-4eeb-acbe-fa674bab7991" providerId="ADAL" clId="{9555FC65-5A8C-4EE8-9D5B-8283D7A0923C}" dt="2026-01-19T04:23:00.105" v="37898" actId="478"/>
          <ac:spMkLst>
            <pc:docMk/>
            <pc:sldMk cId="1149776639" sldId="373"/>
            <ac:spMk id="132" creationId="{933D7667-4403-C21E-AE0C-F481855A6BC5}"/>
          </ac:spMkLst>
        </pc:spChg>
        <pc:spChg chg="del mod">
          <ac:chgData name="Freda Shi" userId="e3bafef1-15f2-4eeb-acbe-fa674bab7991" providerId="ADAL" clId="{9555FC65-5A8C-4EE8-9D5B-8283D7A0923C}" dt="2026-01-19T04:23:00.105" v="37897" actId="478"/>
          <ac:spMkLst>
            <pc:docMk/>
            <pc:sldMk cId="1149776639" sldId="373"/>
            <ac:spMk id="133" creationId="{49EDBF28-3A6B-8E34-BD34-AD11A639A727}"/>
          </ac:spMkLst>
        </pc:spChg>
        <pc:spChg chg="del mod">
          <ac:chgData name="Freda Shi" userId="e3bafef1-15f2-4eeb-acbe-fa674bab7991" providerId="ADAL" clId="{9555FC65-5A8C-4EE8-9D5B-8283D7A0923C}" dt="2026-01-19T04:23:00.105" v="37896" actId="478"/>
          <ac:spMkLst>
            <pc:docMk/>
            <pc:sldMk cId="1149776639" sldId="373"/>
            <ac:spMk id="134" creationId="{9F98EB0A-8DF1-ECAB-A83C-F763A610C4CA}"/>
          </ac:spMkLst>
        </pc:spChg>
        <pc:spChg chg="del mod">
          <ac:chgData name="Freda Shi" userId="e3bafef1-15f2-4eeb-acbe-fa674bab7991" providerId="ADAL" clId="{9555FC65-5A8C-4EE8-9D5B-8283D7A0923C}" dt="2026-01-19T04:23:00.105" v="37895" actId="478"/>
          <ac:spMkLst>
            <pc:docMk/>
            <pc:sldMk cId="1149776639" sldId="373"/>
            <ac:spMk id="135" creationId="{B31339AD-E0FE-7F8B-F9C6-42D609DE6831}"/>
          </ac:spMkLst>
        </pc:spChg>
        <pc:spChg chg="del mod">
          <ac:chgData name="Freda Shi" userId="e3bafef1-15f2-4eeb-acbe-fa674bab7991" providerId="ADAL" clId="{9555FC65-5A8C-4EE8-9D5B-8283D7A0923C}" dt="2026-01-19T04:23:00.105" v="37894" actId="478"/>
          <ac:spMkLst>
            <pc:docMk/>
            <pc:sldMk cId="1149776639" sldId="373"/>
            <ac:spMk id="136" creationId="{70559B5D-307F-BE64-0717-C80FF0E1036A}"/>
          </ac:spMkLst>
        </pc:spChg>
        <pc:spChg chg="del mod">
          <ac:chgData name="Freda Shi" userId="e3bafef1-15f2-4eeb-acbe-fa674bab7991" providerId="ADAL" clId="{9555FC65-5A8C-4EE8-9D5B-8283D7A0923C}" dt="2026-01-19T04:23:00.105" v="37893" actId="478"/>
          <ac:spMkLst>
            <pc:docMk/>
            <pc:sldMk cId="1149776639" sldId="373"/>
            <ac:spMk id="137" creationId="{8A29189A-D861-C0A8-E294-106D3DA7AE8E}"/>
          </ac:spMkLst>
        </pc:spChg>
        <pc:spChg chg="del mod">
          <ac:chgData name="Freda Shi" userId="e3bafef1-15f2-4eeb-acbe-fa674bab7991" providerId="ADAL" clId="{9555FC65-5A8C-4EE8-9D5B-8283D7A0923C}" dt="2026-01-19T04:23:00.105" v="37892" actId="478"/>
          <ac:spMkLst>
            <pc:docMk/>
            <pc:sldMk cId="1149776639" sldId="373"/>
            <ac:spMk id="138" creationId="{7853B0A4-9B31-C62C-437E-AC72A04027FE}"/>
          </ac:spMkLst>
        </pc:spChg>
        <pc:spChg chg="del mod">
          <ac:chgData name="Freda Shi" userId="e3bafef1-15f2-4eeb-acbe-fa674bab7991" providerId="ADAL" clId="{9555FC65-5A8C-4EE8-9D5B-8283D7A0923C}" dt="2026-01-19T04:23:00.105" v="37891" actId="478"/>
          <ac:spMkLst>
            <pc:docMk/>
            <pc:sldMk cId="1149776639" sldId="373"/>
            <ac:spMk id="139" creationId="{FD077A6E-D27B-12FD-9313-B932E62CB3E9}"/>
          </ac:spMkLst>
        </pc:spChg>
        <pc:spChg chg="del mod">
          <ac:chgData name="Freda Shi" userId="e3bafef1-15f2-4eeb-acbe-fa674bab7991" providerId="ADAL" clId="{9555FC65-5A8C-4EE8-9D5B-8283D7A0923C}" dt="2026-01-19T04:23:00.105" v="37890" actId="478"/>
          <ac:spMkLst>
            <pc:docMk/>
            <pc:sldMk cId="1149776639" sldId="373"/>
            <ac:spMk id="140" creationId="{52D268A4-B954-2975-B8CC-13913379CADA}"/>
          </ac:spMkLst>
        </pc:spChg>
        <pc:spChg chg="del mod">
          <ac:chgData name="Freda Shi" userId="e3bafef1-15f2-4eeb-acbe-fa674bab7991" providerId="ADAL" clId="{9555FC65-5A8C-4EE8-9D5B-8283D7A0923C}" dt="2026-01-19T04:23:00.105" v="37889" actId="478"/>
          <ac:spMkLst>
            <pc:docMk/>
            <pc:sldMk cId="1149776639" sldId="373"/>
            <ac:spMk id="141" creationId="{F97024C8-80E5-B256-DFF5-45E0BF4D0675}"/>
          </ac:spMkLst>
        </pc:spChg>
        <pc:spChg chg="del mod">
          <ac:chgData name="Freda Shi" userId="e3bafef1-15f2-4eeb-acbe-fa674bab7991" providerId="ADAL" clId="{9555FC65-5A8C-4EE8-9D5B-8283D7A0923C}" dt="2026-01-19T04:23:00.105" v="37888" actId="478"/>
          <ac:spMkLst>
            <pc:docMk/>
            <pc:sldMk cId="1149776639" sldId="373"/>
            <ac:spMk id="142" creationId="{0B4099DB-E137-AB60-4478-3DC08626451A}"/>
          </ac:spMkLst>
        </pc:spChg>
        <pc:spChg chg="del mod">
          <ac:chgData name="Freda Shi" userId="e3bafef1-15f2-4eeb-acbe-fa674bab7991" providerId="ADAL" clId="{9555FC65-5A8C-4EE8-9D5B-8283D7A0923C}" dt="2026-01-19T04:23:00.105" v="37887" actId="478"/>
          <ac:spMkLst>
            <pc:docMk/>
            <pc:sldMk cId="1149776639" sldId="373"/>
            <ac:spMk id="143" creationId="{13B75D10-9804-CC22-FDFD-B5E587E1388A}"/>
          </ac:spMkLst>
        </pc:spChg>
        <pc:spChg chg="del mod">
          <ac:chgData name="Freda Shi" userId="e3bafef1-15f2-4eeb-acbe-fa674bab7991" providerId="ADAL" clId="{9555FC65-5A8C-4EE8-9D5B-8283D7A0923C}" dt="2026-01-19T04:23:00.105" v="37886" actId="478"/>
          <ac:spMkLst>
            <pc:docMk/>
            <pc:sldMk cId="1149776639" sldId="373"/>
            <ac:spMk id="144" creationId="{D232219E-0779-AE13-9619-B0BAE04B8B8F}"/>
          </ac:spMkLst>
        </pc:spChg>
        <pc:spChg chg="del mod">
          <ac:chgData name="Freda Shi" userId="e3bafef1-15f2-4eeb-acbe-fa674bab7991" providerId="ADAL" clId="{9555FC65-5A8C-4EE8-9D5B-8283D7A0923C}" dt="2026-01-19T04:23:00.105" v="37885" actId="478"/>
          <ac:spMkLst>
            <pc:docMk/>
            <pc:sldMk cId="1149776639" sldId="373"/>
            <ac:spMk id="145" creationId="{496DAEC3-2BAC-7CE0-C83C-01928DC3CEB3}"/>
          </ac:spMkLst>
        </pc:spChg>
        <pc:spChg chg="del mod">
          <ac:chgData name="Freda Shi" userId="e3bafef1-15f2-4eeb-acbe-fa674bab7991" providerId="ADAL" clId="{9555FC65-5A8C-4EE8-9D5B-8283D7A0923C}" dt="2026-01-19T04:23:00.105" v="37884" actId="478"/>
          <ac:spMkLst>
            <pc:docMk/>
            <pc:sldMk cId="1149776639" sldId="373"/>
            <ac:spMk id="146" creationId="{7FFCFE34-97D9-A62A-FC73-E65F456788BD}"/>
          </ac:spMkLst>
        </pc:spChg>
        <pc:spChg chg="del mod">
          <ac:chgData name="Freda Shi" userId="e3bafef1-15f2-4eeb-acbe-fa674bab7991" providerId="ADAL" clId="{9555FC65-5A8C-4EE8-9D5B-8283D7A0923C}" dt="2026-01-19T04:23:00.105" v="37883" actId="478"/>
          <ac:spMkLst>
            <pc:docMk/>
            <pc:sldMk cId="1149776639" sldId="373"/>
            <ac:spMk id="147" creationId="{D9B3290B-2F78-25CE-8FA7-F30F0DBBC3CE}"/>
          </ac:spMkLst>
        </pc:spChg>
        <pc:spChg chg="del mod">
          <ac:chgData name="Freda Shi" userId="e3bafef1-15f2-4eeb-acbe-fa674bab7991" providerId="ADAL" clId="{9555FC65-5A8C-4EE8-9D5B-8283D7A0923C}" dt="2026-01-19T04:23:00.105" v="37882" actId="478"/>
          <ac:spMkLst>
            <pc:docMk/>
            <pc:sldMk cId="1149776639" sldId="373"/>
            <ac:spMk id="148" creationId="{4D19EE67-BF7E-7F47-C88F-8E56538D4282}"/>
          </ac:spMkLst>
        </pc:spChg>
        <pc:spChg chg="del mod">
          <ac:chgData name="Freda Shi" userId="e3bafef1-15f2-4eeb-acbe-fa674bab7991" providerId="ADAL" clId="{9555FC65-5A8C-4EE8-9D5B-8283D7A0923C}" dt="2026-01-19T04:23:00.105" v="37881" actId="478"/>
          <ac:spMkLst>
            <pc:docMk/>
            <pc:sldMk cId="1149776639" sldId="373"/>
            <ac:spMk id="149" creationId="{7E524295-C2A6-80BC-6474-5AB37E7047BE}"/>
          </ac:spMkLst>
        </pc:spChg>
        <pc:spChg chg="del mod">
          <ac:chgData name="Freda Shi" userId="e3bafef1-15f2-4eeb-acbe-fa674bab7991" providerId="ADAL" clId="{9555FC65-5A8C-4EE8-9D5B-8283D7A0923C}" dt="2026-01-19T04:23:00.090" v="37880" actId="478"/>
          <ac:spMkLst>
            <pc:docMk/>
            <pc:sldMk cId="1149776639" sldId="373"/>
            <ac:spMk id="150" creationId="{B4FC0A25-CB3F-21D7-53E5-9780D291B37B}"/>
          </ac:spMkLst>
        </pc:spChg>
        <pc:spChg chg="del mod">
          <ac:chgData name="Freda Shi" userId="e3bafef1-15f2-4eeb-acbe-fa674bab7991" providerId="ADAL" clId="{9555FC65-5A8C-4EE8-9D5B-8283D7A0923C}" dt="2026-01-19T04:23:00.090" v="37879" actId="478"/>
          <ac:spMkLst>
            <pc:docMk/>
            <pc:sldMk cId="1149776639" sldId="373"/>
            <ac:spMk id="151" creationId="{EF78B57F-9F84-F16D-B5D7-C0C667054AC1}"/>
          </ac:spMkLst>
        </pc:spChg>
        <pc:spChg chg="del mod">
          <ac:chgData name="Freda Shi" userId="e3bafef1-15f2-4eeb-acbe-fa674bab7991" providerId="ADAL" clId="{9555FC65-5A8C-4EE8-9D5B-8283D7A0923C}" dt="2026-01-19T04:23:00.090" v="37878" actId="478"/>
          <ac:spMkLst>
            <pc:docMk/>
            <pc:sldMk cId="1149776639" sldId="373"/>
            <ac:spMk id="152" creationId="{615AF2C9-9F01-DD38-FCA9-F1AAAFBA89BF}"/>
          </ac:spMkLst>
        </pc:spChg>
        <pc:spChg chg="del mod">
          <ac:chgData name="Freda Shi" userId="e3bafef1-15f2-4eeb-acbe-fa674bab7991" providerId="ADAL" clId="{9555FC65-5A8C-4EE8-9D5B-8283D7A0923C}" dt="2026-01-19T04:23:00.090" v="37877" actId="478"/>
          <ac:spMkLst>
            <pc:docMk/>
            <pc:sldMk cId="1149776639" sldId="373"/>
            <ac:spMk id="153" creationId="{FB2A3BE9-AFFE-A751-21BA-1FEC27381A6B}"/>
          </ac:spMkLst>
        </pc:spChg>
        <pc:spChg chg="del mod">
          <ac:chgData name="Freda Shi" userId="e3bafef1-15f2-4eeb-acbe-fa674bab7991" providerId="ADAL" clId="{9555FC65-5A8C-4EE8-9D5B-8283D7A0923C}" dt="2026-01-19T04:23:00.090" v="37876" actId="478"/>
          <ac:spMkLst>
            <pc:docMk/>
            <pc:sldMk cId="1149776639" sldId="373"/>
            <ac:spMk id="154" creationId="{165D67B1-F655-BCF9-8757-19E120D4C184}"/>
          </ac:spMkLst>
        </pc:spChg>
        <pc:spChg chg="del mod">
          <ac:chgData name="Freda Shi" userId="e3bafef1-15f2-4eeb-acbe-fa674bab7991" providerId="ADAL" clId="{9555FC65-5A8C-4EE8-9D5B-8283D7A0923C}" dt="2026-01-19T04:23:00.090" v="37875" actId="478"/>
          <ac:spMkLst>
            <pc:docMk/>
            <pc:sldMk cId="1149776639" sldId="373"/>
            <ac:spMk id="155" creationId="{7218C57B-58B7-7070-7FA6-D2278DD17B1C}"/>
          </ac:spMkLst>
        </pc:spChg>
        <pc:spChg chg="del mod">
          <ac:chgData name="Freda Shi" userId="e3bafef1-15f2-4eeb-acbe-fa674bab7991" providerId="ADAL" clId="{9555FC65-5A8C-4EE8-9D5B-8283D7A0923C}" dt="2026-01-19T04:23:00.090" v="37874" actId="478"/>
          <ac:spMkLst>
            <pc:docMk/>
            <pc:sldMk cId="1149776639" sldId="373"/>
            <ac:spMk id="156" creationId="{E3135EF2-A4BB-2F1B-FA49-0D14B3103363}"/>
          </ac:spMkLst>
        </pc:spChg>
        <pc:spChg chg="del mod">
          <ac:chgData name="Freda Shi" userId="e3bafef1-15f2-4eeb-acbe-fa674bab7991" providerId="ADAL" clId="{9555FC65-5A8C-4EE8-9D5B-8283D7A0923C}" dt="2026-01-19T04:23:00.090" v="37873" actId="478"/>
          <ac:spMkLst>
            <pc:docMk/>
            <pc:sldMk cId="1149776639" sldId="373"/>
            <ac:spMk id="157" creationId="{5762165B-3276-E595-5232-6C9B235CBE78}"/>
          </ac:spMkLst>
        </pc:spChg>
        <pc:spChg chg="mod">
          <ac:chgData name="Freda Shi" userId="e3bafef1-15f2-4eeb-acbe-fa674bab7991" providerId="ADAL" clId="{9555FC65-5A8C-4EE8-9D5B-8283D7A0923C}" dt="2026-01-19T04:23:00.121" v="37910" actId="108"/>
          <ac:spMkLst>
            <pc:docMk/>
            <pc:sldMk cId="1149776639" sldId="373"/>
            <ac:spMk id="199" creationId="{24673FF3-32A4-6865-C4C4-0E4444D0990D}"/>
          </ac:spMkLst>
        </pc:spChg>
        <pc:spChg chg="mod">
          <ac:chgData name="Freda Shi" userId="e3bafef1-15f2-4eeb-acbe-fa674bab7991" providerId="ADAL" clId="{9555FC65-5A8C-4EE8-9D5B-8283D7A0923C}" dt="2026-01-19T04:23:00.121" v="37911" actId="108"/>
          <ac:spMkLst>
            <pc:docMk/>
            <pc:sldMk cId="1149776639" sldId="373"/>
            <ac:spMk id="200" creationId="{65064BA4-C650-145F-BBF6-849E997B9A98}"/>
          </ac:spMkLst>
        </pc:spChg>
        <pc:spChg chg="mod">
          <ac:chgData name="Freda Shi" userId="e3bafef1-15f2-4eeb-acbe-fa674bab7991" providerId="ADAL" clId="{9555FC65-5A8C-4EE8-9D5B-8283D7A0923C}" dt="2026-01-19T04:23:00.121" v="37912" actId="108"/>
          <ac:spMkLst>
            <pc:docMk/>
            <pc:sldMk cId="1149776639" sldId="373"/>
            <ac:spMk id="201" creationId="{FE7332F4-D32C-989F-2FF6-62EAA85FF03B}"/>
          </ac:spMkLst>
        </pc:spChg>
        <pc:spChg chg="mod">
          <ac:chgData name="Freda Shi" userId="e3bafef1-15f2-4eeb-acbe-fa674bab7991" providerId="ADAL" clId="{9555FC65-5A8C-4EE8-9D5B-8283D7A0923C}" dt="2026-01-19T04:23:00.121" v="37913" actId="108"/>
          <ac:spMkLst>
            <pc:docMk/>
            <pc:sldMk cId="1149776639" sldId="373"/>
            <ac:spMk id="202" creationId="{68115C02-D451-29DF-1CCD-841365A832F9}"/>
          </ac:spMkLst>
        </pc:spChg>
        <pc:spChg chg="mod">
          <ac:chgData name="Freda Shi" userId="e3bafef1-15f2-4eeb-acbe-fa674bab7991" providerId="ADAL" clId="{9555FC65-5A8C-4EE8-9D5B-8283D7A0923C}" dt="2026-01-19T04:23:00.121" v="37914" actId="108"/>
          <ac:spMkLst>
            <pc:docMk/>
            <pc:sldMk cId="1149776639" sldId="373"/>
            <ac:spMk id="203" creationId="{5791AA5D-2B85-1B52-9C56-B8E42C8762CD}"/>
          </ac:spMkLst>
        </pc:spChg>
        <pc:spChg chg="mod">
          <ac:chgData name="Freda Shi" userId="e3bafef1-15f2-4eeb-acbe-fa674bab7991" providerId="ADAL" clId="{9555FC65-5A8C-4EE8-9D5B-8283D7A0923C}" dt="2026-01-19T04:23:00.121" v="37915" actId="108"/>
          <ac:spMkLst>
            <pc:docMk/>
            <pc:sldMk cId="1149776639" sldId="373"/>
            <ac:spMk id="204" creationId="{9CEC04B4-C6B4-9399-947C-7AEE9480F80E}"/>
          </ac:spMkLst>
        </pc:spChg>
        <pc:spChg chg="mod">
          <ac:chgData name="Freda Shi" userId="e3bafef1-15f2-4eeb-acbe-fa674bab7991" providerId="ADAL" clId="{9555FC65-5A8C-4EE8-9D5B-8283D7A0923C}" dt="2026-01-19T04:23:00.121" v="37916" actId="108"/>
          <ac:spMkLst>
            <pc:docMk/>
            <pc:sldMk cId="1149776639" sldId="373"/>
            <ac:spMk id="205" creationId="{00C67AA3-3FFD-68FD-A427-7C3C340FF020}"/>
          </ac:spMkLst>
        </pc:spChg>
        <pc:spChg chg="mod">
          <ac:chgData name="Freda Shi" userId="e3bafef1-15f2-4eeb-acbe-fa674bab7991" providerId="ADAL" clId="{9555FC65-5A8C-4EE8-9D5B-8283D7A0923C}" dt="2026-01-19T04:23:00.121" v="37917" actId="108"/>
          <ac:spMkLst>
            <pc:docMk/>
            <pc:sldMk cId="1149776639" sldId="373"/>
            <ac:spMk id="206" creationId="{E2B677B0-CCFA-DB6C-A4B5-3A2B30CD3FA3}"/>
          </ac:spMkLst>
        </pc:spChg>
        <pc:spChg chg="mod">
          <ac:chgData name="Freda Shi" userId="e3bafef1-15f2-4eeb-acbe-fa674bab7991" providerId="ADAL" clId="{9555FC65-5A8C-4EE8-9D5B-8283D7A0923C}" dt="2026-01-19T04:23:00.121" v="37918" actId="108"/>
          <ac:spMkLst>
            <pc:docMk/>
            <pc:sldMk cId="1149776639" sldId="373"/>
            <ac:spMk id="207" creationId="{1164FAC6-3C11-C7FC-966A-5CFBDCB91655}"/>
          </ac:spMkLst>
        </pc:spChg>
        <pc:spChg chg="mod">
          <ac:chgData name="Freda Shi" userId="e3bafef1-15f2-4eeb-acbe-fa674bab7991" providerId="ADAL" clId="{9555FC65-5A8C-4EE8-9D5B-8283D7A0923C}" dt="2026-01-19T04:23:00.121" v="37919" actId="108"/>
          <ac:spMkLst>
            <pc:docMk/>
            <pc:sldMk cId="1149776639" sldId="373"/>
            <ac:spMk id="208" creationId="{23C1CD97-69F0-4550-C405-7C803A0ED249}"/>
          </ac:spMkLst>
        </pc:spChg>
        <pc:spChg chg="mod">
          <ac:chgData name="Freda Shi" userId="e3bafef1-15f2-4eeb-acbe-fa674bab7991" providerId="ADAL" clId="{9555FC65-5A8C-4EE8-9D5B-8283D7A0923C}" dt="2026-01-19T04:23:00.121" v="37920" actId="108"/>
          <ac:spMkLst>
            <pc:docMk/>
            <pc:sldMk cId="1149776639" sldId="373"/>
            <ac:spMk id="209" creationId="{A78D3F23-8488-94B5-2E98-240838ADAD02}"/>
          </ac:spMkLst>
        </pc:spChg>
        <pc:spChg chg="mod">
          <ac:chgData name="Freda Shi" userId="e3bafef1-15f2-4eeb-acbe-fa674bab7991" providerId="ADAL" clId="{9555FC65-5A8C-4EE8-9D5B-8283D7A0923C}" dt="2026-01-19T04:23:00.132" v="37921" actId="108"/>
          <ac:spMkLst>
            <pc:docMk/>
            <pc:sldMk cId="1149776639" sldId="373"/>
            <ac:spMk id="210" creationId="{744E5F5E-0AC6-C7DD-07B9-97C051325E64}"/>
          </ac:spMkLst>
        </pc:spChg>
        <pc:spChg chg="mod">
          <ac:chgData name="Freda Shi" userId="e3bafef1-15f2-4eeb-acbe-fa674bab7991" providerId="ADAL" clId="{9555FC65-5A8C-4EE8-9D5B-8283D7A0923C}" dt="2026-01-19T04:23:00.132" v="37922" actId="108"/>
          <ac:spMkLst>
            <pc:docMk/>
            <pc:sldMk cId="1149776639" sldId="373"/>
            <ac:spMk id="211" creationId="{DC0A17DD-255C-87D0-EB6A-F75B267CBB12}"/>
          </ac:spMkLst>
        </pc:spChg>
        <pc:spChg chg="mod">
          <ac:chgData name="Freda Shi" userId="e3bafef1-15f2-4eeb-acbe-fa674bab7991" providerId="ADAL" clId="{9555FC65-5A8C-4EE8-9D5B-8283D7A0923C}" dt="2026-01-19T04:23:00.132" v="37923" actId="108"/>
          <ac:spMkLst>
            <pc:docMk/>
            <pc:sldMk cId="1149776639" sldId="373"/>
            <ac:spMk id="212" creationId="{2AE349E9-42A7-BB4F-9D75-BD373356A120}"/>
          </ac:spMkLst>
        </pc:spChg>
        <pc:spChg chg="mod">
          <ac:chgData name="Freda Shi" userId="e3bafef1-15f2-4eeb-acbe-fa674bab7991" providerId="ADAL" clId="{9555FC65-5A8C-4EE8-9D5B-8283D7A0923C}" dt="2026-01-19T04:23:00.132" v="37924" actId="108"/>
          <ac:spMkLst>
            <pc:docMk/>
            <pc:sldMk cId="1149776639" sldId="373"/>
            <ac:spMk id="213" creationId="{6390C84F-BF4C-A276-DCB6-79BB337CCB6B}"/>
          </ac:spMkLst>
        </pc:spChg>
        <pc:spChg chg="mod">
          <ac:chgData name="Freda Shi" userId="e3bafef1-15f2-4eeb-acbe-fa674bab7991" providerId="ADAL" clId="{9555FC65-5A8C-4EE8-9D5B-8283D7A0923C}" dt="2026-01-19T04:23:00.132" v="37925" actId="108"/>
          <ac:spMkLst>
            <pc:docMk/>
            <pc:sldMk cId="1149776639" sldId="373"/>
            <ac:spMk id="214" creationId="{3DA2008E-1FB6-F982-B1B4-D53703D3BC7C}"/>
          </ac:spMkLst>
        </pc:spChg>
        <pc:spChg chg="mod">
          <ac:chgData name="Freda Shi" userId="e3bafef1-15f2-4eeb-acbe-fa674bab7991" providerId="ADAL" clId="{9555FC65-5A8C-4EE8-9D5B-8283D7A0923C}" dt="2026-01-19T04:23:00.132" v="37926" actId="108"/>
          <ac:spMkLst>
            <pc:docMk/>
            <pc:sldMk cId="1149776639" sldId="373"/>
            <ac:spMk id="215" creationId="{CD8014C8-3035-B078-BF8C-E6B55F4951FB}"/>
          </ac:spMkLst>
        </pc:spChg>
        <pc:spChg chg="mod">
          <ac:chgData name="Freda Shi" userId="e3bafef1-15f2-4eeb-acbe-fa674bab7991" providerId="ADAL" clId="{9555FC65-5A8C-4EE8-9D5B-8283D7A0923C}" dt="2026-01-19T04:23:00.132" v="37927" actId="108"/>
          <ac:spMkLst>
            <pc:docMk/>
            <pc:sldMk cId="1149776639" sldId="373"/>
            <ac:spMk id="216" creationId="{53554CDE-B9DB-5F16-3AF3-32ADB69F5AE4}"/>
          </ac:spMkLst>
        </pc:spChg>
        <pc:spChg chg="mod">
          <ac:chgData name="Freda Shi" userId="e3bafef1-15f2-4eeb-acbe-fa674bab7991" providerId="ADAL" clId="{9555FC65-5A8C-4EE8-9D5B-8283D7A0923C}" dt="2026-01-19T04:23:00.132" v="37928" actId="108"/>
          <ac:spMkLst>
            <pc:docMk/>
            <pc:sldMk cId="1149776639" sldId="373"/>
            <ac:spMk id="217" creationId="{96B8CC8A-4C5E-7D22-14E8-4CD8149260FA}"/>
          </ac:spMkLst>
        </pc:spChg>
        <pc:spChg chg="mod">
          <ac:chgData name="Freda Shi" userId="e3bafef1-15f2-4eeb-acbe-fa674bab7991" providerId="ADAL" clId="{9555FC65-5A8C-4EE8-9D5B-8283D7A0923C}" dt="2026-01-19T04:23:00.132" v="37929" actId="108"/>
          <ac:spMkLst>
            <pc:docMk/>
            <pc:sldMk cId="1149776639" sldId="373"/>
            <ac:spMk id="218" creationId="{47447EEF-0AD1-62CA-32B5-F1D8A60FCC13}"/>
          </ac:spMkLst>
        </pc:spChg>
        <pc:spChg chg="mod">
          <ac:chgData name="Freda Shi" userId="e3bafef1-15f2-4eeb-acbe-fa674bab7991" providerId="ADAL" clId="{9555FC65-5A8C-4EE8-9D5B-8283D7A0923C}" dt="2026-01-19T04:23:00.136" v="37930" actId="108"/>
          <ac:spMkLst>
            <pc:docMk/>
            <pc:sldMk cId="1149776639" sldId="373"/>
            <ac:spMk id="219" creationId="{8D91D7C4-49FE-F36C-3C5A-01ADF630882C}"/>
          </ac:spMkLst>
        </pc:spChg>
        <pc:spChg chg="mod">
          <ac:chgData name="Freda Shi" userId="e3bafef1-15f2-4eeb-acbe-fa674bab7991" providerId="ADAL" clId="{9555FC65-5A8C-4EE8-9D5B-8283D7A0923C}" dt="2026-01-19T04:23:00.136" v="37931" actId="108"/>
          <ac:spMkLst>
            <pc:docMk/>
            <pc:sldMk cId="1149776639" sldId="373"/>
            <ac:spMk id="220" creationId="{AE64BE8B-8BD5-A051-E554-41DB6C9FE2F4}"/>
          </ac:spMkLst>
        </pc:spChg>
        <pc:spChg chg="mod">
          <ac:chgData name="Freda Shi" userId="e3bafef1-15f2-4eeb-acbe-fa674bab7991" providerId="ADAL" clId="{9555FC65-5A8C-4EE8-9D5B-8283D7A0923C}" dt="2026-01-19T04:23:00.136" v="37932" actId="108"/>
          <ac:spMkLst>
            <pc:docMk/>
            <pc:sldMk cId="1149776639" sldId="373"/>
            <ac:spMk id="221" creationId="{0866AE48-94AF-DA68-943A-16339557C23C}"/>
          </ac:spMkLst>
        </pc:spChg>
        <pc:spChg chg="mod">
          <ac:chgData name="Freda Shi" userId="e3bafef1-15f2-4eeb-acbe-fa674bab7991" providerId="ADAL" clId="{9555FC65-5A8C-4EE8-9D5B-8283D7A0923C}" dt="2026-01-19T04:23:00.136" v="37933" actId="108"/>
          <ac:spMkLst>
            <pc:docMk/>
            <pc:sldMk cId="1149776639" sldId="373"/>
            <ac:spMk id="222" creationId="{6E77CCEB-A599-A619-BB87-86E7BBC6052C}"/>
          </ac:spMkLst>
        </pc:spChg>
        <pc:spChg chg="mod">
          <ac:chgData name="Freda Shi" userId="e3bafef1-15f2-4eeb-acbe-fa674bab7991" providerId="ADAL" clId="{9555FC65-5A8C-4EE8-9D5B-8283D7A0923C}" dt="2026-01-19T04:23:00.138" v="37934" actId="108"/>
          <ac:spMkLst>
            <pc:docMk/>
            <pc:sldMk cId="1149776639" sldId="373"/>
            <ac:spMk id="223" creationId="{628342EB-6E37-8F8F-6D7D-22EAE172B3B8}"/>
          </ac:spMkLst>
        </pc:spChg>
        <pc:spChg chg="mod">
          <ac:chgData name="Freda Shi" userId="e3bafef1-15f2-4eeb-acbe-fa674bab7991" providerId="ADAL" clId="{9555FC65-5A8C-4EE8-9D5B-8283D7A0923C}" dt="2026-01-19T04:23:00.138" v="37935" actId="108"/>
          <ac:spMkLst>
            <pc:docMk/>
            <pc:sldMk cId="1149776639" sldId="373"/>
            <ac:spMk id="224" creationId="{23700B7A-C714-43D7-637A-EB463639D105}"/>
          </ac:spMkLst>
        </pc:spChg>
        <pc:spChg chg="mod">
          <ac:chgData name="Freda Shi" userId="e3bafef1-15f2-4eeb-acbe-fa674bab7991" providerId="ADAL" clId="{9555FC65-5A8C-4EE8-9D5B-8283D7A0923C}" dt="2026-01-19T04:23:00.138" v="37936" actId="108"/>
          <ac:spMkLst>
            <pc:docMk/>
            <pc:sldMk cId="1149776639" sldId="373"/>
            <ac:spMk id="225" creationId="{F34194C1-953C-65E3-A89D-BDDBD0D27A7F}"/>
          </ac:spMkLst>
        </pc:spChg>
        <pc:spChg chg="mod">
          <ac:chgData name="Freda Shi" userId="e3bafef1-15f2-4eeb-acbe-fa674bab7991" providerId="ADAL" clId="{9555FC65-5A8C-4EE8-9D5B-8283D7A0923C}" dt="2026-01-19T04:23:00.138" v="37937" actId="108"/>
          <ac:spMkLst>
            <pc:docMk/>
            <pc:sldMk cId="1149776639" sldId="373"/>
            <ac:spMk id="226" creationId="{8A3E3FB5-ED94-A9E6-46C5-B8E2D5691A01}"/>
          </ac:spMkLst>
        </pc:spChg>
        <pc:spChg chg="mod">
          <ac:chgData name="Freda Shi" userId="e3bafef1-15f2-4eeb-acbe-fa674bab7991" providerId="ADAL" clId="{9555FC65-5A8C-4EE8-9D5B-8283D7A0923C}" dt="2026-01-19T04:23:00.138" v="37938" actId="108"/>
          <ac:spMkLst>
            <pc:docMk/>
            <pc:sldMk cId="1149776639" sldId="373"/>
            <ac:spMk id="227" creationId="{4E3B9D17-E908-1A84-3CCA-6F3FD1B6A9C2}"/>
          </ac:spMkLst>
        </pc:spChg>
        <pc:spChg chg="mod">
          <ac:chgData name="Freda Shi" userId="e3bafef1-15f2-4eeb-acbe-fa674bab7991" providerId="ADAL" clId="{9555FC65-5A8C-4EE8-9D5B-8283D7A0923C}" dt="2026-01-19T04:23:00.138" v="37939" actId="108"/>
          <ac:spMkLst>
            <pc:docMk/>
            <pc:sldMk cId="1149776639" sldId="373"/>
            <ac:spMk id="228" creationId="{CCC459E6-1D2E-94A2-9A2E-78BAF3A4027B}"/>
          </ac:spMkLst>
        </pc:spChg>
        <pc:spChg chg="mod">
          <ac:chgData name="Freda Shi" userId="e3bafef1-15f2-4eeb-acbe-fa674bab7991" providerId="ADAL" clId="{9555FC65-5A8C-4EE8-9D5B-8283D7A0923C}" dt="2026-01-19T04:23:00.138" v="37940" actId="108"/>
          <ac:spMkLst>
            <pc:docMk/>
            <pc:sldMk cId="1149776639" sldId="373"/>
            <ac:spMk id="229" creationId="{8B864EBE-8B50-3B62-B657-39ED76E508D3}"/>
          </ac:spMkLst>
        </pc:spChg>
        <pc:spChg chg="mod">
          <ac:chgData name="Freda Shi" userId="e3bafef1-15f2-4eeb-acbe-fa674bab7991" providerId="ADAL" clId="{9555FC65-5A8C-4EE8-9D5B-8283D7A0923C}" dt="2026-01-19T04:23:00.138" v="37941" actId="108"/>
          <ac:spMkLst>
            <pc:docMk/>
            <pc:sldMk cId="1149776639" sldId="373"/>
            <ac:spMk id="230" creationId="{F77A6B64-E0EE-1440-BFCB-F42AF649F570}"/>
          </ac:spMkLst>
        </pc:spChg>
        <pc:spChg chg="mod">
          <ac:chgData name="Freda Shi" userId="e3bafef1-15f2-4eeb-acbe-fa674bab7991" providerId="ADAL" clId="{9555FC65-5A8C-4EE8-9D5B-8283D7A0923C}" dt="2026-01-19T04:23:00.138" v="37942" actId="108"/>
          <ac:spMkLst>
            <pc:docMk/>
            <pc:sldMk cId="1149776639" sldId="373"/>
            <ac:spMk id="231" creationId="{F2EC1345-63DA-79BF-E78E-C59B5528FE0F}"/>
          </ac:spMkLst>
        </pc:spChg>
        <pc:spChg chg="mod">
          <ac:chgData name="Freda Shi" userId="e3bafef1-15f2-4eeb-acbe-fa674bab7991" providerId="ADAL" clId="{9555FC65-5A8C-4EE8-9D5B-8283D7A0923C}" dt="2026-01-19T04:23:00.138" v="37943" actId="108"/>
          <ac:spMkLst>
            <pc:docMk/>
            <pc:sldMk cId="1149776639" sldId="373"/>
            <ac:spMk id="232" creationId="{3FA21CB4-7F34-5377-C13C-CA5AB74C2580}"/>
          </ac:spMkLst>
        </pc:spChg>
        <pc:spChg chg="mod">
          <ac:chgData name="Freda Shi" userId="e3bafef1-15f2-4eeb-acbe-fa674bab7991" providerId="ADAL" clId="{9555FC65-5A8C-4EE8-9D5B-8283D7A0923C}" dt="2026-01-19T04:23:00.138" v="37944" actId="108"/>
          <ac:spMkLst>
            <pc:docMk/>
            <pc:sldMk cId="1149776639" sldId="373"/>
            <ac:spMk id="233" creationId="{0E86E2E5-4591-1D50-4386-26B98A8593E9}"/>
          </ac:spMkLst>
        </pc:spChg>
        <pc:spChg chg="mod">
          <ac:chgData name="Freda Shi" userId="e3bafef1-15f2-4eeb-acbe-fa674bab7991" providerId="ADAL" clId="{9555FC65-5A8C-4EE8-9D5B-8283D7A0923C}" dt="2026-01-19T04:23:00.138" v="37945" actId="108"/>
          <ac:spMkLst>
            <pc:docMk/>
            <pc:sldMk cId="1149776639" sldId="373"/>
            <ac:spMk id="234" creationId="{20DC5FF6-6A31-9C95-AD2A-DD59B1A82472}"/>
          </ac:spMkLst>
        </pc:spChg>
        <pc:spChg chg="mod">
          <ac:chgData name="Freda Shi" userId="e3bafef1-15f2-4eeb-acbe-fa674bab7991" providerId="ADAL" clId="{9555FC65-5A8C-4EE8-9D5B-8283D7A0923C}" dt="2026-01-19T04:23:00.138" v="37946" actId="108"/>
          <ac:spMkLst>
            <pc:docMk/>
            <pc:sldMk cId="1149776639" sldId="373"/>
            <ac:spMk id="235" creationId="{61A0D462-B5C4-C3E3-B5F7-9A2DCD330D2D}"/>
          </ac:spMkLst>
        </pc:spChg>
        <pc:spChg chg="mod">
          <ac:chgData name="Freda Shi" userId="e3bafef1-15f2-4eeb-acbe-fa674bab7991" providerId="ADAL" clId="{9555FC65-5A8C-4EE8-9D5B-8283D7A0923C}" dt="2026-01-19T04:23:00.138" v="37947" actId="108"/>
          <ac:spMkLst>
            <pc:docMk/>
            <pc:sldMk cId="1149776639" sldId="373"/>
            <ac:spMk id="236" creationId="{AB072EB5-FED1-1DA9-6B2C-39C58C6A82E7}"/>
          </ac:spMkLst>
        </pc:spChg>
        <pc:grpChg chg="del mod">
          <ac:chgData name="Freda Shi" userId="e3bafef1-15f2-4eeb-acbe-fa674bab7991" providerId="ADAL" clId="{9555FC65-5A8C-4EE8-9D5B-8283D7A0923C}" dt="2026-01-19T04:22:11.939" v="37693" actId="478"/>
          <ac:grpSpMkLst>
            <pc:docMk/>
            <pc:sldMk cId="1149776639" sldId="373"/>
            <ac:grpSpMk id="42" creationId="{211B2239-AC2A-D922-ABD8-DB9437EC01B3}"/>
          </ac:grpSpMkLst>
        </pc:grpChg>
        <pc:grpChg chg="del mod ord">
          <ac:chgData name="Freda Shi" userId="e3bafef1-15f2-4eeb-acbe-fa674bab7991" providerId="ADAL" clId="{9555FC65-5A8C-4EE8-9D5B-8283D7A0923C}" dt="2026-01-19T04:22:28.351" v="37820" actId="478"/>
          <ac:grpSpMkLst>
            <pc:docMk/>
            <pc:sldMk cId="1149776639" sldId="373"/>
            <ac:grpSpMk id="82" creationId="{D45589C2-EF3B-2CCD-4ABD-485CAB48F916}"/>
          </ac:grpSpMkLst>
        </pc:grpChg>
        <pc:grpChg chg="del">
          <ac:chgData name="Freda Shi" userId="e3bafef1-15f2-4eeb-acbe-fa674bab7991" providerId="ADAL" clId="{9555FC65-5A8C-4EE8-9D5B-8283D7A0923C}" dt="2026-01-19T04:22:11.955" v="37731" actId="478"/>
          <ac:grpSpMkLst>
            <pc:docMk/>
            <pc:sldMk cId="1149776639" sldId="373"/>
            <ac:grpSpMk id="83" creationId="{E702FEDC-E031-8F0F-09ED-9E7FA4061D97}"/>
          </ac:grpSpMkLst>
        </pc:grpChg>
        <pc:grpChg chg="del mod ord">
          <ac:chgData name="Freda Shi" userId="e3bafef1-15f2-4eeb-acbe-fa674bab7991" providerId="ADAL" clId="{9555FC65-5A8C-4EE8-9D5B-8283D7A0923C}" dt="2026-01-19T04:23:00.121" v="37909" actId="478"/>
          <ac:grpSpMkLst>
            <pc:docMk/>
            <pc:sldMk cId="1149776639" sldId="373"/>
            <ac:grpSpMk id="158" creationId="{48EA4C88-284B-7263-B2A4-832AECDCC531}"/>
          </ac:grpSpMkLst>
        </pc:grpChg>
        <pc:grpChg chg="del">
          <ac:chgData name="Freda Shi" userId="e3bafef1-15f2-4eeb-acbe-fa674bab7991" providerId="ADAL" clId="{9555FC65-5A8C-4EE8-9D5B-8283D7A0923C}" dt="2026-01-19T04:22:28.373" v="37860" actId="478"/>
          <ac:grpSpMkLst>
            <pc:docMk/>
            <pc:sldMk cId="1149776639" sldId="373"/>
            <ac:grpSpMk id="159" creationId="{140309AA-822A-4CC0-67C8-C3D722C1DF02}"/>
          </ac:grpSpMkLst>
        </pc:grpChg>
        <pc:grpChg chg="mod ord">
          <ac:chgData name="Freda Shi" userId="e3bafef1-15f2-4eeb-acbe-fa674bab7991" providerId="ADAL" clId="{9555FC65-5A8C-4EE8-9D5B-8283D7A0923C}" dt="2026-01-19T04:23:00.138" v="37951" actId="962"/>
          <ac:grpSpMkLst>
            <pc:docMk/>
            <pc:sldMk cId="1149776639" sldId="373"/>
            <ac:grpSpMk id="237" creationId="{5739AA68-09DE-0E7A-666E-5A5EAFAC37C5}"/>
          </ac:grpSpMkLst>
        </pc:grpChg>
        <pc:grpChg chg="del">
          <ac:chgData name="Freda Shi" userId="e3bafef1-15f2-4eeb-acbe-fa674bab7991" providerId="ADAL" clId="{9555FC65-5A8C-4EE8-9D5B-8283D7A0923C}" dt="2026-01-19T04:23:00.138" v="37949" actId="478"/>
          <ac:grpSpMkLst>
            <pc:docMk/>
            <pc:sldMk cId="1149776639" sldId="373"/>
            <ac:grpSpMk id="238" creationId="{A32C1021-7F5E-2CD5-B913-DA0612BC21F1}"/>
          </ac:grpSpMkLst>
        </pc:grpChg>
        <pc:picChg chg="add mod modCrop">
          <ac:chgData name="Freda Shi" userId="e3bafef1-15f2-4eeb-acbe-fa674bab7991" providerId="ADAL" clId="{9555FC65-5A8C-4EE8-9D5B-8283D7A0923C}" dt="2026-01-19T04:20:48.960" v="37642" actId="1036"/>
          <ac:picMkLst>
            <pc:docMk/>
            <pc:sldMk cId="1149776639" sldId="373"/>
            <ac:picMk id="5" creationId="{DEF14DE2-FDF6-3900-8F4F-5312869376D3}"/>
          </ac:picMkLst>
        </pc:picChg>
        <pc:picChg chg="mod">
          <ac:chgData name="Freda Shi" userId="e3bafef1-15f2-4eeb-acbe-fa674bab7991" providerId="ADAL" clId="{9555FC65-5A8C-4EE8-9D5B-8283D7A0923C}" dt="2026-01-19T04:21:56.945" v="37648" actId="14100"/>
          <ac:picMkLst>
            <pc:docMk/>
            <pc:sldMk cId="1149776639" sldId="373"/>
            <ac:picMk id="7" creationId="{B16AF7B8-E661-06AE-054F-30FC19B0D096}"/>
          </ac:picMkLst>
        </pc:picChg>
        <pc:picChg chg="mod">
          <ac:chgData name="Freda Shi" userId="e3bafef1-15f2-4eeb-acbe-fa674bab7991" providerId="ADAL" clId="{9555FC65-5A8C-4EE8-9D5B-8283D7A0923C}" dt="2026-01-19T04:22:11.852" v="37656" actId="14100"/>
          <ac:picMkLst>
            <pc:docMk/>
            <pc:sldMk cId="1149776639" sldId="373"/>
            <ac:picMk id="44" creationId="{4CB9179E-EA23-4500-43D0-09D215D8818E}"/>
          </ac:picMkLst>
        </pc:picChg>
        <pc:picChg chg="mod">
          <ac:chgData name="Freda Shi" userId="e3bafef1-15f2-4eeb-acbe-fa674bab7991" providerId="ADAL" clId="{9555FC65-5A8C-4EE8-9D5B-8283D7A0923C}" dt="2026-01-19T04:22:28.270" v="37780" actId="14100"/>
          <ac:picMkLst>
            <pc:docMk/>
            <pc:sldMk cId="1149776639" sldId="373"/>
            <ac:picMk id="118" creationId="{CFE8688E-949F-D74B-EBE7-8DC9BE64F4C5}"/>
          </ac:picMkLst>
        </pc:picChg>
        <pc:picChg chg="mod">
          <ac:chgData name="Freda Shi" userId="e3bafef1-15f2-4eeb-acbe-fa674bab7991" providerId="ADAL" clId="{9555FC65-5A8C-4EE8-9D5B-8283D7A0923C}" dt="2026-01-19T04:23:00.032" v="37867" actId="14100"/>
          <ac:picMkLst>
            <pc:docMk/>
            <pc:sldMk cId="1149776639" sldId="373"/>
            <ac:picMk id="197" creationId="{969AE37D-931F-E60E-2222-5F06E2AF049C}"/>
          </ac:picMkLst>
        </pc:picChg>
      </pc:sldChg>
      <pc:sldChg chg="addSp delSp modSp add mod">
        <pc:chgData name="Freda Shi" userId="e3bafef1-15f2-4eeb-acbe-fa674bab7991" providerId="ADAL" clId="{9555FC65-5A8C-4EE8-9D5B-8283D7A0923C}" dt="2026-01-19T07:58:13.235" v="39678"/>
        <pc:sldMkLst>
          <pc:docMk/>
          <pc:sldMk cId="3307004257" sldId="403"/>
        </pc:sldMkLst>
        <pc:spChg chg="del">
          <ac:chgData name="Freda Shi" userId="e3bafef1-15f2-4eeb-acbe-fa674bab7991" providerId="ADAL" clId="{9555FC65-5A8C-4EE8-9D5B-8283D7A0923C}" dt="2026-01-19T07:58:10.433" v="39677" actId="478"/>
          <ac:spMkLst>
            <pc:docMk/>
            <pc:sldMk cId="3307004257" sldId="403"/>
            <ac:spMk id="2" creationId="{000D9611-4459-BBB1-666F-D0F8A009E510}"/>
          </ac:spMkLst>
        </pc:spChg>
        <pc:spChg chg="add del mod">
          <ac:chgData name="Freda Shi" userId="e3bafef1-15f2-4eeb-acbe-fa674bab7991" providerId="ADAL" clId="{9555FC65-5A8C-4EE8-9D5B-8283D7A0923C}" dt="2026-01-19T07:58:13.235" v="39678"/>
          <ac:spMkLst>
            <pc:docMk/>
            <pc:sldMk cId="3307004257" sldId="403"/>
            <ac:spMk id="6" creationId="{0637DDA5-106B-DFA6-23C6-6032AE713E79}"/>
          </ac:spMkLst>
        </pc:spChg>
        <pc:spChg chg="add mod">
          <ac:chgData name="Freda Shi" userId="e3bafef1-15f2-4eeb-acbe-fa674bab7991" providerId="ADAL" clId="{9555FC65-5A8C-4EE8-9D5B-8283D7A0923C}" dt="2026-01-19T07:58:13.235" v="39678"/>
          <ac:spMkLst>
            <pc:docMk/>
            <pc:sldMk cId="3307004257" sldId="403"/>
            <ac:spMk id="7" creationId="{78DC4B1F-38DA-4C16-2D54-678F36EA794F}"/>
          </ac:spMkLst>
        </pc:spChg>
        <pc:cxnChg chg="del">
          <ac:chgData name="Freda Shi" userId="e3bafef1-15f2-4eeb-acbe-fa674bab7991" providerId="ADAL" clId="{9555FC65-5A8C-4EE8-9D5B-8283D7A0923C}" dt="2026-01-19T07:57:39.753" v="39670" actId="478"/>
          <ac:cxnSpMkLst>
            <pc:docMk/>
            <pc:sldMk cId="3307004257" sldId="403"/>
            <ac:cxnSpMk id="4" creationId="{8F9E63F9-6DB0-50B8-DA23-949E9BE9F15D}"/>
          </ac:cxnSpMkLst>
        </pc:cxnChg>
      </pc:sldChg>
      <pc:sldChg chg="addSp delSp modSp add mod">
        <pc:chgData name="Freda Shi" userId="e3bafef1-15f2-4eeb-acbe-fa674bab7991" providerId="ADAL" clId="{9555FC65-5A8C-4EE8-9D5B-8283D7A0923C}" dt="2026-01-19T07:59:30.926" v="39696"/>
        <pc:sldMkLst>
          <pc:docMk/>
          <pc:sldMk cId="3751776831" sldId="405"/>
        </pc:sldMkLst>
        <pc:spChg chg="del">
          <ac:chgData name="Freda Shi" userId="e3bafef1-15f2-4eeb-acbe-fa674bab7991" providerId="ADAL" clId="{9555FC65-5A8C-4EE8-9D5B-8283D7A0923C}" dt="2026-01-19T07:58:18.618" v="39680" actId="478"/>
          <ac:spMkLst>
            <pc:docMk/>
            <pc:sldMk cId="3751776831" sldId="405"/>
            <ac:spMk id="2" creationId="{000D9611-4459-BBB1-666F-D0F8A009E510}"/>
          </ac:spMkLst>
        </pc:spChg>
        <pc:spChg chg="add del mod">
          <ac:chgData name="Freda Shi" userId="e3bafef1-15f2-4eeb-acbe-fa674bab7991" providerId="ADAL" clId="{9555FC65-5A8C-4EE8-9D5B-8283D7A0923C}" dt="2026-01-19T07:59:30.579" v="39695" actId="478"/>
          <ac:spMkLst>
            <pc:docMk/>
            <pc:sldMk cId="3751776831" sldId="405"/>
            <ac:spMk id="3" creationId="{1C34E17F-1564-3D35-9B49-36B8CEE583E0}"/>
          </ac:spMkLst>
        </pc:spChg>
        <pc:spChg chg="add del mod">
          <ac:chgData name="Freda Shi" userId="e3bafef1-15f2-4eeb-acbe-fa674bab7991" providerId="ADAL" clId="{9555FC65-5A8C-4EE8-9D5B-8283D7A0923C}" dt="2026-01-19T07:58:24.709" v="39681" actId="478"/>
          <ac:spMkLst>
            <pc:docMk/>
            <pc:sldMk cId="3751776831" sldId="405"/>
            <ac:spMk id="7" creationId="{DDB02465-206F-FE5A-1A0A-E0C6B3E934FE}"/>
          </ac:spMkLst>
        </pc:spChg>
        <pc:spChg chg="add mod">
          <ac:chgData name="Freda Shi" userId="e3bafef1-15f2-4eeb-acbe-fa674bab7991" providerId="ADAL" clId="{9555FC65-5A8C-4EE8-9D5B-8283D7A0923C}" dt="2026-01-19T07:59:30.926" v="39696"/>
          <ac:spMkLst>
            <pc:docMk/>
            <pc:sldMk cId="3751776831" sldId="405"/>
            <ac:spMk id="24" creationId="{161A755C-C7E7-F7B8-98D8-D3FE35812C5D}"/>
          </ac:spMkLst>
        </pc:spChg>
        <pc:cxnChg chg="del">
          <ac:chgData name="Freda Shi" userId="e3bafef1-15f2-4eeb-acbe-fa674bab7991" providerId="ADAL" clId="{9555FC65-5A8C-4EE8-9D5B-8283D7A0923C}" dt="2026-01-19T07:57:42.919" v="39671" actId="478"/>
          <ac:cxnSpMkLst>
            <pc:docMk/>
            <pc:sldMk cId="3751776831" sldId="405"/>
            <ac:cxnSpMk id="4" creationId="{8F9E63F9-6DB0-50B8-DA23-949E9BE9F15D}"/>
          </ac:cxnSpMkLst>
        </pc:cxnChg>
      </pc:sldChg>
      <pc:sldChg chg="addSp delSp modSp add mod">
        <pc:chgData name="Freda Shi" userId="e3bafef1-15f2-4eeb-acbe-fa674bab7991" providerId="ADAL" clId="{9555FC65-5A8C-4EE8-9D5B-8283D7A0923C}" dt="2026-01-19T07:59:35.202" v="39698"/>
        <pc:sldMkLst>
          <pc:docMk/>
          <pc:sldMk cId="3201189089" sldId="406"/>
        </pc:sldMkLst>
        <pc:spChg chg="del mod">
          <ac:chgData name="Freda Shi" userId="e3bafef1-15f2-4eeb-acbe-fa674bab7991" providerId="ADAL" clId="{9555FC65-5A8C-4EE8-9D5B-8283D7A0923C}" dt="2026-01-19T07:58:32.059" v="39683" actId="478"/>
          <ac:spMkLst>
            <pc:docMk/>
            <pc:sldMk cId="3201189089" sldId="406"/>
            <ac:spMk id="2" creationId="{000D9611-4459-BBB1-666F-D0F8A009E510}"/>
          </ac:spMkLst>
        </pc:spChg>
        <pc:spChg chg="add del mod">
          <ac:chgData name="Freda Shi" userId="e3bafef1-15f2-4eeb-acbe-fa674bab7991" providerId="ADAL" clId="{9555FC65-5A8C-4EE8-9D5B-8283D7A0923C}" dt="2026-01-19T07:59:34.775" v="39697" actId="478"/>
          <ac:spMkLst>
            <pc:docMk/>
            <pc:sldMk cId="3201189089" sldId="406"/>
            <ac:spMk id="3" creationId="{4CCFA7A7-D774-E3C7-66E4-EBE998BC7547}"/>
          </ac:spMkLst>
        </pc:spChg>
        <pc:spChg chg="add mod">
          <ac:chgData name="Freda Shi" userId="e3bafef1-15f2-4eeb-acbe-fa674bab7991" providerId="ADAL" clId="{9555FC65-5A8C-4EE8-9D5B-8283D7A0923C}" dt="2026-01-19T07:59:35.202" v="39698"/>
          <ac:spMkLst>
            <pc:docMk/>
            <pc:sldMk cId="3201189089" sldId="406"/>
            <ac:spMk id="6" creationId="{A9545E77-CAE1-0022-46BC-0C7CD0D2917B}"/>
          </ac:spMkLst>
        </pc:spChg>
        <pc:cxnChg chg="del">
          <ac:chgData name="Freda Shi" userId="e3bafef1-15f2-4eeb-acbe-fa674bab7991" providerId="ADAL" clId="{9555FC65-5A8C-4EE8-9D5B-8283D7A0923C}" dt="2026-01-19T07:57:45.004" v="39672" actId="478"/>
          <ac:cxnSpMkLst>
            <pc:docMk/>
            <pc:sldMk cId="3201189089" sldId="406"/>
            <ac:cxnSpMk id="4" creationId="{8F9E63F9-6DB0-50B8-DA23-949E9BE9F15D}"/>
          </ac:cxnSpMkLst>
        </pc:cxnChg>
      </pc:sldChg>
      <pc:sldChg chg="addSp delSp modSp add mod">
        <pc:chgData name="Freda Shi" userId="e3bafef1-15f2-4eeb-acbe-fa674bab7991" providerId="ADAL" clId="{9555FC65-5A8C-4EE8-9D5B-8283D7A0923C}" dt="2026-01-19T07:58:37.002" v="39686"/>
        <pc:sldMkLst>
          <pc:docMk/>
          <pc:sldMk cId="2936148780" sldId="407"/>
        </pc:sldMkLst>
        <pc:spChg chg="del">
          <ac:chgData name="Freda Shi" userId="e3bafef1-15f2-4eeb-acbe-fa674bab7991" providerId="ADAL" clId="{9555FC65-5A8C-4EE8-9D5B-8283D7A0923C}" dt="2026-01-19T07:58:35.370" v="39685" actId="478"/>
          <ac:spMkLst>
            <pc:docMk/>
            <pc:sldMk cId="2936148780" sldId="407"/>
            <ac:spMk id="2" creationId="{000D9611-4459-BBB1-666F-D0F8A009E510}"/>
          </ac:spMkLst>
        </pc:spChg>
        <pc:spChg chg="add del mod">
          <ac:chgData name="Freda Shi" userId="e3bafef1-15f2-4eeb-acbe-fa674bab7991" providerId="ADAL" clId="{9555FC65-5A8C-4EE8-9D5B-8283D7A0923C}" dt="2026-01-19T07:58:37.002" v="39686"/>
          <ac:spMkLst>
            <pc:docMk/>
            <pc:sldMk cId="2936148780" sldId="407"/>
            <ac:spMk id="6" creationId="{20A0262A-08FC-690A-3DAC-D542DB24421A}"/>
          </ac:spMkLst>
        </pc:spChg>
        <pc:spChg chg="add mod">
          <ac:chgData name="Freda Shi" userId="e3bafef1-15f2-4eeb-acbe-fa674bab7991" providerId="ADAL" clId="{9555FC65-5A8C-4EE8-9D5B-8283D7A0923C}" dt="2026-01-19T07:58:37.002" v="39686"/>
          <ac:spMkLst>
            <pc:docMk/>
            <pc:sldMk cId="2936148780" sldId="407"/>
            <ac:spMk id="7" creationId="{6C9DD1F0-F669-77F4-82AC-396766398378}"/>
          </ac:spMkLst>
        </pc:spChg>
        <pc:cxnChg chg="del">
          <ac:chgData name="Freda Shi" userId="e3bafef1-15f2-4eeb-acbe-fa674bab7991" providerId="ADAL" clId="{9555FC65-5A8C-4EE8-9D5B-8283D7A0923C}" dt="2026-01-19T07:57:47.357" v="39673" actId="478"/>
          <ac:cxnSpMkLst>
            <pc:docMk/>
            <pc:sldMk cId="2936148780" sldId="407"/>
            <ac:cxnSpMk id="4" creationId="{8F9E63F9-6DB0-50B8-DA23-949E9BE9F15D}"/>
          </ac:cxnSpMkLst>
        </pc:cxnChg>
      </pc:sldChg>
      <pc:sldChg chg="addSp delSp modSp add mod">
        <pc:chgData name="Freda Shi" userId="e3bafef1-15f2-4eeb-acbe-fa674bab7991" providerId="ADAL" clId="{9555FC65-5A8C-4EE8-9D5B-8283D7A0923C}" dt="2026-01-19T07:59:41.394" v="39700"/>
        <pc:sldMkLst>
          <pc:docMk/>
          <pc:sldMk cId="3735935443" sldId="408"/>
        </pc:sldMkLst>
        <pc:spChg chg="del mod">
          <ac:chgData name="Freda Shi" userId="e3bafef1-15f2-4eeb-acbe-fa674bab7991" providerId="ADAL" clId="{9555FC65-5A8C-4EE8-9D5B-8283D7A0923C}" dt="2026-01-19T07:58:42.453" v="39688" actId="478"/>
          <ac:spMkLst>
            <pc:docMk/>
            <pc:sldMk cId="3735935443" sldId="408"/>
            <ac:spMk id="2" creationId="{000D9611-4459-BBB1-666F-D0F8A009E510}"/>
          </ac:spMkLst>
        </pc:spChg>
        <pc:spChg chg="add del mod">
          <ac:chgData name="Freda Shi" userId="e3bafef1-15f2-4eeb-acbe-fa674bab7991" providerId="ADAL" clId="{9555FC65-5A8C-4EE8-9D5B-8283D7A0923C}" dt="2026-01-19T07:59:40.903" v="39699" actId="478"/>
          <ac:spMkLst>
            <pc:docMk/>
            <pc:sldMk cId="3735935443" sldId="408"/>
            <ac:spMk id="22" creationId="{8C5877FF-3270-FFEA-4F8C-91EBA942209C}"/>
          </ac:spMkLst>
        </pc:spChg>
        <pc:spChg chg="add mod">
          <ac:chgData name="Freda Shi" userId="e3bafef1-15f2-4eeb-acbe-fa674bab7991" providerId="ADAL" clId="{9555FC65-5A8C-4EE8-9D5B-8283D7A0923C}" dt="2026-01-19T07:59:41.394" v="39700"/>
          <ac:spMkLst>
            <pc:docMk/>
            <pc:sldMk cId="3735935443" sldId="408"/>
            <ac:spMk id="24" creationId="{82C85B93-1F75-4D38-8FEC-E0B8B296B00C}"/>
          </ac:spMkLst>
        </pc:spChg>
        <pc:cxnChg chg="del">
          <ac:chgData name="Freda Shi" userId="e3bafef1-15f2-4eeb-acbe-fa674bab7991" providerId="ADAL" clId="{9555FC65-5A8C-4EE8-9D5B-8283D7A0923C}" dt="2026-01-19T07:57:49.333" v="39674" actId="478"/>
          <ac:cxnSpMkLst>
            <pc:docMk/>
            <pc:sldMk cId="3735935443" sldId="408"/>
            <ac:cxnSpMk id="4" creationId="{8F9E63F9-6DB0-50B8-DA23-949E9BE9F15D}"/>
          </ac:cxnSpMkLst>
        </pc:cxnChg>
      </pc:sldChg>
      <pc:sldChg chg="addSp delSp modSp add mod">
        <pc:chgData name="Freda Shi" userId="e3bafef1-15f2-4eeb-acbe-fa674bab7991" providerId="ADAL" clId="{9555FC65-5A8C-4EE8-9D5B-8283D7A0923C}" dt="2026-01-19T07:59:44.338" v="39702"/>
        <pc:sldMkLst>
          <pc:docMk/>
          <pc:sldMk cId="1714200302" sldId="410"/>
        </pc:sldMkLst>
        <pc:spChg chg="del mod">
          <ac:chgData name="Freda Shi" userId="e3bafef1-15f2-4eeb-acbe-fa674bab7991" providerId="ADAL" clId="{9555FC65-5A8C-4EE8-9D5B-8283D7A0923C}" dt="2026-01-19T07:58:48.378" v="39691" actId="478"/>
          <ac:spMkLst>
            <pc:docMk/>
            <pc:sldMk cId="1714200302" sldId="410"/>
            <ac:spMk id="2" creationId="{000D9611-4459-BBB1-666F-D0F8A009E510}"/>
          </ac:spMkLst>
        </pc:spChg>
        <pc:spChg chg="add del mod">
          <ac:chgData name="Freda Shi" userId="e3bafef1-15f2-4eeb-acbe-fa674bab7991" providerId="ADAL" clId="{9555FC65-5A8C-4EE8-9D5B-8283D7A0923C}" dt="2026-01-19T07:59:44.007" v="39701" actId="478"/>
          <ac:spMkLst>
            <pc:docMk/>
            <pc:sldMk cId="1714200302" sldId="410"/>
            <ac:spMk id="29" creationId="{684D9D32-4DEE-320F-5365-DB56BF19E0B9}"/>
          </ac:spMkLst>
        </pc:spChg>
        <pc:spChg chg="add mod">
          <ac:chgData name="Freda Shi" userId="e3bafef1-15f2-4eeb-acbe-fa674bab7991" providerId="ADAL" clId="{9555FC65-5A8C-4EE8-9D5B-8283D7A0923C}" dt="2026-01-19T07:59:44.338" v="39702"/>
          <ac:spMkLst>
            <pc:docMk/>
            <pc:sldMk cId="1714200302" sldId="410"/>
            <ac:spMk id="30" creationId="{5A290D21-D518-207C-8B63-F1CF3EC8DC9B}"/>
          </ac:spMkLst>
        </pc:spChg>
        <pc:cxnChg chg="del">
          <ac:chgData name="Freda Shi" userId="e3bafef1-15f2-4eeb-acbe-fa674bab7991" providerId="ADAL" clId="{9555FC65-5A8C-4EE8-9D5B-8283D7A0923C}" dt="2026-01-19T07:58:01.447" v="39676" actId="478"/>
          <ac:cxnSpMkLst>
            <pc:docMk/>
            <pc:sldMk cId="1714200302" sldId="410"/>
            <ac:cxnSpMk id="4" creationId="{8F9E63F9-6DB0-50B8-DA23-949E9BE9F15D}"/>
          </ac:cxnSpMkLst>
        </pc:cxnChg>
      </pc:sldChg>
      <pc:sldChg chg="addSp delSp modSp add mod">
        <pc:chgData name="Freda Shi" userId="e3bafef1-15f2-4eeb-acbe-fa674bab7991" providerId="ADAL" clId="{9555FC65-5A8C-4EE8-9D5B-8283D7A0923C}" dt="2026-01-19T07:58:54.658" v="39694"/>
        <pc:sldMkLst>
          <pc:docMk/>
          <pc:sldMk cId="3897376497" sldId="412"/>
        </pc:sldMkLst>
        <pc:spChg chg="del">
          <ac:chgData name="Freda Shi" userId="e3bafef1-15f2-4eeb-acbe-fa674bab7991" providerId="ADAL" clId="{9555FC65-5A8C-4EE8-9D5B-8283D7A0923C}" dt="2026-01-19T07:58:52.678" v="39693" actId="478"/>
          <ac:spMkLst>
            <pc:docMk/>
            <pc:sldMk cId="3897376497" sldId="412"/>
            <ac:spMk id="2" creationId="{000D9611-4459-BBB1-666F-D0F8A009E510}"/>
          </ac:spMkLst>
        </pc:spChg>
        <pc:spChg chg="add del mod">
          <ac:chgData name="Freda Shi" userId="e3bafef1-15f2-4eeb-acbe-fa674bab7991" providerId="ADAL" clId="{9555FC65-5A8C-4EE8-9D5B-8283D7A0923C}" dt="2026-01-19T07:58:54.658" v="39694"/>
          <ac:spMkLst>
            <pc:docMk/>
            <pc:sldMk cId="3897376497" sldId="412"/>
            <ac:spMk id="6" creationId="{C1755D13-7C85-8658-19CE-4FD3ABFA0C13}"/>
          </ac:spMkLst>
        </pc:spChg>
        <pc:spChg chg="add mod">
          <ac:chgData name="Freda Shi" userId="e3bafef1-15f2-4eeb-acbe-fa674bab7991" providerId="ADAL" clId="{9555FC65-5A8C-4EE8-9D5B-8283D7A0923C}" dt="2026-01-19T07:58:54.658" v="39694"/>
          <ac:spMkLst>
            <pc:docMk/>
            <pc:sldMk cId="3897376497" sldId="412"/>
            <ac:spMk id="7" creationId="{95EA088E-928F-E736-4E10-4311B3E74921}"/>
          </ac:spMkLst>
        </pc:spChg>
        <pc:cxnChg chg="del">
          <ac:chgData name="Freda Shi" userId="e3bafef1-15f2-4eeb-acbe-fa674bab7991" providerId="ADAL" clId="{9555FC65-5A8C-4EE8-9D5B-8283D7A0923C}" dt="2026-01-19T07:57:52.274" v="39675" actId="478"/>
          <ac:cxnSpMkLst>
            <pc:docMk/>
            <pc:sldMk cId="3897376497" sldId="412"/>
            <ac:cxnSpMk id="4" creationId="{8F9E63F9-6DB0-50B8-DA23-949E9BE9F15D}"/>
          </ac:cxnSpMkLst>
        </pc:cxnChg>
      </pc:sldChg>
      <pc:sldChg chg="addSp delSp modSp new mod modAnim">
        <pc:chgData name="Freda Shi" userId="e3bafef1-15f2-4eeb-acbe-fa674bab7991" providerId="ADAL" clId="{9555FC65-5A8C-4EE8-9D5B-8283D7A0923C}" dt="2026-01-19T08:01:11.224" v="39752"/>
        <pc:sldMkLst>
          <pc:docMk/>
          <pc:sldMk cId="3322073115" sldId="413"/>
        </pc:sldMkLst>
        <pc:spChg chg="mod">
          <ac:chgData name="Freda Shi" userId="e3bafef1-15f2-4eeb-acbe-fa674bab7991" providerId="ADAL" clId="{9555FC65-5A8C-4EE8-9D5B-8283D7A0923C}" dt="2026-01-19T08:01:03.740" v="39751" actId="20577"/>
          <ac:spMkLst>
            <pc:docMk/>
            <pc:sldMk cId="3322073115" sldId="413"/>
            <ac:spMk id="2" creationId="{8BA942B5-8198-9A4A-022C-935D10B9C0F7}"/>
          </ac:spMkLst>
        </pc:spChg>
        <pc:spChg chg="del">
          <ac:chgData name="Freda Shi" userId="e3bafef1-15f2-4eeb-acbe-fa674bab7991" providerId="ADAL" clId="{9555FC65-5A8C-4EE8-9D5B-8283D7A0923C}" dt="2026-01-19T08:00:56.098" v="39723" actId="478"/>
          <ac:spMkLst>
            <pc:docMk/>
            <pc:sldMk cId="3322073115" sldId="413"/>
            <ac:spMk id="3" creationId="{ABF0EC83-3427-08DD-7328-8D151B8887A6}"/>
          </ac:spMkLst>
        </pc:spChg>
        <pc:spChg chg="mod">
          <ac:chgData name="Freda Shi" userId="e3bafef1-15f2-4eeb-acbe-fa674bab7991" providerId="ADAL" clId="{9555FC65-5A8C-4EE8-9D5B-8283D7A0923C}" dt="2026-01-19T08:00:56.599" v="39724"/>
          <ac:spMkLst>
            <pc:docMk/>
            <pc:sldMk cId="3322073115" sldId="413"/>
            <ac:spMk id="9" creationId="{B6B5405A-309F-BB4A-129E-BF9C71916591}"/>
          </ac:spMkLst>
        </pc:spChg>
        <pc:spChg chg="mod">
          <ac:chgData name="Freda Shi" userId="e3bafef1-15f2-4eeb-acbe-fa674bab7991" providerId="ADAL" clId="{9555FC65-5A8C-4EE8-9D5B-8283D7A0923C}" dt="2026-01-19T08:00:56.599" v="39724"/>
          <ac:spMkLst>
            <pc:docMk/>
            <pc:sldMk cId="3322073115" sldId="413"/>
            <ac:spMk id="27" creationId="{236A5B24-BCA4-2A98-77D4-7D0EBEBF19A7}"/>
          </ac:spMkLst>
        </pc:spChg>
        <pc:spChg chg="mod">
          <ac:chgData name="Freda Shi" userId="e3bafef1-15f2-4eeb-acbe-fa674bab7991" providerId="ADAL" clId="{9555FC65-5A8C-4EE8-9D5B-8283D7A0923C}" dt="2026-01-19T08:00:56.599" v="39724"/>
          <ac:spMkLst>
            <pc:docMk/>
            <pc:sldMk cId="3322073115" sldId="413"/>
            <ac:spMk id="29" creationId="{F6085EE5-7892-5F9B-273B-BCE300D0C392}"/>
          </ac:spMkLst>
        </pc:spChg>
        <pc:spChg chg="mod">
          <ac:chgData name="Freda Shi" userId="e3bafef1-15f2-4eeb-acbe-fa674bab7991" providerId="ADAL" clId="{9555FC65-5A8C-4EE8-9D5B-8283D7A0923C}" dt="2026-01-19T08:00:56.599" v="39724"/>
          <ac:spMkLst>
            <pc:docMk/>
            <pc:sldMk cId="3322073115" sldId="413"/>
            <ac:spMk id="39" creationId="{62EA780B-CA8D-3AF4-C57B-612214DFC311}"/>
          </ac:spMkLst>
        </pc:spChg>
        <pc:spChg chg="mod">
          <ac:chgData name="Freda Shi" userId="e3bafef1-15f2-4eeb-acbe-fa674bab7991" providerId="ADAL" clId="{9555FC65-5A8C-4EE8-9D5B-8283D7A0923C}" dt="2026-01-19T08:00:56.599" v="39724"/>
          <ac:spMkLst>
            <pc:docMk/>
            <pc:sldMk cId="3322073115" sldId="413"/>
            <ac:spMk id="43" creationId="{A9512485-C17B-9C35-C661-5F36EED70188}"/>
          </ac:spMkLst>
        </pc:spChg>
        <pc:spChg chg="mod">
          <ac:chgData name="Freda Shi" userId="e3bafef1-15f2-4eeb-acbe-fa674bab7991" providerId="ADAL" clId="{9555FC65-5A8C-4EE8-9D5B-8283D7A0923C}" dt="2026-01-19T08:00:56.599" v="39724"/>
          <ac:spMkLst>
            <pc:docMk/>
            <pc:sldMk cId="3322073115" sldId="413"/>
            <ac:spMk id="56" creationId="{83FB6D3A-5ED2-B6A4-F4BF-198FCCC6E493}"/>
          </ac:spMkLst>
        </pc:spChg>
        <pc:spChg chg="mod">
          <ac:chgData name="Freda Shi" userId="e3bafef1-15f2-4eeb-acbe-fa674bab7991" providerId="ADAL" clId="{9555FC65-5A8C-4EE8-9D5B-8283D7A0923C}" dt="2026-01-19T08:00:56.599" v="39724"/>
          <ac:spMkLst>
            <pc:docMk/>
            <pc:sldMk cId="3322073115" sldId="413"/>
            <ac:spMk id="60" creationId="{80687BBC-7379-6F0D-DAD5-39C56851C927}"/>
          </ac:spMkLst>
        </pc:spChg>
        <pc:spChg chg="mod">
          <ac:chgData name="Freda Shi" userId="e3bafef1-15f2-4eeb-acbe-fa674bab7991" providerId="ADAL" clId="{9555FC65-5A8C-4EE8-9D5B-8283D7A0923C}" dt="2026-01-19T08:00:56.599" v="39724"/>
          <ac:spMkLst>
            <pc:docMk/>
            <pc:sldMk cId="3322073115" sldId="413"/>
            <ac:spMk id="63" creationId="{E6D0FF63-168D-5E3D-9831-6182723B4196}"/>
          </ac:spMkLst>
        </pc:spChg>
        <pc:spChg chg="mod">
          <ac:chgData name="Freda Shi" userId="e3bafef1-15f2-4eeb-acbe-fa674bab7991" providerId="ADAL" clId="{9555FC65-5A8C-4EE8-9D5B-8283D7A0923C}" dt="2026-01-19T08:00:56.599" v="39724"/>
          <ac:spMkLst>
            <pc:docMk/>
            <pc:sldMk cId="3322073115" sldId="413"/>
            <ac:spMk id="69" creationId="{17FA4B9A-7A96-F0C0-2116-9F6CDCD46FAE}"/>
          </ac:spMkLst>
        </pc:spChg>
        <pc:spChg chg="mod">
          <ac:chgData name="Freda Shi" userId="e3bafef1-15f2-4eeb-acbe-fa674bab7991" providerId="ADAL" clId="{9555FC65-5A8C-4EE8-9D5B-8283D7A0923C}" dt="2026-01-19T08:00:56.599" v="39724"/>
          <ac:spMkLst>
            <pc:docMk/>
            <pc:sldMk cId="3322073115" sldId="413"/>
            <ac:spMk id="72" creationId="{C149FF7E-44D6-AC06-7803-680ADC9B26E2}"/>
          </ac:spMkLst>
        </pc:spChg>
      </pc:sldChg>
      <pc:sldChg chg="addSp delSp modSp new mod modAnim">
        <pc:chgData name="Freda Shi" userId="e3bafef1-15f2-4eeb-acbe-fa674bab7991" providerId="ADAL" clId="{9555FC65-5A8C-4EE8-9D5B-8283D7A0923C}" dt="2026-01-19T08:03:25.499" v="39867"/>
        <pc:sldMkLst>
          <pc:docMk/>
          <pc:sldMk cId="3684144816" sldId="414"/>
        </pc:sldMkLst>
        <pc:spChg chg="mod">
          <ac:chgData name="Freda Shi" userId="e3bafef1-15f2-4eeb-acbe-fa674bab7991" providerId="ADAL" clId="{9555FC65-5A8C-4EE8-9D5B-8283D7A0923C}" dt="2026-01-19T08:01:57.147" v="39787" actId="20577"/>
          <ac:spMkLst>
            <pc:docMk/>
            <pc:sldMk cId="3684144816" sldId="414"/>
            <ac:spMk id="2" creationId="{1F095F65-0873-8D6E-1C43-9C1B34B8C08A}"/>
          </ac:spMkLst>
        </pc:spChg>
        <pc:spChg chg="del">
          <ac:chgData name="Freda Shi" userId="e3bafef1-15f2-4eeb-acbe-fa674bab7991" providerId="ADAL" clId="{9555FC65-5A8C-4EE8-9D5B-8283D7A0923C}" dt="2026-01-19T08:02:10.618" v="39788" actId="478"/>
          <ac:spMkLst>
            <pc:docMk/>
            <pc:sldMk cId="3684144816" sldId="414"/>
            <ac:spMk id="3" creationId="{59C75A38-11E2-669F-E6C4-7CAFB1C5147D}"/>
          </ac:spMkLst>
        </pc:spChg>
        <pc:spChg chg="mod">
          <ac:chgData name="Freda Shi" userId="e3bafef1-15f2-4eeb-acbe-fa674bab7991" providerId="ADAL" clId="{9555FC65-5A8C-4EE8-9D5B-8283D7A0923C}" dt="2026-01-19T08:02:10.955" v="39789"/>
          <ac:spMkLst>
            <pc:docMk/>
            <pc:sldMk cId="3684144816" sldId="414"/>
            <ac:spMk id="50" creationId="{670C062D-99CA-4DC2-8E2F-2215E6B2BE8B}"/>
          </ac:spMkLst>
        </pc:spChg>
        <pc:spChg chg="mod">
          <ac:chgData name="Freda Shi" userId="e3bafef1-15f2-4eeb-acbe-fa674bab7991" providerId="ADAL" clId="{9555FC65-5A8C-4EE8-9D5B-8283D7A0923C}" dt="2026-01-19T08:02:10.955" v="39789"/>
          <ac:spMkLst>
            <pc:docMk/>
            <pc:sldMk cId="3684144816" sldId="414"/>
            <ac:spMk id="70" creationId="{16599F24-5A12-C0F7-BA66-AD51531FB67D}"/>
          </ac:spMkLst>
        </pc:spChg>
        <pc:spChg chg="mod">
          <ac:chgData name="Freda Shi" userId="e3bafef1-15f2-4eeb-acbe-fa674bab7991" providerId="ADAL" clId="{9555FC65-5A8C-4EE8-9D5B-8283D7A0923C}" dt="2026-01-19T08:02:10.955" v="39789"/>
          <ac:spMkLst>
            <pc:docMk/>
            <pc:sldMk cId="3684144816" sldId="414"/>
            <ac:spMk id="72" creationId="{C4428C59-A00C-0742-1B32-DD79C8D8E306}"/>
          </ac:spMkLst>
        </pc:spChg>
        <pc:spChg chg="mod">
          <ac:chgData name="Freda Shi" userId="e3bafef1-15f2-4eeb-acbe-fa674bab7991" providerId="ADAL" clId="{9555FC65-5A8C-4EE8-9D5B-8283D7A0923C}" dt="2026-01-19T08:02:10.955" v="39789"/>
          <ac:spMkLst>
            <pc:docMk/>
            <pc:sldMk cId="3684144816" sldId="414"/>
            <ac:spMk id="85" creationId="{BD9AD34E-7A7C-CB5D-A2DA-F2B91981975D}"/>
          </ac:spMkLst>
        </pc:spChg>
        <pc:spChg chg="mod">
          <ac:chgData name="Freda Shi" userId="e3bafef1-15f2-4eeb-acbe-fa674bab7991" providerId="ADAL" clId="{9555FC65-5A8C-4EE8-9D5B-8283D7A0923C}" dt="2026-01-19T08:02:10.955" v="39789"/>
          <ac:spMkLst>
            <pc:docMk/>
            <pc:sldMk cId="3684144816" sldId="414"/>
            <ac:spMk id="93" creationId="{37C25BDF-C454-795B-B2BF-49255A1864E5}"/>
          </ac:spMkLst>
        </pc:spChg>
        <pc:spChg chg="mod">
          <ac:chgData name="Freda Shi" userId="e3bafef1-15f2-4eeb-acbe-fa674bab7991" providerId="ADAL" clId="{9555FC65-5A8C-4EE8-9D5B-8283D7A0923C}" dt="2026-01-19T08:02:10.955" v="39789"/>
          <ac:spMkLst>
            <pc:docMk/>
            <pc:sldMk cId="3684144816" sldId="414"/>
            <ac:spMk id="113" creationId="{4BB6290F-F17B-2A74-38B3-7C5B9308B5E6}"/>
          </ac:spMkLst>
        </pc:spChg>
        <pc:spChg chg="mod">
          <ac:chgData name="Freda Shi" userId="e3bafef1-15f2-4eeb-acbe-fa674bab7991" providerId="ADAL" clId="{9555FC65-5A8C-4EE8-9D5B-8283D7A0923C}" dt="2026-01-19T08:02:10.955" v="39789"/>
          <ac:spMkLst>
            <pc:docMk/>
            <pc:sldMk cId="3684144816" sldId="414"/>
            <ac:spMk id="115" creationId="{F5B3297E-B676-A5A0-8412-E3D1E97AE628}"/>
          </ac:spMkLst>
        </pc:spChg>
        <pc:spChg chg="mod">
          <ac:chgData name="Freda Shi" userId="e3bafef1-15f2-4eeb-acbe-fa674bab7991" providerId="ADAL" clId="{9555FC65-5A8C-4EE8-9D5B-8283D7A0923C}" dt="2026-01-19T08:02:10.955" v="39789"/>
          <ac:spMkLst>
            <pc:docMk/>
            <pc:sldMk cId="3684144816" sldId="414"/>
            <ac:spMk id="128" creationId="{4603431D-314F-9439-5A67-6828C73E6E3E}"/>
          </ac:spMkLst>
        </pc:spChg>
        <pc:spChg chg="mod">
          <ac:chgData name="Freda Shi" userId="e3bafef1-15f2-4eeb-acbe-fa674bab7991" providerId="ADAL" clId="{9555FC65-5A8C-4EE8-9D5B-8283D7A0923C}" dt="2026-01-19T08:02:10.955" v="39789"/>
          <ac:spMkLst>
            <pc:docMk/>
            <pc:sldMk cId="3684144816" sldId="414"/>
            <ac:spMk id="134" creationId="{4391039C-0429-52DE-EAEE-D5B894DB2102}"/>
          </ac:spMkLst>
        </pc:spChg>
        <pc:spChg chg="add del mod">
          <ac:chgData name="Freda Shi" userId="e3bafef1-15f2-4eeb-acbe-fa674bab7991" providerId="ADAL" clId="{9555FC65-5A8C-4EE8-9D5B-8283D7A0923C}" dt="2026-01-19T08:03:25.278" v="39866" actId="478"/>
          <ac:spMkLst>
            <pc:docMk/>
            <pc:sldMk cId="3684144816" sldId="414"/>
            <ac:spMk id="138" creationId="{A4A74693-C62C-DB49-BF0B-D72B1384AC9E}"/>
          </ac:spMkLst>
        </pc:spChg>
        <pc:spChg chg="del mod">
          <ac:chgData name="Freda Shi" userId="e3bafef1-15f2-4eeb-acbe-fa674bab7991" providerId="ADAL" clId="{9555FC65-5A8C-4EE8-9D5B-8283D7A0923C}" dt="2026-01-19T08:03:25.278" v="39866" actId="478"/>
          <ac:spMkLst>
            <pc:docMk/>
            <pc:sldMk cId="3684144816" sldId="414"/>
            <ac:spMk id="139" creationId="{8269ED1A-BD63-E0B1-C680-27338E0B6E6A}"/>
          </ac:spMkLst>
        </pc:spChg>
        <pc:spChg chg="add mod">
          <ac:chgData name="Freda Shi" userId="e3bafef1-15f2-4eeb-acbe-fa674bab7991" providerId="ADAL" clId="{9555FC65-5A8C-4EE8-9D5B-8283D7A0923C}" dt="2026-01-19T08:03:25.499" v="39867"/>
          <ac:spMkLst>
            <pc:docMk/>
            <pc:sldMk cId="3684144816" sldId="414"/>
            <ac:spMk id="140" creationId="{8CAA52A3-D7A6-EE48-165C-53758236322F}"/>
          </ac:spMkLst>
        </pc:spChg>
        <pc:spChg chg="add mod">
          <ac:chgData name="Freda Shi" userId="e3bafef1-15f2-4eeb-acbe-fa674bab7991" providerId="ADAL" clId="{9555FC65-5A8C-4EE8-9D5B-8283D7A0923C}" dt="2026-01-19T08:03:25.499" v="39867"/>
          <ac:spMkLst>
            <pc:docMk/>
            <pc:sldMk cId="3684144816" sldId="414"/>
            <ac:spMk id="141" creationId="{7E2BC1DF-C98D-A538-D240-36A952BA85D2}"/>
          </ac:spMkLst>
        </pc:spChg>
      </pc:sldChg>
      <pc:sldChg chg="addSp delSp modSp new mod modAnim">
        <pc:chgData name="Freda Shi" userId="e3bafef1-15f2-4eeb-acbe-fa674bab7991" providerId="ADAL" clId="{9555FC65-5A8C-4EE8-9D5B-8283D7A0923C}" dt="2026-01-19T08:03:10.672" v="39845" actId="1037"/>
        <pc:sldMkLst>
          <pc:docMk/>
          <pc:sldMk cId="3419398726" sldId="415"/>
        </pc:sldMkLst>
        <pc:spChg chg="mod">
          <ac:chgData name="Freda Shi" userId="e3bafef1-15f2-4eeb-acbe-fa674bab7991" providerId="ADAL" clId="{9555FC65-5A8C-4EE8-9D5B-8283D7A0923C}" dt="2026-01-19T08:02:39.172" v="39821" actId="20577"/>
          <ac:spMkLst>
            <pc:docMk/>
            <pc:sldMk cId="3419398726" sldId="415"/>
            <ac:spMk id="2" creationId="{6BAEEF7F-7F05-B795-93D3-48913686BC91}"/>
          </ac:spMkLst>
        </pc:spChg>
        <pc:spChg chg="del">
          <ac:chgData name="Freda Shi" userId="e3bafef1-15f2-4eeb-acbe-fa674bab7991" providerId="ADAL" clId="{9555FC65-5A8C-4EE8-9D5B-8283D7A0923C}" dt="2026-01-19T08:02:41.507" v="39822" actId="478"/>
          <ac:spMkLst>
            <pc:docMk/>
            <pc:sldMk cId="3419398726" sldId="415"/>
            <ac:spMk id="3" creationId="{347E3B41-572C-F49B-2D0A-31CDDA619F3D}"/>
          </ac:spMkLst>
        </pc:spChg>
        <pc:spChg chg="mod">
          <ac:chgData name="Freda Shi" userId="e3bafef1-15f2-4eeb-acbe-fa674bab7991" providerId="ADAL" clId="{9555FC65-5A8C-4EE8-9D5B-8283D7A0923C}" dt="2026-01-19T08:02:41.731" v="39823"/>
          <ac:spMkLst>
            <pc:docMk/>
            <pc:sldMk cId="3419398726" sldId="415"/>
            <ac:spMk id="17" creationId="{39E170EA-E264-C20E-1221-631EC631B636}"/>
          </ac:spMkLst>
        </pc:spChg>
        <pc:spChg chg="mod">
          <ac:chgData name="Freda Shi" userId="e3bafef1-15f2-4eeb-acbe-fa674bab7991" providerId="ADAL" clId="{9555FC65-5A8C-4EE8-9D5B-8283D7A0923C}" dt="2026-01-19T08:02:41.731" v="39823"/>
          <ac:spMkLst>
            <pc:docMk/>
            <pc:sldMk cId="3419398726" sldId="415"/>
            <ac:spMk id="21" creationId="{FE9A5281-4469-B583-C73F-98874B5ABB03}"/>
          </ac:spMkLst>
        </pc:spChg>
        <pc:spChg chg="mod">
          <ac:chgData name="Freda Shi" userId="e3bafef1-15f2-4eeb-acbe-fa674bab7991" providerId="ADAL" clId="{9555FC65-5A8C-4EE8-9D5B-8283D7A0923C}" dt="2026-01-19T08:03:10.672" v="39845" actId="1037"/>
          <ac:spMkLst>
            <pc:docMk/>
            <pc:sldMk cId="3419398726" sldId="415"/>
            <ac:spMk id="28" creationId="{8094E59F-763B-6469-1463-90FD73EF91A4}"/>
          </ac:spMkLst>
        </pc:spChg>
        <pc:spChg chg="mod">
          <ac:chgData name="Freda Shi" userId="e3bafef1-15f2-4eeb-acbe-fa674bab7991" providerId="ADAL" clId="{9555FC65-5A8C-4EE8-9D5B-8283D7A0923C}" dt="2026-01-19T08:03:10.672" v="39845" actId="1037"/>
          <ac:spMkLst>
            <pc:docMk/>
            <pc:sldMk cId="3419398726" sldId="415"/>
            <ac:spMk id="29" creationId="{4E73220B-276E-E541-5099-74B9B75DB460}"/>
          </ac:spMkLst>
        </pc:spChg>
        <pc:spChg chg="mod">
          <ac:chgData name="Freda Shi" userId="e3bafef1-15f2-4eeb-acbe-fa674bab7991" providerId="ADAL" clId="{9555FC65-5A8C-4EE8-9D5B-8283D7A0923C}" dt="2026-01-19T08:02:41.731" v="39823"/>
          <ac:spMkLst>
            <pc:docMk/>
            <pc:sldMk cId="3419398726" sldId="415"/>
            <ac:spMk id="38" creationId="{032153A6-5684-7803-F999-B5261895EF1B}"/>
          </ac:spMkLst>
        </pc:spChg>
        <pc:spChg chg="mod">
          <ac:chgData name="Freda Shi" userId="e3bafef1-15f2-4eeb-acbe-fa674bab7991" providerId="ADAL" clId="{9555FC65-5A8C-4EE8-9D5B-8283D7A0923C}" dt="2026-01-19T08:02:41.731" v="39823"/>
          <ac:spMkLst>
            <pc:docMk/>
            <pc:sldMk cId="3419398726" sldId="415"/>
            <ac:spMk id="43" creationId="{FF0F2AEA-9892-CBB2-E463-328E860E4857}"/>
          </ac:spMkLst>
        </pc:spChg>
        <pc:spChg chg="mod">
          <ac:chgData name="Freda Shi" userId="e3bafef1-15f2-4eeb-acbe-fa674bab7991" providerId="ADAL" clId="{9555FC65-5A8C-4EE8-9D5B-8283D7A0923C}" dt="2026-01-19T08:02:41.731" v="39823"/>
          <ac:spMkLst>
            <pc:docMk/>
            <pc:sldMk cId="3419398726" sldId="415"/>
            <ac:spMk id="66" creationId="{3A59DFE9-9432-0A10-945C-B806924D9E04}"/>
          </ac:spMkLst>
        </pc:spChg>
        <pc:spChg chg="mod">
          <ac:chgData name="Freda Shi" userId="e3bafef1-15f2-4eeb-acbe-fa674bab7991" providerId="ADAL" clId="{9555FC65-5A8C-4EE8-9D5B-8283D7A0923C}" dt="2026-01-19T08:02:41.731" v="39823"/>
          <ac:spMkLst>
            <pc:docMk/>
            <pc:sldMk cId="3419398726" sldId="415"/>
            <ac:spMk id="81" creationId="{2FC803B2-8CD9-9EA2-614C-4942D64CEAE5}"/>
          </ac:spMkLst>
        </pc:spChg>
        <pc:spChg chg="mod">
          <ac:chgData name="Freda Shi" userId="e3bafef1-15f2-4eeb-acbe-fa674bab7991" providerId="ADAL" clId="{9555FC65-5A8C-4EE8-9D5B-8283D7A0923C}" dt="2026-01-19T08:02:41.731" v="39823"/>
          <ac:spMkLst>
            <pc:docMk/>
            <pc:sldMk cId="3419398726" sldId="415"/>
            <ac:spMk id="82" creationId="{33254417-B502-1975-24EB-F7CADDB5271C}"/>
          </ac:spMkLst>
        </pc:spChg>
        <pc:spChg chg="mod">
          <ac:chgData name="Freda Shi" userId="e3bafef1-15f2-4eeb-acbe-fa674bab7991" providerId="ADAL" clId="{9555FC65-5A8C-4EE8-9D5B-8283D7A0923C}" dt="2026-01-19T08:02:41.731" v="39823"/>
          <ac:spMkLst>
            <pc:docMk/>
            <pc:sldMk cId="3419398726" sldId="415"/>
            <ac:spMk id="86" creationId="{0CEA22EF-7E06-A70C-44B9-5C43A479FFF4}"/>
          </ac:spMkLst>
        </pc:spChg>
        <pc:spChg chg="mod">
          <ac:chgData name="Freda Shi" userId="e3bafef1-15f2-4eeb-acbe-fa674bab7991" providerId="ADAL" clId="{9555FC65-5A8C-4EE8-9D5B-8283D7A0923C}" dt="2026-01-19T08:02:41.731" v="39823"/>
          <ac:spMkLst>
            <pc:docMk/>
            <pc:sldMk cId="3419398726" sldId="415"/>
            <ac:spMk id="105" creationId="{DA656FB1-6BB0-3A37-D86B-643EBDD38E25}"/>
          </ac:spMkLst>
        </pc:spChg>
        <pc:spChg chg="mod">
          <ac:chgData name="Freda Shi" userId="e3bafef1-15f2-4eeb-acbe-fa674bab7991" providerId="ADAL" clId="{9555FC65-5A8C-4EE8-9D5B-8283D7A0923C}" dt="2026-01-19T08:02:41.731" v="39823"/>
          <ac:spMkLst>
            <pc:docMk/>
            <pc:sldMk cId="3419398726" sldId="415"/>
            <ac:spMk id="116" creationId="{2E1504A0-CAE7-966D-250F-91FD235A09B3}"/>
          </ac:spMkLst>
        </pc:spChg>
      </pc:sldChg>
      <pc:sldChg chg="addSp delSp modSp new mod modAnim">
        <pc:chgData name="Freda Shi" userId="e3bafef1-15f2-4eeb-acbe-fa674bab7991" providerId="ADAL" clId="{9555FC65-5A8C-4EE8-9D5B-8283D7A0923C}" dt="2026-01-19T08:12:00.219" v="39922" actId="1038"/>
        <pc:sldMkLst>
          <pc:docMk/>
          <pc:sldMk cId="2504500235" sldId="416"/>
        </pc:sldMkLst>
        <pc:spChg chg="mod">
          <ac:chgData name="Freda Shi" userId="e3bafef1-15f2-4eeb-acbe-fa674bab7991" providerId="ADAL" clId="{9555FC65-5A8C-4EE8-9D5B-8283D7A0923C}" dt="2026-01-19T08:04:36.315" v="39887" actId="20577"/>
          <ac:spMkLst>
            <pc:docMk/>
            <pc:sldMk cId="2504500235" sldId="416"/>
            <ac:spMk id="2" creationId="{499D6912-FDF5-FC92-23D2-282A7D5B2633}"/>
          </ac:spMkLst>
        </pc:spChg>
        <pc:spChg chg="del">
          <ac:chgData name="Freda Shi" userId="e3bafef1-15f2-4eeb-acbe-fa674bab7991" providerId="ADAL" clId="{9555FC65-5A8C-4EE8-9D5B-8283D7A0923C}" dt="2026-01-19T08:04:39.440" v="39888" actId="478"/>
          <ac:spMkLst>
            <pc:docMk/>
            <pc:sldMk cId="2504500235" sldId="416"/>
            <ac:spMk id="3" creationId="{873898FA-96BA-F78B-BBB4-20EAA0437622}"/>
          </ac:spMkLst>
        </pc:spChg>
        <pc:spChg chg="add mod">
          <ac:chgData name="Freda Shi" userId="e3bafef1-15f2-4eeb-acbe-fa674bab7991" providerId="ADAL" clId="{9555FC65-5A8C-4EE8-9D5B-8283D7A0923C}" dt="2026-01-19T08:04:39.693" v="39889"/>
          <ac:spMkLst>
            <pc:docMk/>
            <pc:sldMk cId="2504500235" sldId="416"/>
            <ac:spMk id="5" creationId="{13F2DEDC-A4D7-DF79-296F-E4FE66DDC9B5}"/>
          </ac:spMkLst>
        </pc:spChg>
        <pc:spChg chg="add mod">
          <ac:chgData name="Freda Shi" userId="e3bafef1-15f2-4eeb-acbe-fa674bab7991" providerId="ADAL" clId="{9555FC65-5A8C-4EE8-9D5B-8283D7A0923C}" dt="2026-01-19T08:04:39.693" v="39889"/>
          <ac:spMkLst>
            <pc:docMk/>
            <pc:sldMk cId="2504500235" sldId="416"/>
            <ac:spMk id="6" creationId="{E62523CA-381B-2C65-25B0-7D98F7B02CBF}"/>
          </ac:spMkLst>
        </pc:spChg>
        <pc:spChg chg="mod">
          <ac:chgData name="Freda Shi" userId="e3bafef1-15f2-4eeb-acbe-fa674bab7991" providerId="ADAL" clId="{9555FC65-5A8C-4EE8-9D5B-8283D7A0923C}" dt="2026-01-19T08:04:49.360" v="39891" actId="27636"/>
          <ac:spMkLst>
            <pc:docMk/>
            <pc:sldMk cId="2504500235" sldId="416"/>
            <ac:spMk id="7" creationId="{8A12C085-4032-5376-B40D-ACF66524CC59}"/>
          </ac:spMkLst>
        </pc:spChg>
        <pc:spChg chg="add mod">
          <ac:chgData name="Freda Shi" userId="e3bafef1-15f2-4eeb-acbe-fa674bab7991" providerId="ADAL" clId="{9555FC65-5A8C-4EE8-9D5B-8283D7A0923C}" dt="2026-01-19T08:04:49.237" v="39890"/>
          <ac:spMkLst>
            <pc:docMk/>
            <pc:sldMk cId="2504500235" sldId="416"/>
            <ac:spMk id="8" creationId="{1021E79E-8F3B-E568-6766-70619950C3C2}"/>
          </ac:spMkLst>
        </pc:spChg>
        <pc:spChg chg="add mod">
          <ac:chgData name="Freda Shi" userId="e3bafef1-15f2-4eeb-acbe-fa674bab7991" providerId="ADAL" clId="{9555FC65-5A8C-4EE8-9D5B-8283D7A0923C}" dt="2026-01-19T08:04:49.237" v="39890"/>
          <ac:spMkLst>
            <pc:docMk/>
            <pc:sldMk cId="2504500235" sldId="416"/>
            <ac:spMk id="21" creationId="{307DDECB-9644-46A2-93EA-DDEE56C3ECB5}"/>
          </ac:spMkLst>
        </pc:spChg>
        <pc:spChg chg="add mod">
          <ac:chgData name="Freda Shi" userId="e3bafef1-15f2-4eeb-acbe-fa674bab7991" providerId="ADAL" clId="{9555FC65-5A8C-4EE8-9D5B-8283D7A0923C}" dt="2026-01-19T08:04:49.237" v="39890"/>
          <ac:spMkLst>
            <pc:docMk/>
            <pc:sldMk cId="2504500235" sldId="416"/>
            <ac:spMk id="33" creationId="{16016DDB-BD6F-2303-05DF-3E4F8A55D289}"/>
          </ac:spMkLst>
        </pc:spChg>
        <pc:spChg chg="add mod">
          <ac:chgData name="Freda Shi" userId="e3bafef1-15f2-4eeb-acbe-fa674bab7991" providerId="ADAL" clId="{9555FC65-5A8C-4EE8-9D5B-8283D7A0923C}" dt="2026-01-19T08:04:49.237" v="39890"/>
          <ac:spMkLst>
            <pc:docMk/>
            <pc:sldMk cId="2504500235" sldId="416"/>
            <ac:spMk id="35" creationId="{B543A204-1857-7EC1-DAB4-A28B406EED0D}"/>
          </ac:spMkLst>
        </pc:spChg>
        <pc:spChg chg="add mod">
          <ac:chgData name="Freda Shi" userId="e3bafef1-15f2-4eeb-acbe-fa674bab7991" providerId="ADAL" clId="{9555FC65-5A8C-4EE8-9D5B-8283D7A0923C}" dt="2026-01-19T08:04:49.237" v="39890"/>
          <ac:spMkLst>
            <pc:docMk/>
            <pc:sldMk cId="2504500235" sldId="416"/>
            <ac:spMk id="56" creationId="{390672C9-5625-342D-3AF6-E073E6D7A631}"/>
          </ac:spMkLst>
        </pc:spChg>
        <pc:spChg chg="add mod">
          <ac:chgData name="Freda Shi" userId="e3bafef1-15f2-4eeb-acbe-fa674bab7991" providerId="ADAL" clId="{9555FC65-5A8C-4EE8-9D5B-8283D7A0923C}" dt="2026-01-19T08:04:49.237" v="39890"/>
          <ac:spMkLst>
            <pc:docMk/>
            <pc:sldMk cId="2504500235" sldId="416"/>
            <ac:spMk id="64" creationId="{F683C440-4854-E270-4FE1-665209C57FE1}"/>
          </ac:spMkLst>
        </pc:spChg>
        <pc:spChg chg="mod">
          <ac:chgData name="Freda Shi" userId="e3bafef1-15f2-4eeb-acbe-fa674bab7991" providerId="ADAL" clId="{9555FC65-5A8C-4EE8-9D5B-8283D7A0923C}" dt="2026-01-19T08:04:49.237" v="39890"/>
          <ac:spMkLst>
            <pc:docMk/>
            <pc:sldMk cId="2504500235" sldId="416"/>
            <ac:spMk id="83" creationId="{D4AD2FCD-1DF9-12CE-A116-F2B1FA94A1EA}"/>
          </ac:spMkLst>
        </pc:spChg>
        <pc:spChg chg="mod">
          <ac:chgData name="Freda Shi" userId="e3bafef1-15f2-4eeb-acbe-fa674bab7991" providerId="ADAL" clId="{9555FC65-5A8C-4EE8-9D5B-8283D7A0923C}" dt="2026-01-19T08:04:49.237" v="39890"/>
          <ac:spMkLst>
            <pc:docMk/>
            <pc:sldMk cId="2504500235" sldId="416"/>
            <ac:spMk id="85" creationId="{FB3FF8C6-A51D-B1B6-A303-F8FA08A587CB}"/>
          </ac:spMkLst>
        </pc:spChg>
        <pc:spChg chg="mod">
          <ac:chgData name="Freda Shi" userId="e3bafef1-15f2-4eeb-acbe-fa674bab7991" providerId="ADAL" clId="{9555FC65-5A8C-4EE8-9D5B-8283D7A0923C}" dt="2026-01-19T08:04:49.237" v="39890"/>
          <ac:spMkLst>
            <pc:docMk/>
            <pc:sldMk cId="2504500235" sldId="416"/>
            <ac:spMk id="88" creationId="{B5CBEC8E-9986-154D-5CF5-1B89B2B290FB}"/>
          </ac:spMkLst>
        </pc:spChg>
        <pc:spChg chg="mod">
          <ac:chgData name="Freda Shi" userId="e3bafef1-15f2-4eeb-acbe-fa674bab7991" providerId="ADAL" clId="{9555FC65-5A8C-4EE8-9D5B-8283D7A0923C}" dt="2026-01-19T08:04:49.237" v="39890"/>
          <ac:spMkLst>
            <pc:docMk/>
            <pc:sldMk cId="2504500235" sldId="416"/>
            <ac:spMk id="102" creationId="{950AE9F2-17AF-8C31-B3AB-A3EF360EEA5C}"/>
          </ac:spMkLst>
        </pc:spChg>
        <pc:grpChg chg="mod">
          <ac:chgData name="Freda Shi" userId="e3bafef1-15f2-4eeb-acbe-fa674bab7991" providerId="ADAL" clId="{9555FC65-5A8C-4EE8-9D5B-8283D7A0923C}" dt="2026-01-19T08:12:00.219" v="39922" actId="1038"/>
          <ac:grpSpMkLst>
            <pc:docMk/>
            <pc:sldMk cId="2504500235" sldId="416"/>
            <ac:grpSpMk id="87" creationId="{B895E8CF-B545-4A75-BBF7-733911FB3251}"/>
          </ac:grpSpMkLst>
        </pc:grpChg>
      </pc:sldChg>
      <pc:sldChg chg="addSp delSp modSp new mod modAnim">
        <pc:chgData name="Freda Shi" userId="e3bafef1-15f2-4eeb-acbe-fa674bab7991" providerId="ADAL" clId="{9555FC65-5A8C-4EE8-9D5B-8283D7A0923C}" dt="2026-01-19T08:12:58.219" v="40000" actId="1035"/>
        <pc:sldMkLst>
          <pc:docMk/>
          <pc:sldMk cId="4226541466" sldId="417"/>
        </pc:sldMkLst>
        <pc:spChg chg="mod">
          <ac:chgData name="Freda Shi" userId="e3bafef1-15f2-4eeb-acbe-fa674bab7991" providerId="ADAL" clId="{9555FC65-5A8C-4EE8-9D5B-8283D7A0923C}" dt="2026-01-19T08:12:14.951" v="39945" actId="20577"/>
          <ac:spMkLst>
            <pc:docMk/>
            <pc:sldMk cId="4226541466" sldId="417"/>
            <ac:spMk id="2" creationId="{07E77DCD-A940-287D-6F79-55825612EC6F}"/>
          </ac:spMkLst>
        </pc:spChg>
        <pc:spChg chg="del">
          <ac:chgData name="Freda Shi" userId="e3bafef1-15f2-4eeb-acbe-fa674bab7991" providerId="ADAL" clId="{9555FC65-5A8C-4EE8-9D5B-8283D7A0923C}" dt="2026-01-19T08:12:22.633" v="39946" actId="478"/>
          <ac:spMkLst>
            <pc:docMk/>
            <pc:sldMk cId="4226541466" sldId="417"/>
            <ac:spMk id="3" creationId="{3DE2BCBD-0236-CC2A-91A3-934ACBCC1C31}"/>
          </ac:spMkLst>
        </pc:spChg>
        <pc:spChg chg="mod">
          <ac:chgData name="Freda Shi" userId="e3bafef1-15f2-4eeb-acbe-fa674bab7991" providerId="ADAL" clId="{9555FC65-5A8C-4EE8-9D5B-8283D7A0923C}" dt="2026-01-19T08:12:22.982" v="39947"/>
          <ac:spMkLst>
            <pc:docMk/>
            <pc:sldMk cId="4226541466" sldId="417"/>
            <ac:spMk id="16" creationId="{2CD38F27-60EC-C83D-BFCA-C903A5974ECA}"/>
          </ac:spMkLst>
        </pc:spChg>
        <pc:spChg chg="mod">
          <ac:chgData name="Freda Shi" userId="e3bafef1-15f2-4eeb-acbe-fa674bab7991" providerId="ADAL" clId="{9555FC65-5A8C-4EE8-9D5B-8283D7A0923C}" dt="2026-01-19T08:12:22.982" v="39947"/>
          <ac:spMkLst>
            <pc:docMk/>
            <pc:sldMk cId="4226541466" sldId="417"/>
            <ac:spMk id="26" creationId="{B37DB913-8985-FBEE-2DC7-F63A6AFA6262}"/>
          </ac:spMkLst>
        </pc:spChg>
        <pc:spChg chg="mod">
          <ac:chgData name="Freda Shi" userId="e3bafef1-15f2-4eeb-acbe-fa674bab7991" providerId="ADAL" clId="{9555FC65-5A8C-4EE8-9D5B-8283D7A0923C}" dt="2026-01-19T08:12:22.982" v="39947"/>
          <ac:spMkLst>
            <pc:docMk/>
            <pc:sldMk cId="4226541466" sldId="417"/>
            <ac:spMk id="36" creationId="{ABEF2922-CC1D-EA15-EB29-7051291BEC1D}"/>
          </ac:spMkLst>
        </pc:spChg>
        <pc:spChg chg="mod">
          <ac:chgData name="Freda Shi" userId="e3bafef1-15f2-4eeb-acbe-fa674bab7991" providerId="ADAL" clId="{9555FC65-5A8C-4EE8-9D5B-8283D7A0923C}" dt="2026-01-19T08:12:22.982" v="39947"/>
          <ac:spMkLst>
            <pc:docMk/>
            <pc:sldMk cId="4226541466" sldId="417"/>
            <ac:spMk id="38" creationId="{52788365-8FAA-75BA-17FD-ECCC3361496A}"/>
          </ac:spMkLst>
        </pc:spChg>
        <pc:spChg chg="mod">
          <ac:chgData name="Freda Shi" userId="e3bafef1-15f2-4eeb-acbe-fa674bab7991" providerId="ADAL" clId="{9555FC65-5A8C-4EE8-9D5B-8283D7A0923C}" dt="2026-01-19T08:12:22.982" v="39947"/>
          <ac:spMkLst>
            <pc:docMk/>
            <pc:sldMk cId="4226541466" sldId="417"/>
            <ac:spMk id="69" creationId="{C73BF44D-F929-C951-8FA4-9FA36FFCFE91}"/>
          </ac:spMkLst>
        </pc:spChg>
        <pc:spChg chg="mod">
          <ac:chgData name="Freda Shi" userId="e3bafef1-15f2-4eeb-acbe-fa674bab7991" providerId="ADAL" clId="{9555FC65-5A8C-4EE8-9D5B-8283D7A0923C}" dt="2026-01-19T08:12:22.982" v="39947"/>
          <ac:spMkLst>
            <pc:docMk/>
            <pc:sldMk cId="4226541466" sldId="417"/>
            <ac:spMk id="74" creationId="{1DB74EBD-CA6F-8D0A-C94D-6BD44E8793AE}"/>
          </ac:spMkLst>
        </pc:spChg>
        <pc:spChg chg="mod">
          <ac:chgData name="Freda Shi" userId="e3bafef1-15f2-4eeb-acbe-fa674bab7991" providerId="ADAL" clId="{9555FC65-5A8C-4EE8-9D5B-8283D7A0923C}" dt="2026-01-19T08:12:22.982" v="39947"/>
          <ac:spMkLst>
            <pc:docMk/>
            <pc:sldMk cId="4226541466" sldId="417"/>
            <ac:spMk id="82" creationId="{AC1B6E8C-6CFF-84D5-CB23-1441A651581C}"/>
          </ac:spMkLst>
        </pc:spChg>
        <pc:spChg chg="mod">
          <ac:chgData name="Freda Shi" userId="e3bafef1-15f2-4eeb-acbe-fa674bab7991" providerId="ADAL" clId="{9555FC65-5A8C-4EE8-9D5B-8283D7A0923C}" dt="2026-01-19T08:12:22.982" v="39947"/>
          <ac:spMkLst>
            <pc:docMk/>
            <pc:sldMk cId="4226541466" sldId="417"/>
            <ac:spMk id="83" creationId="{8F9E86D0-DC15-4DF0-6F81-38ABBFA0CE5B}"/>
          </ac:spMkLst>
        </pc:spChg>
        <pc:spChg chg="mod">
          <ac:chgData name="Freda Shi" userId="e3bafef1-15f2-4eeb-acbe-fa674bab7991" providerId="ADAL" clId="{9555FC65-5A8C-4EE8-9D5B-8283D7A0923C}" dt="2026-01-19T08:12:22.982" v="39947"/>
          <ac:spMkLst>
            <pc:docMk/>
            <pc:sldMk cId="4226541466" sldId="417"/>
            <ac:spMk id="86" creationId="{A2197FDE-748B-9005-1D84-16E35094A891}"/>
          </ac:spMkLst>
        </pc:spChg>
        <pc:spChg chg="mod">
          <ac:chgData name="Freda Shi" userId="e3bafef1-15f2-4eeb-acbe-fa674bab7991" providerId="ADAL" clId="{9555FC65-5A8C-4EE8-9D5B-8283D7A0923C}" dt="2026-01-19T08:12:22.982" v="39947"/>
          <ac:spMkLst>
            <pc:docMk/>
            <pc:sldMk cId="4226541466" sldId="417"/>
            <ac:spMk id="97" creationId="{74907F15-5B11-D375-4C3E-1698063143C1}"/>
          </ac:spMkLst>
        </pc:spChg>
        <pc:spChg chg="mod">
          <ac:chgData name="Freda Shi" userId="e3bafef1-15f2-4eeb-acbe-fa674bab7991" providerId="ADAL" clId="{9555FC65-5A8C-4EE8-9D5B-8283D7A0923C}" dt="2026-01-19T08:12:43.350" v="39969" actId="1035"/>
          <ac:spMkLst>
            <pc:docMk/>
            <pc:sldMk cId="4226541466" sldId="417"/>
            <ac:spMk id="108" creationId="{24F08858-C060-2EC8-8156-038C7FBD2A22}"/>
          </ac:spMkLst>
        </pc:spChg>
        <pc:spChg chg="mod">
          <ac:chgData name="Freda Shi" userId="e3bafef1-15f2-4eeb-acbe-fa674bab7991" providerId="ADAL" clId="{9555FC65-5A8C-4EE8-9D5B-8283D7A0923C}" dt="2026-01-19T08:12:35.431" v="39949"/>
          <ac:spMkLst>
            <pc:docMk/>
            <pc:sldMk cId="4226541466" sldId="417"/>
            <ac:spMk id="132" creationId="{D60ED3B0-7C55-E05E-ABFB-40C9E7DC40A3}"/>
          </ac:spMkLst>
        </pc:spChg>
        <pc:spChg chg="mod">
          <ac:chgData name="Freda Shi" userId="e3bafef1-15f2-4eeb-acbe-fa674bab7991" providerId="ADAL" clId="{9555FC65-5A8C-4EE8-9D5B-8283D7A0923C}" dt="2026-01-19T08:12:35.431" v="39949"/>
          <ac:spMkLst>
            <pc:docMk/>
            <pc:sldMk cId="4226541466" sldId="417"/>
            <ac:spMk id="134" creationId="{B224BAE9-B58F-DF60-6A1A-26D97D3F9323}"/>
          </ac:spMkLst>
        </pc:spChg>
        <pc:spChg chg="mod">
          <ac:chgData name="Freda Shi" userId="e3bafef1-15f2-4eeb-acbe-fa674bab7991" providerId="ADAL" clId="{9555FC65-5A8C-4EE8-9D5B-8283D7A0923C}" dt="2026-01-19T08:12:35.431" v="39949"/>
          <ac:spMkLst>
            <pc:docMk/>
            <pc:sldMk cId="4226541466" sldId="417"/>
            <ac:spMk id="141" creationId="{308EC36A-A351-A9A1-0650-4A3A85210F09}"/>
          </ac:spMkLst>
        </pc:spChg>
        <pc:spChg chg="mod">
          <ac:chgData name="Freda Shi" userId="e3bafef1-15f2-4eeb-acbe-fa674bab7991" providerId="ADAL" clId="{9555FC65-5A8C-4EE8-9D5B-8283D7A0923C}" dt="2026-01-19T08:12:35.431" v="39949"/>
          <ac:spMkLst>
            <pc:docMk/>
            <pc:sldMk cId="4226541466" sldId="417"/>
            <ac:spMk id="145" creationId="{1D4BE0FE-6A5C-1D4C-1CED-A1F8E57A0C86}"/>
          </ac:spMkLst>
        </pc:spChg>
        <pc:spChg chg="mod">
          <ac:chgData name="Freda Shi" userId="e3bafef1-15f2-4eeb-acbe-fa674bab7991" providerId="ADAL" clId="{9555FC65-5A8C-4EE8-9D5B-8283D7A0923C}" dt="2026-01-19T08:12:35.431" v="39949"/>
          <ac:spMkLst>
            <pc:docMk/>
            <pc:sldMk cId="4226541466" sldId="417"/>
            <ac:spMk id="152" creationId="{D30E2EBD-73EF-CAA2-F4A9-1B379D1FE18C}"/>
          </ac:spMkLst>
        </pc:spChg>
        <pc:spChg chg="mod">
          <ac:chgData name="Freda Shi" userId="e3bafef1-15f2-4eeb-acbe-fa674bab7991" providerId="ADAL" clId="{9555FC65-5A8C-4EE8-9D5B-8283D7A0923C}" dt="2026-01-19T08:12:35.431" v="39949"/>
          <ac:spMkLst>
            <pc:docMk/>
            <pc:sldMk cId="4226541466" sldId="417"/>
            <ac:spMk id="173" creationId="{5D01A1E2-0ADB-96D6-73CE-83D71D000DEC}"/>
          </ac:spMkLst>
        </pc:spChg>
        <pc:spChg chg="mod">
          <ac:chgData name="Freda Shi" userId="e3bafef1-15f2-4eeb-acbe-fa674bab7991" providerId="ADAL" clId="{9555FC65-5A8C-4EE8-9D5B-8283D7A0923C}" dt="2026-01-19T08:12:35.431" v="39949"/>
          <ac:spMkLst>
            <pc:docMk/>
            <pc:sldMk cId="4226541466" sldId="417"/>
            <ac:spMk id="179" creationId="{91E7DF70-2322-A45C-B116-D2FC31787C60}"/>
          </ac:spMkLst>
        </pc:spChg>
        <pc:spChg chg="mod">
          <ac:chgData name="Freda Shi" userId="e3bafef1-15f2-4eeb-acbe-fa674bab7991" providerId="ADAL" clId="{9555FC65-5A8C-4EE8-9D5B-8283D7A0923C}" dt="2026-01-19T08:12:35.431" v="39949"/>
          <ac:spMkLst>
            <pc:docMk/>
            <pc:sldMk cId="4226541466" sldId="417"/>
            <ac:spMk id="188" creationId="{4C72E53A-5545-A888-A5D1-979DB1FB437C}"/>
          </ac:spMkLst>
        </pc:spChg>
        <pc:spChg chg="mod">
          <ac:chgData name="Freda Shi" userId="e3bafef1-15f2-4eeb-acbe-fa674bab7991" providerId="ADAL" clId="{9555FC65-5A8C-4EE8-9D5B-8283D7A0923C}" dt="2026-01-19T08:12:35.431" v="39949"/>
          <ac:spMkLst>
            <pc:docMk/>
            <pc:sldMk cId="4226541466" sldId="417"/>
            <ac:spMk id="194" creationId="{D91CBCF6-45B9-EB75-9722-94FFE1D0AA20}"/>
          </ac:spMkLst>
        </pc:spChg>
        <pc:spChg chg="mod">
          <ac:chgData name="Freda Shi" userId="e3bafef1-15f2-4eeb-acbe-fa674bab7991" providerId="ADAL" clId="{9555FC65-5A8C-4EE8-9D5B-8283D7A0923C}" dt="2026-01-19T08:12:35.431" v="39949"/>
          <ac:spMkLst>
            <pc:docMk/>
            <pc:sldMk cId="4226541466" sldId="417"/>
            <ac:spMk id="196" creationId="{5CE68CC1-2AEA-9331-0AA6-7902DF9A2ED5}"/>
          </ac:spMkLst>
        </pc:spChg>
        <pc:grpChg chg="mod">
          <ac:chgData name="Freda Shi" userId="e3bafef1-15f2-4eeb-acbe-fa674bab7991" providerId="ADAL" clId="{9555FC65-5A8C-4EE8-9D5B-8283D7A0923C}" dt="2026-01-19T08:12:43.350" v="39969" actId="1035"/>
          <ac:grpSpMkLst>
            <pc:docMk/>
            <pc:sldMk cId="4226541466" sldId="417"/>
            <ac:grpSpMk id="109" creationId="{E5CA3972-D14E-632A-7E12-16C1FF4FE55F}"/>
          </ac:grpSpMkLst>
        </pc:grpChg>
        <pc:grpChg chg="mod">
          <ac:chgData name="Freda Shi" userId="e3bafef1-15f2-4eeb-acbe-fa674bab7991" providerId="ADAL" clId="{9555FC65-5A8C-4EE8-9D5B-8283D7A0923C}" dt="2026-01-19T08:12:43.350" v="39969" actId="1035"/>
          <ac:grpSpMkLst>
            <pc:docMk/>
            <pc:sldMk cId="4226541466" sldId="417"/>
            <ac:grpSpMk id="139" creationId="{C755DA6E-A603-C7FA-BBA8-308330638E87}"/>
          </ac:grpSpMkLst>
        </pc:grpChg>
        <pc:grpChg chg="mod">
          <ac:chgData name="Freda Shi" userId="e3bafef1-15f2-4eeb-acbe-fa674bab7991" providerId="ADAL" clId="{9555FC65-5A8C-4EE8-9D5B-8283D7A0923C}" dt="2026-01-19T08:12:43.350" v="39969" actId="1035"/>
          <ac:grpSpMkLst>
            <pc:docMk/>
            <pc:sldMk cId="4226541466" sldId="417"/>
            <ac:grpSpMk id="182" creationId="{9A2E3FAE-A5D7-1B9C-4AFA-8CAF8D9B2483}"/>
          </ac:grpSpMkLst>
        </pc:grpChg>
        <pc:grpChg chg="mod">
          <ac:chgData name="Freda Shi" userId="e3bafef1-15f2-4eeb-acbe-fa674bab7991" providerId="ADAL" clId="{9555FC65-5A8C-4EE8-9D5B-8283D7A0923C}" dt="2026-01-19T08:12:58.219" v="40000" actId="1035"/>
          <ac:grpSpMkLst>
            <pc:docMk/>
            <pc:sldMk cId="4226541466" sldId="417"/>
            <ac:grpSpMk id="204" creationId="{A480956D-D90D-4CE5-530E-FA5E1A6CD601}"/>
          </ac:grpSpMkLst>
        </pc:grpChg>
        <pc:grpChg chg="mod">
          <ac:chgData name="Freda Shi" userId="e3bafef1-15f2-4eeb-acbe-fa674bab7991" providerId="ADAL" clId="{9555FC65-5A8C-4EE8-9D5B-8283D7A0923C}" dt="2026-01-19T08:12:54.537" v="39996" actId="1037"/>
          <ac:grpSpMkLst>
            <pc:docMk/>
            <pc:sldMk cId="4226541466" sldId="417"/>
            <ac:grpSpMk id="207" creationId="{E715A768-C2F4-3222-64AB-E275AF26AB00}"/>
          </ac:grpSpMkLst>
        </pc:grpChg>
        <pc:picChg chg="mod">
          <ac:chgData name="Freda Shi" userId="e3bafef1-15f2-4eeb-acbe-fa674bab7991" providerId="ADAL" clId="{9555FC65-5A8C-4EE8-9D5B-8283D7A0923C}" dt="2026-01-19T08:12:43.350" v="39969" actId="1035"/>
          <ac:picMkLst>
            <pc:docMk/>
            <pc:sldMk cId="4226541466" sldId="417"/>
            <ac:picMk id="210" creationId="{6C93902B-9EDA-5AF5-6D7C-B0916B5B5535}"/>
          </ac:picMkLst>
        </pc:picChg>
        <pc:cxnChg chg="del">
          <ac:chgData name="Freda Shi" userId="e3bafef1-15f2-4eeb-acbe-fa674bab7991" providerId="ADAL" clId="{9555FC65-5A8C-4EE8-9D5B-8283D7A0923C}" dt="2026-01-19T08:12:38.186" v="39950" actId="478"/>
          <ac:cxnSpMkLst>
            <pc:docMk/>
            <pc:sldMk cId="4226541466" sldId="417"/>
            <ac:cxnSpMk id="107" creationId="{1E0D4F08-7D68-9D4D-6FDB-4B1166C4AFA6}"/>
          </ac:cxnSpMkLst>
        </pc:cxnChg>
      </pc:sldChg>
      <pc:sldChg chg="addSp delSp modSp new mod delAnim modAnim">
        <pc:chgData name="Freda Shi" userId="e3bafef1-15f2-4eeb-acbe-fa674bab7991" providerId="ADAL" clId="{9555FC65-5A8C-4EE8-9D5B-8283D7A0923C}" dt="2026-01-19T08:13:24.661" v="40038" actId="1035"/>
        <pc:sldMkLst>
          <pc:docMk/>
          <pc:sldMk cId="930661580" sldId="418"/>
        </pc:sldMkLst>
        <pc:spChg chg="mod">
          <ac:chgData name="Freda Shi" userId="e3bafef1-15f2-4eeb-acbe-fa674bab7991" providerId="ADAL" clId="{9555FC65-5A8C-4EE8-9D5B-8283D7A0923C}" dt="2026-01-19T08:13:13.853" v="40021" actId="20577"/>
          <ac:spMkLst>
            <pc:docMk/>
            <pc:sldMk cId="930661580" sldId="418"/>
            <ac:spMk id="2" creationId="{20DBD811-5F5D-2AEB-D1CB-B8DA7C41EB12}"/>
          </ac:spMkLst>
        </pc:spChg>
        <pc:spChg chg="del mod">
          <ac:chgData name="Freda Shi" userId="e3bafef1-15f2-4eeb-acbe-fa674bab7991" providerId="ADAL" clId="{9555FC65-5A8C-4EE8-9D5B-8283D7A0923C}" dt="2026-01-19T08:13:21.187" v="40024" actId="478"/>
          <ac:spMkLst>
            <pc:docMk/>
            <pc:sldMk cId="930661580" sldId="418"/>
            <ac:spMk id="3" creationId="{033AC31E-C8A4-012B-880F-922EE1FE3AA6}"/>
          </ac:spMkLst>
        </pc:spChg>
        <pc:spChg chg="del">
          <ac:chgData name="Freda Shi" userId="e3bafef1-15f2-4eeb-acbe-fa674bab7991" providerId="ADAL" clId="{9555FC65-5A8C-4EE8-9D5B-8283D7A0923C}" dt="2026-01-19T08:13:21.187" v="40024" actId="478"/>
          <ac:spMkLst>
            <pc:docMk/>
            <pc:sldMk cId="930661580" sldId="418"/>
            <ac:spMk id="5" creationId="{971C2E8C-A7D7-E569-C92A-49F3FDCBB032}"/>
          </ac:spMkLst>
        </pc:spChg>
        <pc:spChg chg="mod">
          <ac:chgData name="Freda Shi" userId="e3bafef1-15f2-4eeb-acbe-fa674bab7991" providerId="ADAL" clId="{9555FC65-5A8C-4EE8-9D5B-8283D7A0923C}" dt="2026-01-19T08:13:15.440" v="40023"/>
          <ac:spMkLst>
            <pc:docMk/>
            <pc:sldMk cId="930661580" sldId="418"/>
            <ac:spMk id="13" creationId="{537B91CB-F5B7-AE42-4522-0A7738735BF0}"/>
          </ac:spMkLst>
        </pc:spChg>
        <pc:spChg chg="mod">
          <ac:chgData name="Freda Shi" userId="e3bafef1-15f2-4eeb-acbe-fa674bab7991" providerId="ADAL" clId="{9555FC65-5A8C-4EE8-9D5B-8283D7A0923C}" dt="2026-01-19T08:13:15.440" v="40023"/>
          <ac:spMkLst>
            <pc:docMk/>
            <pc:sldMk cId="930661580" sldId="418"/>
            <ac:spMk id="17" creationId="{5B686044-569C-7BF8-2A2E-684D2F8446B4}"/>
          </ac:spMkLst>
        </pc:spChg>
        <pc:spChg chg="mod">
          <ac:chgData name="Freda Shi" userId="e3bafef1-15f2-4eeb-acbe-fa674bab7991" providerId="ADAL" clId="{9555FC65-5A8C-4EE8-9D5B-8283D7A0923C}" dt="2026-01-19T08:13:15.440" v="40023"/>
          <ac:spMkLst>
            <pc:docMk/>
            <pc:sldMk cId="930661580" sldId="418"/>
            <ac:spMk id="19" creationId="{0929E7E6-972D-7518-F1D3-14ED171B1CEE}"/>
          </ac:spMkLst>
        </pc:spChg>
        <pc:spChg chg="mod">
          <ac:chgData name="Freda Shi" userId="e3bafef1-15f2-4eeb-acbe-fa674bab7991" providerId="ADAL" clId="{9555FC65-5A8C-4EE8-9D5B-8283D7A0923C}" dt="2026-01-19T08:13:15.440" v="40023"/>
          <ac:spMkLst>
            <pc:docMk/>
            <pc:sldMk cId="930661580" sldId="418"/>
            <ac:spMk id="23" creationId="{DA50F6C9-3FF0-D605-7788-6A4B1350E943}"/>
          </ac:spMkLst>
        </pc:spChg>
        <pc:spChg chg="mod">
          <ac:chgData name="Freda Shi" userId="e3bafef1-15f2-4eeb-acbe-fa674bab7991" providerId="ADAL" clId="{9555FC65-5A8C-4EE8-9D5B-8283D7A0923C}" dt="2026-01-19T08:13:15.440" v="40023"/>
          <ac:spMkLst>
            <pc:docMk/>
            <pc:sldMk cId="930661580" sldId="418"/>
            <ac:spMk id="25" creationId="{6F1580EE-914E-8BED-0745-2F8DDFA30644}"/>
          </ac:spMkLst>
        </pc:spChg>
        <pc:spChg chg="mod">
          <ac:chgData name="Freda Shi" userId="e3bafef1-15f2-4eeb-acbe-fa674bab7991" providerId="ADAL" clId="{9555FC65-5A8C-4EE8-9D5B-8283D7A0923C}" dt="2026-01-19T08:13:15.440" v="40023"/>
          <ac:spMkLst>
            <pc:docMk/>
            <pc:sldMk cId="930661580" sldId="418"/>
            <ac:spMk id="49" creationId="{D403253C-0AE4-E431-8AC3-B924681FDE33}"/>
          </ac:spMkLst>
        </pc:spChg>
        <pc:spChg chg="mod">
          <ac:chgData name="Freda Shi" userId="e3bafef1-15f2-4eeb-acbe-fa674bab7991" providerId="ADAL" clId="{9555FC65-5A8C-4EE8-9D5B-8283D7A0923C}" dt="2026-01-19T08:13:15.440" v="40023"/>
          <ac:spMkLst>
            <pc:docMk/>
            <pc:sldMk cId="930661580" sldId="418"/>
            <ac:spMk id="64" creationId="{41E5B0A8-1030-CBD5-C71F-FA5F39508B6B}"/>
          </ac:spMkLst>
        </pc:spChg>
        <pc:spChg chg="mod">
          <ac:chgData name="Freda Shi" userId="e3bafef1-15f2-4eeb-acbe-fa674bab7991" providerId="ADAL" clId="{9555FC65-5A8C-4EE8-9D5B-8283D7A0923C}" dt="2026-01-19T08:13:15.440" v="40023"/>
          <ac:spMkLst>
            <pc:docMk/>
            <pc:sldMk cId="930661580" sldId="418"/>
            <ac:spMk id="96" creationId="{486C3A8C-ABD2-14F1-D50E-5FDD5ED4C83C}"/>
          </ac:spMkLst>
        </pc:spChg>
        <pc:spChg chg="mod">
          <ac:chgData name="Freda Shi" userId="e3bafef1-15f2-4eeb-acbe-fa674bab7991" providerId="ADAL" clId="{9555FC65-5A8C-4EE8-9D5B-8283D7A0923C}" dt="2026-01-19T08:13:15.440" v="40023"/>
          <ac:spMkLst>
            <pc:docMk/>
            <pc:sldMk cId="930661580" sldId="418"/>
            <ac:spMk id="100" creationId="{7DA6C03F-35DE-AC2F-B256-90ED2648BB21}"/>
          </ac:spMkLst>
        </pc:spChg>
        <pc:spChg chg="mod">
          <ac:chgData name="Freda Shi" userId="e3bafef1-15f2-4eeb-acbe-fa674bab7991" providerId="ADAL" clId="{9555FC65-5A8C-4EE8-9D5B-8283D7A0923C}" dt="2026-01-19T08:13:15.440" v="40023"/>
          <ac:spMkLst>
            <pc:docMk/>
            <pc:sldMk cId="930661580" sldId="418"/>
            <ac:spMk id="102" creationId="{903102A2-B7DC-5E91-0468-8AD9CC220B9C}"/>
          </ac:spMkLst>
        </pc:spChg>
        <pc:spChg chg="mod">
          <ac:chgData name="Freda Shi" userId="e3bafef1-15f2-4eeb-acbe-fa674bab7991" providerId="ADAL" clId="{9555FC65-5A8C-4EE8-9D5B-8283D7A0923C}" dt="2026-01-19T08:13:24.661" v="40038" actId="1035"/>
          <ac:spMkLst>
            <pc:docMk/>
            <pc:sldMk cId="930661580" sldId="418"/>
            <ac:spMk id="132" creationId="{CAD66DC9-4033-77A8-797D-C9E13216CFB0}"/>
          </ac:spMkLst>
        </pc:spChg>
        <pc:spChg chg="mod">
          <ac:chgData name="Freda Shi" userId="e3bafef1-15f2-4eeb-acbe-fa674bab7991" providerId="ADAL" clId="{9555FC65-5A8C-4EE8-9D5B-8283D7A0923C}" dt="2026-01-19T08:13:21.790" v="40025"/>
          <ac:spMkLst>
            <pc:docMk/>
            <pc:sldMk cId="930661580" sldId="418"/>
            <ac:spMk id="138" creationId="{22935786-2559-A2E4-6267-6C1065D4C7C7}"/>
          </ac:spMkLst>
        </pc:spChg>
        <pc:spChg chg="mod">
          <ac:chgData name="Freda Shi" userId="e3bafef1-15f2-4eeb-acbe-fa674bab7991" providerId="ADAL" clId="{9555FC65-5A8C-4EE8-9D5B-8283D7A0923C}" dt="2026-01-19T08:13:21.790" v="40025"/>
          <ac:spMkLst>
            <pc:docMk/>
            <pc:sldMk cId="930661580" sldId="418"/>
            <ac:spMk id="183" creationId="{454BB6FF-202F-C0B1-351E-E2314CF3D9B2}"/>
          </ac:spMkLst>
        </pc:spChg>
        <pc:spChg chg="mod">
          <ac:chgData name="Freda Shi" userId="e3bafef1-15f2-4eeb-acbe-fa674bab7991" providerId="ADAL" clId="{9555FC65-5A8C-4EE8-9D5B-8283D7A0923C}" dt="2026-01-19T08:13:21.790" v="40025"/>
          <ac:spMkLst>
            <pc:docMk/>
            <pc:sldMk cId="930661580" sldId="418"/>
            <ac:spMk id="198" creationId="{CB7309F3-2588-A5C5-C481-9016235B1FBF}"/>
          </ac:spMkLst>
        </pc:spChg>
        <pc:spChg chg="mod">
          <ac:chgData name="Freda Shi" userId="e3bafef1-15f2-4eeb-acbe-fa674bab7991" providerId="ADAL" clId="{9555FC65-5A8C-4EE8-9D5B-8283D7A0923C}" dt="2026-01-19T08:13:21.790" v="40025"/>
          <ac:spMkLst>
            <pc:docMk/>
            <pc:sldMk cId="930661580" sldId="418"/>
            <ac:spMk id="201" creationId="{769D52FB-83BA-BF1E-4827-52B9CD09F72F}"/>
          </ac:spMkLst>
        </pc:spChg>
        <pc:spChg chg="mod">
          <ac:chgData name="Freda Shi" userId="e3bafef1-15f2-4eeb-acbe-fa674bab7991" providerId="ADAL" clId="{9555FC65-5A8C-4EE8-9D5B-8283D7A0923C}" dt="2026-01-19T08:13:21.790" v="40025"/>
          <ac:spMkLst>
            <pc:docMk/>
            <pc:sldMk cId="930661580" sldId="418"/>
            <ac:spMk id="207" creationId="{A8DED5E5-F847-9882-01A1-23CF205AFDCD}"/>
          </ac:spMkLst>
        </pc:spChg>
        <pc:spChg chg="mod">
          <ac:chgData name="Freda Shi" userId="e3bafef1-15f2-4eeb-acbe-fa674bab7991" providerId="ADAL" clId="{9555FC65-5A8C-4EE8-9D5B-8283D7A0923C}" dt="2026-01-19T08:13:21.790" v="40025"/>
          <ac:spMkLst>
            <pc:docMk/>
            <pc:sldMk cId="930661580" sldId="418"/>
            <ac:spMk id="209" creationId="{2B63DA25-3615-73F1-1E4F-01DFF4776255}"/>
          </ac:spMkLst>
        </pc:spChg>
        <pc:spChg chg="mod">
          <ac:chgData name="Freda Shi" userId="e3bafef1-15f2-4eeb-acbe-fa674bab7991" providerId="ADAL" clId="{9555FC65-5A8C-4EE8-9D5B-8283D7A0923C}" dt="2026-01-19T08:13:21.790" v="40025"/>
          <ac:spMkLst>
            <pc:docMk/>
            <pc:sldMk cId="930661580" sldId="418"/>
            <ac:spMk id="210" creationId="{F717BA02-927D-78DF-6CEC-EE102C8E6CA2}"/>
          </ac:spMkLst>
        </pc:spChg>
        <pc:spChg chg="mod">
          <ac:chgData name="Freda Shi" userId="e3bafef1-15f2-4eeb-acbe-fa674bab7991" providerId="ADAL" clId="{9555FC65-5A8C-4EE8-9D5B-8283D7A0923C}" dt="2026-01-19T08:13:21.790" v="40025"/>
          <ac:spMkLst>
            <pc:docMk/>
            <pc:sldMk cId="930661580" sldId="418"/>
            <ac:spMk id="221" creationId="{DCAA4A55-915D-34C2-A8CC-54BD4924F614}"/>
          </ac:spMkLst>
        </pc:spChg>
        <pc:spChg chg="mod">
          <ac:chgData name="Freda Shi" userId="e3bafef1-15f2-4eeb-acbe-fa674bab7991" providerId="ADAL" clId="{9555FC65-5A8C-4EE8-9D5B-8283D7A0923C}" dt="2026-01-19T08:13:21.790" v="40025"/>
          <ac:spMkLst>
            <pc:docMk/>
            <pc:sldMk cId="930661580" sldId="418"/>
            <ac:spMk id="225" creationId="{39BCDA8D-8BDA-1237-1A66-1D3BAE3810C6}"/>
          </ac:spMkLst>
        </pc:spChg>
        <pc:spChg chg="mod">
          <ac:chgData name="Freda Shi" userId="e3bafef1-15f2-4eeb-acbe-fa674bab7991" providerId="ADAL" clId="{9555FC65-5A8C-4EE8-9D5B-8283D7A0923C}" dt="2026-01-19T08:13:21.790" v="40025"/>
          <ac:spMkLst>
            <pc:docMk/>
            <pc:sldMk cId="930661580" sldId="418"/>
            <ac:spMk id="250" creationId="{56B33484-610B-D360-5610-C867C226440C}"/>
          </ac:spMkLst>
        </pc:spChg>
        <pc:grpChg chg="del">
          <ac:chgData name="Freda Shi" userId="e3bafef1-15f2-4eeb-acbe-fa674bab7991" providerId="ADAL" clId="{9555FC65-5A8C-4EE8-9D5B-8283D7A0923C}" dt="2026-01-19T08:13:21.187" v="40024" actId="478"/>
          <ac:grpSpMkLst>
            <pc:docMk/>
            <pc:sldMk cId="930661580" sldId="418"/>
            <ac:grpSpMk id="6" creationId="{D5CD56C3-71AD-8D1F-4525-712280A24D34}"/>
          </ac:grpSpMkLst>
        </pc:grpChg>
        <pc:grpChg chg="del">
          <ac:chgData name="Freda Shi" userId="e3bafef1-15f2-4eeb-acbe-fa674bab7991" providerId="ADAL" clId="{9555FC65-5A8C-4EE8-9D5B-8283D7A0923C}" dt="2026-01-19T08:13:21.187" v="40024" actId="478"/>
          <ac:grpSpMkLst>
            <pc:docMk/>
            <pc:sldMk cId="930661580" sldId="418"/>
            <ac:grpSpMk id="54" creationId="{BD7DC0D1-20F6-530D-7A7A-4D657221DC76}"/>
          </ac:grpSpMkLst>
        </pc:grpChg>
        <pc:grpChg chg="del">
          <ac:chgData name="Freda Shi" userId="e3bafef1-15f2-4eeb-acbe-fa674bab7991" providerId="ADAL" clId="{9555FC65-5A8C-4EE8-9D5B-8283D7A0923C}" dt="2026-01-19T08:13:21.187" v="40024" actId="478"/>
          <ac:grpSpMkLst>
            <pc:docMk/>
            <pc:sldMk cId="930661580" sldId="418"/>
            <ac:grpSpMk id="107" creationId="{DA22F125-E565-6DAB-746A-607C136E91BD}"/>
          </ac:grpSpMkLst>
        </pc:grpChg>
        <pc:grpChg chg="mod">
          <ac:chgData name="Freda Shi" userId="e3bafef1-15f2-4eeb-acbe-fa674bab7991" providerId="ADAL" clId="{9555FC65-5A8C-4EE8-9D5B-8283D7A0923C}" dt="2026-01-19T08:13:24.661" v="40038" actId="1035"/>
          <ac:grpSpMkLst>
            <pc:docMk/>
            <pc:sldMk cId="930661580" sldId="418"/>
            <ac:grpSpMk id="133" creationId="{04D8B6EF-DD10-F644-6CC6-4817ACC55605}"/>
          </ac:grpSpMkLst>
        </pc:grpChg>
        <pc:grpChg chg="mod">
          <ac:chgData name="Freda Shi" userId="e3bafef1-15f2-4eeb-acbe-fa674bab7991" providerId="ADAL" clId="{9555FC65-5A8C-4EE8-9D5B-8283D7A0923C}" dt="2026-01-19T08:13:24.661" v="40038" actId="1035"/>
          <ac:grpSpMkLst>
            <pc:docMk/>
            <pc:sldMk cId="930661580" sldId="418"/>
            <ac:grpSpMk id="181" creationId="{DF795D93-1D6E-5439-5265-8B7AB6ED5630}"/>
          </ac:grpSpMkLst>
        </pc:grpChg>
        <pc:grpChg chg="mod">
          <ac:chgData name="Freda Shi" userId="e3bafef1-15f2-4eeb-acbe-fa674bab7991" providerId="ADAL" clId="{9555FC65-5A8C-4EE8-9D5B-8283D7A0923C}" dt="2026-01-19T08:13:24.661" v="40038" actId="1035"/>
          <ac:grpSpMkLst>
            <pc:docMk/>
            <pc:sldMk cId="930661580" sldId="418"/>
            <ac:grpSpMk id="234" creationId="{B59E1AC4-B19A-A29B-691D-98F3DF1F1326}"/>
          </ac:grpSpMkLst>
        </pc:grpChg>
      </pc:sldChg>
      <pc:sldChg chg="addSp delSp modSp new mod modAnim">
        <pc:chgData name="Freda Shi" userId="e3bafef1-15f2-4eeb-acbe-fa674bab7991" providerId="ADAL" clId="{9555FC65-5A8C-4EE8-9D5B-8283D7A0923C}" dt="2026-01-19T08:13:45.150" v="40069"/>
        <pc:sldMkLst>
          <pc:docMk/>
          <pc:sldMk cId="1281028146" sldId="419"/>
        </pc:sldMkLst>
        <pc:spChg chg="mod">
          <ac:chgData name="Freda Shi" userId="e3bafef1-15f2-4eeb-acbe-fa674bab7991" providerId="ADAL" clId="{9555FC65-5A8C-4EE8-9D5B-8283D7A0923C}" dt="2026-01-19T08:13:42.564" v="40067" actId="20577"/>
          <ac:spMkLst>
            <pc:docMk/>
            <pc:sldMk cId="1281028146" sldId="419"/>
            <ac:spMk id="2" creationId="{FF763681-87CF-C3FF-143B-87BE63BADB93}"/>
          </ac:spMkLst>
        </pc:spChg>
        <pc:spChg chg="del">
          <ac:chgData name="Freda Shi" userId="e3bafef1-15f2-4eeb-acbe-fa674bab7991" providerId="ADAL" clId="{9555FC65-5A8C-4EE8-9D5B-8283D7A0923C}" dt="2026-01-19T08:13:44.849" v="40068" actId="478"/>
          <ac:spMkLst>
            <pc:docMk/>
            <pc:sldMk cId="1281028146" sldId="419"/>
            <ac:spMk id="3" creationId="{2BACD018-77D5-B390-1016-6B424C94181A}"/>
          </ac:spMkLst>
        </pc:spChg>
        <pc:spChg chg="mod">
          <ac:chgData name="Freda Shi" userId="e3bafef1-15f2-4eeb-acbe-fa674bab7991" providerId="ADAL" clId="{9555FC65-5A8C-4EE8-9D5B-8283D7A0923C}" dt="2026-01-19T08:13:45.150" v="40069"/>
          <ac:spMkLst>
            <pc:docMk/>
            <pc:sldMk cId="1281028146" sldId="419"/>
            <ac:spMk id="7" creationId="{E5A939BB-550E-7861-CFD9-D0D3AB865921}"/>
          </ac:spMkLst>
        </pc:spChg>
        <pc:spChg chg="mod">
          <ac:chgData name="Freda Shi" userId="e3bafef1-15f2-4eeb-acbe-fa674bab7991" providerId="ADAL" clId="{9555FC65-5A8C-4EE8-9D5B-8283D7A0923C}" dt="2026-01-19T08:13:45.150" v="40069"/>
          <ac:spMkLst>
            <pc:docMk/>
            <pc:sldMk cId="1281028146" sldId="419"/>
            <ac:spMk id="13" creationId="{C2173812-766B-649F-4812-CBE1B2FB592B}"/>
          </ac:spMkLst>
        </pc:spChg>
        <pc:spChg chg="mod">
          <ac:chgData name="Freda Shi" userId="e3bafef1-15f2-4eeb-acbe-fa674bab7991" providerId="ADAL" clId="{9555FC65-5A8C-4EE8-9D5B-8283D7A0923C}" dt="2026-01-19T08:13:45.150" v="40069"/>
          <ac:spMkLst>
            <pc:docMk/>
            <pc:sldMk cId="1281028146" sldId="419"/>
            <ac:spMk id="22" creationId="{6A9C29B4-1176-0E97-BAFF-47E32567A00F}"/>
          </ac:spMkLst>
        </pc:spChg>
        <pc:spChg chg="mod">
          <ac:chgData name="Freda Shi" userId="e3bafef1-15f2-4eeb-acbe-fa674bab7991" providerId="ADAL" clId="{9555FC65-5A8C-4EE8-9D5B-8283D7A0923C}" dt="2026-01-19T08:13:45.150" v="40069"/>
          <ac:spMkLst>
            <pc:docMk/>
            <pc:sldMk cId="1281028146" sldId="419"/>
            <ac:spMk id="43" creationId="{EC794BE7-6CCA-B3E5-4CA9-7DA857EA3BB9}"/>
          </ac:spMkLst>
        </pc:spChg>
        <pc:spChg chg="mod">
          <ac:chgData name="Freda Shi" userId="e3bafef1-15f2-4eeb-acbe-fa674bab7991" providerId="ADAL" clId="{9555FC65-5A8C-4EE8-9D5B-8283D7A0923C}" dt="2026-01-19T08:13:45.150" v="40069"/>
          <ac:spMkLst>
            <pc:docMk/>
            <pc:sldMk cId="1281028146" sldId="419"/>
            <ac:spMk id="51" creationId="{EA1535A1-851A-9888-82B1-8EA41DDA7AC2}"/>
          </ac:spMkLst>
        </pc:spChg>
        <pc:spChg chg="mod">
          <ac:chgData name="Freda Shi" userId="e3bafef1-15f2-4eeb-acbe-fa674bab7991" providerId="ADAL" clId="{9555FC65-5A8C-4EE8-9D5B-8283D7A0923C}" dt="2026-01-19T08:13:45.150" v="40069"/>
          <ac:spMkLst>
            <pc:docMk/>
            <pc:sldMk cId="1281028146" sldId="419"/>
            <ac:spMk id="55" creationId="{F633989D-71C0-BA7F-4BC8-A0E7CC1D2499}"/>
          </ac:spMkLst>
        </pc:spChg>
        <pc:spChg chg="mod">
          <ac:chgData name="Freda Shi" userId="e3bafef1-15f2-4eeb-acbe-fa674bab7991" providerId="ADAL" clId="{9555FC65-5A8C-4EE8-9D5B-8283D7A0923C}" dt="2026-01-19T08:13:45.150" v="40069"/>
          <ac:spMkLst>
            <pc:docMk/>
            <pc:sldMk cId="1281028146" sldId="419"/>
            <ac:spMk id="69" creationId="{15E7C40E-9C1D-B530-DD6B-4C1E20D78E74}"/>
          </ac:spMkLst>
        </pc:spChg>
        <pc:spChg chg="mod">
          <ac:chgData name="Freda Shi" userId="e3bafef1-15f2-4eeb-acbe-fa674bab7991" providerId="ADAL" clId="{9555FC65-5A8C-4EE8-9D5B-8283D7A0923C}" dt="2026-01-19T08:13:45.150" v="40069"/>
          <ac:spMkLst>
            <pc:docMk/>
            <pc:sldMk cId="1281028146" sldId="419"/>
            <ac:spMk id="71" creationId="{1DA48122-E944-C74D-E3BB-27A6C4E1A74B}"/>
          </ac:spMkLst>
        </pc:spChg>
        <pc:spChg chg="mod">
          <ac:chgData name="Freda Shi" userId="e3bafef1-15f2-4eeb-acbe-fa674bab7991" providerId="ADAL" clId="{9555FC65-5A8C-4EE8-9D5B-8283D7A0923C}" dt="2026-01-19T08:13:45.150" v="40069"/>
          <ac:spMkLst>
            <pc:docMk/>
            <pc:sldMk cId="1281028146" sldId="419"/>
            <ac:spMk id="88" creationId="{5FE19F72-7004-F86C-E76D-E05118DF7E5D}"/>
          </ac:spMkLst>
        </pc:spChg>
        <pc:spChg chg="mod">
          <ac:chgData name="Freda Shi" userId="e3bafef1-15f2-4eeb-acbe-fa674bab7991" providerId="ADAL" clId="{9555FC65-5A8C-4EE8-9D5B-8283D7A0923C}" dt="2026-01-19T08:13:45.150" v="40069"/>
          <ac:spMkLst>
            <pc:docMk/>
            <pc:sldMk cId="1281028146" sldId="419"/>
            <ac:spMk id="101" creationId="{DC528B84-84A7-E98A-D715-7AB7D9ECA74D}"/>
          </ac:spMkLst>
        </pc:spChg>
      </pc:sldChg>
      <pc:sldChg chg="addSp delSp modSp new mod">
        <pc:chgData name="Freda Shi" userId="e3bafef1-15f2-4eeb-acbe-fa674bab7991" providerId="ADAL" clId="{9555FC65-5A8C-4EE8-9D5B-8283D7A0923C}" dt="2026-01-19T08:14:04.661" v="40109" actId="1035"/>
        <pc:sldMkLst>
          <pc:docMk/>
          <pc:sldMk cId="3745649268" sldId="420"/>
        </pc:sldMkLst>
        <pc:spChg chg="mod">
          <ac:chgData name="Freda Shi" userId="e3bafef1-15f2-4eeb-acbe-fa674bab7991" providerId="ADAL" clId="{9555FC65-5A8C-4EE8-9D5B-8283D7A0923C}" dt="2026-01-19T08:13:56.244" v="40090" actId="20577"/>
          <ac:spMkLst>
            <pc:docMk/>
            <pc:sldMk cId="3745649268" sldId="420"/>
            <ac:spMk id="2" creationId="{9915FD2E-0E02-9164-488D-D2283783B311}"/>
          </ac:spMkLst>
        </pc:spChg>
        <pc:spChg chg="del">
          <ac:chgData name="Freda Shi" userId="e3bafef1-15f2-4eeb-acbe-fa674bab7991" providerId="ADAL" clId="{9555FC65-5A8C-4EE8-9D5B-8283D7A0923C}" dt="2026-01-19T08:14:02.207" v="40091" actId="478"/>
          <ac:spMkLst>
            <pc:docMk/>
            <pc:sldMk cId="3745649268" sldId="420"/>
            <ac:spMk id="3" creationId="{3389FF63-A2EF-1539-29B9-5A86C7F027D4}"/>
          </ac:spMkLst>
        </pc:spChg>
        <pc:spChg chg="mod">
          <ac:chgData name="Freda Shi" userId="e3bafef1-15f2-4eeb-acbe-fa674bab7991" providerId="ADAL" clId="{9555FC65-5A8C-4EE8-9D5B-8283D7A0923C}" dt="2026-01-19T08:14:04.661" v="40109" actId="1035"/>
          <ac:spMkLst>
            <pc:docMk/>
            <pc:sldMk cId="3745649268" sldId="420"/>
            <ac:spMk id="5" creationId="{33B289E8-F405-F2CD-8A9A-12D1B2BF5872}"/>
          </ac:spMkLst>
        </pc:spChg>
        <pc:spChg chg="mod">
          <ac:chgData name="Freda Shi" userId="e3bafef1-15f2-4eeb-acbe-fa674bab7991" providerId="ADAL" clId="{9555FC65-5A8C-4EE8-9D5B-8283D7A0923C}" dt="2026-01-19T08:14:02.509" v="40092"/>
          <ac:spMkLst>
            <pc:docMk/>
            <pc:sldMk cId="3745649268" sldId="420"/>
            <ac:spMk id="37" creationId="{74DD6E8A-D4D7-6F93-3300-D2338BD40195}"/>
          </ac:spMkLst>
        </pc:spChg>
        <pc:spChg chg="mod">
          <ac:chgData name="Freda Shi" userId="e3bafef1-15f2-4eeb-acbe-fa674bab7991" providerId="ADAL" clId="{9555FC65-5A8C-4EE8-9D5B-8283D7A0923C}" dt="2026-01-19T08:14:02.509" v="40092"/>
          <ac:spMkLst>
            <pc:docMk/>
            <pc:sldMk cId="3745649268" sldId="420"/>
            <ac:spMk id="42" creationId="{08EFDA48-2CB1-C997-1581-9D03538286DB}"/>
          </ac:spMkLst>
        </pc:spChg>
        <pc:spChg chg="mod">
          <ac:chgData name="Freda Shi" userId="e3bafef1-15f2-4eeb-acbe-fa674bab7991" providerId="ADAL" clId="{9555FC65-5A8C-4EE8-9D5B-8283D7A0923C}" dt="2026-01-19T08:14:02.509" v="40092"/>
          <ac:spMkLst>
            <pc:docMk/>
            <pc:sldMk cId="3745649268" sldId="420"/>
            <ac:spMk id="48" creationId="{4F1609D1-FEB1-02EF-ADF2-1458F4F138B5}"/>
          </ac:spMkLst>
        </pc:spChg>
        <pc:spChg chg="mod">
          <ac:chgData name="Freda Shi" userId="e3bafef1-15f2-4eeb-acbe-fa674bab7991" providerId="ADAL" clId="{9555FC65-5A8C-4EE8-9D5B-8283D7A0923C}" dt="2026-01-19T08:14:02.509" v="40092"/>
          <ac:spMkLst>
            <pc:docMk/>
            <pc:sldMk cId="3745649268" sldId="420"/>
            <ac:spMk id="53" creationId="{E6D5B5C1-A880-82BE-3322-112881DD8286}"/>
          </ac:spMkLst>
        </pc:spChg>
        <pc:spChg chg="mod">
          <ac:chgData name="Freda Shi" userId="e3bafef1-15f2-4eeb-acbe-fa674bab7991" providerId="ADAL" clId="{9555FC65-5A8C-4EE8-9D5B-8283D7A0923C}" dt="2026-01-19T08:14:02.509" v="40092"/>
          <ac:spMkLst>
            <pc:docMk/>
            <pc:sldMk cId="3745649268" sldId="420"/>
            <ac:spMk id="75" creationId="{E4E93E40-58CE-08A5-5A9C-58C3E79C6A0A}"/>
          </ac:spMkLst>
        </pc:spChg>
        <pc:spChg chg="mod">
          <ac:chgData name="Freda Shi" userId="e3bafef1-15f2-4eeb-acbe-fa674bab7991" providerId="ADAL" clId="{9555FC65-5A8C-4EE8-9D5B-8283D7A0923C}" dt="2026-01-19T08:14:02.509" v="40092"/>
          <ac:spMkLst>
            <pc:docMk/>
            <pc:sldMk cId="3745649268" sldId="420"/>
            <ac:spMk id="76" creationId="{9BD10900-3179-87D6-4541-2CA6F2A1A22E}"/>
          </ac:spMkLst>
        </pc:spChg>
        <pc:spChg chg="mod">
          <ac:chgData name="Freda Shi" userId="e3bafef1-15f2-4eeb-acbe-fa674bab7991" providerId="ADAL" clId="{9555FC65-5A8C-4EE8-9D5B-8283D7A0923C}" dt="2026-01-19T08:14:02.509" v="40092"/>
          <ac:spMkLst>
            <pc:docMk/>
            <pc:sldMk cId="3745649268" sldId="420"/>
            <ac:spMk id="83" creationId="{DC0B12FB-EFC7-EAC0-6C3D-7E084384351C}"/>
          </ac:spMkLst>
        </pc:spChg>
        <pc:spChg chg="mod">
          <ac:chgData name="Freda Shi" userId="e3bafef1-15f2-4eeb-acbe-fa674bab7991" providerId="ADAL" clId="{9555FC65-5A8C-4EE8-9D5B-8283D7A0923C}" dt="2026-01-19T08:14:02.509" v="40092"/>
          <ac:spMkLst>
            <pc:docMk/>
            <pc:sldMk cId="3745649268" sldId="420"/>
            <ac:spMk id="84" creationId="{1456E40E-3B83-A0C3-9064-14518546692C}"/>
          </ac:spMkLst>
        </pc:spChg>
        <pc:spChg chg="mod">
          <ac:chgData name="Freda Shi" userId="e3bafef1-15f2-4eeb-acbe-fa674bab7991" providerId="ADAL" clId="{9555FC65-5A8C-4EE8-9D5B-8283D7A0923C}" dt="2026-01-19T08:14:02.509" v="40092"/>
          <ac:spMkLst>
            <pc:docMk/>
            <pc:sldMk cId="3745649268" sldId="420"/>
            <ac:spMk id="85" creationId="{7B7F1BC5-A74E-89BE-89FD-2AEC5476D526}"/>
          </ac:spMkLst>
        </pc:spChg>
        <pc:spChg chg="mod">
          <ac:chgData name="Freda Shi" userId="e3bafef1-15f2-4eeb-acbe-fa674bab7991" providerId="ADAL" clId="{9555FC65-5A8C-4EE8-9D5B-8283D7A0923C}" dt="2026-01-19T08:14:02.509" v="40092"/>
          <ac:spMkLst>
            <pc:docMk/>
            <pc:sldMk cId="3745649268" sldId="420"/>
            <ac:spMk id="99" creationId="{C575B68A-E5DF-A5AA-DC72-12D3511B6DA6}"/>
          </ac:spMkLst>
        </pc:spChg>
        <pc:grpChg chg="mod">
          <ac:chgData name="Freda Shi" userId="e3bafef1-15f2-4eeb-acbe-fa674bab7991" providerId="ADAL" clId="{9555FC65-5A8C-4EE8-9D5B-8283D7A0923C}" dt="2026-01-19T08:14:04.661" v="40109" actId="1035"/>
          <ac:grpSpMkLst>
            <pc:docMk/>
            <pc:sldMk cId="3745649268" sldId="420"/>
            <ac:grpSpMk id="6" creationId="{9727972C-D2DE-7877-F30F-72BBFD5C2530}"/>
          </ac:grpSpMkLst>
        </pc:grpChg>
        <pc:grpChg chg="mod">
          <ac:chgData name="Freda Shi" userId="e3bafef1-15f2-4eeb-acbe-fa674bab7991" providerId="ADAL" clId="{9555FC65-5A8C-4EE8-9D5B-8283D7A0923C}" dt="2026-01-19T08:14:04.661" v="40109" actId="1035"/>
          <ac:grpSpMkLst>
            <pc:docMk/>
            <pc:sldMk cId="3745649268" sldId="420"/>
            <ac:grpSpMk id="38" creationId="{265F4741-EB62-E005-B8FF-311DE761FB61}"/>
          </ac:grpSpMkLst>
        </pc:grpChg>
        <pc:grpChg chg="mod">
          <ac:chgData name="Freda Shi" userId="e3bafef1-15f2-4eeb-acbe-fa674bab7991" providerId="ADAL" clId="{9555FC65-5A8C-4EE8-9D5B-8283D7A0923C}" dt="2026-01-19T08:14:04.661" v="40109" actId="1035"/>
          <ac:grpSpMkLst>
            <pc:docMk/>
            <pc:sldMk cId="3745649268" sldId="420"/>
            <ac:grpSpMk id="81" creationId="{DE674B95-82D8-3700-1F77-314C7EDEA786}"/>
          </ac:grpSpMkLst>
        </pc:grpChg>
        <pc:picChg chg="mod">
          <ac:chgData name="Freda Shi" userId="e3bafef1-15f2-4eeb-acbe-fa674bab7991" providerId="ADAL" clId="{9555FC65-5A8C-4EE8-9D5B-8283D7A0923C}" dt="2026-01-19T08:14:04.661" v="40109" actId="1035"/>
          <ac:picMkLst>
            <pc:docMk/>
            <pc:sldMk cId="3745649268" sldId="420"/>
            <ac:picMk id="103" creationId="{5F3A7EEB-F298-71C2-5471-C7CC9B54D725}"/>
          </ac:picMkLst>
        </pc:picChg>
      </pc:sldChg>
      <pc:sldChg chg="addSp delSp modSp new mod">
        <pc:chgData name="Freda Shi" userId="e3bafef1-15f2-4eeb-acbe-fa674bab7991" providerId="ADAL" clId="{9555FC65-5A8C-4EE8-9D5B-8283D7A0923C}" dt="2026-01-19T08:14:41.927" v="40163" actId="1035"/>
        <pc:sldMkLst>
          <pc:docMk/>
          <pc:sldMk cId="1804541783" sldId="421"/>
        </pc:sldMkLst>
        <pc:spChg chg="mod">
          <ac:chgData name="Freda Shi" userId="e3bafef1-15f2-4eeb-acbe-fa674bab7991" providerId="ADAL" clId="{9555FC65-5A8C-4EE8-9D5B-8283D7A0923C}" dt="2026-01-19T08:14:29.729" v="40141" actId="1076"/>
          <ac:spMkLst>
            <pc:docMk/>
            <pc:sldMk cId="1804541783" sldId="421"/>
            <ac:spMk id="2" creationId="{35BE7FF2-6AF8-A3D0-496C-D83C8250D0AF}"/>
          </ac:spMkLst>
        </pc:spChg>
        <pc:spChg chg="del">
          <ac:chgData name="Freda Shi" userId="e3bafef1-15f2-4eeb-acbe-fa674bab7991" providerId="ADAL" clId="{9555FC65-5A8C-4EE8-9D5B-8283D7A0923C}" dt="2026-01-19T08:14:26.183" v="40138" actId="478"/>
          <ac:spMkLst>
            <pc:docMk/>
            <pc:sldMk cId="1804541783" sldId="421"/>
            <ac:spMk id="3" creationId="{198B655D-6DE0-7973-9DB6-A7CF92D7F53A}"/>
          </ac:spMkLst>
        </pc:spChg>
        <pc:spChg chg="mod">
          <ac:chgData name="Freda Shi" userId="e3bafef1-15f2-4eeb-acbe-fa674bab7991" providerId="ADAL" clId="{9555FC65-5A8C-4EE8-9D5B-8283D7A0923C}" dt="2026-01-19T08:14:26.407" v="40139"/>
          <ac:spMkLst>
            <pc:docMk/>
            <pc:sldMk cId="1804541783" sldId="421"/>
            <ac:spMk id="10" creationId="{2390202E-1051-C550-BDFF-6C214873FF89}"/>
          </ac:spMkLst>
        </pc:spChg>
        <pc:spChg chg="mod">
          <ac:chgData name="Freda Shi" userId="e3bafef1-15f2-4eeb-acbe-fa674bab7991" providerId="ADAL" clId="{9555FC65-5A8C-4EE8-9D5B-8283D7A0923C}" dt="2026-01-19T08:14:26.407" v="40139"/>
          <ac:spMkLst>
            <pc:docMk/>
            <pc:sldMk cId="1804541783" sldId="421"/>
            <ac:spMk id="30" creationId="{37C2C3D0-8C71-2669-EF1C-8484668EBBE7}"/>
          </ac:spMkLst>
        </pc:spChg>
        <pc:spChg chg="mod">
          <ac:chgData name="Freda Shi" userId="e3bafef1-15f2-4eeb-acbe-fa674bab7991" providerId="ADAL" clId="{9555FC65-5A8C-4EE8-9D5B-8283D7A0923C}" dt="2026-01-19T08:14:26.407" v="40139"/>
          <ac:spMkLst>
            <pc:docMk/>
            <pc:sldMk cId="1804541783" sldId="421"/>
            <ac:spMk id="49" creationId="{877283E3-72F6-04F4-2E7B-DFEB66BD6BF2}"/>
          </ac:spMkLst>
        </pc:spChg>
        <pc:spChg chg="mod">
          <ac:chgData name="Freda Shi" userId="e3bafef1-15f2-4eeb-acbe-fa674bab7991" providerId="ADAL" clId="{9555FC65-5A8C-4EE8-9D5B-8283D7A0923C}" dt="2026-01-19T08:14:26.407" v="40139"/>
          <ac:spMkLst>
            <pc:docMk/>
            <pc:sldMk cId="1804541783" sldId="421"/>
            <ac:spMk id="65" creationId="{DCE4F8A4-BEA1-3419-FE16-3C32ABEB7E24}"/>
          </ac:spMkLst>
        </pc:spChg>
        <pc:spChg chg="mod">
          <ac:chgData name="Freda Shi" userId="e3bafef1-15f2-4eeb-acbe-fa674bab7991" providerId="ADAL" clId="{9555FC65-5A8C-4EE8-9D5B-8283D7A0923C}" dt="2026-01-19T08:14:26.407" v="40139"/>
          <ac:spMkLst>
            <pc:docMk/>
            <pc:sldMk cId="1804541783" sldId="421"/>
            <ac:spMk id="69" creationId="{C839E8B3-CAB4-71C1-51F7-D79B530372CA}"/>
          </ac:spMkLst>
        </pc:spChg>
        <pc:spChg chg="mod">
          <ac:chgData name="Freda Shi" userId="e3bafef1-15f2-4eeb-acbe-fa674bab7991" providerId="ADAL" clId="{9555FC65-5A8C-4EE8-9D5B-8283D7A0923C}" dt="2026-01-19T08:14:26.407" v="40139"/>
          <ac:spMkLst>
            <pc:docMk/>
            <pc:sldMk cId="1804541783" sldId="421"/>
            <ac:spMk id="78" creationId="{C6F3C69A-0E12-0C70-9F99-8D173D3DFF1F}"/>
          </ac:spMkLst>
        </pc:spChg>
        <pc:spChg chg="mod">
          <ac:chgData name="Freda Shi" userId="e3bafef1-15f2-4eeb-acbe-fa674bab7991" providerId="ADAL" clId="{9555FC65-5A8C-4EE8-9D5B-8283D7A0923C}" dt="2026-01-19T08:14:26.407" v="40139"/>
          <ac:spMkLst>
            <pc:docMk/>
            <pc:sldMk cId="1804541783" sldId="421"/>
            <ac:spMk id="79" creationId="{BC4C2CDE-548F-1F1F-AEBA-8F04AEBF6566}"/>
          </ac:spMkLst>
        </pc:spChg>
        <pc:spChg chg="mod">
          <ac:chgData name="Freda Shi" userId="e3bafef1-15f2-4eeb-acbe-fa674bab7991" providerId="ADAL" clId="{9555FC65-5A8C-4EE8-9D5B-8283D7A0923C}" dt="2026-01-19T08:14:26.407" v="40139"/>
          <ac:spMkLst>
            <pc:docMk/>
            <pc:sldMk cId="1804541783" sldId="421"/>
            <ac:spMk id="84" creationId="{1F7D1908-FEE0-049B-C49D-934C84A4F6A0}"/>
          </ac:spMkLst>
        </pc:spChg>
        <pc:spChg chg="mod">
          <ac:chgData name="Freda Shi" userId="e3bafef1-15f2-4eeb-acbe-fa674bab7991" providerId="ADAL" clId="{9555FC65-5A8C-4EE8-9D5B-8283D7A0923C}" dt="2026-01-19T08:14:26.407" v="40139"/>
          <ac:spMkLst>
            <pc:docMk/>
            <pc:sldMk cId="1804541783" sldId="421"/>
            <ac:spMk id="95" creationId="{C960004A-E5E2-7AEC-8AED-70241D58E0A9}"/>
          </ac:spMkLst>
        </pc:spChg>
        <pc:spChg chg="mod">
          <ac:chgData name="Freda Shi" userId="e3bafef1-15f2-4eeb-acbe-fa674bab7991" providerId="ADAL" clId="{9555FC65-5A8C-4EE8-9D5B-8283D7A0923C}" dt="2026-01-19T08:14:26.407" v="40139"/>
          <ac:spMkLst>
            <pc:docMk/>
            <pc:sldMk cId="1804541783" sldId="421"/>
            <ac:spMk id="98" creationId="{EF5EB83C-7547-ED66-B4D2-B0DC907A9A7F}"/>
          </ac:spMkLst>
        </pc:spChg>
        <pc:grpChg chg="mod">
          <ac:chgData name="Freda Shi" userId="e3bafef1-15f2-4eeb-acbe-fa674bab7991" providerId="ADAL" clId="{9555FC65-5A8C-4EE8-9D5B-8283D7A0923C}" dt="2026-01-19T08:14:41.927" v="40163" actId="1035"/>
          <ac:grpSpMkLst>
            <pc:docMk/>
            <pc:sldMk cId="1804541783" sldId="421"/>
            <ac:grpSpMk id="5" creationId="{8A824DAF-FE52-F349-1113-BF406DD9BC74}"/>
          </ac:grpSpMkLst>
        </pc:grpChg>
        <pc:grpChg chg="mod">
          <ac:chgData name="Freda Shi" userId="e3bafef1-15f2-4eeb-acbe-fa674bab7991" providerId="ADAL" clId="{9555FC65-5A8C-4EE8-9D5B-8283D7A0923C}" dt="2026-01-19T08:14:41.927" v="40163" actId="1035"/>
          <ac:grpSpMkLst>
            <pc:docMk/>
            <pc:sldMk cId="1804541783" sldId="421"/>
            <ac:grpSpMk id="37" creationId="{AFAB0F41-01D0-8D63-06E7-A58614337B3C}"/>
          </ac:grpSpMkLst>
        </pc:grpChg>
        <pc:grpChg chg="mod">
          <ac:chgData name="Freda Shi" userId="e3bafef1-15f2-4eeb-acbe-fa674bab7991" providerId="ADAL" clId="{9555FC65-5A8C-4EE8-9D5B-8283D7A0923C}" dt="2026-01-19T08:14:41.927" v="40163" actId="1035"/>
          <ac:grpSpMkLst>
            <pc:docMk/>
            <pc:sldMk cId="1804541783" sldId="421"/>
            <ac:grpSpMk id="80" creationId="{F45E2FB1-7706-1019-3267-A2665CD2FCC7}"/>
          </ac:grpSpMkLst>
        </pc:grpChg>
        <pc:picChg chg="mod">
          <ac:chgData name="Freda Shi" userId="e3bafef1-15f2-4eeb-acbe-fa674bab7991" providerId="ADAL" clId="{9555FC65-5A8C-4EE8-9D5B-8283D7A0923C}" dt="2026-01-19T08:14:41.927" v="40163" actId="1035"/>
          <ac:picMkLst>
            <pc:docMk/>
            <pc:sldMk cId="1804541783" sldId="421"/>
            <ac:picMk id="102" creationId="{AA95B37F-4857-E4F6-09C9-E388032D8480}"/>
          </ac:picMkLst>
        </pc:picChg>
        <pc:cxnChg chg="mod">
          <ac:chgData name="Freda Shi" userId="e3bafef1-15f2-4eeb-acbe-fa674bab7991" providerId="ADAL" clId="{9555FC65-5A8C-4EE8-9D5B-8283D7A0923C}" dt="2026-01-19T08:14:41.927" v="40163" actId="1035"/>
          <ac:cxnSpMkLst>
            <pc:docMk/>
            <pc:sldMk cId="1804541783" sldId="421"/>
            <ac:cxnSpMk id="103" creationId="{B7B1E759-CA2D-203F-A64C-7DB188B3974A}"/>
          </ac:cxnSpMkLst>
        </pc:cxnChg>
      </pc:sldChg>
      <pc:sldMasterChg chg="delSldLayout modSldLayout">
        <pc:chgData name="Freda Shi" userId="e3bafef1-15f2-4eeb-acbe-fa674bab7991" providerId="ADAL" clId="{9555FC65-5A8C-4EE8-9D5B-8283D7A0923C}" dt="2026-01-14T04:07:22.491" v="30298" actId="47"/>
        <pc:sldMasterMkLst>
          <pc:docMk/>
          <pc:sldMasterMk cId="1118528081" sldId="2147483648"/>
        </pc:sldMasterMkLst>
        <pc:sldLayoutChg chg="modSp mod">
          <pc:chgData name="Freda Shi" userId="e3bafef1-15f2-4eeb-acbe-fa674bab7991" providerId="ADAL" clId="{9555FC65-5A8C-4EE8-9D5B-8283D7A0923C}" dt="2025-12-21T09:18:26.531" v="4671" actId="14100"/>
          <pc:sldLayoutMkLst>
            <pc:docMk/>
            <pc:sldMasterMk cId="1118528081" sldId="2147483648"/>
            <pc:sldLayoutMk cId="826985054" sldId="2147483650"/>
          </pc:sldLayoutMkLst>
          <pc:spChg chg="mod">
            <ac:chgData name="Freda Shi" userId="e3bafef1-15f2-4eeb-acbe-fa674bab7991" providerId="ADAL" clId="{9555FC65-5A8C-4EE8-9D5B-8283D7A0923C}" dt="2025-12-21T09:18:26.531" v="4671" actId="14100"/>
            <ac:spMkLst>
              <pc:docMk/>
              <pc:sldMasterMk cId="1118528081" sldId="2147483648"/>
              <pc:sldLayoutMk cId="826985054" sldId="2147483650"/>
              <ac:spMk id="3" creationId="{8DD19F1E-8F25-C9E0-1195-1CD303EA5B0B}"/>
            </ac:spMkLst>
          </pc:spChg>
        </pc:sldLayoutChg>
        <pc:sldLayoutChg chg="modSp mod">
          <pc:chgData name="Freda Shi" userId="e3bafef1-15f2-4eeb-acbe-fa674bab7991" providerId="ADAL" clId="{9555FC65-5A8C-4EE8-9D5B-8283D7A0923C}" dt="2025-12-21T09:18:38.263" v="4673" actId="14100"/>
          <pc:sldLayoutMkLst>
            <pc:docMk/>
            <pc:sldMasterMk cId="1118528081" sldId="2147483648"/>
            <pc:sldLayoutMk cId="2489905552" sldId="2147483652"/>
          </pc:sldLayoutMkLst>
          <pc:spChg chg="mod">
            <ac:chgData name="Freda Shi" userId="e3bafef1-15f2-4eeb-acbe-fa674bab7991" providerId="ADAL" clId="{9555FC65-5A8C-4EE8-9D5B-8283D7A0923C}" dt="2025-12-21T09:18:35.877" v="4672" actId="14100"/>
            <ac:spMkLst>
              <pc:docMk/>
              <pc:sldMasterMk cId="1118528081" sldId="2147483648"/>
              <pc:sldLayoutMk cId="2489905552" sldId="2147483652"/>
              <ac:spMk id="3" creationId="{F2521A84-A51B-FB50-9FE9-82902A23163B}"/>
            </ac:spMkLst>
          </pc:spChg>
          <pc:spChg chg="mod">
            <ac:chgData name="Freda Shi" userId="e3bafef1-15f2-4eeb-acbe-fa674bab7991" providerId="ADAL" clId="{9555FC65-5A8C-4EE8-9D5B-8283D7A0923C}" dt="2025-12-21T09:18:38.263" v="4673" actId="14100"/>
            <ac:spMkLst>
              <pc:docMk/>
              <pc:sldMasterMk cId="1118528081" sldId="2147483648"/>
              <pc:sldLayoutMk cId="2489905552" sldId="2147483652"/>
              <ac:spMk id="4" creationId="{0A5A5771-7497-4EA1-71BA-D8EF276E3E25}"/>
            </ac:spMkLst>
          </pc:spChg>
        </pc:sldLayoutChg>
      </pc:sldMasterChg>
    </pc:docChg>
  </pc:docChgLst>
  <pc:docChgLst>
    <pc:chgData name="Freda Shi" userId="e3bafef1-15f2-4eeb-acbe-fa674bab7991" providerId="ADAL" clId="{F7E09A7F-F1A3-4C6E-A9E7-CA601CD0AD84}"/>
    <pc:docChg chg="custSel delSld modSld sldOrd modSection">
      <pc:chgData name="Freda Shi" userId="e3bafef1-15f2-4eeb-acbe-fa674bab7991" providerId="ADAL" clId="{F7E09A7F-F1A3-4C6E-A9E7-CA601CD0AD84}" dt="2026-01-12T20:52:40.175" v="165" actId="478"/>
      <pc:docMkLst>
        <pc:docMk/>
      </pc:docMkLst>
      <pc:sldChg chg="modSp mod">
        <pc:chgData name="Freda Shi" userId="e3bafef1-15f2-4eeb-acbe-fa674bab7991" providerId="ADAL" clId="{F7E09A7F-F1A3-4C6E-A9E7-CA601CD0AD84}" dt="2026-01-07T22:24:14.642" v="48" actId="20577"/>
        <pc:sldMkLst>
          <pc:docMk/>
          <pc:sldMk cId="228913878" sldId="256"/>
        </pc:sldMkLst>
        <pc:spChg chg="mod">
          <ac:chgData name="Freda Shi" userId="e3bafef1-15f2-4eeb-acbe-fa674bab7991" providerId="ADAL" clId="{F7E09A7F-F1A3-4C6E-A9E7-CA601CD0AD84}" dt="2026-01-07T22:24:14.642" v="48" actId="20577"/>
          <ac:spMkLst>
            <pc:docMk/>
            <pc:sldMk cId="228913878" sldId="256"/>
            <ac:spMk id="4" creationId="{DA47CF05-BE52-90FA-5147-DA56FCE560BA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BF14591-F67C-BB40-CBEA-594509238A5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AC0E14-87F2-B254-51B1-B8AC2F64E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168D9A-29E5-4846-BB23-DBAC39FAAE65}" type="datetimeFigureOut">
              <a:rPr lang="en-CA" smtClean="0"/>
              <a:t>2026-01-18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CB69ED-85D8-1CE2-FD53-9AC6B149BC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525E9E-8D74-A434-CC6A-221BA33515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78EB59-9011-4E29-9A14-88257365A9C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936918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A8D97B-9B66-446E-9E81-F5FF4B6B06C9}" type="datetimeFigureOut">
              <a:rPr lang="en-CA" smtClean="0"/>
              <a:t>2026-01-18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28F659-E204-4DAB-9308-784DA0D833B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4831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23708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15C415-963F-4589-9821-54EC9E819ECD}" type="slidenum">
              <a:rPr lang="en-CA" smtClean="0"/>
              <a:t>28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802551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15C415-963F-4589-9821-54EC9E819ECD}" type="slidenum">
              <a:rPr lang="en-CA" smtClean="0"/>
              <a:t>29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227217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15C415-963F-4589-9821-54EC9E819ECD}" type="slidenum">
              <a:rPr lang="en-CA" smtClean="0"/>
              <a:t>30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304862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15C415-963F-4589-9821-54EC9E819ECD}" type="slidenum">
              <a:rPr lang="en-CA" smtClean="0"/>
              <a:t>31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217256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15C415-963F-4589-9821-54EC9E819ECD}" type="slidenum">
              <a:rPr lang="en-CA" smtClean="0"/>
              <a:t>32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7560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15C415-963F-4589-9821-54EC9E819ECD}" type="slidenum">
              <a:rPr lang="en-CA" smtClean="0"/>
              <a:t>33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821391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15C415-963F-4589-9821-54EC9E819ECD}" type="slidenum">
              <a:rPr lang="en-CA" smtClean="0"/>
              <a:t>34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718267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39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81267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1D81C-C0FB-D832-3BCF-FEA9913D6B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9B338F-1C9E-8F52-F9A4-E761E10846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8B4FD-FA43-ED01-B598-2DD3B4DD9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7905-A51C-421C-8B94-09310336B0A2}" type="datetime1">
              <a:rPr lang="en-CA" smtClean="0"/>
              <a:t>2026-01-18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47A58B-BF2B-F261-F4BF-92803EEE2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0CB0-E893-4FAE-C932-C15080A41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983857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7E1F2-4C84-385C-A58A-13FDFBF16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751" y="0"/>
            <a:ext cx="11382498" cy="1325563"/>
          </a:xfrm>
          <a:prstGeom prst="rect">
            <a:avLst/>
          </a:prstGeo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19F1E-8F25-C9E0-1195-1CD303EA5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751" y="1325562"/>
            <a:ext cx="11382498" cy="5030787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Nunito" pitchFamily="2" charset="0"/>
              </a:defRPr>
            </a:lvl1pPr>
            <a:lvl2pPr>
              <a:lnSpc>
                <a:spcPct val="100000"/>
              </a:lnSpc>
              <a:defRPr>
                <a:latin typeface="Nunito" pitchFamily="2" charset="0"/>
              </a:defRPr>
            </a:lvl2pPr>
            <a:lvl3pPr>
              <a:lnSpc>
                <a:spcPct val="100000"/>
              </a:lnSpc>
              <a:defRPr>
                <a:latin typeface="Nunito" pitchFamily="2" charset="0"/>
              </a:defRPr>
            </a:lvl3pPr>
            <a:lvl4pPr>
              <a:lnSpc>
                <a:spcPct val="100000"/>
              </a:lnSpc>
              <a:defRPr>
                <a:latin typeface="Nunito" pitchFamily="2" charset="0"/>
              </a:defRPr>
            </a:lvl4pPr>
            <a:lvl5pPr>
              <a:lnSpc>
                <a:spcPct val="100000"/>
              </a:lnSpc>
              <a:defRPr>
                <a:latin typeface="Nunito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4B4D42-F908-5E01-B590-10E1A39936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4751" y="6356350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83C35BBC-156D-41FD-9ADF-716B2914A275}" type="datetime1">
              <a:rPr lang="en-CA" smtClean="0"/>
              <a:t>2026-01-18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79C89-C314-DDEA-2C67-83BAC906B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79454-EAA8-CA79-DF21-ACA68276A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4049" y="6356350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6985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A206-0109-0A71-8D88-FDBEE7334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678106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latin typeface="Nunito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80E311-A575-C976-8612-0AAE40A722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4F3AF7-1AE8-C53C-A886-BCA359B91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FF283ED9-7CF3-4A16-AD68-CCED7B0C68A9}" type="datetime1">
              <a:rPr lang="en-CA" smtClean="0"/>
              <a:t>2026-01-18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B96467-644E-846D-3020-E63D41BA5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CBBBB6-1087-2307-E934-62264519F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66561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1A536-D24D-052D-890A-E0B5456B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751" y="0"/>
            <a:ext cx="11382498" cy="1325563"/>
          </a:xfrm>
          <a:prstGeom prst="rect">
            <a:avLst/>
          </a:prstGeo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21A84-A51B-FB50-9FE9-82902A2316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4751" y="1325562"/>
            <a:ext cx="5615049" cy="5030787"/>
          </a:xfrm>
        </p:spPr>
        <p:txBody>
          <a:bodyPr/>
          <a:lstStyle>
            <a:lvl1pPr>
              <a:spcAft>
                <a:spcPts val="300"/>
              </a:spcAft>
              <a:defRPr>
                <a:latin typeface="Nunito" pitchFamily="2" charset="0"/>
              </a:defRPr>
            </a:lvl1pPr>
            <a:lvl2pPr>
              <a:spcAft>
                <a:spcPts val="300"/>
              </a:spcAft>
              <a:defRPr>
                <a:latin typeface="Nunito" pitchFamily="2" charset="0"/>
              </a:defRPr>
            </a:lvl2pPr>
            <a:lvl3pPr>
              <a:spcAft>
                <a:spcPts val="300"/>
              </a:spcAft>
              <a:defRPr>
                <a:latin typeface="Nunito" pitchFamily="2" charset="0"/>
              </a:defRPr>
            </a:lvl3pPr>
            <a:lvl4pPr>
              <a:spcAft>
                <a:spcPts val="300"/>
              </a:spcAft>
              <a:defRPr>
                <a:latin typeface="Nunito" pitchFamily="2" charset="0"/>
              </a:defRPr>
            </a:lvl4pPr>
            <a:lvl5pPr>
              <a:spcAft>
                <a:spcPts val="300"/>
              </a:spcAft>
              <a:defRPr>
                <a:latin typeface="Nunito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5A5771-7497-4EA1-71BA-D8EF276E3E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25563"/>
            <a:ext cx="5615048" cy="5030786"/>
          </a:xfrm>
        </p:spPr>
        <p:txBody>
          <a:bodyPr/>
          <a:lstStyle>
            <a:lvl1pPr>
              <a:spcAft>
                <a:spcPts val="300"/>
              </a:spcAft>
              <a:defRPr>
                <a:latin typeface="Nunito" pitchFamily="2" charset="0"/>
              </a:defRPr>
            </a:lvl1pPr>
            <a:lvl2pPr>
              <a:spcAft>
                <a:spcPts val="300"/>
              </a:spcAft>
              <a:defRPr>
                <a:latin typeface="Nunito" pitchFamily="2" charset="0"/>
              </a:defRPr>
            </a:lvl2pPr>
            <a:lvl3pPr>
              <a:spcAft>
                <a:spcPts val="300"/>
              </a:spcAft>
              <a:defRPr>
                <a:latin typeface="Nunito" pitchFamily="2" charset="0"/>
              </a:defRPr>
            </a:lvl3pPr>
            <a:lvl4pPr>
              <a:spcAft>
                <a:spcPts val="300"/>
              </a:spcAft>
              <a:defRPr>
                <a:latin typeface="Nunito" pitchFamily="2" charset="0"/>
              </a:defRPr>
            </a:lvl4pPr>
            <a:lvl5pPr>
              <a:spcAft>
                <a:spcPts val="300"/>
              </a:spcAft>
              <a:defRPr>
                <a:latin typeface="Nunito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5996EB-B53E-50CA-0C2E-79F93FF54B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4751" y="6356350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7A9C5AE8-81DF-43BD-B0FE-D622180FEED6}" type="datetime1">
              <a:rPr lang="en-CA" smtClean="0"/>
              <a:t>2026-01-18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FBA3BA-3C8C-8414-D264-DFE2469B9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2EFE18-BED3-97F6-752B-D8CA6FB20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4048" y="6356349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89905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4D164D-A971-FFAC-2B99-B33123B4B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751" y="365125"/>
            <a:ext cx="1138249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C787C-DEE0-2018-EEBF-D0C6CE2174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751" y="1825625"/>
            <a:ext cx="1138249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BF790-F8A0-E94B-A547-FFA5EBD11B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04751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</a:lstStyle>
          <a:p>
            <a:fld id="{6575A376-CF90-463F-B5BF-5AB20A7CAF2F}" type="datetime1">
              <a:rPr lang="en-CA" smtClean="0"/>
              <a:t>2026-01-18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9B0501-175E-8C38-D79A-42B4B1ACD3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781883-179C-670B-795E-1399264CA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4404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18528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kern="1200">
          <a:solidFill>
            <a:schemeClr val="tx1"/>
          </a:solidFill>
          <a:latin typeface="Nunito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3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Nunito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Nunito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Nunito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Nunito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Nunito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hs@uwaterloo.ca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tags" Target="../tags/tag26.xml"/><Relationship Id="rId39" Type="http://schemas.openxmlformats.org/officeDocument/2006/relationships/tags" Target="../tags/tag39.xml"/><Relationship Id="rId21" Type="http://schemas.openxmlformats.org/officeDocument/2006/relationships/tags" Target="../tags/tag21.xml"/><Relationship Id="rId34" Type="http://schemas.openxmlformats.org/officeDocument/2006/relationships/tags" Target="../tags/tag34.xml"/><Relationship Id="rId42" Type="http://schemas.openxmlformats.org/officeDocument/2006/relationships/tags" Target="../tags/tag42.xml"/><Relationship Id="rId47" Type="http://schemas.openxmlformats.org/officeDocument/2006/relationships/image" Target="../media/image4.emf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9" Type="http://schemas.openxmlformats.org/officeDocument/2006/relationships/tags" Target="../tags/tag29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40" Type="http://schemas.openxmlformats.org/officeDocument/2006/relationships/tags" Target="../tags/tag40.xml"/><Relationship Id="rId45" Type="http://schemas.openxmlformats.org/officeDocument/2006/relationships/image" Target="../media/image2.emf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10" Type="http://schemas.openxmlformats.org/officeDocument/2006/relationships/tags" Target="../tags/tag10.xml"/><Relationship Id="rId19" Type="http://schemas.openxmlformats.org/officeDocument/2006/relationships/tags" Target="../tags/tag19.xml"/><Relationship Id="rId31" Type="http://schemas.openxmlformats.org/officeDocument/2006/relationships/tags" Target="../tags/tag31.xml"/><Relationship Id="rId44" Type="http://schemas.openxmlformats.org/officeDocument/2006/relationships/slideLayout" Target="../slideLayouts/slideLayout2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43" Type="http://schemas.openxmlformats.org/officeDocument/2006/relationships/tags" Target="../tags/tag43.xml"/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image" Target="../media/image3.emf"/><Relationship Id="rId20" Type="http://schemas.openxmlformats.org/officeDocument/2006/relationships/tags" Target="../tags/tag20.xml"/><Relationship Id="rId41" Type="http://schemas.openxmlformats.org/officeDocument/2006/relationships/tags" Target="../tags/tag4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51.xml"/><Relationship Id="rId13" Type="http://schemas.openxmlformats.org/officeDocument/2006/relationships/tags" Target="../tags/tag56.xml"/><Relationship Id="rId3" Type="http://schemas.openxmlformats.org/officeDocument/2006/relationships/tags" Target="../tags/tag46.xml"/><Relationship Id="rId7" Type="http://schemas.openxmlformats.org/officeDocument/2006/relationships/tags" Target="../tags/tag50.xml"/><Relationship Id="rId12" Type="http://schemas.openxmlformats.org/officeDocument/2006/relationships/tags" Target="../tags/tag55.xml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tags" Target="../tags/tag49.xml"/><Relationship Id="rId11" Type="http://schemas.openxmlformats.org/officeDocument/2006/relationships/tags" Target="../tags/tag54.xml"/><Relationship Id="rId5" Type="http://schemas.openxmlformats.org/officeDocument/2006/relationships/tags" Target="../tags/tag48.xml"/><Relationship Id="rId10" Type="http://schemas.openxmlformats.org/officeDocument/2006/relationships/tags" Target="../tags/tag53.xml"/><Relationship Id="rId4" Type="http://schemas.openxmlformats.org/officeDocument/2006/relationships/tags" Target="../tags/tag47.xml"/><Relationship Id="rId9" Type="http://schemas.openxmlformats.org/officeDocument/2006/relationships/tags" Target="../tags/tag52.xml"/><Relationship Id="rId14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13" Type="http://schemas.openxmlformats.org/officeDocument/2006/relationships/tags" Target="../tags/tag69.xml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12" Type="http://schemas.openxmlformats.org/officeDocument/2006/relationships/tags" Target="../tags/tag68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5" Type="http://schemas.openxmlformats.org/officeDocument/2006/relationships/tags" Target="../tags/tag61.xml"/><Relationship Id="rId10" Type="http://schemas.openxmlformats.org/officeDocument/2006/relationships/tags" Target="../tags/tag66.xml"/><Relationship Id="rId4" Type="http://schemas.openxmlformats.org/officeDocument/2006/relationships/tags" Target="../tags/tag60.xml"/><Relationship Id="rId9" Type="http://schemas.openxmlformats.org/officeDocument/2006/relationships/tags" Target="../tags/tag65.xml"/><Relationship Id="rId14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77.xml"/><Relationship Id="rId13" Type="http://schemas.openxmlformats.org/officeDocument/2006/relationships/tags" Target="../tags/tag82.xml"/><Relationship Id="rId3" Type="http://schemas.openxmlformats.org/officeDocument/2006/relationships/tags" Target="../tags/tag72.xml"/><Relationship Id="rId7" Type="http://schemas.openxmlformats.org/officeDocument/2006/relationships/tags" Target="../tags/tag76.xml"/><Relationship Id="rId12" Type="http://schemas.openxmlformats.org/officeDocument/2006/relationships/tags" Target="../tags/tag81.xml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6" Type="http://schemas.openxmlformats.org/officeDocument/2006/relationships/tags" Target="../tags/tag75.xml"/><Relationship Id="rId11" Type="http://schemas.openxmlformats.org/officeDocument/2006/relationships/tags" Target="../tags/tag80.xml"/><Relationship Id="rId5" Type="http://schemas.openxmlformats.org/officeDocument/2006/relationships/tags" Target="../tags/tag74.xml"/><Relationship Id="rId10" Type="http://schemas.openxmlformats.org/officeDocument/2006/relationships/tags" Target="../tags/tag79.xml"/><Relationship Id="rId4" Type="http://schemas.openxmlformats.org/officeDocument/2006/relationships/tags" Target="../tags/tag73.xml"/><Relationship Id="rId9" Type="http://schemas.openxmlformats.org/officeDocument/2006/relationships/tags" Target="../tags/tag78.xml"/><Relationship Id="rId14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90.xml"/><Relationship Id="rId13" Type="http://schemas.openxmlformats.org/officeDocument/2006/relationships/tags" Target="../tags/tag95.xml"/><Relationship Id="rId3" Type="http://schemas.openxmlformats.org/officeDocument/2006/relationships/tags" Target="../tags/tag85.xml"/><Relationship Id="rId7" Type="http://schemas.openxmlformats.org/officeDocument/2006/relationships/tags" Target="../tags/tag89.xml"/><Relationship Id="rId12" Type="http://schemas.openxmlformats.org/officeDocument/2006/relationships/tags" Target="../tags/tag94.xml"/><Relationship Id="rId2" Type="http://schemas.openxmlformats.org/officeDocument/2006/relationships/tags" Target="../tags/tag84.xml"/><Relationship Id="rId1" Type="http://schemas.openxmlformats.org/officeDocument/2006/relationships/tags" Target="../tags/tag83.xml"/><Relationship Id="rId6" Type="http://schemas.openxmlformats.org/officeDocument/2006/relationships/tags" Target="../tags/tag88.xml"/><Relationship Id="rId11" Type="http://schemas.openxmlformats.org/officeDocument/2006/relationships/tags" Target="../tags/tag93.xml"/><Relationship Id="rId5" Type="http://schemas.openxmlformats.org/officeDocument/2006/relationships/tags" Target="../tags/tag87.xml"/><Relationship Id="rId10" Type="http://schemas.openxmlformats.org/officeDocument/2006/relationships/tags" Target="../tags/tag92.xml"/><Relationship Id="rId4" Type="http://schemas.openxmlformats.org/officeDocument/2006/relationships/tags" Target="../tags/tag86.xml"/><Relationship Id="rId9" Type="http://schemas.openxmlformats.org/officeDocument/2006/relationships/tags" Target="../tags/tag91.xml"/><Relationship Id="rId14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103.xml"/><Relationship Id="rId13" Type="http://schemas.openxmlformats.org/officeDocument/2006/relationships/slideLayout" Target="../slideLayouts/slideLayout2.xml"/><Relationship Id="rId3" Type="http://schemas.openxmlformats.org/officeDocument/2006/relationships/tags" Target="../tags/tag98.xml"/><Relationship Id="rId7" Type="http://schemas.openxmlformats.org/officeDocument/2006/relationships/tags" Target="../tags/tag102.xml"/><Relationship Id="rId12" Type="http://schemas.openxmlformats.org/officeDocument/2006/relationships/tags" Target="../tags/tag107.xml"/><Relationship Id="rId2" Type="http://schemas.openxmlformats.org/officeDocument/2006/relationships/tags" Target="../tags/tag97.xml"/><Relationship Id="rId1" Type="http://schemas.openxmlformats.org/officeDocument/2006/relationships/tags" Target="../tags/tag96.xml"/><Relationship Id="rId6" Type="http://schemas.openxmlformats.org/officeDocument/2006/relationships/tags" Target="../tags/tag101.xml"/><Relationship Id="rId11" Type="http://schemas.openxmlformats.org/officeDocument/2006/relationships/tags" Target="../tags/tag106.xml"/><Relationship Id="rId5" Type="http://schemas.openxmlformats.org/officeDocument/2006/relationships/tags" Target="../tags/tag100.xml"/><Relationship Id="rId10" Type="http://schemas.openxmlformats.org/officeDocument/2006/relationships/tags" Target="../tags/tag105.xml"/><Relationship Id="rId4" Type="http://schemas.openxmlformats.org/officeDocument/2006/relationships/tags" Target="../tags/tag99.xml"/><Relationship Id="rId9" Type="http://schemas.openxmlformats.org/officeDocument/2006/relationships/tags" Target="../tags/tag10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tags" Target="../tags/tag120.xml"/><Relationship Id="rId18" Type="http://schemas.openxmlformats.org/officeDocument/2006/relationships/tags" Target="../tags/tag125.xml"/><Relationship Id="rId26" Type="http://schemas.openxmlformats.org/officeDocument/2006/relationships/tags" Target="../tags/tag133.xml"/><Relationship Id="rId39" Type="http://schemas.openxmlformats.org/officeDocument/2006/relationships/image" Target="../media/image13.emf"/><Relationship Id="rId21" Type="http://schemas.openxmlformats.org/officeDocument/2006/relationships/tags" Target="../tags/tag128.xml"/><Relationship Id="rId34" Type="http://schemas.openxmlformats.org/officeDocument/2006/relationships/tags" Target="../tags/tag141.xml"/><Relationship Id="rId7" Type="http://schemas.openxmlformats.org/officeDocument/2006/relationships/tags" Target="../tags/tag114.xml"/><Relationship Id="rId2" Type="http://schemas.openxmlformats.org/officeDocument/2006/relationships/tags" Target="../tags/tag109.xml"/><Relationship Id="rId16" Type="http://schemas.openxmlformats.org/officeDocument/2006/relationships/tags" Target="../tags/tag123.xml"/><Relationship Id="rId20" Type="http://schemas.openxmlformats.org/officeDocument/2006/relationships/tags" Target="../tags/tag127.xml"/><Relationship Id="rId29" Type="http://schemas.openxmlformats.org/officeDocument/2006/relationships/tags" Target="../tags/tag136.xml"/><Relationship Id="rId41" Type="http://schemas.openxmlformats.org/officeDocument/2006/relationships/image" Target="../media/image15.emf"/><Relationship Id="rId1" Type="http://schemas.openxmlformats.org/officeDocument/2006/relationships/tags" Target="../tags/tag108.xml"/><Relationship Id="rId6" Type="http://schemas.openxmlformats.org/officeDocument/2006/relationships/tags" Target="../tags/tag113.xml"/><Relationship Id="rId11" Type="http://schemas.openxmlformats.org/officeDocument/2006/relationships/tags" Target="../tags/tag118.xml"/><Relationship Id="rId24" Type="http://schemas.openxmlformats.org/officeDocument/2006/relationships/tags" Target="../tags/tag131.xml"/><Relationship Id="rId32" Type="http://schemas.openxmlformats.org/officeDocument/2006/relationships/tags" Target="../tags/tag139.xml"/><Relationship Id="rId37" Type="http://schemas.openxmlformats.org/officeDocument/2006/relationships/image" Target="../media/image11.emf"/><Relationship Id="rId40" Type="http://schemas.openxmlformats.org/officeDocument/2006/relationships/image" Target="../media/image14.emf"/><Relationship Id="rId5" Type="http://schemas.openxmlformats.org/officeDocument/2006/relationships/tags" Target="../tags/tag112.xml"/><Relationship Id="rId15" Type="http://schemas.openxmlformats.org/officeDocument/2006/relationships/tags" Target="../tags/tag122.xml"/><Relationship Id="rId23" Type="http://schemas.openxmlformats.org/officeDocument/2006/relationships/tags" Target="../tags/tag130.xml"/><Relationship Id="rId28" Type="http://schemas.openxmlformats.org/officeDocument/2006/relationships/tags" Target="../tags/tag135.xml"/><Relationship Id="rId36" Type="http://schemas.openxmlformats.org/officeDocument/2006/relationships/image" Target="../media/image10.emf"/><Relationship Id="rId10" Type="http://schemas.openxmlformats.org/officeDocument/2006/relationships/tags" Target="../tags/tag117.xml"/><Relationship Id="rId19" Type="http://schemas.openxmlformats.org/officeDocument/2006/relationships/tags" Target="../tags/tag126.xml"/><Relationship Id="rId31" Type="http://schemas.openxmlformats.org/officeDocument/2006/relationships/tags" Target="../tags/tag138.xml"/><Relationship Id="rId4" Type="http://schemas.openxmlformats.org/officeDocument/2006/relationships/tags" Target="../tags/tag111.xml"/><Relationship Id="rId9" Type="http://schemas.openxmlformats.org/officeDocument/2006/relationships/tags" Target="../tags/tag116.xml"/><Relationship Id="rId14" Type="http://schemas.openxmlformats.org/officeDocument/2006/relationships/tags" Target="../tags/tag121.xml"/><Relationship Id="rId22" Type="http://schemas.openxmlformats.org/officeDocument/2006/relationships/tags" Target="../tags/tag129.xml"/><Relationship Id="rId27" Type="http://schemas.openxmlformats.org/officeDocument/2006/relationships/tags" Target="../tags/tag134.xml"/><Relationship Id="rId30" Type="http://schemas.openxmlformats.org/officeDocument/2006/relationships/tags" Target="../tags/tag137.xml"/><Relationship Id="rId35" Type="http://schemas.openxmlformats.org/officeDocument/2006/relationships/slideLayout" Target="../slideLayouts/slideLayout2.xml"/><Relationship Id="rId8" Type="http://schemas.openxmlformats.org/officeDocument/2006/relationships/tags" Target="../tags/tag115.xml"/><Relationship Id="rId3" Type="http://schemas.openxmlformats.org/officeDocument/2006/relationships/tags" Target="../tags/tag110.xml"/><Relationship Id="rId12" Type="http://schemas.openxmlformats.org/officeDocument/2006/relationships/tags" Target="../tags/tag119.xml"/><Relationship Id="rId17" Type="http://schemas.openxmlformats.org/officeDocument/2006/relationships/tags" Target="../tags/tag124.xml"/><Relationship Id="rId25" Type="http://schemas.openxmlformats.org/officeDocument/2006/relationships/tags" Target="../tags/tag132.xml"/><Relationship Id="rId33" Type="http://schemas.openxmlformats.org/officeDocument/2006/relationships/tags" Target="../tags/tag140.xml"/><Relationship Id="rId38" Type="http://schemas.openxmlformats.org/officeDocument/2006/relationships/image" Target="../media/image12.emf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tags" Target="../tags/tag167.xml"/><Relationship Id="rId21" Type="http://schemas.openxmlformats.org/officeDocument/2006/relationships/tags" Target="../tags/tag162.xml"/><Relationship Id="rId42" Type="http://schemas.openxmlformats.org/officeDocument/2006/relationships/tags" Target="../tags/tag183.xml"/><Relationship Id="rId47" Type="http://schemas.openxmlformats.org/officeDocument/2006/relationships/tags" Target="../tags/tag188.xml"/><Relationship Id="rId63" Type="http://schemas.openxmlformats.org/officeDocument/2006/relationships/tags" Target="../tags/tag204.xml"/><Relationship Id="rId68" Type="http://schemas.openxmlformats.org/officeDocument/2006/relationships/tags" Target="../tags/tag209.xml"/><Relationship Id="rId84" Type="http://schemas.openxmlformats.org/officeDocument/2006/relationships/tags" Target="../tags/tag225.xml"/><Relationship Id="rId89" Type="http://schemas.openxmlformats.org/officeDocument/2006/relationships/tags" Target="../tags/tag230.xml"/><Relationship Id="rId16" Type="http://schemas.openxmlformats.org/officeDocument/2006/relationships/tags" Target="../tags/tag157.xml"/><Relationship Id="rId11" Type="http://schemas.openxmlformats.org/officeDocument/2006/relationships/tags" Target="../tags/tag152.xml"/><Relationship Id="rId32" Type="http://schemas.openxmlformats.org/officeDocument/2006/relationships/tags" Target="../tags/tag173.xml"/><Relationship Id="rId37" Type="http://schemas.openxmlformats.org/officeDocument/2006/relationships/tags" Target="../tags/tag178.xml"/><Relationship Id="rId53" Type="http://schemas.openxmlformats.org/officeDocument/2006/relationships/tags" Target="../tags/tag194.xml"/><Relationship Id="rId58" Type="http://schemas.openxmlformats.org/officeDocument/2006/relationships/tags" Target="../tags/tag199.xml"/><Relationship Id="rId74" Type="http://schemas.openxmlformats.org/officeDocument/2006/relationships/tags" Target="../tags/tag215.xml"/><Relationship Id="rId79" Type="http://schemas.openxmlformats.org/officeDocument/2006/relationships/tags" Target="../tags/tag220.xml"/><Relationship Id="rId5" Type="http://schemas.openxmlformats.org/officeDocument/2006/relationships/tags" Target="../tags/tag146.xml"/><Relationship Id="rId90" Type="http://schemas.openxmlformats.org/officeDocument/2006/relationships/tags" Target="../tags/tag231.xml"/><Relationship Id="rId95" Type="http://schemas.openxmlformats.org/officeDocument/2006/relationships/tags" Target="../tags/tag236.xml"/><Relationship Id="rId22" Type="http://schemas.openxmlformats.org/officeDocument/2006/relationships/tags" Target="../tags/tag163.xml"/><Relationship Id="rId27" Type="http://schemas.openxmlformats.org/officeDocument/2006/relationships/tags" Target="../tags/tag168.xml"/><Relationship Id="rId43" Type="http://schemas.openxmlformats.org/officeDocument/2006/relationships/tags" Target="../tags/tag184.xml"/><Relationship Id="rId48" Type="http://schemas.openxmlformats.org/officeDocument/2006/relationships/tags" Target="../tags/tag189.xml"/><Relationship Id="rId64" Type="http://schemas.openxmlformats.org/officeDocument/2006/relationships/tags" Target="../tags/tag205.xml"/><Relationship Id="rId69" Type="http://schemas.openxmlformats.org/officeDocument/2006/relationships/tags" Target="../tags/tag210.xml"/><Relationship Id="rId80" Type="http://schemas.openxmlformats.org/officeDocument/2006/relationships/tags" Target="../tags/tag221.xml"/><Relationship Id="rId85" Type="http://schemas.openxmlformats.org/officeDocument/2006/relationships/tags" Target="../tags/tag226.xml"/><Relationship Id="rId3" Type="http://schemas.openxmlformats.org/officeDocument/2006/relationships/tags" Target="../tags/tag144.xml"/><Relationship Id="rId12" Type="http://schemas.openxmlformats.org/officeDocument/2006/relationships/tags" Target="../tags/tag153.xml"/><Relationship Id="rId17" Type="http://schemas.openxmlformats.org/officeDocument/2006/relationships/tags" Target="../tags/tag158.xml"/><Relationship Id="rId25" Type="http://schemas.openxmlformats.org/officeDocument/2006/relationships/tags" Target="../tags/tag166.xml"/><Relationship Id="rId33" Type="http://schemas.openxmlformats.org/officeDocument/2006/relationships/tags" Target="../tags/tag174.xml"/><Relationship Id="rId38" Type="http://schemas.openxmlformats.org/officeDocument/2006/relationships/tags" Target="../tags/tag179.xml"/><Relationship Id="rId46" Type="http://schemas.openxmlformats.org/officeDocument/2006/relationships/tags" Target="../tags/tag187.xml"/><Relationship Id="rId59" Type="http://schemas.openxmlformats.org/officeDocument/2006/relationships/tags" Target="../tags/tag200.xml"/><Relationship Id="rId67" Type="http://schemas.openxmlformats.org/officeDocument/2006/relationships/tags" Target="../tags/tag208.xml"/><Relationship Id="rId20" Type="http://schemas.openxmlformats.org/officeDocument/2006/relationships/tags" Target="../tags/tag161.xml"/><Relationship Id="rId41" Type="http://schemas.openxmlformats.org/officeDocument/2006/relationships/tags" Target="../tags/tag182.xml"/><Relationship Id="rId54" Type="http://schemas.openxmlformats.org/officeDocument/2006/relationships/tags" Target="../tags/tag195.xml"/><Relationship Id="rId62" Type="http://schemas.openxmlformats.org/officeDocument/2006/relationships/tags" Target="../tags/tag203.xml"/><Relationship Id="rId70" Type="http://schemas.openxmlformats.org/officeDocument/2006/relationships/tags" Target="../tags/tag211.xml"/><Relationship Id="rId75" Type="http://schemas.openxmlformats.org/officeDocument/2006/relationships/tags" Target="../tags/tag216.xml"/><Relationship Id="rId83" Type="http://schemas.openxmlformats.org/officeDocument/2006/relationships/tags" Target="../tags/tag224.xml"/><Relationship Id="rId88" Type="http://schemas.openxmlformats.org/officeDocument/2006/relationships/tags" Target="../tags/tag229.xml"/><Relationship Id="rId91" Type="http://schemas.openxmlformats.org/officeDocument/2006/relationships/tags" Target="../tags/tag232.xml"/><Relationship Id="rId96" Type="http://schemas.openxmlformats.org/officeDocument/2006/relationships/tags" Target="../tags/tag237.xml"/><Relationship Id="rId1" Type="http://schemas.openxmlformats.org/officeDocument/2006/relationships/tags" Target="../tags/tag142.xml"/><Relationship Id="rId6" Type="http://schemas.openxmlformats.org/officeDocument/2006/relationships/tags" Target="../tags/tag147.xml"/><Relationship Id="rId15" Type="http://schemas.openxmlformats.org/officeDocument/2006/relationships/tags" Target="../tags/tag156.xml"/><Relationship Id="rId23" Type="http://schemas.openxmlformats.org/officeDocument/2006/relationships/tags" Target="../tags/tag164.xml"/><Relationship Id="rId28" Type="http://schemas.openxmlformats.org/officeDocument/2006/relationships/tags" Target="../tags/tag169.xml"/><Relationship Id="rId36" Type="http://schemas.openxmlformats.org/officeDocument/2006/relationships/tags" Target="../tags/tag177.xml"/><Relationship Id="rId49" Type="http://schemas.openxmlformats.org/officeDocument/2006/relationships/tags" Target="../tags/tag190.xml"/><Relationship Id="rId57" Type="http://schemas.openxmlformats.org/officeDocument/2006/relationships/tags" Target="../tags/tag198.xml"/><Relationship Id="rId10" Type="http://schemas.openxmlformats.org/officeDocument/2006/relationships/tags" Target="../tags/tag151.xml"/><Relationship Id="rId31" Type="http://schemas.openxmlformats.org/officeDocument/2006/relationships/tags" Target="../tags/tag172.xml"/><Relationship Id="rId44" Type="http://schemas.openxmlformats.org/officeDocument/2006/relationships/tags" Target="../tags/tag185.xml"/><Relationship Id="rId52" Type="http://schemas.openxmlformats.org/officeDocument/2006/relationships/tags" Target="../tags/tag193.xml"/><Relationship Id="rId60" Type="http://schemas.openxmlformats.org/officeDocument/2006/relationships/tags" Target="../tags/tag201.xml"/><Relationship Id="rId65" Type="http://schemas.openxmlformats.org/officeDocument/2006/relationships/tags" Target="../tags/tag206.xml"/><Relationship Id="rId73" Type="http://schemas.openxmlformats.org/officeDocument/2006/relationships/tags" Target="../tags/tag214.xml"/><Relationship Id="rId78" Type="http://schemas.openxmlformats.org/officeDocument/2006/relationships/tags" Target="../tags/tag219.xml"/><Relationship Id="rId81" Type="http://schemas.openxmlformats.org/officeDocument/2006/relationships/tags" Target="../tags/tag222.xml"/><Relationship Id="rId86" Type="http://schemas.openxmlformats.org/officeDocument/2006/relationships/tags" Target="../tags/tag227.xml"/><Relationship Id="rId94" Type="http://schemas.openxmlformats.org/officeDocument/2006/relationships/tags" Target="../tags/tag235.xml"/><Relationship Id="rId4" Type="http://schemas.openxmlformats.org/officeDocument/2006/relationships/tags" Target="../tags/tag145.xml"/><Relationship Id="rId9" Type="http://schemas.openxmlformats.org/officeDocument/2006/relationships/tags" Target="../tags/tag150.xml"/><Relationship Id="rId13" Type="http://schemas.openxmlformats.org/officeDocument/2006/relationships/tags" Target="../tags/tag154.xml"/><Relationship Id="rId18" Type="http://schemas.openxmlformats.org/officeDocument/2006/relationships/tags" Target="../tags/tag159.xml"/><Relationship Id="rId39" Type="http://schemas.openxmlformats.org/officeDocument/2006/relationships/tags" Target="../tags/tag180.xml"/><Relationship Id="rId34" Type="http://schemas.openxmlformats.org/officeDocument/2006/relationships/tags" Target="../tags/tag175.xml"/><Relationship Id="rId50" Type="http://schemas.openxmlformats.org/officeDocument/2006/relationships/tags" Target="../tags/tag191.xml"/><Relationship Id="rId55" Type="http://schemas.openxmlformats.org/officeDocument/2006/relationships/tags" Target="../tags/tag196.xml"/><Relationship Id="rId76" Type="http://schemas.openxmlformats.org/officeDocument/2006/relationships/tags" Target="../tags/tag217.xml"/><Relationship Id="rId97" Type="http://schemas.openxmlformats.org/officeDocument/2006/relationships/tags" Target="../tags/tag238.xml"/><Relationship Id="rId7" Type="http://schemas.openxmlformats.org/officeDocument/2006/relationships/tags" Target="../tags/tag148.xml"/><Relationship Id="rId71" Type="http://schemas.openxmlformats.org/officeDocument/2006/relationships/tags" Target="../tags/tag212.xml"/><Relationship Id="rId92" Type="http://schemas.openxmlformats.org/officeDocument/2006/relationships/tags" Target="../tags/tag233.xml"/><Relationship Id="rId2" Type="http://schemas.openxmlformats.org/officeDocument/2006/relationships/tags" Target="../tags/tag143.xml"/><Relationship Id="rId29" Type="http://schemas.openxmlformats.org/officeDocument/2006/relationships/tags" Target="../tags/tag170.xml"/><Relationship Id="rId24" Type="http://schemas.openxmlformats.org/officeDocument/2006/relationships/tags" Target="../tags/tag165.xml"/><Relationship Id="rId40" Type="http://schemas.openxmlformats.org/officeDocument/2006/relationships/tags" Target="../tags/tag181.xml"/><Relationship Id="rId45" Type="http://schemas.openxmlformats.org/officeDocument/2006/relationships/tags" Target="../tags/tag186.xml"/><Relationship Id="rId66" Type="http://schemas.openxmlformats.org/officeDocument/2006/relationships/tags" Target="../tags/tag207.xml"/><Relationship Id="rId87" Type="http://schemas.openxmlformats.org/officeDocument/2006/relationships/tags" Target="../tags/tag228.xml"/><Relationship Id="rId61" Type="http://schemas.openxmlformats.org/officeDocument/2006/relationships/tags" Target="../tags/tag202.xml"/><Relationship Id="rId82" Type="http://schemas.openxmlformats.org/officeDocument/2006/relationships/tags" Target="../tags/tag223.xml"/><Relationship Id="rId19" Type="http://schemas.openxmlformats.org/officeDocument/2006/relationships/tags" Target="../tags/tag160.xml"/><Relationship Id="rId14" Type="http://schemas.openxmlformats.org/officeDocument/2006/relationships/tags" Target="../tags/tag155.xml"/><Relationship Id="rId30" Type="http://schemas.openxmlformats.org/officeDocument/2006/relationships/tags" Target="../tags/tag171.xml"/><Relationship Id="rId35" Type="http://schemas.openxmlformats.org/officeDocument/2006/relationships/tags" Target="../tags/tag176.xml"/><Relationship Id="rId56" Type="http://schemas.openxmlformats.org/officeDocument/2006/relationships/tags" Target="../tags/tag197.xml"/><Relationship Id="rId77" Type="http://schemas.openxmlformats.org/officeDocument/2006/relationships/tags" Target="../tags/tag218.xml"/><Relationship Id="rId8" Type="http://schemas.openxmlformats.org/officeDocument/2006/relationships/tags" Target="../tags/tag149.xml"/><Relationship Id="rId51" Type="http://schemas.openxmlformats.org/officeDocument/2006/relationships/tags" Target="../tags/tag192.xml"/><Relationship Id="rId72" Type="http://schemas.openxmlformats.org/officeDocument/2006/relationships/tags" Target="../tags/tag213.xml"/><Relationship Id="rId93" Type="http://schemas.openxmlformats.org/officeDocument/2006/relationships/tags" Target="../tags/tag234.xml"/><Relationship Id="rId98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tags" Target="../tags/tag251.xml"/><Relationship Id="rId18" Type="http://schemas.openxmlformats.org/officeDocument/2006/relationships/tags" Target="../tags/tag256.xml"/><Relationship Id="rId26" Type="http://schemas.openxmlformats.org/officeDocument/2006/relationships/tags" Target="../tags/tag264.xml"/><Relationship Id="rId39" Type="http://schemas.openxmlformats.org/officeDocument/2006/relationships/tags" Target="../tags/tag277.xml"/><Relationship Id="rId21" Type="http://schemas.openxmlformats.org/officeDocument/2006/relationships/tags" Target="../tags/tag259.xml"/><Relationship Id="rId34" Type="http://schemas.openxmlformats.org/officeDocument/2006/relationships/tags" Target="../tags/tag272.xml"/><Relationship Id="rId42" Type="http://schemas.openxmlformats.org/officeDocument/2006/relationships/slideLayout" Target="../slideLayouts/slideLayout2.xml"/><Relationship Id="rId7" Type="http://schemas.openxmlformats.org/officeDocument/2006/relationships/tags" Target="../tags/tag245.xml"/><Relationship Id="rId2" Type="http://schemas.openxmlformats.org/officeDocument/2006/relationships/tags" Target="../tags/tag240.xml"/><Relationship Id="rId16" Type="http://schemas.openxmlformats.org/officeDocument/2006/relationships/tags" Target="../tags/tag254.xml"/><Relationship Id="rId20" Type="http://schemas.openxmlformats.org/officeDocument/2006/relationships/tags" Target="../tags/tag258.xml"/><Relationship Id="rId29" Type="http://schemas.openxmlformats.org/officeDocument/2006/relationships/tags" Target="../tags/tag267.xml"/><Relationship Id="rId41" Type="http://schemas.openxmlformats.org/officeDocument/2006/relationships/tags" Target="../tags/tag279.xml"/><Relationship Id="rId1" Type="http://schemas.openxmlformats.org/officeDocument/2006/relationships/tags" Target="../tags/tag239.xml"/><Relationship Id="rId6" Type="http://schemas.openxmlformats.org/officeDocument/2006/relationships/tags" Target="../tags/tag244.xml"/><Relationship Id="rId11" Type="http://schemas.openxmlformats.org/officeDocument/2006/relationships/tags" Target="../tags/tag249.xml"/><Relationship Id="rId24" Type="http://schemas.openxmlformats.org/officeDocument/2006/relationships/tags" Target="../tags/tag262.xml"/><Relationship Id="rId32" Type="http://schemas.openxmlformats.org/officeDocument/2006/relationships/tags" Target="../tags/tag270.xml"/><Relationship Id="rId37" Type="http://schemas.openxmlformats.org/officeDocument/2006/relationships/tags" Target="../tags/tag275.xml"/><Relationship Id="rId40" Type="http://schemas.openxmlformats.org/officeDocument/2006/relationships/tags" Target="../tags/tag278.xml"/><Relationship Id="rId5" Type="http://schemas.openxmlformats.org/officeDocument/2006/relationships/tags" Target="../tags/tag243.xml"/><Relationship Id="rId15" Type="http://schemas.openxmlformats.org/officeDocument/2006/relationships/tags" Target="../tags/tag253.xml"/><Relationship Id="rId23" Type="http://schemas.openxmlformats.org/officeDocument/2006/relationships/tags" Target="../tags/tag261.xml"/><Relationship Id="rId28" Type="http://schemas.openxmlformats.org/officeDocument/2006/relationships/tags" Target="../tags/tag266.xml"/><Relationship Id="rId36" Type="http://schemas.openxmlformats.org/officeDocument/2006/relationships/tags" Target="../tags/tag274.xml"/><Relationship Id="rId10" Type="http://schemas.openxmlformats.org/officeDocument/2006/relationships/tags" Target="../tags/tag248.xml"/><Relationship Id="rId19" Type="http://schemas.openxmlformats.org/officeDocument/2006/relationships/tags" Target="../tags/tag257.xml"/><Relationship Id="rId31" Type="http://schemas.openxmlformats.org/officeDocument/2006/relationships/tags" Target="../tags/tag269.xml"/><Relationship Id="rId4" Type="http://schemas.openxmlformats.org/officeDocument/2006/relationships/tags" Target="../tags/tag242.xml"/><Relationship Id="rId9" Type="http://schemas.openxmlformats.org/officeDocument/2006/relationships/tags" Target="../tags/tag247.xml"/><Relationship Id="rId14" Type="http://schemas.openxmlformats.org/officeDocument/2006/relationships/tags" Target="../tags/tag252.xml"/><Relationship Id="rId22" Type="http://schemas.openxmlformats.org/officeDocument/2006/relationships/tags" Target="../tags/tag260.xml"/><Relationship Id="rId27" Type="http://schemas.openxmlformats.org/officeDocument/2006/relationships/tags" Target="../tags/tag265.xml"/><Relationship Id="rId30" Type="http://schemas.openxmlformats.org/officeDocument/2006/relationships/tags" Target="../tags/tag268.xml"/><Relationship Id="rId35" Type="http://schemas.openxmlformats.org/officeDocument/2006/relationships/tags" Target="../tags/tag273.xml"/><Relationship Id="rId8" Type="http://schemas.openxmlformats.org/officeDocument/2006/relationships/tags" Target="../tags/tag246.xml"/><Relationship Id="rId3" Type="http://schemas.openxmlformats.org/officeDocument/2006/relationships/tags" Target="../tags/tag241.xml"/><Relationship Id="rId12" Type="http://schemas.openxmlformats.org/officeDocument/2006/relationships/tags" Target="../tags/tag250.xml"/><Relationship Id="rId17" Type="http://schemas.openxmlformats.org/officeDocument/2006/relationships/tags" Target="../tags/tag255.xml"/><Relationship Id="rId25" Type="http://schemas.openxmlformats.org/officeDocument/2006/relationships/tags" Target="../tags/tag263.xml"/><Relationship Id="rId33" Type="http://schemas.openxmlformats.org/officeDocument/2006/relationships/tags" Target="../tags/tag271.xml"/><Relationship Id="rId38" Type="http://schemas.openxmlformats.org/officeDocument/2006/relationships/tags" Target="../tags/tag276.xml"/></Relationships>
</file>

<file path=ppt/slides/_rels/slide16.xml.rels><?xml version="1.0" encoding="UTF-8" standalone="yes"?>
<Relationships xmlns="http://schemas.openxmlformats.org/package/2006/relationships"><Relationship Id="rId26" Type="http://schemas.openxmlformats.org/officeDocument/2006/relationships/tags" Target="../tags/tag305.xml"/><Relationship Id="rId117" Type="http://schemas.openxmlformats.org/officeDocument/2006/relationships/tags" Target="../tags/tag396.xml"/><Relationship Id="rId21" Type="http://schemas.openxmlformats.org/officeDocument/2006/relationships/tags" Target="../tags/tag300.xml"/><Relationship Id="rId42" Type="http://schemas.openxmlformats.org/officeDocument/2006/relationships/tags" Target="../tags/tag321.xml"/><Relationship Id="rId47" Type="http://schemas.openxmlformats.org/officeDocument/2006/relationships/tags" Target="../tags/tag326.xml"/><Relationship Id="rId63" Type="http://schemas.openxmlformats.org/officeDocument/2006/relationships/tags" Target="../tags/tag342.xml"/><Relationship Id="rId68" Type="http://schemas.openxmlformats.org/officeDocument/2006/relationships/tags" Target="../tags/tag347.xml"/><Relationship Id="rId84" Type="http://schemas.openxmlformats.org/officeDocument/2006/relationships/tags" Target="../tags/tag363.xml"/><Relationship Id="rId89" Type="http://schemas.openxmlformats.org/officeDocument/2006/relationships/tags" Target="../tags/tag368.xml"/><Relationship Id="rId112" Type="http://schemas.openxmlformats.org/officeDocument/2006/relationships/tags" Target="../tags/tag391.xml"/><Relationship Id="rId16" Type="http://schemas.openxmlformats.org/officeDocument/2006/relationships/tags" Target="../tags/tag295.xml"/><Relationship Id="rId107" Type="http://schemas.openxmlformats.org/officeDocument/2006/relationships/tags" Target="../tags/tag386.xml"/><Relationship Id="rId11" Type="http://schemas.openxmlformats.org/officeDocument/2006/relationships/tags" Target="../tags/tag290.xml"/><Relationship Id="rId32" Type="http://schemas.openxmlformats.org/officeDocument/2006/relationships/tags" Target="../tags/tag311.xml"/><Relationship Id="rId37" Type="http://schemas.openxmlformats.org/officeDocument/2006/relationships/tags" Target="../tags/tag316.xml"/><Relationship Id="rId53" Type="http://schemas.openxmlformats.org/officeDocument/2006/relationships/tags" Target="../tags/tag332.xml"/><Relationship Id="rId58" Type="http://schemas.openxmlformats.org/officeDocument/2006/relationships/tags" Target="../tags/tag337.xml"/><Relationship Id="rId74" Type="http://schemas.openxmlformats.org/officeDocument/2006/relationships/tags" Target="../tags/tag353.xml"/><Relationship Id="rId79" Type="http://schemas.openxmlformats.org/officeDocument/2006/relationships/tags" Target="../tags/tag358.xml"/><Relationship Id="rId102" Type="http://schemas.openxmlformats.org/officeDocument/2006/relationships/tags" Target="../tags/tag381.xml"/><Relationship Id="rId123" Type="http://schemas.openxmlformats.org/officeDocument/2006/relationships/image" Target="../media/image16.png"/><Relationship Id="rId5" Type="http://schemas.openxmlformats.org/officeDocument/2006/relationships/tags" Target="../tags/tag284.xml"/><Relationship Id="rId90" Type="http://schemas.openxmlformats.org/officeDocument/2006/relationships/tags" Target="../tags/tag369.xml"/><Relationship Id="rId95" Type="http://schemas.openxmlformats.org/officeDocument/2006/relationships/tags" Target="../tags/tag374.xml"/><Relationship Id="rId22" Type="http://schemas.openxmlformats.org/officeDocument/2006/relationships/tags" Target="../tags/tag301.xml"/><Relationship Id="rId27" Type="http://schemas.openxmlformats.org/officeDocument/2006/relationships/tags" Target="../tags/tag306.xml"/><Relationship Id="rId43" Type="http://schemas.openxmlformats.org/officeDocument/2006/relationships/tags" Target="../tags/tag322.xml"/><Relationship Id="rId48" Type="http://schemas.openxmlformats.org/officeDocument/2006/relationships/tags" Target="../tags/tag327.xml"/><Relationship Id="rId64" Type="http://schemas.openxmlformats.org/officeDocument/2006/relationships/tags" Target="../tags/tag343.xml"/><Relationship Id="rId69" Type="http://schemas.openxmlformats.org/officeDocument/2006/relationships/tags" Target="../tags/tag348.xml"/><Relationship Id="rId113" Type="http://schemas.openxmlformats.org/officeDocument/2006/relationships/tags" Target="../tags/tag392.xml"/><Relationship Id="rId118" Type="http://schemas.openxmlformats.org/officeDocument/2006/relationships/tags" Target="../tags/tag397.xml"/><Relationship Id="rId80" Type="http://schemas.openxmlformats.org/officeDocument/2006/relationships/tags" Target="../tags/tag359.xml"/><Relationship Id="rId85" Type="http://schemas.openxmlformats.org/officeDocument/2006/relationships/tags" Target="../tags/tag364.xml"/><Relationship Id="rId12" Type="http://schemas.openxmlformats.org/officeDocument/2006/relationships/tags" Target="../tags/tag291.xml"/><Relationship Id="rId17" Type="http://schemas.openxmlformats.org/officeDocument/2006/relationships/tags" Target="../tags/tag296.xml"/><Relationship Id="rId33" Type="http://schemas.openxmlformats.org/officeDocument/2006/relationships/tags" Target="../tags/tag312.xml"/><Relationship Id="rId38" Type="http://schemas.openxmlformats.org/officeDocument/2006/relationships/tags" Target="../tags/tag317.xml"/><Relationship Id="rId59" Type="http://schemas.openxmlformats.org/officeDocument/2006/relationships/tags" Target="../tags/tag338.xml"/><Relationship Id="rId103" Type="http://schemas.openxmlformats.org/officeDocument/2006/relationships/tags" Target="../tags/tag382.xml"/><Relationship Id="rId108" Type="http://schemas.openxmlformats.org/officeDocument/2006/relationships/tags" Target="../tags/tag387.xml"/><Relationship Id="rId124" Type="http://schemas.openxmlformats.org/officeDocument/2006/relationships/image" Target="../media/image17.png"/><Relationship Id="rId54" Type="http://schemas.openxmlformats.org/officeDocument/2006/relationships/tags" Target="../tags/tag333.xml"/><Relationship Id="rId70" Type="http://schemas.openxmlformats.org/officeDocument/2006/relationships/tags" Target="../tags/tag349.xml"/><Relationship Id="rId75" Type="http://schemas.openxmlformats.org/officeDocument/2006/relationships/tags" Target="../tags/tag354.xml"/><Relationship Id="rId91" Type="http://schemas.openxmlformats.org/officeDocument/2006/relationships/tags" Target="../tags/tag370.xml"/><Relationship Id="rId96" Type="http://schemas.openxmlformats.org/officeDocument/2006/relationships/tags" Target="../tags/tag375.xml"/><Relationship Id="rId1" Type="http://schemas.openxmlformats.org/officeDocument/2006/relationships/tags" Target="../tags/tag280.xml"/><Relationship Id="rId6" Type="http://schemas.openxmlformats.org/officeDocument/2006/relationships/tags" Target="../tags/tag285.xml"/><Relationship Id="rId23" Type="http://schemas.openxmlformats.org/officeDocument/2006/relationships/tags" Target="../tags/tag302.xml"/><Relationship Id="rId28" Type="http://schemas.openxmlformats.org/officeDocument/2006/relationships/tags" Target="../tags/tag307.xml"/><Relationship Id="rId49" Type="http://schemas.openxmlformats.org/officeDocument/2006/relationships/tags" Target="../tags/tag328.xml"/><Relationship Id="rId114" Type="http://schemas.openxmlformats.org/officeDocument/2006/relationships/tags" Target="../tags/tag393.xml"/><Relationship Id="rId119" Type="http://schemas.openxmlformats.org/officeDocument/2006/relationships/tags" Target="../tags/tag398.xml"/><Relationship Id="rId44" Type="http://schemas.openxmlformats.org/officeDocument/2006/relationships/tags" Target="../tags/tag323.xml"/><Relationship Id="rId60" Type="http://schemas.openxmlformats.org/officeDocument/2006/relationships/tags" Target="../tags/tag339.xml"/><Relationship Id="rId65" Type="http://schemas.openxmlformats.org/officeDocument/2006/relationships/tags" Target="../tags/tag344.xml"/><Relationship Id="rId81" Type="http://schemas.openxmlformats.org/officeDocument/2006/relationships/tags" Target="../tags/tag360.xml"/><Relationship Id="rId86" Type="http://schemas.openxmlformats.org/officeDocument/2006/relationships/tags" Target="../tags/tag365.xml"/><Relationship Id="rId4" Type="http://schemas.openxmlformats.org/officeDocument/2006/relationships/tags" Target="../tags/tag283.xml"/><Relationship Id="rId9" Type="http://schemas.openxmlformats.org/officeDocument/2006/relationships/tags" Target="../tags/tag288.xml"/><Relationship Id="rId13" Type="http://schemas.openxmlformats.org/officeDocument/2006/relationships/tags" Target="../tags/tag292.xml"/><Relationship Id="rId18" Type="http://schemas.openxmlformats.org/officeDocument/2006/relationships/tags" Target="../tags/tag297.xml"/><Relationship Id="rId39" Type="http://schemas.openxmlformats.org/officeDocument/2006/relationships/tags" Target="../tags/tag318.xml"/><Relationship Id="rId109" Type="http://schemas.openxmlformats.org/officeDocument/2006/relationships/tags" Target="../tags/tag388.xml"/><Relationship Id="rId34" Type="http://schemas.openxmlformats.org/officeDocument/2006/relationships/tags" Target="../tags/tag313.xml"/><Relationship Id="rId50" Type="http://schemas.openxmlformats.org/officeDocument/2006/relationships/tags" Target="../tags/tag329.xml"/><Relationship Id="rId55" Type="http://schemas.openxmlformats.org/officeDocument/2006/relationships/tags" Target="../tags/tag334.xml"/><Relationship Id="rId76" Type="http://schemas.openxmlformats.org/officeDocument/2006/relationships/tags" Target="../tags/tag355.xml"/><Relationship Id="rId97" Type="http://schemas.openxmlformats.org/officeDocument/2006/relationships/tags" Target="../tags/tag376.xml"/><Relationship Id="rId104" Type="http://schemas.openxmlformats.org/officeDocument/2006/relationships/tags" Target="../tags/tag383.xml"/><Relationship Id="rId120" Type="http://schemas.openxmlformats.org/officeDocument/2006/relationships/tags" Target="../tags/tag399.xml"/><Relationship Id="rId7" Type="http://schemas.openxmlformats.org/officeDocument/2006/relationships/tags" Target="../tags/tag286.xml"/><Relationship Id="rId71" Type="http://schemas.openxmlformats.org/officeDocument/2006/relationships/tags" Target="../tags/tag350.xml"/><Relationship Id="rId92" Type="http://schemas.openxmlformats.org/officeDocument/2006/relationships/tags" Target="../tags/tag371.xml"/><Relationship Id="rId2" Type="http://schemas.openxmlformats.org/officeDocument/2006/relationships/tags" Target="../tags/tag281.xml"/><Relationship Id="rId29" Type="http://schemas.openxmlformats.org/officeDocument/2006/relationships/tags" Target="../tags/tag308.xml"/><Relationship Id="rId24" Type="http://schemas.openxmlformats.org/officeDocument/2006/relationships/tags" Target="../tags/tag303.xml"/><Relationship Id="rId40" Type="http://schemas.openxmlformats.org/officeDocument/2006/relationships/tags" Target="../tags/tag319.xml"/><Relationship Id="rId45" Type="http://schemas.openxmlformats.org/officeDocument/2006/relationships/tags" Target="../tags/tag324.xml"/><Relationship Id="rId66" Type="http://schemas.openxmlformats.org/officeDocument/2006/relationships/tags" Target="../tags/tag345.xml"/><Relationship Id="rId87" Type="http://schemas.openxmlformats.org/officeDocument/2006/relationships/tags" Target="../tags/tag366.xml"/><Relationship Id="rId110" Type="http://schemas.openxmlformats.org/officeDocument/2006/relationships/tags" Target="../tags/tag389.xml"/><Relationship Id="rId115" Type="http://schemas.openxmlformats.org/officeDocument/2006/relationships/tags" Target="../tags/tag394.xml"/><Relationship Id="rId61" Type="http://schemas.openxmlformats.org/officeDocument/2006/relationships/tags" Target="../tags/tag340.xml"/><Relationship Id="rId82" Type="http://schemas.openxmlformats.org/officeDocument/2006/relationships/tags" Target="../tags/tag361.xml"/><Relationship Id="rId19" Type="http://schemas.openxmlformats.org/officeDocument/2006/relationships/tags" Target="../tags/tag298.xml"/><Relationship Id="rId14" Type="http://schemas.openxmlformats.org/officeDocument/2006/relationships/tags" Target="../tags/tag293.xml"/><Relationship Id="rId30" Type="http://schemas.openxmlformats.org/officeDocument/2006/relationships/tags" Target="../tags/tag309.xml"/><Relationship Id="rId35" Type="http://schemas.openxmlformats.org/officeDocument/2006/relationships/tags" Target="../tags/tag314.xml"/><Relationship Id="rId56" Type="http://schemas.openxmlformats.org/officeDocument/2006/relationships/tags" Target="../tags/tag335.xml"/><Relationship Id="rId77" Type="http://schemas.openxmlformats.org/officeDocument/2006/relationships/tags" Target="../tags/tag356.xml"/><Relationship Id="rId100" Type="http://schemas.openxmlformats.org/officeDocument/2006/relationships/tags" Target="../tags/tag379.xml"/><Relationship Id="rId105" Type="http://schemas.openxmlformats.org/officeDocument/2006/relationships/tags" Target="../tags/tag384.xml"/><Relationship Id="rId8" Type="http://schemas.openxmlformats.org/officeDocument/2006/relationships/tags" Target="../tags/tag287.xml"/><Relationship Id="rId51" Type="http://schemas.openxmlformats.org/officeDocument/2006/relationships/tags" Target="../tags/tag330.xml"/><Relationship Id="rId72" Type="http://schemas.openxmlformats.org/officeDocument/2006/relationships/tags" Target="../tags/tag351.xml"/><Relationship Id="rId93" Type="http://schemas.openxmlformats.org/officeDocument/2006/relationships/tags" Target="../tags/tag372.xml"/><Relationship Id="rId98" Type="http://schemas.openxmlformats.org/officeDocument/2006/relationships/tags" Target="../tags/tag377.xml"/><Relationship Id="rId121" Type="http://schemas.openxmlformats.org/officeDocument/2006/relationships/tags" Target="../tags/tag400.xml"/><Relationship Id="rId3" Type="http://schemas.openxmlformats.org/officeDocument/2006/relationships/tags" Target="../tags/tag282.xml"/><Relationship Id="rId25" Type="http://schemas.openxmlformats.org/officeDocument/2006/relationships/tags" Target="../tags/tag304.xml"/><Relationship Id="rId46" Type="http://schemas.openxmlformats.org/officeDocument/2006/relationships/tags" Target="../tags/tag325.xml"/><Relationship Id="rId67" Type="http://schemas.openxmlformats.org/officeDocument/2006/relationships/tags" Target="../tags/tag346.xml"/><Relationship Id="rId116" Type="http://schemas.openxmlformats.org/officeDocument/2006/relationships/tags" Target="../tags/tag395.xml"/><Relationship Id="rId20" Type="http://schemas.openxmlformats.org/officeDocument/2006/relationships/tags" Target="../tags/tag299.xml"/><Relationship Id="rId41" Type="http://schemas.openxmlformats.org/officeDocument/2006/relationships/tags" Target="../tags/tag320.xml"/><Relationship Id="rId62" Type="http://schemas.openxmlformats.org/officeDocument/2006/relationships/tags" Target="../tags/tag341.xml"/><Relationship Id="rId83" Type="http://schemas.openxmlformats.org/officeDocument/2006/relationships/tags" Target="../tags/tag362.xml"/><Relationship Id="rId88" Type="http://schemas.openxmlformats.org/officeDocument/2006/relationships/tags" Target="../tags/tag367.xml"/><Relationship Id="rId111" Type="http://schemas.openxmlformats.org/officeDocument/2006/relationships/tags" Target="../tags/tag390.xml"/><Relationship Id="rId15" Type="http://schemas.openxmlformats.org/officeDocument/2006/relationships/tags" Target="../tags/tag294.xml"/><Relationship Id="rId36" Type="http://schemas.openxmlformats.org/officeDocument/2006/relationships/tags" Target="../tags/tag315.xml"/><Relationship Id="rId57" Type="http://schemas.openxmlformats.org/officeDocument/2006/relationships/tags" Target="../tags/tag336.xml"/><Relationship Id="rId106" Type="http://schemas.openxmlformats.org/officeDocument/2006/relationships/tags" Target="../tags/tag385.xml"/><Relationship Id="rId10" Type="http://schemas.openxmlformats.org/officeDocument/2006/relationships/tags" Target="../tags/tag289.xml"/><Relationship Id="rId31" Type="http://schemas.openxmlformats.org/officeDocument/2006/relationships/tags" Target="../tags/tag310.xml"/><Relationship Id="rId52" Type="http://schemas.openxmlformats.org/officeDocument/2006/relationships/tags" Target="../tags/tag331.xml"/><Relationship Id="rId73" Type="http://schemas.openxmlformats.org/officeDocument/2006/relationships/tags" Target="../tags/tag352.xml"/><Relationship Id="rId78" Type="http://schemas.openxmlformats.org/officeDocument/2006/relationships/tags" Target="../tags/tag357.xml"/><Relationship Id="rId94" Type="http://schemas.openxmlformats.org/officeDocument/2006/relationships/tags" Target="../tags/tag373.xml"/><Relationship Id="rId99" Type="http://schemas.openxmlformats.org/officeDocument/2006/relationships/tags" Target="../tags/tag378.xml"/><Relationship Id="rId101" Type="http://schemas.openxmlformats.org/officeDocument/2006/relationships/tags" Target="../tags/tag380.xml"/><Relationship Id="rId122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6" Type="http://schemas.openxmlformats.org/officeDocument/2006/relationships/tags" Target="../tags/tag426.xml"/><Relationship Id="rId21" Type="http://schemas.openxmlformats.org/officeDocument/2006/relationships/tags" Target="../tags/tag421.xml"/><Relationship Id="rId42" Type="http://schemas.openxmlformats.org/officeDocument/2006/relationships/tags" Target="../tags/tag442.xml"/><Relationship Id="rId47" Type="http://schemas.openxmlformats.org/officeDocument/2006/relationships/tags" Target="../tags/tag447.xml"/><Relationship Id="rId63" Type="http://schemas.openxmlformats.org/officeDocument/2006/relationships/tags" Target="../tags/tag463.xml"/><Relationship Id="rId68" Type="http://schemas.openxmlformats.org/officeDocument/2006/relationships/tags" Target="../tags/tag468.xml"/><Relationship Id="rId16" Type="http://schemas.openxmlformats.org/officeDocument/2006/relationships/tags" Target="../tags/tag416.xml"/><Relationship Id="rId11" Type="http://schemas.openxmlformats.org/officeDocument/2006/relationships/tags" Target="../tags/tag411.xml"/><Relationship Id="rId32" Type="http://schemas.openxmlformats.org/officeDocument/2006/relationships/tags" Target="../tags/tag432.xml"/><Relationship Id="rId37" Type="http://schemas.openxmlformats.org/officeDocument/2006/relationships/tags" Target="../tags/tag437.xml"/><Relationship Id="rId53" Type="http://schemas.openxmlformats.org/officeDocument/2006/relationships/tags" Target="../tags/tag453.xml"/><Relationship Id="rId58" Type="http://schemas.openxmlformats.org/officeDocument/2006/relationships/tags" Target="../tags/tag458.xml"/><Relationship Id="rId74" Type="http://schemas.openxmlformats.org/officeDocument/2006/relationships/tags" Target="../tags/tag474.xml"/><Relationship Id="rId79" Type="http://schemas.openxmlformats.org/officeDocument/2006/relationships/tags" Target="../tags/tag479.xml"/><Relationship Id="rId5" Type="http://schemas.openxmlformats.org/officeDocument/2006/relationships/tags" Target="../tags/tag405.xml"/><Relationship Id="rId61" Type="http://schemas.openxmlformats.org/officeDocument/2006/relationships/tags" Target="../tags/tag461.xml"/><Relationship Id="rId82" Type="http://schemas.openxmlformats.org/officeDocument/2006/relationships/tags" Target="../tags/tag482.xml"/><Relationship Id="rId19" Type="http://schemas.openxmlformats.org/officeDocument/2006/relationships/tags" Target="../tags/tag419.xml"/><Relationship Id="rId14" Type="http://schemas.openxmlformats.org/officeDocument/2006/relationships/tags" Target="../tags/tag414.xml"/><Relationship Id="rId22" Type="http://schemas.openxmlformats.org/officeDocument/2006/relationships/tags" Target="../tags/tag422.xml"/><Relationship Id="rId27" Type="http://schemas.openxmlformats.org/officeDocument/2006/relationships/tags" Target="../tags/tag427.xml"/><Relationship Id="rId30" Type="http://schemas.openxmlformats.org/officeDocument/2006/relationships/tags" Target="../tags/tag430.xml"/><Relationship Id="rId35" Type="http://schemas.openxmlformats.org/officeDocument/2006/relationships/tags" Target="../tags/tag435.xml"/><Relationship Id="rId43" Type="http://schemas.openxmlformats.org/officeDocument/2006/relationships/tags" Target="../tags/tag443.xml"/><Relationship Id="rId48" Type="http://schemas.openxmlformats.org/officeDocument/2006/relationships/tags" Target="../tags/tag448.xml"/><Relationship Id="rId56" Type="http://schemas.openxmlformats.org/officeDocument/2006/relationships/tags" Target="../tags/tag456.xml"/><Relationship Id="rId64" Type="http://schemas.openxmlformats.org/officeDocument/2006/relationships/tags" Target="../tags/tag464.xml"/><Relationship Id="rId69" Type="http://schemas.openxmlformats.org/officeDocument/2006/relationships/tags" Target="../tags/tag469.xml"/><Relationship Id="rId77" Type="http://schemas.openxmlformats.org/officeDocument/2006/relationships/tags" Target="../tags/tag477.xml"/><Relationship Id="rId8" Type="http://schemas.openxmlformats.org/officeDocument/2006/relationships/tags" Target="../tags/tag408.xml"/><Relationship Id="rId51" Type="http://schemas.openxmlformats.org/officeDocument/2006/relationships/tags" Target="../tags/tag451.xml"/><Relationship Id="rId72" Type="http://schemas.openxmlformats.org/officeDocument/2006/relationships/tags" Target="../tags/tag472.xml"/><Relationship Id="rId80" Type="http://schemas.openxmlformats.org/officeDocument/2006/relationships/tags" Target="../tags/tag480.xml"/><Relationship Id="rId3" Type="http://schemas.openxmlformats.org/officeDocument/2006/relationships/tags" Target="../tags/tag403.xml"/><Relationship Id="rId12" Type="http://schemas.openxmlformats.org/officeDocument/2006/relationships/tags" Target="../tags/tag412.xml"/><Relationship Id="rId17" Type="http://schemas.openxmlformats.org/officeDocument/2006/relationships/tags" Target="../tags/tag417.xml"/><Relationship Id="rId25" Type="http://schemas.openxmlformats.org/officeDocument/2006/relationships/tags" Target="../tags/tag425.xml"/><Relationship Id="rId33" Type="http://schemas.openxmlformats.org/officeDocument/2006/relationships/tags" Target="../tags/tag433.xml"/><Relationship Id="rId38" Type="http://schemas.openxmlformats.org/officeDocument/2006/relationships/tags" Target="../tags/tag438.xml"/><Relationship Id="rId46" Type="http://schemas.openxmlformats.org/officeDocument/2006/relationships/tags" Target="../tags/tag446.xml"/><Relationship Id="rId59" Type="http://schemas.openxmlformats.org/officeDocument/2006/relationships/tags" Target="../tags/tag459.xml"/><Relationship Id="rId67" Type="http://schemas.openxmlformats.org/officeDocument/2006/relationships/tags" Target="../tags/tag467.xml"/><Relationship Id="rId20" Type="http://schemas.openxmlformats.org/officeDocument/2006/relationships/tags" Target="../tags/tag420.xml"/><Relationship Id="rId41" Type="http://schemas.openxmlformats.org/officeDocument/2006/relationships/tags" Target="../tags/tag441.xml"/><Relationship Id="rId54" Type="http://schemas.openxmlformats.org/officeDocument/2006/relationships/tags" Target="../tags/tag454.xml"/><Relationship Id="rId62" Type="http://schemas.openxmlformats.org/officeDocument/2006/relationships/tags" Target="../tags/tag462.xml"/><Relationship Id="rId70" Type="http://schemas.openxmlformats.org/officeDocument/2006/relationships/tags" Target="../tags/tag470.xml"/><Relationship Id="rId75" Type="http://schemas.openxmlformats.org/officeDocument/2006/relationships/tags" Target="../tags/tag475.xml"/><Relationship Id="rId83" Type="http://schemas.openxmlformats.org/officeDocument/2006/relationships/slideLayout" Target="../slideLayouts/slideLayout2.xml"/><Relationship Id="rId1" Type="http://schemas.openxmlformats.org/officeDocument/2006/relationships/tags" Target="../tags/tag401.xml"/><Relationship Id="rId6" Type="http://schemas.openxmlformats.org/officeDocument/2006/relationships/tags" Target="../tags/tag406.xml"/><Relationship Id="rId15" Type="http://schemas.openxmlformats.org/officeDocument/2006/relationships/tags" Target="../tags/tag415.xml"/><Relationship Id="rId23" Type="http://schemas.openxmlformats.org/officeDocument/2006/relationships/tags" Target="../tags/tag423.xml"/><Relationship Id="rId28" Type="http://schemas.openxmlformats.org/officeDocument/2006/relationships/tags" Target="../tags/tag428.xml"/><Relationship Id="rId36" Type="http://schemas.openxmlformats.org/officeDocument/2006/relationships/tags" Target="../tags/tag436.xml"/><Relationship Id="rId49" Type="http://schemas.openxmlformats.org/officeDocument/2006/relationships/tags" Target="../tags/tag449.xml"/><Relationship Id="rId57" Type="http://schemas.openxmlformats.org/officeDocument/2006/relationships/tags" Target="../tags/tag457.xml"/><Relationship Id="rId10" Type="http://schemas.openxmlformats.org/officeDocument/2006/relationships/tags" Target="../tags/tag410.xml"/><Relationship Id="rId31" Type="http://schemas.openxmlformats.org/officeDocument/2006/relationships/tags" Target="../tags/tag431.xml"/><Relationship Id="rId44" Type="http://schemas.openxmlformats.org/officeDocument/2006/relationships/tags" Target="../tags/tag444.xml"/><Relationship Id="rId52" Type="http://schemas.openxmlformats.org/officeDocument/2006/relationships/tags" Target="../tags/tag452.xml"/><Relationship Id="rId60" Type="http://schemas.openxmlformats.org/officeDocument/2006/relationships/tags" Target="../tags/tag460.xml"/><Relationship Id="rId65" Type="http://schemas.openxmlformats.org/officeDocument/2006/relationships/tags" Target="../tags/tag465.xml"/><Relationship Id="rId73" Type="http://schemas.openxmlformats.org/officeDocument/2006/relationships/tags" Target="../tags/tag473.xml"/><Relationship Id="rId78" Type="http://schemas.openxmlformats.org/officeDocument/2006/relationships/tags" Target="../tags/tag478.xml"/><Relationship Id="rId81" Type="http://schemas.openxmlformats.org/officeDocument/2006/relationships/tags" Target="../tags/tag481.xml"/><Relationship Id="rId4" Type="http://schemas.openxmlformats.org/officeDocument/2006/relationships/tags" Target="../tags/tag404.xml"/><Relationship Id="rId9" Type="http://schemas.openxmlformats.org/officeDocument/2006/relationships/tags" Target="../tags/tag409.xml"/><Relationship Id="rId13" Type="http://schemas.openxmlformats.org/officeDocument/2006/relationships/tags" Target="../tags/tag413.xml"/><Relationship Id="rId18" Type="http://schemas.openxmlformats.org/officeDocument/2006/relationships/tags" Target="../tags/tag418.xml"/><Relationship Id="rId39" Type="http://schemas.openxmlformats.org/officeDocument/2006/relationships/tags" Target="../tags/tag439.xml"/><Relationship Id="rId34" Type="http://schemas.openxmlformats.org/officeDocument/2006/relationships/tags" Target="../tags/tag434.xml"/><Relationship Id="rId50" Type="http://schemas.openxmlformats.org/officeDocument/2006/relationships/tags" Target="../tags/tag450.xml"/><Relationship Id="rId55" Type="http://schemas.openxmlformats.org/officeDocument/2006/relationships/tags" Target="../tags/tag455.xml"/><Relationship Id="rId76" Type="http://schemas.openxmlformats.org/officeDocument/2006/relationships/tags" Target="../tags/tag476.xml"/><Relationship Id="rId7" Type="http://schemas.openxmlformats.org/officeDocument/2006/relationships/tags" Target="../tags/tag407.xml"/><Relationship Id="rId71" Type="http://schemas.openxmlformats.org/officeDocument/2006/relationships/tags" Target="../tags/tag471.xml"/><Relationship Id="rId2" Type="http://schemas.openxmlformats.org/officeDocument/2006/relationships/tags" Target="../tags/tag402.xml"/><Relationship Id="rId29" Type="http://schemas.openxmlformats.org/officeDocument/2006/relationships/tags" Target="../tags/tag429.xml"/><Relationship Id="rId24" Type="http://schemas.openxmlformats.org/officeDocument/2006/relationships/tags" Target="../tags/tag424.xml"/><Relationship Id="rId40" Type="http://schemas.openxmlformats.org/officeDocument/2006/relationships/tags" Target="../tags/tag440.xml"/><Relationship Id="rId45" Type="http://schemas.openxmlformats.org/officeDocument/2006/relationships/tags" Target="../tags/tag445.xml"/><Relationship Id="rId66" Type="http://schemas.openxmlformats.org/officeDocument/2006/relationships/tags" Target="../tags/tag46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tags" Target="../tags/tag495.xml"/><Relationship Id="rId18" Type="http://schemas.openxmlformats.org/officeDocument/2006/relationships/tags" Target="../tags/tag500.xml"/><Relationship Id="rId26" Type="http://schemas.openxmlformats.org/officeDocument/2006/relationships/tags" Target="../tags/tag508.xml"/><Relationship Id="rId39" Type="http://schemas.openxmlformats.org/officeDocument/2006/relationships/image" Target="../media/image22.emf"/><Relationship Id="rId21" Type="http://schemas.openxmlformats.org/officeDocument/2006/relationships/tags" Target="../tags/tag503.xml"/><Relationship Id="rId34" Type="http://schemas.openxmlformats.org/officeDocument/2006/relationships/tags" Target="../tags/tag516.xml"/><Relationship Id="rId42" Type="http://schemas.openxmlformats.org/officeDocument/2006/relationships/image" Target="../media/image25.emf"/><Relationship Id="rId7" Type="http://schemas.openxmlformats.org/officeDocument/2006/relationships/tags" Target="../tags/tag489.xml"/><Relationship Id="rId2" Type="http://schemas.openxmlformats.org/officeDocument/2006/relationships/tags" Target="../tags/tag484.xml"/><Relationship Id="rId16" Type="http://schemas.openxmlformats.org/officeDocument/2006/relationships/tags" Target="../tags/tag498.xml"/><Relationship Id="rId20" Type="http://schemas.openxmlformats.org/officeDocument/2006/relationships/tags" Target="../tags/tag502.xml"/><Relationship Id="rId29" Type="http://schemas.openxmlformats.org/officeDocument/2006/relationships/tags" Target="../tags/tag511.xml"/><Relationship Id="rId41" Type="http://schemas.openxmlformats.org/officeDocument/2006/relationships/image" Target="../media/image24.emf"/><Relationship Id="rId1" Type="http://schemas.openxmlformats.org/officeDocument/2006/relationships/tags" Target="../tags/tag483.xml"/><Relationship Id="rId6" Type="http://schemas.openxmlformats.org/officeDocument/2006/relationships/tags" Target="../tags/tag488.xml"/><Relationship Id="rId11" Type="http://schemas.openxmlformats.org/officeDocument/2006/relationships/tags" Target="../tags/tag493.xml"/><Relationship Id="rId24" Type="http://schemas.openxmlformats.org/officeDocument/2006/relationships/tags" Target="../tags/tag506.xml"/><Relationship Id="rId32" Type="http://schemas.openxmlformats.org/officeDocument/2006/relationships/tags" Target="../tags/tag514.xml"/><Relationship Id="rId37" Type="http://schemas.openxmlformats.org/officeDocument/2006/relationships/image" Target="../media/image20.emf"/><Relationship Id="rId40" Type="http://schemas.openxmlformats.org/officeDocument/2006/relationships/image" Target="../media/image23.emf"/><Relationship Id="rId5" Type="http://schemas.openxmlformats.org/officeDocument/2006/relationships/tags" Target="../tags/tag487.xml"/><Relationship Id="rId15" Type="http://schemas.openxmlformats.org/officeDocument/2006/relationships/tags" Target="../tags/tag497.xml"/><Relationship Id="rId23" Type="http://schemas.openxmlformats.org/officeDocument/2006/relationships/tags" Target="../tags/tag505.xml"/><Relationship Id="rId28" Type="http://schemas.openxmlformats.org/officeDocument/2006/relationships/tags" Target="../tags/tag510.xml"/><Relationship Id="rId36" Type="http://schemas.openxmlformats.org/officeDocument/2006/relationships/image" Target="../media/image19.emf"/><Relationship Id="rId10" Type="http://schemas.openxmlformats.org/officeDocument/2006/relationships/tags" Target="../tags/tag492.xml"/><Relationship Id="rId19" Type="http://schemas.openxmlformats.org/officeDocument/2006/relationships/tags" Target="../tags/tag501.xml"/><Relationship Id="rId31" Type="http://schemas.openxmlformats.org/officeDocument/2006/relationships/tags" Target="../tags/tag513.xml"/><Relationship Id="rId4" Type="http://schemas.openxmlformats.org/officeDocument/2006/relationships/tags" Target="../tags/tag486.xml"/><Relationship Id="rId9" Type="http://schemas.openxmlformats.org/officeDocument/2006/relationships/tags" Target="../tags/tag491.xml"/><Relationship Id="rId14" Type="http://schemas.openxmlformats.org/officeDocument/2006/relationships/tags" Target="../tags/tag496.xml"/><Relationship Id="rId22" Type="http://schemas.openxmlformats.org/officeDocument/2006/relationships/tags" Target="../tags/tag504.xml"/><Relationship Id="rId27" Type="http://schemas.openxmlformats.org/officeDocument/2006/relationships/tags" Target="../tags/tag509.xml"/><Relationship Id="rId30" Type="http://schemas.openxmlformats.org/officeDocument/2006/relationships/tags" Target="../tags/tag512.xml"/><Relationship Id="rId35" Type="http://schemas.openxmlformats.org/officeDocument/2006/relationships/slideLayout" Target="../slideLayouts/slideLayout2.xml"/><Relationship Id="rId43" Type="http://schemas.openxmlformats.org/officeDocument/2006/relationships/image" Target="../media/image26.emf"/><Relationship Id="rId8" Type="http://schemas.openxmlformats.org/officeDocument/2006/relationships/tags" Target="../tags/tag490.xml"/><Relationship Id="rId3" Type="http://schemas.openxmlformats.org/officeDocument/2006/relationships/tags" Target="../tags/tag485.xml"/><Relationship Id="rId12" Type="http://schemas.openxmlformats.org/officeDocument/2006/relationships/tags" Target="../tags/tag494.xml"/><Relationship Id="rId17" Type="http://schemas.openxmlformats.org/officeDocument/2006/relationships/tags" Target="../tags/tag499.xml"/><Relationship Id="rId25" Type="http://schemas.openxmlformats.org/officeDocument/2006/relationships/tags" Target="../tags/tag507.xml"/><Relationship Id="rId33" Type="http://schemas.openxmlformats.org/officeDocument/2006/relationships/tags" Target="../tags/tag515.xml"/><Relationship Id="rId38" Type="http://schemas.openxmlformats.org/officeDocument/2006/relationships/image" Target="../media/image21.emf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tags" Target="../tags/tag633.xml"/><Relationship Id="rId21" Type="http://schemas.openxmlformats.org/officeDocument/2006/relationships/tags" Target="../tags/tag537.xml"/><Relationship Id="rId42" Type="http://schemas.openxmlformats.org/officeDocument/2006/relationships/tags" Target="../tags/tag558.xml"/><Relationship Id="rId63" Type="http://schemas.openxmlformats.org/officeDocument/2006/relationships/tags" Target="../tags/tag579.xml"/><Relationship Id="rId84" Type="http://schemas.openxmlformats.org/officeDocument/2006/relationships/tags" Target="../tags/tag600.xml"/><Relationship Id="rId138" Type="http://schemas.openxmlformats.org/officeDocument/2006/relationships/tags" Target="../tags/tag654.xml"/><Relationship Id="rId159" Type="http://schemas.openxmlformats.org/officeDocument/2006/relationships/tags" Target="../tags/tag675.xml"/><Relationship Id="rId170" Type="http://schemas.openxmlformats.org/officeDocument/2006/relationships/tags" Target="../tags/tag686.xml"/><Relationship Id="rId191" Type="http://schemas.openxmlformats.org/officeDocument/2006/relationships/tags" Target="../tags/tag707.xml"/><Relationship Id="rId205" Type="http://schemas.openxmlformats.org/officeDocument/2006/relationships/tags" Target="../tags/tag721.xml"/><Relationship Id="rId226" Type="http://schemas.openxmlformats.org/officeDocument/2006/relationships/tags" Target="../tags/tag742.xml"/><Relationship Id="rId107" Type="http://schemas.openxmlformats.org/officeDocument/2006/relationships/tags" Target="../tags/tag623.xml"/><Relationship Id="rId11" Type="http://schemas.openxmlformats.org/officeDocument/2006/relationships/tags" Target="../tags/tag527.xml"/><Relationship Id="rId32" Type="http://schemas.openxmlformats.org/officeDocument/2006/relationships/tags" Target="../tags/tag548.xml"/><Relationship Id="rId53" Type="http://schemas.openxmlformats.org/officeDocument/2006/relationships/tags" Target="../tags/tag569.xml"/><Relationship Id="rId74" Type="http://schemas.openxmlformats.org/officeDocument/2006/relationships/tags" Target="../tags/tag590.xml"/><Relationship Id="rId128" Type="http://schemas.openxmlformats.org/officeDocument/2006/relationships/tags" Target="../tags/tag644.xml"/><Relationship Id="rId149" Type="http://schemas.openxmlformats.org/officeDocument/2006/relationships/tags" Target="../tags/tag665.xml"/><Relationship Id="rId5" Type="http://schemas.openxmlformats.org/officeDocument/2006/relationships/tags" Target="../tags/tag521.xml"/><Relationship Id="rId95" Type="http://schemas.openxmlformats.org/officeDocument/2006/relationships/tags" Target="../tags/tag611.xml"/><Relationship Id="rId160" Type="http://schemas.openxmlformats.org/officeDocument/2006/relationships/tags" Target="../tags/tag676.xml"/><Relationship Id="rId181" Type="http://schemas.openxmlformats.org/officeDocument/2006/relationships/tags" Target="../tags/tag697.xml"/><Relationship Id="rId216" Type="http://schemas.openxmlformats.org/officeDocument/2006/relationships/tags" Target="../tags/tag732.xml"/><Relationship Id="rId22" Type="http://schemas.openxmlformats.org/officeDocument/2006/relationships/tags" Target="../tags/tag538.xml"/><Relationship Id="rId43" Type="http://schemas.openxmlformats.org/officeDocument/2006/relationships/tags" Target="../tags/tag559.xml"/><Relationship Id="rId64" Type="http://schemas.openxmlformats.org/officeDocument/2006/relationships/tags" Target="../tags/tag580.xml"/><Relationship Id="rId118" Type="http://schemas.openxmlformats.org/officeDocument/2006/relationships/tags" Target="../tags/tag634.xml"/><Relationship Id="rId139" Type="http://schemas.openxmlformats.org/officeDocument/2006/relationships/tags" Target="../tags/tag655.xml"/><Relationship Id="rId85" Type="http://schemas.openxmlformats.org/officeDocument/2006/relationships/tags" Target="../tags/tag601.xml"/><Relationship Id="rId150" Type="http://schemas.openxmlformats.org/officeDocument/2006/relationships/tags" Target="../tags/tag666.xml"/><Relationship Id="rId171" Type="http://schemas.openxmlformats.org/officeDocument/2006/relationships/tags" Target="../tags/tag687.xml"/><Relationship Id="rId192" Type="http://schemas.openxmlformats.org/officeDocument/2006/relationships/tags" Target="../tags/tag708.xml"/><Relationship Id="rId206" Type="http://schemas.openxmlformats.org/officeDocument/2006/relationships/tags" Target="../tags/tag722.xml"/><Relationship Id="rId227" Type="http://schemas.openxmlformats.org/officeDocument/2006/relationships/tags" Target="../tags/tag743.xml"/><Relationship Id="rId12" Type="http://schemas.openxmlformats.org/officeDocument/2006/relationships/tags" Target="../tags/tag528.xml"/><Relationship Id="rId33" Type="http://schemas.openxmlformats.org/officeDocument/2006/relationships/tags" Target="../tags/tag549.xml"/><Relationship Id="rId108" Type="http://schemas.openxmlformats.org/officeDocument/2006/relationships/tags" Target="../tags/tag624.xml"/><Relationship Id="rId129" Type="http://schemas.openxmlformats.org/officeDocument/2006/relationships/tags" Target="../tags/tag645.xml"/><Relationship Id="rId54" Type="http://schemas.openxmlformats.org/officeDocument/2006/relationships/tags" Target="../tags/tag570.xml"/><Relationship Id="rId75" Type="http://schemas.openxmlformats.org/officeDocument/2006/relationships/tags" Target="../tags/tag591.xml"/><Relationship Id="rId96" Type="http://schemas.openxmlformats.org/officeDocument/2006/relationships/tags" Target="../tags/tag612.xml"/><Relationship Id="rId140" Type="http://schemas.openxmlformats.org/officeDocument/2006/relationships/tags" Target="../tags/tag656.xml"/><Relationship Id="rId161" Type="http://schemas.openxmlformats.org/officeDocument/2006/relationships/tags" Target="../tags/tag677.xml"/><Relationship Id="rId182" Type="http://schemas.openxmlformats.org/officeDocument/2006/relationships/tags" Target="../tags/tag698.xml"/><Relationship Id="rId217" Type="http://schemas.openxmlformats.org/officeDocument/2006/relationships/tags" Target="../tags/tag733.xml"/><Relationship Id="rId6" Type="http://schemas.openxmlformats.org/officeDocument/2006/relationships/tags" Target="../tags/tag522.xml"/><Relationship Id="rId23" Type="http://schemas.openxmlformats.org/officeDocument/2006/relationships/tags" Target="../tags/tag539.xml"/><Relationship Id="rId119" Type="http://schemas.openxmlformats.org/officeDocument/2006/relationships/tags" Target="../tags/tag635.xml"/><Relationship Id="rId44" Type="http://schemas.openxmlformats.org/officeDocument/2006/relationships/tags" Target="../tags/tag560.xml"/><Relationship Id="rId65" Type="http://schemas.openxmlformats.org/officeDocument/2006/relationships/tags" Target="../tags/tag581.xml"/><Relationship Id="rId86" Type="http://schemas.openxmlformats.org/officeDocument/2006/relationships/tags" Target="../tags/tag602.xml"/><Relationship Id="rId130" Type="http://schemas.openxmlformats.org/officeDocument/2006/relationships/tags" Target="../tags/tag646.xml"/><Relationship Id="rId151" Type="http://schemas.openxmlformats.org/officeDocument/2006/relationships/tags" Target="../tags/tag667.xml"/><Relationship Id="rId172" Type="http://schemas.openxmlformats.org/officeDocument/2006/relationships/tags" Target="../tags/tag688.xml"/><Relationship Id="rId193" Type="http://schemas.openxmlformats.org/officeDocument/2006/relationships/tags" Target="../tags/tag709.xml"/><Relationship Id="rId207" Type="http://schemas.openxmlformats.org/officeDocument/2006/relationships/tags" Target="../tags/tag723.xml"/><Relationship Id="rId228" Type="http://schemas.openxmlformats.org/officeDocument/2006/relationships/tags" Target="../tags/tag744.xml"/><Relationship Id="rId13" Type="http://schemas.openxmlformats.org/officeDocument/2006/relationships/tags" Target="../tags/tag529.xml"/><Relationship Id="rId109" Type="http://schemas.openxmlformats.org/officeDocument/2006/relationships/tags" Target="../tags/tag625.xml"/><Relationship Id="rId34" Type="http://schemas.openxmlformats.org/officeDocument/2006/relationships/tags" Target="../tags/tag550.xml"/><Relationship Id="rId55" Type="http://schemas.openxmlformats.org/officeDocument/2006/relationships/tags" Target="../tags/tag571.xml"/><Relationship Id="rId76" Type="http://schemas.openxmlformats.org/officeDocument/2006/relationships/tags" Target="../tags/tag592.xml"/><Relationship Id="rId97" Type="http://schemas.openxmlformats.org/officeDocument/2006/relationships/tags" Target="../tags/tag613.xml"/><Relationship Id="rId120" Type="http://schemas.openxmlformats.org/officeDocument/2006/relationships/tags" Target="../tags/tag636.xml"/><Relationship Id="rId141" Type="http://schemas.openxmlformats.org/officeDocument/2006/relationships/tags" Target="../tags/tag657.xml"/><Relationship Id="rId7" Type="http://schemas.openxmlformats.org/officeDocument/2006/relationships/tags" Target="../tags/tag523.xml"/><Relationship Id="rId162" Type="http://schemas.openxmlformats.org/officeDocument/2006/relationships/tags" Target="../tags/tag678.xml"/><Relationship Id="rId183" Type="http://schemas.openxmlformats.org/officeDocument/2006/relationships/tags" Target="../tags/tag699.xml"/><Relationship Id="rId218" Type="http://schemas.openxmlformats.org/officeDocument/2006/relationships/tags" Target="../tags/tag734.xml"/><Relationship Id="rId24" Type="http://schemas.openxmlformats.org/officeDocument/2006/relationships/tags" Target="../tags/tag540.xml"/><Relationship Id="rId45" Type="http://schemas.openxmlformats.org/officeDocument/2006/relationships/tags" Target="../tags/tag561.xml"/><Relationship Id="rId66" Type="http://schemas.openxmlformats.org/officeDocument/2006/relationships/tags" Target="../tags/tag582.xml"/><Relationship Id="rId87" Type="http://schemas.openxmlformats.org/officeDocument/2006/relationships/tags" Target="../tags/tag603.xml"/><Relationship Id="rId110" Type="http://schemas.openxmlformats.org/officeDocument/2006/relationships/tags" Target="../tags/tag626.xml"/><Relationship Id="rId131" Type="http://schemas.openxmlformats.org/officeDocument/2006/relationships/tags" Target="../tags/tag647.xml"/><Relationship Id="rId152" Type="http://schemas.openxmlformats.org/officeDocument/2006/relationships/tags" Target="../tags/tag668.xml"/><Relationship Id="rId173" Type="http://schemas.openxmlformats.org/officeDocument/2006/relationships/tags" Target="../tags/tag689.xml"/><Relationship Id="rId194" Type="http://schemas.openxmlformats.org/officeDocument/2006/relationships/tags" Target="../tags/tag710.xml"/><Relationship Id="rId208" Type="http://schemas.openxmlformats.org/officeDocument/2006/relationships/tags" Target="../tags/tag724.xml"/><Relationship Id="rId229" Type="http://schemas.openxmlformats.org/officeDocument/2006/relationships/tags" Target="../tags/tag745.xml"/><Relationship Id="rId14" Type="http://schemas.openxmlformats.org/officeDocument/2006/relationships/tags" Target="../tags/tag530.xml"/><Relationship Id="rId35" Type="http://schemas.openxmlformats.org/officeDocument/2006/relationships/tags" Target="../tags/tag551.xml"/><Relationship Id="rId56" Type="http://schemas.openxmlformats.org/officeDocument/2006/relationships/tags" Target="../tags/tag572.xml"/><Relationship Id="rId77" Type="http://schemas.openxmlformats.org/officeDocument/2006/relationships/tags" Target="../tags/tag593.xml"/><Relationship Id="rId100" Type="http://schemas.openxmlformats.org/officeDocument/2006/relationships/tags" Target="../tags/tag616.xml"/><Relationship Id="rId8" Type="http://schemas.openxmlformats.org/officeDocument/2006/relationships/tags" Target="../tags/tag524.xml"/><Relationship Id="rId98" Type="http://schemas.openxmlformats.org/officeDocument/2006/relationships/tags" Target="../tags/tag614.xml"/><Relationship Id="rId121" Type="http://schemas.openxmlformats.org/officeDocument/2006/relationships/tags" Target="../tags/tag637.xml"/><Relationship Id="rId142" Type="http://schemas.openxmlformats.org/officeDocument/2006/relationships/tags" Target="../tags/tag658.xml"/><Relationship Id="rId163" Type="http://schemas.openxmlformats.org/officeDocument/2006/relationships/tags" Target="../tags/tag679.xml"/><Relationship Id="rId184" Type="http://schemas.openxmlformats.org/officeDocument/2006/relationships/tags" Target="../tags/tag700.xml"/><Relationship Id="rId219" Type="http://schemas.openxmlformats.org/officeDocument/2006/relationships/tags" Target="../tags/tag735.xml"/><Relationship Id="rId230" Type="http://schemas.openxmlformats.org/officeDocument/2006/relationships/tags" Target="../tags/tag746.xml"/><Relationship Id="rId25" Type="http://schemas.openxmlformats.org/officeDocument/2006/relationships/tags" Target="../tags/tag541.xml"/><Relationship Id="rId46" Type="http://schemas.openxmlformats.org/officeDocument/2006/relationships/tags" Target="../tags/tag562.xml"/><Relationship Id="rId67" Type="http://schemas.openxmlformats.org/officeDocument/2006/relationships/tags" Target="../tags/tag583.xml"/><Relationship Id="rId116" Type="http://schemas.openxmlformats.org/officeDocument/2006/relationships/tags" Target="../tags/tag632.xml"/><Relationship Id="rId137" Type="http://schemas.openxmlformats.org/officeDocument/2006/relationships/tags" Target="../tags/tag653.xml"/><Relationship Id="rId158" Type="http://schemas.openxmlformats.org/officeDocument/2006/relationships/tags" Target="../tags/tag674.xml"/><Relationship Id="rId20" Type="http://schemas.openxmlformats.org/officeDocument/2006/relationships/tags" Target="../tags/tag536.xml"/><Relationship Id="rId41" Type="http://schemas.openxmlformats.org/officeDocument/2006/relationships/tags" Target="../tags/tag557.xml"/><Relationship Id="rId62" Type="http://schemas.openxmlformats.org/officeDocument/2006/relationships/tags" Target="../tags/tag578.xml"/><Relationship Id="rId83" Type="http://schemas.openxmlformats.org/officeDocument/2006/relationships/tags" Target="../tags/tag599.xml"/><Relationship Id="rId88" Type="http://schemas.openxmlformats.org/officeDocument/2006/relationships/tags" Target="../tags/tag604.xml"/><Relationship Id="rId111" Type="http://schemas.openxmlformats.org/officeDocument/2006/relationships/tags" Target="../tags/tag627.xml"/><Relationship Id="rId132" Type="http://schemas.openxmlformats.org/officeDocument/2006/relationships/tags" Target="../tags/tag648.xml"/><Relationship Id="rId153" Type="http://schemas.openxmlformats.org/officeDocument/2006/relationships/tags" Target="../tags/tag669.xml"/><Relationship Id="rId174" Type="http://schemas.openxmlformats.org/officeDocument/2006/relationships/tags" Target="../tags/tag690.xml"/><Relationship Id="rId179" Type="http://schemas.openxmlformats.org/officeDocument/2006/relationships/tags" Target="../tags/tag695.xml"/><Relationship Id="rId195" Type="http://schemas.openxmlformats.org/officeDocument/2006/relationships/tags" Target="../tags/tag711.xml"/><Relationship Id="rId209" Type="http://schemas.openxmlformats.org/officeDocument/2006/relationships/tags" Target="../tags/tag725.xml"/><Relationship Id="rId190" Type="http://schemas.openxmlformats.org/officeDocument/2006/relationships/tags" Target="../tags/tag706.xml"/><Relationship Id="rId204" Type="http://schemas.openxmlformats.org/officeDocument/2006/relationships/tags" Target="../tags/tag720.xml"/><Relationship Id="rId220" Type="http://schemas.openxmlformats.org/officeDocument/2006/relationships/tags" Target="../tags/tag736.xml"/><Relationship Id="rId225" Type="http://schemas.openxmlformats.org/officeDocument/2006/relationships/tags" Target="../tags/tag741.xml"/><Relationship Id="rId15" Type="http://schemas.openxmlformats.org/officeDocument/2006/relationships/tags" Target="../tags/tag531.xml"/><Relationship Id="rId36" Type="http://schemas.openxmlformats.org/officeDocument/2006/relationships/tags" Target="../tags/tag552.xml"/><Relationship Id="rId57" Type="http://schemas.openxmlformats.org/officeDocument/2006/relationships/tags" Target="../tags/tag573.xml"/><Relationship Id="rId106" Type="http://schemas.openxmlformats.org/officeDocument/2006/relationships/tags" Target="../tags/tag622.xml"/><Relationship Id="rId127" Type="http://schemas.openxmlformats.org/officeDocument/2006/relationships/tags" Target="../tags/tag643.xml"/><Relationship Id="rId10" Type="http://schemas.openxmlformats.org/officeDocument/2006/relationships/tags" Target="../tags/tag526.xml"/><Relationship Id="rId31" Type="http://schemas.openxmlformats.org/officeDocument/2006/relationships/tags" Target="../tags/tag547.xml"/><Relationship Id="rId52" Type="http://schemas.openxmlformats.org/officeDocument/2006/relationships/tags" Target="../tags/tag568.xml"/><Relationship Id="rId73" Type="http://schemas.openxmlformats.org/officeDocument/2006/relationships/tags" Target="../tags/tag589.xml"/><Relationship Id="rId78" Type="http://schemas.openxmlformats.org/officeDocument/2006/relationships/tags" Target="../tags/tag594.xml"/><Relationship Id="rId94" Type="http://schemas.openxmlformats.org/officeDocument/2006/relationships/tags" Target="../tags/tag610.xml"/><Relationship Id="rId99" Type="http://schemas.openxmlformats.org/officeDocument/2006/relationships/tags" Target="../tags/tag615.xml"/><Relationship Id="rId101" Type="http://schemas.openxmlformats.org/officeDocument/2006/relationships/tags" Target="../tags/tag617.xml"/><Relationship Id="rId122" Type="http://schemas.openxmlformats.org/officeDocument/2006/relationships/tags" Target="../tags/tag638.xml"/><Relationship Id="rId143" Type="http://schemas.openxmlformats.org/officeDocument/2006/relationships/tags" Target="../tags/tag659.xml"/><Relationship Id="rId148" Type="http://schemas.openxmlformats.org/officeDocument/2006/relationships/tags" Target="../tags/tag664.xml"/><Relationship Id="rId164" Type="http://schemas.openxmlformats.org/officeDocument/2006/relationships/tags" Target="../tags/tag680.xml"/><Relationship Id="rId169" Type="http://schemas.openxmlformats.org/officeDocument/2006/relationships/tags" Target="../tags/tag685.xml"/><Relationship Id="rId185" Type="http://schemas.openxmlformats.org/officeDocument/2006/relationships/tags" Target="../tags/tag701.xml"/><Relationship Id="rId4" Type="http://schemas.openxmlformats.org/officeDocument/2006/relationships/tags" Target="../tags/tag520.xml"/><Relationship Id="rId9" Type="http://schemas.openxmlformats.org/officeDocument/2006/relationships/tags" Target="../tags/tag525.xml"/><Relationship Id="rId180" Type="http://schemas.openxmlformats.org/officeDocument/2006/relationships/tags" Target="../tags/tag696.xml"/><Relationship Id="rId210" Type="http://schemas.openxmlformats.org/officeDocument/2006/relationships/tags" Target="../tags/tag726.xml"/><Relationship Id="rId215" Type="http://schemas.openxmlformats.org/officeDocument/2006/relationships/tags" Target="../tags/tag731.xml"/><Relationship Id="rId26" Type="http://schemas.openxmlformats.org/officeDocument/2006/relationships/tags" Target="../tags/tag542.xml"/><Relationship Id="rId231" Type="http://schemas.openxmlformats.org/officeDocument/2006/relationships/slideLayout" Target="../slideLayouts/slideLayout2.xml"/><Relationship Id="rId47" Type="http://schemas.openxmlformats.org/officeDocument/2006/relationships/tags" Target="../tags/tag563.xml"/><Relationship Id="rId68" Type="http://schemas.openxmlformats.org/officeDocument/2006/relationships/tags" Target="../tags/tag584.xml"/><Relationship Id="rId89" Type="http://schemas.openxmlformats.org/officeDocument/2006/relationships/tags" Target="../tags/tag605.xml"/><Relationship Id="rId112" Type="http://schemas.openxmlformats.org/officeDocument/2006/relationships/tags" Target="../tags/tag628.xml"/><Relationship Id="rId133" Type="http://schemas.openxmlformats.org/officeDocument/2006/relationships/tags" Target="../tags/tag649.xml"/><Relationship Id="rId154" Type="http://schemas.openxmlformats.org/officeDocument/2006/relationships/tags" Target="../tags/tag670.xml"/><Relationship Id="rId175" Type="http://schemas.openxmlformats.org/officeDocument/2006/relationships/tags" Target="../tags/tag691.xml"/><Relationship Id="rId196" Type="http://schemas.openxmlformats.org/officeDocument/2006/relationships/tags" Target="../tags/tag712.xml"/><Relationship Id="rId200" Type="http://schemas.openxmlformats.org/officeDocument/2006/relationships/tags" Target="../tags/tag716.xml"/><Relationship Id="rId16" Type="http://schemas.openxmlformats.org/officeDocument/2006/relationships/tags" Target="../tags/tag532.xml"/><Relationship Id="rId221" Type="http://schemas.openxmlformats.org/officeDocument/2006/relationships/tags" Target="../tags/tag737.xml"/><Relationship Id="rId37" Type="http://schemas.openxmlformats.org/officeDocument/2006/relationships/tags" Target="../tags/tag553.xml"/><Relationship Id="rId58" Type="http://schemas.openxmlformats.org/officeDocument/2006/relationships/tags" Target="../tags/tag574.xml"/><Relationship Id="rId79" Type="http://schemas.openxmlformats.org/officeDocument/2006/relationships/tags" Target="../tags/tag595.xml"/><Relationship Id="rId102" Type="http://schemas.openxmlformats.org/officeDocument/2006/relationships/tags" Target="../tags/tag618.xml"/><Relationship Id="rId123" Type="http://schemas.openxmlformats.org/officeDocument/2006/relationships/tags" Target="../tags/tag639.xml"/><Relationship Id="rId144" Type="http://schemas.openxmlformats.org/officeDocument/2006/relationships/tags" Target="../tags/tag660.xml"/><Relationship Id="rId90" Type="http://schemas.openxmlformats.org/officeDocument/2006/relationships/tags" Target="../tags/tag606.xml"/><Relationship Id="rId165" Type="http://schemas.openxmlformats.org/officeDocument/2006/relationships/tags" Target="../tags/tag681.xml"/><Relationship Id="rId186" Type="http://schemas.openxmlformats.org/officeDocument/2006/relationships/tags" Target="../tags/tag702.xml"/><Relationship Id="rId211" Type="http://schemas.openxmlformats.org/officeDocument/2006/relationships/tags" Target="../tags/tag727.xml"/><Relationship Id="rId27" Type="http://schemas.openxmlformats.org/officeDocument/2006/relationships/tags" Target="../tags/tag543.xml"/><Relationship Id="rId48" Type="http://schemas.openxmlformats.org/officeDocument/2006/relationships/tags" Target="../tags/tag564.xml"/><Relationship Id="rId69" Type="http://schemas.openxmlformats.org/officeDocument/2006/relationships/tags" Target="../tags/tag585.xml"/><Relationship Id="rId113" Type="http://schemas.openxmlformats.org/officeDocument/2006/relationships/tags" Target="../tags/tag629.xml"/><Relationship Id="rId134" Type="http://schemas.openxmlformats.org/officeDocument/2006/relationships/tags" Target="../tags/tag650.xml"/><Relationship Id="rId80" Type="http://schemas.openxmlformats.org/officeDocument/2006/relationships/tags" Target="../tags/tag596.xml"/><Relationship Id="rId155" Type="http://schemas.openxmlformats.org/officeDocument/2006/relationships/tags" Target="../tags/tag671.xml"/><Relationship Id="rId176" Type="http://schemas.openxmlformats.org/officeDocument/2006/relationships/tags" Target="../tags/tag692.xml"/><Relationship Id="rId197" Type="http://schemas.openxmlformats.org/officeDocument/2006/relationships/tags" Target="../tags/tag713.xml"/><Relationship Id="rId201" Type="http://schemas.openxmlformats.org/officeDocument/2006/relationships/tags" Target="../tags/tag717.xml"/><Relationship Id="rId222" Type="http://schemas.openxmlformats.org/officeDocument/2006/relationships/tags" Target="../tags/tag738.xml"/><Relationship Id="rId17" Type="http://schemas.openxmlformats.org/officeDocument/2006/relationships/tags" Target="../tags/tag533.xml"/><Relationship Id="rId38" Type="http://schemas.openxmlformats.org/officeDocument/2006/relationships/tags" Target="../tags/tag554.xml"/><Relationship Id="rId59" Type="http://schemas.openxmlformats.org/officeDocument/2006/relationships/tags" Target="../tags/tag575.xml"/><Relationship Id="rId103" Type="http://schemas.openxmlformats.org/officeDocument/2006/relationships/tags" Target="../tags/tag619.xml"/><Relationship Id="rId124" Type="http://schemas.openxmlformats.org/officeDocument/2006/relationships/tags" Target="../tags/tag640.xml"/><Relationship Id="rId70" Type="http://schemas.openxmlformats.org/officeDocument/2006/relationships/tags" Target="../tags/tag586.xml"/><Relationship Id="rId91" Type="http://schemas.openxmlformats.org/officeDocument/2006/relationships/tags" Target="../tags/tag607.xml"/><Relationship Id="rId145" Type="http://schemas.openxmlformats.org/officeDocument/2006/relationships/tags" Target="../tags/tag661.xml"/><Relationship Id="rId166" Type="http://schemas.openxmlformats.org/officeDocument/2006/relationships/tags" Target="../tags/tag682.xml"/><Relationship Id="rId187" Type="http://schemas.openxmlformats.org/officeDocument/2006/relationships/tags" Target="../tags/tag703.xml"/><Relationship Id="rId1" Type="http://schemas.openxmlformats.org/officeDocument/2006/relationships/tags" Target="../tags/tag517.xml"/><Relationship Id="rId212" Type="http://schemas.openxmlformats.org/officeDocument/2006/relationships/tags" Target="../tags/tag728.xml"/><Relationship Id="rId28" Type="http://schemas.openxmlformats.org/officeDocument/2006/relationships/tags" Target="../tags/tag544.xml"/><Relationship Id="rId49" Type="http://schemas.openxmlformats.org/officeDocument/2006/relationships/tags" Target="../tags/tag565.xml"/><Relationship Id="rId114" Type="http://schemas.openxmlformats.org/officeDocument/2006/relationships/tags" Target="../tags/tag630.xml"/><Relationship Id="rId60" Type="http://schemas.openxmlformats.org/officeDocument/2006/relationships/tags" Target="../tags/tag576.xml"/><Relationship Id="rId81" Type="http://schemas.openxmlformats.org/officeDocument/2006/relationships/tags" Target="../tags/tag597.xml"/><Relationship Id="rId135" Type="http://schemas.openxmlformats.org/officeDocument/2006/relationships/tags" Target="../tags/tag651.xml"/><Relationship Id="rId156" Type="http://schemas.openxmlformats.org/officeDocument/2006/relationships/tags" Target="../tags/tag672.xml"/><Relationship Id="rId177" Type="http://schemas.openxmlformats.org/officeDocument/2006/relationships/tags" Target="../tags/tag693.xml"/><Relationship Id="rId198" Type="http://schemas.openxmlformats.org/officeDocument/2006/relationships/tags" Target="../tags/tag714.xml"/><Relationship Id="rId202" Type="http://schemas.openxmlformats.org/officeDocument/2006/relationships/tags" Target="../tags/tag718.xml"/><Relationship Id="rId223" Type="http://schemas.openxmlformats.org/officeDocument/2006/relationships/tags" Target="../tags/tag739.xml"/><Relationship Id="rId18" Type="http://schemas.openxmlformats.org/officeDocument/2006/relationships/tags" Target="../tags/tag534.xml"/><Relationship Id="rId39" Type="http://schemas.openxmlformats.org/officeDocument/2006/relationships/tags" Target="../tags/tag555.xml"/><Relationship Id="rId50" Type="http://schemas.openxmlformats.org/officeDocument/2006/relationships/tags" Target="../tags/tag566.xml"/><Relationship Id="rId104" Type="http://schemas.openxmlformats.org/officeDocument/2006/relationships/tags" Target="../tags/tag620.xml"/><Relationship Id="rId125" Type="http://schemas.openxmlformats.org/officeDocument/2006/relationships/tags" Target="../tags/tag641.xml"/><Relationship Id="rId146" Type="http://schemas.openxmlformats.org/officeDocument/2006/relationships/tags" Target="../tags/tag662.xml"/><Relationship Id="rId167" Type="http://schemas.openxmlformats.org/officeDocument/2006/relationships/tags" Target="../tags/tag683.xml"/><Relationship Id="rId188" Type="http://schemas.openxmlformats.org/officeDocument/2006/relationships/tags" Target="../tags/tag704.xml"/><Relationship Id="rId71" Type="http://schemas.openxmlformats.org/officeDocument/2006/relationships/tags" Target="../tags/tag587.xml"/><Relationship Id="rId92" Type="http://schemas.openxmlformats.org/officeDocument/2006/relationships/tags" Target="../tags/tag608.xml"/><Relationship Id="rId213" Type="http://schemas.openxmlformats.org/officeDocument/2006/relationships/tags" Target="../tags/tag729.xml"/><Relationship Id="rId2" Type="http://schemas.openxmlformats.org/officeDocument/2006/relationships/tags" Target="../tags/tag518.xml"/><Relationship Id="rId29" Type="http://schemas.openxmlformats.org/officeDocument/2006/relationships/tags" Target="../tags/tag545.xml"/><Relationship Id="rId40" Type="http://schemas.openxmlformats.org/officeDocument/2006/relationships/tags" Target="../tags/tag556.xml"/><Relationship Id="rId115" Type="http://schemas.openxmlformats.org/officeDocument/2006/relationships/tags" Target="../tags/tag631.xml"/><Relationship Id="rId136" Type="http://schemas.openxmlformats.org/officeDocument/2006/relationships/tags" Target="../tags/tag652.xml"/><Relationship Id="rId157" Type="http://schemas.openxmlformats.org/officeDocument/2006/relationships/tags" Target="../tags/tag673.xml"/><Relationship Id="rId178" Type="http://schemas.openxmlformats.org/officeDocument/2006/relationships/tags" Target="../tags/tag694.xml"/><Relationship Id="rId61" Type="http://schemas.openxmlformats.org/officeDocument/2006/relationships/tags" Target="../tags/tag577.xml"/><Relationship Id="rId82" Type="http://schemas.openxmlformats.org/officeDocument/2006/relationships/tags" Target="../tags/tag598.xml"/><Relationship Id="rId199" Type="http://schemas.openxmlformats.org/officeDocument/2006/relationships/tags" Target="../tags/tag715.xml"/><Relationship Id="rId203" Type="http://schemas.openxmlformats.org/officeDocument/2006/relationships/tags" Target="../tags/tag719.xml"/><Relationship Id="rId19" Type="http://schemas.openxmlformats.org/officeDocument/2006/relationships/tags" Target="../tags/tag535.xml"/><Relationship Id="rId224" Type="http://schemas.openxmlformats.org/officeDocument/2006/relationships/tags" Target="../tags/tag740.xml"/><Relationship Id="rId30" Type="http://schemas.openxmlformats.org/officeDocument/2006/relationships/tags" Target="../tags/tag546.xml"/><Relationship Id="rId105" Type="http://schemas.openxmlformats.org/officeDocument/2006/relationships/tags" Target="../tags/tag621.xml"/><Relationship Id="rId126" Type="http://schemas.openxmlformats.org/officeDocument/2006/relationships/tags" Target="../tags/tag642.xml"/><Relationship Id="rId147" Type="http://schemas.openxmlformats.org/officeDocument/2006/relationships/tags" Target="../tags/tag663.xml"/><Relationship Id="rId168" Type="http://schemas.openxmlformats.org/officeDocument/2006/relationships/tags" Target="../tags/tag684.xml"/><Relationship Id="rId51" Type="http://schemas.openxmlformats.org/officeDocument/2006/relationships/tags" Target="../tags/tag567.xml"/><Relationship Id="rId72" Type="http://schemas.openxmlformats.org/officeDocument/2006/relationships/tags" Target="../tags/tag588.xml"/><Relationship Id="rId93" Type="http://schemas.openxmlformats.org/officeDocument/2006/relationships/tags" Target="../tags/tag609.xml"/><Relationship Id="rId189" Type="http://schemas.openxmlformats.org/officeDocument/2006/relationships/tags" Target="../tags/tag705.xml"/><Relationship Id="rId3" Type="http://schemas.openxmlformats.org/officeDocument/2006/relationships/tags" Target="../tags/tag519.xml"/><Relationship Id="rId214" Type="http://schemas.openxmlformats.org/officeDocument/2006/relationships/tags" Target="../tags/tag73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6" Type="http://schemas.openxmlformats.org/officeDocument/2006/relationships/tags" Target="../tags/tag772.xml"/><Relationship Id="rId21" Type="http://schemas.openxmlformats.org/officeDocument/2006/relationships/tags" Target="../tags/tag767.xml"/><Relationship Id="rId42" Type="http://schemas.openxmlformats.org/officeDocument/2006/relationships/tags" Target="../tags/tag788.xml"/><Relationship Id="rId47" Type="http://schemas.openxmlformats.org/officeDocument/2006/relationships/tags" Target="../tags/tag793.xml"/><Relationship Id="rId63" Type="http://schemas.openxmlformats.org/officeDocument/2006/relationships/tags" Target="../tags/tag809.xml"/><Relationship Id="rId68" Type="http://schemas.openxmlformats.org/officeDocument/2006/relationships/tags" Target="../tags/tag814.xml"/><Relationship Id="rId2" Type="http://schemas.openxmlformats.org/officeDocument/2006/relationships/tags" Target="../tags/tag748.xml"/><Relationship Id="rId16" Type="http://schemas.openxmlformats.org/officeDocument/2006/relationships/tags" Target="../tags/tag762.xml"/><Relationship Id="rId29" Type="http://schemas.openxmlformats.org/officeDocument/2006/relationships/tags" Target="../tags/tag775.xml"/><Relationship Id="rId11" Type="http://schemas.openxmlformats.org/officeDocument/2006/relationships/tags" Target="../tags/tag757.xml"/><Relationship Id="rId24" Type="http://schemas.openxmlformats.org/officeDocument/2006/relationships/tags" Target="../tags/tag770.xml"/><Relationship Id="rId32" Type="http://schemas.openxmlformats.org/officeDocument/2006/relationships/tags" Target="../tags/tag778.xml"/><Relationship Id="rId37" Type="http://schemas.openxmlformats.org/officeDocument/2006/relationships/tags" Target="../tags/tag783.xml"/><Relationship Id="rId40" Type="http://schemas.openxmlformats.org/officeDocument/2006/relationships/tags" Target="../tags/tag786.xml"/><Relationship Id="rId45" Type="http://schemas.openxmlformats.org/officeDocument/2006/relationships/tags" Target="../tags/tag791.xml"/><Relationship Id="rId53" Type="http://schemas.openxmlformats.org/officeDocument/2006/relationships/tags" Target="../tags/tag799.xml"/><Relationship Id="rId58" Type="http://schemas.openxmlformats.org/officeDocument/2006/relationships/tags" Target="../tags/tag804.xml"/><Relationship Id="rId66" Type="http://schemas.openxmlformats.org/officeDocument/2006/relationships/tags" Target="../tags/tag812.xml"/><Relationship Id="rId5" Type="http://schemas.openxmlformats.org/officeDocument/2006/relationships/tags" Target="../tags/tag751.xml"/><Relationship Id="rId61" Type="http://schemas.openxmlformats.org/officeDocument/2006/relationships/tags" Target="../tags/tag807.xml"/><Relationship Id="rId19" Type="http://schemas.openxmlformats.org/officeDocument/2006/relationships/tags" Target="../tags/tag765.xml"/><Relationship Id="rId14" Type="http://schemas.openxmlformats.org/officeDocument/2006/relationships/tags" Target="../tags/tag760.xml"/><Relationship Id="rId22" Type="http://schemas.openxmlformats.org/officeDocument/2006/relationships/tags" Target="../tags/tag768.xml"/><Relationship Id="rId27" Type="http://schemas.openxmlformats.org/officeDocument/2006/relationships/tags" Target="../tags/tag773.xml"/><Relationship Id="rId30" Type="http://schemas.openxmlformats.org/officeDocument/2006/relationships/tags" Target="../tags/tag776.xml"/><Relationship Id="rId35" Type="http://schemas.openxmlformats.org/officeDocument/2006/relationships/tags" Target="../tags/tag781.xml"/><Relationship Id="rId43" Type="http://schemas.openxmlformats.org/officeDocument/2006/relationships/tags" Target="../tags/tag789.xml"/><Relationship Id="rId48" Type="http://schemas.openxmlformats.org/officeDocument/2006/relationships/tags" Target="../tags/tag794.xml"/><Relationship Id="rId56" Type="http://schemas.openxmlformats.org/officeDocument/2006/relationships/tags" Target="../tags/tag802.xml"/><Relationship Id="rId64" Type="http://schemas.openxmlformats.org/officeDocument/2006/relationships/tags" Target="../tags/tag810.xml"/><Relationship Id="rId69" Type="http://schemas.openxmlformats.org/officeDocument/2006/relationships/tags" Target="../tags/tag815.xml"/><Relationship Id="rId8" Type="http://schemas.openxmlformats.org/officeDocument/2006/relationships/tags" Target="../tags/tag754.xml"/><Relationship Id="rId51" Type="http://schemas.openxmlformats.org/officeDocument/2006/relationships/tags" Target="../tags/tag797.xml"/><Relationship Id="rId72" Type="http://schemas.openxmlformats.org/officeDocument/2006/relationships/tags" Target="../tags/tag818.xml"/><Relationship Id="rId3" Type="http://schemas.openxmlformats.org/officeDocument/2006/relationships/tags" Target="../tags/tag749.xml"/><Relationship Id="rId12" Type="http://schemas.openxmlformats.org/officeDocument/2006/relationships/tags" Target="../tags/tag758.xml"/><Relationship Id="rId17" Type="http://schemas.openxmlformats.org/officeDocument/2006/relationships/tags" Target="../tags/tag763.xml"/><Relationship Id="rId25" Type="http://schemas.openxmlformats.org/officeDocument/2006/relationships/tags" Target="../tags/tag771.xml"/><Relationship Id="rId33" Type="http://schemas.openxmlformats.org/officeDocument/2006/relationships/tags" Target="../tags/tag779.xml"/><Relationship Id="rId38" Type="http://schemas.openxmlformats.org/officeDocument/2006/relationships/tags" Target="../tags/tag784.xml"/><Relationship Id="rId46" Type="http://schemas.openxmlformats.org/officeDocument/2006/relationships/tags" Target="../tags/tag792.xml"/><Relationship Id="rId59" Type="http://schemas.openxmlformats.org/officeDocument/2006/relationships/tags" Target="../tags/tag805.xml"/><Relationship Id="rId67" Type="http://schemas.openxmlformats.org/officeDocument/2006/relationships/tags" Target="../tags/tag813.xml"/><Relationship Id="rId20" Type="http://schemas.openxmlformats.org/officeDocument/2006/relationships/tags" Target="../tags/tag766.xml"/><Relationship Id="rId41" Type="http://schemas.openxmlformats.org/officeDocument/2006/relationships/tags" Target="../tags/tag787.xml"/><Relationship Id="rId54" Type="http://schemas.openxmlformats.org/officeDocument/2006/relationships/tags" Target="../tags/tag800.xml"/><Relationship Id="rId62" Type="http://schemas.openxmlformats.org/officeDocument/2006/relationships/tags" Target="../tags/tag808.xml"/><Relationship Id="rId70" Type="http://schemas.openxmlformats.org/officeDocument/2006/relationships/tags" Target="../tags/tag816.xml"/><Relationship Id="rId1" Type="http://schemas.openxmlformats.org/officeDocument/2006/relationships/tags" Target="../tags/tag747.xml"/><Relationship Id="rId6" Type="http://schemas.openxmlformats.org/officeDocument/2006/relationships/tags" Target="../tags/tag752.xml"/><Relationship Id="rId15" Type="http://schemas.openxmlformats.org/officeDocument/2006/relationships/tags" Target="../tags/tag761.xml"/><Relationship Id="rId23" Type="http://schemas.openxmlformats.org/officeDocument/2006/relationships/tags" Target="../tags/tag769.xml"/><Relationship Id="rId28" Type="http://schemas.openxmlformats.org/officeDocument/2006/relationships/tags" Target="../tags/tag774.xml"/><Relationship Id="rId36" Type="http://schemas.openxmlformats.org/officeDocument/2006/relationships/tags" Target="../tags/tag782.xml"/><Relationship Id="rId49" Type="http://schemas.openxmlformats.org/officeDocument/2006/relationships/tags" Target="../tags/tag795.xml"/><Relationship Id="rId57" Type="http://schemas.openxmlformats.org/officeDocument/2006/relationships/tags" Target="../tags/tag803.xml"/><Relationship Id="rId10" Type="http://schemas.openxmlformats.org/officeDocument/2006/relationships/tags" Target="../tags/tag756.xml"/><Relationship Id="rId31" Type="http://schemas.openxmlformats.org/officeDocument/2006/relationships/tags" Target="../tags/tag777.xml"/><Relationship Id="rId44" Type="http://schemas.openxmlformats.org/officeDocument/2006/relationships/tags" Target="../tags/tag790.xml"/><Relationship Id="rId52" Type="http://schemas.openxmlformats.org/officeDocument/2006/relationships/tags" Target="../tags/tag798.xml"/><Relationship Id="rId60" Type="http://schemas.openxmlformats.org/officeDocument/2006/relationships/tags" Target="../tags/tag806.xml"/><Relationship Id="rId65" Type="http://schemas.openxmlformats.org/officeDocument/2006/relationships/tags" Target="../tags/tag811.xml"/><Relationship Id="rId73" Type="http://schemas.openxmlformats.org/officeDocument/2006/relationships/slideLayout" Target="../slideLayouts/slideLayout2.xml"/><Relationship Id="rId4" Type="http://schemas.openxmlformats.org/officeDocument/2006/relationships/tags" Target="../tags/tag750.xml"/><Relationship Id="rId9" Type="http://schemas.openxmlformats.org/officeDocument/2006/relationships/tags" Target="../tags/tag755.xml"/><Relationship Id="rId13" Type="http://schemas.openxmlformats.org/officeDocument/2006/relationships/tags" Target="../tags/tag759.xml"/><Relationship Id="rId18" Type="http://schemas.openxmlformats.org/officeDocument/2006/relationships/tags" Target="../tags/tag764.xml"/><Relationship Id="rId39" Type="http://schemas.openxmlformats.org/officeDocument/2006/relationships/tags" Target="../tags/tag785.xml"/><Relationship Id="rId34" Type="http://schemas.openxmlformats.org/officeDocument/2006/relationships/tags" Target="../tags/tag780.xml"/><Relationship Id="rId50" Type="http://schemas.openxmlformats.org/officeDocument/2006/relationships/tags" Target="../tags/tag796.xml"/><Relationship Id="rId55" Type="http://schemas.openxmlformats.org/officeDocument/2006/relationships/tags" Target="../tags/tag801.xml"/><Relationship Id="rId7" Type="http://schemas.openxmlformats.org/officeDocument/2006/relationships/tags" Target="../tags/tag753.xml"/><Relationship Id="rId71" Type="http://schemas.openxmlformats.org/officeDocument/2006/relationships/tags" Target="../tags/tag817.xml"/></Relationships>
</file>

<file path=ppt/slides/_rels/slide23.xml.rels><?xml version="1.0" encoding="UTF-8" standalone="yes"?>
<Relationships xmlns="http://schemas.openxmlformats.org/package/2006/relationships"><Relationship Id="rId26" Type="http://schemas.openxmlformats.org/officeDocument/2006/relationships/tags" Target="../tags/tag844.xml"/><Relationship Id="rId21" Type="http://schemas.openxmlformats.org/officeDocument/2006/relationships/tags" Target="../tags/tag839.xml"/><Relationship Id="rId42" Type="http://schemas.openxmlformats.org/officeDocument/2006/relationships/tags" Target="../tags/tag860.xml"/><Relationship Id="rId47" Type="http://schemas.openxmlformats.org/officeDocument/2006/relationships/tags" Target="../tags/tag865.xml"/><Relationship Id="rId63" Type="http://schemas.openxmlformats.org/officeDocument/2006/relationships/tags" Target="../tags/tag881.xml"/><Relationship Id="rId68" Type="http://schemas.openxmlformats.org/officeDocument/2006/relationships/tags" Target="../tags/tag886.xml"/><Relationship Id="rId84" Type="http://schemas.openxmlformats.org/officeDocument/2006/relationships/tags" Target="../tags/tag902.xml"/><Relationship Id="rId16" Type="http://schemas.openxmlformats.org/officeDocument/2006/relationships/tags" Target="../tags/tag834.xml"/><Relationship Id="rId11" Type="http://schemas.openxmlformats.org/officeDocument/2006/relationships/tags" Target="../tags/tag829.xml"/><Relationship Id="rId32" Type="http://schemas.openxmlformats.org/officeDocument/2006/relationships/tags" Target="../tags/tag850.xml"/><Relationship Id="rId37" Type="http://schemas.openxmlformats.org/officeDocument/2006/relationships/tags" Target="../tags/tag855.xml"/><Relationship Id="rId53" Type="http://schemas.openxmlformats.org/officeDocument/2006/relationships/tags" Target="../tags/tag871.xml"/><Relationship Id="rId58" Type="http://schemas.openxmlformats.org/officeDocument/2006/relationships/tags" Target="../tags/tag876.xml"/><Relationship Id="rId74" Type="http://schemas.openxmlformats.org/officeDocument/2006/relationships/tags" Target="../tags/tag892.xml"/><Relationship Id="rId79" Type="http://schemas.openxmlformats.org/officeDocument/2006/relationships/tags" Target="../tags/tag897.xml"/><Relationship Id="rId5" Type="http://schemas.openxmlformats.org/officeDocument/2006/relationships/tags" Target="../tags/tag823.xml"/><Relationship Id="rId19" Type="http://schemas.openxmlformats.org/officeDocument/2006/relationships/tags" Target="../tags/tag837.xml"/><Relationship Id="rId14" Type="http://schemas.openxmlformats.org/officeDocument/2006/relationships/tags" Target="../tags/tag832.xml"/><Relationship Id="rId22" Type="http://schemas.openxmlformats.org/officeDocument/2006/relationships/tags" Target="../tags/tag840.xml"/><Relationship Id="rId27" Type="http://schemas.openxmlformats.org/officeDocument/2006/relationships/tags" Target="../tags/tag845.xml"/><Relationship Id="rId30" Type="http://schemas.openxmlformats.org/officeDocument/2006/relationships/tags" Target="../tags/tag848.xml"/><Relationship Id="rId35" Type="http://schemas.openxmlformats.org/officeDocument/2006/relationships/tags" Target="../tags/tag853.xml"/><Relationship Id="rId43" Type="http://schemas.openxmlformats.org/officeDocument/2006/relationships/tags" Target="../tags/tag861.xml"/><Relationship Id="rId48" Type="http://schemas.openxmlformats.org/officeDocument/2006/relationships/tags" Target="../tags/tag866.xml"/><Relationship Id="rId56" Type="http://schemas.openxmlformats.org/officeDocument/2006/relationships/tags" Target="../tags/tag874.xml"/><Relationship Id="rId64" Type="http://schemas.openxmlformats.org/officeDocument/2006/relationships/tags" Target="../tags/tag882.xml"/><Relationship Id="rId69" Type="http://schemas.openxmlformats.org/officeDocument/2006/relationships/tags" Target="../tags/tag887.xml"/><Relationship Id="rId77" Type="http://schemas.openxmlformats.org/officeDocument/2006/relationships/tags" Target="../tags/tag895.xml"/><Relationship Id="rId8" Type="http://schemas.openxmlformats.org/officeDocument/2006/relationships/tags" Target="../tags/tag826.xml"/><Relationship Id="rId51" Type="http://schemas.openxmlformats.org/officeDocument/2006/relationships/tags" Target="../tags/tag869.xml"/><Relationship Id="rId72" Type="http://schemas.openxmlformats.org/officeDocument/2006/relationships/tags" Target="../tags/tag890.xml"/><Relationship Id="rId80" Type="http://schemas.openxmlformats.org/officeDocument/2006/relationships/tags" Target="../tags/tag898.xml"/><Relationship Id="rId85" Type="http://schemas.openxmlformats.org/officeDocument/2006/relationships/tags" Target="../tags/tag903.xml"/><Relationship Id="rId3" Type="http://schemas.openxmlformats.org/officeDocument/2006/relationships/tags" Target="../tags/tag821.xml"/><Relationship Id="rId12" Type="http://schemas.openxmlformats.org/officeDocument/2006/relationships/tags" Target="../tags/tag830.xml"/><Relationship Id="rId17" Type="http://schemas.openxmlformats.org/officeDocument/2006/relationships/tags" Target="../tags/tag835.xml"/><Relationship Id="rId25" Type="http://schemas.openxmlformats.org/officeDocument/2006/relationships/tags" Target="../tags/tag843.xml"/><Relationship Id="rId33" Type="http://schemas.openxmlformats.org/officeDocument/2006/relationships/tags" Target="../tags/tag851.xml"/><Relationship Id="rId38" Type="http://schemas.openxmlformats.org/officeDocument/2006/relationships/tags" Target="../tags/tag856.xml"/><Relationship Id="rId46" Type="http://schemas.openxmlformats.org/officeDocument/2006/relationships/tags" Target="../tags/tag864.xml"/><Relationship Id="rId59" Type="http://schemas.openxmlformats.org/officeDocument/2006/relationships/tags" Target="../tags/tag877.xml"/><Relationship Id="rId67" Type="http://schemas.openxmlformats.org/officeDocument/2006/relationships/tags" Target="../tags/tag885.xml"/><Relationship Id="rId20" Type="http://schemas.openxmlformats.org/officeDocument/2006/relationships/tags" Target="../tags/tag838.xml"/><Relationship Id="rId41" Type="http://schemas.openxmlformats.org/officeDocument/2006/relationships/tags" Target="../tags/tag859.xml"/><Relationship Id="rId54" Type="http://schemas.openxmlformats.org/officeDocument/2006/relationships/tags" Target="../tags/tag872.xml"/><Relationship Id="rId62" Type="http://schemas.openxmlformats.org/officeDocument/2006/relationships/tags" Target="../tags/tag880.xml"/><Relationship Id="rId70" Type="http://schemas.openxmlformats.org/officeDocument/2006/relationships/tags" Target="../tags/tag888.xml"/><Relationship Id="rId75" Type="http://schemas.openxmlformats.org/officeDocument/2006/relationships/tags" Target="../tags/tag893.xml"/><Relationship Id="rId83" Type="http://schemas.openxmlformats.org/officeDocument/2006/relationships/tags" Target="../tags/tag901.xml"/><Relationship Id="rId1" Type="http://schemas.openxmlformats.org/officeDocument/2006/relationships/tags" Target="../tags/tag819.xml"/><Relationship Id="rId6" Type="http://schemas.openxmlformats.org/officeDocument/2006/relationships/tags" Target="../tags/tag824.xml"/><Relationship Id="rId15" Type="http://schemas.openxmlformats.org/officeDocument/2006/relationships/tags" Target="../tags/tag833.xml"/><Relationship Id="rId23" Type="http://schemas.openxmlformats.org/officeDocument/2006/relationships/tags" Target="../tags/tag841.xml"/><Relationship Id="rId28" Type="http://schemas.openxmlformats.org/officeDocument/2006/relationships/tags" Target="../tags/tag846.xml"/><Relationship Id="rId36" Type="http://schemas.openxmlformats.org/officeDocument/2006/relationships/tags" Target="../tags/tag854.xml"/><Relationship Id="rId49" Type="http://schemas.openxmlformats.org/officeDocument/2006/relationships/tags" Target="../tags/tag867.xml"/><Relationship Id="rId57" Type="http://schemas.openxmlformats.org/officeDocument/2006/relationships/tags" Target="../tags/tag875.xml"/><Relationship Id="rId10" Type="http://schemas.openxmlformats.org/officeDocument/2006/relationships/tags" Target="../tags/tag828.xml"/><Relationship Id="rId31" Type="http://schemas.openxmlformats.org/officeDocument/2006/relationships/tags" Target="../tags/tag849.xml"/><Relationship Id="rId44" Type="http://schemas.openxmlformats.org/officeDocument/2006/relationships/tags" Target="../tags/tag862.xml"/><Relationship Id="rId52" Type="http://schemas.openxmlformats.org/officeDocument/2006/relationships/tags" Target="../tags/tag870.xml"/><Relationship Id="rId60" Type="http://schemas.openxmlformats.org/officeDocument/2006/relationships/tags" Target="../tags/tag878.xml"/><Relationship Id="rId65" Type="http://schemas.openxmlformats.org/officeDocument/2006/relationships/tags" Target="../tags/tag883.xml"/><Relationship Id="rId73" Type="http://schemas.openxmlformats.org/officeDocument/2006/relationships/tags" Target="../tags/tag891.xml"/><Relationship Id="rId78" Type="http://schemas.openxmlformats.org/officeDocument/2006/relationships/tags" Target="../tags/tag896.xml"/><Relationship Id="rId81" Type="http://schemas.openxmlformats.org/officeDocument/2006/relationships/tags" Target="../tags/tag899.xml"/><Relationship Id="rId86" Type="http://schemas.openxmlformats.org/officeDocument/2006/relationships/slideLayout" Target="../slideLayouts/slideLayout2.xml"/><Relationship Id="rId4" Type="http://schemas.openxmlformats.org/officeDocument/2006/relationships/tags" Target="../tags/tag822.xml"/><Relationship Id="rId9" Type="http://schemas.openxmlformats.org/officeDocument/2006/relationships/tags" Target="../tags/tag827.xml"/><Relationship Id="rId13" Type="http://schemas.openxmlformats.org/officeDocument/2006/relationships/tags" Target="../tags/tag831.xml"/><Relationship Id="rId18" Type="http://schemas.openxmlformats.org/officeDocument/2006/relationships/tags" Target="../tags/tag836.xml"/><Relationship Id="rId39" Type="http://schemas.openxmlformats.org/officeDocument/2006/relationships/tags" Target="../tags/tag857.xml"/><Relationship Id="rId34" Type="http://schemas.openxmlformats.org/officeDocument/2006/relationships/tags" Target="../tags/tag852.xml"/><Relationship Id="rId50" Type="http://schemas.openxmlformats.org/officeDocument/2006/relationships/tags" Target="../tags/tag868.xml"/><Relationship Id="rId55" Type="http://schemas.openxmlformats.org/officeDocument/2006/relationships/tags" Target="../tags/tag873.xml"/><Relationship Id="rId76" Type="http://schemas.openxmlformats.org/officeDocument/2006/relationships/tags" Target="../tags/tag894.xml"/><Relationship Id="rId7" Type="http://schemas.openxmlformats.org/officeDocument/2006/relationships/tags" Target="../tags/tag825.xml"/><Relationship Id="rId71" Type="http://schemas.openxmlformats.org/officeDocument/2006/relationships/tags" Target="../tags/tag889.xml"/><Relationship Id="rId2" Type="http://schemas.openxmlformats.org/officeDocument/2006/relationships/tags" Target="../tags/tag820.xml"/><Relationship Id="rId29" Type="http://schemas.openxmlformats.org/officeDocument/2006/relationships/tags" Target="../tags/tag847.xml"/><Relationship Id="rId24" Type="http://schemas.openxmlformats.org/officeDocument/2006/relationships/tags" Target="../tags/tag842.xml"/><Relationship Id="rId40" Type="http://schemas.openxmlformats.org/officeDocument/2006/relationships/tags" Target="../tags/tag858.xml"/><Relationship Id="rId45" Type="http://schemas.openxmlformats.org/officeDocument/2006/relationships/tags" Target="../tags/tag863.xml"/><Relationship Id="rId66" Type="http://schemas.openxmlformats.org/officeDocument/2006/relationships/tags" Target="../tags/tag884.xml"/><Relationship Id="rId61" Type="http://schemas.openxmlformats.org/officeDocument/2006/relationships/tags" Target="../tags/tag879.xml"/><Relationship Id="rId82" Type="http://schemas.openxmlformats.org/officeDocument/2006/relationships/tags" Target="../tags/tag900.xml"/></Relationships>
</file>

<file path=ppt/slides/_rels/slide24.xml.rels><?xml version="1.0" encoding="UTF-8" standalone="yes"?>
<Relationships xmlns="http://schemas.openxmlformats.org/package/2006/relationships"><Relationship Id="rId13" Type="http://schemas.openxmlformats.org/officeDocument/2006/relationships/tags" Target="../tags/tag916.xml"/><Relationship Id="rId18" Type="http://schemas.openxmlformats.org/officeDocument/2006/relationships/tags" Target="../tags/tag921.xml"/><Relationship Id="rId26" Type="http://schemas.openxmlformats.org/officeDocument/2006/relationships/tags" Target="../tags/tag929.xml"/><Relationship Id="rId39" Type="http://schemas.openxmlformats.org/officeDocument/2006/relationships/slideLayout" Target="../slideLayouts/slideLayout2.xml"/><Relationship Id="rId21" Type="http://schemas.openxmlformats.org/officeDocument/2006/relationships/tags" Target="../tags/tag924.xml"/><Relationship Id="rId34" Type="http://schemas.openxmlformats.org/officeDocument/2006/relationships/tags" Target="../tags/tag937.xml"/><Relationship Id="rId7" Type="http://schemas.openxmlformats.org/officeDocument/2006/relationships/tags" Target="../tags/tag910.xml"/><Relationship Id="rId12" Type="http://schemas.openxmlformats.org/officeDocument/2006/relationships/tags" Target="../tags/tag915.xml"/><Relationship Id="rId17" Type="http://schemas.openxmlformats.org/officeDocument/2006/relationships/tags" Target="../tags/tag920.xml"/><Relationship Id="rId25" Type="http://schemas.openxmlformats.org/officeDocument/2006/relationships/tags" Target="../tags/tag928.xml"/><Relationship Id="rId33" Type="http://schemas.openxmlformats.org/officeDocument/2006/relationships/tags" Target="../tags/tag936.xml"/><Relationship Id="rId38" Type="http://schemas.openxmlformats.org/officeDocument/2006/relationships/tags" Target="../tags/tag941.xml"/><Relationship Id="rId2" Type="http://schemas.openxmlformats.org/officeDocument/2006/relationships/tags" Target="../tags/tag905.xml"/><Relationship Id="rId16" Type="http://schemas.openxmlformats.org/officeDocument/2006/relationships/tags" Target="../tags/tag919.xml"/><Relationship Id="rId20" Type="http://schemas.openxmlformats.org/officeDocument/2006/relationships/tags" Target="../tags/tag923.xml"/><Relationship Id="rId29" Type="http://schemas.openxmlformats.org/officeDocument/2006/relationships/tags" Target="../tags/tag932.xml"/><Relationship Id="rId1" Type="http://schemas.openxmlformats.org/officeDocument/2006/relationships/tags" Target="../tags/tag904.xml"/><Relationship Id="rId6" Type="http://schemas.openxmlformats.org/officeDocument/2006/relationships/tags" Target="../tags/tag909.xml"/><Relationship Id="rId11" Type="http://schemas.openxmlformats.org/officeDocument/2006/relationships/tags" Target="../tags/tag914.xml"/><Relationship Id="rId24" Type="http://schemas.openxmlformats.org/officeDocument/2006/relationships/tags" Target="../tags/tag927.xml"/><Relationship Id="rId32" Type="http://schemas.openxmlformats.org/officeDocument/2006/relationships/tags" Target="../tags/tag935.xml"/><Relationship Id="rId37" Type="http://schemas.openxmlformats.org/officeDocument/2006/relationships/tags" Target="../tags/tag940.xml"/><Relationship Id="rId40" Type="http://schemas.openxmlformats.org/officeDocument/2006/relationships/image" Target="../media/image27.png"/><Relationship Id="rId5" Type="http://schemas.openxmlformats.org/officeDocument/2006/relationships/tags" Target="../tags/tag908.xml"/><Relationship Id="rId15" Type="http://schemas.openxmlformats.org/officeDocument/2006/relationships/tags" Target="../tags/tag918.xml"/><Relationship Id="rId23" Type="http://schemas.openxmlformats.org/officeDocument/2006/relationships/tags" Target="../tags/tag926.xml"/><Relationship Id="rId28" Type="http://schemas.openxmlformats.org/officeDocument/2006/relationships/tags" Target="../tags/tag931.xml"/><Relationship Id="rId36" Type="http://schemas.openxmlformats.org/officeDocument/2006/relationships/tags" Target="../tags/tag939.xml"/><Relationship Id="rId10" Type="http://schemas.openxmlformats.org/officeDocument/2006/relationships/tags" Target="../tags/tag913.xml"/><Relationship Id="rId19" Type="http://schemas.openxmlformats.org/officeDocument/2006/relationships/tags" Target="../tags/tag922.xml"/><Relationship Id="rId31" Type="http://schemas.openxmlformats.org/officeDocument/2006/relationships/tags" Target="../tags/tag934.xml"/><Relationship Id="rId4" Type="http://schemas.openxmlformats.org/officeDocument/2006/relationships/tags" Target="../tags/tag907.xml"/><Relationship Id="rId9" Type="http://schemas.openxmlformats.org/officeDocument/2006/relationships/tags" Target="../tags/tag912.xml"/><Relationship Id="rId14" Type="http://schemas.openxmlformats.org/officeDocument/2006/relationships/tags" Target="../tags/tag917.xml"/><Relationship Id="rId22" Type="http://schemas.openxmlformats.org/officeDocument/2006/relationships/tags" Target="../tags/tag925.xml"/><Relationship Id="rId27" Type="http://schemas.openxmlformats.org/officeDocument/2006/relationships/tags" Target="../tags/tag930.xml"/><Relationship Id="rId30" Type="http://schemas.openxmlformats.org/officeDocument/2006/relationships/tags" Target="../tags/tag933.xml"/><Relationship Id="rId35" Type="http://schemas.openxmlformats.org/officeDocument/2006/relationships/tags" Target="../tags/tag938.xml"/><Relationship Id="rId8" Type="http://schemas.openxmlformats.org/officeDocument/2006/relationships/tags" Target="../tags/tag911.xml"/><Relationship Id="rId3" Type="http://schemas.openxmlformats.org/officeDocument/2006/relationships/tags" Target="../tags/tag90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6" Type="http://schemas.openxmlformats.org/officeDocument/2006/relationships/tags" Target="../tags/tag967.xml"/><Relationship Id="rId21" Type="http://schemas.openxmlformats.org/officeDocument/2006/relationships/tags" Target="../tags/tag962.xml"/><Relationship Id="rId42" Type="http://schemas.openxmlformats.org/officeDocument/2006/relationships/tags" Target="../tags/tag983.xml"/><Relationship Id="rId47" Type="http://schemas.openxmlformats.org/officeDocument/2006/relationships/tags" Target="../tags/tag988.xml"/><Relationship Id="rId63" Type="http://schemas.openxmlformats.org/officeDocument/2006/relationships/tags" Target="../tags/tag1004.xml"/><Relationship Id="rId68" Type="http://schemas.openxmlformats.org/officeDocument/2006/relationships/tags" Target="../tags/tag1009.xml"/><Relationship Id="rId84" Type="http://schemas.openxmlformats.org/officeDocument/2006/relationships/tags" Target="../tags/tag1025.xml"/><Relationship Id="rId16" Type="http://schemas.openxmlformats.org/officeDocument/2006/relationships/tags" Target="../tags/tag957.xml"/><Relationship Id="rId11" Type="http://schemas.openxmlformats.org/officeDocument/2006/relationships/tags" Target="../tags/tag952.xml"/><Relationship Id="rId32" Type="http://schemas.openxmlformats.org/officeDocument/2006/relationships/tags" Target="../tags/tag973.xml"/><Relationship Id="rId37" Type="http://schemas.openxmlformats.org/officeDocument/2006/relationships/tags" Target="../tags/tag978.xml"/><Relationship Id="rId53" Type="http://schemas.openxmlformats.org/officeDocument/2006/relationships/tags" Target="../tags/tag994.xml"/><Relationship Id="rId58" Type="http://schemas.openxmlformats.org/officeDocument/2006/relationships/tags" Target="../tags/tag999.xml"/><Relationship Id="rId74" Type="http://schemas.openxmlformats.org/officeDocument/2006/relationships/tags" Target="../tags/tag1015.xml"/><Relationship Id="rId79" Type="http://schemas.openxmlformats.org/officeDocument/2006/relationships/tags" Target="../tags/tag1020.xml"/><Relationship Id="rId5" Type="http://schemas.openxmlformats.org/officeDocument/2006/relationships/tags" Target="../tags/tag946.xml"/><Relationship Id="rId19" Type="http://schemas.openxmlformats.org/officeDocument/2006/relationships/tags" Target="../tags/tag960.xml"/><Relationship Id="rId14" Type="http://schemas.openxmlformats.org/officeDocument/2006/relationships/tags" Target="../tags/tag955.xml"/><Relationship Id="rId22" Type="http://schemas.openxmlformats.org/officeDocument/2006/relationships/tags" Target="../tags/tag963.xml"/><Relationship Id="rId27" Type="http://schemas.openxmlformats.org/officeDocument/2006/relationships/tags" Target="../tags/tag968.xml"/><Relationship Id="rId30" Type="http://schemas.openxmlformats.org/officeDocument/2006/relationships/tags" Target="../tags/tag971.xml"/><Relationship Id="rId35" Type="http://schemas.openxmlformats.org/officeDocument/2006/relationships/tags" Target="../tags/tag976.xml"/><Relationship Id="rId43" Type="http://schemas.openxmlformats.org/officeDocument/2006/relationships/tags" Target="../tags/tag984.xml"/><Relationship Id="rId48" Type="http://schemas.openxmlformats.org/officeDocument/2006/relationships/tags" Target="../tags/tag989.xml"/><Relationship Id="rId56" Type="http://schemas.openxmlformats.org/officeDocument/2006/relationships/tags" Target="../tags/tag997.xml"/><Relationship Id="rId64" Type="http://schemas.openxmlformats.org/officeDocument/2006/relationships/tags" Target="../tags/tag1005.xml"/><Relationship Id="rId69" Type="http://schemas.openxmlformats.org/officeDocument/2006/relationships/tags" Target="../tags/tag1010.xml"/><Relationship Id="rId77" Type="http://schemas.openxmlformats.org/officeDocument/2006/relationships/tags" Target="../tags/tag1018.xml"/><Relationship Id="rId8" Type="http://schemas.openxmlformats.org/officeDocument/2006/relationships/tags" Target="../tags/tag949.xml"/><Relationship Id="rId51" Type="http://schemas.openxmlformats.org/officeDocument/2006/relationships/tags" Target="../tags/tag992.xml"/><Relationship Id="rId72" Type="http://schemas.openxmlformats.org/officeDocument/2006/relationships/tags" Target="../tags/tag1013.xml"/><Relationship Id="rId80" Type="http://schemas.openxmlformats.org/officeDocument/2006/relationships/tags" Target="../tags/tag1021.xml"/><Relationship Id="rId85" Type="http://schemas.openxmlformats.org/officeDocument/2006/relationships/tags" Target="../tags/tag1026.xml"/><Relationship Id="rId3" Type="http://schemas.openxmlformats.org/officeDocument/2006/relationships/tags" Target="../tags/tag944.xml"/><Relationship Id="rId12" Type="http://schemas.openxmlformats.org/officeDocument/2006/relationships/tags" Target="../tags/tag953.xml"/><Relationship Id="rId17" Type="http://schemas.openxmlformats.org/officeDocument/2006/relationships/tags" Target="../tags/tag958.xml"/><Relationship Id="rId25" Type="http://schemas.openxmlformats.org/officeDocument/2006/relationships/tags" Target="../tags/tag966.xml"/><Relationship Id="rId33" Type="http://schemas.openxmlformats.org/officeDocument/2006/relationships/tags" Target="../tags/tag974.xml"/><Relationship Id="rId38" Type="http://schemas.openxmlformats.org/officeDocument/2006/relationships/tags" Target="../tags/tag979.xml"/><Relationship Id="rId46" Type="http://schemas.openxmlformats.org/officeDocument/2006/relationships/tags" Target="../tags/tag987.xml"/><Relationship Id="rId59" Type="http://schemas.openxmlformats.org/officeDocument/2006/relationships/tags" Target="../tags/tag1000.xml"/><Relationship Id="rId67" Type="http://schemas.openxmlformats.org/officeDocument/2006/relationships/tags" Target="../tags/tag1008.xml"/><Relationship Id="rId20" Type="http://schemas.openxmlformats.org/officeDocument/2006/relationships/tags" Target="../tags/tag961.xml"/><Relationship Id="rId41" Type="http://schemas.openxmlformats.org/officeDocument/2006/relationships/tags" Target="../tags/tag982.xml"/><Relationship Id="rId54" Type="http://schemas.openxmlformats.org/officeDocument/2006/relationships/tags" Target="../tags/tag995.xml"/><Relationship Id="rId62" Type="http://schemas.openxmlformats.org/officeDocument/2006/relationships/tags" Target="../tags/tag1003.xml"/><Relationship Id="rId70" Type="http://schemas.openxmlformats.org/officeDocument/2006/relationships/tags" Target="../tags/tag1011.xml"/><Relationship Id="rId75" Type="http://schemas.openxmlformats.org/officeDocument/2006/relationships/tags" Target="../tags/tag1016.xml"/><Relationship Id="rId83" Type="http://schemas.openxmlformats.org/officeDocument/2006/relationships/tags" Target="../tags/tag1024.xml"/><Relationship Id="rId1" Type="http://schemas.openxmlformats.org/officeDocument/2006/relationships/tags" Target="../tags/tag942.xml"/><Relationship Id="rId6" Type="http://schemas.openxmlformats.org/officeDocument/2006/relationships/tags" Target="../tags/tag947.xml"/><Relationship Id="rId15" Type="http://schemas.openxmlformats.org/officeDocument/2006/relationships/tags" Target="../tags/tag956.xml"/><Relationship Id="rId23" Type="http://schemas.openxmlformats.org/officeDocument/2006/relationships/tags" Target="../tags/tag964.xml"/><Relationship Id="rId28" Type="http://schemas.openxmlformats.org/officeDocument/2006/relationships/tags" Target="../tags/tag969.xml"/><Relationship Id="rId36" Type="http://schemas.openxmlformats.org/officeDocument/2006/relationships/tags" Target="../tags/tag977.xml"/><Relationship Id="rId49" Type="http://schemas.openxmlformats.org/officeDocument/2006/relationships/tags" Target="../tags/tag990.xml"/><Relationship Id="rId57" Type="http://schemas.openxmlformats.org/officeDocument/2006/relationships/tags" Target="../tags/tag998.xml"/><Relationship Id="rId10" Type="http://schemas.openxmlformats.org/officeDocument/2006/relationships/tags" Target="../tags/tag951.xml"/><Relationship Id="rId31" Type="http://schemas.openxmlformats.org/officeDocument/2006/relationships/tags" Target="../tags/tag972.xml"/><Relationship Id="rId44" Type="http://schemas.openxmlformats.org/officeDocument/2006/relationships/tags" Target="../tags/tag985.xml"/><Relationship Id="rId52" Type="http://schemas.openxmlformats.org/officeDocument/2006/relationships/tags" Target="../tags/tag993.xml"/><Relationship Id="rId60" Type="http://schemas.openxmlformats.org/officeDocument/2006/relationships/tags" Target="../tags/tag1001.xml"/><Relationship Id="rId65" Type="http://schemas.openxmlformats.org/officeDocument/2006/relationships/tags" Target="../tags/tag1006.xml"/><Relationship Id="rId73" Type="http://schemas.openxmlformats.org/officeDocument/2006/relationships/tags" Target="../tags/tag1014.xml"/><Relationship Id="rId78" Type="http://schemas.openxmlformats.org/officeDocument/2006/relationships/tags" Target="../tags/tag1019.xml"/><Relationship Id="rId81" Type="http://schemas.openxmlformats.org/officeDocument/2006/relationships/tags" Target="../tags/tag1022.xml"/><Relationship Id="rId86" Type="http://schemas.openxmlformats.org/officeDocument/2006/relationships/slideLayout" Target="../slideLayouts/slideLayout2.xml"/><Relationship Id="rId4" Type="http://schemas.openxmlformats.org/officeDocument/2006/relationships/tags" Target="../tags/tag945.xml"/><Relationship Id="rId9" Type="http://schemas.openxmlformats.org/officeDocument/2006/relationships/tags" Target="../tags/tag950.xml"/><Relationship Id="rId13" Type="http://schemas.openxmlformats.org/officeDocument/2006/relationships/tags" Target="../tags/tag954.xml"/><Relationship Id="rId18" Type="http://schemas.openxmlformats.org/officeDocument/2006/relationships/tags" Target="../tags/tag959.xml"/><Relationship Id="rId39" Type="http://schemas.openxmlformats.org/officeDocument/2006/relationships/tags" Target="../tags/tag980.xml"/><Relationship Id="rId34" Type="http://schemas.openxmlformats.org/officeDocument/2006/relationships/tags" Target="../tags/tag975.xml"/><Relationship Id="rId50" Type="http://schemas.openxmlformats.org/officeDocument/2006/relationships/tags" Target="../tags/tag991.xml"/><Relationship Id="rId55" Type="http://schemas.openxmlformats.org/officeDocument/2006/relationships/tags" Target="../tags/tag996.xml"/><Relationship Id="rId76" Type="http://schemas.openxmlformats.org/officeDocument/2006/relationships/tags" Target="../tags/tag1017.xml"/><Relationship Id="rId7" Type="http://schemas.openxmlformats.org/officeDocument/2006/relationships/tags" Target="../tags/tag948.xml"/><Relationship Id="rId71" Type="http://schemas.openxmlformats.org/officeDocument/2006/relationships/tags" Target="../tags/tag1012.xml"/><Relationship Id="rId2" Type="http://schemas.openxmlformats.org/officeDocument/2006/relationships/tags" Target="../tags/tag943.xml"/><Relationship Id="rId29" Type="http://schemas.openxmlformats.org/officeDocument/2006/relationships/tags" Target="../tags/tag970.xml"/><Relationship Id="rId24" Type="http://schemas.openxmlformats.org/officeDocument/2006/relationships/tags" Target="../tags/tag965.xml"/><Relationship Id="rId40" Type="http://schemas.openxmlformats.org/officeDocument/2006/relationships/tags" Target="../tags/tag981.xml"/><Relationship Id="rId45" Type="http://schemas.openxmlformats.org/officeDocument/2006/relationships/tags" Target="../tags/tag986.xml"/><Relationship Id="rId66" Type="http://schemas.openxmlformats.org/officeDocument/2006/relationships/tags" Target="../tags/tag1007.xml"/><Relationship Id="rId87" Type="http://schemas.openxmlformats.org/officeDocument/2006/relationships/image" Target="../media/image29.png"/><Relationship Id="rId61" Type="http://schemas.openxmlformats.org/officeDocument/2006/relationships/tags" Target="../tags/tag1002.xml"/><Relationship Id="rId82" Type="http://schemas.openxmlformats.org/officeDocument/2006/relationships/tags" Target="../tags/tag1023.xml"/></Relationships>
</file>

<file path=ppt/slides/_rels/slide27.xml.rels><?xml version="1.0" encoding="UTF-8" standalone="yes"?>
<Relationships xmlns="http://schemas.openxmlformats.org/package/2006/relationships"><Relationship Id="rId26" Type="http://schemas.openxmlformats.org/officeDocument/2006/relationships/tags" Target="../tags/tag1052.xml"/><Relationship Id="rId117" Type="http://schemas.openxmlformats.org/officeDocument/2006/relationships/tags" Target="../tags/tag1143.xml"/><Relationship Id="rId21" Type="http://schemas.openxmlformats.org/officeDocument/2006/relationships/tags" Target="../tags/tag1047.xml"/><Relationship Id="rId42" Type="http://schemas.openxmlformats.org/officeDocument/2006/relationships/tags" Target="../tags/tag1068.xml"/><Relationship Id="rId47" Type="http://schemas.openxmlformats.org/officeDocument/2006/relationships/tags" Target="../tags/tag1073.xml"/><Relationship Id="rId63" Type="http://schemas.openxmlformats.org/officeDocument/2006/relationships/tags" Target="../tags/tag1089.xml"/><Relationship Id="rId68" Type="http://schemas.openxmlformats.org/officeDocument/2006/relationships/tags" Target="../tags/tag1094.xml"/><Relationship Id="rId84" Type="http://schemas.openxmlformats.org/officeDocument/2006/relationships/tags" Target="../tags/tag1110.xml"/><Relationship Id="rId89" Type="http://schemas.openxmlformats.org/officeDocument/2006/relationships/tags" Target="../tags/tag1115.xml"/><Relationship Id="rId112" Type="http://schemas.openxmlformats.org/officeDocument/2006/relationships/tags" Target="../tags/tag1138.xml"/><Relationship Id="rId16" Type="http://schemas.openxmlformats.org/officeDocument/2006/relationships/tags" Target="../tags/tag1042.xml"/><Relationship Id="rId107" Type="http://schemas.openxmlformats.org/officeDocument/2006/relationships/tags" Target="../tags/tag1133.xml"/><Relationship Id="rId11" Type="http://schemas.openxmlformats.org/officeDocument/2006/relationships/tags" Target="../tags/tag1037.xml"/><Relationship Id="rId32" Type="http://schemas.openxmlformats.org/officeDocument/2006/relationships/tags" Target="../tags/tag1058.xml"/><Relationship Id="rId37" Type="http://schemas.openxmlformats.org/officeDocument/2006/relationships/tags" Target="../tags/tag1063.xml"/><Relationship Id="rId53" Type="http://schemas.openxmlformats.org/officeDocument/2006/relationships/tags" Target="../tags/tag1079.xml"/><Relationship Id="rId58" Type="http://schemas.openxmlformats.org/officeDocument/2006/relationships/tags" Target="../tags/tag1084.xml"/><Relationship Id="rId74" Type="http://schemas.openxmlformats.org/officeDocument/2006/relationships/tags" Target="../tags/tag1100.xml"/><Relationship Id="rId79" Type="http://schemas.openxmlformats.org/officeDocument/2006/relationships/tags" Target="../tags/tag1105.xml"/><Relationship Id="rId102" Type="http://schemas.openxmlformats.org/officeDocument/2006/relationships/tags" Target="../tags/tag1128.xml"/><Relationship Id="rId123" Type="http://schemas.openxmlformats.org/officeDocument/2006/relationships/tags" Target="../tags/tag1149.xml"/><Relationship Id="rId5" Type="http://schemas.openxmlformats.org/officeDocument/2006/relationships/tags" Target="../tags/tag1031.xml"/><Relationship Id="rId90" Type="http://schemas.openxmlformats.org/officeDocument/2006/relationships/tags" Target="../tags/tag1116.xml"/><Relationship Id="rId95" Type="http://schemas.openxmlformats.org/officeDocument/2006/relationships/tags" Target="../tags/tag1121.xml"/><Relationship Id="rId22" Type="http://schemas.openxmlformats.org/officeDocument/2006/relationships/tags" Target="../tags/tag1048.xml"/><Relationship Id="rId27" Type="http://schemas.openxmlformats.org/officeDocument/2006/relationships/tags" Target="../tags/tag1053.xml"/><Relationship Id="rId43" Type="http://schemas.openxmlformats.org/officeDocument/2006/relationships/tags" Target="../tags/tag1069.xml"/><Relationship Id="rId48" Type="http://schemas.openxmlformats.org/officeDocument/2006/relationships/tags" Target="../tags/tag1074.xml"/><Relationship Id="rId64" Type="http://schemas.openxmlformats.org/officeDocument/2006/relationships/tags" Target="../tags/tag1090.xml"/><Relationship Id="rId69" Type="http://schemas.openxmlformats.org/officeDocument/2006/relationships/tags" Target="../tags/tag1095.xml"/><Relationship Id="rId113" Type="http://schemas.openxmlformats.org/officeDocument/2006/relationships/tags" Target="../tags/tag1139.xml"/><Relationship Id="rId118" Type="http://schemas.openxmlformats.org/officeDocument/2006/relationships/tags" Target="../tags/tag1144.xml"/><Relationship Id="rId80" Type="http://schemas.openxmlformats.org/officeDocument/2006/relationships/tags" Target="../tags/tag1106.xml"/><Relationship Id="rId85" Type="http://schemas.openxmlformats.org/officeDocument/2006/relationships/tags" Target="../tags/tag1111.xml"/><Relationship Id="rId12" Type="http://schemas.openxmlformats.org/officeDocument/2006/relationships/tags" Target="../tags/tag1038.xml"/><Relationship Id="rId17" Type="http://schemas.openxmlformats.org/officeDocument/2006/relationships/tags" Target="../tags/tag1043.xml"/><Relationship Id="rId33" Type="http://schemas.openxmlformats.org/officeDocument/2006/relationships/tags" Target="../tags/tag1059.xml"/><Relationship Id="rId38" Type="http://schemas.openxmlformats.org/officeDocument/2006/relationships/tags" Target="../tags/tag1064.xml"/><Relationship Id="rId59" Type="http://schemas.openxmlformats.org/officeDocument/2006/relationships/tags" Target="../tags/tag1085.xml"/><Relationship Id="rId103" Type="http://schemas.openxmlformats.org/officeDocument/2006/relationships/tags" Target="../tags/tag1129.xml"/><Relationship Id="rId108" Type="http://schemas.openxmlformats.org/officeDocument/2006/relationships/tags" Target="../tags/tag1134.xml"/><Relationship Id="rId124" Type="http://schemas.openxmlformats.org/officeDocument/2006/relationships/tags" Target="../tags/tag1150.xml"/><Relationship Id="rId54" Type="http://schemas.openxmlformats.org/officeDocument/2006/relationships/tags" Target="../tags/tag1080.xml"/><Relationship Id="rId70" Type="http://schemas.openxmlformats.org/officeDocument/2006/relationships/tags" Target="../tags/tag1096.xml"/><Relationship Id="rId75" Type="http://schemas.openxmlformats.org/officeDocument/2006/relationships/tags" Target="../tags/tag1101.xml"/><Relationship Id="rId91" Type="http://schemas.openxmlformats.org/officeDocument/2006/relationships/tags" Target="../tags/tag1117.xml"/><Relationship Id="rId96" Type="http://schemas.openxmlformats.org/officeDocument/2006/relationships/tags" Target="../tags/tag1122.xml"/><Relationship Id="rId1" Type="http://schemas.openxmlformats.org/officeDocument/2006/relationships/tags" Target="../tags/tag1027.xml"/><Relationship Id="rId6" Type="http://schemas.openxmlformats.org/officeDocument/2006/relationships/tags" Target="../tags/tag1032.xml"/><Relationship Id="rId23" Type="http://schemas.openxmlformats.org/officeDocument/2006/relationships/tags" Target="../tags/tag1049.xml"/><Relationship Id="rId28" Type="http://schemas.openxmlformats.org/officeDocument/2006/relationships/tags" Target="../tags/tag1054.xml"/><Relationship Id="rId49" Type="http://schemas.openxmlformats.org/officeDocument/2006/relationships/tags" Target="../tags/tag1075.xml"/><Relationship Id="rId114" Type="http://schemas.openxmlformats.org/officeDocument/2006/relationships/tags" Target="../tags/tag1140.xml"/><Relationship Id="rId119" Type="http://schemas.openxmlformats.org/officeDocument/2006/relationships/tags" Target="../tags/tag1145.xml"/><Relationship Id="rId44" Type="http://schemas.openxmlformats.org/officeDocument/2006/relationships/tags" Target="../tags/tag1070.xml"/><Relationship Id="rId60" Type="http://schemas.openxmlformats.org/officeDocument/2006/relationships/tags" Target="../tags/tag1086.xml"/><Relationship Id="rId65" Type="http://schemas.openxmlformats.org/officeDocument/2006/relationships/tags" Target="../tags/tag1091.xml"/><Relationship Id="rId81" Type="http://schemas.openxmlformats.org/officeDocument/2006/relationships/tags" Target="../tags/tag1107.xml"/><Relationship Id="rId86" Type="http://schemas.openxmlformats.org/officeDocument/2006/relationships/tags" Target="../tags/tag1112.xml"/><Relationship Id="rId13" Type="http://schemas.openxmlformats.org/officeDocument/2006/relationships/tags" Target="../tags/tag1039.xml"/><Relationship Id="rId18" Type="http://schemas.openxmlformats.org/officeDocument/2006/relationships/tags" Target="../tags/tag1044.xml"/><Relationship Id="rId39" Type="http://schemas.openxmlformats.org/officeDocument/2006/relationships/tags" Target="../tags/tag1065.xml"/><Relationship Id="rId109" Type="http://schemas.openxmlformats.org/officeDocument/2006/relationships/tags" Target="../tags/tag1135.xml"/><Relationship Id="rId34" Type="http://schemas.openxmlformats.org/officeDocument/2006/relationships/tags" Target="../tags/tag1060.xml"/><Relationship Id="rId50" Type="http://schemas.openxmlformats.org/officeDocument/2006/relationships/tags" Target="../tags/tag1076.xml"/><Relationship Id="rId55" Type="http://schemas.openxmlformats.org/officeDocument/2006/relationships/tags" Target="../tags/tag1081.xml"/><Relationship Id="rId76" Type="http://schemas.openxmlformats.org/officeDocument/2006/relationships/tags" Target="../tags/tag1102.xml"/><Relationship Id="rId97" Type="http://schemas.openxmlformats.org/officeDocument/2006/relationships/tags" Target="../tags/tag1123.xml"/><Relationship Id="rId104" Type="http://schemas.openxmlformats.org/officeDocument/2006/relationships/tags" Target="../tags/tag1130.xml"/><Relationship Id="rId120" Type="http://schemas.openxmlformats.org/officeDocument/2006/relationships/tags" Target="../tags/tag1146.xml"/><Relationship Id="rId125" Type="http://schemas.openxmlformats.org/officeDocument/2006/relationships/slideLayout" Target="../slideLayouts/slideLayout2.xml"/><Relationship Id="rId7" Type="http://schemas.openxmlformats.org/officeDocument/2006/relationships/tags" Target="../tags/tag1033.xml"/><Relationship Id="rId71" Type="http://schemas.openxmlformats.org/officeDocument/2006/relationships/tags" Target="../tags/tag1097.xml"/><Relationship Id="rId92" Type="http://schemas.openxmlformats.org/officeDocument/2006/relationships/tags" Target="../tags/tag1118.xml"/><Relationship Id="rId2" Type="http://schemas.openxmlformats.org/officeDocument/2006/relationships/tags" Target="../tags/tag1028.xml"/><Relationship Id="rId29" Type="http://schemas.openxmlformats.org/officeDocument/2006/relationships/tags" Target="../tags/tag1055.xml"/><Relationship Id="rId24" Type="http://schemas.openxmlformats.org/officeDocument/2006/relationships/tags" Target="../tags/tag1050.xml"/><Relationship Id="rId40" Type="http://schemas.openxmlformats.org/officeDocument/2006/relationships/tags" Target="../tags/tag1066.xml"/><Relationship Id="rId45" Type="http://schemas.openxmlformats.org/officeDocument/2006/relationships/tags" Target="../tags/tag1071.xml"/><Relationship Id="rId66" Type="http://schemas.openxmlformats.org/officeDocument/2006/relationships/tags" Target="../tags/tag1092.xml"/><Relationship Id="rId87" Type="http://schemas.openxmlformats.org/officeDocument/2006/relationships/tags" Target="../tags/tag1113.xml"/><Relationship Id="rId110" Type="http://schemas.openxmlformats.org/officeDocument/2006/relationships/tags" Target="../tags/tag1136.xml"/><Relationship Id="rId115" Type="http://schemas.openxmlformats.org/officeDocument/2006/relationships/tags" Target="../tags/tag1141.xml"/><Relationship Id="rId61" Type="http://schemas.openxmlformats.org/officeDocument/2006/relationships/tags" Target="../tags/tag1087.xml"/><Relationship Id="rId82" Type="http://schemas.openxmlformats.org/officeDocument/2006/relationships/tags" Target="../tags/tag1108.xml"/><Relationship Id="rId19" Type="http://schemas.openxmlformats.org/officeDocument/2006/relationships/tags" Target="../tags/tag1045.xml"/><Relationship Id="rId14" Type="http://schemas.openxmlformats.org/officeDocument/2006/relationships/tags" Target="../tags/tag1040.xml"/><Relationship Id="rId30" Type="http://schemas.openxmlformats.org/officeDocument/2006/relationships/tags" Target="../tags/tag1056.xml"/><Relationship Id="rId35" Type="http://schemas.openxmlformats.org/officeDocument/2006/relationships/tags" Target="../tags/tag1061.xml"/><Relationship Id="rId56" Type="http://schemas.openxmlformats.org/officeDocument/2006/relationships/tags" Target="../tags/tag1082.xml"/><Relationship Id="rId77" Type="http://schemas.openxmlformats.org/officeDocument/2006/relationships/tags" Target="../tags/tag1103.xml"/><Relationship Id="rId100" Type="http://schemas.openxmlformats.org/officeDocument/2006/relationships/tags" Target="../tags/tag1126.xml"/><Relationship Id="rId105" Type="http://schemas.openxmlformats.org/officeDocument/2006/relationships/tags" Target="../tags/tag1131.xml"/><Relationship Id="rId8" Type="http://schemas.openxmlformats.org/officeDocument/2006/relationships/tags" Target="../tags/tag1034.xml"/><Relationship Id="rId51" Type="http://schemas.openxmlformats.org/officeDocument/2006/relationships/tags" Target="../tags/tag1077.xml"/><Relationship Id="rId72" Type="http://schemas.openxmlformats.org/officeDocument/2006/relationships/tags" Target="../tags/tag1098.xml"/><Relationship Id="rId93" Type="http://schemas.openxmlformats.org/officeDocument/2006/relationships/tags" Target="../tags/tag1119.xml"/><Relationship Id="rId98" Type="http://schemas.openxmlformats.org/officeDocument/2006/relationships/tags" Target="../tags/tag1124.xml"/><Relationship Id="rId121" Type="http://schemas.openxmlformats.org/officeDocument/2006/relationships/tags" Target="../tags/tag1147.xml"/><Relationship Id="rId3" Type="http://schemas.openxmlformats.org/officeDocument/2006/relationships/tags" Target="../tags/tag1029.xml"/><Relationship Id="rId25" Type="http://schemas.openxmlformats.org/officeDocument/2006/relationships/tags" Target="../tags/tag1051.xml"/><Relationship Id="rId46" Type="http://schemas.openxmlformats.org/officeDocument/2006/relationships/tags" Target="../tags/tag1072.xml"/><Relationship Id="rId67" Type="http://schemas.openxmlformats.org/officeDocument/2006/relationships/tags" Target="../tags/tag1093.xml"/><Relationship Id="rId116" Type="http://schemas.openxmlformats.org/officeDocument/2006/relationships/tags" Target="../tags/tag1142.xml"/><Relationship Id="rId20" Type="http://schemas.openxmlformats.org/officeDocument/2006/relationships/tags" Target="../tags/tag1046.xml"/><Relationship Id="rId41" Type="http://schemas.openxmlformats.org/officeDocument/2006/relationships/tags" Target="../tags/tag1067.xml"/><Relationship Id="rId62" Type="http://schemas.openxmlformats.org/officeDocument/2006/relationships/tags" Target="../tags/tag1088.xml"/><Relationship Id="rId83" Type="http://schemas.openxmlformats.org/officeDocument/2006/relationships/tags" Target="../tags/tag1109.xml"/><Relationship Id="rId88" Type="http://schemas.openxmlformats.org/officeDocument/2006/relationships/tags" Target="../tags/tag1114.xml"/><Relationship Id="rId111" Type="http://schemas.openxmlformats.org/officeDocument/2006/relationships/tags" Target="../tags/tag1137.xml"/><Relationship Id="rId15" Type="http://schemas.openxmlformats.org/officeDocument/2006/relationships/tags" Target="../tags/tag1041.xml"/><Relationship Id="rId36" Type="http://schemas.openxmlformats.org/officeDocument/2006/relationships/tags" Target="../tags/tag1062.xml"/><Relationship Id="rId57" Type="http://schemas.openxmlformats.org/officeDocument/2006/relationships/tags" Target="../tags/tag1083.xml"/><Relationship Id="rId106" Type="http://schemas.openxmlformats.org/officeDocument/2006/relationships/tags" Target="../tags/tag1132.xml"/><Relationship Id="rId127" Type="http://schemas.openxmlformats.org/officeDocument/2006/relationships/image" Target="../media/image19.png"/><Relationship Id="rId10" Type="http://schemas.openxmlformats.org/officeDocument/2006/relationships/tags" Target="../tags/tag1036.xml"/><Relationship Id="rId31" Type="http://schemas.openxmlformats.org/officeDocument/2006/relationships/tags" Target="../tags/tag1057.xml"/><Relationship Id="rId52" Type="http://schemas.openxmlformats.org/officeDocument/2006/relationships/tags" Target="../tags/tag1078.xml"/><Relationship Id="rId73" Type="http://schemas.openxmlformats.org/officeDocument/2006/relationships/tags" Target="../tags/tag1099.xml"/><Relationship Id="rId78" Type="http://schemas.openxmlformats.org/officeDocument/2006/relationships/tags" Target="../tags/tag1104.xml"/><Relationship Id="rId94" Type="http://schemas.openxmlformats.org/officeDocument/2006/relationships/tags" Target="../tags/tag1120.xml"/><Relationship Id="rId99" Type="http://schemas.openxmlformats.org/officeDocument/2006/relationships/tags" Target="../tags/tag1125.xml"/><Relationship Id="rId101" Type="http://schemas.openxmlformats.org/officeDocument/2006/relationships/tags" Target="../tags/tag1127.xml"/><Relationship Id="rId122" Type="http://schemas.openxmlformats.org/officeDocument/2006/relationships/tags" Target="../tags/tag1148.xml"/><Relationship Id="rId4" Type="http://schemas.openxmlformats.org/officeDocument/2006/relationships/tags" Target="../tags/tag1030.xml"/><Relationship Id="rId9" Type="http://schemas.openxmlformats.org/officeDocument/2006/relationships/tags" Target="../tags/tag1035.xml"/></Relationships>
</file>

<file path=ppt/slides/_rels/slide28.xml.rels><?xml version="1.0" encoding="UTF-8" standalone="yes"?>
<Relationships xmlns="http://schemas.openxmlformats.org/package/2006/relationships"><Relationship Id="rId13" Type="http://schemas.openxmlformats.org/officeDocument/2006/relationships/tags" Target="../tags/tag1163.xml"/><Relationship Id="rId18" Type="http://schemas.openxmlformats.org/officeDocument/2006/relationships/tags" Target="../tags/tag1168.xml"/><Relationship Id="rId26" Type="http://schemas.openxmlformats.org/officeDocument/2006/relationships/tags" Target="../tags/tag1176.xml"/><Relationship Id="rId39" Type="http://schemas.openxmlformats.org/officeDocument/2006/relationships/tags" Target="../tags/tag1189.xml"/><Relationship Id="rId21" Type="http://schemas.openxmlformats.org/officeDocument/2006/relationships/tags" Target="../tags/tag1171.xml"/><Relationship Id="rId34" Type="http://schemas.openxmlformats.org/officeDocument/2006/relationships/tags" Target="../tags/tag1184.xml"/><Relationship Id="rId42" Type="http://schemas.openxmlformats.org/officeDocument/2006/relationships/tags" Target="../tags/tag1192.xml"/><Relationship Id="rId7" Type="http://schemas.openxmlformats.org/officeDocument/2006/relationships/tags" Target="../tags/tag1157.xml"/><Relationship Id="rId2" Type="http://schemas.openxmlformats.org/officeDocument/2006/relationships/tags" Target="../tags/tag1152.xml"/><Relationship Id="rId16" Type="http://schemas.openxmlformats.org/officeDocument/2006/relationships/tags" Target="../tags/tag1166.xml"/><Relationship Id="rId29" Type="http://schemas.openxmlformats.org/officeDocument/2006/relationships/tags" Target="../tags/tag1179.xml"/><Relationship Id="rId1" Type="http://schemas.openxmlformats.org/officeDocument/2006/relationships/tags" Target="../tags/tag1151.xml"/><Relationship Id="rId6" Type="http://schemas.openxmlformats.org/officeDocument/2006/relationships/tags" Target="../tags/tag1156.xml"/><Relationship Id="rId11" Type="http://schemas.openxmlformats.org/officeDocument/2006/relationships/tags" Target="../tags/tag1161.xml"/><Relationship Id="rId24" Type="http://schemas.openxmlformats.org/officeDocument/2006/relationships/tags" Target="../tags/tag1174.xml"/><Relationship Id="rId32" Type="http://schemas.openxmlformats.org/officeDocument/2006/relationships/tags" Target="../tags/tag1182.xml"/><Relationship Id="rId37" Type="http://schemas.openxmlformats.org/officeDocument/2006/relationships/tags" Target="../tags/tag1187.xml"/><Relationship Id="rId40" Type="http://schemas.openxmlformats.org/officeDocument/2006/relationships/tags" Target="../tags/tag1190.xml"/><Relationship Id="rId45" Type="http://schemas.openxmlformats.org/officeDocument/2006/relationships/notesSlide" Target="../notesSlides/notesSlide2.xml"/><Relationship Id="rId5" Type="http://schemas.openxmlformats.org/officeDocument/2006/relationships/tags" Target="../tags/tag1155.xml"/><Relationship Id="rId15" Type="http://schemas.openxmlformats.org/officeDocument/2006/relationships/tags" Target="../tags/tag1165.xml"/><Relationship Id="rId23" Type="http://schemas.openxmlformats.org/officeDocument/2006/relationships/tags" Target="../tags/tag1173.xml"/><Relationship Id="rId28" Type="http://schemas.openxmlformats.org/officeDocument/2006/relationships/tags" Target="../tags/tag1178.xml"/><Relationship Id="rId36" Type="http://schemas.openxmlformats.org/officeDocument/2006/relationships/tags" Target="../tags/tag1186.xml"/><Relationship Id="rId10" Type="http://schemas.openxmlformats.org/officeDocument/2006/relationships/tags" Target="../tags/tag1160.xml"/><Relationship Id="rId19" Type="http://schemas.openxmlformats.org/officeDocument/2006/relationships/tags" Target="../tags/tag1169.xml"/><Relationship Id="rId31" Type="http://schemas.openxmlformats.org/officeDocument/2006/relationships/tags" Target="../tags/tag1181.xml"/><Relationship Id="rId44" Type="http://schemas.openxmlformats.org/officeDocument/2006/relationships/slideLayout" Target="../slideLayouts/slideLayout2.xml"/><Relationship Id="rId4" Type="http://schemas.openxmlformats.org/officeDocument/2006/relationships/tags" Target="../tags/tag1154.xml"/><Relationship Id="rId9" Type="http://schemas.openxmlformats.org/officeDocument/2006/relationships/tags" Target="../tags/tag1159.xml"/><Relationship Id="rId14" Type="http://schemas.openxmlformats.org/officeDocument/2006/relationships/tags" Target="../tags/tag1164.xml"/><Relationship Id="rId22" Type="http://schemas.openxmlformats.org/officeDocument/2006/relationships/tags" Target="../tags/tag1172.xml"/><Relationship Id="rId27" Type="http://schemas.openxmlformats.org/officeDocument/2006/relationships/tags" Target="../tags/tag1177.xml"/><Relationship Id="rId30" Type="http://schemas.openxmlformats.org/officeDocument/2006/relationships/tags" Target="../tags/tag1180.xml"/><Relationship Id="rId35" Type="http://schemas.openxmlformats.org/officeDocument/2006/relationships/tags" Target="../tags/tag1185.xml"/><Relationship Id="rId43" Type="http://schemas.openxmlformats.org/officeDocument/2006/relationships/tags" Target="../tags/tag1193.xml"/><Relationship Id="rId8" Type="http://schemas.openxmlformats.org/officeDocument/2006/relationships/tags" Target="../tags/tag1158.xml"/><Relationship Id="rId3" Type="http://schemas.openxmlformats.org/officeDocument/2006/relationships/tags" Target="../tags/tag1153.xml"/><Relationship Id="rId12" Type="http://schemas.openxmlformats.org/officeDocument/2006/relationships/tags" Target="../tags/tag1162.xml"/><Relationship Id="rId17" Type="http://schemas.openxmlformats.org/officeDocument/2006/relationships/tags" Target="../tags/tag1167.xml"/><Relationship Id="rId25" Type="http://schemas.openxmlformats.org/officeDocument/2006/relationships/tags" Target="../tags/tag1175.xml"/><Relationship Id="rId33" Type="http://schemas.openxmlformats.org/officeDocument/2006/relationships/tags" Target="../tags/tag1183.xml"/><Relationship Id="rId38" Type="http://schemas.openxmlformats.org/officeDocument/2006/relationships/tags" Target="../tags/tag1188.xml"/><Relationship Id="rId20" Type="http://schemas.openxmlformats.org/officeDocument/2006/relationships/tags" Target="../tags/tag1170.xml"/><Relationship Id="rId41" Type="http://schemas.openxmlformats.org/officeDocument/2006/relationships/tags" Target="../tags/tag1191.xml"/></Relationships>
</file>

<file path=ppt/slides/_rels/slide29.xml.rels><?xml version="1.0" encoding="UTF-8" standalone="yes"?>
<Relationships xmlns="http://schemas.openxmlformats.org/package/2006/relationships"><Relationship Id="rId13" Type="http://schemas.openxmlformats.org/officeDocument/2006/relationships/tags" Target="../tags/tag1206.xml"/><Relationship Id="rId18" Type="http://schemas.openxmlformats.org/officeDocument/2006/relationships/tags" Target="../tags/tag1211.xml"/><Relationship Id="rId26" Type="http://schemas.openxmlformats.org/officeDocument/2006/relationships/tags" Target="../tags/tag1219.xml"/><Relationship Id="rId39" Type="http://schemas.openxmlformats.org/officeDocument/2006/relationships/tags" Target="../tags/tag1232.xml"/><Relationship Id="rId21" Type="http://schemas.openxmlformats.org/officeDocument/2006/relationships/tags" Target="../tags/tag1214.xml"/><Relationship Id="rId34" Type="http://schemas.openxmlformats.org/officeDocument/2006/relationships/tags" Target="../tags/tag1227.xml"/><Relationship Id="rId42" Type="http://schemas.openxmlformats.org/officeDocument/2006/relationships/tags" Target="../tags/tag1235.xml"/><Relationship Id="rId47" Type="http://schemas.openxmlformats.org/officeDocument/2006/relationships/image" Target="../media/image21.png"/><Relationship Id="rId7" Type="http://schemas.openxmlformats.org/officeDocument/2006/relationships/tags" Target="../tags/tag1200.xml"/><Relationship Id="rId2" Type="http://schemas.openxmlformats.org/officeDocument/2006/relationships/tags" Target="../tags/tag1195.xml"/><Relationship Id="rId16" Type="http://schemas.openxmlformats.org/officeDocument/2006/relationships/tags" Target="../tags/tag1209.xml"/><Relationship Id="rId29" Type="http://schemas.openxmlformats.org/officeDocument/2006/relationships/tags" Target="../tags/tag1222.xml"/><Relationship Id="rId1" Type="http://schemas.openxmlformats.org/officeDocument/2006/relationships/tags" Target="../tags/tag1194.xml"/><Relationship Id="rId6" Type="http://schemas.openxmlformats.org/officeDocument/2006/relationships/tags" Target="../tags/tag1199.xml"/><Relationship Id="rId11" Type="http://schemas.openxmlformats.org/officeDocument/2006/relationships/tags" Target="../tags/tag1204.xml"/><Relationship Id="rId24" Type="http://schemas.openxmlformats.org/officeDocument/2006/relationships/tags" Target="../tags/tag1217.xml"/><Relationship Id="rId32" Type="http://schemas.openxmlformats.org/officeDocument/2006/relationships/tags" Target="../tags/tag1225.xml"/><Relationship Id="rId37" Type="http://schemas.openxmlformats.org/officeDocument/2006/relationships/tags" Target="../tags/tag1230.xml"/><Relationship Id="rId40" Type="http://schemas.openxmlformats.org/officeDocument/2006/relationships/tags" Target="../tags/tag1233.xml"/><Relationship Id="rId45" Type="http://schemas.openxmlformats.org/officeDocument/2006/relationships/notesSlide" Target="../notesSlides/notesSlide3.xml"/><Relationship Id="rId5" Type="http://schemas.openxmlformats.org/officeDocument/2006/relationships/tags" Target="../tags/tag1198.xml"/><Relationship Id="rId15" Type="http://schemas.openxmlformats.org/officeDocument/2006/relationships/tags" Target="../tags/tag1208.xml"/><Relationship Id="rId23" Type="http://schemas.openxmlformats.org/officeDocument/2006/relationships/tags" Target="../tags/tag1216.xml"/><Relationship Id="rId28" Type="http://schemas.openxmlformats.org/officeDocument/2006/relationships/tags" Target="../tags/tag1221.xml"/><Relationship Id="rId36" Type="http://schemas.openxmlformats.org/officeDocument/2006/relationships/tags" Target="../tags/tag1229.xml"/><Relationship Id="rId10" Type="http://schemas.openxmlformats.org/officeDocument/2006/relationships/tags" Target="../tags/tag1203.xml"/><Relationship Id="rId19" Type="http://schemas.openxmlformats.org/officeDocument/2006/relationships/tags" Target="../tags/tag1212.xml"/><Relationship Id="rId31" Type="http://schemas.openxmlformats.org/officeDocument/2006/relationships/tags" Target="../tags/tag1224.xml"/><Relationship Id="rId44" Type="http://schemas.openxmlformats.org/officeDocument/2006/relationships/slideLayout" Target="../slideLayouts/slideLayout2.xml"/><Relationship Id="rId4" Type="http://schemas.openxmlformats.org/officeDocument/2006/relationships/tags" Target="../tags/tag1197.xml"/><Relationship Id="rId9" Type="http://schemas.openxmlformats.org/officeDocument/2006/relationships/tags" Target="../tags/tag1202.xml"/><Relationship Id="rId14" Type="http://schemas.openxmlformats.org/officeDocument/2006/relationships/tags" Target="../tags/tag1207.xml"/><Relationship Id="rId22" Type="http://schemas.openxmlformats.org/officeDocument/2006/relationships/tags" Target="../tags/tag1215.xml"/><Relationship Id="rId27" Type="http://schemas.openxmlformats.org/officeDocument/2006/relationships/tags" Target="../tags/tag1220.xml"/><Relationship Id="rId30" Type="http://schemas.openxmlformats.org/officeDocument/2006/relationships/tags" Target="../tags/tag1223.xml"/><Relationship Id="rId35" Type="http://schemas.openxmlformats.org/officeDocument/2006/relationships/tags" Target="../tags/tag1228.xml"/><Relationship Id="rId43" Type="http://schemas.openxmlformats.org/officeDocument/2006/relationships/tags" Target="../tags/tag1236.xml"/><Relationship Id="rId8" Type="http://schemas.openxmlformats.org/officeDocument/2006/relationships/tags" Target="../tags/tag1201.xml"/><Relationship Id="rId3" Type="http://schemas.openxmlformats.org/officeDocument/2006/relationships/tags" Target="../tags/tag1196.xml"/><Relationship Id="rId12" Type="http://schemas.openxmlformats.org/officeDocument/2006/relationships/tags" Target="../tags/tag1205.xml"/><Relationship Id="rId17" Type="http://schemas.openxmlformats.org/officeDocument/2006/relationships/tags" Target="../tags/tag1210.xml"/><Relationship Id="rId25" Type="http://schemas.openxmlformats.org/officeDocument/2006/relationships/tags" Target="../tags/tag1218.xml"/><Relationship Id="rId33" Type="http://schemas.openxmlformats.org/officeDocument/2006/relationships/tags" Target="../tags/tag1226.xml"/><Relationship Id="rId38" Type="http://schemas.openxmlformats.org/officeDocument/2006/relationships/tags" Target="../tags/tag1231.xml"/><Relationship Id="rId46" Type="http://schemas.openxmlformats.org/officeDocument/2006/relationships/image" Target="../media/image20.png"/><Relationship Id="rId20" Type="http://schemas.openxmlformats.org/officeDocument/2006/relationships/tags" Target="../tags/tag1213.xml"/><Relationship Id="rId41" Type="http://schemas.openxmlformats.org/officeDocument/2006/relationships/tags" Target="../tags/tag1234.xml"/></Relationships>
</file>

<file path=ppt/slides/_rels/slide30.xml.rels><?xml version="1.0" encoding="UTF-8" standalone="yes"?>
<Relationships xmlns="http://schemas.openxmlformats.org/package/2006/relationships"><Relationship Id="rId13" Type="http://schemas.openxmlformats.org/officeDocument/2006/relationships/tags" Target="../tags/tag1249.xml"/><Relationship Id="rId18" Type="http://schemas.openxmlformats.org/officeDocument/2006/relationships/tags" Target="../tags/tag1254.xml"/><Relationship Id="rId26" Type="http://schemas.openxmlformats.org/officeDocument/2006/relationships/tags" Target="../tags/tag1262.xml"/><Relationship Id="rId39" Type="http://schemas.openxmlformats.org/officeDocument/2006/relationships/tags" Target="../tags/tag1275.xml"/><Relationship Id="rId21" Type="http://schemas.openxmlformats.org/officeDocument/2006/relationships/tags" Target="../tags/tag1257.xml"/><Relationship Id="rId34" Type="http://schemas.openxmlformats.org/officeDocument/2006/relationships/tags" Target="../tags/tag1270.xml"/><Relationship Id="rId42" Type="http://schemas.openxmlformats.org/officeDocument/2006/relationships/tags" Target="../tags/tag1278.xml"/><Relationship Id="rId7" Type="http://schemas.openxmlformats.org/officeDocument/2006/relationships/tags" Target="../tags/tag1243.xml"/><Relationship Id="rId2" Type="http://schemas.openxmlformats.org/officeDocument/2006/relationships/tags" Target="../tags/tag1238.xml"/><Relationship Id="rId16" Type="http://schemas.openxmlformats.org/officeDocument/2006/relationships/tags" Target="../tags/tag1252.xml"/><Relationship Id="rId29" Type="http://schemas.openxmlformats.org/officeDocument/2006/relationships/tags" Target="../tags/tag1265.xml"/><Relationship Id="rId1" Type="http://schemas.openxmlformats.org/officeDocument/2006/relationships/tags" Target="../tags/tag1237.xml"/><Relationship Id="rId6" Type="http://schemas.openxmlformats.org/officeDocument/2006/relationships/tags" Target="../tags/tag1242.xml"/><Relationship Id="rId11" Type="http://schemas.openxmlformats.org/officeDocument/2006/relationships/tags" Target="../tags/tag1247.xml"/><Relationship Id="rId24" Type="http://schemas.openxmlformats.org/officeDocument/2006/relationships/tags" Target="../tags/tag1260.xml"/><Relationship Id="rId32" Type="http://schemas.openxmlformats.org/officeDocument/2006/relationships/tags" Target="../tags/tag1268.xml"/><Relationship Id="rId37" Type="http://schemas.openxmlformats.org/officeDocument/2006/relationships/tags" Target="../tags/tag1273.xml"/><Relationship Id="rId40" Type="http://schemas.openxmlformats.org/officeDocument/2006/relationships/tags" Target="../tags/tag1276.xml"/><Relationship Id="rId45" Type="http://schemas.openxmlformats.org/officeDocument/2006/relationships/notesSlide" Target="../notesSlides/notesSlide4.xml"/><Relationship Id="rId5" Type="http://schemas.openxmlformats.org/officeDocument/2006/relationships/tags" Target="../tags/tag1241.xml"/><Relationship Id="rId15" Type="http://schemas.openxmlformats.org/officeDocument/2006/relationships/tags" Target="../tags/tag1251.xml"/><Relationship Id="rId23" Type="http://schemas.openxmlformats.org/officeDocument/2006/relationships/tags" Target="../tags/tag1259.xml"/><Relationship Id="rId28" Type="http://schemas.openxmlformats.org/officeDocument/2006/relationships/tags" Target="../tags/tag1264.xml"/><Relationship Id="rId36" Type="http://schemas.openxmlformats.org/officeDocument/2006/relationships/tags" Target="../tags/tag1272.xml"/><Relationship Id="rId10" Type="http://schemas.openxmlformats.org/officeDocument/2006/relationships/tags" Target="../tags/tag1246.xml"/><Relationship Id="rId19" Type="http://schemas.openxmlformats.org/officeDocument/2006/relationships/tags" Target="../tags/tag1255.xml"/><Relationship Id="rId31" Type="http://schemas.openxmlformats.org/officeDocument/2006/relationships/tags" Target="../tags/tag1267.xml"/><Relationship Id="rId44" Type="http://schemas.openxmlformats.org/officeDocument/2006/relationships/slideLayout" Target="../slideLayouts/slideLayout2.xml"/><Relationship Id="rId4" Type="http://schemas.openxmlformats.org/officeDocument/2006/relationships/tags" Target="../tags/tag1240.xml"/><Relationship Id="rId9" Type="http://schemas.openxmlformats.org/officeDocument/2006/relationships/tags" Target="../tags/tag1245.xml"/><Relationship Id="rId14" Type="http://schemas.openxmlformats.org/officeDocument/2006/relationships/tags" Target="../tags/tag1250.xml"/><Relationship Id="rId22" Type="http://schemas.openxmlformats.org/officeDocument/2006/relationships/tags" Target="../tags/tag1258.xml"/><Relationship Id="rId27" Type="http://schemas.openxmlformats.org/officeDocument/2006/relationships/tags" Target="../tags/tag1263.xml"/><Relationship Id="rId30" Type="http://schemas.openxmlformats.org/officeDocument/2006/relationships/tags" Target="../tags/tag1266.xml"/><Relationship Id="rId35" Type="http://schemas.openxmlformats.org/officeDocument/2006/relationships/tags" Target="../tags/tag1271.xml"/><Relationship Id="rId43" Type="http://schemas.openxmlformats.org/officeDocument/2006/relationships/tags" Target="../tags/tag1279.xml"/><Relationship Id="rId8" Type="http://schemas.openxmlformats.org/officeDocument/2006/relationships/tags" Target="../tags/tag1244.xml"/><Relationship Id="rId3" Type="http://schemas.openxmlformats.org/officeDocument/2006/relationships/tags" Target="../tags/tag1239.xml"/><Relationship Id="rId12" Type="http://schemas.openxmlformats.org/officeDocument/2006/relationships/tags" Target="../tags/tag1248.xml"/><Relationship Id="rId17" Type="http://schemas.openxmlformats.org/officeDocument/2006/relationships/tags" Target="../tags/tag1253.xml"/><Relationship Id="rId25" Type="http://schemas.openxmlformats.org/officeDocument/2006/relationships/tags" Target="../tags/tag1261.xml"/><Relationship Id="rId33" Type="http://schemas.openxmlformats.org/officeDocument/2006/relationships/tags" Target="../tags/tag1269.xml"/><Relationship Id="rId38" Type="http://schemas.openxmlformats.org/officeDocument/2006/relationships/tags" Target="../tags/tag1274.xml"/><Relationship Id="rId20" Type="http://schemas.openxmlformats.org/officeDocument/2006/relationships/tags" Target="../tags/tag1256.xml"/><Relationship Id="rId41" Type="http://schemas.openxmlformats.org/officeDocument/2006/relationships/tags" Target="../tags/tag1277.xml"/></Relationships>
</file>

<file path=ppt/slides/_rels/slide31.xml.rels><?xml version="1.0" encoding="UTF-8" standalone="yes"?>
<Relationships xmlns="http://schemas.openxmlformats.org/package/2006/relationships"><Relationship Id="rId13" Type="http://schemas.openxmlformats.org/officeDocument/2006/relationships/tags" Target="../tags/tag1292.xml"/><Relationship Id="rId18" Type="http://schemas.openxmlformats.org/officeDocument/2006/relationships/tags" Target="../tags/tag1297.xml"/><Relationship Id="rId26" Type="http://schemas.openxmlformats.org/officeDocument/2006/relationships/tags" Target="../tags/tag1305.xml"/><Relationship Id="rId39" Type="http://schemas.openxmlformats.org/officeDocument/2006/relationships/tags" Target="../tags/tag1318.xml"/><Relationship Id="rId21" Type="http://schemas.openxmlformats.org/officeDocument/2006/relationships/tags" Target="../tags/tag1300.xml"/><Relationship Id="rId34" Type="http://schemas.openxmlformats.org/officeDocument/2006/relationships/tags" Target="../tags/tag1313.xml"/><Relationship Id="rId42" Type="http://schemas.openxmlformats.org/officeDocument/2006/relationships/tags" Target="../tags/tag1321.xml"/><Relationship Id="rId7" Type="http://schemas.openxmlformats.org/officeDocument/2006/relationships/tags" Target="../tags/tag1286.xml"/><Relationship Id="rId2" Type="http://schemas.openxmlformats.org/officeDocument/2006/relationships/tags" Target="../tags/tag1281.xml"/><Relationship Id="rId16" Type="http://schemas.openxmlformats.org/officeDocument/2006/relationships/tags" Target="../tags/tag1295.xml"/><Relationship Id="rId29" Type="http://schemas.openxmlformats.org/officeDocument/2006/relationships/tags" Target="../tags/tag1308.xml"/><Relationship Id="rId1" Type="http://schemas.openxmlformats.org/officeDocument/2006/relationships/tags" Target="../tags/tag1280.xml"/><Relationship Id="rId6" Type="http://schemas.openxmlformats.org/officeDocument/2006/relationships/tags" Target="../tags/tag1285.xml"/><Relationship Id="rId11" Type="http://schemas.openxmlformats.org/officeDocument/2006/relationships/tags" Target="../tags/tag1290.xml"/><Relationship Id="rId24" Type="http://schemas.openxmlformats.org/officeDocument/2006/relationships/tags" Target="../tags/tag1303.xml"/><Relationship Id="rId32" Type="http://schemas.openxmlformats.org/officeDocument/2006/relationships/tags" Target="../tags/tag1311.xml"/><Relationship Id="rId37" Type="http://schemas.openxmlformats.org/officeDocument/2006/relationships/tags" Target="../tags/tag1316.xml"/><Relationship Id="rId40" Type="http://schemas.openxmlformats.org/officeDocument/2006/relationships/tags" Target="../tags/tag1319.xml"/><Relationship Id="rId45" Type="http://schemas.openxmlformats.org/officeDocument/2006/relationships/notesSlide" Target="../notesSlides/notesSlide5.xml"/><Relationship Id="rId5" Type="http://schemas.openxmlformats.org/officeDocument/2006/relationships/tags" Target="../tags/tag1284.xml"/><Relationship Id="rId15" Type="http://schemas.openxmlformats.org/officeDocument/2006/relationships/tags" Target="../tags/tag1294.xml"/><Relationship Id="rId23" Type="http://schemas.openxmlformats.org/officeDocument/2006/relationships/tags" Target="../tags/tag1302.xml"/><Relationship Id="rId28" Type="http://schemas.openxmlformats.org/officeDocument/2006/relationships/tags" Target="../tags/tag1307.xml"/><Relationship Id="rId36" Type="http://schemas.openxmlformats.org/officeDocument/2006/relationships/tags" Target="../tags/tag1315.xml"/><Relationship Id="rId10" Type="http://schemas.openxmlformats.org/officeDocument/2006/relationships/tags" Target="../tags/tag1289.xml"/><Relationship Id="rId19" Type="http://schemas.openxmlformats.org/officeDocument/2006/relationships/tags" Target="../tags/tag1298.xml"/><Relationship Id="rId31" Type="http://schemas.openxmlformats.org/officeDocument/2006/relationships/tags" Target="../tags/tag1310.xml"/><Relationship Id="rId44" Type="http://schemas.openxmlformats.org/officeDocument/2006/relationships/slideLayout" Target="../slideLayouts/slideLayout2.xml"/><Relationship Id="rId4" Type="http://schemas.openxmlformats.org/officeDocument/2006/relationships/tags" Target="../tags/tag1283.xml"/><Relationship Id="rId9" Type="http://schemas.openxmlformats.org/officeDocument/2006/relationships/tags" Target="../tags/tag1288.xml"/><Relationship Id="rId14" Type="http://schemas.openxmlformats.org/officeDocument/2006/relationships/tags" Target="../tags/tag1293.xml"/><Relationship Id="rId22" Type="http://schemas.openxmlformats.org/officeDocument/2006/relationships/tags" Target="../tags/tag1301.xml"/><Relationship Id="rId27" Type="http://schemas.openxmlformats.org/officeDocument/2006/relationships/tags" Target="../tags/tag1306.xml"/><Relationship Id="rId30" Type="http://schemas.openxmlformats.org/officeDocument/2006/relationships/tags" Target="../tags/tag1309.xml"/><Relationship Id="rId35" Type="http://schemas.openxmlformats.org/officeDocument/2006/relationships/tags" Target="../tags/tag1314.xml"/><Relationship Id="rId43" Type="http://schemas.openxmlformats.org/officeDocument/2006/relationships/tags" Target="../tags/tag1322.xml"/><Relationship Id="rId8" Type="http://schemas.openxmlformats.org/officeDocument/2006/relationships/tags" Target="../tags/tag1287.xml"/><Relationship Id="rId3" Type="http://schemas.openxmlformats.org/officeDocument/2006/relationships/tags" Target="../tags/tag1282.xml"/><Relationship Id="rId12" Type="http://schemas.openxmlformats.org/officeDocument/2006/relationships/tags" Target="../tags/tag1291.xml"/><Relationship Id="rId17" Type="http://schemas.openxmlformats.org/officeDocument/2006/relationships/tags" Target="../tags/tag1296.xml"/><Relationship Id="rId25" Type="http://schemas.openxmlformats.org/officeDocument/2006/relationships/tags" Target="../tags/tag1304.xml"/><Relationship Id="rId33" Type="http://schemas.openxmlformats.org/officeDocument/2006/relationships/tags" Target="../tags/tag1312.xml"/><Relationship Id="rId38" Type="http://schemas.openxmlformats.org/officeDocument/2006/relationships/tags" Target="../tags/tag1317.xml"/><Relationship Id="rId20" Type="http://schemas.openxmlformats.org/officeDocument/2006/relationships/tags" Target="../tags/tag1299.xml"/><Relationship Id="rId41" Type="http://schemas.openxmlformats.org/officeDocument/2006/relationships/tags" Target="../tags/tag1320.xml"/></Relationships>
</file>

<file path=ppt/slides/_rels/slide32.xml.rels><?xml version="1.0" encoding="UTF-8" standalone="yes"?>
<Relationships xmlns="http://schemas.openxmlformats.org/package/2006/relationships"><Relationship Id="rId13" Type="http://schemas.openxmlformats.org/officeDocument/2006/relationships/tags" Target="../tags/tag1335.xml"/><Relationship Id="rId18" Type="http://schemas.openxmlformats.org/officeDocument/2006/relationships/tags" Target="../tags/tag1340.xml"/><Relationship Id="rId26" Type="http://schemas.openxmlformats.org/officeDocument/2006/relationships/tags" Target="../tags/tag1348.xml"/><Relationship Id="rId39" Type="http://schemas.openxmlformats.org/officeDocument/2006/relationships/tags" Target="../tags/tag1361.xml"/><Relationship Id="rId21" Type="http://schemas.openxmlformats.org/officeDocument/2006/relationships/tags" Target="../tags/tag1343.xml"/><Relationship Id="rId34" Type="http://schemas.openxmlformats.org/officeDocument/2006/relationships/tags" Target="../tags/tag1356.xml"/><Relationship Id="rId42" Type="http://schemas.openxmlformats.org/officeDocument/2006/relationships/tags" Target="../tags/tag1364.xml"/><Relationship Id="rId47" Type="http://schemas.openxmlformats.org/officeDocument/2006/relationships/image" Target="../media/image22.png"/><Relationship Id="rId7" Type="http://schemas.openxmlformats.org/officeDocument/2006/relationships/tags" Target="../tags/tag1329.xml"/><Relationship Id="rId2" Type="http://schemas.openxmlformats.org/officeDocument/2006/relationships/tags" Target="../tags/tag1324.xml"/><Relationship Id="rId16" Type="http://schemas.openxmlformats.org/officeDocument/2006/relationships/tags" Target="../tags/tag1338.xml"/><Relationship Id="rId29" Type="http://schemas.openxmlformats.org/officeDocument/2006/relationships/tags" Target="../tags/tag1351.xml"/><Relationship Id="rId1" Type="http://schemas.openxmlformats.org/officeDocument/2006/relationships/tags" Target="../tags/tag1323.xml"/><Relationship Id="rId6" Type="http://schemas.openxmlformats.org/officeDocument/2006/relationships/tags" Target="../tags/tag1328.xml"/><Relationship Id="rId11" Type="http://schemas.openxmlformats.org/officeDocument/2006/relationships/tags" Target="../tags/tag1333.xml"/><Relationship Id="rId24" Type="http://schemas.openxmlformats.org/officeDocument/2006/relationships/tags" Target="../tags/tag1346.xml"/><Relationship Id="rId32" Type="http://schemas.openxmlformats.org/officeDocument/2006/relationships/tags" Target="../tags/tag1354.xml"/><Relationship Id="rId37" Type="http://schemas.openxmlformats.org/officeDocument/2006/relationships/tags" Target="../tags/tag1359.xml"/><Relationship Id="rId40" Type="http://schemas.openxmlformats.org/officeDocument/2006/relationships/tags" Target="../tags/tag1362.xml"/><Relationship Id="rId45" Type="http://schemas.openxmlformats.org/officeDocument/2006/relationships/notesSlide" Target="../notesSlides/notesSlide6.xml"/><Relationship Id="rId5" Type="http://schemas.openxmlformats.org/officeDocument/2006/relationships/tags" Target="../tags/tag1327.xml"/><Relationship Id="rId15" Type="http://schemas.openxmlformats.org/officeDocument/2006/relationships/tags" Target="../tags/tag1337.xml"/><Relationship Id="rId23" Type="http://schemas.openxmlformats.org/officeDocument/2006/relationships/tags" Target="../tags/tag1345.xml"/><Relationship Id="rId28" Type="http://schemas.openxmlformats.org/officeDocument/2006/relationships/tags" Target="../tags/tag1350.xml"/><Relationship Id="rId36" Type="http://schemas.openxmlformats.org/officeDocument/2006/relationships/tags" Target="../tags/tag1358.xml"/><Relationship Id="rId10" Type="http://schemas.openxmlformats.org/officeDocument/2006/relationships/tags" Target="../tags/tag1332.xml"/><Relationship Id="rId19" Type="http://schemas.openxmlformats.org/officeDocument/2006/relationships/tags" Target="../tags/tag1341.xml"/><Relationship Id="rId31" Type="http://schemas.openxmlformats.org/officeDocument/2006/relationships/tags" Target="../tags/tag1353.xml"/><Relationship Id="rId44" Type="http://schemas.openxmlformats.org/officeDocument/2006/relationships/slideLayout" Target="../slideLayouts/slideLayout2.xml"/><Relationship Id="rId4" Type="http://schemas.openxmlformats.org/officeDocument/2006/relationships/tags" Target="../tags/tag1326.xml"/><Relationship Id="rId9" Type="http://schemas.openxmlformats.org/officeDocument/2006/relationships/tags" Target="../tags/tag1331.xml"/><Relationship Id="rId14" Type="http://schemas.openxmlformats.org/officeDocument/2006/relationships/tags" Target="../tags/tag1336.xml"/><Relationship Id="rId22" Type="http://schemas.openxmlformats.org/officeDocument/2006/relationships/tags" Target="../tags/tag1344.xml"/><Relationship Id="rId27" Type="http://schemas.openxmlformats.org/officeDocument/2006/relationships/tags" Target="../tags/tag1349.xml"/><Relationship Id="rId30" Type="http://schemas.openxmlformats.org/officeDocument/2006/relationships/tags" Target="../tags/tag1352.xml"/><Relationship Id="rId35" Type="http://schemas.openxmlformats.org/officeDocument/2006/relationships/tags" Target="../tags/tag1357.xml"/><Relationship Id="rId43" Type="http://schemas.openxmlformats.org/officeDocument/2006/relationships/tags" Target="../tags/tag1365.xml"/><Relationship Id="rId8" Type="http://schemas.openxmlformats.org/officeDocument/2006/relationships/tags" Target="../tags/tag1330.xml"/><Relationship Id="rId3" Type="http://schemas.openxmlformats.org/officeDocument/2006/relationships/tags" Target="../tags/tag1325.xml"/><Relationship Id="rId12" Type="http://schemas.openxmlformats.org/officeDocument/2006/relationships/tags" Target="../tags/tag1334.xml"/><Relationship Id="rId17" Type="http://schemas.openxmlformats.org/officeDocument/2006/relationships/tags" Target="../tags/tag1339.xml"/><Relationship Id="rId25" Type="http://schemas.openxmlformats.org/officeDocument/2006/relationships/tags" Target="../tags/tag1347.xml"/><Relationship Id="rId33" Type="http://schemas.openxmlformats.org/officeDocument/2006/relationships/tags" Target="../tags/tag1355.xml"/><Relationship Id="rId38" Type="http://schemas.openxmlformats.org/officeDocument/2006/relationships/tags" Target="../tags/tag1360.xml"/><Relationship Id="rId46" Type="http://schemas.openxmlformats.org/officeDocument/2006/relationships/image" Target="../media/image20.png"/><Relationship Id="rId20" Type="http://schemas.openxmlformats.org/officeDocument/2006/relationships/tags" Target="../tags/tag1342.xml"/><Relationship Id="rId41" Type="http://schemas.openxmlformats.org/officeDocument/2006/relationships/tags" Target="../tags/tag1363.xml"/></Relationships>
</file>

<file path=ppt/slides/_rels/slide33.xml.rels><?xml version="1.0" encoding="UTF-8" standalone="yes"?>
<Relationships xmlns="http://schemas.openxmlformats.org/package/2006/relationships"><Relationship Id="rId13" Type="http://schemas.openxmlformats.org/officeDocument/2006/relationships/tags" Target="../tags/tag1378.xml"/><Relationship Id="rId18" Type="http://schemas.openxmlformats.org/officeDocument/2006/relationships/tags" Target="../tags/tag1383.xml"/><Relationship Id="rId26" Type="http://schemas.openxmlformats.org/officeDocument/2006/relationships/tags" Target="../tags/tag1391.xml"/><Relationship Id="rId39" Type="http://schemas.openxmlformats.org/officeDocument/2006/relationships/tags" Target="../tags/tag1404.xml"/><Relationship Id="rId21" Type="http://schemas.openxmlformats.org/officeDocument/2006/relationships/tags" Target="../tags/tag1386.xml"/><Relationship Id="rId34" Type="http://schemas.openxmlformats.org/officeDocument/2006/relationships/tags" Target="../tags/tag1399.xml"/><Relationship Id="rId42" Type="http://schemas.openxmlformats.org/officeDocument/2006/relationships/tags" Target="../tags/tag1407.xml"/><Relationship Id="rId47" Type="http://schemas.openxmlformats.org/officeDocument/2006/relationships/image" Target="../media/image23.png"/><Relationship Id="rId7" Type="http://schemas.openxmlformats.org/officeDocument/2006/relationships/tags" Target="../tags/tag1372.xml"/><Relationship Id="rId2" Type="http://schemas.openxmlformats.org/officeDocument/2006/relationships/tags" Target="../tags/tag1367.xml"/><Relationship Id="rId16" Type="http://schemas.openxmlformats.org/officeDocument/2006/relationships/tags" Target="../tags/tag1381.xml"/><Relationship Id="rId29" Type="http://schemas.openxmlformats.org/officeDocument/2006/relationships/tags" Target="../tags/tag1394.xml"/><Relationship Id="rId1" Type="http://schemas.openxmlformats.org/officeDocument/2006/relationships/tags" Target="../tags/tag1366.xml"/><Relationship Id="rId6" Type="http://schemas.openxmlformats.org/officeDocument/2006/relationships/tags" Target="../tags/tag1371.xml"/><Relationship Id="rId11" Type="http://schemas.openxmlformats.org/officeDocument/2006/relationships/tags" Target="../tags/tag1376.xml"/><Relationship Id="rId24" Type="http://schemas.openxmlformats.org/officeDocument/2006/relationships/tags" Target="../tags/tag1389.xml"/><Relationship Id="rId32" Type="http://schemas.openxmlformats.org/officeDocument/2006/relationships/tags" Target="../tags/tag1397.xml"/><Relationship Id="rId37" Type="http://schemas.openxmlformats.org/officeDocument/2006/relationships/tags" Target="../tags/tag1402.xml"/><Relationship Id="rId40" Type="http://schemas.openxmlformats.org/officeDocument/2006/relationships/tags" Target="../tags/tag1405.xml"/><Relationship Id="rId45" Type="http://schemas.openxmlformats.org/officeDocument/2006/relationships/slideLayout" Target="../slideLayouts/slideLayout2.xml"/><Relationship Id="rId5" Type="http://schemas.openxmlformats.org/officeDocument/2006/relationships/tags" Target="../tags/tag1370.xml"/><Relationship Id="rId15" Type="http://schemas.openxmlformats.org/officeDocument/2006/relationships/tags" Target="../tags/tag1380.xml"/><Relationship Id="rId23" Type="http://schemas.openxmlformats.org/officeDocument/2006/relationships/tags" Target="../tags/tag1388.xml"/><Relationship Id="rId28" Type="http://schemas.openxmlformats.org/officeDocument/2006/relationships/tags" Target="../tags/tag1393.xml"/><Relationship Id="rId36" Type="http://schemas.openxmlformats.org/officeDocument/2006/relationships/tags" Target="../tags/tag1401.xml"/><Relationship Id="rId10" Type="http://schemas.openxmlformats.org/officeDocument/2006/relationships/tags" Target="../tags/tag1375.xml"/><Relationship Id="rId19" Type="http://schemas.openxmlformats.org/officeDocument/2006/relationships/tags" Target="../tags/tag1384.xml"/><Relationship Id="rId31" Type="http://schemas.openxmlformats.org/officeDocument/2006/relationships/tags" Target="../tags/tag1396.xml"/><Relationship Id="rId44" Type="http://schemas.openxmlformats.org/officeDocument/2006/relationships/tags" Target="../tags/tag1409.xml"/><Relationship Id="rId4" Type="http://schemas.openxmlformats.org/officeDocument/2006/relationships/tags" Target="../tags/tag1369.xml"/><Relationship Id="rId9" Type="http://schemas.openxmlformats.org/officeDocument/2006/relationships/tags" Target="../tags/tag1374.xml"/><Relationship Id="rId14" Type="http://schemas.openxmlformats.org/officeDocument/2006/relationships/tags" Target="../tags/tag1379.xml"/><Relationship Id="rId22" Type="http://schemas.openxmlformats.org/officeDocument/2006/relationships/tags" Target="../tags/tag1387.xml"/><Relationship Id="rId27" Type="http://schemas.openxmlformats.org/officeDocument/2006/relationships/tags" Target="../tags/tag1392.xml"/><Relationship Id="rId30" Type="http://schemas.openxmlformats.org/officeDocument/2006/relationships/tags" Target="../tags/tag1395.xml"/><Relationship Id="rId35" Type="http://schemas.openxmlformats.org/officeDocument/2006/relationships/tags" Target="../tags/tag1400.xml"/><Relationship Id="rId43" Type="http://schemas.openxmlformats.org/officeDocument/2006/relationships/tags" Target="../tags/tag1408.xml"/><Relationship Id="rId8" Type="http://schemas.openxmlformats.org/officeDocument/2006/relationships/tags" Target="../tags/tag1373.xml"/><Relationship Id="rId3" Type="http://schemas.openxmlformats.org/officeDocument/2006/relationships/tags" Target="../tags/tag1368.xml"/><Relationship Id="rId12" Type="http://schemas.openxmlformats.org/officeDocument/2006/relationships/tags" Target="../tags/tag1377.xml"/><Relationship Id="rId17" Type="http://schemas.openxmlformats.org/officeDocument/2006/relationships/tags" Target="../tags/tag1382.xml"/><Relationship Id="rId25" Type="http://schemas.openxmlformats.org/officeDocument/2006/relationships/tags" Target="../tags/tag1390.xml"/><Relationship Id="rId33" Type="http://schemas.openxmlformats.org/officeDocument/2006/relationships/tags" Target="../tags/tag1398.xml"/><Relationship Id="rId38" Type="http://schemas.openxmlformats.org/officeDocument/2006/relationships/tags" Target="../tags/tag1403.xml"/><Relationship Id="rId46" Type="http://schemas.openxmlformats.org/officeDocument/2006/relationships/notesSlide" Target="../notesSlides/notesSlide7.xml"/><Relationship Id="rId20" Type="http://schemas.openxmlformats.org/officeDocument/2006/relationships/tags" Target="../tags/tag1385.xml"/><Relationship Id="rId41" Type="http://schemas.openxmlformats.org/officeDocument/2006/relationships/tags" Target="../tags/tag1406.xml"/></Relationships>
</file>

<file path=ppt/slides/_rels/slide34.xml.rels><?xml version="1.0" encoding="UTF-8" standalone="yes"?>
<Relationships xmlns="http://schemas.openxmlformats.org/package/2006/relationships"><Relationship Id="rId13" Type="http://schemas.openxmlformats.org/officeDocument/2006/relationships/tags" Target="../tags/tag1422.xml"/><Relationship Id="rId18" Type="http://schemas.openxmlformats.org/officeDocument/2006/relationships/tags" Target="../tags/tag1427.xml"/><Relationship Id="rId26" Type="http://schemas.openxmlformats.org/officeDocument/2006/relationships/tags" Target="../tags/tag1435.xml"/><Relationship Id="rId39" Type="http://schemas.openxmlformats.org/officeDocument/2006/relationships/tags" Target="../tags/tag1448.xml"/><Relationship Id="rId21" Type="http://schemas.openxmlformats.org/officeDocument/2006/relationships/tags" Target="../tags/tag1430.xml"/><Relationship Id="rId34" Type="http://schemas.openxmlformats.org/officeDocument/2006/relationships/tags" Target="../tags/tag1443.xml"/><Relationship Id="rId42" Type="http://schemas.openxmlformats.org/officeDocument/2006/relationships/notesSlide" Target="../notesSlides/notesSlide8.xml"/><Relationship Id="rId7" Type="http://schemas.openxmlformats.org/officeDocument/2006/relationships/tags" Target="../tags/tag1416.xml"/><Relationship Id="rId2" Type="http://schemas.openxmlformats.org/officeDocument/2006/relationships/tags" Target="../tags/tag1411.xml"/><Relationship Id="rId16" Type="http://schemas.openxmlformats.org/officeDocument/2006/relationships/tags" Target="../tags/tag1425.xml"/><Relationship Id="rId20" Type="http://schemas.openxmlformats.org/officeDocument/2006/relationships/tags" Target="../tags/tag1429.xml"/><Relationship Id="rId29" Type="http://schemas.openxmlformats.org/officeDocument/2006/relationships/tags" Target="../tags/tag1438.xml"/><Relationship Id="rId41" Type="http://schemas.openxmlformats.org/officeDocument/2006/relationships/slideLayout" Target="../slideLayouts/slideLayout2.xml"/><Relationship Id="rId1" Type="http://schemas.openxmlformats.org/officeDocument/2006/relationships/tags" Target="../tags/tag1410.xml"/><Relationship Id="rId6" Type="http://schemas.openxmlformats.org/officeDocument/2006/relationships/tags" Target="../tags/tag1415.xml"/><Relationship Id="rId11" Type="http://schemas.openxmlformats.org/officeDocument/2006/relationships/tags" Target="../tags/tag1420.xml"/><Relationship Id="rId24" Type="http://schemas.openxmlformats.org/officeDocument/2006/relationships/tags" Target="../tags/tag1433.xml"/><Relationship Id="rId32" Type="http://schemas.openxmlformats.org/officeDocument/2006/relationships/tags" Target="../tags/tag1441.xml"/><Relationship Id="rId37" Type="http://schemas.openxmlformats.org/officeDocument/2006/relationships/tags" Target="../tags/tag1446.xml"/><Relationship Id="rId40" Type="http://schemas.openxmlformats.org/officeDocument/2006/relationships/tags" Target="../tags/tag1449.xml"/><Relationship Id="rId5" Type="http://schemas.openxmlformats.org/officeDocument/2006/relationships/tags" Target="../tags/tag1414.xml"/><Relationship Id="rId15" Type="http://schemas.openxmlformats.org/officeDocument/2006/relationships/tags" Target="../tags/tag1424.xml"/><Relationship Id="rId23" Type="http://schemas.openxmlformats.org/officeDocument/2006/relationships/tags" Target="../tags/tag1432.xml"/><Relationship Id="rId28" Type="http://schemas.openxmlformats.org/officeDocument/2006/relationships/tags" Target="../tags/tag1437.xml"/><Relationship Id="rId36" Type="http://schemas.openxmlformats.org/officeDocument/2006/relationships/tags" Target="../tags/tag1445.xml"/><Relationship Id="rId10" Type="http://schemas.openxmlformats.org/officeDocument/2006/relationships/tags" Target="../tags/tag1419.xml"/><Relationship Id="rId19" Type="http://schemas.openxmlformats.org/officeDocument/2006/relationships/tags" Target="../tags/tag1428.xml"/><Relationship Id="rId31" Type="http://schemas.openxmlformats.org/officeDocument/2006/relationships/tags" Target="../tags/tag1440.xml"/><Relationship Id="rId4" Type="http://schemas.openxmlformats.org/officeDocument/2006/relationships/tags" Target="../tags/tag1413.xml"/><Relationship Id="rId9" Type="http://schemas.openxmlformats.org/officeDocument/2006/relationships/tags" Target="../tags/tag1418.xml"/><Relationship Id="rId14" Type="http://schemas.openxmlformats.org/officeDocument/2006/relationships/tags" Target="../tags/tag1423.xml"/><Relationship Id="rId22" Type="http://schemas.openxmlformats.org/officeDocument/2006/relationships/tags" Target="../tags/tag1431.xml"/><Relationship Id="rId27" Type="http://schemas.openxmlformats.org/officeDocument/2006/relationships/tags" Target="../tags/tag1436.xml"/><Relationship Id="rId30" Type="http://schemas.openxmlformats.org/officeDocument/2006/relationships/tags" Target="../tags/tag1439.xml"/><Relationship Id="rId35" Type="http://schemas.openxmlformats.org/officeDocument/2006/relationships/tags" Target="../tags/tag1444.xml"/><Relationship Id="rId43" Type="http://schemas.openxmlformats.org/officeDocument/2006/relationships/image" Target="../media/image24.png"/><Relationship Id="rId8" Type="http://schemas.openxmlformats.org/officeDocument/2006/relationships/tags" Target="../tags/tag1417.xml"/><Relationship Id="rId3" Type="http://schemas.openxmlformats.org/officeDocument/2006/relationships/tags" Target="../tags/tag1412.xml"/><Relationship Id="rId12" Type="http://schemas.openxmlformats.org/officeDocument/2006/relationships/tags" Target="../tags/tag1421.xml"/><Relationship Id="rId17" Type="http://schemas.openxmlformats.org/officeDocument/2006/relationships/tags" Target="../tags/tag1426.xml"/><Relationship Id="rId25" Type="http://schemas.openxmlformats.org/officeDocument/2006/relationships/tags" Target="../tags/tag1434.xml"/><Relationship Id="rId33" Type="http://schemas.openxmlformats.org/officeDocument/2006/relationships/tags" Target="../tags/tag1442.xml"/><Relationship Id="rId38" Type="http://schemas.openxmlformats.org/officeDocument/2006/relationships/tags" Target="../tags/tag1447.xml"/></Relationships>
</file>

<file path=ppt/slides/_rels/slide35.xml.rels><?xml version="1.0" encoding="UTF-8" standalone="yes"?>
<Relationships xmlns="http://schemas.openxmlformats.org/package/2006/relationships"><Relationship Id="rId26" Type="http://schemas.openxmlformats.org/officeDocument/2006/relationships/tags" Target="../tags/tag1475.xml"/><Relationship Id="rId21" Type="http://schemas.openxmlformats.org/officeDocument/2006/relationships/tags" Target="../tags/tag1470.xml"/><Relationship Id="rId42" Type="http://schemas.openxmlformats.org/officeDocument/2006/relationships/tags" Target="../tags/tag1491.xml"/><Relationship Id="rId47" Type="http://schemas.openxmlformats.org/officeDocument/2006/relationships/tags" Target="../tags/tag1496.xml"/><Relationship Id="rId63" Type="http://schemas.openxmlformats.org/officeDocument/2006/relationships/tags" Target="../tags/tag1512.xml"/><Relationship Id="rId68" Type="http://schemas.openxmlformats.org/officeDocument/2006/relationships/tags" Target="../tags/tag1517.xml"/><Relationship Id="rId84" Type="http://schemas.openxmlformats.org/officeDocument/2006/relationships/tags" Target="../tags/tag1533.xml"/><Relationship Id="rId16" Type="http://schemas.openxmlformats.org/officeDocument/2006/relationships/tags" Target="../tags/tag1465.xml"/><Relationship Id="rId11" Type="http://schemas.openxmlformats.org/officeDocument/2006/relationships/tags" Target="../tags/tag1460.xml"/><Relationship Id="rId32" Type="http://schemas.openxmlformats.org/officeDocument/2006/relationships/tags" Target="../tags/tag1481.xml"/><Relationship Id="rId37" Type="http://schemas.openxmlformats.org/officeDocument/2006/relationships/tags" Target="../tags/tag1486.xml"/><Relationship Id="rId53" Type="http://schemas.openxmlformats.org/officeDocument/2006/relationships/tags" Target="../tags/tag1502.xml"/><Relationship Id="rId58" Type="http://schemas.openxmlformats.org/officeDocument/2006/relationships/tags" Target="../tags/tag1507.xml"/><Relationship Id="rId74" Type="http://schemas.openxmlformats.org/officeDocument/2006/relationships/tags" Target="../tags/tag1523.xml"/><Relationship Id="rId79" Type="http://schemas.openxmlformats.org/officeDocument/2006/relationships/tags" Target="../tags/tag1528.xml"/><Relationship Id="rId5" Type="http://schemas.openxmlformats.org/officeDocument/2006/relationships/tags" Target="../tags/tag1454.xml"/><Relationship Id="rId19" Type="http://schemas.openxmlformats.org/officeDocument/2006/relationships/tags" Target="../tags/tag1468.xml"/><Relationship Id="rId14" Type="http://schemas.openxmlformats.org/officeDocument/2006/relationships/tags" Target="../tags/tag1463.xml"/><Relationship Id="rId22" Type="http://schemas.openxmlformats.org/officeDocument/2006/relationships/tags" Target="../tags/tag1471.xml"/><Relationship Id="rId27" Type="http://schemas.openxmlformats.org/officeDocument/2006/relationships/tags" Target="../tags/tag1476.xml"/><Relationship Id="rId30" Type="http://schemas.openxmlformats.org/officeDocument/2006/relationships/tags" Target="../tags/tag1479.xml"/><Relationship Id="rId35" Type="http://schemas.openxmlformats.org/officeDocument/2006/relationships/tags" Target="../tags/tag1484.xml"/><Relationship Id="rId43" Type="http://schemas.openxmlformats.org/officeDocument/2006/relationships/tags" Target="../tags/tag1492.xml"/><Relationship Id="rId48" Type="http://schemas.openxmlformats.org/officeDocument/2006/relationships/tags" Target="../tags/tag1497.xml"/><Relationship Id="rId56" Type="http://schemas.openxmlformats.org/officeDocument/2006/relationships/tags" Target="../tags/tag1505.xml"/><Relationship Id="rId64" Type="http://schemas.openxmlformats.org/officeDocument/2006/relationships/tags" Target="../tags/tag1513.xml"/><Relationship Id="rId69" Type="http://schemas.openxmlformats.org/officeDocument/2006/relationships/tags" Target="../tags/tag1518.xml"/><Relationship Id="rId77" Type="http://schemas.openxmlformats.org/officeDocument/2006/relationships/tags" Target="../tags/tag1526.xml"/><Relationship Id="rId8" Type="http://schemas.openxmlformats.org/officeDocument/2006/relationships/tags" Target="../tags/tag1457.xml"/><Relationship Id="rId51" Type="http://schemas.openxmlformats.org/officeDocument/2006/relationships/tags" Target="../tags/tag1500.xml"/><Relationship Id="rId72" Type="http://schemas.openxmlformats.org/officeDocument/2006/relationships/tags" Target="../tags/tag1521.xml"/><Relationship Id="rId80" Type="http://schemas.openxmlformats.org/officeDocument/2006/relationships/tags" Target="../tags/tag1529.xml"/><Relationship Id="rId85" Type="http://schemas.openxmlformats.org/officeDocument/2006/relationships/tags" Target="../tags/tag1534.xml"/><Relationship Id="rId3" Type="http://schemas.openxmlformats.org/officeDocument/2006/relationships/tags" Target="../tags/tag1452.xml"/><Relationship Id="rId12" Type="http://schemas.openxmlformats.org/officeDocument/2006/relationships/tags" Target="../tags/tag1461.xml"/><Relationship Id="rId17" Type="http://schemas.openxmlformats.org/officeDocument/2006/relationships/tags" Target="../tags/tag1466.xml"/><Relationship Id="rId25" Type="http://schemas.openxmlformats.org/officeDocument/2006/relationships/tags" Target="../tags/tag1474.xml"/><Relationship Id="rId33" Type="http://schemas.openxmlformats.org/officeDocument/2006/relationships/tags" Target="../tags/tag1482.xml"/><Relationship Id="rId38" Type="http://schemas.openxmlformats.org/officeDocument/2006/relationships/tags" Target="../tags/tag1487.xml"/><Relationship Id="rId46" Type="http://schemas.openxmlformats.org/officeDocument/2006/relationships/tags" Target="../tags/tag1495.xml"/><Relationship Id="rId59" Type="http://schemas.openxmlformats.org/officeDocument/2006/relationships/tags" Target="../tags/tag1508.xml"/><Relationship Id="rId67" Type="http://schemas.openxmlformats.org/officeDocument/2006/relationships/tags" Target="../tags/tag1516.xml"/><Relationship Id="rId20" Type="http://schemas.openxmlformats.org/officeDocument/2006/relationships/tags" Target="../tags/tag1469.xml"/><Relationship Id="rId41" Type="http://schemas.openxmlformats.org/officeDocument/2006/relationships/tags" Target="../tags/tag1490.xml"/><Relationship Id="rId54" Type="http://schemas.openxmlformats.org/officeDocument/2006/relationships/tags" Target="../tags/tag1503.xml"/><Relationship Id="rId62" Type="http://schemas.openxmlformats.org/officeDocument/2006/relationships/tags" Target="../tags/tag1511.xml"/><Relationship Id="rId70" Type="http://schemas.openxmlformats.org/officeDocument/2006/relationships/tags" Target="../tags/tag1519.xml"/><Relationship Id="rId75" Type="http://schemas.openxmlformats.org/officeDocument/2006/relationships/tags" Target="../tags/tag1524.xml"/><Relationship Id="rId83" Type="http://schemas.openxmlformats.org/officeDocument/2006/relationships/tags" Target="../tags/tag1532.xml"/><Relationship Id="rId1" Type="http://schemas.openxmlformats.org/officeDocument/2006/relationships/tags" Target="../tags/tag1450.xml"/><Relationship Id="rId6" Type="http://schemas.openxmlformats.org/officeDocument/2006/relationships/tags" Target="../tags/tag1455.xml"/><Relationship Id="rId15" Type="http://schemas.openxmlformats.org/officeDocument/2006/relationships/tags" Target="../tags/tag1464.xml"/><Relationship Id="rId23" Type="http://schemas.openxmlformats.org/officeDocument/2006/relationships/tags" Target="../tags/tag1472.xml"/><Relationship Id="rId28" Type="http://schemas.openxmlformats.org/officeDocument/2006/relationships/tags" Target="../tags/tag1477.xml"/><Relationship Id="rId36" Type="http://schemas.openxmlformats.org/officeDocument/2006/relationships/tags" Target="../tags/tag1485.xml"/><Relationship Id="rId49" Type="http://schemas.openxmlformats.org/officeDocument/2006/relationships/tags" Target="../tags/tag1498.xml"/><Relationship Id="rId57" Type="http://schemas.openxmlformats.org/officeDocument/2006/relationships/tags" Target="../tags/tag1506.xml"/><Relationship Id="rId10" Type="http://schemas.openxmlformats.org/officeDocument/2006/relationships/tags" Target="../tags/tag1459.xml"/><Relationship Id="rId31" Type="http://schemas.openxmlformats.org/officeDocument/2006/relationships/tags" Target="../tags/tag1480.xml"/><Relationship Id="rId44" Type="http://schemas.openxmlformats.org/officeDocument/2006/relationships/tags" Target="../tags/tag1493.xml"/><Relationship Id="rId52" Type="http://schemas.openxmlformats.org/officeDocument/2006/relationships/tags" Target="../tags/tag1501.xml"/><Relationship Id="rId60" Type="http://schemas.openxmlformats.org/officeDocument/2006/relationships/tags" Target="../tags/tag1509.xml"/><Relationship Id="rId65" Type="http://schemas.openxmlformats.org/officeDocument/2006/relationships/tags" Target="../tags/tag1514.xml"/><Relationship Id="rId73" Type="http://schemas.openxmlformats.org/officeDocument/2006/relationships/tags" Target="../tags/tag1522.xml"/><Relationship Id="rId78" Type="http://schemas.openxmlformats.org/officeDocument/2006/relationships/tags" Target="../tags/tag1527.xml"/><Relationship Id="rId81" Type="http://schemas.openxmlformats.org/officeDocument/2006/relationships/tags" Target="../tags/tag1530.xml"/><Relationship Id="rId86" Type="http://schemas.openxmlformats.org/officeDocument/2006/relationships/slideLayout" Target="../slideLayouts/slideLayout2.xml"/><Relationship Id="rId4" Type="http://schemas.openxmlformats.org/officeDocument/2006/relationships/tags" Target="../tags/tag1453.xml"/><Relationship Id="rId9" Type="http://schemas.openxmlformats.org/officeDocument/2006/relationships/tags" Target="../tags/tag1458.xml"/><Relationship Id="rId13" Type="http://schemas.openxmlformats.org/officeDocument/2006/relationships/tags" Target="../tags/tag1462.xml"/><Relationship Id="rId18" Type="http://schemas.openxmlformats.org/officeDocument/2006/relationships/tags" Target="../tags/tag1467.xml"/><Relationship Id="rId39" Type="http://schemas.openxmlformats.org/officeDocument/2006/relationships/tags" Target="../tags/tag1488.xml"/><Relationship Id="rId34" Type="http://schemas.openxmlformats.org/officeDocument/2006/relationships/tags" Target="../tags/tag1483.xml"/><Relationship Id="rId50" Type="http://schemas.openxmlformats.org/officeDocument/2006/relationships/tags" Target="../tags/tag1499.xml"/><Relationship Id="rId55" Type="http://schemas.openxmlformats.org/officeDocument/2006/relationships/tags" Target="../tags/tag1504.xml"/><Relationship Id="rId76" Type="http://schemas.openxmlformats.org/officeDocument/2006/relationships/tags" Target="../tags/tag1525.xml"/><Relationship Id="rId7" Type="http://schemas.openxmlformats.org/officeDocument/2006/relationships/tags" Target="../tags/tag1456.xml"/><Relationship Id="rId71" Type="http://schemas.openxmlformats.org/officeDocument/2006/relationships/tags" Target="../tags/tag1520.xml"/><Relationship Id="rId2" Type="http://schemas.openxmlformats.org/officeDocument/2006/relationships/tags" Target="../tags/tag1451.xml"/><Relationship Id="rId29" Type="http://schemas.openxmlformats.org/officeDocument/2006/relationships/tags" Target="../tags/tag1478.xml"/><Relationship Id="rId24" Type="http://schemas.openxmlformats.org/officeDocument/2006/relationships/tags" Target="../tags/tag1473.xml"/><Relationship Id="rId40" Type="http://schemas.openxmlformats.org/officeDocument/2006/relationships/tags" Target="../tags/tag1489.xml"/><Relationship Id="rId45" Type="http://schemas.openxmlformats.org/officeDocument/2006/relationships/tags" Target="../tags/tag1494.xml"/><Relationship Id="rId66" Type="http://schemas.openxmlformats.org/officeDocument/2006/relationships/tags" Target="../tags/tag1515.xml"/><Relationship Id="rId87" Type="http://schemas.openxmlformats.org/officeDocument/2006/relationships/image" Target="../media/image30.png"/><Relationship Id="rId61" Type="http://schemas.openxmlformats.org/officeDocument/2006/relationships/tags" Target="../tags/tag1510.xml"/><Relationship Id="rId82" Type="http://schemas.openxmlformats.org/officeDocument/2006/relationships/tags" Target="../tags/tag1531.xml"/></Relationships>
</file>

<file path=ppt/slides/_rels/slide36.xml.rels><?xml version="1.0" encoding="UTF-8" standalone="yes"?>
<Relationships xmlns="http://schemas.openxmlformats.org/package/2006/relationships"><Relationship Id="rId117" Type="http://schemas.openxmlformats.org/officeDocument/2006/relationships/tags" Target="../tags/tag1651.xml"/><Relationship Id="rId21" Type="http://schemas.openxmlformats.org/officeDocument/2006/relationships/tags" Target="../tags/tag1555.xml"/><Relationship Id="rId42" Type="http://schemas.openxmlformats.org/officeDocument/2006/relationships/tags" Target="../tags/tag1576.xml"/><Relationship Id="rId47" Type="http://schemas.openxmlformats.org/officeDocument/2006/relationships/tags" Target="../tags/tag1581.xml"/><Relationship Id="rId63" Type="http://schemas.openxmlformats.org/officeDocument/2006/relationships/tags" Target="../tags/tag1597.xml"/><Relationship Id="rId68" Type="http://schemas.openxmlformats.org/officeDocument/2006/relationships/tags" Target="../tags/tag1602.xml"/><Relationship Id="rId84" Type="http://schemas.openxmlformats.org/officeDocument/2006/relationships/tags" Target="../tags/tag1618.xml"/><Relationship Id="rId89" Type="http://schemas.openxmlformats.org/officeDocument/2006/relationships/tags" Target="../tags/tag1623.xml"/><Relationship Id="rId112" Type="http://schemas.openxmlformats.org/officeDocument/2006/relationships/tags" Target="../tags/tag1646.xml"/><Relationship Id="rId16" Type="http://schemas.openxmlformats.org/officeDocument/2006/relationships/tags" Target="../tags/tag1550.xml"/><Relationship Id="rId107" Type="http://schemas.openxmlformats.org/officeDocument/2006/relationships/tags" Target="../tags/tag1641.xml"/><Relationship Id="rId11" Type="http://schemas.openxmlformats.org/officeDocument/2006/relationships/tags" Target="../tags/tag1545.xml"/><Relationship Id="rId32" Type="http://schemas.openxmlformats.org/officeDocument/2006/relationships/tags" Target="../tags/tag1566.xml"/><Relationship Id="rId37" Type="http://schemas.openxmlformats.org/officeDocument/2006/relationships/tags" Target="../tags/tag1571.xml"/><Relationship Id="rId53" Type="http://schemas.openxmlformats.org/officeDocument/2006/relationships/tags" Target="../tags/tag1587.xml"/><Relationship Id="rId58" Type="http://schemas.openxmlformats.org/officeDocument/2006/relationships/tags" Target="../tags/tag1592.xml"/><Relationship Id="rId74" Type="http://schemas.openxmlformats.org/officeDocument/2006/relationships/tags" Target="../tags/tag1608.xml"/><Relationship Id="rId79" Type="http://schemas.openxmlformats.org/officeDocument/2006/relationships/tags" Target="../tags/tag1613.xml"/><Relationship Id="rId102" Type="http://schemas.openxmlformats.org/officeDocument/2006/relationships/tags" Target="../tags/tag1636.xml"/><Relationship Id="rId123" Type="http://schemas.openxmlformats.org/officeDocument/2006/relationships/tags" Target="../tags/tag1657.xml"/><Relationship Id="rId128" Type="http://schemas.openxmlformats.org/officeDocument/2006/relationships/tags" Target="../tags/tag1662.xml"/><Relationship Id="rId5" Type="http://schemas.openxmlformats.org/officeDocument/2006/relationships/tags" Target="../tags/tag1539.xml"/><Relationship Id="rId90" Type="http://schemas.openxmlformats.org/officeDocument/2006/relationships/tags" Target="../tags/tag1624.xml"/><Relationship Id="rId95" Type="http://schemas.openxmlformats.org/officeDocument/2006/relationships/tags" Target="../tags/tag1629.xml"/><Relationship Id="rId22" Type="http://schemas.openxmlformats.org/officeDocument/2006/relationships/tags" Target="../tags/tag1556.xml"/><Relationship Id="rId27" Type="http://schemas.openxmlformats.org/officeDocument/2006/relationships/tags" Target="../tags/tag1561.xml"/><Relationship Id="rId43" Type="http://schemas.openxmlformats.org/officeDocument/2006/relationships/tags" Target="../tags/tag1577.xml"/><Relationship Id="rId48" Type="http://schemas.openxmlformats.org/officeDocument/2006/relationships/tags" Target="../tags/tag1582.xml"/><Relationship Id="rId64" Type="http://schemas.openxmlformats.org/officeDocument/2006/relationships/tags" Target="../tags/tag1598.xml"/><Relationship Id="rId69" Type="http://schemas.openxmlformats.org/officeDocument/2006/relationships/tags" Target="../tags/tag1603.xml"/><Relationship Id="rId113" Type="http://schemas.openxmlformats.org/officeDocument/2006/relationships/tags" Target="../tags/tag1647.xml"/><Relationship Id="rId118" Type="http://schemas.openxmlformats.org/officeDocument/2006/relationships/tags" Target="../tags/tag1652.xml"/><Relationship Id="rId80" Type="http://schemas.openxmlformats.org/officeDocument/2006/relationships/tags" Target="../tags/tag1614.xml"/><Relationship Id="rId85" Type="http://schemas.openxmlformats.org/officeDocument/2006/relationships/tags" Target="../tags/tag1619.xml"/><Relationship Id="rId12" Type="http://schemas.openxmlformats.org/officeDocument/2006/relationships/tags" Target="../tags/tag1546.xml"/><Relationship Id="rId17" Type="http://schemas.openxmlformats.org/officeDocument/2006/relationships/tags" Target="../tags/tag1551.xml"/><Relationship Id="rId33" Type="http://schemas.openxmlformats.org/officeDocument/2006/relationships/tags" Target="../tags/tag1567.xml"/><Relationship Id="rId38" Type="http://schemas.openxmlformats.org/officeDocument/2006/relationships/tags" Target="../tags/tag1572.xml"/><Relationship Id="rId59" Type="http://schemas.openxmlformats.org/officeDocument/2006/relationships/tags" Target="../tags/tag1593.xml"/><Relationship Id="rId103" Type="http://schemas.openxmlformats.org/officeDocument/2006/relationships/tags" Target="../tags/tag1637.xml"/><Relationship Id="rId108" Type="http://schemas.openxmlformats.org/officeDocument/2006/relationships/tags" Target="../tags/tag1642.xml"/><Relationship Id="rId124" Type="http://schemas.openxmlformats.org/officeDocument/2006/relationships/tags" Target="../tags/tag1658.xml"/><Relationship Id="rId129" Type="http://schemas.openxmlformats.org/officeDocument/2006/relationships/tags" Target="../tags/tag1663.xml"/><Relationship Id="rId54" Type="http://schemas.openxmlformats.org/officeDocument/2006/relationships/tags" Target="../tags/tag1588.xml"/><Relationship Id="rId70" Type="http://schemas.openxmlformats.org/officeDocument/2006/relationships/tags" Target="../tags/tag1604.xml"/><Relationship Id="rId75" Type="http://schemas.openxmlformats.org/officeDocument/2006/relationships/tags" Target="../tags/tag1609.xml"/><Relationship Id="rId91" Type="http://schemas.openxmlformats.org/officeDocument/2006/relationships/tags" Target="../tags/tag1625.xml"/><Relationship Id="rId96" Type="http://schemas.openxmlformats.org/officeDocument/2006/relationships/tags" Target="../tags/tag1630.xml"/><Relationship Id="rId1" Type="http://schemas.openxmlformats.org/officeDocument/2006/relationships/tags" Target="../tags/tag1535.xml"/><Relationship Id="rId6" Type="http://schemas.openxmlformats.org/officeDocument/2006/relationships/tags" Target="../tags/tag1540.xml"/><Relationship Id="rId23" Type="http://schemas.openxmlformats.org/officeDocument/2006/relationships/tags" Target="../tags/tag1557.xml"/><Relationship Id="rId28" Type="http://schemas.openxmlformats.org/officeDocument/2006/relationships/tags" Target="../tags/tag1562.xml"/><Relationship Id="rId49" Type="http://schemas.openxmlformats.org/officeDocument/2006/relationships/tags" Target="../tags/tag1583.xml"/><Relationship Id="rId114" Type="http://schemas.openxmlformats.org/officeDocument/2006/relationships/tags" Target="../tags/tag1648.xml"/><Relationship Id="rId119" Type="http://schemas.openxmlformats.org/officeDocument/2006/relationships/tags" Target="../tags/tag1653.xml"/><Relationship Id="rId44" Type="http://schemas.openxmlformats.org/officeDocument/2006/relationships/tags" Target="../tags/tag1578.xml"/><Relationship Id="rId60" Type="http://schemas.openxmlformats.org/officeDocument/2006/relationships/tags" Target="../tags/tag1594.xml"/><Relationship Id="rId65" Type="http://schemas.openxmlformats.org/officeDocument/2006/relationships/tags" Target="../tags/tag1599.xml"/><Relationship Id="rId81" Type="http://schemas.openxmlformats.org/officeDocument/2006/relationships/tags" Target="../tags/tag1615.xml"/><Relationship Id="rId86" Type="http://schemas.openxmlformats.org/officeDocument/2006/relationships/tags" Target="../tags/tag1620.xml"/><Relationship Id="rId130" Type="http://schemas.openxmlformats.org/officeDocument/2006/relationships/slideLayout" Target="../slideLayouts/slideLayout2.xml"/><Relationship Id="rId13" Type="http://schemas.openxmlformats.org/officeDocument/2006/relationships/tags" Target="../tags/tag1547.xml"/><Relationship Id="rId18" Type="http://schemas.openxmlformats.org/officeDocument/2006/relationships/tags" Target="../tags/tag1552.xml"/><Relationship Id="rId39" Type="http://schemas.openxmlformats.org/officeDocument/2006/relationships/tags" Target="../tags/tag1573.xml"/><Relationship Id="rId109" Type="http://schemas.openxmlformats.org/officeDocument/2006/relationships/tags" Target="../tags/tag1643.xml"/><Relationship Id="rId34" Type="http://schemas.openxmlformats.org/officeDocument/2006/relationships/tags" Target="../tags/tag1568.xml"/><Relationship Id="rId50" Type="http://schemas.openxmlformats.org/officeDocument/2006/relationships/tags" Target="../tags/tag1584.xml"/><Relationship Id="rId55" Type="http://schemas.openxmlformats.org/officeDocument/2006/relationships/tags" Target="../tags/tag1589.xml"/><Relationship Id="rId76" Type="http://schemas.openxmlformats.org/officeDocument/2006/relationships/tags" Target="../tags/tag1610.xml"/><Relationship Id="rId97" Type="http://schemas.openxmlformats.org/officeDocument/2006/relationships/tags" Target="../tags/tag1631.xml"/><Relationship Id="rId104" Type="http://schemas.openxmlformats.org/officeDocument/2006/relationships/tags" Target="../tags/tag1638.xml"/><Relationship Id="rId120" Type="http://schemas.openxmlformats.org/officeDocument/2006/relationships/tags" Target="../tags/tag1654.xml"/><Relationship Id="rId125" Type="http://schemas.openxmlformats.org/officeDocument/2006/relationships/tags" Target="../tags/tag1659.xml"/><Relationship Id="rId7" Type="http://schemas.openxmlformats.org/officeDocument/2006/relationships/tags" Target="../tags/tag1541.xml"/><Relationship Id="rId71" Type="http://schemas.openxmlformats.org/officeDocument/2006/relationships/tags" Target="../tags/tag1605.xml"/><Relationship Id="rId92" Type="http://schemas.openxmlformats.org/officeDocument/2006/relationships/tags" Target="../tags/tag1626.xml"/><Relationship Id="rId2" Type="http://schemas.openxmlformats.org/officeDocument/2006/relationships/tags" Target="../tags/tag1536.xml"/><Relationship Id="rId29" Type="http://schemas.openxmlformats.org/officeDocument/2006/relationships/tags" Target="../tags/tag1563.xml"/><Relationship Id="rId24" Type="http://schemas.openxmlformats.org/officeDocument/2006/relationships/tags" Target="../tags/tag1558.xml"/><Relationship Id="rId40" Type="http://schemas.openxmlformats.org/officeDocument/2006/relationships/tags" Target="../tags/tag1574.xml"/><Relationship Id="rId45" Type="http://schemas.openxmlformats.org/officeDocument/2006/relationships/tags" Target="../tags/tag1579.xml"/><Relationship Id="rId66" Type="http://schemas.openxmlformats.org/officeDocument/2006/relationships/tags" Target="../tags/tag1600.xml"/><Relationship Id="rId87" Type="http://schemas.openxmlformats.org/officeDocument/2006/relationships/tags" Target="../tags/tag1621.xml"/><Relationship Id="rId110" Type="http://schemas.openxmlformats.org/officeDocument/2006/relationships/tags" Target="../tags/tag1644.xml"/><Relationship Id="rId115" Type="http://schemas.openxmlformats.org/officeDocument/2006/relationships/tags" Target="../tags/tag1649.xml"/><Relationship Id="rId61" Type="http://schemas.openxmlformats.org/officeDocument/2006/relationships/tags" Target="../tags/tag1595.xml"/><Relationship Id="rId82" Type="http://schemas.openxmlformats.org/officeDocument/2006/relationships/tags" Target="../tags/tag1616.xml"/><Relationship Id="rId19" Type="http://schemas.openxmlformats.org/officeDocument/2006/relationships/tags" Target="../tags/tag1553.xml"/><Relationship Id="rId14" Type="http://schemas.openxmlformats.org/officeDocument/2006/relationships/tags" Target="../tags/tag1548.xml"/><Relationship Id="rId30" Type="http://schemas.openxmlformats.org/officeDocument/2006/relationships/tags" Target="../tags/tag1564.xml"/><Relationship Id="rId35" Type="http://schemas.openxmlformats.org/officeDocument/2006/relationships/tags" Target="../tags/tag1569.xml"/><Relationship Id="rId56" Type="http://schemas.openxmlformats.org/officeDocument/2006/relationships/tags" Target="../tags/tag1590.xml"/><Relationship Id="rId77" Type="http://schemas.openxmlformats.org/officeDocument/2006/relationships/tags" Target="../tags/tag1611.xml"/><Relationship Id="rId100" Type="http://schemas.openxmlformats.org/officeDocument/2006/relationships/tags" Target="../tags/tag1634.xml"/><Relationship Id="rId105" Type="http://schemas.openxmlformats.org/officeDocument/2006/relationships/tags" Target="../tags/tag1639.xml"/><Relationship Id="rId126" Type="http://schemas.openxmlformats.org/officeDocument/2006/relationships/tags" Target="../tags/tag1660.xml"/><Relationship Id="rId8" Type="http://schemas.openxmlformats.org/officeDocument/2006/relationships/tags" Target="../tags/tag1542.xml"/><Relationship Id="rId51" Type="http://schemas.openxmlformats.org/officeDocument/2006/relationships/tags" Target="../tags/tag1585.xml"/><Relationship Id="rId72" Type="http://schemas.openxmlformats.org/officeDocument/2006/relationships/tags" Target="../tags/tag1606.xml"/><Relationship Id="rId93" Type="http://schemas.openxmlformats.org/officeDocument/2006/relationships/tags" Target="../tags/tag1627.xml"/><Relationship Id="rId98" Type="http://schemas.openxmlformats.org/officeDocument/2006/relationships/tags" Target="../tags/tag1632.xml"/><Relationship Id="rId121" Type="http://schemas.openxmlformats.org/officeDocument/2006/relationships/tags" Target="../tags/tag1655.xml"/><Relationship Id="rId3" Type="http://schemas.openxmlformats.org/officeDocument/2006/relationships/tags" Target="../tags/tag1537.xml"/><Relationship Id="rId25" Type="http://schemas.openxmlformats.org/officeDocument/2006/relationships/tags" Target="../tags/tag1559.xml"/><Relationship Id="rId46" Type="http://schemas.openxmlformats.org/officeDocument/2006/relationships/tags" Target="../tags/tag1580.xml"/><Relationship Id="rId67" Type="http://schemas.openxmlformats.org/officeDocument/2006/relationships/tags" Target="../tags/tag1601.xml"/><Relationship Id="rId116" Type="http://schemas.openxmlformats.org/officeDocument/2006/relationships/tags" Target="../tags/tag1650.xml"/><Relationship Id="rId20" Type="http://schemas.openxmlformats.org/officeDocument/2006/relationships/tags" Target="../tags/tag1554.xml"/><Relationship Id="rId41" Type="http://schemas.openxmlformats.org/officeDocument/2006/relationships/tags" Target="../tags/tag1575.xml"/><Relationship Id="rId62" Type="http://schemas.openxmlformats.org/officeDocument/2006/relationships/tags" Target="../tags/tag1596.xml"/><Relationship Id="rId83" Type="http://schemas.openxmlformats.org/officeDocument/2006/relationships/tags" Target="../tags/tag1617.xml"/><Relationship Id="rId88" Type="http://schemas.openxmlformats.org/officeDocument/2006/relationships/tags" Target="../tags/tag1622.xml"/><Relationship Id="rId111" Type="http://schemas.openxmlformats.org/officeDocument/2006/relationships/tags" Target="../tags/tag1645.xml"/><Relationship Id="rId15" Type="http://schemas.openxmlformats.org/officeDocument/2006/relationships/tags" Target="../tags/tag1549.xml"/><Relationship Id="rId36" Type="http://schemas.openxmlformats.org/officeDocument/2006/relationships/tags" Target="../tags/tag1570.xml"/><Relationship Id="rId57" Type="http://schemas.openxmlformats.org/officeDocument/2006/relationships/tags" Target="../tags/tag1591.xml"/><Relationship Id="rId106" Type="http://schemas.openxmlformats.org/officeDocument/2006/relationships/tags" Target="../tags/tag1640.xml"/><Relationship Id="rId127" Type="http://schemas.openxmlformats.org/officeDocument/2006/relationships/tags" Target="../tags/tag1661.xml"/><Relationship Id="rId10" Type="http://schemas.openxmlformats.org/officeDocument/2006/relationships/tags" Target="../tags/tag1544.xml"/><Relationship Id="rId31" Type="http://schemas.openxmlformats.org/officeDocument/2006/relationships/tags" Target="../tags/tag1565.xml"/><Relationship Id="rId52" Type="http://schemas.openxmlformats.org/officeDocument/2006/relationships/tags" Target="../tags/tag1586.xml"/><Relationship Id="rId73" Type="http://schemas.openxmlformats.org/officeDocument/2006/relationships/tags" Target="../tags/tag1607.xml"/><Relationship Id="rId78" Type="http://schemas.openxmlformats.org/officeDocument/2006/relationships/tags" Target="../tags/tag1612.xml"/><Relationship Id="rId94" Type="http://schemas.openxmlformats.org/officeDocument/2006/relationships/tags" Target="../tags/tag1628.xml"/><Relationship Id="rId99" Type="http://schemas.openxmlformats.org/officeDocument/2006/relationships/tags" Target="../tags/tag1633.xml"/><Relationship Id="rId101" Type="http://schemas.openxmlformats.org/officeDocument/2006/relationships/tags" Target="../tags/tag1635.xml"/><Relationship Id="rId122" Type="http://schemas.openxmlformats.org/officeDocument/2006/relationships/tags" Target="../tags/tag1656.xml"/><Relationship Id="rId4" Type="http://schemas.openxmlformats.org/officeDocument/2006/relationships/tags" Target="../tags/tag1538.xml"/><Relationship Id="rId9" Type="http://schemas.openxmlformats.org/officeDocument/2006/relationships/tags" Target="../tags/tag1543.xml"/><Relationship Id="rId26" Type="http://schemas.openxmlformats.org/officeDocument/2006/relationships/tags" Target="../tags/tag1560.xml"/></Relationships>
</file>

<file path=ppt/slides/_rels/slide37.xml.rels><?xml version="1.0" encoding="UTF-8" standalone="yes"?>
<Relationships xmlns="http://schemas.openxmlformats.org/package/2006/relationships"><Relationship Id="rId26" Type="http://schemas.openxmlformats.org/officeDocument/2006/relationships/tags" Target="../tags/tag1689.xml"/><Relationship Id="rId117" Type="http://schemas.openxmlformats.org/officeDocument/2006/relationships/tags" Target="../tags/tag1780.xml"/><Relationship Id="rId21" Type="http://schemas.openxmlformats.org/officeDocument/2006/relationships/tags" Target="../tags/tag1684.xml"/><Relationship Id="rId42" Type="http://schemas.openxmlformats.org/officeDocument/2006/relationships/tags" Target="../tags/tag1705.xml"/><Relationship Id="rId47" Type="http://schemas.openxmlformats.org/officeDocument/2006/relationships/tags" Target="../tags/tag1710.xml"/><Relationship Id="rId63" Type="http://schemas.openxmlformats.org/officeDocument/2006/relationships/tags" Target="../tags/tag1726.xml"/><Relationship Id="rId68" Type="http://schemas.openxmlformats.org/officeDocument/2006/relationships/tags" Target="../tags/tag1731.xml"/><Relationship Id="rId84" Type="http://schemas.openxmlformats.org/officeDocument/2006/relationships/tags" Target="../tags/tag1747.xml"/><Relationship Id="rId89" Type="http://schemas.openxmlformats.org/officeDocument/2006/relationships/tags" Target="../tags/tag1752.xml"/><Relationship Id="rId112" Type="http://schemas.openxmlformats.org/officeDocument/2006/relationships/tags" Target="../tags/tag1775.xml"/><Relationship Id="rId16" Type="http://schemas.openxmlformats.org/officeDocument/2006/relationships/tags" Target="../tags/tag1679.xml"/><Relationship Id="rId107" Type="http://schemas.openxmlformats.org/officeDocument/2006/relationships/tags" Target="../tags/tag1770.xml"/><Relationship Id="rId11" Type="http://schemas.openxmlformats.org/officeDocument/2006/relationships/tags" Target="../tags/tag1674.xml"/><Relationship Id="rId32" Type="http://schemas.openxmlformats.org/officeDocument/2006/relationships/tags" Target="../tags/tag1695.xml"/><Relationship Id="rId37" Type="http://schemas.openxmlformats.org/officeDocument/2006/relationships/tags" Target="../tags/tag1700.xml"/><Relationship Id="rId53" Type="http://schemas.openxmlformats.org/officeDocument/2006/relationships/tags" Target="../tags/tag1716.xml"/><Relationship Id="rId58" Type="http://schemas.openxmlformats.org/officeDocument/2006/relationships/tags" Target="../tags/tag1721.xml"/><Relationship Id="rId74" Type="http://schemas.openxmlformats.org/officeDocument/2006/relationships/tags" Target="../tags/tag1737.xml"/><Relationship Id="rId79" Type="http://schemas.openxmlformats.org/officeDocument/2006/relationships/tags" Target="../tags/tag1742.xml"/><Relationship Id="rId102" Type="http://schemas.openxmlformats.org/officeDocument/2006/relationships/tags" Target="../tags/tag1765.xml"/><Relationship Id="rId123" Type="http://schemas.openxmlformats.org/officeDocument/2006/relationships/tags" Target="../tags/tag1786.xml"/><Relationship Id="rId5" Type="http://schemas.openxmlformats.org/officeDocument/2006/relationships/tags" Target="../tags/tag1668.xml"/><Relationship Id="rId90" Type="http://schemas.openxmlformats.org/officeDocument/2006/relationships/tags" Target="../tags/tag1753.xml"/><Relationship Id="rId95" Type="http://schemas.openxmlformats.org/officeDocument/2006/relationships/tags" Target="../tags/tag1758.xml"/><Relationship Id="rId22" Type="http://schemas.openxmlformats.org/officeDocument/2006/relationships/tags" Target="../tags/tag1685.xml"/><Relationship Id="rId27" Type="http://schemas.openxmlformats.org/officeDocument/2006/relationships/tags" Target="../tags/tag1690.xml"/><Relationship Id="rId43" Type="http://schemas.openxmlformats.org/officeDocument/2006/relationships/tags" Target="../tags/tag1706.xml"/><Relationship Id="rId48" Type="http://schemas.openxmlformats.org/officeDocument/2006/relationships/tags" Target="../tags/tag1711.xml"/><Relationship Id="rId64" Type="http://schemas.openxmlformats.org/officeDocument/2006/relationships/tags" Target="../tags/tag1727.xml"/><Relationship Id="rId69" Type="http://schemas.openxmlformats.org/officeDocument/2006/relationships/tags" Target="../tags/tag1732.xml"/><Relationship Id="rId113" Type="http://schemas.openxmlformats.org/officeDocument/2006/relationships/tags" Target="../tags/tag1776.xml"/><Relationship Id="rId118" Type="http://schemas.openxmlformats.org/officeDocument/2006/relationships/tags" Target="../tags/tag1781.xml"/><Relationship Id="rId80" Type="http://schemas.openxmlformats.org/officeDocument/2006/relationships/tags" Target="../tags/tag1743.xml"/><Relationship Id="rId85" Type="http://schemas.openxmlformats.org/officeDocument/2006/relationships/tags" Target="../tags/tag1748.xml"/><Relationship Id="rId12" Type="http://schemas.openxmlformats.org/officeDocument/2006/relationships/tags" Target="../tags/tag1675.xml"/><Relationship Id="rId17" Type="http://schemas.openxmlformats.org/officeDocument/2006/relationships/tags" Target="../tags/tag1680.xml"/><Relationship Id="rId33" Type="http://schemas.openxmlformats.org/officeDocument/2006/relationships/tags" Target="../tags/tag1696.xml"/><Relationship Id="rId38" Type="http://schemas.openxmlformats.org/officeDocument/2006/relationships/tags" Target="../tags/tag1701.xml"/><Relationship Id="rId59" Type="http://schemas.openxmlformats.org/officeDocument/2006/relationships/tags" Target="../tags/tag1722.xml"/><Relationship Id="rId103" Type="http://schemas.openxmlformats.org/officeDocument/2006/relationships/tags" Target="../tags/tag1766.xml"/><Relationship Id="rId108" Type="http://schemas.openxmlformats.org/officeDocument/2006/relationships/tags" Target="../tags/tag1771.xml"/><Relationship Id="rId124" Type="http://schemas.openxmlformats.org/officeDocument/2006/relationships/tags" Target="../tags/tag1787.xml"/><Relationship Id="rId54" Type="http://schemas.openxmlformats.org/officeDocument/2006/relationships/tags" Target="../tags/tag1717.xml"/><Relationship Id="rId70" Type="http://schemas.openxmlformats.org/officeDocument/2006/relationships/tags" Target="../tags/tag1733.xml"/><Relationship Id="rId75" Type="http://schemas.openxmlformats.org/officeDocument/2006/relationships/tags" Target="../tags/tag1738.xml"/><Relationship Id="rId91" Type="http://schemas.openxmlformats.org/officeDocument/2006/relationships/tags" Target="../tags/tag1754.xml"/><Relationship Id="rId96" Type="http://schemas.openxmlformats.org/officeDocument/2006/relationships/tags" Target="../tags/tag1759.xml"/><Relationship Id="rId1" Type="http://schemas.openxmlformats.org/officeDocument/2006/relationships/tags" Target="../tags/tag1664.xml"/><Relationship Id="rId6" Type="http://schemas.openxmlformats.org/officeDocument/2006/relationships/tags" Target="../tags/tag1669.xml"/><Relationship Id="rId23" Type="http://schemas.openxmlformats.org/officeDocument/2006/relationships/tags" Target="../tags/tag1686.xml"/><Relationship Id="rId28" Type="http://schemas.openxmlformats.org/officeDocument/2006/relationships/tags" Target="../tags/tag1691.xml"/><Relationship Id="rId49" Type="http://schemas.openxmlformats.org/officeDocument/2006/relationships/tags" Target="../tags/tag1712.xml"/><Relationship Id="rId114" Type="http://schemas.openxmlformats.org/officeDocument/2006/relationships/tags" Target="../tags/tag1777.xml"/><Relationship Id="rId119" Type="http://schemas.openxmlformats.org/officeDocument/2006/relationships/tags" Target="../tags/tag1782.xml"/><Relationship Id="rId44" Type="http://schemas.openxmlformats.org/officeDocument/2006/relationships/tags" Target="../tags/tag1707.xml"/><Relationship Id="rId60" Type="http://schemas.openxmlformats.org/officeDocument/2006/relationships/tags" Target="../tags/tag1723.xml"/><Relationship Id="rId65" Type="http://schemas.openxmlformats.org/officeDocument/2006/relationships/tags" Target="../tags/tag1728.xml"/><Relationship Id="rId81" Type="http://schemas.openxmlformats.org/officeDocument/2006/relationships/tags" Target="../tags/tag1744.xml"/><Relationship Id="rId86" Type="http://schemas.openxmlformats.org/officeDocument/2006/relationships/tags" Target="../tags/tag1749.xml"/><Relationship Id="rId13" Type="http://schemas.openxmlformats.org/officeDocument/2006/relationships/tags" Target="../tags/tag1676.xml"/><Relationship Id="rId18" Type="http://schemas.openxmlformats.org/officeDocument/2006/relationships/tags" Target="../tags/tag1681.xml"/><Relationship Id="rId39" Type="http://schemas.openxmlformats.org/officeDocument/2006/relationships/tags" Target="../tags/tag1702.xml"/><Relationship Id="rId109" Type="http://schemas.openxmlformats.org/officeDocument/2006/relationships/tags" Target="../tags/tag1772.xml"/><Relationship Id="rId34" Type="http://schemas.openxmlformats.org/officeDocument/2006/relationships/tags" Target="../tags/tag1697.xml"/><Relationship Id="rId50" Type="http://schemas.openxmlformats.org/officeDocument/2006/relationships/tags" Target="../tags/tag1713.xml"/><Relationship Id="rId55" Type="http://schemas.openxmlformats.org/officeDocument/2006/relationships/tags" Target="../tags/tag1718.xml"/><Relationship Id="rId76" Type="http://schemas.openxmlformats.org/officeDocument/2006/relationships/tags" Target="../tags/tag1739.xml"/><Relationship Id="rId97" Type="http://schemas.openxmlformats.org/officeDocument/2006/relationships/tags" Target="../tags/tag1760.xml"/><Relationship Id="rId104" Type="http://schemas.openxmlformats.org/officeDocument/2006/relationships/tags" Target="../tags/tag1767.xml"/><Relationship Id="rId120" Type="http://schemas.openxmlformats.org/officeDocument/2006/relationships/tags" Target="../tags/tag1783.xml"/><Relationship Id="rId125" Type="http://schemas.openxmlformats.org/officeDocument/2006/relationships/slideLayout" Target="../slideLayouts/slideLayout2.xml"/><Relationship Id="rId7" Type="http://schemas.openxmlformats.org/officeDocument/2006/relationships/tags" Target="../tags/tag1670.xml"/><Relationship Id="rId71" Type="http://schemas.openxmlformats.org/officeDocument/2006/relationships/tags" Target="../tags/tag1734.xml"/><Relationship Id="rId92" Type="http://schemas.openxmlformats.org/officeDocument/2006/relationships/tags" Target="../tags/tag1755.xml"/><Relationship Id="rId2" Type="http://schemas.openxmlformats.org/officeDocument/2006/relationships/tags" Target="../tags/tag1665.xml"/><Relationship Id="rId29" Type="http://schemas.openxmlformats.org/officeDocument/2006/relationships/tags" Target="../tags/tag1692.xml"/><Relationship Id="rId24" Type="http://schemas.openxmlformats.org/officeDocument/2006/relationships/tags" Target="../tags/tag1687.xml"/><Relationship Id="rId40" Type="http://schemas.openxmlformats.org/officeDocument/2006/relationships/tags" Target="../tags/tag1703.xml"/><Relationship Id="rId45" Type="http://schemas.openxmlformats.org/officeDocument/2006/relationships/tags" Target="../tags/tag1708.xml"/><Relationship Id="rId66" Type="http://schemas.openxmlformats.org/officeDocument/2006/relationships/tags" Target="../tags/tag1729.xml"/><Relationship Id="rId87" Type="http://schemas.openxmlformats.org/officeDocument/2006/relationships/tags" Target="../tags/tag1750.xml"/><Relationship Id="rId110" Type="http://schemas.openxmlformats.org/officeDocument/2006/relationships/tags" Target="../tags/tag1773.xml"/><Relationship Id="rId115" Type="http://schemas.openxmlformats.org/officeDocument/2006/relationships/tags" Target="../tags/tag1778.xml"/><Relationship Id="rId61" Type="http://schemas.openxmlformats.org/officeDocument/2006/relationships/tags" Target="../tags/tag1724.xml"/><Relationship Id="rId82" Type="http://schemas.openxmlformats.org/officeDocument/2006/relationships/tags" Target="../tags/tag1745.xml"/><Relationship Id="rId19" Type="http://schemas.openxmlformats.org/officeDocument/2006/relationships/tags" Target="../tags/tag1682.xml"/><Relationship Id="rId14" Type="http://schemas.openxmlformats.org/officeDocument/2006/relationships/tags" Target="../tags/tag1677.xml"/><Relationship Id="rId30" Type="http://schemas.openxmlformats.org/officeDocument/2006/relationships/tags" Target="../tags/tag1693.xml"/><Relationship Id="rId35" Type="http://schemas.openxmlformats.org/officeDocument/2006/relationships/tags" Target="../tags/tag1698.xml"/><Relationship Id="rId56" Type="http://schemas.openxmlformats.org/officeDocument/2006/relationships/tags" Target="../tags/tag1719.xml"/><Relationship Id="rId77" Type="http://schemas.openxmlformats.org/officeDocument/2006/relationships/tags" Target="../tags/tag1740.xml"/><Relationship Id="rId100" Type="http://schemas.openxmlformats.org/officeDocument/2006/relationships/tags" Target="../tags/tag1763.xml"/><Relationship Id="rId105" Type="http://schemas.openxmlformats.org/officeDocument/2006/relationships/tags" Target="../tags/tag1768.xml"/><Relationship Id="rId126" Type="http://schemas.openxmlformats.org/officeDocument/2006/relationships/image" Target="../media/image31.png"/><Relationship Id="rId8" Type="http://schemas.openxmlformats.org/officeDocument/2006/relationships/tags" Target="../tags/tag1671.xml"/><Relationship Id="rId51" Type="http://schemas.openxmlformats.org/officeDocument/2006/relationships/tags" Target="../tags/tag1714.xml"/><Relationship Id="rId72" Type="http://schemas.openxmlformats.org/officeDocument/2006/relationships/tags" Target="../tags/tag1735.xml"/><Relationship Id="rId93" Type="http://schemas.openxmlformats.org/officeDocument/2006/relationships/tags" Target="../tags/tag1756.xml"/><Relationship Id="rId98" Type="http://schemas.openxmlformats.org/officeDocument/2006/relationships/tags" Target="../tags/tag1761.xml"/><Relationship Id="rId121" Type="http://schemas.openxmlformats.org/officeDocument/2006/relationships/tags" Target="../tags/tag1784.xml"/><Relationship Id="rId3" Type="http://schemas.openxmlformats.org/officeDocument/2006/relationships/tags" Target="../tags/tag1666.xml"/><Relationship Id="rId25" Type="http://schemas.openxmlformats.org/officeDocument/2006/relationships/tags" Target="../tags/tag1688.xml"/><Relationship Id="rId46" Type="http://schemas.openxmlformats.org/officeDocument/2006/relationships/tags" Target="../tags/tag1709.xml"/><Relationship Id="rId67" Type="http://schemas.openxmlformats.org/officeDocument/2006/relationships/tags" Target="../tags/tag1730.xml"/><Relationship Id="rId116" Type="http://schemas.openxmlformats.org/officeDocument/2006/relationships/tags" Target="../tags/tag1779.xml"/><Relationship Id="rId20" Type="http://schemas.openxmlformats.org/officeDocument/2006/relationships/tags" Target="../tags/tag1683.xml"/><Relationship Id="rId41" Type="http://schemas.openxmlformats.org/officeDocument/2006/relationships/tags" Target="../tags/tag1704.xml"/><Relationship Id="rId62" Type="http://schemas.openxmlformats.org/officeDocument/2006/relationships/tags" Target="../tags/tag1725.xml"/><Relationship Id="rId83" Type="http://schemas.openxmlformats.org/officeDocument/2006/relationships/tags" Target="../tags/tag1746.xml"/><Relationship Id="rId88" Type="http://schemas.openxmlformats.org/officeDocument/2006/relationships/tags" Target="../tags/tag1751.xml"/><Relationship Id="rId111" Type="http://schemas.openxmlformats.org/officeDocument/2006/relationships/tags" Target="../tags/tag1774.xml"/><Relationship Id="rId15" Type="http://schemas.openxmlformats.org/officeDocument/2006/relationships/tags" Target="../tags/tag1678.xml"/><Relationship Id="rId36" Type="http://schemas.openxmlformats.org/officeDocument/2006/relationships/tags" Target="../tags/tag1699.xml"/><Relationship Id="rId57" Type="http://schemas.openxmlformats.org/officeDocument/2006/relationships/tags" Target="../tags/tag1720.xml"/><Relationship Id="rId106" Type="http://schemas.openxmlformats.org/officeDocument/2006/relationships/tags" Target="../tags/tag1769.xml"/><Relationship Id="rId10" Type="http://schemas.openxmlformats.org/officeDocument/2006/relationships/tags" Target="../tags/tag1673.xml"/><Relationship Id="rId31" Type="http://schemas.openxmlformats.org/officeDocument/2006/relationships/tags" Target="../tags/tag1694.xml"/><Relationship Id="rId52" Type="http://schemas.openxmlformats.org/officeDocument/2006/relationships/tags" Target="../tags/tag1715.xml"/><Relationship Id="rId73" Type="http://schemas.openxmlformats.org/officeDocument/2006/relationships/tags" Target="../tags/tag1736.xml"/><Relationship Id="rId78" Type="http://schemas.openxmlformats.org/officeDocument/2006/relationships/tags" Target="../tags/tag1741.xml"/><Relationship Id="rId94" Type="http://schemas.openxmlformats.org/officeDocument/2006/relationships/tags" Target="../tags/tag1757.xml"/><Relationship Id="rId99" Type="http://schemas.openxmlformats.org/officeDocument/2006/relationships/tags" Target="../tags/tag1762.xml"/><Relationship Id="rId101" Type="http://schemas.openxmlformats.org/officeDocument/2006/relationships/tags" Target="../tags/tag1764.xml"/><Relationship Id="rId122" Type="http://schemas.openxmlformats.org/officeDocument/2006/relationships/tags" Target="../tags/tag1785.xml"/><Relationship Id="rId4" Type="http://schemas.openxmlformats.org/officeDocument/2006/relationships/tags" Target="../tags/tag1667.xml"/><Relationship Id="rId9" Type="http://schemas.openxmlformats.org/officeDocument/2006/relationships/tags" Target="../tags/tag1672.xml"/></Relationships>
</file>

<file path=ppt/slides/_rels/slide38.xml.rels><?xml version="1.0" encoding="UTF-8" standalone="yes"?>
<Relationships xmlns="http://schemas.openxmlformats.org/package/2006/relationships"><Relationship Id="rId26" Type="http://schemas.openxmlformats.org/officeDocument/2006/relationships/tags" Target="../tags/tag1813.xml"/><Relationship Id="rId21" Type="http://schemas.openxmlformats.org/officeDocument/2006/relationships/tags" Target="../tags/tag1808.xml"/><Relationship Id="rId42" Type="http://schemas.openxmlformats.org/officeDocument/2006/relationships/tags" Target="../tags/tag1829.xml"/><Relationship Id="rId47" Type="http://schemas.openxmlformats.org/officeDocument/2006/relationships/tags" Target="../tags/tag1834.xml"/><Relationship Id="rId63" Type="http://schemas.openxmlformats.org/officeDocument/2006/relationships/tags" Target="../tags/tag1850.xml"/><Relationship Id="rId68" Type="http://schemas.openxmlformats.org/officeDocument/2006/relationships/tags" Target="../tags/tag1855.xml"/><Relationship Id="rId84" Type="http://schemas.openxmlformats.org/officeDocument/2006/relationships/tags" Target="../tags/tag1871.xml"/><Relationship Id="rId89" Type="http://schemas.openxmlformats.org/officeDocument/2006/relationships/tags" Target="../tags/tag1876.xml"/><Relationship Id="rId16" Type="http://schemas.openxmlformats.org/officeDocument/2006/relationships/tags" Target="../tags/tag1803.xml"/><Relationship Id="rId11" Type="http://schemas.openxmlformats.org/officeDocument/2006/relationships/tags" Target="../tags/tag1798.xml"/><Relationship Id="rId32" Type="http://schemas.openxmlformats.org/officeDocument/2006/relationships/tags" Target="../tags/tag1819.xml"/><Relationship Id="rId37" Type="http://schemas.openxmlformats.org/officeDocument/2006/relationships/tags" Target="../tags/tag1824.xml"/><Relationship Id="rId53" Type="http://schemas.openxmlformats.org/officeDocument/2006/relationships/tags" Target="../tags/tag1840.xml"/><Relationship Id="rId58" Type="http://schemas.openxmlformats.org/officeDocument/2006/relationships/tags" Target="../tags/tag1845.xml"/><Relationship Id="rId74" Type="http://schemas.openxmlformats.org/officeDocument/2006/relationships/tags" Target="../tags/tag1861.xml"/><Relationship Id="rId79" Type="http://schemas.openxmlformats.org/officeDocument/2006/relationships/tags" Target="../tags/tag1866.xml"/><Relationship Id="rId5" Type="http://schemas.openxmlformats.org/officeDocument/2006/relationships/tags" Target="../tags/tag1792.xml"/><Relationship Id="rId90" Type="http://schemas.openxmlformats.org/officeDocument/2006/relationships/tags" Target="../tags/tag1877.xml"/><Relationship Id="rId95" Type="http://schemas.openxmlformats.org/officeDocument/2006/relationships/tags" Target="../tags/tag1882.xml"/><Relationship Id="rId22" Type="http://schemas.openxmlformats.org/officeDocument/2006/relationships/tags" Target="../tags/tag1809.xml"/><Relationship Id="rId27" Type="http://schemas.openxmlformats.org/officeDocument/2006/relationships/tags" Target="../tags/tag1814.xml"/><Relationship Id="rId43" Type="http://schemas.openxmlformats.org/officeDocument/2006/relationships/tags" Target="../tags/tag1830.xml"/><Relationship Id="rId48" Type="http://schemas.openxmlformats.org/officeDocument/2006/relationships/tags" Target="../tags/tag1835.xml"/><Relationship Id="rId64" Type="http://schemas.openxmlformats.org/officeDocument/2006/relationships/tags" Target="../tags/tag1851.xml"/><Relationship Id="rId69" Type="http://schemas.openxmlformats.org/officeDocument/2006/relationships/tags" Target="../tags/tag1856.xml"/><Relationship Id="rId80" Type="http://schemas.openxmlformats.org/officeDocument/2006/relationships/tags" Target="../tags/tag1867.xml"/><Relationship Id="rId85" Type="http://schemas.openxmlformats.org/officeDocument/2006/relationships/tags" Target="../tags/tag1872.xml"/><Relationship Id="rId3" Type="http://schemas.openxmlformats.org/officeDocument/2006/relationships/tags" Target="../tags/tag1790.xml"/><Relationship Id="rId12" Type="http://schemas.openxmlformats.org/officeDocument/2006/relationships/tags" Target="../tags/tag1799.xml"/><Relationship Id="rId17" Type="http://schemas.openxmlformats.org/officeDocument/2006/relationships/tags" Target="../tags/tag1804.xml"/><Relationship Id="rId25" Type="http://schemas.openxmlformats.org/officeDocument/2006/relationships/tags" Target="../tags/tag1812.xml"/><Relationship Id="rId33" Type="http://schemas.openxmlformats.org/officeDocument/2006/relationships/tags" Target="../tags/tag1820.xml"/><Relationship Id="rId38" Type="http://schemas.openxmlformats.org/officeDocument/2006/relationships/tags" Target="../tags/tag1825.xml"/><Relationship Id="rId46" Type="http://schemas.openxmlformats.org/officeDocument/2006/relationships/tags" Target="../tags/tag1833.xml"/><Relationship Id="rId59" Type="http://schemas.openxmlformats.org/officeDocument/2006/relationships/tags" Target="../tags/tag1846.xml"/><Relationship Id="rId67" Type="http://schemas.openxmlformats.org/officeDocument/2006/relationships/tags" Target="../tags/tag1854.xml"/><Relationship Id="rId20" Type="http://schemas.openxmlformats.org/officeDocument/2006/relationships/tags" Target="../tags/tag1807.xml"/><Relationship Id="rId41" Type="http://schemas.openxmlformats.org/officeDocument/2006/relationships/tags" Target="../tags/tag1828.xml"/><Relationship Id="rId54" Type="http://schemas.openxmlformats.org/officeDocument/2006/relationships/tags" Target="../tags/tag1841.xml"/><Relationship Id="rId62" Type="http://schemas.openxmlformats.org/officeDocument/2006/relationships/tags" Target="../tags/tag1849.xml"/><Relationship Id="rId70" Type="http://schemas.openxmlformats.org/officeDocument/2006/relationships/tags" Target="../tags/tag1857.xml"/><Relationship Id="rId75" Type="http://schemas.openxmlformats.org/officeDocument/2006/relationships/tags" Target="../tags/tag1862.xml"/><Relationship Id="rId83" Type="http://schemas.openxmlformats.org/officeDocument/2006/relationships/tags" Target="../tags/tag1870.xml"/><Relationship Id="rId88" Type="http://schemas.openxmlformats.org/officeDocument/2006/relationships/tags" Target="../tags/tag1875.xml"/><Relationship Id="rId91" Type="http://schemas.openxmlformats.org/officeDocument/2006/relationships/tags" Target="../tags/tag1878.xml"/><Relationship Id="rId96" Type="http://schemas.openxmlformats.org/officeDocument/2006/relationships/slideLayout" Target="../slideLayouts/slideLayout2.xml"/><Relationship Id="rId1" Type="http://schemas.openxmlformats.org/officeDocument/2006/relationships/tags" Target="../tags/tag1788.xml"/><Relationship Id="rId6" Type="http://schemas.openxmlformats.org/officeDocument/2006/relationships/tags" Target="../tags/tag1793.xml"/><Relationship Id="rId15" Type="http://schemas.openxmlformats.org/officeDocument/2006/relationships/tags" Target="../tags/tag1802.xml"/><Relationship Id="rId23" Type="http://schemas.openxmlformats.org/officeDocument/2006/relationships/tags" Target="../tags/tag1810.xml"/><Relationship Id="rId28" Type="http://schemas.openxmlformats.org/officeDocument/2006/relationships/tags" Target="../tags/tag1815.xml"/><Relationship Id="rId36" Type="http://schemas.openxmlformats.org/officeDocument/2006/relationships/tags" Target="../tags/tag1823.xml"/><Relationship Id="rId49" Type="http://schemas.openxmlformats.org/officeDocument/2006/relationships/tags" Target="../tags/tag1836.xml"/><Relationship Id="rId57" Type="http://schemas.openxmlformats.org/officeDocument/2006/relationships/tags" Target="../tags/tag1844.xml"/><Relationship Id="rId10" Type="http://schemas.openxmlformats.org/officeDocument/2006/relationships/tags" Target="../tags/tag1797.xml"/><Relationship Id="rId31" Type="http://schemas.openxmlformats.org/officeDocument/2006/relationships/tags" Target="../tags/tag1818.xml"/><Relationship Id="rId44" Type="http://schemas.openxmlformats.org/officeDocument/2006/relationships/tags" Target="../tags/tag1831.xml"/><Relationship Id="rId52" Type="http://schemas.openxmlformats.org/officeDocument/2006/relationships/tags" Target="../tags/tag1839.xml"/><Relationship Id="rId60" Type="http://schemas.openxmlformats.org/officeDocument/2006/relationships/tags" Target="../tags/tag1847.xml"/><Relationship Id="rId65" Type="http://schemas.openxmlformats.org/officeDocument/2006/relationships/tags" Target="../tags/tag1852.xml"/><Relationship Id="rId73" Type="http://schemas.openxmlformats.org/officeDocument/2006/relationships/tags" Target="../tags/tag1860.xml"/><Relationship Id="rId78" Type="http://schemas.openxmlformats.org/officeDocument/2006/relationships/tags" Target="../tags/tag1865.xml"/><Relationship Id="rId81" Type="http://schemas.openxmlformats.org/officeDocument/2006/relationships/tags" Target="../tags/tag1868.xml"/><Relationship Id="rId86" Type="http://schemas.openxmlformats.org/officeDocument/2006/relationships/tags" Target="../tags/tag1873.xml"/><Relationship Id="rId94" Type="http://schemas.openxmlformats.org/officeDocument/2006/relationships/tags" Target="../tags/tag1881.xml"/><Relationship Id="rId4" Type="http://schemas.openxmlformats.org/officeDocument/2006/relationships/tags" Target="../tags/tag1791.xml"/><Relationship Id="rId9" Type="http://schemas.openxmlformats.org/officeDocument/2006/relationships/tags" Target="../tags/tag1796.xml"/><Relationship Id="rId13" Type="http://schemas.openxmlformats.org/officeDocument/2006/relationships/tags" Target="../tags/tag1800.xml"/><Relationship Id="rId18" Type="http://schemas.openxmlformats.org/officeDocument/2006/relationships/tags" Target="../tags/tag1805.xml"/><Relationship Id="rId39" Type="http://schemas.openxmlformats.org/officeDocument/2006/relationships/tags" Target="../tags/tag1826.xml"/><Relationship Id="rId34" Type="http://schemas.openxmlformats.org/officeDocument/2006/relationships/tags" Target="../tags/tag1821.xml"/><Relationship Id="rId50" Type="http://schemas.openxmlformats.org/officeDocument/2006/relationships/tags" Target="../tags/tag1837.xml"/><Relationship Id="rId55" Type="http://schemas.openxmlformats.org/officeDocument/2006/relationships/tags" Target="../tags/tag1842.xml"/><Relationship Id="rId76" Type="http://schemas.openxmlformats.org/officeDocument/2006/relationships/tags" Target="../tags/tag1863.xml"/><Relationship Id="rId97" Type="http://schemas.openxmlformats.org/officeDocument/2006/relationships/image" Target="../media/image32.png"/><Relationship Id="rId7" Type="http://schemas.openxmlformats.org/officeDocument/2006/relationships/tags" Target="../tags/tag1794.xml"/><Relationship Id="rId71" Type="http://schemas.openxmlformats.org/officeDocument/2006/relationships/tags" Target="../tags/tag1858.xml"/><Relationship Id="rId92" Type="http://schemas.openxmlformats.org/officeDocument/2006/relationships/tags" Target="../tags/tag1879.xml"/><Relationship Id="rId2" Type="http://schemas.openxmlformats.org/officeDocument/2006/relationships/tags" Target="../tags/tag1789.xml"/><Relationship Id="rId29" Type="http://schemas.openxmlformats.org/officeDocument/2006/relationships/tags" Target="../tags/tag1816.xml"/><Relationship Id="rId24" Type="http://schemas.openxmlformats.org/officeDocument/2006/relationships/tags" Target="../tags/tag1811.xml"/><Relationship Id="rId40" Type="http://schemas.openxmlformats.org/officeDocument/2006/relationships/tags" Target="../tags/tag1827.xml"/><Relationship Id="rId45" Type="http://schemas.openxmlformats.org/officeDocument/2006/relationships/tags" Target="../tags/tag1832.xml"/><Relationship Id="rId66" Type="http://schemas.openxmlformats.org/officeDocument/2006/relationships/tags" Target="../tags/tag1853.xml"/><Relationship Id="rId87" Type="http://schemas.openxmlformats.org/officeDocument/2006/relationships/tags" Target="../tags/tag1874.xml"/><Relationship Id="rId61" Type="http://schemas.openxmlformats.org/officeDocument/2006/relationships/tags" Target="../tags/tag1848.xml"/><Relationship Id="rId82" Type="http://schemas.openxmlformats.org/officeDocument/2006/relationships/tags" Target="../tags/tag1869.xml"/><Relationship Id="rId19" Type="http://schemas.openxmlformats.org/officeDocument/2006/relationships/tags" Target="../tags/tag1806.xml"/><Relationship Id="rId14" Type="http://schemas.openxmlformats.org/officeDocument/2006/relationships/tags" Target="../tags/tag1801.xml"/><Relationship Id="rId30" Type="http://schemas.openxmlformats.org/officeDocument/2006/relationships/tags" Target="../tags/tag1817.xml"/><Relationship Id="rId35" Type="http://schemas.openxmlformats.org/officeDocument/2006/relationships/tags" Target="../tags/tag1822.xml"/><Relationship Id="rId56" Type="http://schemas.openxmlformats.org/officeDocument/2006/relationships/tags" Target="../tags/tag1843.xml"/><Relationship Id="rId77" Type="http://schemas.openxmlformats.org/officeDocument/2006/relationships/tags" Target="../tags/tag1864.xml"/><Relationship Id="rId8" Type="http://schemas.openxmlformats.org/officeDocument/2006/relationships/tags" Target="../tags/tag1795.xml"/><Relationship Id="rId51" Type="http://schemas.openxmlformats.org/officeDocument/2006/relationships/tags" Target="../tags/tag1838.xml"/><Relationship Id="rId72" Type="http://schemas.openxmlformats.org/officeDocument/2006/relationships/tags" Target="../tags/tag1859.xml"/><Relationship Id="rId93" Type="http://schemas.openxmlformats.org/officeDocument/2006/relationships/tags" Target="../tags/tag1880.xml"/></Relationships>
</file>

<file path=ppt/slides/_rels/slide39.xml.rels><?xml version="1.0" encoding="UTF-8" standalone="yes"?>
<Relationships xmlns="http://schemas.openxmlformats.org/package/2006/relationships"><Relationship Id="rId26" Type="http://schemas.openxmlformats.org/officeDocument/2006/relationships/tags" Target="../tags/tag1908.xml"/><Relationship Id="rId21" Type="http://schemas.openxmlformats.org/officeDocument/2006/relationships/tags" Target="../tags/tag1903.xml"/><Relationship Id="rId42" Type="http://schemas.openxmlformats.org/officeDocument/2006/relationships/tags" Target="../tags/tag1924.xml"/><Relationship Id="rId47" Type="http://schemas.openxmlformats.org/officeDocument/2006/relationships/tags" Target="../tags/tag1929.xml"/><Relationship Id="rId63" Type="http://schemas.openxmlformats.org/officeDocument/2006/relationships/tags" Target="../tags/tag1945.xml"/><Relationship Id="rId68" Type="http://schemas.openxmlformats.org/officeDocument/2006/relationships/tags" Target="../tags/tag1950.xml"/><Relationship Id="rId84" Type="http://schemas.openxmlformats.org/officeDocument/2006/relationships/tags" Target="../tags/tag1966.xml"/><Relationship Id="rId89" Type="http://schemas.openxmlformats.org/officeDocument/2006/relationships/tags" Target="../tags/tag1971.xml"/><Relationship Id="rId16" Type="http://schemas.openxmlformats.org/officeDocument/2006/relationships/tags" Target="../tags/tag1898.xml"/><Relationship Id="rId11" Type="http://schemas.openxmlformats.org/officeDocument/2006/relationships/tags" Target="../tags/tag1893.xml"/><Relationship Id="rId32" Type="http://schemas.openxmlformats.org/officeDocument/2006/relationships/tags" Target="../tags/tag1914.xml"/><Relationship Id="rId37" Type="http://schemas.openxmlformats.org/officeDocument/2006/relationships/tags" Target="../tags/tag1919.xml"/><Relationship Id="rId53" Type="http://schemas.openxmlformats.org/officeDocument/2006/relationships/tags" Target="../tags/tag1935.xml"/><Relationship Id="rId58" Type="http://schemas.openxmlformats.org/officeDocument/2006/relationships/tags" Target="../tags/tag1940.xml"/><Relationship Id="rId74" Type="http://schemas.openxmlformats.org/officeDocument/2006/relationships/tags" Target="../tags/tag1956.xml"/><Relationship Id="rId79" Type="http://schemas.openxmlformats.org/officeDocument/2006/relationships/tags" Target="../tags/tag1961.xml"/><Relationship Id="rId102" Type="http://schemas.openxmlformats.org/officeDocument/2006/relationships/image" Target="../media/image29.png"/><Relationship Id="rId5" Type="http://schemas.openxmlformats.org/officeDocument/2006/relationships/tags" Target="../tags/tag1887.xml"/><Relationship Id="rId90" Type="http://schemas.openxmlformats.org/officeDocument/2006/relationships/tags" Target="../tags/tag1972.xml"/><Relationship Id="rId95" Type="http://schemas.openxmlformats.org/officeDocument/2006/relationships/tags" Target="../tags/tag1977.xml"/><Relationship Id="rId22" Type="http://schemas.openxmlformats.org/officeDocument/2006/relationships/tags" Target="../tags/tag1904.xml"/><Relationship Id="rId27" Type="http://schemas.openxmlformats.org/officeDocument/2006/relationships/tags" Target="../tags/tag1909.xml"/><Relationship Id="rId43" Type="http://schemas.openxmlformats.org/officeDocument/2006/relationships/tags" Target="../tags/tag1925.xml"/><Relationship Id="rId48" Type="http://schemas.openxmlformats.org/officeDocument/2006/relationships/tags" Target="../tags/tag1930.xml"/><Relationship Id="rId64" Type="http://schemas.openxmlformats.org/officeDocument/2006/relationships/tags" Target="../tags/tag1946.xml"/><Relationship Id="rId69" Type="http://schemas.openxmlformats.org/officeDocument/2006/relationships/tags" Target="../tags/tag1951.xml"/><Relationship Id="rId80" Type="http://schemas.openxmlformats.org/officeDocument/2006/relationships/tags" Target="../tags/tag1962.xml"/><Relationship Id="rId85" Type="http://schemas.openxmlformats.org/officeDocument/2006/relationships/tags" Target="../tags/tag1967.xml"/><Relationship Id="rId12" Type="http://schemas.openxmlformats.org/officeDocument/2006/relationships/tags" Target="../tags/tag1894.xml"/><Relationship Id="rId17" Type="http://schemas.openxmlformats.org/officeDocument/2006/relationships/tags" Target="../tags/tag1899.xml"/><Relationship Id="rId25" Type="http://schemas.openxmlformats.org/officeDocument/2006/relationships/tags" Target="../tags/tag1907.xml"/><Relationship Id="rId33" Type="http://schemas.openxmlformats.org/officeDocument/2006/relationships/tags" Target="../tags/tag1915.xml"/><Relationship Id="rId38" Type="http://schemas.openxmlformats.org/officeDocument/2006/relationships/tags" Target="../tags/tag1920.xml"/><Relationship Id="rId46" Type="http://schemas.openxmlformats.org/officeDocument/2006/relationships/tags" Target="../tags/tag1928.xml"/><Relationship Id="rId59" Type="http://schemas.openxmlformats.org/officeDocument/2006/relationships/tags" Target="../tags/tag1941.xml"/><Relationship Id="rId67" Type="http://schemas.openxmlformats.org/officeDocument/2006/relationships/tags" Target="../tags/tag1949.xml"/><Relationship Id="rId20" Type="http://schemas.openxmlformats.org/officeDocument/2006/relationships/tags" Target="../tags/tag1902.xml"/><Relationship Id="rId41" Type="http://schemas.openxmlformats.org/officeDocument/2006/relationships/tags" Target="../tags/tag1923.xml"/><Relationship Id="rId54" Type="http://schemas.openxmlformats.org/officeDocument/2006/relationships/tags" Target="../tags/tag1936.xml"/><Relationship Id="rId62" Type="http://schemas.openxmlformats.org/officeDocument/2006/relationships/tags" Target="../tags/tag1944.xml"/><Relationship Id="rId70" Type="http://schemas.openxmlformats.org/officeDocument/2006/relationships/tags" Target="../tags/tag1952.xml"/><Relationship Id="rId75" Type="http://schemas.openxmlformats.org/officeDocument/2006/relationships/tags" Target="../tags/tag1957.xml"/><Relationship Id="rId83" Type="http://schemas.openxmlformats.org/officeDocument/2006/relationships/tags" Target="../tags/tag1965.xml"/><Relationship Id="rId88" Type="http://schemas.openxmlformats.org/officeDocument/2006/relationships/tags" Target="../tags/tag1970.xml"/><Relationship Id="rId91" Type="http://schemas.openxmlformats.org/officeDocument/2006/relationships/tags" Target="../tags/tag1973.xml"/><Relationship Id="rId96" Type="http://schemas.openxmlformats.org/officeDocument/2006/relationships/tags" Target="../tags/tag1978.xml"/><Relationship Id="rId1" Type="http://schemas.openxmlformats.org/officeDocument/2006/relationships/tags" Target="../tags/tag1883.xml"/><Relationship Id="rId6" Type="http://schemas.openxmlformats.org/officeDocument/2006/relationships/tags" Target="../tags/tag1888.xml"/><Relationship Id="rId15" Type="http://schemas.openxmlformats.org/officeDocument/2006/relationships/tags" Target="../tags/tag1897.xml"/><Relationship Id="rId23" Type="http://schemas.openxmlformats.org/officeDocument/2006/relationships/tags" Target="../tags/tag1905.xml"/><Relationship Id="rId28" Type="http://schemas.openxmlformats.org/officeDocument/2006/relationships/tags" Target="../tags/tag1910.xml"/><Relationship Id="rId36" Type="http://schemas.openxmlformats.org/officeDocument/2006/relationships/tags" Target="../tags/tag1918.xml"/><Relationship Id="rId49" Type="http://schemas.openxmlformats.org/officeDocument/2006/relationships/tags" Target="../tags/tag1931.xml"/><Relationship Id="rId57" Type="http://schemas.openxmlformats.org/officeDocument/2006/relationships/tags" Target="../tags/tag1939.xml"/><Relationship Id="rId10" Type="http://schemas.openxmlformats.org/officeDocument/2006/relationships/tags" Target="../tags/tag1892.xml"/><Relationship Id="rId31" Type="http://schemas.openxmlformats.org/officeDocument/2006/relationships/tags" Target="../tags/tag1913.xml"/><Relationship Id="rId44" Type="http://schemas.openxmlformats.org/officeDocument/2006/relationships/tags" Target="../tags/tag1926.xml"/><Relationship Id="rId52" Type="http://schemas.openxmlformats.org/officeDocument/2006/relationships/tags" Target="../tags/tag1934.xml"/><Relationship Id="rId60" Type="http://schemas.openxmlformats.org/officeDocument/2006/relationships/tags" Target="../tags/tag1942.xml"/><Relationship Id="rId65" Type="http://schemas.openxmlformats.org/officeDocument/2006/relationships/tags" Target="../tags/tag1947.xml"/><Relationship Id="rId73" Type="http://schemas.openxmlformats.org/officeDocument/2006/relationships/tags" Target="../tags/tag1955.xml"/><Relationship Id="rId78" Type="http://schemas.openxmlformats.org/officeDocument/2006/relationships/tags" Target="../tags/tag1960.xml"/><Relationship Id="rId81" Type="http://schemas.openxmlformats.org/officeDocument/2006/relationships/tags" Target="../tags/tag1963.xml"/><Relationship Id="rId86" Type="http://schemas.openxmlformats.org/officeDocument/2006/relationships/tags" Target="../tags/tag1968.xml"/><Relationship Id="rId94" Type="http://schemas.openxmlformats.org/officeDocument/2006/relationships/tags" Target="../tags/tag1976.xml"/><Relationship Id="rId99" Type="http://schemas.openxmlformats.org/officeDocument/2006/relationships/tags" Target="../tags/tag1981.xml"/><Relationship Id="rId101" Type="http://schemas.openxmlformats.org/officeDocument/2006/relationships/notesSlide" Target="../notesSlides/notesSlide9.xml"/><Relationship Id="rId4" Type="http://schemas.openxmlformats.org/officeDocument/2006/relationships/tags" Target="../tags/tag1886.xml"/><Relationship Id="rId9" Type="http://schemas.openxmlformats.org/officeDocument/2006/relationships/tags" Target="../tags/tag1891.xml"/><Relationship Id="rId13" Type="http://schemas.openxmlformats.org/officeDocument/2006/relationships/tags" Target="../tags/tag1895.xml"/><Relationship Id="rId18" Type="http://schemas.openxmlformats.org/officeDocument/2006/relationships/tags" Target="../tags/tag1900.xml"/><Relationship Id="rId39" Type="http://schemas.openxmlformats.org/officeDocument/2006/relationships/tags" Target="../tags/tag1921.xml"/><Relationship Id="rId34" Type="http://schemas.openxmlformats.org/officeDocument/2006/relationships/tags" Target="../tags/tag1916.xml"/><Relationship Id="rId50" Type="http://schemas.openxmlformats.org/officeDocument/2006/relationships/tags" Target="../tags/tag1932.xml"/><Relationship Id="rId55" Type="http://schemas.openxmlformats.org/officeDocument/2006/relationships/tags" Target="../tags/tag1937.xml"/><Relationship Id="rId76" Type="http://schemas.openxmlformats.org/officeDocument/2006/relationships/tags" Target="../tags/tag1958.xml"/><Relationship Id="rId97" Type="http://schemas.openxmlformats.org/officeDocument/2006/relationships/tags" Target="../tags/tag1979.xml"/><Relationship Id="rId7" Type="http://schemas.openxmlformats.org/officeDocument/2006/relationships/tags" Target="../tags/tag1889.xml"/><Relationship Id="rId71" Type="http://schemas.openxmlformats.org/officeDocument/2006/relationships/tags" Target="../tags/tag1953.xml"/><Relationship Id="rId92" Type="http://schemas.openxmlformats.org/officeDocument/2006/relationships/tags" Target="../tags/tag1974.xml"/><Relationship Id="rId2" Type="http://schemas.openxmlformats.org/officeDocument/2006/relationships/tags" Target="../tags/tag1884.xml"/><Relationship Id="rId29" Type="http://schemas.openxmlformats.org/officeDocument/2006/relationships/tags" Target="../tags/tag1911.xml"/><Relationship Id="rId24" Type="http://schemas.openxmlformats.org/officeDocument/2006/relationships/tags" Target="../tags/tag1906.xml"/><Relationship Id="rId40" Type="http://schemas.openxmlformats.org/officeDocument/2006/relationships/tags" Target="../tags/tag1922.xml"/><Relationship Id="rId45" Type="http://schemas.openxmlformats.org/officeDocument/2006/relationships/tags" Target="../tags/tag1927.xml"/><Relationship Id="rId66" Type="http://schemas.openxmlformats.org/officeDocument/2006/relationships/tags" Target="../tags/tag1948.xml"/><Relationship Id="rId87" Type="http://schemas.openxmlformats.org/officeDocument/2006/relationships/tags" Target="../tags/tag1969.xml"/><Relationship Id="rId61" Type="http://schemas.openxmlformats.org/officeDocument/2006/relationships/tags" Target="../tags/tag1943.xml"/><Relationship Id="rId82" Type="http://schemas.openxmlformats.org/officeDocument/2006/relationships/tags" Target="../tags/tag1964.xml"/><Relationship Id="rId19" Type="http://schemas.openxmlformats.org/officeDocument/2006/relationships/tags" Target="../tags/tag1901.xml"/><Relationship Id="rId14" Type="http://schemas.openxmlformats.org/officeDocument/2006/relationships/tags" Target="../tags/tag1896.xml"/><Relationship Id="rId30" Type="http://schemas.openxmlformats.org/officeDocument/2006/relationships/tags" Target="../tags/tag1912.xml"/><Relationship Id="rId35" Type="http://schemas.openxmlformats.org/officeDocument/2006/relationships/tags" Target="../tags/tag1917.xml"/><Relationship Id="rId56" Type="http://schemas.openxmlformats.org/officeDocument/2006/relationships/tags" Target="../tags/tag1938.xml"/><Relationship Id="rId77" Type="http://schemas.openxmlformats.org/officeDocument/2006/relationships/tags" Target="../tags/tag1959.xml"/><Relationship Id="rId100" Type="http://schemas.openxmlformats.org/officeDocument/2006/relationships/slideLayout" Target="../slideLayouts/slideLayout2.xml"/><Relationship Id="rId8" Type="http://schemas.openxmlformats.org/officeDocument/2006/relationships/tags" Target="../tags/tag1890.xml"/><Relationship Id="rId51" Type="http://schemas.openxmlformats.org/officeDocument/2006/relationships/tags" Target="../tags/tag1933.xml"/><Relationship Id="rId72" Type="http://schemas.openxmlformats.org/officeDocument/2006/relationships/tags" Target="../tags/tag1954.xml"/><Relationship Id="rId93" Type="http://schemas.openxmlformats.org/officeDocument/2006/relationships/tags" Target="../tags/tag1975.xml"/><Relationship Id="rId98" Type="http://schemas.openxmlformats.org/officeDocument/2006/relationships/tags" Target="../tags/tag1980.xml"/><Relationship Id="rId3" Type="http://schemas.openxmlformats.org/officeDocument/2006/relationships/tags" Target="../tags/tag1885.xml"/></Relationships>
</file>

<file path=ppt/slides/_rels/slide40.xml.rels><?xml version="1.0" encoding="UTF-8" standalone="yes"?>
<Relationships xmlns="http://schemas.openxmlformats.org/package/2006/relationships"><Relationship Id="rId26" Type="http://schemas.openxmlformats.org/officeDocument/2006/relationships/tags" Target="../tags/tag2007.xml"/><Relationship Id="rId117" Type="http://schemas.openxmlformats.org/officeDocument/2006/relationships/tags" Target="../tags/tag2098.xml"/><Relationship Id="rId21" Type="http://schemas.openxmlformats.org/officeDocument/2006/relationships/tags" Target="../tags/tag2002.xml"/><Relationship Id="rId42" Type="http://schemas.openxmlformats.org/officeDocument/2006/relationships/tags" Target="../tags/tag2023.xml"/><Relationship Id="rId47" Type="http://schemas.openxmlformats.org/officeDocument/2006/relationships/tags" Target="../tags/tag2028.xml"/><Relationship Id="rId63" Type="http://schemas.openxmlformats.org/officeDocument/2006/relationships/tags" Target="../tags/tag2044.xml"/><Relationship Id="rId68" Type="http://schemas.openxmlformats.org/officeDocument/2006/relationships/tags" Target="../tags/tag2049.xml"/><Relationship Id="rId84" Type="http://schemas.openxmlformats.org/officeDocument/2006/relationships/tags" Target="../tags/tag2065.xml"/><Relationship Id="rId89" Type="http://schemas.openxmlformats.org/officeDocument/2006/relationships/tags" Target="../tags/tag2070.xml"/><Relationship Id="rId112" Type="http://schemas.openxmlformats.org/officeDocument/2006/relationships/tags" Target="../tags/tag2093.xml"/><Relationship Id="rId16" Type="http://schemas.openxmlformats.org/officeDocument/2006/relationships/tags" Target="../tags/tag1997.xml"/><Relationship Id="rId107" Type="http://schemas.openxmlformats.org/officeDocument/2006/relationships/tags" Target="../tags/tag2088.xml"/><Relationship Id="rId11" Type="http://schemas.openxmlformats.org/officeDocument/2006/relationships/tags" Target="../tags/tag1992.xml"/><Relationship Id="rId32" Type="http://schemas.openxmlformats.org/officeDocument/2006/relationships/tags" Target="../tags/tag2013.xml"/><Relationship Id="rId37" Type="http://schemas.openxmlformats.org/officeDocument/2006/relationships/tags" Target="../tags/tag2018.xml"/><Relationship Id="rId53" Type="http://schemas.openxmlformats.org/officeDocument/2006/relationships/tags" Target="../tags/tag2034.xml"/><Relationship Id="rId58" Type="http://schemas.openxmlformats.org/officeDocument/2006/relationships/tags" Target="../tags/tag2039.xml"/><Relationship Id="rId74" Type="http://schemas.openxmlformats.org/officeDocument/2006/relationships/tags" Target="../tags/tag2055.xml"/><Relationship Id="rId79" Type="http://schemas.openxmlformats.org/officeDocument/2006/relationships/tags" Target="../tags/tag2060.xml"/><Relationship Id="rId102" Type="http://schemas.openxmlformats.org/officeDocument/2006/relationships/tags" Target="../tags/tag2083.xml"/><Relationship Id="rId123" Type="http://schemas.openxmlformats.org/officeDocument/2006/relationships/tags" Target="../tags/tag2104.xml"/><Relationship Id="rId128" Type="http://schemas.openxmlformats.org/officeDocument/2006/relationships/image" Target="../media/image33.png"/><Relationship Id="rId5" Type="http://schemas.openxmlformats.org/officeDocument/2006/relationships/tags" Target="../tags/tag1986.xml"/><Relationship Id="rId90" Type="http://schemas.openxmlformats.org/officeDocument/2006/relationships/tags" Target="../tags/tag2071.xml"/><Relationship Id="rId95" Type="http://schemas.openxmlformats.org/officeDocument/2006/relationships/tags" Target="../tags/tag2076.xml"/><Relationship Id="rId22" Type="http://schemas.openxmlformats.org/officeDocument/2006/relationships/tags" Target="../tags/tag2003.xml"/><Relationship Id="rId27" Type="http://schemas.openxmlformats.org/officeDocument/2006/relationships/tags" Target="../tags/tag2008.xml"/><Relationship Id="rId43" Type="http://schemas.openxmlformats.org/officeDocument/2006/relationships/tags" Target="../tags/tag2024.xml"/><Relationship Id="rId48" Type="http://schemas.openxmlformats.org/officeDocument/2006/relationships/tags" Target="../tags/tag2029.xml"/><Relationship Id="rId64" Type="http://schemas.openxmlformats.org/officeDocument/2006/relationships/tags" Target="../tags/tag2045.xml"/><Relationship Id="rId69" Type="http://schemas.openxmlformats.org/officeDocument/2006/relationships/tags" Target="../tags/tag2050.xml"/><Relationship Id="rId113" Type="http://schemas.openxmlformats.org/officeDocument/2006/relationships/tags" Target="../tags/tag2094.xml"/><Relationship Id="rId118" Type="http://schemas.openxmlformats.org/officeDocument/2006/relationships/tags" Target="../tags/tag2099.xml"/><Relationship Id="rId80" Type="http://schemas.openxmlformats.org/officeDocument/2006/relationships/tags" Target="../tags/tag2061.xml"/><Relationship Id="rId85" Type="http://schemas.openxmlformats.org/officeDocument/2006/relationships/tags" Target="../tags/tag2066.xml"/><Relationship Id="rId12" Type="http://schemas.openxmlformats.org/officeDocument/2006/relationships/tags" Target="../tags/tag1993.xml"/><Relationship Id="rId17" Type="http://schemas.openxmlformats.org/officeDocument/2006/relationships/tags" Target="../tags/tag1998.xml"/><Relationship Id="rId33" Type="http://schemas.openxmlformats.org/officeDocument/2006/relationships/tags" Target="../tags/tag2014.xml"/><Relationship Id="rId38" Type="http://schemas.openxmlformats.org/officeDocument/2006/relationships/tags" Target="../tags/tag2019.xml"/><Relationship Id="rId59" Type="http://schemas.openxmlformats.org/officeDocument/2006/relationships/tags" Target="../tags/tag2040.xml"/><Relationship Id="rId103" Type="http://schemas.openxmlformats.org/officeDocument/2006/relationships/tags" Target="../tags/tag2084.xml"/><Relationship Id="rId108" Type="http://schemas.openxmlformats.org/officeDocument/2006/relationships/tags" Target="../tags/tag2089.xml"/><Relationship Id="rId124" Type="http://schemas.openxmlformats.org/officeDocument/2006/relationships/tags" Target="../tags/tag2105.xml"/><Relationship Id="rId54" Type="http://schemas.openxmlformats.org/officeDocument/2006/relationships/tags" Target="../tags/tag2035.xml"/><Relationship Id="rId70" Type="http://schemas.openxmlformats.org/officeDocument/2006/relationships/tags" Target="../tags/tag2051.xml"/><Relationship Id="rId75" Type="http://schemas.openxmlformats.org/officeDocument/2006/relationships/tags" Target="../tags/tag2056.xml"/><Relationship Id="rId91" Type="http://schemas.openxmlformats.org/officeDocument/2006/relationships/tags" Target="../tags/tag2072.xml"/><Relationship Id="rId96" Type="http://schemas.openxmlformats.org/officeDocument/2006/relationships/tags" Target="../tags/tag2077.xml"/><Relationship Id="rId1" Type="http://schemas.openxmlformats.org/officeDocument/2006/relationships/tags" Target="../tags/tag1982.xml"/><Relationship Id="rId6" Type="http://schemas.openxmlformats.org/officeDocument/2006/relationships/tags" Target="../tags/tag1987.xml"/><Relationship Id="rId23" Type="http://schemas.openxmlformats.org/officeDocument/2006/relationships/tags" Target="../tags/tag2004.xml"/><Relationship Id="rId28" Type="http://schemas.openxmlformats.org/officeDocument/2006/relationships/tags" Target="../tags/tag2009.xml"/><Relationship Id="rId49" Type="http://schemas.openxmlformats.org/officeDocument/2006/relationships/tags" Target="../tags/tag2030.xml"/><Relationship Id="rId114" Type="http://schemas.openxmlformats.org/officeDocument/2006/relationships/tags" Target="../tags/tag2095.xml"/><Relationship Id="rId119" Type="http://schemas.openxmlformats.org/officeDocument/2006/relationships/tags" Target="../tags/tag2100.xml"/><Relationship Id="rId44" Type="http://schemas.openxmlformats.org/officeDocument/2006/relationships/tags" Target="../tags/tag2025.xml"/><Relationship Id="rId60" Type="http://schemas.openxmlformats.org/officeDocument/2006/relationships/tags" Target="../tags/tag2041.xml"/><Relationship Id="rId65" Type="http://schemas.openxmlformats.org/officeDocument/2006/relationships/tags" Target="../tags/tag2046.xml"/><Relationship Id="rId81" Type="http://schemas.openxmlformats.org/officeDocument/2006/relationships/tags" Target="../tags/tag2062.xml"/><Relationship Id="rId86" Type="http://schemas.openxmlformats.org/officeDocument/2006/relationships/tags" Target="../tags/tag2067.xml"/><Relationship Id="rId13" Type="http://schemas.openxmlformats.org/officeDocument/2006/relationships/tags" Target="../tags/tag1994.xml"/><Relationship Id="rId18" Type="http://schemas.openxmlformats.org/officeDocument/2006/relationships/tags" Target="../tags/tag1999.xml"/><Relationship Id="rId39" Type="http://schemas.openxmlformats.org/officeDocument/2006/relationships/tags" Target="../tags/tag2020.xml"/><Relationship Id="rId109" Type="http://schemas.openxmlformats.org/officeDocument/2006/relationships/tags" Target="../tags/tag2090.xml"/><Relationship Id="rId34" Type="http://schemas.openxmlformats.org/officeDocument/2006/relationships/tags" Target="../tags/tag2015.xml"/><Relationship Id="rId50" Type="http://schemas.openxmlformats.org/officeDocument/2006/relationships/tags" Target="../tags/tag2031.xml"/><Relationship Id="rId55" Type="http://schemas.openxmlformats.org/officeDocument/2006/relationships/tags" Target="../tags/tag2036.xml"/><Relationship Id="rId76" Type="http://schemas.openxmlformats.org/officeDocument/2006/relationships/tags" Target="../tags/tag2057.xml"/><Relationship Id="rId97" Type="http://schemas.openxmlformats.org/officeDocument/2006/relationships/tags" Target="../tags/tag2078.xml"/><Relationship Id="rId104" Type="http://schemas.openxmlformats.org/officeDocument/2006/relationships/tags" Target="../tags/tag2085.xml"/><Relationship Id="rId120" Type="http://schemas.openxmlformats.org/officeDocument/2006/relationships/tags" Target="../tags/tag2101.xml"/><Relationship Id="rId125" Type="http://schemas.openxmlformats.org/officeDocument/2006/relationships/tags" Target="../tags/tag2106.xml"/><Relationship Id="rId7" Type="http://schemas.openxmlformats.org/officeDocument/2006/relationships/tags" Target="../tags/tag1988.xml"/><Relationship Id="rId71" Type="http://schemas.openxmlformats.org/officeDocument/2006/relationships/tags" Target="../tags/tag2052.xml"/><Relationship Id="rId92" Type="http://schemas.openxmlformats.org/officeDocument/2006/relationships/tags" Target="../tags/tag2073.xml"/><Relationship Id="rId2" Type="http://schemas.openxmlformats.org/officeDocument/2006/relationships/tags" Target="../tags/tag1983.xml"/><Relationship Id="rId29" Type="http://schemas.openxmlformats.org/officeDocument/2006/relationships/tags" Target="../tags/tag2010.xml"/><Relationship Id="rId24" Type="http://schemas.openxmlformats.org/officeDocument/2006/relationships/tags" Target="../tags/tag2005.xml"/><Relationship Id="rId40" Type="http://schemas.openxmlformats.org/officeDocument/2006/relationships/tags" Target="../tags/tag2021.xml"/><Relationship Id="rId45" Type="http://schemas.openxmlformats.org/officeDocument/2006/relationships/tags" Target="../tags/tag2026.xml"/><Relationship Id="rId66" Type="http://schemas.openxmlformats.org/officeDocument/2006/relationships/tags" Target="../tags/tag2047.xml"/><Relationship Id="rId87" Type="http://schemas.openxmlformats.org/officeDocument/2006/relationships/tags" Target="../tags/tag2068.xml"/><Relationship Id="rId110" Type="http://schemas.openxmlformats.org/officeDocument/2006/relationships/tags" Target="../tags/tag2091.xml"/><Relationship Id="rId115" Type="http://schemas.openxmlformats.org/officeDocument/2006/relationships/tags" Target="../tags/tag2096.xml"/><Relationship Id="rId61" Type="http://schemas.openxmlformats.org/officeDocument/2006/relationships/tags" Target="../tags/tag2042.xml"/><Relationship Id="rId82" Type="http://schemas.openxmlformats.org/officeDocument/2006/relationships/tags" Target="../tags/tag2063.xml"/><Relationship Id="rId19" Type="http://schemas.openxmlformats.org/officeDocument/2006/relationships/tags" Target="../tags/tag2000.xml"/><Relationship Id="rId14" Type="http://schemas.openxmlformats.org/officeDocument/2006/relationships/tags" Target="../tags/tag1995.xml"/><Relationship Id="rId30" Type="http://schemas.openxmlformats.org/officeDocument/2006/relationships/tags" Target="../tags/tag2011.xml"/><Relationship Id="rId35" Type="http://schemas.openxmlformats.org/officeDocument/2006/relationships/tags" Target="../tags/tag2016.xml"/><Relationship Id="rId56" Type="http://schemas.openxmlformats.org/officeDocument/2006/relationships/tags" Target="../tags/tag2037.xml"/><Relationship Id="rId77" Type="http://schemas.openxmlformats.org/officeDocument/2006/relationships/tags" Target="../tags/tag2058.xml"/><Relationship Id="rId100" Type="http://schemas.openxmlformats.org/officeDocument/2006/relationships/tags" Target="../tags/tag2081.xml"/><Relationship Id="rId105" Type="http://schemas.openxmlformats.org/officeDocument/2006/relationships/tags" Target="../tags/tag2086.xml"/><Relationship Id="rId126" Type="http://schemas.openxmlformats.org/officeDocument/2006/relationships/tags" Target="../tags/tag2107.xml"/><Relationship Id="rId8" Type="http://schemas.openxmlformats.org/officeDocument/2006/relationships/tags" Target="../tags/tag1989.xml"/><Relationship Id="rId51" Type="http://schemas.openxmlformats.org/officeDocument/2006/relationships/tags" Target="../tags/tag2032.xml"/><Relationship Id="rId72" Type="http://schemas.openxmlformats.org/officeDocument/2006/relationships/tags" Target="../tags/tag2053.xml"/><Relationship Id="rId93" Type="http://schemas.openxmlformats.org/officeDocument/2006/relationships/tags" Target="../tags/tag2074.xml"/><Relationship Id="rId98" Type="http://schemas.openxmlformats.org/officeDocument/2006/relationships/tags" Target="../tags/tag2079.xml"/><Relationship Id="rId121" Type="http://schemas.openxmlformats.org/officeDocument/2006/relationships/tags" Target="../tags/tag2102.xml"/><Relationship Id="rId3" Type="http://schemas.openxmlformats.org/officeDocument/2006/relationships/tags" Target="../tags/tag1984.xml"/><Relationship Id="rId25" Type="http://schemas.openxmlformats.org/officeDocument/2006/relationships/tags" Target="../tags/tag2006.xml"/><Relationship Id="rId46" Type="http://schemas.openxmlformats.org/officeDocument/2006/relationships/tags" Target="../tags/tag2027.xml"/><Relationship Id="rId67" Type="http://schemas.openxmlformats.org/officeDocument/2006/relationships/tags" Target="../tags/tag2048.xml"/><Relationship Id="rId116" Type="http://schemas.openxmlformats.org/officeDocument/2006/relationships/tags" Target="../tags/tag2097.xml"/><Relationship Id="rId20" Type="http://schemas.openxmlformats.org/officeDocument/2006/relationships/tags" Target="../tags/tag2001.xml"/><Relationship Id="rId41" Type="http://schemas.openxmlformats.org/officeDocument/2006/relationships/tags" Target="../tags/tag2022.xml"/><Relationship Id="rId62" Type="http://schemas.openxmlformats.org/officeDocument/2006/relationships/tags" Target="../tags/tag2043.xml"/><Relationship Id="rId83" Type="http://schemas.openxmlformats.org/officeDocument/2006/relationships/tags" Target="../tags/tag2064.xml"/><Relationship Id="rId88" Type="http://schemas.openxmlformats.org/officeDocument/2006/relationships/tags" Target="../tags/tag2069.xml"/><Relationship Id="rId111" Type="http://schemas.openxmlformats.org/officeDocument/2006/relationships/tags" Target="../tags/tag2092.xml"/><Relationship Id="rId15" Type="http://schemas.openxmlformats.org/officeDocument/2006/relationships/tags" Target="../tags/tag1996.xml"/><Relationship Id="rId36" Type="http://schemas.openxmlformats.org/officeDocument/2006/relationships/tags" Target="../tags/tag2017.xml"/><Relationship Id="rId57" Type="http://schemas.openxmlformats.org/officeDocument/2006/relationships/tags" Target="../tags/tag2038.xml"/><Relationship Id="rId106" Type="http://schemas.openxmlformats.org/officeDocument/2006/relationships/tags" Target="../tags/tag2087.xml"/><Relationship Id="rId127" Type="http://schemas.openxmlformats.org/officeDocument/2006/relationships/slideLayout" Target="../slideLayouts/slideLayout2.xml"/><Relationship Id="rId10" Type="http://schemas.openxmlformats.org/officeDocument/2006/relationships/tags" Target="../tags/tag1991.xml"/><Relationship Id="rId31" Type="http://schemas.openxmlformats.org/officeDocument/2006/relationships/tags" Target="../tags/tag2012.xml"/><Relationship Id="rId52" Type="http://schemas.openxmlformats.org/officeDocument/2006/relationships/tags" Target="../tags/tag2033.xml"/><Relationship Id="rId73" Type="http://schemas.openxmlformats.org/officeDocument/2006/relationships/tags" Target="../tags/tag2054.xml"/><Relationship Id="rId78" Type="http://schemas.openxmlformats.org/officeDocument/2006/relationships/tags" Target="../tags/tag2059.xml"/><Relationship Id="rId94" Type="http://schemas.openxmlformats.org/officeDocument/2006/relationships/tags" Target="../tags/tag2075.xml"/><Relationship Id="rId99" Type="http://schemas.openxmlformats.org/officeDocument/2006/relationships/tags" Target="../tags/tag2080.xml"/><Relationship Id="rId101" Type="http://schemas.openxmlformats.org/officeDocument/2006/relationships/tags" Target="../tags/tag2082.xml"/><Relationship Id="rId122" Type="http://schemas.openxmlformats.org/officeDocument/2006/relationships/tags" Target="../tags/tag2103.xml"/><Relationship Id="rId4" Type="http://schemas.openxmlformats.org/officeDocument/2006/relationships/tags" Target="../tags/tag1985.xml"/><Relationship Id="rId9" Type="http://schemas.openxmlformats.org/officeDocument/2006/relationships/tags" Target="../tags/tag1990.xml"/></Relationships>
</file>

<file path=ppt/slides/_rels/slide41.xml.rels><?xml version="1.0" encoding="UTF-8" standalone="yes"?>
<Relationships xmlns="http://schemas.openxmlformats.org/package/2006/relationships"><Relationship Id="rId26" Type="http://schemas.openxmlformats.org/officeDocument/2006/relationships/tags" Target="../tags/tag2133.xml"/><Relationship Id="rId21" Type="http://schemas.openxmlformats.org/officeDocument/2006/relationships/tags" Target="../tags/tag2128.xml"/><Relationship Id="rId42" Type="http://schemas.openxmlformats.org/officeDocument/2006/relationships/tags" Target="../tags/tag2149.xml"/><Relationship Id="rId47" Type="http://schemas.openxmlformats.org/officeDocument/2006/relationships/tags" Target="../tags/tag2154.xml"/><Relationship Id="rId63" Type="http://schemas.openxmlformats.org/officeDocument/2006/relationships/tags" Target="../tags/tag2170.xml"/><Relationship Id="rId68" Type="http://schemas.openxmlformats.org/officeDocument/2006/relationships/tags" Target="../tags/tag2175.xml"/><Relationship Id="rId84" Type="http://schemas.openxmlformats.org/officeDocument/2006/relationships/tags" Target="../tags/tag2191.xml"/><Relationship Id="rId89" Type="http://schemas.openxmlformats.org/officeDocument/2006/relationships/tags" Target="../tags/tag2196.xml"/><Relationship Id="rId16" Type="http://schemas.openxmlformats.org/officeDocument/2006/relationships/tags" Target="../tags/tag2123.xml"/><Relationship Id="rId11" Type="http://schemas.openxmlformats.org/officeDocument/2006/relationships/tags" Target="../tags/tag2118.xml"/><Relationship Id="rId32" Type="http://schemas.openxmlformats.org/officeDocument/2006/relationships/tags" Target="../tags/tag2139.xml"/><Relationship Id="rId37" Type="http://schemas.openxmlformats.org/officeDocument/2006/relationships/tags" Target="../tags/tag2144.xml"/><Relationship Id="rId53" Type="http://schemas.openxmlformats.org/officeDocument/2006/relationships/tags" Target="../tags/tag2160.xml"/><Relationship Id="rId58" Type="http://schemas.openxmlformats.org/officeDocument/2006/relationships/tags" Target="../tags/tag2165.xml"/><Relationship Id="rId74" Type="http://schemas.openxmlformats.org/officeDocument/2006/relationships/tags" Target="../tags/tag2181.xml"/><Relationship Id="rId79" Type="http://schemas.openxmlformats.org/officeDocument/2006/relationships/tags" Target="../tags/tag2186.xml"/><Relationship Id="rId5" Type="http://schemas.openxmlformats.org/officeDocument/2006/relationships/tags" Target="../tags/tag2112.xml"/><Relationship Id="rId90" Type="http://schemas.openxmlformats.org/officeDocument/2006/relationships/tags" Target="../tags/tag2197.xml"/><Relationship Id="rId95" Type="http://schemas.openxmlformats.org/officeDocument/2006/relationships/tags" Target="../tags/tag2202.xml"/><Relationship Id="rId22" Type="http://schemas.openxmlformats.org/officeDocument/2006/relationships/tags" Target="../tags/tag2129.xml"/><Relationship Id="rId27" Type="http://schemas.openxmlformats.org/officeDocument/2006/relationships/tags" Target="../tags/tag2134.xml"/><Relationship Id="rId43" Type="http://schemas.openxmlformats.org/officeDocument/2006/relationships/tags" Target="../tags/tag2150.xml"/><Relationship Id="rId48" Type="http://schemas.openxmlformats.org/officeDocument/2006/relationships/tags" Target="../tags/tag2155.xml"/><Relationship Id="rId64" Type="http://schemas.openxmlformats.org/officeDocument/2006/relationships/tags" Target="../tags/tag2171.xml"/><Relationship Id="rId69" Type="http://schemas.openxmlformats.org/officeDocument/2006/relationships/tags" Target="../tags/tag2176.xml"/><Relationship Id="rId80" Type="http://schemas.openxmlformats.org/officeDocument/2006/relationships/tags" Target="../tags/tag2187.xml"/><Relationship Id="rId85" Type="http://schemas.openxmlformats.org/officeDocument/2006/relationships/tags" Target="../tags/tag2192.xml"/><Relationship Id="rId3" Type="http://schemas.openxmlformats.org/officeDocument/2006/relationships/tags" Target="../tags/tag2110.xml"/><Relationship Id="rId12" Type="http://schemas.openxmlformats.org/officeDocument/2006/relationships/tags" Target="../tags/tag2119.xml"/><Relationship Id="rId17" Type="http://schemas.openxmlformats.org/officeDocument/2006/relationships/tags" Target="../tags/tag2124.xml"/><Relationship Id="rId25" Type="http://schemas.openxmlformats.org/officeDocument/2006/relationships/tags" Target="../tags/tag2132.xml"/><Relationship Id="rId33" Type="http://schemas.openxmlformats.org/officeDocument/2006/relationships/tags" Target="../tags/tag2140.xml"/><Relationship Id="rId38" Type="http://schemas.openxmlformats.org/officeDocument/2006/relationships/tags" Target="../tags/tag2145.xml"/><Relationship Id="rId46" Type="http://schemas.openxmlformats.org/officeDocument/2006/relationships/tags" Target="../tags/tag2153.xml"/><Relationship Id="rId59" Type="http://schemas.openxmlformats.org/officeDocument/2006/relationships/tags" Target="../tags/tag2166.xml"/><Relationship Id="rId67" Type="http://schemas.openxmlformats.org/officeDocument/2006/relationships/tags" Target="../tags/tag2174.xml"/><Relationship Id="rId20" Type="http://schemas.openxmlformats.org/officeDocument/2006/relationships/tags" Target="../tags/tag2127.xml"/><Relationship Id="rId41" Type="http://schemas.openxmlformats.org/officeDocument/2006/relationships/tags" Target="../tags/tag2148.xml"/><Relationship Id="rId54" Type="http://schemas.openxmlformats.org/officeDocument/2006/relationships/tags" Target="../tags/tag2161.xml"/><Relationship Id="rId62" Type="http://schemas.openxmlformats.org/officeDocument/2006/relationships/tags" Target="../tags/tag2169.xml"/><Relationship Id="rId70" Type="http://schemas.openxmlformats.org/officeDocument/2006/relationships/tags" Target="../tags/tag2177.xml"/><Relationship Id="rId75" Type="http://schemas.openxmlformats.org/officeDocument/2006/relationships/tags" Target="../tags/tag2182.xml"/><Relationship Id="rId83" Type="http://schemas.openxmlformats.org/officeDocument/2006/relationships/tags" Target="../tags/tag2190.xml"/><Relationship Id="rId88" Type="http://schemas.openxmlformats.org/officeDocument/2006/relationships/tags" Target="../tags/tag2195.xml"/><Relationship Id="rId91" Type="http://schemas.openxmlformats.org/officeDocument/2006/relationships/tags" Target="../tags/tag2198.xml"/><Relationship Id="rId96" Type="http://schemas.openxmlformats.org/officeDocument/2006/relationships/tags" Target="../tags/tag2203.xml"/><Relationship Id="rId1" Type="http://schemas.openxmlformats.org/officeDocument/2006/relationships/tags" Target="../tags/tag2108.xml"/><Relationship Id="rId6" Type="http://schemas.openxmlformats.org/officeDocument/2006/relationships/tags" Target="../tags/tag2113.xml"/><Relationship Id="rId15" Type="http://schemas.openxmlformats.org/officeDocument/2006/relationships/tags" Target="../tags/tag2122.xml"/><Relationship Id="rId23" Type="http://schemas.openxmlformats.org/officeDocument/2006/relationships/tags" Target="../tags/tag2130.xml"/><Relationship Id="rId28" Type="http://schemas.openxmlformats.org/officeDocument/2006/relationships/tags" Target="../tags/tag2135.xml"/><Relationship Id="rId36" Type="http://schemas.openxmlformats.org/officeDocument/2006/relationships/tags" Target="../tags/tag2143.xml"/><Relationship Id="rId49" Type="http://schemas.openxmlformats.org/officeDocument/2006/relationships/tags" Target="../tags/tag2156.xml"/><Relationship Id="rId57" Type="http://schemas.openxmlformats.org/officeDocument/2006/relationships/tags" Target="../tags/tag2164.xml"/><Relationship Id="rId10" Type="http://schemas.openxmlformats.org/officeDocument/2006/relationships/tags" Target="../tags/tag2117.xml"/><Relationship Id="rId31" Type="http://schemas.openxmlformats.org/officeDocument/2006/relationships/tags" Target="../tags/tag2138.xml"/><Relationship Id="rId44" Type="http://schemas.openxmlformats.org/officeDocument/2006/relationships/tags" Target="../tags/tag2151.xml"/><Relationship Id="rId52" Type="http://schemas.openxmlformats.org/officeDocument/2006/relationships/tags" Target="../tags/tag2159.xml"/><Relationship Id="rId60" Type="http://schemas.openxmlformats.org/officeDocument/2006/relationships/tags" Target="../tags/tag2167.xml"/><Relationship Id="rId65" Type="http://schemas.openxmlformats.org/officeDocument/2006/relationships/tags" Target="../tags/tag2172.xml"/><Relationship Id="rId73" Type="http://schemas.openxmlformats.org/officeDocument/2006/relationships/tags" Target="../tags/tag2180.xml"/><Relationship Id="rId78" Type="http://schemas.openxmlformats.org/officeDocument/2006/relationships/tags" Target="../tags/tag2185.xml"/><Relationship Id="rId81" Type="http://schemas.openxmlformats.org/officeDocument/2006/relationships/tags" Target="../tags/tag2188.xml"/><Relationship Id="rId86" Type="http://schemas.openxmlformats.org/officeDocument/2006/relationships/tags" Target="../tags/tag2193.xml"/><Relationship Id="rId94" Type="http://schemas.openxmlformats.org/officeDocument/2006/relationships/tags" Target="../tags/tag2201.xml"/><Relationship Id="rId99" Type="http://schemas.openxmlformats.org/officeDocument/2006/relationships/image" Target="../media/image29.png"/><Relationship Id="rId4" Type="http://schemas.openxmlformats.org/officeDocument/2006/relationships/tags" Target="../tags/tag2111.xml"/><Relationship Id="rId9" Type="http://schemas.openxmlformats.org/officeDocument/2006/relationships/tags" Target="../tags/tag2116.xml"/><Relationship Id="rId13" Type="http://schemas.openxmlformats.org/officeDocument/2006/relationships/tags" Target="../tags/tag2120.xml"/><Relationship Id="rId18" Type="http://schemas.openxmlformats.org/officeDocument/2006/relationships/tags" Target="../tags/tag2125.xml"/><Relationship Id="rId39" Type="http://schemas.openxmlformats.org/officeDocument/2006/relationships/tags" Target="../tags/tag2146.xml"/><Relationship Id="rId34" Type="http://schemas.openxmlformats.org/officeDocument/2006/relationships/tags" Target="../tags/tag2141.xml"/><Relationship Id="rId50" Type="http://schemas.openxmlformats.org/officeDocument/2006/relationships/tags" Target="../tags/tag2157.xml"/><Relationship Id="rId55" Type="http://schemas.openxmlformats.org/officeDocument/2006/relationships/tags" Target="../tags/tag2162.xml"/><Relationship Id="rId76" Type="http://schemas.openxmlformats.org/officeDocument/2006/relationships/tags" Target="../tags/tag2183.xml"/><Relationship Id="rId97" Type="http://schemas.openxmlformats.org/officeDocument/2006/relationships/tags" Target="../tags/tag2204.xml"/><Relationship Id="rId7" Type="http://schemas.openxmlformats.org/officeDocument/2006/relationships/tags" Target="../tags/tag2114.xml"/><Relationship Id="rId71" Type="http://schemas.openxmlformats.org/officeDocument/2006/relationships/tags" Target="../tags/tag2178.xml"/><Relationship Id="rId92" Type="http://schemas.openxmlformats.org/officeDocument/2006/relationships/tags" Target="../tags/tag2199.xml"/><Relationship Id="rId2" Type="http://schemas.openxmlformats.org/officeDocument/2006/relationships/tags" Target="../tags/tag2109.xml"/><Relationship Id="rId29" Type="http://schemas.openxmlformats.org/officeDocument/2006/relationships/tags" Target="../tags/tag2136.xml"/><Relationship Id="rId24" Type="http://schemas.openxmlformats.org/officeDocument/2006/relationships/tags" Target="../tags/tag2131.xml"/><Relationship Id="rId40" Type="http://schemas.openxmlformats.org/officeDocument/2006/relationships/tags" Target="../tags/tag2147.xml"/><Relationship Id="rId45" Type="http://schemas.openxmlformats.org/officeDocument/2006/relationships/tags" Target="../tags/tag2152.xml"/><Relationship Id="rId66" Type="http://schemas.openxmlformats.org/officeDocument/2006/relationships/tags" Target="../tags/tag2173.xml"/><Relationship Id="rId87" Type="http://schemas.openxmlformats.org/officeDocument/2006/relationships/tags" Target="../tags/tag2194.xml"/><Relationship Id="rId61" Type="http://schemas.openxmlformats.org/officeDocument/2006/relationships/tags" Target="../tags/tag2168.xml"/><Relationship Id="rId82" Type="http://schemas.openxmlformats.org/officeDocument/2006/relationships/tags" Target="../tags/tag2189.xml"/><Relationship Id="rId19" Type="http://schemas.openxmlformats.org/officeDocument/2006/relationships/tags" Target="../tags/tag2126.xml"/><Relationship Id="rId14" Type="http://schemas.openxmlformats.org/officeDocument/2006/relationships/tags" Target="../tags/tag2121.xml"/><Relationship Id="rId30" Type="http://schemas.openxmlformats.org/officeDocument/2006/relationships/tags" Target="../tags/tag2137.xml"/><Relationship Id="rId35" Type="http://schemas.openxmlformats.org/officeDocument/2006/relationships/tags" Target="../tags/tag2142.xml"/><Relationship Id="rId56" Type="http://schemas.openxmlformats.org/officeDocument/2006/relationships/tags" Target="../tags/tag2163.xml"/><Relationship Id="rId77" Type="http://schemas.openxmlformats.org/officeDocument/2006/relationships/tags" Target="../tags/tag2184.xml"/><Relationship Id="rId8" Type="http://schemas.openxmlformats.org/officeDocument/2006/relationships/tags" Target="../tags/tag2115.xml"/><Relationship Id="rId51" Type="http://schemas.openxmlformats.org/officeDocument/2006/relationships/tags" Target="../tags/tag2158.xml"/><Relationship Id="rId72" Type="http://schemas.openxmlformats.org/officeDocument/2006/relationships/tags" Target="../tags/tag2179.xml"/><Relationship Id="rId93" Type="http://schemas.openxmlformats.org/officeDocument/2006/relationships/tags" Target="../tags/tag2200.xml"/><Relationship Id="rId98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6" Type="http://schemas.openxmlformats.org/officeDocument/2006/relationships/tags" Target="../tags/tag2230.xml"/><Relationship Id="rId21" Type="http://schemas.openxmlformats.org/officeDocument/2006/relationships/tags" Target="../tags/tag2225.xml"/><Relationship Id="rId42" Type="http://schemas.openxmlformats.org/officeDocument/2006/relationships/tags" Target="../tags/tag2246.xml"/><Relationship Id="rId47" Type="http://schemas.openxmlformats.org/officeDocument/2006/relationships/tags" Target="../tags/tag2251.xml"/><Relationship Id="rId63" Type="http://schemas.openxmlformats.org/officeDocument/2006/relationships/tags" Target="../tags/tag2267.xml"/><Relationship Id="rId68" Type="http://schemas.openxmlformats.org/officeDocument/2006/relationships/tags" Target="../tags/tag2272.xml"/><Relationship Id="rId84" Type="http://schemas.openxmlformats.org/officeDocument/2006/relationships/tags" Target="../tags/tag2288.xml"/><Relationship Id="rId89" Type="http://schemas.openxmlformats.org/officeDocument/2006/relationships/tags" Target="../tags/tag2293.xml"/><Relationship Id="rId16" Type="http://schemas.openxmlformats.org/officeDocument/2006/relationships/tags" Target="../tags/tag2220.xml"/><Relationship Id="rId11" Type="http://schemas.openxmlformats.org/officeDocument/2006/relationships/tags" Target="../tags/tag2215.xml"/><Relationship Id="rId32" Type="http://schemas.openxmlformats.org/officeDocument/2006/relationships/tags" Target="../tags/tag2236.xml"/><Relationship Id="rId37" Type="http://schemas.openxmlformats.org/officeDocument/2006/relationships/tags" Target="../tags/tag2241.xml"/><Relationship Id="rId53" Type="http://schemas.openxmlformats.org/officeDocument/2006/relationships/tags" Target="../tags/tag2257.xml"/><Relationship Id="rId58" Type="http://schemas.openxmlformats.org/officeDocument/2006/relationships/tags" Target="../tags/tag2262.xml"/><Relationship Id="rId74" Type="http://schemas.openxmlformats.org/officeDocument/2006/relationships/tags" Target="../tags/tag2278.xml"/><Relationship Id="rId79" Type="http://schemas.openxmlformats.org/officeDocument/2006/relationships/tags" Target="../tags/tag2283.xml"/><Relationship Id="rId5" Type="http://schemas.openxmlformats.org/officeDocument/2006/relationships/tags" Target="../tags/tag2209.xml"/><Relationship Id="rId90" Type="http://schemas.openxmlformats.org/officeDocument/2006/relationships/tags" Target="../tags/tag2294.xml"/><Relationship Id="rId95" Type="http://schemas.openxmlformats.org/officeDocument/2006/relationships/tags" Target="../tags/tag2299.xml"/><Relationship Id="rId22" Type="http://schemas.openxmlformats.org/officeDocument/2006/relationships/tags" Target="../tags/tag2226.xml"/><Relationship Id="rId27" Type="http://schemas.openxmlformats.org/officeDocument/2006/relationships/tags" Target="../tags/tag2231.xml"/><Relationship Id="rId43" Type="http://schemas.openxmlformats.org/officeDocument/2006/relationships/tags" Target="../tags/tag2247.xml"/><Relationship Id="rId48" Type="http://schemas.openxmlformats.org/officeDocument/2006/relationships/tags" Target="../tags/tag2252.xml"/><Relationship Id="rId64" Type="http://schemas.openxmlformats.org/officeDocument/2006/relationships/tags" Target="../tags/tag2268.xml"/><Relationship Id="rId69" Type="http://schemas.openxmlformats.org/officeDocument/2006/relationships/tags" Target="../tags/tag2273.xml"/><Relationship Id="rId80" Type="http://schemas.openxmlformats.org/officeDocument/2006/relationships/tags" Target="../tags/tag2284.xml"/><Relationship Id="rId85" Type="http://schemas.openxmlformats.org/officeDocument/2006/relationships/tags" Target="../tags/tag2289.xml"/><Relationship Id="rId3" Type="http://schemas.openxmlformats.org/officeDocument/2006/relationships/tags" Target="../tags/tag2207.xml"/><Relationship Id="rId12" Type="http://schemas.openxmlformats.org/officeDocument/2006/relationships/tags" Target="../tags/tag2216.xml"/><Relationship Id="rId17" Type="http://schemas.openxmlformats.org/officeDocument/2006/relationships/tags" Target="../tags/tag2221.xml"/><Relationship Id="rId25" Type="http://schemas.openxmlformats.org/officeDocument/2006/relationships/tags" Target="../tags/tag2229.xml"/><Relationship Id="rId33" Type="http://schemas.openxmlformats.org/officeDocument/2006/relationships/tags" Target="../tags/tag2237.xml"/><Relationship Id="rId38" Type="http://schemas.openxmlformats.org/officeDocument/2006/relationships/tags" Target="../tags/tag2242.xml"/><Relationship Id="rId46" Type="http://schemas.openxmlformats.org/officeDocument/2006/relationships/tags" Target="../tags/tag2250.xml"/><Relationship Id="rId59" Type="http://schemas.openxmlformats.org/officeDocument/2006/relationships/tags" Target="../tags/tag2263.xml"/><Relationship Id="rId67" Type="http://schemas.openxmlformats.org/officeDocument/2006/relationships/tags" Target="../tags/tag2271.xml"/><Relationship Id="rId20" Type="http://schemas.openxmlformats.org/officeDocument/2006/relationships/tags" Target="../tags/tag2224.xml"/><Relationship Id="rId41" Type="http://schemas.openxmlformats.org/officeDocument/2006/relationships/tags" Target="../tags/tag2245.xml"/><Relationship Id="rId54" Type="http://schemas.openxmlformats.org/officeDocument/2006/relationships/tags" Target="../tags/tag2258.xml"/><Relationship Id="rId62" Type="http://schemas.openxmlformats.org/officeDocument/2006/relationships/tags" Target="../tags/tag2266.xml"/><Relationship Id="rId70" Type="http://schemas.openxmlformats.org/officeDocument/2006/relationships/tags" Target="../tags/tag2274.xml"/><Relationship Id="rId75" Type="http://schemas.openxmlformats.org/officeDocument/2006/relationships/tags" Target="../tags/tag2279.xml"/><Relationship Id="rId83" Type="http://schemas.openxmlformats.org/officeDocument/2006/relationships/tags" Target="../tags/tag2287.xml"/><Relationship Id="rId88" Type="http://schemas.openxmlformats.org/officeDocument/2006/relationships/tags" Target="../tags/tag2292.xml"/><Relationship Id="rId91" Type="http://schemas.openxmlformats.org/officeDocument/2006/relationships/tags" Target="../tags/tag2295.xml"/><Relationship Id="rId96" Type="http://schemas.openxmlformats.org/officeDocument/2006/relationships/tags" Target="../tags/tag2300.xml"/><Relationship Id="rId1" Type="http://schemas.openxmlformats.org/officeDocument/2006/relationships/tags" Target="../tags/tag2205.xml"/><Relationship Id="rId6" Type="http://schemas.openxmlformats.org/officeDocument/2006/relationships/tags" Target="../tags/tag2210.xml"/><Relationship Id="rId15" Type="http://schemas.openxmlformats.org/officeDocument/2006/relationships/tags" Target="../tags/tag2219.xml"/><Relationship Id="rId23" Type="http://schemas.openxmlformats.org/officeDocument/2006/relationships/tags" Target="../tags/tag2227.xml"/><Relationship Id="rId28" Type="http://schemas.openxmlformats.org/officeDocument/2006/relationships/tags" Target="../tags/tag2232.xml"/><Relationship Id="rId36" Type="http://schemas.openxmlformats.org/officeDocument/2006/relationships/tags" Target="../tags/tag2240.xml"/><Relationship Id="rId49" Type="http://schemas.openxmlformats.org/officeDocument/2006/relationships/tags" Target="../tags/tag2253.xml"/><Relationship Id="rId57" Type="http://schemas.openxmlformats.org/officeDocument/2006/relationships/tags" Target="../tags/tag2261.xml"/><Relationship Id="rId10" Type="http://schemas.openxmlformats.org/officeDocument/2006/relationships/tags" Target="../tags/tag2214.xml"/><Relationship Id="rId31" Type="http://schemas.openxmlformats.org/officeDocument/2006/relationships/tags" Target="../tags/tag2235.xml"/><Relationship Id="rId44" Type="http://schemas.openxmlformats.org/officeDocument/2006/relationships/tags" Target="../tags/tag2248.xml"/><Relationship Id="rId52" Type="http://schemas.openxmlformats.org/officeDocument/2006/relationships/tags" Target="../tags/tag2256.xml"/><Relationship Id="rId60" Type="http://schemas.openxmlformats.org/officeDocument/2006/relationships/tags" Target="../tags/tag2264.xml"/><Relationship Id="rId65" Type="http://schemas.openxmlformats.org/officeDocument/2006/relationships/tags" Target="../tags/tag2269.xml"/><Relationship Id="rId73" Type="http://schemas.openxmlformats.org/officeDocument/2006/relationships/tags" Target="../tags/tag2277.xml"/><Relationship Id="rId78" Type="http://schemas.openxmlformats.org/officeDocument/2006/relationships/tags" Target="../tags/tag2282.xml"/><Relationship Id="rId81" Type="http://schemas.openxmlformats.org/officeDocument/2006/relationships/tags" Target="../tags/tag2285.xml"/><Relationship Id="rId86" Type="http://schemas.openxmlformats.org/officeDocument/2006/relationships/tags" Target="../tags/tag2290.xml"/><Relationship Id="rId94" Type="http://schemas.openxmlformats.org/officeDocument/2006/relationships/tags" Target="../tags/tag2298.xml"/><Relationship Id="rId99" Type="http://schemas.openxmlformats.org/officeDocument/2006/relationships/image" Target="../media/image34.png"/><Relationship Id="rId4" Type="http://schemas.openxmlformats.org/officeDocument/2006/relationships/tags" Target="../tags/tag2208.xml"/><Relationship Id="rId9" Type="http://schemas.openxmlformats.org/officeDocument/2006/relationships/tags" Target="../tags/tag2213.xml"/><Relationship Id="rId13" Type="http://schemas.openxmlformats.org/officeDocument/2006/relationships/tags" Target="../tags/tag2217.xml"/><Relationship Id="rId18" Type="http://schemas.openxmlformats.org/officeDocument/2006/relationships/tags" Target="../tags/tag2222.xml"/><Relationship Id="rId39" Type="http://schemas.openxmlformats.org/officeDocument/2006/relationships/tags" Target="../tags/tag2243.xml"/><Relationship Id="rId34" Type="http://schemas.openxmlformats.org/officeDocument/2006/relationships/tags" Target="../tags/tag2238.xml"/><Relationship Id="rId50" Type="http://schemas.openxmlformats.org/officeDocument/2006/relationships/tags" Target="../tags/tag2254.xml"/><Relationship Id="rId55" Type="http://schemas.openxmlformats.org/officeDocument/2006/relationships/tags" Target="../tags/tag2259.xml"/><Relationship Id="rId76" Type="http://schemas.openxmlformats.org/officeDocument/2006/relationships/tags" Target="../tags/tag2280.xml"/><Relationship Id="rId97" Type="http://schemas.openxmlformats.org/officeDocument/2006/relationships/tags" Target="../tags/tag2301.xml"/><Relationship Id="rId7" Type="http://schemas.openxmlformats.org/officeDocument/2006/relationships/tags" Target="../tags/tag2211.xml"/><Relationship Id="rId71" Type="http://schemas.openxmlformats.org/officeDocument/2006/relationships/tags" Target="../tags/tag2275.xml"/><Relationship Id="rId92" Type="http://schemas.openxmlformats.org/officeDocument/2006/relationships/tags" Target="../tags/tag2296.xml"/><Relationship Id="rId2" Type="http://schemas.openxmlformats.org/officeDocument/2006/relationships/tags" Target="../tags/tag2206.xml"/><Relationship Id="rId29" Type="http://schemas.openxmlformats.org/officeDocument/2006/relationships/tags" Target="../tags/tag2233.xml"/><Relationship Id="rId24" Type="http://schemas.openxmlformats.org/officeDocument/2006/relationships/tags" Target="../tags/tag2228.xml"/><Relationship Id="rId40" Type="http://schemas.openxmlformats.org/officeDocument/2006/relationships/tags" Target="../tags/tag2244.xml"/><Relationship Id="rId45" Type="http://schemas.openxmlformats.org/officeDocument/2006/relationships/tags" Target="../tags/tag2249.xml"/><Relationship Id="rId66" Type="http://schemas.openxmlformats.org/officeDocument/2006/relationships/tags" Target="../tags/tag2270.xml"/><Relationship Id="rId87" Type="http://schemas.openxmlformats.org/officeDocument/2006/relationships/tags" Target="../tags/tag2291.xml"/><Relationship Id="rId61" Type="http://schemas.openxmlformats.org/officeDocument/2006/relationships/tags" Target="../tags/tag2265.xml"/><Relationship Id="rId82" Type="http://schemas.openxmlformats.org/officeDocument/2006/relationships/tags" Target="../tags/tag2286.xml"/><Relationship Id="rId19" Type="http://schemas.openxmlformats.org/officeDocument/2006/relationships/tags" Target="../tags/tag2223.xml"/><Relationship Id="rId14" Type="http://schemas.openxmlformats.org/officeDocument/2006/relationships/tags" Target="../tags/tag2218.xml"/><Relationship Id="rId30" Type="http://schemas.openxmlformats.org/officeDocument/2006/relationships/tags" Target="../tags/tag2234.xml"/><Relationship Id="rId35" Type="http://schemas.openxmlformats.org/officeDocument/2006/relationships/tags" Target="../tags/tag2239.xml"/><Relationship Id="rId56" Type="http://schemas.openxmlformats.org/officeDocument/2006/relationships/tags" Target="../tags/tag2260.xml"/><Relationship Id="rId77" Type="http://schemas.openxmlformats.org/officeDocument/2006/relationships/tags" Target="../tags/tag2281.xml"/><Relationship Id="rId100" Type="http://schemas.openxmlformats.org/officeDocument/2006/relationships/image" Target="../media/image29.png"/><Relationship Id="rId8" Type="http://schemas.openxmlformats.org/officeDocument/2006/relationships/tags" Target="../tags/tag2212.xml"/><Relationship Id="rId51" Type="http://schemas.openxmlformats.org/officeDocument/2006/relationships/tags" Target="../tags/tag2255.xml"/><Relationship Id="rId72" Type="http://schemas.openxmlformats.org/officeDocument/2006/relationships/tags" Target="../tags/tag2276.xml"/><Relationship Id="rId93" Type="http://schemas.openxmlformats.org/officeDocument/2006/relationships/tags" Target="../tags/tag2297.xml"/><Relationship Id="rId98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6" Type="http://schemas.openxmlformats.org/officeDocument/2006/relationships/tags" Target="../tags/tag2327.xml"/><Relationship Id="rId21" Type="http://schemas.openxmlformats.org/officeDocument/2006/relationships/tags" Target="../tags/tag2322.xml"/><Relationship Id="rId42" Type="http://schemas.openxmlformats.org/officeDocument/2006/relationships/tags" Target="../tags/tag2343.xml"/><Relationship Id="rId47" Type="http://schemas.openxmlformats.org/officeDocument/2006/relationships/tags" Target="../tags/tag2348.xml"/><Relationship Id="rId63" Type="http://schemas.openxmlformats.org/officeDocument/2006/relationships/tags" Target="../tags/tag2364.xml"/><Relationship Id="rId68" Type="http://schemas.openxmlformats.org/officeDocument/2006/relationships/tags" Target="../tags/tag2369.xml"/><Relationship Id="rId84" Type="http://schemas.openxmlformats.org/officeDocument/2006/relationships/tags" Target="../tags/tag2385.xml"/><Relationship Id="rId89" Type="http://schemas.openxmlformats.org/officeDocument/2006/relationships/tags" Target="../tags/tag2390.xml"/><Relationship Id="rId16" Type="http://schemas.openxmlformats.org/officeDocument/2006/relationships/tags" Target="../tags/tag2317.xml"/><Relationship Id="rId11" Type="http://schemas.openxmlformats.org/officeDocument/2006/relationships/tags" Target="../tags/tag2312.xml"/><Relationship Id="rId32" Type="http://schemas.openxmlformats.org/officeDocument/2006/relationships/tags" Target="../tags/tag2333.xml"/><Relationship Id="rId37" Type="http://schemas.openxmlformats.org/officeDocument/2006/relationships/tags" Target="../tags/tag2338.xml"/><Relationship Id="rId53" Type="http://schemas.openxmlformats.org/officeDocument/2006/relationships/tags" Target="../tags/tag2354.xml"/><Relationship Id="rId58" Type="http://schemas.openxmlformats.org/officeDocument/2006/relationships/tags" Target="../tags/tag2359.xml"/><Relationship Id="rId74" Type="http://schemas.openxmlformats.org/officeDocument/2006/relationships/tags" Target="../tags/tag2375.xml"/><Relationship Id="rId79" Type="http://schemas.openxmlformats.org/officeDocument/2006/relationships/tags" Target="../tags/tag2380.xml"/><Relationship Id="rId5" Type="http://schemas.openxmlformats.org/officeDocument/2006/relationships/tags" Target="../tags/tag2306.xml"/><Relationship Id="rId90" Type="http://schemas.openxmlformats.org/officeDocument/2006/relationships/tags" Target="../tags/tag2391.xml"/><Relationship Id="rId95" Type="http://schemas.openxmlformats.org/officeDocument/2006/relationships/tags" Target="../tags/tag2396.xml"/><Relationship Id="rId22" Type="http://schemas.openxmlformats.org/officeDocument/2006/relationships/tags" Target="../tags/tag2323.xml"/><Relationship Id="rId27" Type="http://schemas.openxmlformats.org/officeDocument/2006/relationships/tags" Target="../tags/tag2328.xml"/><Relationship Id="rId43" Type="http://schemas.openxmlformats.org/officeDocument/2006/relationships/tags" Target="../tags/tag2344.xml"/><Relationship Id="rId48" Type="http://schemas.openxmlformats.org/officeDocument/2006/relationships/tags" Target="../tags/tag2349.xml"/><Relationship Id="rId64" Type="http://schemas.openxmlformats.org/officeDocument/2006/relationships/tags" Target="../tags/tag2365.xml"/><Relationship Id="rId69" Type="http://schemas.openxmlformats.org/officeDocument/2006/relationships/tags" Target="../tags/tag2370.xml"/><Relationship Id="rId80" Type="http://schemas.openxmlformats.org/officeDocument/2006/relationships/tags" Target="../tags/tag2381.xml"/><Relationship Id="rId85" Type="http://schemas.openxmlformats.org/officeDocument/2006/relationships/tags" Target="../tags/tag2386.xml"/><Relationship Id="rId3" Type="http://schemas.openxmlformats.org/officeDocument/2006/relationships/tags" Target="../tags/tag2304.xml"/><Relationship Id="rId12" Type="http://schemas.openxmlformats.org/officeDocument/2006/relationships/tags" Target="../tags/tag2313.xml"/><Relationship Id="rId17" Type="http://schemas.openxmlformats.org/officeDocument/2006/relationships/tags" Target="../tags/tag2318.xml"/><Relationship Id="rId25" Type="http://schemas.openxmlformats.org/officeDocument/2006/relationships/tags" Target="../tags/tag2326.xml"/><Relationship Id="rId33" Type="http://schemas.openxmlformats.org/officeDocument/2006/relationships/tags" Target="../tags/tag2334.xml"/><Relationship Id="rId38" Type="http://schemas.openxmlformats.org/officeDocument/2006/relationships/tags" Target="../tags/tag2339.xml"/><Relationship Id="rId46" Type="http://schemas.openxmlformats.org/officeDocument/2006/relationships/tags" Target="../tags/tag2347.xml"/><Relationship Id="rId59" Type="http://schemas.openxmlformats.org/officeDocument/2006/relationships/tags" Target="../tags/tag2360.xml"/><Relationship Id="rId67" Type="http://schemas.openxmlformats.org/officeDocument/2006/relationships/tags" Target="../tags/tag2368.xml"/><Relationship Id="rId20" Type="http://schemas.openxmlformats.org/officeDocument/2006/relationships/tags" Target="../tags/tag2321.xml"/><Relationship Id="rId41" Type="http://schemas.openxmlformats.org/officeDocument/2006/relationships/tags" Target="../tags/tag2342.xml"/><Relationship Id="rId54" Type="http://schemas.openxmlformats.org/officeDocument/2006/relationships/tags" Target="../tags/tag2355.xml"/><Relationship Id="rId62" Type="http://schemas.openxmlformats.org/officeDocument/2006/relationships/tags" Target="../tags/tag2363.xml"/><Relationship Id="rId70" Type="http://schemas.openxmlformats.org/officeDocument/2006/relationships/tags" Target="../tags/tag2371.xml"/><Relationship Id="rId75" Type="http://schemas.openxmlformats.org/officeDocument/2006/relationships/tags" Target="../tags/tag2376.xml"/><Relationship Id="rId83" Type="http://schemas.openxmlformats.org/officeDocument/2006/relationships/tags" Target="../tags/tag2384.xml"/><Relationship Id="rId88" Type="http://schemas.openxmlformats.org/officeDocument/2006/relationships/tags" Target="../tags/tag2389.xml"/><Relationship Id="rId91" Type="http://schemas.openxmlformats.org/officeDocument/2006/relationships/tags" Target="../tags/tag2392.xml"/><Relationship Id="rId96" Type="http://schemas.openxmlformats.org/officeDocument/2006/relationships/tags" Target="../tags/tag2397.xml"/><Relationship Id="rId1" Type="http://schemas.openxmlformats.org/officeDocument/2006/relationships/tags" Target="../tags/tag2302.xml"/><Relationship Id="rId6" Type="http://schemas.openxmlformats.org/officeDocument/2006/relationships/tags" Target="../tags/tag2307.xml"/><Relationship Id="rId15" Type="http://schemas.openxmlformats.org/officeDocument/2006/relationships/tags" Target="../tags/tag2316.xml"/><Relationship Id="rId23" Type="http://schemas.openxmlformats.org/officeDocument/2006/relationships/tags" Target="../tags/tag2324.xml"/><Relationship Id="rId28" Type="http://schemas.openxmlformats.org/officeDocument/2006/relationships/tags" Target="../tags/tag2329.xml"/><Relationship Id="rId36" Type="http://schemas.openxmlformats.org/officeDocument/2006/relationships/tags" Target="../tags/tag2337.xml"/><Relationship Id="rId49" Type="http://schemas.openxmlformats.org/officeDocument/2006/relationships/tags" Target="../tags/tag2350.xml"/><Relationship Id="rId57" Type="http://schemas.openxmlformats.org/officeDocument/2006/relationships/tags" Target="../tags/tag2358.xml"/><Relationship Id="rId10" Type="http://schemas.openxmlformats.org/officeDocument/2006/relationships/tags" Target="../tags/tag2311.xml"/><Relationship Id="rId31" Type="http://schemas.openxmlformats.org/officeDocument/2006/relationships/tags" Target="../tags/tag2332.xml"/><Relationship Id="rId44" Type="http://schemas.openxmlformats.org/officeDocument/2006/relationships/tags" Target="../tags/tag2345.xml"/><Relationship Id="rId52" Type="http://schemas.openxmlformats.org/officeDocument/2006/relationships/tags" Target="../tags/tag2353.xml"/><Relationship Id="rId60" Type="http://schemas.openxmlformats.org/officeDocument/2006/relationships/tags" Target="../tags/tag2361.xml"/><Relationship Id="rId65" Type="http://schemas.openxmlformats.org/officeDocument/2006/relationships/tags" Target="../tags/tag2366.xml"/><Relationship Id="rId73" Type="http://schemas.openxmlformats.org/officeDocument/2006/relationships/tags" Target="../tags/tag2374.xml"/><Relationship Id="rId78" Type="http://schemas.openxmlformats.org/officeDocument/2006/relationships/tags" Target="../tags/tag2379.xml"/><Relationship Id="rId81" Type="http://schemas.openxmlformats.org/officeDocument/2006/relationships/tags" Target="../tags/tag2382.xml"/><Relationship Id="rId86" Type="http://schemas.openxmlformats.org/officeDocument/2006/relationships/tags" Target="../tags/tag2387.xml"/><Relationship Id="rId94" Type="http://schemas.openxmlformats.org/officeDocument/2006/relationships/tags" Target="../tags/tag2395.xml"/><Relationship Id="rId99" Type="http://schemas.openxmlformats.org/officeDocument/2006/relationships/image" Target="../media/image29.png"/><Relationship Id="rId4" Type="http://schemas.openxmlformats.org/officeDocument/2006/relationships/tags" Target="../tags/tag2305.xml"/><Relationship Id="rId9" Type="http://schemas.openxmlformats.org/officeDocument/2006/relationships/tags" Target="../tags/tag2310.xml"/><Relationship Id="rId13" Type="http://schemas.openxmlformats.org/officeDocument/2006/relationships/tags" Target="../tags/tag2314.xml"/><Relationship Id="rId18" Type="http://schemas.openxmlformats.org/officeDocument/2006/relationships/tags" Target="../tags/tag2319.xml"/><Relationship Id="rId39" Type="http://schemas.openxmlformats.org/officeDocument/2006/relationships/tags" Target="../tags/tag2340.xml"/><Relationship Id="rId34" Type="http://schemas.openxmlformats.org/officeDocument/2006/relationships/tags" Target="../tags/tag2335.xml"/><Relationship Id="rId50" Type="http://schemas.openxmlformats.org/officeDocument/2006/relationships/tags" Target="../tags/tag2351.xml"/><Relationship Id="rId55" Type="http://schemas.openxmlformats.org/officeDocument/2006/relationships/tags" Target="../tags/tag2356.xml"/><Relationship Id="rId76" Type="http://schemas.openxmlformats.org/officeDocument/2006/relationships/tags" Target="../tags/tag2377.xml"/><Relationship Id="rId97" Type="http://schemas.openxmlformats.org/officeDocument/2006/relationships/tags" Target="../tags/tag2398.xml"/><Relationship Id="rId7" Type="http://schemas.openxmlformats.org/officeDocument/2006/relationships/tags" Target="../tags/tag2308.xml"/><Relationship Id="rId71" Type="http://schemas.openxmlformats.org/officeDocument/2006/relationships/tags" Target="../tags/tag2372.xml"/><Relationship Id="rId92" Type="http://schemas.openxmlformats.org/officeDocument/2006/relationships/tags" Target="../tags/tag2393.xml"/><Relationship Id="rId2" Type="http://schemas.openxmlformats.org/officeDocument/2006/relationships/tags" Target="../tags/tag2303.xml"/><Relationship Id="rId29" Type="http://schemas.openxmlformats.org/officeDocument/2006/relationships/tags" Target="../tags/tag2330.xml"/><Relationship Id="rId24" Type="http://schemas.openxmlformats.org/officeDocument/2006/relationships/tags" Target="../tags/tag2325.xml"/><Relationship Id="rId40" Type="http://schemas.openxmlformats.org/officeDocument/2006/relationships/tags" Target="../tags/tag2341.xml"/><Relationship Id="rId45" Type="http://schemas.openxmlformats.org/officeDocument/2006/relationships/tags" Target="../tags/tag2346.xml"/><Relationship Id="rId66" Type="http://schemas.openxmlformats.org/officeDocument/2006/relationships/tags" Target="../tags/tag2367.xml"/><Relationship Id="rId87" Type="http://schemas.openxmlformats.org/officeDocument/2006/relationships/tags" Target="../tags/tag2388.xml"/><Relationship Id="rId61" Type="http://schemas.openxmlformats.org/officeDocument/2006/relationships/tags" Target="../tags/tag2362.xml"/><Relationship Id="rId82" Type="http://schemas.openxmlformats.org/officeDocument/2006/relationships/tags" Target="../tags/tag2383.xml"/><Relationship Id="rId19" Type="http://schemas.openxmlformats.org/officeDocument/2006/relationships/tags" Target="../tags/tag2320.xml"/><Relationship Id="rId14" Type="http://schemas.openxmlformats.org/officeDocument/2006/relationships/tags" Target="../tags/tag2315.xml"/><Relationship Id="rId30" Type="http://schemas.openxmlformats.org/officeDocument/2006/relationships/tags" Target="../tags/tag2331.xml"/><Relationship Id="rId35" Type="http://schemas.openxmlformats.org/officeDocument/2006/relationships/tags" Target="../tags/tag2336.xml"/><Relationship Id="rId56" Type="http://schemas.openxmlformats.org/officeDocument/2006/relationships/tags" Target="../tags/tag2357.xml"/><Relationship Id="rId77" Type="http://schemas.openxmlformats.org/officeDocument/2006/relationships/tags" Target="../tags/tag2378.xml"/><Relationship Id="rId8" Type="http://schemas.openxmlformats.org/officeDocument/2006/relationships/tags" Target="../tags/tag2309.xml"/><Relationship Id="rId51" Type="http://schemas.openxmlformats.org/officeDocument/2006/relationships/tags" Target="../tags/tag2352.xml"/><Relationship Id="rId72" Type="http://schemas.openxmlformats.org/officeDocument/2006/relationships/tags" Target="../tags/tag2373.xml"/><Relationship Id="rId93" Type="http://schemas.openxmlformats.org/officeDocument/2006/relationships/tags" Target="../tags/tag2394.xml"/><Relationship Id="rId98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DA47CF05-BE52-90FA-5147-DA56FCE560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7615" y="852285"/>
            <a:ext cx="11356770" cy="2576715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sz="3200" dirty="0">
                <a:latin typeface="Nunito" pitchFamily="2" charset="0"/>
              </a:rPr>
              <a:t>CS 489/698</a:t>
            </a:r>
            <a:r>
              <a:rPr lang="en-CA" sz="3200" dirty="0"/>
              <a:t>:</a:t>
            </a:r>
            <a:r>
              <a:rPr lang="zh-CN" altLang="en-US" sz="3200" dirty="0"/>
              <a:t> </a:t>
            </a:r>
            <a:r>
              <a:rPr lang="en-CA" altLang="zh-CN" sz="3200" dirty="0"/>
              <a:t>Introduction</a:t>
            </a:r>
            <a:r>
              <a:rPr lang="zh-CN" altLang="en-US" sz="3200" dirty="0"/>
              <a:t> </a:t>
            </a:r>
            <a:r>
              <a:rPr lang="en-CA" altLang="zh-CN" sz="3200" dirty="0"/>
              <a:t>to</a:t>
            </a:r>
            <a:r>
              <a:rPr lang="zh-CN" altLang="en-US" sz="3200" dirty="0"/>
              <a:t> </a:t>
            </a:r>
            <a:r>
              <a:rPr lang="en-CA" altLang="zh-CN" sz="3200" dirty="0"/>
              <a:t>Natural</a:t>
            </a:r>
            <a:r>
              <a:rPr lang="zh-CN" altLang="en-US" sz="3200" dirty="0"/>
              <a:t> </a:t>
            </a:r>
            <a:r>
              <a:rPr lang="en-CA" altLang="zh-CN" sz="3200" dirty="0"/>
              <a:t>Language</a:t>
            </a:r>
            <a:r>
              <a:rPr lang="zh-CN" altLang="en-US" sz="3200" dirty="0"/>
              <a:t> </a:t>
            </a:r>
            <a:r>
              <a:rPr lang="en-CA" altLang="zh-CN" sz="3200" dirty="0"/>
              <a:t>Processing</a:t>
            </a:r>
            <a:br>
              <a:rPr lang="en-CA" altLang="zh-CN" sz="3200" dirty="0"/>
            </a:br>
            <a:br>
              <a:rPr lang="en-CA" altLang="zh-CN" sz="3200" dirty="0"/>
            </a:br>
            <a:r>
              <a:rPr lang="en-CA" altLang="zh-CN" sz="3200" dirty="0"/>
              <a:t>Lecture </a:t>
            </a:r>
            <a:r>
              <a:rPr lang="en-US" altLang="zh-CN" sz="3200" dirty="0"/>
              <a:t>5: Neural Networks – Common Architectures</a:t>
            </a:r>
            <a:endParaRPr kumimoji="1" lang="zh-CN" altLang="en-US" sz="3200" dirty="0">
              <a:solidFill>
                <a:srgbClr val="5F86A3"/>
              </a:solidFill>
              <a:latin typeface="Nunito" pitchFamily="2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8B5EE4A-907F-5295-FED3-0CC20CF8B67E}"/>
              </a:ext>
            </a:extLst>
          </p:cNvPr>
          <p:cNvSpPr txBox="1">
            <a:spLocks/>
          </p:cNvSpPr>
          <p:nvPr/>
        </p:nvSpPr>
        <p:spPr>
          <a:xfrm>
            <a:off x="417615" y="4014439"/>
            <a:ext cx="11356770" cy="23045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71463">
              <a:lnSpc>
                <a:spcPct val="110000"/>
              </a:lnSpc>
            </a:pPr>
            <a:r>
              <a:rPr lang="en-US" altLang="zh-CN" dirty="0">
                <a:latin typeface="Nunito" pitchFamily="2" charset="0"/>
              </a:rPr>
              <a:t>Instructor: </a:t>
            </a:r>
            <a:r>
              <a:rPr lang="en-CA" dirty="0">
                <a:latin typeface="Nunito" pitchFamily="2" charset="0"/>
              </a:rPr>
              <a:t>Freda Shi</a:t>
            </a:r>
          </a:p>
          <a:p>
            <a:pPr defTabSz="271463">
              <a:lnSpc>
                <a:spcPct val="110000"/>
              </a:lnSpc>
            </a:pPr>
            <a:r>
              <a:rPr lang="en-CA" sz="2000" i="1" dirty="0">
                <a:latin typeface="Nunito" pitchFamily="2" charset="0"/>
                <a:hlinkClick r:id="rId3"/>
              </a:rPr>
              <a:t>fhs@uwaterloo.ca</a:t>
            </a:r>
            <a:endParaRPr lang="en-CA" sz="2000" i="1" dirty="0">
              <a:latin typeface="Nunito" pitchFamily="2" charset="0"/>
            </a:endParaRPr>
          </a:p>
          <a:p>
            <a:pPr defTabSz="271463">
              <a:lnSpc>
                <a:spcPct val="110000"/>
              </a:lnSpc>
            </a:pPr>
            <a:r>
              <a:rPr lang="en-CA" sz="2000" i="1" dirty="0">
                <a:latin typeface="Nunito" pitchFamily="2" charset="0"/>
              </a:rPr>
              <a:t>January 19</a:t>
            </a:r>
            <a:r>
              <a:rPr lang="en-CA" sz="2000" i="1" baseline="30000" dirty="0">
                <a:latin typeface="Nunito" pitchFamily="2" charset="0"/>
              </a:rPr>
              <a:t>th</a:t>
            </a:r>
            <a:r>
              <a:rPr lang="en-CA" sz="2000" i="1" dirty="0">
                <a:latin typeface="Nunito" pitchFamily="2" charset="0"/>
              </a:rPr>
              <a:t>, 2026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D75A6F-5017-1386-DB7C-FF6230794E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759" b="5871"/>
          <a:stretch>
            <a:fillRect/>
          </a:stretch>
        </p:blipFill>
        <p:spPr>
          <a:xfrm>
            <a:off x="9053559" y="6128089"/>
            <a:ext cx="3019497" cy="670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13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43DFB-7BF5-09E9-F89A-92E5E634A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Recap: Multi-Layer Perceptron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A69AF-5ED5-C07E-A8A0-31D5B7932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</a:t>
            </a:fld>
            <a:endParaRPr lang="en-CA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580C46C-B1BF-CEA2-7785-1E7541D0F7AA}"/>
              </a:ext>
            </a:extLst>
          </p:cNvPr>
          <p:cNvGrpSpPr/>
          <p:nvPr/>
        </p:nvGrpSpPr>
        <p:grpSpPr>
          <a:xfrm>
            <a:off x="8090541" y="2039646"/>
            <a:ext cx="3117687" cy="3098157"/>
            <a:chOff x="8134096" y="2445355"/>
            <a:chExt cx="3117687" cy="3098157"/>
          </a:xfrm>
        </p:grpSpPr>
        <p:sp>
          <p:nvSpPr>
            <p:cNvPr id="6" name="Rounded Rectangle 7">
              <a:extLst>
                <a:ext uri="{FF2B5EF4-FFF2-40B4-BE49-F238E27FC236}">
                  <a16:creationId xmlns:a16="http://schemas.microsoft.com/office/drawing/2014/main" id="{200EE63B-08B6-EA2A-4154-61DE09DC84AD}"/>
                </a:ext>
              </a:extLst>
            </p:cNvPr>
            <p:cNvSpPr/>
            <p:nvPr/>
          </p:nvSpPr>
          <p:spPr>
            <a:xfrm rot="5400000">
              <a:off x="9823921" y="4514812"/>
              <a:ext cx="381000" cy="167640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CC759D8-EC9D-D149-60EB-76B97DECB6D7}"/>
                </a:ext>
              </a:extLst>
            </p:cNvPr>
            <p:cNvSpPr/>
            <p:nvPr/>
          </p:nvSpPr>
          <p:spPr>
            <a:xfrm rot="5400000">
              <a:off x="10471621" y="52387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8A498BD-70A4-2B61-9F4B-D95999F23B23}"/>
                </a:ext>
              </a:extLst>
            </p:cNvPr>
            <p:cNvSpPr/>
            <p:nvPr/>
          </p:nvSpPr>
          <p:spPr>
            <a:xfrm rot="5400000">
              <a:off x="10090621" y="52387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B02AE51-B4C6-33D9-CC45-DA17B0CF7718}"/>
                </a:ext>
              </a:extLst>
            </p:cNvPr>
            <p:cNvSpPr/>
            <p:nvPr/>
          </p:nvSpPr>
          <p:spPr>
            <a:xfrm rot="5400000">
              <a:off x="9709621" y="52387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9B100A-25BA-0A36-8B4D-8A1D5B10DB27}"/>
                </a:ext>
              </a:extLst>
            </p:cNvPr>
            <p:cNvSpPr/>
            <p:nvPr/>
          </p:nvSpPr>
          <p:spPr>
            <a:xfrm rot="5400000">
              <a:off x="9328621" y="52387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1" name="Rounded Rectangle 18">
              <a:extLst>
                <a:ext uri="{FF2B5EF4-FFF2-40B4-BE49-F238E27FC236}">
                  <a16:creationId xmlns:a16="http://schemas.microsoft.com/office/drawing/2014/main" id="{F62F8043-1BB1-6061-35DA-33F961E90467}"/>
                </a:ext>
              </a:extLst>
            </p:cNvPr>
            <p:cNvSpPr/>
            <p:nvPr/>
          </p:nvSpPr>
          <p:spPr>
            <a:xfrm rot="5400000">
              <a:off x="9858167" y="2854495"/>
              <a:ext cx="381000" cy="2406233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20CA5C3-F4EB-EC5E-EF5B-1FF5B01DAE1C}"/>
                </a:ext>
              </a:extLst>
            </p:cNvPr>
            <p:cNvSpPr/>
            <p:nvPr/>
          </p:nvSpPr>
          <p:spPr>
            <a:xfrm rot="5400000">
              <a:off x="10140950" y="39433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E74F2AAD-7A66-61A2-F876-5EC7EAEE3884}"/>
                </a:ext>
              </a:extLst>
            </p:cNvPr>
            <p:cNvSpPr/>
            <p:nvPr/>
          </p:nvSpPr>
          <p:spPr>
            <a:xfrm rot="5400000">
              <a:off x="9759950" y="39433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2EEF4925-0CCA-EC4F-8B4D-A2AFDD9BA4B5}"/>
                </a:ext>
              </a:extLst>
            </p:cNvPr>
            <p:cNvSpPr/>
            <p:nvPr/>
          </p:nvSpPr>
          <p:spPr>
            <a:xfrm rot="5400000">
              <a:off x="9378950" y="39433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1DDF159-4469-6136-61FC-787305690CD4}"/>
                </a:ext>
              </a:extLst>
            </p:cNvPr>
            <p:cNvSpPr/>
            <p:nvPr/>
          </p:nvSpPr>
          <p:spPr>
            <a:xfrm rot="5400000">
              <a:off x="8997950" y="39433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7F968C7-E6CD-F377-3555-EFAE46401FF5}"/>
                </a:ext>
              </a:extLst>
            </p:cNvPr>
            <p:cNvSpPr/>
            <p:nvPr/>
          </p:nvSpPr>
          <p:spPr>
            <a:xfrm rot="5400000">
              <a:off x="10521950" y="39433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164864F-FC02-A86C-89A3-FB7E11387E32}"/>
                </a:ext>
              </a:extLst>
            </p:cNvPr>
            <p:cNvSpPr/>
            <p:nvPr/>
          </p:nvSpPr>
          <p:spPr>
            <a:xfrm rot="5400000">
              <a:off x="10902950" y="39433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E202B6E-7143-0940-5169-5C003E104C25}"/>
                </a:ext>
              </a:extLst>
            </p:cNvPr>
            <p:cNvCxnSpPr/>
            <p:nvPr/>
          </p:nvCxnSpPr>
          <p:spPr bwMode="auto">
            <a:xfrm flipH="1" flipV="1">
              <a:off x="9074150" y="4248112"/>
              <a:ext cx="304800" cy="90273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 xmlns:lc="http://schemas.openxmlformats.org/drawingml/2006/lockedCanvas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C95BCD3-DA5E-28AD-0595-ED1959C3537C}"/>
                </a:ext>
              </a:extLst>
            </p:cNvPr>
            <p:cNvCxnSpPr/>
            <p:nvPr/>
          </p:nvCxnSpPr>
          <p:spPr bwMode="auto">
            <a:xfrm flipH="1" flipV="1">
              <a:off x="9074150" y="4248112"/>
              <a:ext cx="685800" cy="91440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 xmlns:lc="http://schemas.openxmlformats.org/drawingml/2006/lockedCanvas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0104CF1-5BAF-9191-16A7-3FEA4E69A047}"/>
                </a:ext>
              </a:extLst>
            </p:cNvPr>
            <p:cNvCxnSpPr/>
            <p:nvPr/>
          </p:nvCxnSpPr>
          <p:spPr bwMode="auto">
            <a:xfrm flipV="1">
              <a:off x="10647680" y="4248112"/>
              <a:ext cx="381000" cy="90273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 xmlns:lc="http://schemas.openxmlformats.org/drawingml/2006/lockedCanvas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F11BAAF-E082-98A0-2F6C-FBFAA2AA9A17}"/>
                </a:ext>
              </a:extLst>
            </p:cNvPr>
            <p:cNvCxnSpPr/>
            <p:nvPr/>
          </p:nvCxnSpPr>
          <p:spPr bwMode="auto">
            <a:xfrm>
              <a:off x="9074150" y="4248112"/>
              <a:ext cx="1573530" cy="90273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 xmlns:lc="http://schemas.openxmlformats.org/drawingml/2006/lockedCanvas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792EA3B-1AE5-734B-435C-E339BDA12FD4}"/>
                </a:ext>
              </a:extLst>
            </p:cNvPr>
            <p:cNvCxnSpPr/>
            <p:nvPr/>
          </p:nvCxnSpPr>
          <p:spPr bwMode="auto">
            <a:xfrm flipV="1">
              <a:off x="9378950" y="4248112"/>
              <a:ext cx="1634698" cy="90273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 xmlns:lc="http://schemas.openxmlformats.org/drawingml/2006/lockedCanvas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CE235FA-049B-DF5C-04AC-D8F738928D78}"/>
                </a:ext>
              </a:extLst>
            </p:cNvPr>
            <p:cNvCxnSpPr/>
            <p:nvPr/>
          </p:nvCxnSpPr>
          <p:spPr bwMode="auto">
            <a:xfrm flipV="1">
              <a:off x="10229691" y="4248112"/>
              <a:ext cx="783957" cy="90273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 xmlns:lc="http://schemas.openxmlformats.org/drawingml/2006/lockedCanvas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4" name="TextBox 21">
              <a:extLst>
                <a:ext uri="{FF2B5EF4-FFF2-40B4-BE49-F238E27FC236}">
                  <a16:creationId xmlns:a16="http://schemas.microsoft.com/office/drawing/2014/main" id="{C4B58C45-F09D-F0CA-E1FA-C45D706C8BC1}"/>
                </a:ext>
              </a:extLst>
            </p:cNvPr>
            <p:cNvSpPr txBox="1"/>
            <p:nvPr/>
          </p:nvSpPr>
          <p:spPr>
            <a:xfrm>
              <a:off x="9826766" y="4768937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i="0" dirty="0"/>
                <a:t>…</a:t>
              </a:r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01DB9A84-D79C-A4B5-A186-9DBE961E64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5"/>
            <a:stretch>
              <a:fillRect/>
            </a:stretch>
          </p:blipFill>
          <p:spPr>
            <a:xfrm>
              <a:off x="8682913" y="5236285"/>
              <a:ext cx="315037" cy="231027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39AE79D-7195-7884-C26A-C7309796EFC6}"/>
                </a:ext>
              </a:extLst>
            </p:cNvPr>
            <p:cNvCxnSpPr/>
            <p:nvPr/>
          </p:nvCxnSpPr>
          <p:spPr bwMode="auto">
            <a:xfrm flipH="1">
              <a:off x="9378950" y="4235535"/>
              <a:ext cx="91618" cy="90273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 xmlns:lc="http://schemas.openxmlformats.org/drawingml/2006/lockedCanvas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D4FD2DB-22D0-5509-C190-5BD4DE28EA6D}"/>
                </a:ext>
              </a:extLst>
            </p:cNvPr>
            <p:cNvCxnSpPr/>
            <p:nvPr/>
          </p:nvCxnSpPr>
          <p:spPr bwMode="auto">
            <a:xfrm>
              <a:off x="9470568" y="4248112"/>
              <a:ext cx="289382" cy="890157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 xmlns:lc="http://schemas.openxmlformats.org/drawingml/2006/lockedCanvas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8" name="TextBox 25">
              <a:extLst>
                <a:ext uri="{FF2B5EF4-FFF2-40B4-BE49-F238E27FC236}">
                  <a16:creationId xmlns:a16="http://schemas.microsoft.com/office/drawing/2014/main" id="{7C9E6C66-0610-01F0-1938-6A9D56B7E4F3}"/>
                </a:ext>
              </a:extLst>
            </p:cNvPr>
            <p:cNvSpPr txBox="1"/>
            <p:nvPr/>
          </p:nvSpPr>
          <p:spPr>
            <a:xfrm>
              <a:off x="9822357" y="4198335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i="0" dirty="0"/>
                <a:t>…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2069AFB-2730-A177-5FB8-B89496427230}"/>
                </a:ext>
              </a:extLst>
            </p:cNvPr>
            <p:cNvCxnSpPr/>
            <p:nvPr/>
          </p:nvCxnSpPr>
          <p:spPr bwMode="auto">
            <a:xfrm>
              <a:off x="9478277" y="4260689"/>
              <a:ext cx="751414" cy="87758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 xmlns:lc="http://schemas.openxmlformats.org/drawingml/2006/lockedCanvas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4DE51AD-FC7A-A790-C4B4-B533042FBE81}"/>
                </a:ext>
              </a:extLst>
            </p:cNvPr>
            <p:cNvCxnSpPr/>
            <p:nvPr/>
          </p:nvCxnSpPr>
          <p:spPr bwMode="auto">
            <a:xfrm>
              <a:off x="9478277" y="4260689"/>
              <a:ext cx="1169403" cy="87758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 xmlns:lc="http://schemas.openxmlformats.org/drawingml/2006/lockedCanvas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9D973280-1A4E-1452-3A2C-299AF1962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6"/>
            <a:stretch>
              <a:fillRect/>
            </a:stretch>
          </p:blipFill>
          <p:spPr>
            <a:xfrm>
              <a:off x="8134096" y="3867111"/>
              <a:ext cx="599109" cy="393700"/>
            </a:xfrm>
            <a:prstGeom prst="rect">
              <a:avLst/>
            </a:prstGeom>
          </p:spPr>
        </p:pic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7EA9F64-2CDC-BB18-6076-3FCB325E7050}"/>
                </a:ext>
              </a:extLst>
            </p:cNvPr>
            <p:cNvCxnSpPr/>
            <p:nvPr/>
          </p:nvCxnSpPr>
          <p:spPr bwMode="auto">
            <a:xfrm flipV="1">
              <a:off x="9074150" y="2838810"/>
              <a:ext cx="366027" cy="102830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 xmlns:lc="http://schemas.openxmlformats.org/drawingml/2006/lockedCanvas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B674233-2611-20C1-E702-BAF5F0F6E9B2}"/>
                </a:ext>
              </a:extLst>
            </p:cNvPr>
            <p:cNvCxnSpPr/>
            <p:nvPr/>
          </p:nvCxnSpPr>
          <p:spPr bwMode="auto">
            <a:xfrm flipH="1">
              <a:off x="9074150" y="2838810"/>
              <a:ext cx="152400" cy="102830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 xmlns:lc="http://schemas.openxmlformats.org/drawingml/2006/lockedCanvas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C2418C4-E3C7-31E9-A577-D1CC0960F2AA}"/>
                </a:ext>
              </a:extLst>
            </p:cNvPr>
            <p:cNvCxnSpPr/>
            <p:nvPr/>
          </p:nvCxnSpPr>
          <p:spPr bwMode="auto">
            <a:xfrm flipV="1">
              <a:off x="9074150" y="2813656"/>
              <a:ext cx="1676400" cy="105345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 xmlns:lc="http://schemas.openxmlformats.org/drawingml/2006/lockedCanvas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5" name="TextBox 32">
              <a:extLst>
                <a:ext uri="{FF2B5EF4-FFF2-40B4-BE49-F238E27FC236}">
                  <a16:creationId xmlns:a16="http://schemas.microsoft.com/office/drawing/2014/main" id="{8F552E5B-3A3E-A625-AB1E-741133F91385}"/>
                </a:ext>
              </a:extLst>
            </p:cNvPr>
            <p:cNvSpPr txBox="1"/>
            <p:nvPr/>
          </p:nvSpPr>
          <p:spPr>
            <a:xfrm>
              <a:off x="9788666" y="3347058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i="0" dirty="0"/>
                <a:t>…</a:t>
              </a:r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9465A04-96E6-40AC-8FEE-677DDFA34820}"/>
                </a:ext>
              </a:extLst>
            </p:cNvPr>
            <p:cNvCxnSpPr/>
            <p:nvPr/>
          </p:nvCxnSpPr>
          <p:spPr bwMode="auto">
            <a:xfrm>
              <a:off x="9226550" y="2826758"/>
              <a:ext cx="251727" cy="104035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 xmlns:lc="http://schemas.openxmlformats.org/drawingml/2006/lockedCanvas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9288E70A-5A5C-2BFA-2590-B3283045CE91}"/>
                </a:ext>
              </a:extLst>
            </p:cNvPr>
            <p:cNvCxnSpPr/>
            <p:nvPr/>
          </p:nvCxnSpPr>
          <p:spPr bwMode="auto">
            <a:xfrm>
              <a:off x="9226550" y="2813656"/>
              <a:ext cx="600216" cy="105345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 xmlns:lc="http://schemas.openxmlformats.org/drawingml/2006/lockedCanvas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45A0D67-471C-80F5-FBF5-BB93E3FD00E8}"/>
                </a:ext>
              </a:extLst>
            </p:cNvPr>
            <p:cNvCxnSpPr/>
            <p:nvPr/>
          </p:nvCxnSpPr>
          <p:spPr bwMode="auto">
            <a:xfrm>
              <a:off x="9226550" y="2813656"/>
              <a:ext cx="1787098" cy="105345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 xmlns:lc="http://schemas.openxmlformats.org/drawingml/2006/lockedCanvas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9" name="Rounded Rectangle 111">
              <a:extLst>
                <a:ext uri="{FF2B5EF4-FFF2-40B4-BE49-F238E27FC236}">
                  <a16:creationId xmlns:a16="http://schemas.microsoft.com/office/drawing/2014/main" id="{967D7E21-539D-6A36-AF66-6F7E11325838}"/>
                </a:ext>
              </a:extLst>
            </p:cNvPr>
            <p:cNvSpPr/>
            <p:nvPr/>
          </p:nvSpPr>
          <p:spPr>
            <a:xfrm rot="5400000">
              <a:off x="9822815" y="1620894"/>
              <a:ext cx="381000" cy="2030729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8DA64026-E66E-0CEF-B61E-397E0BEE7C1E}"/>
                </a:ext>
              </a:extLst>
            </p:cNvPr>
            <p:cNvSpPr/>
            <p:nvPr/>
          </p:nvSpPr>
          <p:spPr>
            <a:xfrm rot="5400000">
              <a:off x="10293350" y="25219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BC91EE9D-F04B-1DBC-F534-C5126FC57B17}"/>
                </a:ext>
              </a:extLst>
            </p:cNvPr>
            <p:cNvSpPr/>
            <p:nvPr/>
          </p:nvSpPr>
          <p:spPr>
            <a:xfrm rot="5400000">
              <a:off x="9912350" y="25219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0BE316EE-73F2-9207-006A-3B77BF7D39F7}"/>
                </a:ext>
              </a:extLst>
            </p:cNvPr>
            <p:cNvSpPr/>
            <p:nvPr/>
          </p:nvSpPr>
          <p:spPr>
            <a:xfrm rot="5400000">
              <a:off x="9531350" y="25219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2C3C2A4-C4B0-D999-86CD-62C1477AE7AE}"/>
                </a:ext>
              </a:extLst>
            </p:cNvPr>
            <p:cNvSpPr/>
            <p:nvPr/>
          </p:nvSpPr>
          <p:spPr>
            <a:xfrm rot="5400000">
              <a:off x="9150350" y="25219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E18154BA-5A2A-EF3E-54D2-F506E650A1D5}"/>
                </a:ext>
              </a:extLst>
            </p:cNvPr>
            <p:cNvSpPr/>
            <p:nvPr/>
          </p:nvSpPr>
          <p:spPr>
            <a:xfrm rot="5400000">
              <a:off x="10674350" y="25219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16D8CAAB-D823-AC7E-5303-BA2140CAAD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7"/>
            <a:stretch>
              <a:fillRect/>
            </a:stretch>
          </p:blipFill>
          <p:spPr>
            <a:xfrm>
              <a:off x="8232688" y="2445355"/>
              <a:ext cx="612861" cy="402737"/>
            </a:xfrm>
            <a:prstGeom prst="rect">
              <a:avLst/>
            </a:prstGeom>
          </p:spPr>
        </p:pic>
      </p:grpSp>
      <p:grpSp>
        <p:nvGrpSpPr>
          <p:cNvPr id="46" name="Group 45" descr="\documentclass{article}&#10;\usepackage{amsmath,amssymb}&#10;\pagestyle{empty}&#10;\begin{document}&#10;&#10;\newcommand{\score}{\textrm{score}}&#10;\newcommand{\classify}{\textrm{classify}}&#10;\newcommand{\bx}{\mathbf{x}}&#10;&#10;\begin{align*}&#10;\mathbf{z}^{(1)} &amp;= g\left(\mathbf{W}^{(0)}\mathbf{x} + \mathbf{b}^{(0)}\right)\\&#10;\mathbf{z}^{(2)} &amp;= g\left(\mathbf{W}^{(1)}\mathbf{z}^{(1)} + \mathbf{b}^{(1)}\right) \\&#10;\ldots&#10;\end{align*}&#10;&#10;&#10;\end{document}" title="IguanaTex Vector Display">
            <a:extLst>
              <a:ext uri="{FF2B5EF4-FFF2-40B4-BE49-F238E27FC236}">
                <a16:creationId xmlns:a16="http://schemas.microsoft.com/office/drawing/2014/main" id="{0B9274F1-D46F-0819-8E04-CA2A82FADCC0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2114939" y="2445355"/>
            <a:ext cx="4047960" cy="1874243"/>
            <a:chOff x="8415903" y="5164358"/>
            <a:chExt cx="4047960" cy="1874243"/>
          </a:xfrm>
        </p:grpSpPr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5A173E02-8499-6C75-87FD-306B3844DF73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8415903" y="5416882"/>
              <a:ext cx="152999" cy="158808"/>
            </a:xfrm>
            <a:custGeom>
              <a:avLst/>
              <a:gdLst>
                <a:gd name="connsiteX0" fmla="*/ 148549 w 152999"/>
                <a:gd name="connsiteY0" fmla="*/ 15465 h 158808"/>
                <a:gd name="connsiteX1" fmla="*/ 152108 w 152999"/>
                <a:gd name="connsiteY1" fmla="*/ 7596 h 158808"/>
                <a:gd name="connsiteX2" fmla="*/ 140722 w 152999"/>
                <a:gd name="connsiteY2" fmla="*/ 85 h 158808"/>
                <a:gd name="connsiteX3" fmla="*/ 10139 w 152999"/>
                <a:gd name="connsiteY3" fmla="*/ 85 h 158808"/>
                <a:gd name="connsiteX4" fmla="*/ 5869 w 152999"/>
                <a:gd name="connsiteY4" fmla="*/ 62678 h 158808"/>
                <a:gd name="connsiteX5" fmla="*/ 22592 w 152999"/>
                <a:gd name="connsiteY5" fmla="*/ 62678 h 158808"/>
                <a:gd name="connsiteX6" fmla="*/ 72406 w 152999"/>
                <a:gd name="connsiteY6" fmla="*/ 12961 h 158808"/>
                <a:gd name="connsiteX7" fmla="*/ 102650 w 152999"/>
                <a:gd name="connsiteY7" fmla="*/ 12961 h 158808"/>
                <a:gd name="connsiteX8" fmla="*/ 3378 w 152999"/>
                <a:gd name="connsiteY8" fmla="*/ 143156 h 158808"/>
                <a:gd name="connsiteX9" fmla="*/ 176 w 152999"/>
                <a:gd name="connsiteY9" fmla="*/ 151025 h 158808"/>
                <a:gd name="connsiteX10" fmla="*/ 11562 w 152999"/>
                <a:gd name="connsiteY10" fmla="*/ 158894 h 158808"/>
                <a:gd name="connsiteX11" fmla="*/ 146770 w 152999"/>
                <a:gd name="connsiteY11" fmla="*/ 158894 h 158808"/>
                <a:gd name="connsiteX12" fmla="*/ 153175 w 152999"/>
                <a:gd name="connsiteY12" fmla="*/ 86643 h 158808"/>
                <a:gd name="connsiteX13" fmla="*/ 136452 w 152999"/>
                <a:gd name="connsiteY13" fmla="*/ 86643 h 158808"/>
                <a:gd name="connsiteX14" fmla="*/ 80589 w 152999"/>
                <a:gd name="connsiteY14" fmla="*/ 144587 h 158808"/>
                <a:gd name="connsiteX15" fmla="*/ 49990 w 152999"/>
                <a:gd name="connsiteY15" fmla="*/ 144587 h 158808"/>
                <a:gd name="connsiteX16" fmla="*/ 148549 w 152999"/>
                <a:gd name="connsiteY16" fmla="*/ 15465 h 158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2999" h="158808">
                  <a:moveTo>
                    <a:pt x="148549" y="15465"/>
                  </a:moveTo>
                  <a:cubicBezTo>
                    <a:pt x="151396" y="11530"/>
                    <a:pt x="152108" y="10815"/>
                    <a:pt x="152108" y="7596"/>
                  </a:cubicBezTo>
                  <a:cubicBezTo>
                    <a:pt x="152108" y="85"/>
                    <a:pt x="147126" y="85"/>
                    <a:pt x="140722" y="85"/>
                  </a:cubicBezTo>
                  <a:lnTo>
                    <a:pt x="10139" y="85"/>
                  </a:lnTo>
                  <a:lnTo>
                    <a:pt x="5869" y="62678"/>
                  </a:lnTo>
                  <a:lnTo>
                    <a:pt x="22592" y="62678"/>
                  </a:lnTo>
                  <a:cubicBezTo>
                    <a:pt x="24727" y="25837"/>
                    <a:pt x="35757" y="12961"/>
                    <a:pt x="72406" y="12961"/>
                  </a:cubicBezTo>
                  <a:lnTo>
                    <a:pt x="102650" y="12961"/>
                  </a:lnTo>
                  <a:lnTo>
                    <a:pt x="3378" y="143156"/>
                  </a:lnTo>
                  <a:cubicBezTo>
                    <a:pt x="176" y="147090"/>
                    <a:pt x="176" y="147806"/>
                    <a:pt x="176" y="151025"/>
                  </a:cubicBezTo>
                  <a:cubicBezTo>
                    <a:pt x="176" y="158894"/>
                    <a:pt x="4801" y="158894"/>
                    <a:pt x="11562" y="158894"/>
                  </a:cubicBezTo>
                  <a:lnTo>
                    <a:pt x="146770" y="158894"/>
                  </a:lnTo>
                  <a:lnTo>
                    <a:pt x="153175" y="86643"/>
                  </a:lnTo>
                  <a:lnTo>
                    <a:pt x="136452" y="86643"/>
                  </a:lnTo>
                  <a:cubicBezTo>
                    <a:pt x="133250" y="122768"/>
                    <a:pt x="127557" y="144587"/>
                    <a:pt x="80589" y="144587"/>
                  </a:cubicBezTo>
                  <a:lnTo>
                    <a:pt x="49990" y="144587"/>
                  </a:lnTo>
                  <a:lnTo>
                    <a:pt x="148549" y="15465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5C13EDE-2001-E144-BAE3-188B674A5C94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8615019" y="5240228"/>
              <a:ext cx="64757" cy="250124"/>
            </a:xfrm>
            <a:custGeom>
              <a:avLst/>
              <a:gdLst>
                <a:gd name="connsiteX0" fmla="*/ 59957 w 64757"/>
                <a:gd name="connsiteY0" fmla="*/ 81 h 250124"/>
                <a:gd name="connsiteX1" fmla="*/ 181 w 64757"/>
                <a:gd name="connsiteY1" fmla="*/ 125017 h 250124"/>
                <a:gd name="connsiteX2" fmla="*/ 59957 w 64757"/>
                <a:gd name="connsiteY2" fmla="*/ 250205 h 250124"/>
                <a:gd name="connsiteX3" fmla="*/ 64939 w 64757"/>
                <a:gd name="connsiteY3" fmla="*/ 247200 h 250124"/>
                <a:gd name="connsiteX4" fmla="*/ 62448 w 64757"/>
                <a:gd name="connsiteY4" fmla="*/ 243445 h 250124"/>
                <a:gd name="connsiteX5" fmla="*/ 17118 w 64757"/>
                <a:gd name="connsiteY5" fmla="*/ 125268 h 250124"/>
                <a:gd name="connsiteX6" fmla="*/ 63195 w 64757"/>
                <a:gd name="connsiteY6" fmla="*/ 6090 h 250124"/>
                <a:gd name="connsiteX7" fmla="*/ 64939 w 64757"/>
                <a:gd name="connsiteY7" fmla="*/ 3085 h 250124"/>
                <a:gd name="connsiteX8" fmla="*/ 59957 w 64757"/>
                <a:gd name="connsiteY8" fmla="*/ 81 h 250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757" h="250124">
                  <a:moveTo>
                    <a:pt x="59957" y="81"/>
                  </a:moveTo>
                  <a:cubicBezTo>
                    <a:pt x="12634" y="33631"/>
                    <a:pt x="181" y="86710"/>
                    <a:pt x="181" y="125017"/>
                  </a:cubicBezTo>
                  <a:cubicBezTo>
                    <a:pt x="181" y="160320"/>
                    <a:pt x="10642" y="215152"/>
                    <a:pt x="59957" y="250205"/>
                  </a:cubicBezTo>
                  <a:cubicBezTo>
                    <a:pt x="61950" y="250205"/>
                    <a:pt x="64939" y="250205"/>
                    <a:pt x="64939" y="247200"/>
                  </a:cubicBezTo>
                  <a:cubicBezTo>
                    <a:pt x="64939" y="245698"/>
                    <a:pt x="64191" y="245197"/>
                    <a:pt x="62448" y="243445"/>
                  </a:cubicBezTo>
                  <a:cubicBezTo>
                    <a:pt x="29322" y="213400"/>
                    <a:pt x="17118" y="170836"/>
                    <a:pt x="17118" y="125268"/>
                  </a:cubicBezTo>
                  <a:cubicBezTo>
                    <a:pt x="17118" y="57667"/>
                    <a:pt x="42772" y="24617"/>
                    <a:pt x="63195" y="6090"/>
                  </a:cubicBezTo>
                  <a:cubicBezTo>
                    <a:pt x="64191" y="5088"/>
                    <a:pt x="64939" y="4337"/>
                    <a:pt x="64939" y="3085"/>
                  </a:cubicBezTo>
                  <a:cubicBezTo>
                    <a:pt x="64939" y="81"/>
                    <a:pt x="61950" y="81"/>
                    <a:pt x="59957" y="81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DD54F58-C630-34C8-D853-805CD1C9AA7C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8724716" y="5261760"/>
              <a:ext cx="90660" cy="166248"/>
            </a:xfrm>
            <a:custGeom>
              <a:avLst/>
              <a:gdLst>
                <a:gd name="connsiteX0" fmla="*/ 56474 w 90660"/>
                <a:gd name="connsiteY0" fmla="*/ 7091 h 166248"/>
                <a:gd name="connsiteX1" fmla="*/ 49001 w 90660"/>
                <a:gd name="connsiteY1" fmla="*/ 81 h 166248"/>
                <a:gd name="connsiteX2" fmla="*/ 184 w 90660"/>
                <a:gd name="connsiteY2" fmla="*/ 16105 h 166248"/>
                <a:gd name="connsiteX3" fmla="*/ 184 w 90660"/>
                <a:gd name="connsiteY3" fmla="*/ 25118 h 166248"/>
                <a:gd name="connsiteX4" fmla="*/ 36299 w 90660"/>
                <a:gd name="connsiteY4" fmla="*/ 18108 h 166248"/>
                <a:gd name="connsiteX5" fmla="*/ 36299 w 90660"/>
                <a:gd name="connsiteY5" fmla="*/ 145799 h 166248"/>
                <a:gd name="connsiteX6" fmla="*/ 11392 w 90660"/>
                <a:gd name="connsiteY6" fmla="*/ 157316 h 166248"/>
                <a:gd name="connsiteX7" fmla="*/ 1928 w 90660"/>
                <a:gd name="connsiteY7" fmla="*/ 157316 h 166248"/>
                <a:gd name="connsiteX8" fmla="*/ 1928 w 90660"/>
                <a:gd name="connsiteY8" fmla="*/ 166329 h 166248"/>
                <a:gd name="connsiteX9" fmla="*/ 46262 w 90660"/>
                <a:gd name="connsiteY9" fmla="*/ 165328 h 166248"/>
                <a:gd name="connsiteX10" fmla="*/ 90845 w 90660"/>
                <a:gd name="connsiteY10" fmla="*/ 166329 h 166248"/>
                <a:gd name="connsiteX11" fmla="*/ 90845 w 90660"/>
                <a:gd name="connsiteY11" fmla="*/ 157316 h 166248"/>
                <a:gd name="connsiteX12" fmla="*/ 81380 w 90660"/>
                <a:gd name="connsiteY12" fmla="*/ 157316 h 166248"/>
                <a:gd name="connsiteX13" fmla="*/ 56474 w 90660"/>
                <a:gd name="connsiteY13" fmla="*/ 145799 h 166248"/>
                <a:gd name="connsiteX14" fmla="*/ 56474 w 90660"/>
                <a:gd name="connsiteY14" fmla="*/ 7091 h 166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660" h="166248">
                  <a:moveTo>
                    <a:pt x="56474" y="7091"/>
                  </a:moveTo>
                  <a:cubicBezTo>
                    <a:pt x="56474" y="331"/>
                    <a:pt x="55975" y="81"/>
                    <a:pt x="49001" y="81"/>
                  </a:cubicBezTo>
                  <a:cubicBezTo>
                    <a:pt x="33061" y="15854"/>
                    <a:pt x="10396" y="16105"/>
                    <a:pt x="184" y="16105"/>
                  </a:cubicBezTo>
                  <a:lnTo>
                    <a:pt x="184" y="25118"/>
                  </a:lnTo>
                  <a:cubicBezTo>
                    <a:pt x="6162" y="25118"/>
                    <a:pt x="22600" y="25118"/>
                    <a:pt x="36299" y="18108"/>
                  </a:cubicBezTo>
                  <a:lnTo>
                    <a:pt x="36299" y="145799"/>
                  </a:lnTo>
                  <a:cubicBezTo>
                    <a:pt x="36299" y="154061"/>
                    <a:pt x="36299" y="157316"/>
                    <a:pt x="11392" y="157316"/>
                  </a:cubicBezTo>
                  <a:lnTo>
                    <a:pt x="1928" y="157316"/>
                  </a:lnTo>
                  <a:lnTo>
                    <a:pt x="1928" y="166329"/>
                  </a:lnTo>
                  <a:cubicBezTo>
                    <a:pt x="6411" y="166079"/>
                    <a:pt x="37046" y="165328"/>
                    <a:pt x="46262" y="165328"/>
                  </a:cubicBezTo>
                  <a:cubicBezTo>
                    <a:pt x="53983" y="165328"/>
                    <a:pt x="85365" y="166079"/>
                    <a:pt x="90845" y="166329"/>
                  </a:cubicBezTo>
                  <a:lnTo>
                    <a:pt x="90845" y="157316"/>
                  </a:lnTo>
                  <a:lnTo>
                    <a:pt x="81380" y="157316"/>
                  </a:lnTo>
                  <a:cubicBezTo>
                    <a:pt x="56474" y="157316"/>
                    <a:pt x="56474" y="154061"/>
                    <a:pt x="56474" y="145799"/>
                  </a:cubicBezTo>
                  <a:lnTo>
                    <a:pt x="56474" y="7091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8083A128-C65F-E126-A41B-94EB7EFE2452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8857083" y="5240228"/>
              <a:ext cx="64508" cy="250124"/>
            </a:xfrm>
            <a:custGeom>
              <a:avLst/>
              <a:gdLst>
                <a:gd name="connsiteX0" fmla="*/ 4920 w 64508"/>
                <a:gd name="connsiteY0" fmla="*/ 81 h 250124"/>
                <a:gd name="connsiteX1" fmla="*/ 188 w 64508"/>
                <a:gd name="connsiteY1" fmla="*/ 3085 h 250124"/>
                <a:gd name="connsiteX2" fmla="*/ 2430 w 64508"/>
                <a:gd name="connsiteY2" fmla="*/ 6841 h 250124"/>
                <a:gd name="connsiteX3" fmla="*/ 47760 w 64508"/>
                <a:gd name="connsiteY3" fmla="*/ 125017 h 250124"/>
                <a:gd name="connsiteX4" fmla="*/ 4671 w 64508"/>
                <a:gd name="connsiteY4" fmla="*/ 241442 h 250124"/>
                <a:gd name="connsiteX5" fmla="*/ 188 w 64508"/>
                <a:gd name="connsiteY5" fmla="*/ 247200 h 250124"/>
                <a:gd name="connsiteX6" fmla="*/ 3426 w 64508"/>
                <a:gd name="connsiteY6" fmla="*/ 250205 h 250124"/>
                <a:gd name="connsiteX7" fmla="*/ 46515 w 64508"/>
                <a:gd name="connsiteY7" fmla="*/ 202383 h 250124"/>
                <a:gd name="connsiteX8" fmla="*/ 64697 w 64508"/>
                <a:gd name="connsiteY8" fmla="*/ 125268 h 250124"/>
                <a:gd name="connsiteX9" fmla="*/ 4920 w 64508"/>
                <a:gd name="connsiteY9" fmla="*/ 81 h 250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08" h="250124">
                  <a:moveTo>
                    <a:pt x="4920" y="81"/>
                  </a:moveTo>
                  <a:cubicBezTo>
                    <a:pt x="3177" y="81"/>
                    <a:pt x="188" y="81"/>
                    <a:pt x="188" y="3085"/>
                  </a:cubicBezTo>
                  <a:cubicBezTo>
                    <a:pt x="188" y="4337"/>
                    <a:pt x="935" y="5088"/>
                    <a:pt x="2430" y="6841"/>
                  </a:cubicBezTo>
                  <a:cubicBezTo>
                    <a:pt x="23850" y="26620"/>
                    <a:pt x="47760" y="60421"/>
                    <a:pt x="47760" y="125017"/>
                  </a:cubicBezTo>
                  <a:cubicBezTo>
                    <a:pt x="47760" y="177346"/>
                    <a:pt x="31571" y="216905"/>
                    <a:pt x="4671" y="241442"/>
                  </a:cubicBezTo>
                  <a:cubicBezTo>
                    <a:pt x="437" y="245698"/>
                    <a:pt x="188" y="245948"/>
                    <a:pt x="188" y="247200"/>
                  </a:cubicBezTo>
                  <a:cubicBezTo>
                    <a:pt x="188" y="248452"/>
                    <a:pt x="935" y="250205"/>
                    <a:pt x="3426" y="250205"/>
                  </a:cubicBezTo>
                  <a:cubicBezTo>
                    <a:pt x="6415" y="250205"/>
                    <a:pt x="30076" y="233680"/>
                    <a:pt x="46515" y="202383"/>
                  </a:cubicBezTo>
                  <a:cubicBezTo>
                    <a:pt x="57474" y="181602"/>
                    <a:pt x="64697" y="154562"/>
                    <a:pt x="64697" y="125268"/>
                  </a:cubicBezTo>
                  <a:cubicBezTo>
                    <a:pt x="64697" y="89965"/>
                    <a:pt x="54236" y="35133"/>
                    <a:pt x="4920" y="81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38641A6-2091-AAED-099F-226D1989DF67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9087141" y="5444423"/>
              <a:ext cx="236614" cy="83696"/>
            </a:xfrm>
            <a:custGeom>
              <a:avLst/>
              <a:gdLst>
                <a:gd name="connsiteX0" fmla="*/ 224712 w 236614"/>
                <a:gd name="connsiteY0" fmla="*/ 14392 h 83696"/>
                <a:gd name="connsiteX1" fmla="*/ 236809 w 236614"/>
                <a:gd name="connsiteY1" fmla="*/ 7238 h 83696"/>
                <a:gd name="connsiteX2" fmla="*/ 225067 w 236614"/>
                <a:gd name="connsiteY2" fmla="*/ 85 h 83696"/>
                <a:gd name="connsiteX3" fmla="*/ 11936 w 236614"/>
                <a:gd name="connsiteY3" fmla="*/ 85 h 83696"/>
                <a:gd name="connsiteX4" fmla="*/ 194 w 236614"/>
                <a:gd name="connsiteY4" fmla="*/ 7238 h 83696"/>
                <a:gd name="connsiteX5" fmla="*/ 12292 w 236614"/>
                <a:gd name="connsiteY5" fmla="*/ 14392 h 83696"/>
                <a:gd name="connsiteX6" fmla="*/ 224712 w 236614"/>
                <a:gd name="connsiteY6" fmla="*/ 14392 h 83696"/>
                <a:gd name="connsiteX7" fmla="*/ 225067 w 236614"/>
                <a:gd name="connsiteY7" fmla="*/ 83781 h 83696"/>
                <a:gd name="connsiteX8" fmla="*/ 236809 w 236614"/>
                <a:gd name="connsiteY8" fmla="*/ 76628 h 83696"/>
                <a:gd name="connsiteX9" fmla="*/ 224712 w 236614"/>
                <a:gd name="connsiteY9" fmla="*/ 69474 h 83696"/>
                <a:gd name="connsiteX10" fmla="*/ 12292 w 236614"/>
                <a:gd name="connsiteY10" fmla="*/ 69474 h 83696"/>
                <a:gd name="connsiteX11" fmla="*/ 194 w 236614"/>
                <a:gd name="connsiteY11" fmla="*/ 76628 h 83696"/>
                <a:gd name="connsiteX12" fmla="*/ 11936 w 236614"/>
                <a:gd name="connsiteY12" fmla="*/ 83781 h 83696"/>
                <a:gd name="connsiteX13" fmla="*/ 225067 w 236614"/>
                <a:gd name="connsiteY13" fmla="*/ 83781 h 83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614" h="83696">
                  <a:moveTo>
                    <a:pt x="224712" y="14392"/>
                  </a:moveTo>
                  <a:cubicBezTo>
                    <a:pt x="230049" y="14392"/>
                    <a:pt x="236809" y="14392"/>
                    <a:pt x="236809" y="7238"/>
                  </a:cubicBezTo>
                  <a:cubicBezTo>
                    <a:pt x="236809" y="85"/>
                    <a:pt x="230049" y="85"/>
                    <a:pt x="225067" y="85"/>
                  </a:cubicBezTo>
                  <a:lnTo>
                    <a:pt x="11936" y="85"/>
                  </a:lnTo>
                  <a:cubicBezTo>
                    <a:pt x="6955" y="85"/>
                    <a:pt x="194" y="85"/>
                    <a:pt x="194" y="7238"/>
                  </a:cubicBezTo>
                  <a:cubicBezTo>
                    <a:pt x="194" y="14392"/>
                    <a:pt x="6955" y="14392"/>
                    <a:pt x="12292" y="14392"/>
                  </a:cubicBezTo>
                  <a:lnTo>
                    <a:pt x="224712" y="14392"/>
                  </a:lnTo>
                  <a:close/>
                  <a:moveTo>
                    <a:pt x="225067" y="83781"/>
                  </a:moveTo>
                  <a:cubicBezTo>
                    <a:pt x="230049" y="83781"/>
                    <a:pt x="236809" y="83781"/>
                    <a:pt x="236809" y="76628"/>
                  </a:cubicBezTo>
                  <a:cubicBezTo>
                    <a:pt x="236809" y="69474"/>
                    <a:pt x="230049" y="69474"/>
                    <a:pt x="224712" y="69474"/>
                  </a:cubicBezTo>
                  <a:lnTo>
                    <a:pt x="12292" y="69474"/>
                  </a:lnTo>
                  <a:cubicBezTo>
                    <a:pt x="6955" y="69474"/>
                    <a:pt x="194" y="69474"/>
                    <a:pt x="194" y="76628"/>
                  </a:cubicBezTo>
                  <a:cubicBezTo>
                    <a:pt x="194" y="83781"/>
                    <a:pt x="6955" y="83781"/>
                    <a:pt x="11936" y="83781"/>
                  </a:cubicBezTo>
                  <a:lnTo>
                    <a:pt x="225067" y="83781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7D094DAD-4FE1-CCEC-75FF-DB60E16E5E34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9448130" y="5417597"/>
              <a:ext cx="163317" cy="231417"/>
            </a:xfrm>
            <a:custGeom>
              <a:avLst/>
              <a:gdLst>
                <a:gd name="connsiteX0" fmla="*/ 162455 w 163317"/>
                <a:gd name="connsiteY0" fmla="*/ 23334 h 231417"/>
                <a:gd name="connsiteX1" fmla="*/ 163523 w 163317"/>
                <a:gd name="connsiteY1" fmla="*/ 16896 h 231417"/>
                <a:gd name="connsiteX2" fmla="*/ 153204 w 163317"/>
                <a:gd name="connsiteY2" fmla="*/ 7238 h 231417"/>
                <a:gd name="connsiteX3" fmla="*/ 138616 w 163317"/>
                <a:gd name="connsiteY3" fmla="*/ 22618 h 231417"/>
                <a:gd name="connsiteX4" fmla="*/ 105525 w 163317"/>
                <a:gd name="connsiteY4" fmla="*/ 85 h 231417"/>
                <a:gd name="connsiteX5" fmla="*/ 20842 w 163317"/>
                <a:gd name="connsiteY5" fmla="*/ 101665 h 231417"/>
                <a:gd name="connsiteX6" fmla="*/ 68165 w 163317"/>
                <a:gd name="connsiteY6" fmla="*/ 158178 h 231417"/>
                <a:gd name="connsiteX7" fmla="*/ 109439 w 163317"/>
                <a:gd name="connsiteY7" fmla="*/ 137433 h 231417"/>
                <a:gd name="connsiteX8" fmla="*/ 109795 w 163317"/>
                <a:gd name="connsiteY8" fmla="*/ 137791 h 231417"/>
                <a:gd name="connsiteX9" fmla="*/ 98053 w 163317"/>
                <a:gd name="connsiteY9" fmla="*/ 185004 h 231417"/>
                <a:gd name="connsiteX10" fmla="*/ 46816 w 163317"/>
                <a:gd name="connsiteY10" fmla="*/ 223633 h 231417"/>
                <a:gd name="connsiteX11" fmla="*/ 18351 w 163317"/>
                <a:gd name="connsiteY11" fmla="*/ 220057 h 231417"/>
                <a:gd name="connsiteX12" fmla="*/ 32940 w 163317"/>
                <a:gd name="connsiteY12" fmla="*/ 201457 h 231417"/>
                <a:gd name="connsiteX13" fmla="*/ 19419 w 163317"/>
                <a:gd name="connsiteY13" fmla="*/ 188939 h 231417"/>
                <a:gd name="connsiteX14" fmla="*/ 205 w 163317"/>
                <a:gd name="connsiteY14" fmla="*/ 209684 h 231417"/>
                <a:gd name="connsiteX15" fmla="*/ 47528 w 163317"/>
                <a:gd name="connsiteY15" fmla="*/ 231502 h 231417"/>
                <a:gd name="connsiteX16" fmla="*/ 122960 w 163317"/>
                <a:gd name="connsiteY16" fmla="*/ 182143 h 231417"/>
                <a:gd name="connsiteX17" fmla="*/ 162455 w 163317"/>
                <a:gd name="connsiteY17" fmla="*/ 23334 h 231417"/>
                <a:gd name="connsiteX18" fmla="*/ 116200 w 163317"/>
                <a:gd name="connsiteY18" fmla="*/ 112396 h 231417"/>
                <a:gd name="connsiteX19" fmla="*/ 98053 w 163317"/>
                <a:gd name="connsiteY19" fmla="*/ 137433 h 231417"/>
                <a:gd name="connsiteX20" fmla="*/ 69232 w 163317"/>
                <a:gd name="connsiteY20" fmla="*/ 150309 h 231417"/>
                <a:gd name="connsiteX21" fmla="*/ 46105 w 163317"/>
                <a:gd name="connsiteY21" fmla="*/ 117403 h 231417"/>
                <a:gd name="connsiteX22" fmla="*/ 66030 w 163317"/>
                <a:gd name="connsiteY22" fmla="*/ 39787 h 231417"/>
                <a:gd name="connsiteX23" fmla="*/ 105881 w 163317"/>
                <a:gd name="connsiteY23" fmla="*/ 7954 h 231417"/>
                <a:gd name="connsiteX24" fmla="*/ 134346 w 163317"/>
                <a:gd name="connsiteY24" fmla="*/ 38714 h 231417"/>
                <a:gd name="connsiteX25" fmla="*/ 133279 w 163317"/>
                <a:gd name="connsiteY25" fmla="*/ 44079 h 231417"/>
                <a:gd name="connsiteX26" fmla="*/ 116200 w 163317"/>
                <a:gd name="connsiteY26" fmla="*/ 112396 h 231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3317" h="231417">
                  <a:moveTo>
                    <a:pt x="162455" y="23334"/>
                  </a:moveTo>
                  <a:cubicBezTo>
                    <a:pt x="162811" y="21188"/>
                    <a:pt x="163523" y="19399"/>
                    <a:pt x="163523" y="16896"/>
                  </a:cubicBezTo>
                  <a:cubicBezTo>
                    <a:pt x="163523" y="10815"/>
                    <a:pt x="159253" y="7238"/>
                    <a:pt x="153204" y="7238"/>
                  </a:cubicBezTo>
                  <a:cubicBezTo>
                    <a:pt x="149646" y="7238"/>
                    <a:pt x="140039" y="9742"/>
                    <a:pt x="138616" y="22618"/>
                  </a:cubicBezTo>
                  <a:cubicBezTo>
                    <a:pt x="132211" y="9384"/>
                    <a:pt x="119758" y="85"/>
                    <a:pt x="105525" y="85"/>
                  </a:cubicBezTo>
                  <a:cubicBezTo>
                    <a:pt x="64963" y="85"/>
                    <a:pt x="20842" y="50160"/>
                    <a:pt x="20842" y="101665"/>
                  </a:cubicBezTo>
                  <a:cubicBezTo>
                    <a:pt x="20842" y="137075"/>
                    <a:pt x="42547" y="158178"/>
                    <a:pt x="68165" y="158178"/>
                  </a:cubicBezTo>
                  <a:cubicBezTo>
                    <a:pt x="89158" y="158178"/>
                    <a:pt x="105881" y="141367"/>
                    <a:pt x="109439" y="137433"/>
                  </a:cubicBezTo>
                  <a:lnTo>
                    <a:pt x="109795" y="137791"/>
                  </a:lnTo>
                  <a:cubicBezTo>
                    <a:pt x="102323" y="169624"/>
                    <a:pt x="98053" y="184289"/>
                    <a:pt x="98053" y="185004"/>
                  </a:cubicBezTo>
                  <a:cubicBezTo>
                    <a:pt x="96630" y="188223"/>
                    <a:pt x="84532" y="223633"/>
                    <a:pt x="46816" y="223633"/>
                  </a:cubicBezTo>
                  <a:cubicBezTo>
                    <a:pt x="40056" y="223633"/>
                    <a:pt x="28314" y="223276"/>
                    <a:pt x="18351" y="220057"/>
                  </a:cubicBezTo>
                  <a:cubicBezTo>
                    <a:pt x="29026" y="216838"/>
                    <a:pt x="32940" y="207538"/>
                    <a:pt x="32940" y="201457"/>
                  </a:cubicBezTo>
                  <a:cubicBezTo>
                    <a:pt x="32940" y="195735"/>
                    <a:pt x="29026" y="188939"/>
                    <a:pt x="19419" y="188939"/>
                  </a:cubicBezTo>
                  <a:cubicBezTo>
                    <a:pt x="11591" y="188939"/>
                    <a:pt x="205" y="195377"/>
                    <a:pt x="205" y="209684"/>
                  </a:cubicBezTo>
                  <a:cubicBezTo>
                    <a:pt x="205" y="224349"/>
                    <a:pt x="13370" y="231502"/>
                    <a:pt x="47528" y="231502"/>
                  </a:cubicBezTo>
                  <a:cubicBezTo>
                    <a:pt x="92004" y="231502"/>
                    <a:pt x="117623" y="203603"/>
                    <a:pt x="122960" y="182143"/>
                  </a:cubicBezTo>
                  <a:lnTo>
                    <a:pt x="162455" y="23334"/>
                  </a:lnTo>
                  <a:close/>
                  <a:moveTo>
                    <a:pt x="116200" y="112396"/>
                  </a:moveTo>
                  <a:cubicBezTo>
                    <a:pt x="114065" y="121695"/>
                    <a:pt x="105881" y="130637"/>
                    <a:pt x="98053" y="137433"/>
                  </a:cubicBezTo>
                  <a:cubicBezTo>
                    <a:pt x="90581" y="143871"/>
                    <a:pt x="79551" y="150309"/>
                    <a:pt x="69232" y="150309"/>
                  </a:cubicBezTo>
                  <a:cubicBezTo>
                    <a:pt x="51442" y="150309"/>
                    <a:pt x="46105" y="131710"/>
                    <a:pt x="46105" y="117403"/>
                  </a:cubicBezTo>
                  <a:cubicBezTo>
                    <a:pt x="46105" y="100235"/>
                    <a:pt x="56423" y="58029"/>
                    <a:pt x="66030" y="39787"/>
                  </a:cubicBezTo>
                  <a:cubicBezTo>
                    <a:pt x="75637" y="22261"/>
                    <a:pt x="90937" y="7954"/>
                    <a:pt x="105881" y="7954"/>
                  </a:cubicBezTo>
                  <a:cubicBezTo>
                    <a:pt x="129365" y="7954"/>
                    <a:pt x="134346" y="36926"/>
                    <a:pt x="134346" y="38714"/>
                  </a:cubicBezTo>
                  <a:cubicBezTo>
                    <a:pt x="134346" y="40502"/>
                    <a:pt x="133634" y="42648"/>
                    <a:pt x="133279" y="44079"/>
                  </a:cubicBezTo>
                  <a:lnTo>
                    <a:pt x="116200" y="112396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E1AA7331-CFB3-A97B-9023-2F7B9BE51BE3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9748616" y="5164358"/>
              <a:ext cx="135208" cy="643462"/>
            </a:xfrm>
            <a:custGeom>
              <a:avLst/>
              <a:gdLst>
                <a:gd name="connsiteX0" fmla="*/ 119409 w 135208"/>
                <a:gd name="connsiteY0" fmla="*/ 639602 h 643462"/>
                <a:gd name="connsiteX1" fmla="*/ 123678 w 135208"/>
                <a:gd name="connsiteY1" fmla="*/ 643536 h 643462"/>
                <a:gd name="connsiteX2" fmla="*/ 131506 w 135208"/>
                <a:gd name="connsiteY2" fmla="*/ 643536 h 643462"/>
                <a:gd name="connsiteX3" fmla="*/ 135420 w 135208"/>
                <a:gd name="connsiteY3" fmla="*/ 639960 h 643462"/>
                <a:gd name="connsiteX4" fmla="*/ 133997 w 135208"/>
                <a:gd name="connsiteY4" fmla="*/ 636740 h 643462"/>
                <a:gd name="connsiteX5" fmla="*/ 79914 w 135208"/>
                <a:gd name="connsiteY5" fmla="*/ 564847 h 643462"/>
                <a:gd name="connsiteX6" fmla="*/ 27253 w 135208"/>
                <a:gd name="connsiteY6" fmla="*/ 321984 h 643462"/>
                <a:gd name="connsiteX7" fmla="*/ 134353 w 135208"/>
                <a:gd name="connsiteY7" fmla="*/ 6512 h 643462"/>
                <a:gd name="connsiteX8" fmla="*/ 135420 w 135208"/>
                <a:gd name="connsiteY8" fmla="*/ 3650 h 643462"/>
                <a:gd name="connsiteX9" fmla="*/ 128660 w 135208"/>
                <a:gd name="connsiteY9" fmla="*/ 74 h 643462"/>
                <a:gd name="connsiteX10" fmla="*/ 120120 w 135208"/>
                <a:gd name="connsiteY10" fmla="*/ 2935 h 643462"/>
                <a:gd name="connsiteX11" fmla="*/ 23695 w 135208"/>
                <a:gd name="connsiteY11" fmla="*/ 157452 h 643462"/>
                <a:gd name="connsiteX12" fmla="*/ 212 w 135208"/>
                <a:gd name="connsiteY12" fmla="*/ 321626 h 643462"/>
                <a:gd name="connsiteX13" fmla="*/ 71374 w 135208"/>
                <a:gd name="connsiteY13" fmla="*/ 585235 h 643462"/>
                <a:gd name="connsiteX14" fmla="*/ 94146 w 135208"/>
                <a:gd name="connsiteY14" fmla="*/ 614207 h 643462"/>
                <a:gd name="connsiteX15" fmla="*/ 105532 w 135208"/>
                <a:gd name="connsiteY15" fmla="*/ 626725 h 643462"/>
                <a:gd name="connsiteX16" fmla="*/ 119409 w 135208"/>
                <a:gd name="connsiteY16" fmla="*/ 639602 h 643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5208" h="643462">
                  <a:moveTo>
                    <a:pt x="119409" y="639602"/>
                  </a:moveTo>
                  <a:cubicBezTo>
                    <a:pt x="120120" y="639960"/>
                    <a:pt x="123323" y="643536"/>
                    <a:pt x="123678" y="643536"/>
                  </a:cubicBezTo>
                  <a:lnTo>
                    <a:pt x="131506" y="643536"/>
                  </a:lnTo>
                  <a:cubicBezTo>
                    <a:pt x="132574" y="643536"/>
                    <a:pt x="135420" y="643179"/>
                    <a:pt x="135420" y="639960"/>
                  </a:cubicBezTo>
                  <a:cubicBezTo>
                    <a:pt x="135420" y="638529"/>
                    <a:pt x="134709" y="637813"/>
                    <a:pt x="133997" y="636740"/>
                  </a:cubicBezTo>
                  <a:cubicBezTo>
                    <a:pt x="121188" y="623864"/>
                    <a:pt x="101974" y="604192"/>
                    <a:pt x="79914" y="564847"/>
                  </a:cubicBezTo>
                  <a:cubicBezTo>
                    <a:pt x="41486" y="496173"/>
                    <a:pt x="27253" y="407827"/>
                    <a:pt x="27253" y="321984"/>
                  </a:cubicBezTo>
                  <a:cubicBezTo>
                    <a:pt x="27253" y="163175"/>
                    <a:pt x="72086" y="69821"/>
                    <a:pt x="134353" y="6512"/>
                  </a:cubicBezTo>
                  <a:cubicBezTo>
                    <a:pt x="135420" y="5439"/>
                    <a:pt x="135420" y="4366"/>
                    <a:pt x="135420" y="3650"/>
                  </a:cubicBezTo>
                  <a:cubicBezTo>
                    <a:pt x="135420" y="74"/>
                    <a:pt x="132930" y="74"/>
                    <a:pt x="128660" y="74"/>
                  </a:cubicBezTo>
                  <a:cubicBezTo>
                    <a:pt x="124034" y="74"/>
                    <a:pt x="123323" y="74"/>
                    <a:pt x="120120" y="2935"/>
                  </a:cubicBezTo>
                  <a:cubicBezTo>
                    <a:pt x="86318" y="32265"/>
                    <a:pt x="48246" y="81982"/>
                    <a:pt x="23695" y="157452"/>
                  </a:cubicBezTo>
                  <a:cubicBezTo>
                    <a:pt x="8395" y="204665"/>
                    <a:pt x="212" y="262252"/>
                    <a:pt x="212" y="321626"/>
                  </a:cubicBezTo>
                  <a:cubicBezTo>
                    <a:pt x="212" y="406396"/>
                    <a:pt x="15512" y="502253"/>
                    <a:pt x="71374" y="585235"/>
                  </a:cubicBezTo>
                  <a:cubicBezTo>
                    <a:pt x="80981" y="599184"/>
                    <a:pt x="94146" y="613849"/>
                    <a:pt x="94146" y="614207"/>
                  </a:cubicBezTo>
                  <a:cubicBezTo>
                    <a:pt x="97704" y="618499"/>
                    <a:pt x="102686" y="624222"/>
                    <a:pt x="105532" y="626725"/>
                  </a:cubicBezTo>
                  <a:lnTo>
                    <a:pt x="119409" y="639602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1D8E78E-F769-B2DE-E173-6968BE8F781A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9905608" y="5330324"/>
              <a:ext cx="405625" cy="248228"/>
            </a:xfrm>
            <a:custGeom>
              <a:avLst/>
              <a:gdLst>
                <a:gd name="connsiteX0" fmla="*/ 372041 w 405625"/>
                <a:gd name="connsiteY0" fmla="*/ 25480 h 248228"/>
                <a:gd name="connsiteX1" fmla="*/ 385562 w 405625"/>
                <a:gd name="connsiteY1" fmla="*/ 17611 h 248228"/>
                <a:gd name="connsiteX2" fmla="*/ 405843 w 405625"/>
                <a:gd name="connsiteY2" fmla="*/ 16896 h 248228"/>
                <a:gd name="connsiteX3" fmla="*/ 405843 w 405625"/>
                <a:gd name="connsiteY3" fmla="*/ 85 h 248228"/>
                <a:gd name="connsiteX4" fmla="*/ 367771 w 405625"/>
                <a:gd name="connsiteY4" fmla="*/ 1158 h 248228"/>
                <a:gd name="connsiteX5" fmla="*/ 319381 w 405625"/>
                <a:gd name="connsiteY5" fmla="*/ 85 h 248228"/>
                <a:gd name="connsiteX6" fmla="*/ 319381 w 405625"/>
                <a:gd name="connsiteY6" fmla="*/ 16896 h 248228"/>
                <a:gd name="connsiteX7" fmla="*/ 355674 w 405625"/>
                <a:gd name="connsiteY7" fmla="*/ 20830 h 248228"/>
                <a:gd name="connsiteX8" fmla="*/ 294474 w 405625"/>
                <a:gd name="connsiteY8" fmla="*/ 180712 h 248228"/>
                <a:gd name="connsiteX9" fmla="*/ 231495 w 405625"/>
                <a:gd name="connsiteY9" fmla="*/ 16896 h 248228"/>
                <a:gd name="connsiteX10" fmla="*/ 265653 w 405625"/>
                <a:gd name="connsiteY10" fmla="*/ 16896 h 248228"/>
                <a:gd name="connsiteX11" fmla="*/ 265653 w 405625"/>
                <a:gd name="connsiteY11" fmla="*/ 85 h 248228"/>
                <a:gd name="connsiteX12" fmla="*/ 203386 w 405625"/>
                <a:gd name="connsiteY12" fmla="*/ 1158 h 248228"/>
                <a:gd name="connsiteX13" fmla="*/ 148947 w 405625"/>
                <a:gd name="connsiteY13" fmla="*/ 85 h 248228"/>
                <a:gd name="connsiteX14" fmla="*/ 148947 w 405625"/>
                <a:gd name="connsiteY14" fmla="*/ 16896 h 248228"/>
                <a:gd name="connsiteX15" fmla="*/ 179547 w 405625"/>
                <a:gd name="connsiteY15" fmla="*/ 16896 h 248228"/>
                <a:gd name="connsiteX16" fmla="*/ 194135 w 405625"/>
                <a:gd name="connsiteY16" fmla="*/ 54809 h 248228"/>
                <a:gd name="connsiteX17" fmla="*/ 145745 w 405625"/>
                <a:gd name="connsiteY17" fmla="*/ 180712 h 248228"/>
                <a:gd name="connsiteX18" fmla="*/ 82766 w 405625"/>
                <a:gd name="connsiteY18" fmla="*/ 16896 h 248228"/>
                <a:gd name="connsiteX19" fmla="*/ 116924 w 405625"/>
                <a:gd name="connsiteY19" fmla="*/ 16896 h 248228"/>
                <a:gd name="connsiteX20" fmla="*/ 116924 w 405625"/>
                <a:gd name="connsiteY20" fmla="*/ 85 h 248228"/>
                <a:gd name="connsiteX21" fmla="*/ 54657 w 405625"/>
                <a:gd name="connsiteY21" fmla="*/ 1158 h 248228"/>
                <a:gd name="connsiteX22" fmla="*/ 218 w 405625"/>
                <a:gd name="connsiteY22" fmla="*/ 85 h 248228"/>
                <a:gd name="connsiteX23" fmla="*/ 218 w 405625"/>
                <a:gd name="connsiteY23" fmla="*/ 16896 h 248228"/>
                <a:gd name="connsiteX24" fmla="*/ 30817 w 405625"/>
                <a:gd name="connsiteY24" fmla="*/ 16896 h 248228"/>
                <a:gd name="connsiteX25" fmla="*/ 116212 w 405625"/>
                <a:gd name="connsiteY25" fmla="*/ 239014 h 248228"/>
                <a:gd name="connsiteX26" fmla="*/ 128666 w 405625"/>
                <a:gd name="connsiteY26" fmla="*/ 248313 h 248228"/>
                <a:gd name="connsiteX27" fmla="*/ 141119 w 405625"/>
                <a:gd name="connsiteY27" fmla="*/ 239014 h 248228"/>
                <a:gd name="connsiteX28" fmla="*/ 203030 w 405625"/>
                <a:gd name="connsiteY28" fmla="*/ 78058 h 248228"/>
                <a:gd name="connsiteX29" fmla="*/ 264942 w 405625"/>
                <a:gd name="connsiteY29" fmla="*/ 239014 h 248228"/>
                <a:gd name="connsiteX30" fmla="*/ 277395 w 405625"/>
                <a:gd name="connsiteY30" fmla="*/ 248313 h 248228"/>
                <a:gd name="connsiteX31" fmla="*/ 289848 w 405625"/>
                <a:gd name="connsiteY31" fmla="*/ 239014 h 248228"/>
                <a:gd name="connsiteX32" fmla="*/ 372041 w 405625"/>
                <a:gd name="connsiteY32" fmla="*/ 25480 h 248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5625" h="248228">
                  <a:moveTo>
                    <a:pt x="372041" y="25480"/>
                  </a:moveTo>
                  <a:cubicBezTo>
                    <a:pt x="374176" y="19399"/>
                    <a:pt x="374532" y="18684"/>
                    <a:pt x="385562" y="17611"/>
                  </a:cubicBezTo>
                  <a:cubicBezTo>
                    <a:pt x="392678" y="16896"/>
                    <a:pt x="400150" y="16896"/>
                    <a:pt x="405843" y="16896"/>
                  </a:cubicBezTo>
                  <a:lnTo>
                    <a:pt x="405843" y="85"/>
                  </a:lnTo>
                  <a:cubicBezTo>
                    <a:pt x="396236" y="442"/>
                    <a:pt x="383783" y="1158"/>
                    <a:pt x="367771" y="1158"/>
                  </a:cubicBezTo>
                  <a:cubicBezTo>
                    <a:pt x="354250" y="1158"/>
                    <a:pt x="332190" y="1158"/>
                    <a:pt x="319381" y="85"/>
                  </a:cubicBezTo>
                  <a:lnTo>
                    <a:pt x="319381" y="16896"/>
                  </a:lnTo>
                  <a:cubicBezTo>
                    <a:pt x="328276" y="16896"/>
                    <a:pt x="345355" y="16896"/>
                    <a:pt x="355674" y="20830"/>
                  </a:cubicBezTo>
                  <a:lnTo>
                    <a:pt x="294474" y="180712"/>
                  </a:lnTo>
                  <a:lnTo>
                    <a:pt x="231495" y="16896"/>
                  </a:lnTo>
                  <a:lnTo>
                    <a:pt x="265653" y="16896"/>
                  </a:lnTo>
                  <a:lnTo>
                    <a:pt x="265653" y="85"/>
                  </a:lnTo>
                  <a:cubicBezTo>
                    <a:pt x="252132" y="1158"/>
                    <a:pt x="218686" y="1158"/>
                    <a:pt x="203386" y="1158"/>
                  </a:cubicBezTo>
                  <a:cubicBezTo>
                    <a:pt x="189510" y="1158"/>
                    <a:pt x="161400" y="1158"/>
                    <a:pt x="148947" y="85"/>
                  </a:cubicBezTo>
                  <a:lnTo>
                    <a:pt x="148947" y="16896"/>
                  </a:lnTo>
                  <a:lnTo>
                    <a:pt x="179547" y="16896"/>
                  </a:lnTo>
                  <a:lnTo>
                    <a:pt x="194135" y="54809"/>
                  </a:lnTo>
                  <a:lnTo>
                    <a:pt x="145745" y="180712"/>
                  </a:lnTo>
                  <a:lnTo>
                    <a:pt x="82766" y="16896"/>
                  </a:lnTo>
                  <a:lnTo>
                    <a:pt x="116924" y="16896"/>
                  </a:lnTo>
                  <a:lnTo>
                    <a:pt x="116924" y="85"/>
                  </a:lnTo>
                  <a:cubicBezTo>
                    <a:pt x="103403" y="1158"/>
                    <a:pt x="69957" y="1158"/>
                    <a:pt x="54657" y="1158"/>
                  </a:cubicBezTo>
                  <a:cubicBezTo>
                    <a:pt x="40780" y="1158"/>
                    <a:pt x="12671" y="1158"/>
                    <a:pt x="218" y="85"/>
                  </a:cubicBezTo>
                  <a:lnTo>
                    <a:pt x="218" y="16896"/>
                  </a:lnTo>
                  <a:lnTo>
                    <a:pt x="30817" y="16896"/>
                  </a:lnTo>
                  <a:lnTo>
                    <a:pt x="116212" y="239014"/>
                  </a:lnTo>
                  <a:cubicBezTo>
                    <a:pt x="118347" y="244736"/>
                    <a:pt x="119770" y="248313"/>
                    <a:pt x="128666" y="248313"/>
                  </a:cubicBezTo>
                  <a:cubicBezTo>
                    <a:pt x="137561" y="248313"/>
                    <a:pt x="138984" y="244736"/>
                    <a:pt x="141119" y="239014"/>
                  </a:cubicBezTo>
                  <a:lnTo>
                    <a:pt x="203030" y="78058"/>
                  </a:lnTo>
                  <a:lnTo>
                    <a:pt x="264942" y="239014"/>
                  </a:lnTo>
                  <a:cubicBezTo>
                    <a:pt x="267076" y="244736"/>
                    <a:pt x="268500" y="248313"/>
                    <a:pt x="277395" y="248313"/>
                  </a:cubicBezTo>
                  <a:cubicBezTo>
                    <a:pt x="286290" y="248313"/>
                    <a:pt x="287714" y="244736"/>
                    <a:pt x="289848" y="239014"/>
                  </a:cubicBezTo>
                  <a:lnTo>
                    <a:pt x="372041" y="25480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C50B826D-9F21-CD3B-8194-C232F1B12ECA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0354414" y="5240228"/>
              <a:ext cx="64757" cy="250124"/>
            </a:xfrm>
            <a:custGeom>
              <a:avLst/>
              <a:gdLst>
                <a:gd name="connsiteX0" fmla="*/ 60006 w 64757"/>
                <a:gd name="connsiteY0" fmla="*/ 81 h 250124"/>
                <a:gd name="connsiteX1" fmla="*/ 230 w 64757"/>
                <a:gd name="connsiteY1" fmla="*/ 125017 h 250124"/>
                <a:gd name="connsiteX2" fmla="*/ 60006 w 64757"/>
                <a:gd name="connsiteY2" fmla="*/ 250205 h 250124"/>
                <a:gd name="connsiteX3" fmla="*/ 64987 w 64757"/>
                <a:gd name="connsiteY3" fmla="*/ 247200 h 250124"/>
                <a:gd name="connsiteX4" fmla="*/ 62497 w 64757"/>
                <a:gd name="connsiteY4" fmla="*/ 243445 h 250124"/>
                <a:gd name="connsiteX5" fmla="*/ 17166 w 64757"/>
                <a:gd name="connsiteY5" fmla="*/ 125268 h 250124"/>
                <a:gd name="connsiteX6" fmla="*/ 63244 w 64757"/>
                <a:gd name="connsiteY6" fmla="*/ 6090 h 250124"/>
                <a:gd name="connsiteX7" fmla="*/ 64987 w 64757"/>
                <a:gd name="connsiteY7" fmla="*/ 3085 h 250124"/>
                <a:gd name="connsiteX8" fmla="*/ 60006 w 64757"/>
                <a:gd name="connsiteY8" fmla="*/ 81 h 250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757" h="250124">
                  <a:moveTo>
                    <a:pt x="60006" y="81"/>
                  </a:moveTo>
                  <a:cubicBezTo>
                    <a:pt x="12683" y="33631"/>
                    <a:pt x="230" y="86710"/>
                    <a:pt x="230" y="125017"/>
                  </a:cubicBezTo>
                  <a:cubicBezTo>
                    <a:pt x="230" y="160320"/>
                    <a:pt x="10691" y="215152"/>
                    <a:pt x="60006" y="250205"/>
                  </a:cubicBezTo>
                  <a:cubicBezTo>
                    <a:pt x="61999" y="250205"/>
                    <a:pt x="64987" y="250205"/>
                    <a:pt x="64987" y="247200"/>
                  </a:cubicBezTo>
                  <a:cubicBezTo>
                    <a:pt x="64987" y="245698"/>
                    <a:pt x="64240" y="245197"/>
                    <a:pt x="62497" y="243445"/>
                  </a:cubicBezTo>
                  <a:cubicBezTo>
                    <a:pt x="29371" y="213400"/>
                    <a:pt x="17166" y="170836"/>
                    <a:pt x="17166" y="125268"/>
                  </a:cubicBezTo>
                  <a:cubicBezTo>
                    <a:pt x="17166" y="57667"/>
                    <a:pt x="42820" y="24617"/>
                    <a:pt x="63244" y="6090"/>
                  </a:cubicBezTo>
                  <a:cubicBezTo>
                    <a:pt x="64240" y="5088"/>
                    <a:pt x="64987" y="4337"/>
                    <a:pt x="64987" y="3085"/>
                  </a:cubicBezTo>
                  <a:cubicBezTo>
                    <a:pt x="64987" y="81"/>
                    <a:pt x="61999" y="81"/>
                    <a:pt x="60006" y="81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E200E0C0-D360-027E-DFC8-FD5405F4CAFC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0449914" y="5261760"/>
              <a:ext cx="115567" cy="171256"/>
            </a:xfrm>
            <a:custGeom>
              <a:avLst/>
              <a:gdLst>
                <a:gd name="connsiteX0" fmla="*/ 115800 w 115567"/>
                <a:gd name="connsiteY0" fmla="*/ 86460 h 171256"/>
                <a:gd name="connsiteX1" fmla="*/ 101105 w 115567"/>
                <a:gd name="connsiteY1" fmla="*/ 21613 h 171256"/>
                <a:gd name="connsiteX2" fmla="*/ 58017 w 115567"/>
                <a:gd name="connsiteY2" fmla="*/ 81 h 171256"/>
                <a:gd name="connsiteX3" fmla="*/ 233 w 115567"/>
                <a:gd name="connsiteY3" fmla="*/ 86460 h 171256"/>
                <a:gd name="connsiteX4" fmla="*/ 58017 w 115567"/>
                <a:gd name="connsiteY4" fmla="*/ 171337 h 171256"/>
                <a:gd name="connsiteX5" fmla="*/ 115800 w 115567"/>
                <a:gd name="connsiteY5" fmla="*/ 86460 h 171256"/>
                <a:gd name="connsiteX6" fmla="*/ 58017 w 115567"/>
                <a:gd name="connsiteY6" fmla="*/ 164326 h 171256"/>
                <a:gd name="connsiteX7" fmla="*/ 26385 w 115567"/>
                <a:gd name="connsiteY7" fmla="*/ 137035 h 171256"/>
                <a:gd name="connsiteX8" fmla="*/ 22898 w 115567"/>
                <a:gd name="connsiteY8" fmla="*/ 83205 h 171256"/>
                <a:gd name="connsiteX9" fmla="*/ 26634 w 115567"/>
                <a:gd name="connsiteY9" fmla="*/ 32128 h 171256"/>
                <a:gd name="connsiteX10" fmla="*/ 58017 w 115567"/>
                <a:gd name="connsiteY10" fmla="*/ 7091 h 171256"/>
                <a:gd name="connsiteX11" fmla="*/ 88901 w 115567"/>
                <a:gd name="connsiteY11" fmla="*/ 29875 h 171256"/>
                <a:gd name="connsiteX12" fmla="*/ 93135 w 115567"/>
                <a:gd name="connsiteY12" fmla="*/ 83205 h 171256"/>
                <a:gd name="connsiteX13" fmla="*/ 89897 w 115567"/>
                <a:gd name="connsiteY13" fmla="*/ 136034 h 171256"/>
                <a:gd name="connsiteX14" fmla="*/ 58017 w 115567"/>
                <a:gd name="connsiteY14" fmla="*/ 164326 h 171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5567" h="171256">
                  <a:moveTo>
                    <a:pt x="115800" y="86460"/>
                  </a:moveTo>
                  <a:cubicBezTo>
                    <a:pt x="115800" y="58919"/>
                    <a:pt x="112563" y="39139"/>
                    <a:pt x="101105" y="21613"/>
                  </a:cubicBezTo>
                  <a:cubicBezTo>
                    <a:pt x="93384" y="10096"/>
                    <a:pt x="77942" y="81"/>
                    <a:pt x="58017" y="81"/>
                  </a:cubicBezTo>
                  <a:cubicBezTo>
                    <a:pt x="233" y="81"/>
                    <a:pt x="233" y="68433"/>
                    <a:pt x="233" y="86460"/>
                  </a:cubicBezTo>
                  <a:cubicBezTo>
                    <a:pt x="233" y="104487"/>
                    <a:pt x="233" y="171337"/>
                    <a:pt x="58017" y="171337"/>
                  </a:cubicBezTo>
                  <a:cubicBezTo>
                    <a:pt x="115800" y="171337"/>
                    <a:pt x="115800" y="104487"/>
                    <a:pt x="115800" y="86460"/>
                  </a:cubicBezTo>
                  <a:close/>
                  <a:moveTo>
                    <a:pt x="58017" y="164326"/>
                  </a:moveTo>
                  <a:cubicBezTo>
                    <a:pt x="46559" y="164326"/>
                    <a:pt x="31366" y="157566"/>
                    <a:pt x="26385" y="137035"/>
                  </a:cubicBezTo>
                  <a:cubicBezTo>
                    <a:pt x="22898" y="122263"/>
                    <a:pt x="22898" y="101733"/>
                    <a:pt x="22898" y="83205"/>
                  </a:cubicBezTo>
                  <a:cubicBezTo>
                    <a:pt x="22898" y="64928"/>
                    <a:pt x="22898" y="45899"/>
                    <a:pt x="26634" y="32128"/>
                  </a:cubicBezTo>
                  <a:cubicBezTo>
                    <a:pt x="31864" y="12349"/>
                    <a:pt x="47805" y="7091"/>
                    <a:pt x="58017" y="7091"/>
                  </a:cubicBezTo>
                  <a:cubicBezTo>
                    <a:pt x="71466" y="7091"/>
                    <a:pt x="84418" y="15353"/>
                    <a:pt x="88901" y="29875"/>
                  </a:cubicBezTo>
                  <a:cubicBezTo>
                    <a:pt x="92886" y="43395"/>
                    <a:pt x="93135" y="61422"/>
                    <a:pt x="93135" y="83205"/>
                  </a:cubicBezTo>
                  <a:cubicBezTo>
                    <a:pt x="93135" y="101733"/>
                    <a:pt x="93135" y="120260"/>
                    <a:pt x="89897" y="136034"/>
                  </a:cubicBezTo>
                  <a:cubicBezTo>
                    <a:pt x="84916" y="158818"/>
                    <a:pt x="67979" y="164326"/>
                    <a:pt x="58017" y="164326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FAD2307-3F2A-4C99-F213-A531B3319710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0596478" y="5240228"/>
              <a:ext cx="64508" cy="250124"/>
            </a:xfrm>
            <a:custGeom>
              <a:avLst/>
              <a:gdLst>
                <a:gd name="connsiteX0" fmla="*/ 4969 w 64508"/>
                <a:gd name="connsiteY0" fmla="*/ 81 h 250124"/>
                <a:gd name="connsiteX1" fmla="*/ 237 w 64508"/>
                <a:gd name="connsiteY1" fmla="*/ 3085 h 250124"/>
                <a:gd name="connsiteX2" fmla="*/ 2478 w 64508"/>
                <a:gd name="connsiteY2" fmla="*/ 6841 h 250124"/>
                <a:gd name="connsiteX3" fmla="*/ 47809 w 64508"/>
                <a:gd name="connsiteY3" fmla="*/ 125017 h 250124"/>
                <a:gd name="connsiteX4" fmla="*/ 4720 w 64508"/>
                <a:gd name="connsiteY4" fmla="*/ 241442 h 250124"/>
                <a:gd name="connsiteX5" fmla="*/ 237 w 64508"/>
                <a:gd name="connsiteY5" fmla="*/ 247200 h 250124"/>
                <a:gd name="connsiteX6" fmla="*/ 3475 w 64508"/>
                <a:gd name="connsiteY6" fmla="*/ 250205 h 250124"/>
                <a:gd name="connsiteX7" fmla="*/ 46563 w 64508"/>
                <a:gd name="connsiteY7" fmla="*/ 202383 h 250124"/>
                <a:gd name="connsiteX8" fmla="*/ 64745 w 64508"/>
                <a:gd name="connsiteY8" fmla="*/ 125268 h 250124"/>
                <a:gd name="connsiteX9" fmla="*/ 4969 w 64508"/>
                <a:gd name="connsiteY9" fmla="*/ 81 h 250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08" h="250124">
                  <a:moveTo>
                    <a:pt x="4969" y="81"/>
                  </a:moveTo>
                  <a:cubicBezTo>
                    <a:pt x="3226" y="81"/>
                    <a:pt x="237" y="81"/>
                    <a:pt x="237" y="3085"/>
                  </a:cubicBezTo>
                  <a:cubicBezTo>
                    <a:pt x="237" y="4337"/>
                    <a:pt x="984" y="5088"/>
                    <a:pt x="2478" y="6841"/>
                  </a:cubicBezTo>
                  <a:cubicBezTo>
                    <a:pt x="23898" y="26620"/>
                    <a:pt x="47809" y="60421"/>
                    <a:pt x="47809" y="125017"/>
                  </a:cubicBezTo>
                  <a:cubicBezTo>
                    <a:pt x="47809" y="177346"/>
                    <a:pt x="31619" y="216905"/>
                    <a:pt x="4720" y="241442"/>
                  </a:cubicBezTo>
                  <a:cubicBezTo>
                    <a:pt x="486" y="245698"/>
                    <a:pt x="237" y="245948"/>
                    <a:pt x="237" y="247200"/>
                  </a:cubicBezTo>
                  <a:cubicBezTo>
                    <a:pt x="237" y="248452"/>
                    <a:pt x="984" y="250205"/>
                    <a:pt x="3475" y="250205"/>
                  </a:cubicBezTo>
                  <a:cubicBezTo>
                    <a:pt x="6463" y="250205"/>
                    <a:pt x="30125" y="233680"/>
                    <a:pt x="46563" y="202383"/>
                  </a:cubicBezTo>
                  <a:cubicBezTo>
                    <a:pt x="57522" y="181602"/>
                    <a:pt x="64745" y="154562"/>
                    <a:pt x="64745" y="125268"/>
                  </a:cubicBezTo>
                  <a:cubicBezTo>
                    <a:pt x="64745" y="89965"/>
                    <a:pt x="54285" y="35133"/>
                    <a:pt x="4969" y="81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25ABAC9-4EAA-AB4C-D0C9-DBB54F5CB1AC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0715604" y="5416882"/>
              <a:ext cx="200321" cy="158808"/>
            </a:xfrm>
            <a:custGeom>
              <a:avLst/>
              <a:gdLst>
                <a:gd name="connsiteX0" fmla="*/ 115523 w 200321"/>
                <a:gd name="connsiteY0" fmla="*/ 70905 h 158808"/>
                <a:gd name="connsiteX1" fmla="*/ 157153 w 200321"/>
                <a:gd name="connsiteY1" fmla="*/ 24407 h 158808"/>
                <a:gd name="connsiteX2" fmla="*/ 193446 w 200321"/>
                <a:gd name="connsiteY2" fmla="*/ 16896 h 158808"/>
                <a:gd name="connsiteX3" fmla="*/ 193446 w 200321"/>
                <a:gd name="connsiteY3" fmla="*/ 85 h 158808"/>
                <a:gd name="connsiteX4" fmla="*/ 160711 w 200321"/>
                <a:gd name="connsiteY4" fmla="*/ 1158 h 158808"/>
                <a:gd name="connsiteX5" fmla="*/ 124063 w 200321"/>
                <a:gd name="connsiteY5" fmla="*/ 85 h 158808"/>
                <a:gd name="connsiteX6" fmla="*/ 124063 w 200321"/>
                <a:gd name="connsiteY6" fmla="*/ 16896 h 158808"/>
                <a:gd name="connsiteX7" fmla="*/ 137584 w 200321"/>
                <a:gd name="connsiteY7" fmla="*/ 20115 h 158808"/>
                <a:gd name="connsiteX8" fmla="*/ 134737 w 200321"/>
                <a:gd name="connsiteY8" fmla="*/ 24407 h 158808"/>
                <a:gd name="connsiteX9" fmla="*/ 104849 w 200321"/>
                <a:gd name="connsiteY9" fmla="*/ 58028 h 158808"/>
                <a:gd name="connsiteX10" fmla="*/ 69979 w 200321"/>
                <a:gd name="connsiteY10" fmla="*/ 16896 h 158808"/>
                <a:gd name="connsiteX11" fmla="*/ 84212 w 200321"/>
                <a:gd name="connsiteY11" fmla="*/ 16896 h 158808"/>
                <a:gd name="connsiteX12" fmla="*/ 84212 w 200321"/>
                <a:gd name="connsiteY12" fmla="*/ 85 h 158808"/>
                <a:gd name="connsiteX13" fmla="*/ 41159 w 200321"/>
                <a:gd name="connsiteY13" fmla="*/ 1158 h 158808"/>
                <a:gd name="connsiteX14" fmla="*/ 2019 w 200321"/>
                <a:gd name="connsiteY14" fmla="*/ 85 h 158808"/>
                <a:gd name="connsiteX15" fmla="*/ 2019 w 200321"/>
                <a:gd name="connsiteY15" fmla="*/ 16896 h 158808"/>
                <a:gd name="connsiteX16" fmla="*/ 27282 w 200321"/>
                <a:gd name="connsiteY16" fmla="*/ 16896 h 158808"/>
                <a:gd name="connsiteX17" fmla="*/ 82789 w 200321"/>
                <a:gd name="connsiteY17" fmla="*/ 82708 h 158808"/>
                <a:gd name="connsiteX18" fmla="*/ 36177 w 200321"/>
                <a:gd name="connsiteY18" fmla="*/ 135287 h 158808"/>
                <a:gd name="connsiteX19" fmla="*/ 240 w 200321"/>
                <a:gd name="connsiteY19" fmla="*/ 142083 h 158808"/>
                <a:gd name="connsiteX20" fmla="*/ 240 w 200321"/>
                <a:gd name="connsiteY20" fmla="*/ 158894 h 158808"/>
                <a:gd name="connsiteX21" fmla="*/ 32975 w 200321"/>
                <a:gd name="connsiteY21" fmla="*/ 157821 h 158808"/>
                <a:gd name="connsiteX22" fmla="*/ 69624 w 200321"/>
                <a:gd name="connsiteY22" fmla="*/ 158894 h 158808"/>
                <a:gd name="connsiteX23" fmla="*/ 69624 w 200321"/>
                <a:gd name="connsiteY23" fmla="*/ 142083 h 158808"/>
                <a:gd name="connsiteX24" fmla="*/ 56459 w 200321"/>
                <a:gd name="connsiteY24" fmla="*/ 138148 h 158808"/>
                <a:gd name="connsiteX25" fmla="*/ 58949 w 200321"/>
                <a:gd name="connsiteY25" fmla="*/ 134572 h 158808"/>
                <a:gd name="connsiteX26" fmla="*/ 93463 w 200321"/>
                <a:gd name="connsiteY26" fmla="*/ 95585 h 158808"/>
                <a:gd name="connsiteX27" fmla="*/ 132602 w 200321"/>
                <a:gd name="connsiteY27" fmla="*/ 142083 h 158808"/>
                <a:gd name="connsiteX28" fmla="*/ 118726 w 200321"/>
                <a:gd name="connsiteY28" fmla="*/ 142083 h 158808"/>
                <a:gd name="connsiteX29" fmla="*/ 118726 w 200321"/>
                <a:gd name="connsiteY29" fmla="*/ 158894 h 158808"/>
                <a:gd name="connsiteX30" fmla="*/ 161423 w 200321"/>
                <a:gd name="connsiteY30" fmla="*/ 157821 h 158808"/>
                <a:gd name="connsiteX31" fmla="*/ 200562 w 200321"/>
                <a:gd name="connsiteY31" fmla="*/ 158894 h 158808"/>
                <a:gd name="connsiteX32" fmla="*/ 200562 w 200321"/>
                <a:gd name="connsiteY32" fmla="*/ 142083 h 158808"/>
                <a:gd name="connsiteX33" fmla="*/ 175300 w 200321"/>
                <a:gd name="connsiteY33" fmla="*/ 142083 h 158808"/>
                <a:gd name="connsiteX34" fmla="*/ 115523 w 200321"/>
                <a:gd name="connsiteY34" fmla="*/ 70905 h 158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00321" h="158808">
                  <a:moveTo>
                    <a:pt x="115523" y="70905"/>
                  </a:moveTo>
                  <a:lnTo>
                    <a:pt x="157153" y="24407"/>
                  </a:lnTo>
                  <a:cubicBezTo>
                    <a:pt x="161779" y="19399"/>
                    <a:pt x="163914" y="16896"/>
                    <a:pt x="193446" y="16896"/>
                  </a:cubicBezTo>
                  <a:lnTo>
                    <a:pt x="193446" y="85"/>
                  </a:lnTo>
                  <a:cubicBezTo>
                    <a:pt x="180993" y="800"/>
                    <a:pt x="162491" y="1158"/>
                    <a:pt x="160711" y="1158"/>
                  </a:cubicBezTo>
                  <a:cubicBezTo>
                    <a:pt x="151816" y="1158"/>
                    <a:pt x="134026" y="442"/>
                    <a:pt x="124063" y="85"/>
                  </a:cubicBezTo>
                  <a:lnTo>
                    <a:pt x="124063" y="16896"/>
                  </a:lnTo>
                  <a:cubicBezTo>
                    <a:pt x="129044" y="16896"/>
                    <a:pt x="133314" y="17611"/>
                    <a:pt x="137584" y="20115"/>
                  </a:cubicBezTo>
                  <a:cubicBezTo>
                    <a:pt x="136160" y="22261"/>
                    <a:pt x="136160" y="22976"/>
                    <a:pt x="134737" y="24407"/>
                  </a:cubicBezTo>
                  <a:lnTo>
                    <a:pt x="104849" y="58028"/>
                  </a:lnTo>
                  <a:lnTo>
                    <a:pt x="69979" y="16896"/>
                  </a:lnTo>
                  <a:lnTo>
                    <a:pt x="84212" y="16896"/>
                  </a:lnTo>
                  <a:lnTo>
                    <a:pt x="84212" y="85"/>
                  </a:lnTo>
                  <a:cubicBezTo>
                    <a:pt x="74961" y="442"/>
                    <a:pt x="52545" y="1158"/>
                    <a:pt x="41159" y="1158"/>
                  </a:cubicBezTo>
                  <a:cubicBezTo>
                    <a:pt x="29773" y="1158"/>
                    <a:pt x="13761" y="442"/>
                    <a:pt x="2019" y="85"/>
                  </a:cubicBezTo>
                  <a:lnTo>
                    <a:pt x="2019" y="16896"/>
                  </a:lnTo>
                  <a:lnTo>
                    <a:pt x="27282" y="16896"/>
                  </a:lnTo>
                  <a:lnTo>
                    <a:pt x="82789" y="82708"/>
                  </a:lnTo>
                  <a:lnTo>
                    <a:pt x="36177" y="135287"/>
                  </a:lnTo>
                  <a:cubicBezTo>
                    <a:pt x="30129" y="142083"/>
                    <a:pt x="17319" y="142083"/>
                    <a:pt x="240" y="142083"/>
                  </a:cubicBezTo>
                  <a:lnTo>
                    <a:pt x="240" y="158894"/>
                  </a:lnTo>
                  <a:cubicBezTo>
                    <a:pt x="12694" y="158178"/>
                    <a:pt x="31196" y="157821"/>
                    <a:pt x="32975" y="157821"/>
                  </a:cubicBezTo>
                  <a:cubicBezTo>
                    <a:pt x="41870" y="157821"/>
                    <a:pt x="62507" y="158536"/>
                    <a:pt x="69624" y="158894"/>
                  </a:cubicBezTo>
                  <a:lnTo>
                    <a:pt x="69624" y="142083"/>
                  </a:lnTo>
                  <a:cubicBezTo>
                    <a:pt x="63219" y="142083"/>
                    <a:pt x="56459" y="140294"/>
                    <a:pt x="56459" y="138148"/>
                  </a:cubicBezTo>
                  <a:cubicBezTo>
                    <a:pt x="56459" y="137791"/>
                    <a:pt x="56459" y="137433"/>
                    <a:pt x="58949" y="134572"/>
                  </a:cubicBezTo>
                  <a:lnTo>
                    <a:pt x="93463" y="95585"/>
                  </a:lnTo>
                  <a:lnTo>
                    <a:pt x="132602" y="142083"/>
                  </a:lnTo>
                  <a:lnTo>
                    <a:pt x="118726" y="142083"/>
                  </a:lnTo>
                  <a:lnTo>
                    <a:pt x="118726" y="158894"/>
                  </a:lnTo>
                  <a:cubicBezTo>
                    <a:pt x="127977" y="158536"/>
                    <a:pt x="149681" y="157821"/>
                    <a:pt x="161423" y="157821"/>
                  </a:cubicBezTo>
                  <a:cubicBezTo>
                    <a:pt x="172809" y="157821"/>
                    <a:pt x="188821" y="158536"/>
                    <a:pt x="200562" y="158894"/>
                  </a:cubicBezTo>
                  <a:lnTo>
                    <a:pt x="200562" y="142083"/>
                  </a:lnTo>
                  <a:lnTo>
                    <a:pt x="175300" y="142083"/>
                  </a:lnTo>
                  <a:lnTo>
                    <a:pt x="115523" y="70905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1B5BBF8D-CE58-70A8-FE4C-63F410A5743C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1022726" y="5367165"/>
              <a:ext cx="236614" cy="238213"/>
            </a:xfrm>
            <a:custGeom>
              <a:avLst/>
              <a:gdLst>
                <a:gd name="connsiteX0" fmla="*/ 125850 w 236614"/>
                <a:gd name="connsiteY0" fmla="*/ 126345 h 238213"/>
                <a:gd name="connsiteX1" fmla="*/ 225122 w 236614"/>
                <a:gd name="connsiteY1" fmla="*/ 126345 h 238213"/>
                <a:gd name="connsiteX2" fmla="*/ 236863 w 236614"/>
                <a:gd name="connsiteY2" fmla="*/ 119191 h 238213"/>
                <a:gd name="connsiteX3" fmla="*/ 225122 w 236614"/>
                <a:gd name="connsiteY3" fmla="*/ 112038 h 238213"/>
                <a:gd name="connsiteX4" fmla="*/ 125850 w 236614"/>
                <a:gd name="connsiteY4" fmla="*/ 112038 h 238213"/>
                <a:gd name="connsiteX5" fmla="*/ 125850 w 236614"/>
                <a:gd name="connsiteY5" fmla="*/ 11888 h 238213"/>
                <a:gd name="connsiteX6" fmla="*/ 118734 w 236614"/>
                <a:gd name="connsiteY6" fmla="*/ 85 h 238213"/>
                <a:gd name="connsiteX7" fmla="*/ 111618 w 236614"/>
                <a:gd name="connsiteY7" fmla="*/ 11888 h 238213"/>
                <a:gd name="connsiteX8" fmla="*/ 111618 w 236614"/>
                <a:gd name="connsiteY8" fmla="*/ 112038 h 238213"/>
                <a:gd name="connsiteX9" fmla="*/ 11990 w 236614"/>
                <a:gd name="connsiteY9" fmla="*/ 112038 h 238213"/>
                <a:gd name="connsiteX10" fmla="*/ 249 w 236614"/>
                <a:gd name="connsiteY10" fmla="*/ 119191 h 238213"/>
                <a:gd name="connsiteX11" fmla="*/ 11990 w 236614"/>
                <a:gd name="connsiteY11" fmla="*/ 126345 h 238213"/>
                <a:gd name="connsiteX12" fmla="*/ 111618 w 236614"/>
                <a:gd name="connsiteY12" fmla="*/ 126345 h 238213"/>
                <a:gd name="connsiteX13" fmla="*/ 111618 w 236614"/>
                <a:gd name="connsiteY13" fmla="*/ 226495 h 238213"/>
                <a:gd name="connsiteX14" fmla="*/ 118734 w 236614"/>
                <a:gd name="connsiteY14" fmla="*/ 238298 h 238213"/>
                <a:gd name="connsiteX15" fmla="*/ 125850 w 236614"/>
                <a:gd name="connsiteY15" fmla="*/ 226495 h 238213"/>
                <a:gd name="connsiteX16" fmla="*/ 125850 w 236614"/>
                <a:gd name="connsiteY16" fmla="*/ 126345 h 238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6614" h="238213">
                  <a:moveTo>
                    <a:pt x="125850" y="126345"/>
                  </a:moveTo>
                  <a:lnTo>
                    <a:pt x="225122" y="126345"/>
                  </a:lnTo>
                  <a:cubicBezTo>
                    <a:pt x="230103" y="126345"/>
                    <a:pt x="236863" y="126345"/>
                    <a:pt x="236863" y="119191"/>
                  </a:cubicBezTo>
                  <a:cubicBezTo>
                    <a:pt x="236863" y="112038"/>
                    <a:pt x="230103" y="112038"/>
                    <a:pt x="225122" y="112038"/>
                  </a:cubicBezTo>
                  <a:lnTo>
                    <a:pt x="125850" y="112038"/>
                  </a:lnTo>
                  <a:lnTo>
                    <a:pt x="125850" y="11888"/>
                  </a:lnTo>
                  <a:cubicBezTo>
                    <a:pt x="125850" y="6881"/>
                    <a:pt x="125850" y="85"/>
                    <a:pt x="118734" y="85"/>
                  </a:cubicBezTo>
                  <a:cubicBezTo>
                    <a:pt x="111618" y="85"/>
                    <a:pt x="111618" y="6881"/>
                    <a:pt x="111618" y="11888"/>
                  </a:cubicBezTo>
                  <a:lnTo>
                    <a:pt x="111618" y="112038"/>
                  </a:lnTo>
                  <a:lnTo>
                    <a:pt x="11990" y="112038"/>
                  </a:lnTo>
                  <a:cubicBezTo>
                    <a:pt x="7009" y="112038"/>
                    <a:pt x="249" y="112038"/>
                    <a:pt x="249" y="119191"/>
                  </a:cubicBezTo>
                  <a:cubicBezTo>
                    <a:pt x="249" y="126345"/>
                    <a:pt x="7009" y="126345"/>
                    <a:pt x="11990" y="126345"/>
                  </a:cubicBezTo>
                  <a:lnTo>
                    <a:pt x="111618" y="126345"/>
                  </a:lnTo>
                  <a:lnTo>
                    <a:pt x="111618" y="226495"/>
                  </a:lnTo>
                  <a:cubicBezTo>
                    <a:pt x="111618" y="231502"/>
                    <a:pt x="111618" y="238298"/>
                    <a:pt x="118734" y="238298"/>
                  </a:cubicBezTo>
                  <a:cubicBezTo>
                    <a:pt x="125850" y="238298"/>
                    <a:pt x="125850" y="231502"/>
                    <a:pt x="125850" y="226495"/>
                  </a:cubicBezTo>
                  <a:lnTo>
                    <a:pt x="125850" y="126345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74178C44-EAEB-CFF5-85F3-C37AA6315C90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1371776" y="5327463"/>
              <a:ext cx="200321" cy="250374"/>
            </a:xfrm>
            <a:custGeom>
              <a:avLst/>
              <a:gdLst>
                <a:gd name="connsiteX0" fmla="*/ 63237 w 200321"/>
                <a:gd name="connsiteY0" fmla="*/ 104884 h 250374"/>
                <a:gd name="connsiteX1" fmla="*/ 63237 w 200321"/>
                <a:gd name="connsiteY1" fmla="*/ 85 h 250374"/>
                <a:gd name="connsiteX2" fmla="*/ 259 w 200321"/>
                <a:gd name="connsiteY2" fmla="*/ 2946 h 250374"/>
                <a:gd name="connsiteX3" fmla="*/ 259 w 200321"/>
                <a:gd name="connsiteY3" fmla="*/ 19757 h 250374"/>
                <a:gd name="connsiteX4" fmla="*/ 24810 w 200321"/>
                <a:gd name="connsiteY4" fmla="*/ 33706 h 250374"/>
                <a:gd name="connsiteX5" fmla="*/ 24810 w 200321"/>
                <a:gd name="connsiteY5" fmla="*/ 248313 h 250374"/>
                <a:gd name="connsiteX6" fmla="*/ 41533 w 200321"/>
                <a:gd name="connsiteY6" fmla="*/ 248313 h 250374"/>
                <a:gd name="connsiteX7" fmla="*/ 58968 w 200321"/>
                <a:gd name="connsiteY7" fmla="*/ 228283 h 250374"/>
                <a:gd name="connsiteX8" fmla="*/ 110916 w 200321"/>
                <a:gd name="connsiteY8" fmla="*/ 250459 h 250374"/>
                <a:gd name="connsiteX9" fmla="*/ 200581 w 200321"/>
                <a:gd name="connsiteY9" fmla="*/ 168551 h 250374"/>
                <a:gd name="connsiteX10" fmla="*/ 115542 w 200321"/>
                <a:gd name="connsiteY10" fmla="*/ 87358 h 250374"/>
                <a:gd name="connsiteX11" fmla="*/ 63237 w 200321"/>
                <a:gd name="connsiteY11" fmla="*/ 104884 h 250374"/>
                <a:gd name="connsiteX12" fmla="*/ 65372 w 200321"/>
                <a:gd name="connsiteY12" fmla="*/ 212903 h 250374"/>
                <a:gd name="connsiteX13" fmla="*/ 65372 w 200321"/>
                <a:gd name="connsiteY13" fmla="*/ 123126 h 250374"/>
                <a:gd name="connsiteX14" fmla="*/ 111628 w 200321"/>
                <a:gd name="connsiteY14" fmla="*/ 100234 h 250374"/>
                <a:gd name="connsiteX15" fmla="*/ 155037 w 200321"/>
                <a:gd name="connsiteY15" fmla="*/ 168551 h 250374"/>
                <a:gd name="connsiteX16" fmla="*/ 145786 w 200321"/>
                <a:gd name="connsiteY16" fmla="*/ 218984 h 250374"/>
                <a:gd name="connsiteX17" fmla="*/ 107714 w 200321"/>
                <a:gd name="connsiteY17" fmla="*/ 237583 h 250374"/>
                <a:gd name="connsiteX18" fmla="*/ 65372 w 200321"/>
                <a:gd name="connsiteY18" fmla="*/ 212903 h 250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00321" h="250374">
                  <a:moveTo>
                    <a:pt x="63237" y="104884"/>
                  </a:moveTo>
                  <a:lnTo>
                    <a:pt x="63237" y="85"/>
                  </a:lnTo>
                  <a:lnTo>
                    <a:pt x="259" y="2946"/>
                  </a:lnTo>
                  <a:lnTo>
                    <a:pt x="259" y="19757"/>
                  </a:lnTo>
                  <a:cubicBezTo>
                    <a:pt x="22319" y="19757"/>
                    <a:pt x="24810" y="19757"/>
                    <a:pt x="24810" y="33706"/>
                  </a:cubicBezTo>
                  <a:lnTo>
                    <a:pt x="24810" y="248313"/>
                  </a:lnTo>
                  <a:lnTo>
                    <a:pt x="41533" y="248313"/>
                  </a:lnTo>
                  <a:lnTo>
                    <a:pt x="58968" y="228283"/>
                  </a:lnTo>
                  <a:cubicBezTo>
                    <a:pt x="61814" y="231145"/>
                    <a:pt x="79249" y="250459"/>
                    <a:pt x="110916" y="250459"/>
                  </a:cubicBezTo>
                  <a:cubicBezTo>
                    <a:pt x="163932" y="250459"/>
                    <a:pt x="200581" y="218268"/>
                    <a:pt x="200581" y="168551"/>
                  </a:cubicBezTo>
                  <a:cubicBezTo>
                    <a:pt x="200581" y="120980"/>
                    <a:pt x="167134" y="87358"/>
                    <a:pt x="115542" y="87358"/>
                  </a:cubicBezTo>
                  <a:cubicBezTo>
                    <a:pt x="89567" y="87358"/>
                    <a:pt x="71777" y="97731"/>
                    <a:pt x="63237" y="104884"/>
                  </a:cubicBezTo>
                  <a:close/>
                  <a:moveTo>
                    <a:pt x="65372" y="212903"/>
                  </a:moveTo>
                  <a:lnTo>
                    <a:pt x="65372" y="123126"/>
                  </a:lnTo>
                  <a:cubicBezTo>
                    <a:pt x="74979" y="110607"/>
                    <a:pt x="92058" y="100234"/>
                    <a:pt x="111628" y="100234"/>
                  </a:cubicBezTo>
                  <a:cubicBezTo>
                    <a:pt x="155037" y="100234"/>
                    <a:pt x="155037" y="143514"/>
                    <a:pt x="155037" y="168551"/>
                  </a:cubicBezTo>
                  <a:cubicBezTo>
                    <a:pt x="155037" y="185362"/>
                    <a:pt x="155037" y="205034"/>
                    <a:pt x="145786" y="218984"/>
                  </a:cubicBezTo>
                  <a:cubicBezTo>
                    <a:pt x="135467" y="233648"/>
                    <a:pt x="119100" y="237583"/>
                    <a:pt x="107714" y="237583"/>
                  </a:cubicBezTo>
                  <a:cubicBezTo>
                    <a:pt x="82807" y="237583"/>
                    <a:pt x="68930" y="218268"/>
                    <a:pt x="65372" y="212903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F03AC270-11DA-E60A-A22F-D6A9F27B98F6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1614577" y="5240228"/>
              <a:ext cx="64757" cy="250124"/>
            </a:xfrm>
            <a:custGeom>
              <a:avLst/>
              <a:gdLst>
                <a:gd name="connsiteX0" fmla="*/ 60041 w 64757"/>
                <a:gd name="connsiteY0" fmla="*/ 81 h 250124"/>
                <a:gd name="connsiteX1" fmla="*/ 265 w 64757"/>
                <a:gd name="connsiteY1" fmla="*/ 125017 h 250124"/>
                <a:gd name="connsiteX2" fmla="*/ 60041 w 64757"/>
                <a:gd name="connsiteY2" fmla="*/ 250205 h 250124"/>
                <a:gd name="connsiteX3" fmla="*/ 65023 w 64757"/>
                <a:gd name="connsiteY3" fmla="*/ 247200 h 250124"/>
                <a:gd name="connsiteX4" fmla="*/ 62532 w 64757"/>
                <a:gd name="connsiteY4" fmla="*/ 243445 h 250124"/>
                <a:gd name="connsiteX5" fmla="*/ 17202 w 64757"/>
                <a:gd name="connsiteY5" fmla="*/ 125268 h 250124"/>
                <a:gd name="connsiteX6" fmla="*/ 63279 w 64757"/>
                <a:gd name="connsiteY6" fmla="*/ 6090 h 250124"/>
                <a:gd name="connsiteX7" fmla="*/ 65023 w 64757"/>
                <a:gd name="connsiteY7" fmla="*/ 3085 h 250124"/>
                <a:gd name="connsiteX8" fmla="*/ 60041 w 64757"/>
                <a:gd name="connsiteY8" fmla="*/ 81 h 250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757" h="250124">
                  <a:moveTo>
                    <a:pt x="60041" y="81"/>
                  </a:moveTo>
                  <a:cubicBezTo>
                    <a:pt x="12718" y="33631"/>
                    <a:pt x="265" y="86710"/>
                    <a:pt x="265" y="125017"/>
                  </a:cubicBezTo>
                  <a:cubicBezTo>
                    <a:pt x="265" y="160320"/>
                    <a:pt x="10726" y="215152"/>
                    <a:pt x="60041" y="250205"/>
                  </a:cubicBezTo>
                  <a:cubicBezTo>
                    <a:pt x="62034" y="250205"/>
                    <a:pt x="65023" y="250205"/>
                    <a:pt x="65023" y="247200"/>
                  </a:cubicBezTo>
                  <a:cubicBezTo>
                    <a:pt x="65023" y="245698"/>
                    <a:pt x="64275" y="245197"/>
                    <a:pt x="62532" y="243445"/>
                  </a:cubicBezTo>
                  <a:cubicBezTo>
                    <a:pt x="29406" y="213400"/>
                    <a:pt x="17202" y="170836"/>
                    <a:pt x="17202" y="125268"/>
                  </a:cubicBezTo>
                  <a:cubicBezTo>
                    <a:pt x="17202" y="57667"/>
                    <a:pt x="42856" y="24617"/>
                    <a:pt x="63279" y="6090"/>
                  </a:cubicBezTo>
                  <a:cubicBezTo>
                    <a:pt x="64275" y="5088"/>
                    <a:pt x="65023" y="4337"/>
                    <a:pt x="65023" y="3085"/>
                  </a:cubicBezTo>
                  <a:cubicBezTo>
                    <a:pt x="65023" y="81"/>
                    <a:pt x="62034" y="81"/>
                    <a:pt x="60041" y="81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0F044E0F-4A7C-80C9-C7AF-71A8A775C0E9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1710077" y="5261760"/>
              <a:ext cx="115567" cy="171256"/>
            </a:xfrm>
            <a:custGeom>
              <a:avLst/>
              <a:gdLst>
                <a:gd name="connsiteX0" fmla="*/ 115836 w 115567"/>
                <a:gd name="connsiteY0" fmla="*/ 86460 h 171256"/>
                <a:gd name="connsiteX1" fmla="*/ 101141 w 115567"/>
                <a:gd name="connsiteY1" fmla="*/ 21613 h 171256"/>
                <a:gd name="connsiteX2" fmla="*/ 58052 w 115567"/>
                <a:gd name="connsiteY2" fmla="*/ 81 h 171256"/>
                <a:gd name="connsiteX3" fmla="*/ 268 w 115567"/>
                <a:gd name="connsiteY3" fmla="*/ 86460 h 171256"/>
                <a:gd name="connsiteX4" fmla="*/ 58052 w 115567"/>
                <a:gd name="connsiteY4" fmla="*/ 171337 h 171256"/>
                <a:gd name="connsiteX5" fmla="*/ 115836 w 115567"/>
                <a:gd name="connsiteY5" fmla="*/ 86460 h 171256"/>
                <a:gd name="connsiteX6" fmla="*/ 58052 w 115567"/>
                <a:gd name="connsiteY6" fmla="*/ 164326 h 171256"/>
                <a:gd name="connsiteX7" fmla="*/ 26420 w 115567"/>
                <a:gd name="connsiteY7" fmla="*/ 137035 h 171256"/>
                <a:gd name="connsiteX8" fmla="*/ 22933 w 115567"/>
                <a:gd name="connsiteY8" fmla="*/ 83205 h 171256"/>
                <a:gd name="connsiteX9" fmla="*/ 26669 w 115567"/>
                <a:gd name="connsiteY9" fmla="*/ 32128 h 171256"/>
                <a:gd name="connsiteX10" fmla="*/ 58052 w 115567"/>
                <a:gd name="connsiteY10" fmla="*/ 7091 h 171256"/>
                <a:gd name="connsiteX11" fmla="*/ 88936 w 115567"/>
                <a:gd name="connsiteY11" fmla="*/ 29875 h 171256"/>
                <a:gd name="connsiteX12" fmla="*/ 93171 w 115567"/>
                <a:gd name="connsiteY12" fmla="*/ 83205 h 171256"/>
                <a:gd name="connsiteX13" fmla="*/ 89933 w 115567"/>
                <a:gd name="connsiteY13" fmla="*/ 136034 h 171256"/>
                <a:gd name="connsiteX14" fmla="*/ 58052 w 115567"/>
                <a:gd name="connsiteY14" fmla="*/ 164326 h 171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5567" h="171256">
                  <a:moveTo>
                    <a:pt x="115836" y="86460"/>
                  </a:moveTo>
                  <a:cubicBezTo>
                    <a:pt x="115836" y="58919"/>
                    <a:pt x="112598" y="39139"/>
                    <a:pt x="101141" y="21613"/>
                  </a:cubicBezTo>
                  <a:cubicBezTo>
                    <a:pt x="93420" y="10096"/>
                    <a:pt x="77977" y="81"/>
                    <a:pt x="58052" y="81"/>
                  </a:cubicBezTo>
                  <a:cubicBezTo>
                    <a:pt x="268" y="81"/>
                    <a:pt x="268" y="68433"/>
                    <a:pt x="268" y="86460"/>
                  </a:cubicBezTo>
                  <a:cubicBezTo>
                    <a:pt x="268" y="104487"/>
                    <a:pt x="268" y="171337"/>
                    <a:pt x="58052" y="171337"/>
                  </a:cubicBezTo>
                  <a:cubicBezTo>
                    <a:pt x="115836" y="171337"/>
                    <a:pt x="115836" y="104487"/>
                    <a:pt x="115836" y="86460"/>
                  </a:cubicBezTo>
                  <a:close/>
                  <a:moveTo>
                    <a:pt x="58052" y="164326"/>
                  </a:moveTo>
                  <a:cubicBezTo>
                    <a:pt x="46595" y="164326"/>
                    <a:pt x="31402" y="157566"/>
                    <a:pt x="26420" y="137035"/>
                  </a:cubicBezTo>
                  <a:cubicBezTo>
                    <a:pt x="22933" y="122263"/>
                    <a:pt x="22933" y="101733"/>
                    <a:pt x="22933" y="83205"/>
                  </a:cubicBezTo>
                  <a:cubicBezTo>
                    <a:pt x="22933" y="64928"/>
                    <a:pt x="22933" y="45899"/>
                    <a:pt x="26669" y="32128"/>
                  </a:cubicBezTo>
                  <a:cubicBezTo>
                    <a:pt x="31900" y="12349"/>
                    <a:pt x="47840" y="7091"/>
                    <a:pt x="58052" y="7091"/>
                  </a:cubicBezTo>
                  <a:cubicBezTo>
                    <a:pt x="71502" y="7091"/>
                    <a:pt x="84453" y="15353"/>
                    <a:pt x="88936" y="29875"/>
                  </a:cubicBezTo>
                  <a:cubicBezTo>
                    <a:pt x="92921" y="43395"/>
                    <a:pt x="93171" y="61422"/>
                    <a:pt x="93171" y="83205"/>
                  </a:cubicBezTo>
                  <a:cubicBezTo>
                    <a:pt x="93171" y="101733"/>
                    <a:pt x="93171" y="120260"/>
                    <a:pt x="89933" y="136034"/>
                  </a:cubicBezTo>
                  <a:cubicBezTo>
                    <a:pt x="84951" y="158818"/>
                    <a:pt x="68015" y="164326"/>
                    <a:pt x="58052" y="164326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D2ABEABF-2A4E-1EAF-5E23-B31286C77734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1856641" y="5240228"/>
              <a:ext cx="64508" cy="250124"/>
            </a:xfrm>
            <a:custGeom>
              <a:avLst/>
              <a:gdLst>
                <a:gd name="connsiteX0" fmla="*/ 5004 w 64508"/>
                <a:gd name="connsiteY0" fmla="*/ 81 h 250124"/>
                <a:gd name="connsiteX1" fmla="*/ 272 w 64508"/>
                <a:gd name="connsiteY1" fmla="*/ 3085 h 250124"/>
                <a:gd name="connsiteX2" fmla="*/ 2514 w 64508"/>
                <a:gd name="connsiteY2" fmla="*/ 6841 h 250124"/>
                <a:gd name="connsiteX3" fmla="*/ 47844 w 64508"/>
                <a:gd name="connsiteY3" fmla="*/ 125017 h 250124"/>
                <a:gd name="connsiteX4" fmla="*/ 4755 w 64508"/>
                <a:gd name="connsiteY4" fmla="*/ 241442 h 250124"/>
                <a:gd name="connsiteX5" fmla="*/ 272 w 64508"/>
                <a:gd name="connsiteY5" fmla="*/ 247200 h 250124"/>
                <a:gd name="connsiteX6" fmla="*/ 3510 w 64508"/>
                <a:gd name="connsiteY6" fmla="*/ 250205 h 250124"/>
                <a:gd name="connsiteX7" fmla="*/ 46599 w 64508"/>
                <a:gd name="connsiteY7" fmla="*/ 202383 h 250124"/>
                <a:gd name="connsiteX8" fmla="*/ 64781 w 64508"/>
                <a:gd name="connsiteY8" fmla="*/ 125268 h 250124"/>
                <a:gd name="connsiteX9" fmla="*/ 5004 w 64508"/>
                <a:gd name="connsiteY9" fmla="*/ 81 h 250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08" h="250124">
                  <a:moveTo>
                    <a:pt x="5004" y="81"/>
                  </a:moveTo>
                  <a:cubicBezTo>
                    <a:pt x="3261" y="81"/>
                    <a:pt x="272" y="81"/>
                    <a:pt x="272" y="3085"/>
                  </a:cubicBezTo>
                  <a:cubicBezTo>
                    <a:pt x="272" y="4337"/>
                    <a:pt x="1019" y="5088"/>
                    <a:pt x="2514" y="6841"/>
                  </a:cubicBezTo>
                  <a:cubicBezTo>
                    <a:pt x="23934" y="26620"/>
                    <a:pt x="47844" y="60421"/>
                    <a:pt x="47844" y="125017"/>
                  </a:cubicBezTo>
                  <a:cubicBezTo>
                    <a:pt x="47844" y="177346"/>
                    <a:pt x="31655" y="216905"/>
                    <a:pt x="4755" y="241442"/>
                  </a:cubicBezTo>
                  <a:cubicBezTo>
                    <a:pt x="521" y="245698"/>
                    <a:pt x="272" y="245948"/>
                    <a:pt x="272" y="247200"/>
                  </a:cubicBezTo>
                  <a:cubicBezTo>
                    <a:pt x="272" y="248452"/>
                    <a:pt x="1019" y="250205"/>
                    <a:pt x="3510" y="250205"/>
                  </a:cubicBezTo>
                  <a:cubicBezTo>
                    <a:pt x="6499" y="250205"/>
                    <a:pt x="30160" y="233680"/>
                    <a:pt x="46599" y="202383"/>
                  </a:cubicBezTo>
                  <a:cubicBezTo>
                    <a:pt x="57558" y="181602"/>
                    <a:pt x="64781" y="154562"/>
                    <a:pt x="64781" y="125268"/>
                  </a:cubicBezTo>
                  <a:cubicBezTo>
                    <a:pt x="64781" y="89965"/>
                    <a:pt x="54320" y="35133"/>
                    <a:pt x="5004" y="81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E91E9B4E-BAA3-EFB9-C056-379FB44C6C9C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1980748" y="5164358"/>
              <a:ext cx="135208" cy="643462"/>
            </a:xfrm>
            <a:custGeom>
              <a:avLst/>
              <a:gdLst>
                <a:gd name="connsiteX0" fmla="*/ 135484 w 135208"/>
                <a:gd name="connsiteY0" fmla="*/ 321626 h 643462"/>
                <a:gd name="connsiteX1" fmla="*/ 41550 w 135208"/>
                <a:gd name="connsiteY1" fmla="*/ 29403 h 643462"/>
                <a:gd name="connsiteX2" fmla="*/ 14864 w 135208"/>
                <a:gd name="connsiteY2" fmla="*/ 2220 h 643462"/>
                <a:gd name="connsiteX3" fmla="*/ 7036 w 135208"/>
                <a:gd name="connsiteY3" fmla="*/ 74 h 643462"/>
                <a:gd name="connsiteX4" fmla="*/ 276 w 135208"/>
                <a:gd name="connsiteY4" fmla="*/ 3650 h 643462"/>
                <a:gd name="connsiteX5" fmla="*/ 2411 w 135208"/>
                <a:gd name="connsiteY5" fmla="*/ 7227 h 643462"/>
                <a:gd name="connsiteX6" fmla="*/ 55782 w 135208"/>
                <a:gd name="connsiteY6" fmla="*/ 78763 h 643462"/>
                <a:gd name="connsiteX7" fmla="*/ 108442 w 135208"/>
                <a:gd name="connsiteY7" fmla="*/ 321626 h 643462"/>
                <a:gd name="connsiteX8" fmla="*/ 1699 w 135208"/>
                <a:gd name="connsiteY8" fmla="*/ 637098 h 643462"/>
                <a:gd name="connsiteX9" fmla="*/ 276 w 135208"/>
                <a:gd name="connsiteY9" fmla="*/ 639960 h 643462"/>
                <a:gd name="connsiteX10" fmla="*/ 7036 w 135208"/>
                <a:gd name="connsiteY10" fmla="*/ 643536 h 643462"/>
                <a:gd name="connsiteX11" fmla="*/ 15576 w 135208"/>
                <a:gd name="connsiteY11" fmla="*/ 640675 h 643462"/>
                <a:gd name="connsiteX12" fmla="*/ 112001 w 135208"/>
                <a:gd name="connsiteY12" fmla="*/ 486158 h 643462"/>
                <a:gd name="connsiteX13" fmla="*/ 135484 w 135208"/>
                <a:gd name="connsiteY13" fmla="*/ 321626 h 643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5208" h="643462">
                  <a:moveTo>
                    <a:pt x="135484" y="321626"/>
                  </a:moveTo>
                  <a:cubicBezTo>
                    <a:pt x="135484" y="218973"/>
                    <a:pt x="111645" y="109881"/>
                    <a:pt x="41550" y="29403"/>
                  </a:cubicBezTo>
                  <a:cubicBezTo>
                    <a:pt x="36568" y="23680"/>
                    <a:pt x="23403" y="9731"/>
                    <a:pt x="14864" y="2220"/>
                  </a:cubicBezTo>
                  <a:cubicBezTo>
                    <a:pt x="12373" y="74"/>
                    <a:pt x="11662" y="74"/>
                    <a:pt x="7036" y="74"/>
                  </a:cubicBezTo>
                  <a:cubicBezTo>
                    <a:pt x="3478" y="74"/>
                    <a:pt x="276" y="74"/>
                    <a:pt x="276" y="3650"/>
                  </a:cubicBezTo>
                  <a:cubicBezTo>
                    <a:pt x="276" y="5081"/>
                    <a:pt x="1699" y="6512"/>
                    <a:pt x="2411" y="7227"/>
                  </a:cubicBezTo>
                  <a:cubicBezTo>
                    <a:pt x="14508" y="19746"/>
                    <a:pt x="33722" y="39418"/>
                    <a:pt x="55782" y="78763"/>
                  </a:cubicBezTo>
                  <a:cubicBezTo>
                    <a:pt x="94210" y="147437"/>
                    <a:pt x="108442" y="235783"/>
                    <a:pt x="108442" y="321626"/>
                  </a:cubicBezTo>
                  <a:cubicBezTo>
                    <a:pt x="108442" y="476858"/>
                    <a:pt x="65745" y="571643"/>
                    <a:pt x="1699" y="637098"/>
                  </a:cubicBezTo>
                  <a:cubicBezTo>
                    <a:pt x="987" y="637813"/>
                    <a:pt x="276" y="638886"/>
                    <a:pt x="276" y="639960"/>
                  </a:cubicBezTo>
                  <a:cubicBezTo>
                    <a:pt x="276" y="643536"/>
                    <a:pt x="3478" y="643536"/>
                    <a:pt x="7036" y="643536"/>
                  </a:cubicBezTo>
                  <a:cubicBezTo>
                    <a:pt x="11662" y="643536"/>
                    <a:pt x="12373" y="643536"/>
                    <a:pt x="15576" y="640675"/>
                  </a:cubicBezTo>
                  <a:cubicBezTo>
                    <a:pt x="49378" y="611345"/>
                    <a:pt x="87450" y="561628"/>
                    <a:pt x="112001" y="486158"/>
                  </a:cubicBezTo>
                  <a:cubicBezTo>
                    <a:pt x="127656" y="437156"/>
                    <a:pt x="135484" y="379212"/>
                    <a:pt x="135484" y="321626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E5DA6115-7996-325A-2DA8-946D95BCA208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8415903" y="6203779"/>
              <a:ext cx="152999" cy="158808"/>
            </a:xfrm>
            <a:custGeom>
              <a:avLst/>
              <a:gdLst>
                <a:gd name="connsiteX0" fmla="*/ 148549 w 152999"/>
                <a:gd name="connsiteY0" fmla="*/ 15487 h 158808"/>
                <a:gd name="connsiteX1" fmla="*/ 152108 w 152999"/>
                <a:gd name="connsiteY1" fmla="*/ 7618 h 158808"/>
                <a:gd name="connsiteX2" fmla="*/ 140722 w 152999"/>
                <a:gd name="connsiteY2" fmla="*/ 107 h 158808"/>
                <a:gd name="connsiteX3" fmla="*/ 10139 w 152999"/>
                <a:gd name="connsiteY3" fmla="*/ 107 h 158808"/>
                <a:gd name="connsiteX4" fmla="*/ 5869 w 152999"/>
                <a:gd name="connsiteY4" fmla="*/ 62700 h 158808"/>
                <a:gd name="connsiteX5" fmla="*/ 22592 w 152999"/>
                <a:gd name="connsiteY5" fmla="*/ 62700 h 158808"/>
                <a:gd name="connsiteX6" fmla="*/ 72406 w 152999"/>
                <a:gd name="connsiteY6" fmla="*/ 12983 h 158808"/>
                <a:gd name="connsiteX7" fmla="*/ 102650 w 152999"/>
                <a:gd name="connsiteY7" fmla="*/ 12983 h 158808"/>
                <a:gd name="connsiteX8" fmla="*/ 3378 w 152999"/>
                <a:gd name="connsiteY8" fmla="*/ 143178 h 158808"/>
                <a:gd name="connsiteX9" fmla="*/ 176 w 152999"/>
                <a:gd name="connsiteY9" fmla="*/ 151047 h 158808"/>
                <a:gd name="connsiteX10" fmla="*/ 11562 w 152999"/>
                <a:gd name="connsiteY10" fmla="*/ 158916 h 158808"/>
                <a:gd name="connsiteX11" fmla="*/ 146770 w 152999"/>
                <a:gd name="connsiteY11" fmla="*/ 158916 h 158808"/>
                <a:gd name="connsiteX12" fmla="*/ 153175 w 152999"/>
                <a:gd name="connsiteY12" fmla="*/ 86665 h 158808"/>
                <a:gd name="connsiteX13" fmla="*/ 136452 w 152999"/>
                <a:gd name="connsiteY13" fmla="*/ 86665 h 158808"/>
                <a:gd name="connsiteX14" fmla="*/ 80589 w 152999"/>
                <a:gd name="connsiteY14" fmla="*/ 144608 h 158808"/>
                <a:gd name="connsiteX15" fmla="*/ 49990 w 152999"/>
                <a:gd name="connsiteY15" fmla="*/ 144608 h 158808"/>
                <a:gd name="connsiteX16" fmla="*/ 148549 w 152999"/>
                <a:gd name="connsiteY16" fmla="*/ 15487 h 158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2999" h="158808">
                  <a:moveTo>
                    <a:pt x="148549" y="15487"/>
                  </a:moveTo>
                  <a:cubicBezTo>
                    <a:pt x="151396" y="11552"/>
                    <a:pt x="152108" y="10837"/>
                    <a:pt x="152108" y="7618"/>
                  </a:cubicBezTo>
                  <a:cubicBezTo>
                    <a:pt x="152108" y="107"/>
                    <a:pt x="147126" y="107"/>
                    <a:pt x="140722" y="107"/>
                  </a:cubicBezTo>
                  <a:lnTo>
                    <a:pt x="10139" y="107"/>
                  </a:lnTo>
                  <a:lnTo>
                    <a:pt x="5869" y="62700"/>
                  </a:lnTo>
                  <a:lnTo>
                    <a:pt x="22592" y="62700"/>
                  </a:lnTo>
                  <a:cubicBezTo>
                    <a:pt x="24727" y="25859"/>
                    <a:pt x="35757" y="12983"/>
                    <a:pt x="72406" y="12983"/>
                  </a:cubicBezTo>
                  <a:lnTo>
                    <a:pt x="102650" y="12983"/>
                  </a:lnTo>
                  <a:lnTo>
                    <a:pt x="3378" y="143178"/>
                  </a:lnTo>
                  <a:cubicBezTo>
                    <a:pt x="176" y="147112"/>
                    <a:pt x="176" y="147828"/>
                    <a:pt x="176" y="151047"/>
                  </a:cubicBezTo>
                  <a:cubicBezTo>
                    <a:pt x="176" y="158916"/>
                    <a:pt x="4801" y="158916"/>
                    <a:pt x="11562" y="158916"/>
                  </a:cubicBezTo>
                  <a:lnTo>
                    <a:pt x="146770" y="158916"/>
                  </a:lnTo>
                  <a:lnTo>
                    <a:pt x="153175" y="86665"/>
                  </a:lnTo>
                  <a:lnTo>
                    <a:pt x="136452" y="86665"/>
                  </a:lnTo>
                  <a:cubicBezTo>
                    <a:pt x="133250" y="122790"/>
                    <a:pt x="127557" y="144608"/>
                    <a:pt x="80589" y="144608"/>
                  </a:cubicBezTo>
                  <a:lnTo>
                    <a:pt x="49990" y="144608"/>
                  </a:lnTo>
                  <a:lnTo>
                    <a:pt x="148549" y="15487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FA6D8C0B-90AA-EAB5-4CBE-4661184D0498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8615019" y="6027125"/>
              <a:ext cx="64757" cy="250124"/>
            </a:xfrm>
            <a:custGeom>
              <a:avLst/>
              <a:gdLst>
                <a:gd name="connsiteX0" fmla="*/ 59957 w 64757"/>
                <a:gd name="connsiteY0" fmla="*/ 102 h 250124"/>
                <a:gd name="connsiteX1" fmla="*/ 181 w 64757"/>
                <a:gd name="connsiteY1" fmla="*/ 125039 h 250124"/>
                <a:gd name="connsiteX2" fmla="*/ 59957 w 64757"/>
                <a:gd name="connsiteY2" fmla="*/ 250227 h 250124"/>
                <a:gd name="connsiteX3" fmla="*/ 64939 w 64757"/>
                <a:gd name="connsiteY3" fmla="*/ 247222 h 250124"/>
                <a:gd name="connsiteX4" fmla="*/ 62448 w 64757"/>
                <a:gd name="connsiteY4" fmla="*/ 243467 h 250124"/>
                <a:gd name="connsiteX5" fmla="*/ 17118 w 64757"/>
                <a:gd name="connsiteY5" fmla="*/ 125290 h 250124"/>
                <a:gd name="connsiteX6" fmla="*/ 63195 w 64757"/>
                <a:gd name="connsiteY6" fmla="*/ 6111 h 250124"/>
                <a:gd name="connsiteX7" fmla="*/ 64939 w 64757"/>
                <a:gd name="connsiteY7" fmla="*/ 3107 h 250124"/>
                <a:gd name="connsiteX8" fmla="*/ 59957 w 64757"/>
                <a:gd name="connsiteY8" fmla="*/ 102 h 250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757" h="250124">
                  <a:moveTo>
                    <a:pt x="59957" y="102"/>
                  </a:moveTo>
                  <a:cubicBezTo>
                    <a:pt x="12634" y="33653"/>
                    <a:pt x="181" y="86732"/>
                    <a:pt x="181" y="125039"/>
                  </a:cubicBezTo>
                  <a:cubicBezTo>
                    <a:pt x="181" y="160342"/>
                    <a:pt x="10642" y="215174"/>
                    <a:pt x="59957" y="250227"/>
                  </a:cubicBezTo>
                  <a:cubicBezTo>
                    <a:pt x="61950" y="250227"/>
                    <a:pt x="64939" y="250227"/>
                    <a:pt x="64939" y="247222"/>
                  </a:cubicBezTo>
                  <a:cubicBezTo>
                    <a:pt x="64939" y="245720"/>
                    <a:pt x="64191" y="245219"/>
                    <a:pt x="62448" y="243467"/>
                  </a:cubicBezTo>
                  <a:cubicBezTo>
                    <a:pt x="29322" y="213422"/>
                    <a:pt x="17118" y="170858"/>
                    <a:pt x="17118" y="125290"/>
                  </a:cubicBezTo>
                  <a:cubicBezTo>
                    <a:pt x="17118" y="57689"/>
                    <a:pt x="42772" y="24639"/>
                    <a:pt x="63195" y="6111"/>
                  </a:cubicBezTo>
                  <a:cubicBezTo>
                    <a:pt x="64191" y="5110"/>
                    <a:pt x="64939" y="4359"/>
                    <a:pt x="64939" y="3107"/>
                  </a:cubicBezTo>
                  <a:cubicBezTo>
                    <a:pt x="64939" y="102"/>
                    <a:pt x="61950" y="102"/>
                    <a:pt x="59957" y="102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03379ECC-03E6-675E-593B-2551EEF8D297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8713259" y="6048657"/>
              <a:ext cx="110088" cy="166248"/>
            </a:xfrm>
            <a:custGeom>
              <a:avLst/>
              <a:gdLst>
                <a:gd name="connsiteX0" fmla="*/ 110272 w 110088"/>
                <a:gd name="connsiteY0" fmla="*/ 120783 h 166248"/>
                <a:gd name="connsiteX1" fmla="*/ 101804 w 110088"/>
                <a:gd name="connsiteY1" fmla="*/ 120783 h 166248"/>
                <a:gd name="connsiteX2" fmla="*/ 95328 w 110088"/>
                <a:gd name="connsiteY2" fmla="*/ 143567 h 166248"/>
                <a:gd name="connsiteX3" fmla="*/ 70670 w 110088"/>
                <a:gd name="connsiteY3" fmla="*/ 145069 h 166248"/>
                <a:gd name="connsiteX4" fmla="*/ 24842 w 110088"/>
                <a:gd name="connsiteY4" fmla="*/ 145069 h 166248"/>
                <a:gd name="connsiteX5" fmla="*/ 74656 w 110088"/>
                <a:gd name="connsiteY5" fmla="*/ 103006 h 166248"/>
                <a:gd name="connsiteX6" fmla="*/ 110272 w 110088"/>
                <a:gd name="connsiteY6" fmla="*/ 48926 h 166248"/>
                <a:gd name="connsiteX7" fmla="*/ 51990 w 110088"/>
                <a:gd name="connsiteY7" fmla="*/ 102 h 166248"/>
                <a:gd name="connsiteX8" fmla="*/ 184 w 110088"/>
                <a:gd name="connsiteY8" fmla="*/ 44920 h 166248"/>
                <a:gd name="connsiteX9" fmla="*/ 13385 w 110088"/>
                <a:gd name="connsiteY9" fmla="*/ 58940 h 166248"/>
                <a:gd name="connsiteX10" fmla="*/ 26585 w 110088"/>
                <a:gd name="connsiteY10" fmla="*/ 45671 h 166248"/>
                <a:gd name="connsiteX11" fmla="*/ 11890 w 110088"/>
                <a:gd name="connsiteY11" fmla="*/ 32401 h 166248"/>
                <a:gd name="connsiteX12" fmla="*/ 48254 w 110088"/>
                <a:gd name="connsiteY12" fmla="*/ 9116 h 166248"/>
                <a:gd name="connsiteX13" fmla="*/ 86113 w 110088"/>
                <a:gd name="connsiteY13" fmla="*/ 48926 h 166248"/>
                <a:gd name="connsiteX14" fmla="*/ 62700 w 110088"/>
                <a:gd name="connsiteY14" fmla="*/ 96997 h 166248"/>
                <a:gd name="connsiteX15" fmla="*/ 2675 w 110088"/>
                <a:gd name="connsiteY15" fmla="*/ 156587 h 166248"/>
                <a:gd name="connsiteX16" fmla="*/ 184 w 110088"/>
                <a:gd name="connsiteY16" fmla="*/ 166351 h 166248"/>
                <a:gd name="connsiteX17" fmla="*/ 102800 w 110088"/>
                <a:gd name="connsiteY17" fmla="*/ 166351 h 166248"/>
                <a:gd name="connsiteX18" fmla="*/ 110272 w 110088"/>
                <a:gd name="connsiteY18" fmla="*/ 120783 h 166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0088" h="166248">
                  <a:moveTo>
                    <a:pt x="110272" y="120783"/>
                  </a:moveTo>
                  <a:lnTo>
                    <a:pt x="101804" y="120783"/>
                  </a:lnTo>
                  <a:cubicBezTo>
                    <a:pt x="101057" y="126291"/>
                    <a:pt x="98566" y="141063"/>
                    <a:pt x="95328" y="143567"/>
                  </a:cubicBezTo>
                  <a:cubicBezTo>
                    <a:pt x="93336" y="145069"/>
                    <a:pt x="74157" y="145069"/>
                    <a:pt x="70670" y="145069"/>
                  </a:cubicBezTo>
                  <a:lnTo>
                    <a:pt x="24842" y="145069"/>
                  </a:lnTo>
                  <a:cubicBezTo>
                    <a:pt x="50994" y="121785"/>
                    <a:pt x="59711" y="114774"/>
                    <a:pt x="74656" y="103006"/>
                  </a:cubicBezTo>
                  <a:cubicBezTo>
                    <a:pt x="93087" y="88234"/>
                    <a:pt x="110272" y="72711"/>
                    <a:pt x="110272" y="48926"/>
                  </a:cubicBezTo>
                  <a:cubicBezTo>
                    <a:pt x="110272" y="18630"/>
                    <a:pt x="83871" y="102"/>
                    <a:pt x="51990" y="102"/>
                  </a:cubicBezTo>
                  <a:cubicBezTo>
                    <a:pt x="21106" y="102"/>
                    <a:pt x="184" y="21885"/>
                    <a:pt x="184" y="44920"/>
                  </a:cubicBezTo>
                  <a:cubicBezTo>
                    <a:pt x="184" y="57689"/>
                    <a:pt x="10894" y="58940"/>
                    <a:pt x="13385" y="58940"/>
                  </a:cubicBezTo>
                  <a:cubicBezTo>
                    <a:pt x="19362" y="58940"/>
                    <a:pt x="26585" y="54684"/>
                    <a:pt x="26585" y="45671"/>
                  </a:cubicBezTo>
                  <a:cubicBezTo>
                    <a:pt x="26585" y="41164"/>
                    <a:pt x="24842" y="32401"/>
                    <a:pt x="11890" y="32401"/>
                  </a:cubicBezTo>
                  <a:cubicBezTo>
                    <a:pt x="19611" y="14624"/>
                    <a:pt x="36548" y="9116"/>
                    <a:pt x="48254" y="9116"/>
                  </a:cubicBezTo>
                  <a:cubicBezTo>
                    <a:pt x="73161" y="9116"/>
                    <a:pt x="86113" y="28645"/>
                    <a:pt x="86113" y="48926"/>
                  </a:cubicBezTo>
                  <a:cubicBezTo>
                    <a:pt x="86113" y="70708"/>
                    <a:pt x="70670" y="87984"/>
                    <a:pt x="62700" y="96997"/>
                  </a:cubicBezTo>
                  <a:lnTo>
                    <a:pt x="2675" y="156587"/>
                  </a:lnTo>
                  <a:cubicBezTo>
                    <a:pt x="184" y="158840"/>
                    <a:pt x="184" y="159341"/>
                    <a:pt x="184" y="166351"/>
                  </a:cubicBezTo>
                  <a:lnTo>
                    <a:pt x="102800" y="166351"/>
                  </a:lnTo>
                  <a:lnTo>
                    <a:pt x="110272" y="120783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1BF4E4A-F5EF-FA87-15A5-170DC86FDF19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8857083" y="6027125"/>
              <a:ext cx="64508" cy="250124"/>
            </a:xfrm>
            <a:custGeom>
              <a:avLst/>
              <a:gdLst>
                <a:gd name="connsiteX0" fmla="*/ 4920 w 64508"/>
                <a:gd name="connsiteY0" fmla="*/ 102 h 250124"/>
                <a:gd name="connsiteX1" fmla="*/ 188 w 64508"/>
                <a:gd name="connsiteY1" fmla="*/ 3107 h 250124"/>
                <a:gd name="connsiteX2" fmla="*/ 2430 w 64508"/>
                <a:gd name="connsiteY2" fmla="*/ 6863 h 250124"/>
                <a:gd name="connsiteX3" fmla="*/ 47760 w 64508"/>
                <a:gd name="connsiteY3" fmla="*/ 125039 h 250124"/>
                <a:gd name="connsiteX4" fmla="*/ 4671 w 64508"/>
                <a:gd name="connsiteY4" fmla="*/ 241464 h 250124"/>
                <a:gd name="connsiteX5" fmla="*/ 188 w 64508"/>
                <a:gd name="connsiteY5" fmla="*/ 247222 h 250124"/>
                <a:gd name="connsiteX6" fmla="*/ 3426 w 64508"/>
                <a:gd name="connsiteY6" fmla="*/ 250227 h 250124"/>
                <a:gd name="connsiteX7" fmla="*/ 46515 w 64508"/>
                <a:gd name="connsiteY7" fmla="*/ 202405 h 250124"/>
                <a:gd name="connsiteX8" fmla="*/ 64697 w 64508"/>
                <a:gd name="connsiteY8" fmla="*/ 125290 h 250124"/>
                <a:gd name="connsiteX9" fmla="*/ 4920 w 64508"/>
                <a:gd name="connsiteY9" fmla="*/ 102 h 250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08" h="250124">
                  <a:moveTo>
                    <a:pt x="4920" y="102"/>
                  </a:moveTo>
                  <a:cubicBezTo>
                    <a:pt x="3177" y="102"/>
                    <a:pt x="188" y="102"/>
                    <a:pt x="188" y="3107"/>
                  </a:cubicBezTo>
                  <a:cubicBezTo>
                    <a:pt x="188" y="4359"/>
                    <a:pt x="935" y="5110"/>
                    <a:pt x="2430" y="6863"/>
                  </a:cubicBezTo>
                  <a:cubicBezTo>
                    <a:pt x="23850" y="26642"/>
                    <a:pt x="47760" y="60443"/>
                    <a:pt x="47760" y="125039"/>
                  </a:cubicBezTo>
                  <a:cubicBezTo>
                    <a:pt x="47760" y="177368"/>
                    <a:pt x="31571" y="216927"/>
                    <a:pt x="4671" y="241464"/>
                  </a:cubicBezTo>
                  <a:cubicBezTo>
                    <a:pt x="437" y="245720"/>
                    <a:pt x="188" y="245970"/>
                    <a:pt x="188" y="247222"/>
                  </a:cubicBezTo>
                  <a:cubicBezTo>
                    <a:pt x="188" y="248474"/>
                    <a:pt x="935" y="250227"/>
                    <a:pt x="3426" y="250227"/>
                  </a:cubicBezTo>
                  <a:cubicBezTo>
                    <a:pt x="6415" y="250227"/>
                    <a:pt x="30076" y="233702"/>
                    <a:pt x="46515" y="202405"/>
                  </a:cubicBezTo>
                  <a:cubicBezTo>
                    <a:pt x="57474" y="181624"/>
                    <a:pt x="64697" y="154584"/>
                    <a:pt x="64697" y="125290"/>
                  </a:cubicBezTo>
                  <a:cubicBezTo>
                    <a:pt x="64697" y="89987"/>
                    <a:pt x="54236" y="35155"/>
                    <a:pt x="4920" y="102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37F8311-CA72-87D2-311B-A4E2743298CA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9087141" y="6231321"/>
              <a:ext cx="236614" cy="83696"/>
            </a:xfrm>
            <a:custGeom>
              <a:avLst/>
              <a:gdLst>
                <a:gd name="connsiteX0" fmla="*/ 224712 w 236614"/>
                <a:gd name="connsiteY0" fmla="*/ 14414 h 83696"/>
                <a:gd name="connsiteX1" fmla="*/ 236809 w 236614"/>
                <a:gd name="connsiteY1" fmla="*/ 7260 h 83696"/>
                <a:gd name="connsiteX2" fmla="*/ 225067 w 236614"/>
                <a:gd name="connsiteY2" fmla="*/ 107 h 83696"/>
                <a:gd name="connsiteX3" fmla="*/ 11936 w 236614"/>
                <a:gd name="connsiteY3" fmla="*/ 107 h 83696"/>
                <a:gd name="connsiteX4" fmla="*/ 194 w 236614"/>
                <a:gd name="connsiteY4" fmla="*/ 7260 h 83696"/>
                <a:gd name="connsiteX5" fmla="*/ 12292 w 236614"/>
                <a:gd name="connsiteY5" fmla="*/ 14414 h 83696"/>
                <a:gd name="connsiteX6" fmla="*/ 224712 w 236614"/>
                <a:gd name="connsiteY6" fmla="*/ 14414 h 83696"/>
                <a:gd name="connsiteX7" fmla="*/ 225067 w 236614"/>
                <a:gd name="connsiteY7" fmla="*/ 83803 h 83696"/>
                <a:gd name="connsiteX8" fmla="*/ 236809 w 236614"/>
                <a:gd name="connsiteY8" fmla="*/ 76650 h 83696"/>
                <a:gd name="connsiteX9" fmla="*/ 224712 w 236614"/>
                <a:gd name="connsiteY9" fmla="*/ 69496 h 83696"/>
                <a:gd name="connsiteX10" fmla="*/ 12292 w 236614"/>
                <a:gd name="connsiteY10" fmla="*/ 69496 h 83696"/>
                <a:gd name="connsiteX11" fmla="*/ 194 w 236614"/>
                <a:gd name="connsiteY11" fmla="*/ 76650 h 83696"/>
                <a:gd name="connsiteX12" fmla="*/ 11936 w 236614"/>
                <a:gd name="connsiteY12" fmla="*/ 83803 h 83696"/>
                <a:gd name="connsiteX13" fmla="*/ 225067 w 236614"/>
                <a:gd name="connsiteY13" fmla="*/ 83803 h 83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614" h="83696">
                  <a:moveTo>
                    <a:pt x="224712" y="14414"/>
                  </a:moveTo>
                  <a:cubicBezTo>
                    <a:pt x="230049" y="14414"/>
                    <a:pt x="236809" y="14414"/>
                    <a:pt x="236809" y="7260"/>
                  </a:cubicBezTo>
                  <a:cubicBezTo>
                    <a:pt x="236809" y="107"/>
                    <a:pt x="230049" y="107"/>
                    <a:pt x="225067" y="107"/>
                  </a:cubicBezTo>
                  <a:lnTo>
                    <a:pt x="11936" y="107"/>
                  </a:lnTo>
                  <a:cubicBezTo>
                    <a:pt x="6955" y="107"/>
                    <a:pt x="194" y="107"/>
                    <a:pt x="194" y="7260"/>
                  </a:cubicBezTo>
                  <a:cubicBezTo>
                    <a:pt x="194" y="14414"/>
                    <a:pt x="6955" y="14414"/>
                    <a:pt x="12292" y="14414"/>
                  </a:cubicBezTo>
                  <a:lnTo>
                    <a:pt x="224712" y="14414"/>
                  </a:lnTo>
                  <a:close/>
                  <a:moveTo>
                    <a:pt x="225067" y="83803"/>
                  </a:moveTo>
                  <a:cubicBezTo>
                    <a:pt x="230049" y="83803"/>
                    <a:pt x="236809" y="83803"/>
                    <a:pt x="236809" y="76650"/>
                  </a:cubicBezTo>
                  <a:cubicBezTo>
                    <a:pt x="236809" y="69496"/>
                    <a:pt x="230049" y="69496"/>
                    <a:pt x="224712" y="69496"/>
                  </a:cubicBezTo>
                  <a:lnTo>
                    <a:pt x="12292" y="69496"/>
                  </a:lnTo>
                  <a:cubicBezTo>
                    <a:pt x="6955" y="69496"/>
                    <a:pt x="194" y="69496"/>
                    <a:pt x="194" y="76650"/>
                  </a:cubicBezTo>
                  <a:cubicBezTo>
                    <a:pt x="194" y="83803"/>
                    <a:pt x="6955" y="83803"/>
                    <a:pt x="11936" y="83803"/>
                  </a:cubicBezTo>
                  <a:lnTo>
                    <a:pt x="225067" y="83803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1569ADF8-5866-3907-5CDD-F29A55D4B20C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9448130" y="6204495"/>
              <a:ext cx="163317" cy="231417"/>
            </a:xfrm>
            <a:custGeom>
              <a:avLst/>
              <a:gdLst>
                <a:gd name="connsiteX0" fmla="*/ 162455 w 163317"/>
                <a:gd name="connsiteY0" fmla="*/ 23356 h 231417"/>
                <a:gd name="connsiteX1" fmla="*/ 163523 w 163317"/>
                <a:gd name="connsiteY1" fmla="*/ 16917 h 231417"/>
                <a:gd name="connsiteX2" fmla="*/ 153204 w 163317"/>
                <a:gd name="connsiteY2" fmla="*/ 7260 h 231417"/>
                <a:gd name="connsiteX3" fmla="*/ 138616 w 163317"/>
                <a:gd name="connsiteY3" fmla="*/ 22640 h 231417"/>
                <a:gd name="connsiteX4" fmla="*/ 105525 w 163317"/>
                <a:gd name="connsiteY4" fmla="*/ 107 h 231417"/>
                <a:gd name="connsiteX5" fmla="*/ 20842 w 163317"/>
                <a:gd name="connsiteY5" fmla="*/ 101687 h 231417"/>
                <a:gd name="connsiteX6" fmla="*/ 68165 w 163317"/>
                <a:gd name="connsiteY6" fmla="*/ 158200 h 231417"/>
                <a:gd name="connsiteX7" fmla="*/ 109439 w 163317"/>
                <a:gd name="connsiteY7" fmla="*/ 137455 h 231417"/>
                <a:gd name="connsiteX8" fmla="*/ 109795 w 163317"/>
                <a:gd name="connsiteY8" fmla="*/ 137813 h 231417"/>
                <a:gd name="connsiteX9" fmla="*/ 98053 w 163317"/>
                <a:gd name="connsiteY9" fmla="*/ 185026 h 231417"/>
                <a:gd name="connsiteX10" fmla="*/ 46816 w 163317"/>
                <a:gd name="connsiteY10" fmla="*/ 223655 h 231417"/>
                <a:gd name="connsiteX11" fmla="*/ 18351 w 163317"/>
                <a:gd name="connsiteY11" fmla="*/ 220079 h 231417"/>
                <a:gd name="connsiteX12" fmla="*/ 32940 w 163317"/>
                <a:gd name="connsiteY12" fmla="*/ 201479 h 231417"/>
                <a:gd name="connsiteX13" fmla="*/ 19419 w 163317"/>
                <a:gd name="connsiteY13" fmla="*/ 188961 h 231417"/>
                <a:gd name="connsiteX14" fmla="*/ 205 w 163317"/>
                <a:gd name="connsiteY14" fmla="*/ 209706 h 231417"/>
                <a:gd name="connsiteX15" fmla="*/ 47528 w 163317"/>
                <a:gd name="connsiteY15" fmla="*/ 231524 h 231417"/>
                <a:gd name="connsiteX16" fmla="*/ 122960 w 163317"/>
                <a:gd name="connsiteY16" fmla="*/ 182165 h 231417"/>
                <a:gd name="connsiteX17" fmla="*/ 162455 w 163317"/>
                <a:gd name="connsiteY17" fmla="*/ 23356 h 231417"/>
                <a:gd name="connsiteX18" fmla="*/ 116200 w 163317"/>
                <a:gd name="connsiteY18" fmla="*/ 112417 h 231417"/>
                <a:gd name="connsiteX19" fmla="*/ 98053 w 163317"/>
                <a:gd name="connsiteY19" fmla="*/ 137455 h 231417"/>
                <a:gd name="connsiteX20" fmla="*/ 69232 w 163317"/>
                <a:gd name="connsiteY20" fmla="*/ 150331 h 231417"/>
                <a:gd name="connsiteX21" fmla="*/ 46105 w 163317"/>
                <a:gd name="connsiteY21" fmla="*/ 117425 h 231417"/>
                <a:gd name="connsiteX22" fmla="*/ 66030 w 163317"/>
                <a:gd name="connsiteY22" fmla="*/ 39809 h 231417"/>
                <a:gd name="connsiteX23" fmla="*/ 105881 w 163317"/>
                <a:gd name="connsiteY23" fmla="*/ 7976 h 231417"/>
                <a:gd name="connsiteX24" fmla="*/ 134346 w 163317"/>
                <a:gd name="connsiteY24" fmla="*/ 38736 h 231417"/>
                <a:gd name="connsiteX25" fmla="*/ 133279 w 163317"/>
                <a:gd name="connsiteY25" fmla="*/ 44101 h 231417"/>
                <a:gd name="connsiteX26" fmla="*/ 116200 w 163317"/>
                <a:gd name="connsiteY26" fmla="*/ 112417 h 231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3317" h="231417">
                  <a:moveTo>
                    <a:pt x="162455" y="23356"/>
                  </a:moveTo>
                  <a:cubicBezTo>
                    <a:pt x="162811" y="21210"/>
                    <a:pt x="163523" y="19421"/>
                    <a:pt x="163523" y="16917"/>
                  </a:cubicBezTo>
                  <a:cubicBezTo>
                    <a:pt x="163523" y="10837"/>
                    <a:pt x="159253" y="7260"/>
                    <a:pt x="153204" y="7260"/>
                  </a:cubicBezTo>
                  <a:cubicBezTo>
                    <a:pt x="149646" y="7260"/>
                    <a:pt x="140039" y="9764"/>
                    <a:pt x="138616" y="22640"/>
                  </a:cubicBezTo>
                  <a:cubicBezTo>
                    <a:pt x="132211" y="9406"/>
                    <a:pt x="119758" y="107"/>
                    <a:pt x="105525" y="107"/>
                  </a:cubicBezTo>
                  <a:cubicBezTo>
                    <a:pt x="64963" y="107"/>
                    <a:pt x="20842" y="50182"/>
                    <a:pt x="20842" y="101687"/>
                  </a:cubicBezTo>
                  <a:cubicBezTo>
                    <a:pt x="20842" y="137097"/>
                    <a:pt x="42547" y="158200"/>
                    <a:pt x="68165" y="158200"/>
                  </a:cubicBezTo>
                  <a:cubicBezTo>
                    <a:pt x="89158" y="158200"/>
                    <a:pt x="105881" y="141389"/>
                    <a:pt x="109439" y="137455"/>
                  </a:cubicBezTo>
                  <a:lnTo>
                    <a:pt x="109795" y="137813"/>
                  </a:lnTo>
                  <a:cubicBezTo>
                    <a:pt x="102323" y="169646"/>
                    <a:pt x="98053" y="184311"/>
                    <a:pt x="98053" y="185026"/>
                  </a:cubicBezTo>
                  <a:cubicBezTo>
                    <a:pt x="96630" y="188245"/>
                    <a:pt x="84532" y="223655"/>
                    <a:pt x="46816" y="223655"/>
                  </a:cubicBezTo>
                  <a:cubicBezTo>
                    <a:pt x="40056" y="223655"/>
                    <a:pt x="28314" y="223298"/>
                    <a:pt x="18351" y="220079"/>
                  </a:cubicBezTo>
                  <a:cubicBezTo>
                    <a:pt x="29026" y="216859"/>
                    <a:pt x="32940" y="207560"/>
                    <a:pt x="32940" y="201479"/>
                  </a:cubicBezTo>
                  <a:cubicBezTo>
                    <a:pt x="32940" y="195756"/>
                    <a:pt x="29026" y="188961"/>
                    <a:pt x="19419" y="188961"/>
                  </a:cubicBezTo>
                  <a:cubicBezTo>
                    <a:pt x="11591" y="188961"/>
                    <a:pt x="205" y="195399"/>
                    <a:pt x="205" y="209706"/>
                  </a:cubicBezTo>
                  <a:cubicBezTo>
                    <a:pt x="205" y="224371"/>
                    <a:pt x="13370" y="231524"/>
                    <a:pt x="47528" y="231524"/>
                  </a:cubicBezTo>
                  <a:cubicBezTo>
                    <a:pt x="92004" y="231524"/>
                    <a:pt x="117623" y="203625"/>
                    <a:pt x="122960" y="182165"/>
                  </a:cubicBezTo>
                  <a:lnTo>
                    <a:pt x="162455" y="23356"/>
                  </a:lnTo>
                  <a:close/>
                  <a:moveTo>
                    <a:pt x="116200" y="112417"/>
                  </a:moveTo>
                  <a:cubicBezTo>
                    <a:pt x="114065" y="121717"/>
                    <a:pt x="105881" y="130659"/>
                    <a:pt x="98053" y="137455"/>
                  </a:cubicBezTo>
                  <a:cubicBezTo>
                    <a:pt x="90581" y="143893"/>
                    <a:pt x="79551" y="150331"/>
                    <a:pt x="69232" y="150331"/>
                  </a:cubicBezTo>
                  <a:cubicBezTo>
                    <a:pt x="51442" y="150331"/>
                    <a:pt x="46105" y="131732"/>
                    <a:pt x="46105" y="117425"/>
                  </a:cubicBezTo>
                  <a:cubicBezTo>
                    <a:pt x="46105" y="100256"/>
                    <a:pt x="56423" y="58050"/>
                    <a:pt x="66030" y="39809"/>
                  </a:cubicBezTo>
                  <a:cubicBezTo>
                    <a:pt x="75637" y="22283"/>
                    <a:pt x="90937" y="7976"/>
                    <a:pt x="105881" y="7976"/>
                  </a:cubicBezTo>
                  <a:cubicBezTo>
                    <a:pt x="129365" y="7976"/>
                    <a:pt x="134346" y="36947"/>
                    <a:pt x="134346" y="38736"/>
                  </a:cubicBezTo>
                  <a:cubicBezTo>
                    <a:pt x="134346" y="40524"/>
                    <a:pt x="133634" y="42670"/>
                    <a:pt x="133279" y="44101"/>
                  </a:cubicBezTo>
                  <a:lnTo>
                    <a:pt x="116200" y="112417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5485AF1-873C-E1D6-4C38-D7B3ECD60C12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9748616" y="5951255"/>
              <a:ext cx="135208" cy="643462"/>
            </a:xfrm>
            <a:custGeom>
              <a:avLst/>
              <a:gdLst>
                <a:gd name="connsiteX0" fmla="*/ 119409 w 135208"/>
                <a:gd name="connsiteY0" fmla="*/ 639624 h 643462"/>
                <a:gd name="connsiteX1" fmla="*/ 123678 w 135208"/>
                <a:gd name="connsiteY1" fmla="*/ 643558 h 643462"/>
                <a:gd name="connsiteX2" fmla="*/ 131506 w 135208"/>
                <a:gd name="connsiteY2" fmla="*/ 643558 h 643462"/>
                <a:gd name="connsiteX3" fmla="*/ 135420 w 135208"/>
                <a:gd name="connsiteY3" fmla="*/ 639981 h 643462"/>
                <a:gd name="connsiteX4" fmla="*/ 133997 w 135208"/>
                <a:gd name="connsiteY4" fmla="*/ 636762 h 643462"/>
                <a:gd name="connsiteX5" fmla="*/ 79914 w 135208"/>
                <a:gd name="connsiteY5" fmla="*/ 564869 h 643462"/>
                <a:gd name="connsiteX6" fmla="*/ 27253 w 135208"/>
                <a:gd name="connsiteY6" fmla="*/ 322006 h 643462"/>
                <a:gd name="connsiteX7" fmla="*/ 134353 w 135208"/>
                <a:gd name="connsiteY7" fmla="*/ 6534 h 643462"/>
                <a:gd name="connsiteX8" fmla="*/ 135420 w 135208"/>
                <a:gd name="connsiteY8" fmla="*/ 3672 h 643462"/>
                <a:gd name="connsiteX9" fmla="*/ 128660 w 135208"/>
                <a:gd name="connsiteY9" fmla="*/ 96 h 643462"/>
                <a:gd name="connsiteX10" fmla="*/ 120120 w 135208"/>
                <a:gd name="connsiteY10" fmla="*/ 2957 h 643462"/>
                <a:gd name="connsiteX11" fmla="*/ 23695 w 135208"/>
                <a:gd name="connsiteY11" fmla="*/ 157474 h 643462"/>
                <a:gd name="connsiteX12" fmla="*/ 212 w 135208"/>
                <a:gd name="connsiteY12" fmla="*/ 321648 h 643462"/>
                <a:gd name="connsiteX13" fmla="*/ 71374 w 135208"/>
                <a:gd name="connsiteY13" fmla="*/ 585257 h 643462"/>
                <a:gd name="connsiteX14" fmla="*/ 94146 w 135208"/>
                <a:gd name="connsiteY14" fmla="*/ 614229 h 643462"/>
                <a:gd name="connsiteX15" fmla="*/ 105532 w 135208"/>
                <a:gd name="connsiteY15" fmla="*/ 626747 h 643462"/>
                <a:gd name="connsiteX16" fmla="*/ 119409 w 135208"/>
                <a:gd name="connsiteY16" fmla="*/ 639624 h 643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5208" h="643462">
                  <a:moveTo>
                    <a:pt x="119409" y="639624"/>
                  </a:moveTo>
                  <a:cubicBezTo>
                    <a:pt x="120120" y="639981"/>
                    <a:pt x="123323" y="643558"/>
                    <a:pt x="123678" y="643558"/>
                  </a:cubicBezTo>
                  <a:lnTo>
                    <a:pt x="131506" y="643558"/>
                  </a:lnTo>
                  <a:cubicBezTo>
                    <a:pt x="132574" y="643558"/>
                    <a:pt x="135420" y="643200"/>
                    <a:pt x="135420" y="639981"/>
                  </a:cubicBezTo>
                  <a:cubicBezTo>
                    <a:pt x="135420" y="638551"/>
                    <a:pt x="134709" y="637835"/>
                    <a:pt x="133997" y="636762"/>
                  </a:cubicBezTo>
                  <a:cubicBezTo>
                    <a:pt x="121188" y="623886"/>
                    <a:pt x="101974" y="604214"/>
                    <a:pt x="79914" y="564869"/>
                  </a:cubicBezTo>
                  <a:cubicBezTo>
                    <a:pt x="41486" y="496195"/>
                    <a:pt x="27253" y="407848"/>
                    <a:pt x="27253" y="322006"/>
                  </a:cubicBezTo>
                  <a:cubicBezTo>
                    <a:pt x="27253" y="163197"/>
                    <a:pt x="72086" y="69843"/>
                    <a:pt x="134353" y="6534"/>
                  </a:cubicBezTo>
                  <a:cubicBezTo>
                    <a:pt x="135420" y="5461"/>
                    <a:pt x="135420" y="4388"/>
                    <a:pt x="135420" y="3672"/>
                  </a:cubicBezTo>
                  <a:cubicBezTo>
                    <a:pt x="135420" y="96"/>
                    <a:pt x="132930" y="96"/>
                    <a:pt x="128660" y="96"/>
                  </a:cubicBezTo>
                  <a:cubicBezTo>
                    <a:pt x="124034" y="96"/>
                    <a:pt x="123323" y="96"/>
                    <a:pt x="120120" y="2957"/>
                  </a:cubicBezTo>
                  <a:cubicBezTo>
                    <a:pt x="86318" y="32287"/>
                    <a:pt x="48246" y="82004"/>
                    <a:pt x="23695" y="157474"/>
                  </a:cubicBezTo>
                  <a:cubicBezTo>
                    <a:pt x="8395" y="204687"/>
                    <a:pt x="212" y="262274"/>
                    <a:pt x="212" y="321648"/>
                  </a:cubicBezTo>
                  <a:cubicBezTo>
                    <a:pt x="212" y="406418"/>
                    <a:pt x="15512" y="502275"/>
                    <a:pt x="71374" y="585257"/>
                  </a:cubicBezTo>
                  <a:cubicBezTo>
                    <a:pt x="80981" y="599206"/>
                    <a:pt x="94146" y="613871"/>
                    <a:pt x="94146" y="614229"/>
                  </a:cubicBezTo>
                  <a:cubicBezTo>
                    <a:pt x="97704" y="618521"/>
                    <a:pt x="102686" y="624244"/>
                    <a:pt x="105532" y="626747"/>
                  </a:cubicBezTo>
                  <a:lnTo>
                    <a:pt x="119409" y="639624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8A619A6-B826-5712-45F4-89D142A80481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9905608" y="6117221"/>
              <a:ext cx="405625" cy="248228"/>
            </a:xfrm>
            <a:custGeom>
              <a:avLst/>
              <a:gdLst>
                <a:gd name="connsiteX0" fmla="*/ 372041 w 405625"/>
                <a:gd name="connsiteY0" fmla="*/ 25502 h 248228"/>
                <a:gd name="connsiteX1" fmla="*/ 385562 w 405625"/>
                <a:gd name="connsiteY1" fmla="*/ 17633 h 248228"/>
                <a:gd name="connsiteX2" fmla="*/ 405843 w 405625"/>
                <a:gd name="connsiteY2" fmla="*/ 16917 h 248228"/>
                <a:gd name="connsiteX3" fmla="*/ 405843 w 405625"/>
                <a:gd name="connsiteY3" fmla="*/ 107 h 248228"/>
                <a:gd name="connsiteX4" fmla="*/ 367771 w 405625"/>
                <a:gd name="connsiteY4" fmla="*/ 1180 h 248228"/>
                <a:gd name="connsiteX5" fmla="*/ 319381 w 405625"/>
                <a:gd name="connsiteY5" fmla="*/ 107 h 248228"/>
                <a:gd name="connsiteX6" fmla="*/ 319381 w 405625"/>
                <a:gd name="connsiteY6" fmla="*/ 16917 h 248228"/>
                <a:gd name="connsiteX7" fmla="*/ 355674 w 405625"/>
                <a:gd name="connsiteY7" fmla="*/ 20852 h 248228"/>
                <a:gd name="connsiteX8" fmla="*/ 294474 w 405625"/>
                <a:gd name="connsiteY8" fmla="*/ 180734 h 248228"/>
                <a:gd name="connsiteX9" fmla="*/ 231495 w 405625"/>
                <a:gd name="connsiteY9" fmla="*/ 16917 h 248228"/>
                <a:gd name="connsiteX10" fmla="*/ 265653 w 405625"/>
                <a:gd name="connsiteY10" fmla="*/ 16917 h 248228"/>
                <a:gd name="connsiteX11" fmla="*/ 265653 w 405625"/>
                <a:gd name="connsiteY11" fmla="*/ 107 h 248228"/>
                <a:gd name="connsiteX12" fmla="*/ 203386 w 405625"/>
                <a:gd name="connsiteY12" fmla="*/ 1180 h 248228"/>
                <a:gd name="connsiteX13" fmla="*/ 148947 w 405625"/>
                <a:gd name="connsiteY13" fmla="*/ 107 h 248228"/>
                <a:gd name="connsiteX14" fmla="*/ 148947 w 405625"/>
                <a:gd name="connsiteY14" fmla="*/ 16917 h 248228"/>
                <a:gd name="connsiteX15" fmla="*/ 179547 w 405625"/>
                <a:gd name="connsiteY15" fmla="*/ 16917 h 248228"/>
                <a:gd name="connsiteX16" fmla="*/ 194135 w 405625"/>
                <a:gd name="connsiteY16" fmla="*/ 54831 h 248228"/>
                <a:gd name="connsiteX17" fmla="*/ 145745 w 405625"/>
                <a:gd name="connsiteY17" fmla="*/ 180734 h 248228"/>
                <a:gd name="connsiteX18" fmla="*/ 82766 w 405625"/>
                <a:gd name="connsiteY18" fmla="*/ 16917 h 248228"/>
                <a:gd name="connsiteX19" fmla="*/ 116924 w 405625"/>
                <a:gd name="connsiteY19" fmla="*/ 16917 h 248228"/>
                <a:gd name="connsiteX20" fmla="*/ 116924 w 405625"/>
                <a:gd name="connsiteY20" fmla="*/ 107 h 248228"/>
                <a:gd name="connsiteX21" fmla="*/ 54657 w 405625"/>
                <a:gd name="connsiteY21" fmla="*/ 1180 h 248228"/>
                <a:gd name="connsiteX22" fmla="*/ 218 w 405625"/>
                <a:gd name="connsiteY22" fmla="*/ 107 h 248228"/>
                <a:gd name="connsiteX23" fmla="*/ 218 w 405625"/>
                <a:gd name="connsiteY23" fmla="*/ 16917 h 248228"/>
                <a:gd name="connsiteX24" fmla="*/ 30817 w 405625"/>
                <a:gd name="connsiteY24" fmla="*/ 16917 h 248228"/>
                <a:gd name="connsiteX25" fmla="*/ 116212 w 405625"/>
                <a:gd name="connsiteY25" fmla="*/ 239035 h 248228"/>
                <a:gd name="connsiteX26" fmla="*/ 128666 w 405625"/>
                <a:gd name="connsiteY26" fmla="*/ 248335 h 248228"/>
                <a:gd name="connsiteX27" fmla="*/ 141119 w 405625"/>
                <a:gd name="connsiteY27" fmla="*/ 239035 h 248228"/>
                <a:gd name="connsiteX28" fmla="*/ 203030 w 405625"/>
                <a:gd name="connsiteY28" fmla="*/ 78080 h 248228"/>
                <a:gd name="connsiteX29" fmla="*/ 264942 w 405625"/>
                <a:gd name="connsiteY29" fmla="*/ 239035 h 248228"/>
                <a:gd name="connsiteX30" fmla="*/ 277395 w 405625"/>
                <a:gd name="connsiteY30" fmla="*/ 248335 h 248228"/>
                <a:gd name="connsiteX31" fmla="*/ 289848 w 405625"/>
                <a:gd name="connsiteY31" fmla="*/ 239035 h 248228"/>
                <a:gd name="connsiteX32" fmla="*/ 372041 w 405625"/>
                <a:gd name="connsiteY32" fmla="*/ 25502 h 248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5625" h="248228">
                  <a:moveTo>
                    <a:pt x="372041" y="25502"/>
                  </a:moveTo>
                  <a:cubicBezTo>
                    <a:pt x="374176" y="19421"/>
                    <a:pt x="374532" y="18706"/>
                    <a:pt x="385562" y="17633"/>
                  </a:cubicBezTo>
                  <a:cubicBezTo>
                    <a:pt x="392678" y="16917"/>
                    <a:pt x="400150" y="16917"/>
                    <a:pt x="405843" y="16917"/>
                  </a:cubicBezTo>
                  <a:lnTo>
                    <a:pt x="405843" y="107"/>
                  </a:lnTo>
                  <a:cubicBezTo>
                    <a:pt x="396236" y="464"/>
                    <a:pt x="383783" y="1180"/>
                    <a:pt x="367771" y="1180"/>
                  </a:cubicBezTo>
                  <a:cubicBezTo>
                    <a:pt x="354250" y="1180"/>
                    <a:pt x="332190" y="1180"/>
                    <a:pt x="319381" y="107"/>
                  </a:cubicBezTo>
                  <a:lnTo>
                    <a:pt x="319381" y="16917"/>
                  </a:lnTo>
                  <a:cubicBezTo>
                    <a:pt x="328276" y="16917"/>
                    <a:pt x="345355" y="16917"/>
                    <a:pt x="355674" y="20852"/>
                  </a:cubicBezTo>
                  <a:lnTo>
                    <a:pt x="294474" y="180734"/>
                  </a:lnTo>
                  <a:lnTo>
                    <a:pt x="231495" y="16917"/>
                  </a:lnTo>
                  <a:lnTo>
                    <a:pt x="265653" y="16917"/>
                  </a:lnTo>
                  <a:lnTo>
                    <a:pt x="265653" y="107"/>
                  </a:lnTo>
                  <a:cubicBezTo>
                    <a:pt x="252132" y="1180"/>
                    <a:pt x="218686" y="1180"/>
                    <a:pt x="203386" y="1180"/>
                  </a:cubicBezTo>
                  <a:cubicBezTo>
                    <a:pt x="189510" y="1180"/>
                    <a:pt x="161400" y="1180"/>
                    <a:pt x="148947" y="107"/>
                  </a:cubicBezTo>
                  <a:lnTo>
                    <a:pt x="148947" y="16917"/>
                  </a:lnTo>
                  <a:lnTo>
                    <a:pt x="179547" y="16917"/>
                  </a:lnTo>
                  <a:lnTo>
                    <a:pt x="194135" y="54831"/>
                  </a:lnTo>
                  <a:lnTo>
                    <a:pt x="145745" y="180734"/>
                  </a:lnTo>
                  <a:lnTo>
                    <a:pt x="82766" y="16917"/>
                  </a:lnTo>
                  <a:lnTo>
                    <a:pt x="116924" y="16917"/>
                  </a:lnTo>
                  <a:lnTo>
                    <a:pt x="116924" y="107"/>
                  </a:lnTo>
                  <a:cubicBezTo>
                    <a:pt x="103403" y="1180"/>
                    <a:pt x="69957" y="1180"/>
                    <a:pt x="54657" y="1180"/>
                  </a:cubicBezTo>
                  <a:cubicBezTo>
                    <a:pt x="40780" y="1180"/>
                    <a:pt x="12671" y="1180"/>
                    <a:pt x="218" y="107"/>
                  </a:cubicBezTo>
                  <a:lnTo>
                    <a:pt x="218" y="16917"/>
                  </a:lnTo>
                  <a:lnTo>
                    <a:pt x="30817" y="16917"/>
                  </a:lnTo>
                  <a:lnTo>
                    <a:pt x="116212" y="239035"/>
                  </a:lnTo>
                  <a:cubicBezTo>
                    <a:pt x="118347" y="244758"/>
                    <a:pt x="119770" y="248335"/>
                    <a:pt x="128666" y="248335"/>
                  </a:cubicBezTo>
                  <a:cubicBezTo>
                    <a:pt x="137561" y="248335"/>
                    <a:pt x="138984" y="244758"/>
                    <a:pt x="141119" y="239035"/>
                  </a:cubicBezTo>
                  <a:lnTo>
                    <a:pt x="203030" y="78080"/>
                  </a:lnTo>
                  <a:lnTo>
                    <a:pt x="264942" y="239035"/>
                  </a:lnTo>
                  <a:cubicBezTo>
                    <a:pt x="267076" y="244758"/>
                    <a:pt x="268500" y="248335"/>
                    <a:pt x="277395" y="248335"/>
                  </a:cubicBezTo>
                  <a:cubicBezTo>
                    <a:pt x="286290" y="248335"/>
                    <a:pt x="287714" y="244758"/>
                    <a:pt x="289848" y="239035"/>
                  </a:cubicBezTo>
                  <a:lnTo>
                    <a:pt x="372041" y="25502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51A07AE2-23F5-B90E-DEEE-E29E5E711FD6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0354414" y="6027125"/>
              <a:ext cx="64757" cy="250124"/>
            </a:xfrm>
            <a:custGeom>
              <a:avLst/>
              <a:gdLst>
                <a:gd name="connsiteX0" fmla="*/ 60006 w 64757"/>
                <a:gd name="connsiteY0" fmla="*/ 102 h 250124"/>
                <a:gd name="connsiteX1" fmla="*/ 230 w 64757"/>
                <a:gd name="connsiteY1" fmla="*/ 125039 h 250124"/>
                <a:gd name="connsiteX2" fmla="*/ 60006 w 64757"/>
                <a:gd name="connsiteY2" fmla="*/ 250227 h 250124"/>
                <a:gd name="connsiteX3" fmla="*/ 64987 w 64757"/>
                <a:gd name="connsiteY3" fmla="*/ 247222 h 250124"/>
                <a:gd name="connsiteX4" fmla="*/ 62497 w 64757"/>
                <a:gd name="connsiteY4" fmla="*/ 243467 h 250124"/>
                <a:gd name="connsiteX5" fmla="*/ 17166 w 64757"/>
                <a:gd name="connsiteY5" fmla="*/ 125290 h 250124"/>
                <a:gd name="connsiteX6" fmla="*/ 63244 w 64757"/>
                <a:gd name="connsiteY6" fmla="*/ 6111 h 250124"/>
                <a:gd name="connsiteX7" fmla="*/ 64987 w 64757"/>
                <a:gd name="connsiteY7" fmla="*/ 3107 h 250124"/>
                <a:gd name="connsiteX8" fmla="*/ 60006 w 64757"/>
                <a:gd name="connsiteY8" fmla="*/ 102 h 250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757" h="250124">
                  <a:moveTo>
                    <a:pt x="60006" y="102"/>
                  </a:moveTo>
                  <a:cubicBezTo>
                    <a:pt x="12683" y="33653"/>
                    <a:pt x="230" y="86732"/>
                    <a:pt x="230" y="125039"/>
                  </a:cubicBezTo>
                  <a:cubicBezTo>
                    <a:pt x="230" y="160342"/>
                    <a:pt x="10691" y="215174"/>
                    <a:pt x="60006" y="250227"/>
                  </a:cubicBezTo>
                  <a:cubicBezTo>
                    <a:pt x="61999" y="250227"/>
                    <a:pt x="64987" y="250227"/>
                    <a:pt x="64987" y="247222"/>
                  </a:cubicBezTo>
                  <a:cubicBezTo>
                    <a:pt x="64987" y="245720"/>
                    <a:pt x="64240" y="245219"/>
                    <a:pt x="62497" y="243467"/>
                  </a:cubicBezTo>
                  <a:cubicBezTo>
                    <a:pt x="29371" y="213422"/>
                    <a:pt x="17166" y="170858"/>
                    <a:pt x="17166" y="125290"/>
                  </a:cubicBezTo>
                  <a:cubicBezTo>
                    <a:pt x="17166" y="57689"/>
                    <a:pt x="42820" y="24639"/>
                    <a:pt x="63244" y="6111"/>
                  </a:cubicBezTo>
                  <a:cubicBezTo>
                    <a:pt x="64240" y="5110"/>
                    <a:pt x="64987" y="4359"/>
                    <a:pt x="64987" y="3107"/>
                  </a:cubicBezTo>
                  <a:cubicBezTo>
                    <a:pt x="64987" y="102"/>
                    <a:pt x="61999" y="102"/>
                    <a:pt x="60006" y="102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FDFABAF0-53D3-61AC-5D21-0418F84FEDDB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0464111" y="6048657"/>
              <a:ext cx="90660" cy="166248"/>
            </a:xfrm>
            <a:custGeom>
              <a:avLst/>
              <a:gdLst>
                <a:gd name="connsiteX0" fmla="*/ 56522 w 90660"/>
                <a:gd name="connsiteY0" fmla="*/ 7113 h 166248"/>
                <a:gd name="connsiteX1" fmla="*/ 49050 w 90660"/>
                <a:gd name="connsiteY1" fmla="*/ 102 h 166248"/>
                <a:gd name="connsiteX2" fmla="*/ 233 w 90660"/>
                <a:gd name="connsiteY2" fmla="*/ 16126 h 166248"/>
                <a:gd name="connsiteX3" fmla="*/ 233 w 90660"/>
                <a:gd name="connsiteY3" fmla="*/ 25140 h 166248"/>
                <a:gd name="connsiteX4" fmla="*/ 36348 w 90660"/>
                <a:gd name="connsiteY4" fmla="*/ 18129 h 166248"/>
                <a:gd name="connsiteX5" fmla="*/ 36348 w 90660"/>
                <a:gd name="connsiteY5" fmla="*/ 145820 h 166248"/>
                <a:gd name="connsiteX6" fmla="*/ 11441 w 90660"/>
                <a:gd name="connsiteY6" fmla="*/ 157338 h 166248"/>
                <a:gd name="connsiteX7" fmla="*/ 1976 w 90660"/>
                <a:gd name="connsiteY7" fmla="*/ 157338 h 166248"/>
                <a:gd name="connsiteX8" fmla="*/ 1976 w 90660"/>
                <a:gd name="connsiteY8" fmla="*/ 166351 h 166248"/>
                <a:gd name="connsiteX9" fmla="*/ 46310 w 90660"/>
                <a:gd name="connsiteY9" fmla="*/ 165350 h 166248"/>
                <a:gd name="connsiteX10" fmla="*/ 90894 w 90660"/>
                <a:gd name="connsiteY10" fmla="*/ 166351 h 166248"/>
                <a:gd name="connsiteX11" fmla="*/ 90894 w 90660"/>
                <a:gd name="connsiteY11" fmla="*/ 157338 h 166248"/>
                <a:gd name="connsiteX12" fmla="*/ 81429 w 90660"/>
                <a:gd name="connsiteY12" fmla="*/ 157338 h 166248"/>
                <a:gd name="connsiteX13" fmla="*/ 56522 w 90660"/>
                <a:gd name="connsiteY13" fmla="*/ 145820 h 166248"/>
                <a:gd name="connsiteX14" fmla="*/ 56522 w 90660"/>
                <a:gd name="connsiteY14" fmla="*/ 7113 h 166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660" h="166248">
                  <a:moveTo>
                    <a:pt x="56522" y="7113"/>
                  </a:moveTo>
                  <a:cubicBezTo>
                    <a:pt x="56522" y="353"/>
                    <a:pt x="56024" y="102"/>
                    <a:pt x="49050" y="102"/>
                  </a:cubicBezTo>
                  <a:cubicBezTo>
                    <a:pt x="33110" y="15876"/>
                    <a:pt x="10445" y="16126"/>
                    <a:pt x="233" y="16126"/>
                  </a:cubicBezTo>
                  <a:lnTo>
                    <a:pt x="233" y="25140"/>
                  </a:lnTo>
                  <a:cubicBezTo>
                    <a:pt x="6210" y="25140"/>
                    <a:pt x="22649" y="25140"/>
                    <a:pt x="36348" y="18129"/>
                  </a:cubicBezTo>
                  <a:lnTo>
                    <a:pt x="36348" y="145820"/>
                  </a:lnTo>
                  <a:cubicBezTo>
                    <a:pt x="36348" y="154083"/>
                    <a:pt x="36348" y="157338"/>
                    <a:pt x="11441" y="157338"/>
                  </a:cubicBezTo>
                  <a:lnTo>
                    <a:pt x="1976" y="157338"/>
                  </a:lnTo>
                  <a:lnTo>
                    <a:pt x="1976" y="166351"/>
                  </a:lnTo>
                  <a:cubicBezTo>
                    <a:pt x="6460" y="166101"/>
                    <a:pt x="37095" y="165350"/>
                    <a:pt x="46310" y="165350"/>
                  </a:cubicBezTo>
                  <a:cubicBezTo>
                    <a:pt x="54032" y="165350"/>
                    <a:pt x="85414" y="166101"/>
                    <a:pt x="90894" y="166351"/>
                  </a:cubicBezTo>
                  <a:lnTo>
                    <a:pt x="90894" y="157338"/>
                  </a:lnTo>
                  <a:lnTo>
                    <a:pt x="81429" y="157338"/>
                  </a:lnTo>
                  <a:cubicBezTo>
                    <a:pt x="56522" y="157338"/>
                    <a:pt x="56522" y="154083"/>
                    <a:pt x="56522" y="145820"/>
                  </a:cubicBezTo>
                  <a:lnTo>
                    <a:pt x="56522" y="7113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72F023D2-5DCD-6F44-DCB8-689DE0A0779D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0596478" y="6027125"/>
              <a:ext cx="64508" cy="250124"/>
            </a:xfrm>
            <a:custGeom>
              <a:avLst/>
              <a:gdLst>
                <a:gd name="connsiteX0" fmla="*/ 4969 w 64508"/>
                <a:gd name="connsiteY0" fmla="*/ 102 h 250124"/>
                <a:gd name="connsiteX1" fmla="*/ 237 w 64508"/>
                <a:gd name="connsiteY1" fmla="*/ 3107 h 250124"/>
                <a:gd name="connsiteX2" fmla="*/ 2478 w 64508"/>
                <a:gd name="connsiteY2" fmla="*/ 6863 h 250124"/>
                <a:gd name="connsiteX3" fmla="*/ 47809 w 64508"/>
                <a:gd name="connsiteY3" fmla="*/ 125039 h 250124"/>
                <a:gd name="connsiteX4" fmla="*/ 4720 w 64508"/>
                <a:gd name="connsiteY4" fmla="*/ 241464 h 250124"/>
                <a:gd name="connsiteX5" fmla="*/ 237 w 64508"/>
                <a:gd name="connsiteY5" fmla="*/ 247222 h 250124"/>
                <a:gd name="connsiteX6" fmla="*/ 3475 w 64508"/>
                <a:gd name="connsiteY6" fmla="*/ 250227 h 250124"/>
                <a:gd name="connsiteX7" fmla="*/ 46563 w 64508"/>
                <a:gd name="connsiteY7" fmla="*/ 202405 h 250124"/>
                <a:gd name="connsiteX8" fmla="*/ 64745 w 64508"/>
                <a:gd name="connsiteY8" fmla="*/ 125290 h 250124"/>
                <a:gd name="connsiteX9" fmla="*/ 4969 w 64508"/>
                <a:gd name="connsiteY9" fmla="*/ 102 h 250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08" h="250124">
                  <a:moveTo>
                    <a:pt x="4969" y="102"/>
                  </a:moveTo>
                  <a:cubicBezTo>
                    <a:pt x="3226" y="102"/>
                    <a:pt x="237" y="102"/>
                    <a:pt x="237" y="3107"/>
                  </a:cubicBezTo>
                  <a:cubicBezTo>
                    <a:pt x="237" y="4359"/>
                    <a:pt x="984" y="5110"/>
                    <a:pt x="2478" y="6863"/>
                  </a:cubicBezTo>
                  <a:cubicBezTo>
                    <a:pt x="23898" y="26642"/>
                    <a:pt x="47809" y="60443"/>
                    <a:pt x="47809" y="125039"/>
                  </a:cubicBezTo>
                  <a:cubicBezTo>
                    <a:pt x="47809" y="177368"/>
                    <a:pt x="31619" y="216927"/>
                    <a:pt x="4720" y="241464"/>
                  </a:cubicBezTo>
                  <a:cubicBezTo>
                    <a:pt x="486" y="245720"/>
                    <a:pt x="237" y="245970"/>
                    <a:pt x="237" y="247222"/>
                  </a:cubicBezTo>
                  <a:cubicBezTo>
                    <a:pt x="237" y="248474"/>
                    <a:pt x="984" y="250227"/>
                    <a:pt x="3475" y="250227"/>
                  </a:cubicBezTo>
                  <a:cubicBezTo>
                    <a:pt x="6463" y="250227"/>
                    <a:pt x="30125" y="233702"/>
                    <a:pt x="46563" y="202405"/>
                  </a:cubicBezTo>
                  <a:cubicBezTo>
                    <a:pt x="57522" y="181624"/>
                    <a:pt x="64745" y="154584"/>
                    <a:pt x="64745" y="125290"/>
                  </a:cubicBezTo>
                  <a:cubicBezTo>
                    <a:pt x="64745" y="89987"/>
                    <a:pt x="54285" y="35155"/>
                    <a:pt x="4969" y="102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3856B49-8B44-B462-86CA-4403116371F0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0719162" y="6203779"/>
              <a:ext cx="152999" cy="158808"/>
            </a:xfrm>
            <a:custGeom>
              <a:avLst/>
              <a:gdLst>
                <a:gd name="connsiteX0" fmla="*/ 148614 w 152999"/>
                <a:gd name="connsiteY0" fmla="*/ 15487 h 158808"/>
                <a:gd name="connsiteX1" fmla="*/ 152172 w 152999"/>
                <a:gd name="connsiteY1" fmla="*/ 7618 h 158808"/>
                <a:gd name="connsiteX2" fmla="*/ 140786 w 152999"/>
                <a:gd name="connsiteY2" fmla="*/ 107 h 158808"/>
                <a:gd name="connsiteX3" fmla="*/ 10203 w 152999"/>
                <a:gd name="connsiteY3" fmla="*/ 107 h 158808"/>
                <a:gd name="connsiteX4" fmla="*/ 5933 w 152999"/>
                <a:gd name="connsiteY4" fmla="*/ 62700 h 158808"/>
                <a:gd name="connsiteX5" fmla="*/ 22657 w 152999"/>
                <a:gd name="connsiteY5" fmla="*/ 62700 h 158808"/>
                <a:gd name="connsiteX6" fmla="*/ 72470 w 152999"/>
                <a:gd name="connsiteY6" fmla="*/ 12983 h 158808"/>
                <a:gd name="connsiteX7" fmla="*/ 102714 w 152999"/>
                <a:gd name="connsiteY7" fmla="*/ 12983 h 158808"/>
                <a:gd name="connsiteX8" fmla="*/ 3443 w 152999"/>
                <a:gd name="connsiteY8" fmla="*/ 143178 h 158808"/>
                <a:gd name="connsiteX9" fmla="*/ 240 w 152999"/>
                <a:gd name="connsiteY9" fmla="*/ 151047 h 158808"/>
                <a:gd name="connsiteX10" fmla="*/ 11626 w 152999"/>
                <a:gd name="connsiteY10" fmla="*/ 158916 h 158808"/>
                <a:gd name="connsiteX11" fmla="*/ 146835 w 152999"/>
                <a:gd name="connsiteY11" fmla="*/ 158916 h 158808"/>
                <a:gd name="connsiteX12" fmla="*/ 153239 w 152999"/>
                <a:gd name="connsiteY12" fmla="*/ 86665 h 158808"/>
                <a:gd name="connsiteX13" fmla="*/ 136516 w 152999"/>
                <a:gd name="connsiteY13" fmla="*/ 86665 h 158808"/>
                <a:gd name="connsiteX14" fmla="*/ 80654 w 152999"/>
                <a:gd name="connsiteY14" fmla="*/ 144608 h 158808"/>
                <a:gd name="connsiteX15" fmla="*/ 50054 w 152999"/>
                <a:gd name="connsiteY15" fmla="*/ 144608 h 158808"/>
                <a:gd name="connsiteX16" fmla="*/ 148614 w 152999"/>
                <a:gd name="connsiteY16" fmla="*/ 15487 h 158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2999" h="158808">
                  <a:moveTo>
                    <a:pt x="148614" y="15487"/>
                  </a:moveTo>
                  <a:cubicBezTo>
                    <a:pt x="151460" y="11552"/>
                    <a:pt x="152172" y="10837"/>
                    <a:pt x="152172" y="7618"/>
                  </a:cubicBezTo>
                  <a:cubicBezTo>
                    <a:pt x="152172" y="107"/>
                    <a:pt x="147191" y="107"/>
                    <a:pt x="140786" y="107"/>
                  </a:cubicBezTo>
                  <a:lnTo>
                    <a:pt x="10203" y="107"/>
                  </a:lnTo>
                  <a:lnTo>
                    <a:pt x="5933" y="62700"/>
                  </a:lnTo>
                  <a:lnTo>
                    <a:pt x="22657" y="62700"/>
                  </a:lnTo>
                  <a:cubicBezTo>
                    <a:pt x="24791" y="25859"/>
                    <a:pt x="35822" y="12983"/>
                    <a:pt x="72470" y="12983"/>
                  </a:cubicBezTo>
                  <a:lnTo>
                    <a:pt x="102714" y="12983"/>
                  </a:lnTo>
                  <a:lnTo>
                    <a:pt x="3443" y="143178"/>
                  </a:lnTo>
                  <a:cubicBezTo>
                    <a:pt x="240" y="147112"/>
                    <a:pt x="240" y="147828"/>
                    <a:pt x="240" y="151047"/>
                  </a:cubicBezTo>
                  <a:cubicBezTo>
                    <a:pt x="240" y="158916"/>
                    <a:pt x="4866" y="158916"/>
                    <a:pt x="11626" y="158916"/>
                  </a:cubicBezTo>
                  <a:lnTo>
                    <a:pt x="146835" y="158916"/>
                  </a:lnTo>
                  <a:lnTo>
                    <a:pt x="153239" y="86665"/>
                  </a:lnTo>
                  <a:lnTo>
                    <a:pt x="136516" y="86665"/>
                  </a:lnTo>
                  <a:cubicBezTo>
                    <a:pt x="133314" y="122790"/>
                    <a:pt x="127621" y="144608"/>
                    <a:pt x="80654" y="144608"/>
                  </a:cubicBezTo>
                  <a:lnTo>
                    <a:pt x="50054" y="144608"/>
                  </a:lnTo>
                  <a:lnTo>
                    <a:pt x="148614" y="15487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8AD7D1E8-A80E-9B89-B3BE-CDDEB082D4F7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0918277" y="6027125"/>
              <a:ext cx="64757" cy="250124"/>
            </a:xfrm>
            <a:custGeom>
              <a:avLst/>
              <a:gdLst>
                <a:gd name="connsiteX0" fmla="*/ 60022 w 64757"/>
                <a:gd name="connsiteY0" fmla="*/ 102 h 250124"/>
                <a:gd name="connsiteX1" fmla="*/ 245 w 64757"/>
                <a:gd name="connsiteY1" fmla="*/ 125039 h 250124"/>
                <a:gd name="connsiteX2" fmla="*/ 60022 w 64757"/>
                <a:gd name="connsiteY2" fmla="*/ 250227 h 250124"/>
                <a:gd name="connsiteX3" fmla="*/ 65003 w 64757"/>
                <a:gd name="connsiteY3" fmla="*/ 247222 h 250124"/>
                <a:gd name="connsiteX4" fmla="*/ 62513 w 64757"/>
                <a:gd name="connsiteY4" fmla="*/ 243467 h 250124"/>
                <a:gd name="connsiteX5" fmla="*/ 17182 w 64757"/>
                <a:gd name="connsiteY5" fmla="*/ 125290 h 250124"/>
                <a:gd name="connsiteX6" fmla="*/ 63260 w 64757"/>
                <a:gd name="connsiteY6" fmla="*/ 6111 h 250124"/>
                <a:gd name="connsiteX7" fmla="*/ 65003 w 64757"/>
                <a:gd name="connsiteY7" fmla="*/ 3107 h 250124"/>
                <a:gd name="connsiteX8" fmla="*/ 60022 w 64757"/>
                <a:gd name="connsiteY8" fmla="*/ 102 h 250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757" h="250124">
                  <a:moveTo>
                    <a:pt x="60022" y="102"/>
                  </a:moveTo>
                  <a:cubicBezTo>
                    <a:pt x="12699" y="33653"/>
                    <a:pt x="245" y="86732"/>
                    <a:pt x="245" y="125039"/>
                  </a:cubicBezTo>
                  <a:cubicBezTo>
                    <a:pt x="245" y="160342"/>
                    <a:pt x="10706" y="215174"/>
                    <a:pt x="60022" y="250227"/>
                  </a:cubicBezTo>
                  <a:cubicBezTo>
                    <a:pt x="62014" y="250227"/>
                    <a:pt x="65003" y="250227"/>
                    <a:pt x="65003" y="247222"/>
                  </a:cubicBezTo>
                  <a:cubicBezTo>
                    <a:pt x="65003" y="245720"/>
                    <a:pt x="64256" y="245219"/>
                    <a:pt x="62513" y="243467"/>
                  </a:cubicBezTo>
                  <a:cubicBezTo>
                    <a:pt x="29386" y="213422"/>
                    <a:pt x="17182" y="170858"/>
                    <a:pt x="17182" y="125290"/>
                  </a:cubicBezTo>
                  <a:cubicBezTo>
                    <a:pt x="17182" y="57689"/>
                    <a:pt x="42836" y="24639"/>
                    <a:pt x="63260" y="6111"/>
                  </a:cubicBezTo>
                  <a:cubicBezTo>
                    <a:pt x="64256" y="5110"/>
                    <a:pt x="65003" y="4359"/>
                    <a:pt x="65003" y="3107"/>
                  </a:cubicBezTo>
                  <a:cubicBezTo>
                    <a:pt x="65003" y="102"/>
                    <a:pt x="62014" y="102"/>
                    <a:pt x="60022" y="102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D518302-2E2B-FCFD-C1D4-A96F3B04FAA6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1027975" y="6048657"/>
              <a:ext cx="90660" cy="166248"/>
            </a:xfrm>
            <a:custGeom>
              <a:avLst/>
              <a:gdLst>
                <a:gd name="connsiteX0" fmla="*/ 56538 w 90660"/>
                <a:gd name="connsiteY0" fmla="*/ 7113 h 166248"/>
                <a:gd name="connsiteX1" fmla="*/ 49066 w 90660"/>
                <a:gd name="connsiteY1" fmla="*/ 102 h 166248"/>
                <a:gd name="connsiteX2" fmla="*/ 249 w 90660"/>
                <a:gd name="connsiteY2" fmla="*/ 16126 h 166248"/>
                <a:gd name="connsiteX3" fmla="*/ 249 w 90660"/>
                <a:gd name="connsiteY3" fmla="*/ 25140 h 166248"/>
                <a:gd name="connsiteX4" fmla="*/ 36363 w 90660"/>
                <a:gd name="connsiteY4" fmla="*/ 18129 h 166248"/>
                <a:gd name="connsiteX5" fmla="*/ 36363 w 90660"/>
                <a:gd name="connsiteY5" fmla="*/ 145820 h 166248"/>
                <a:gd name="connsiteX6" fmla="*/ 11457 w 90660"/>
                <a:gd name="connsiteY6" fmla="*/ 157338 h 166248"/>
                <a:gd name="connsiteX7" fmla="*/ 1992 w 90660"/>
                <a:gd name="connsiteY7" fmla="*/ 157338 h 166248"/>
                <a:gd name="connsiteX8" fmla="*/ 1992 w 90660"/>
                <a:gd name="connsiteY8" fmla="*/ 166351 h 166248"/>
                <a:gd name="connsiteX9" fmla="*/ 46326 w 90660"/>
                <a:gd name="connsiteY9" fmla="*/ 165350 h 166248"/>
                <a:gd name="connsiteX10" fmla="*/ 90909 w 90660"/>
                <a:gd name="connsiteY10" fmla="*/ 166351 h 166248"/>
                <a:gd name="connsiteX11" fmla="*/ 90909 w 90660"/>
                <a:gd name="connsiteY11" fmla="*/ 157338 h 166248"/>
                <a:gd name="connsiteX12" fmla="*/ 81445 w 90660"/>
                <a:gd name="connsiteY12" fmla="*/ 157338 h 166248"/>
                <a:gd name="connsiteX13" fmla="*/ 56538 w 90660"/>
                <a:gd name="connsiteY13" fmla="*/ 145820 h 166248"/>
                <a:gd name="connsiteX14" fmla="*/ 56538 w 90660"/>
                <a:gd name="connsiteY14" fmla="*/ 7113 h 166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660" h="166248">
                  <a:moveTo>
                    <a:pt x="56538" y="7113"/>
                  </a:moveTo>
                  <a:cubicBezTo>
                    <a:pt x="56538" y="353"/>
                    <a:pt x="56040" y="102"/>
                    <a:pt x="49066" y="102"/>
                  </a:cubicBezTo>
                  <a:cubicBezTo>
                    <a:pt x="33126" y="15876"/>
                    <a:pt x="10460" y="16126"/>
                    <a:pt x="249" y="16126"/>
                  </a:cubicBezTo>
                  <a:lnTo>
                    <a:pt x="249" y="25140"/>
                  </a:lnTo>
                  <a:cubicBezTo>
                    <a:pt x="6226" y="25140"/>
                    <a:pt x="22665" y="25140"/>
                    <a:pt x="36363" y="18129"/>
                  </a:cubicBezTo>
                  <a:lnTo>
                    <a:pt x="36363" y="145820"/>
                  </a:lnTo>
                  <a:cubicBezTo>
                    <a:pt x="36363" y="154083"/>
                    <a:pt x="36363" y="157338"/>
                    <a:pt x="11457" y="157338"/>
                  </a:cubicBezTo>
                  <a:lnTo>
                    <a:pt x="1992" y="157338"/>
                  </a:lnTo>
                  <a:lnTo>
                    <a:pt x="1992" y="166351"/>
                  </a:lnTo>
                  <a:cubicBezTo>
                    <a:pt x="6475" y="166101"/>
                    <a:pt x="37111" y="165350"/>
                    <a:pt x="46326" y="165350"/>
                  </a:cubicBezTo>
                  <a:cubicBezTo>
                    <a:pt x="54047" y="165350"/>
                    <a:pt x="85430" y="166101"/>
                    <a:pt x="90909" y="166351"/>
                  </a:cubicBezTo>
                  <a:lnTo>
                    <a:pt x="90909" y="157338"/>
                  </a:lnTo>
                  <a:lnTo>
                    <a:pt x="81445" y="157338"/>
                  </a:lnTo>
                  <a:cubicBezTo>
                    <a:pt x="56538" y="157338"/>
                    <a:pt x="56538" y="154083"/>
                    <a:pt x="56538" y="145820"/>
                  </a:cubicBezTo>
                  <a:lnTo>
                    <a:pt x="56538" y="7113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BD7A44C-F165-F86A-8D3D-4CEBEBCA56EA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1160341" y="6027125"/>
              <a:ext cx="64508" cy="250124"/>
            </a:xfrm>
            <a:custGeom>
              <a:avLst/>
              <a:gdLst>
                <a:gd name="connsiteX0" fmla="*/ 4985 w 64508"/>
                <a:gd name="connsiteY0" fmla="*/ 102 h 250124"/>
                <a:gd name="connsiteX1" fmla="*/ 253 w 64508"/>
                <a:gd name="connsiteY1" fmla="*/ 3107 h 250124"/>
                <a:gd name="connsiteX2" fmla="*/ 2494 w 64508"/>
                <a:gd name="connsiteY2" fmla="*/ 6863 h 250124"/>
                <a:gd name="connsiteX3" fmla="*/ 47825 w 64508"/>
                <a:gd name="connsiteY3" fmla="*/ 125039 h 250124"/>
                <a:gd name="connsiteX4" fmla="*/ 4736 w 64508"/>
                <a:gd name="connsiteY4" fmla="*/ 241464 h 250124"/>
                <a:gd name="connsiteX5" fmla="*/ 253 w 64508"/>
                <a:gd name="connsiteY5" fmla="*/ 247222 h 250124"/>
                <a:gd name="connsiteX6" fmla="*/ 3490 w 64508"/>
                <a:gd name="connsiteY6" fmla="*/ 250227 h 250124"/>
                <a:gd name="connsiteX7" fmla="*/ 46579 w 64508"/>
                <a:gd name="connsiteY7" fmla="*/ 202405 h 250124"/>
                <a:gd name="connsiteX8" fmla="*/ 64761 w 64508"/>
                <a:gd name="connsiteY8" fmla="*/ 125290 h 250124"/>
                <a:gd name="connsiteX9" fmla="*/ 4985 w 64508"/>
                <a:gd name="connsiteY9" fmla="*/ 102 h 250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08" h="250124">
                  <a:moveTo>
                    <a:pt x="4985" y="102"/>
                  </a:moveTo>
                  <a:cubicBezTo>
                    <a:pt x="3241" y="102"/>
                    <a:pt x="253" y="102"/>
                    <a:pt x="253" y="3107"/>
                  </a:cubicBezTo>
                  <a:cubicBezTo>
                    <a:pt x="253" y="4359"/>
                    <a:pt x="1000" y="5110"/>
                    <a:pt x="2494" y="6863"/>
                  </a:cubicBezTo>
                  <a:cubicBezTo>
                    <a:pt x="23914" y="26642"/>
                    <a:pt x="47825" y="60443"/>
                    <a:pt x="47825" y="125039"/>
                  </a:cubicBezTo>
                  <a:cubicBezTo>
                    <a:pt x="47825" y="177368"/>
                    <a:pt x="31635" y="216927"/>
                    <a:pt x="4736" y="241464"/>
                  </a:cubicBezTo>
                  <a:cubicBezTo>
                    <a:pt x="502" y="245720"/>
                    <a:pt x="253" y="245970"/>
                    <a:pt x="253" y="247222"/>
                  </a:cubicBezTo>
                  <a:cubicBezTo>
                    <a:pt x="253" y="248474"/>
                    <a:pt x="1000" y="250227"/>
                    <a:pt x="3490" y="250227"/>
                  </a:cubicBezTo>
                  <a:cubicBezTo>
                    <a:pt x="6479" y="250227"/>
                    <a:pt x="30141" y="233702"/>
                    <a:pt x="46579" y="202405"/>
                  </a:cubicBezTo>
                  <a:cubicBezTo>
                    <a:pt x="57538" y="181624"/>
                    <a:pt x="64761" y="154584"/>
                    <a:pt x="64761" y="125290"/>
                  </a:cubicBezTo>
                  <a:cubicBezTo>
                    <a:pt x="64761" y="89987"/>
                    <a:pt x="54300" y="35155"/>
                    <a:pt x="4985" y="102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BC002420-7E40-A885-2D4A-E5771A7E2EAD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1370632" y="6154062"/>
              <a:ext cx="236614" cy="238213"/>
            </a:xfrm>
            <a:custGeom>
              <a:avLst/>
              <a:gdLst>
                <a:gd name="connsiteX0" fmla="*/ 125860 w 236614"/>
                <a:gd name="connsiteY0" fmla="*/ 126367 h 238213"/>
                <a:gd name="connsiteX1" fmla="*/ 225131 w 236614"/>
                <a:gd name="connsiteY1" fmla="*/ 126367 h 238213"/>
                <a:gd name="connsiteX2" fmla="*/ 236873 w 236614"/>
                <a:gd name="connsiteY2" fmla="*/ 119213 h 238213"/>
                <a:gd name="connsiteX3" fmla="*/ 225131 w 236614"/>
                <a:gd name="connsiteY3" fmla="*/ 112060 h 238213"/>
                <a:gd name="connsiteX4" fmla="*/ 125860 w 236614"/>
                <a:gd name="connsiteY4" fmla="*/ 112060 h 238213"/>
                <a:gd name="connsiteX5" fmla="*/ 125860 w 236614"/>
                <a:gd name="connsiteY5" fmla="*/ 11910 h 238213"/>
                <a:gd name="connsiteX6" fmla="*/ 118744 w 236614"/>
                <a:gd name="connsiteY6" fmla="*/ 107 h 238213"/>
                <a:gd name="connsiteX7" fmla="*/ 111627 w 236614"/>
                <a:gd name="connsiteY7" fmla="*/ 11910 h 238213"/>
                <a:gd name="connsiteX8" fmla="*/ 111627 w 236614"/>
                <a:gd name="connsiteY8" fmla="*/ 112060 h 238213"/>
                <a:gd name="connsiteX9" fmla="*/ 12000 w 236614"/>
                <a:gd name="connsiteY9" fmla="*/ 112060 h 238213"/>
                <a:gd name="connsiteX10" fmla="*/ 258 w 236614"/>
                <a:gd name="connsiteY10" fmla="*/ 119213 h 238213"/>
                <a:gd name="connsiteX11" fmla="*/ 12000 w 236614"/>
                <a:gd name="connsiteY11" fmla="*/ 126367 h 238213"/>
                <a:gd name="connsiteX12" fmla="*/ 111627 w 236614"/>
                <a:gd name="connsiteY12" fmla="*/ 126367 h 238213"/>
                <a:gd name="connsiteX13" fmla="*/ 111627 w 236614"/>
                <a:gd name="connsiteY13" fmla="*/ 226517 h 238213"/>
                <a:gd name="connsiteX14" fmla="*/ 118744 w 236614"/>
                <a:gd name="connsiteY14" fmla="*/ 238320 h 238213"/>
                <a:gd name="connsiteX15" fmla="*/ 125860 w 236614"/>
                <a:gd name="connsiteY15" fmla="*/ 226517 h 238213"/>
                <a:gd name="connsiteX16" fmla="*/ 125860 w 236614"/>
                <a:gd name="connsiteY16" fmla="*/ 126367 h 238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6614" h="238213">
                  <a:moveTo>
                    <a:pt x="125860" y="126367"/>
                  </a:moveTo>
                  <a:lnTo>
                    <a:pt x="225131" y="126367"/>
                  </a:lnTo>
                  <a:cubicBezTo>
                    <a:pt x="230113" y="126367"/>
                    <a:pt x="236873" y="126367"/>
                    <a:pt x="236873" y="119213"/>
                  </a:cubicBezTo>
                  <a:cubicBezTo>
                    <a:pt x="236873" y="112060"/>
                    <a:pt x="230113" y="112060"/>
                    <a:pt x="225131" y="112060"/>
                  </a:cubicBezTo>
                  <a:lnTo>
                    <a:pt x="125860" y="112060"/>
                  </a:lnTo>
                  <a:lnTo>
                    <a:pt x="125860" y="11910"/>
                  </a:lnTo>
                  <a:cubicBezTo>
                    <a:pt x="125860" y="6902"/>
                    <a:pt x="125860" y="107"/>
                    <a:pt x="118744" y="107"/>
                  </a:cubicBezTo>
                  <a:cubicBezTo>
                    <a:pt x="111627" y="107"/>
                    <a:pt x="111627" y="6902"/>
                    <a:pt x="111627" y="11910"/>
                  </a:cubicBezTo>
                  <a:lnTo>
                    <a:pt x="111627" y="112060"/>
                  </a:lnTo>
                  <a:lnTo>
                    <a:pt x="12000" y="112060"/>
                  </a:lnTo>
                  <a:cubicBezTo>
                    <a:pt x="7019" y="112060"/>
                    <a:pt x="258" y="112060"/>
                    <a:pt x="258" y="119213"/>
                  </a:cubicBezTo>
                  <a:cubicBezTo>
                    <a:pt x="258" y="126367"/>
                    <a:pt x="7019" y="126367"/>
                    <a:pt x="12000" y="126367"/>
                  </a:cubicBezTo>
                  <a:lnTo>
                    <a:pt x="111627" y="126367"/>
                  </a:lnTo>
                  <a:lnTo>
                    <a:pt x="111627" y="226517"/>
                  </a:lnTo>
                  <a:cubicBezTo>
                    <a:pt x="111627" y="231524"/>
                    <a:pt x="111627" y="238320"/>
                    <a:pt x="118744" y="238320"/>
                  </a:cubicBezTo>
                  <a:cubicBezTo>
                    <a:pt x="125860" y="238320"/>
                    <a:pt x="125860" y="231524"/>
                    <a:pt x="125860" y="226517"/>
                  </a:cubicBezTo>
                  <a:lnTo>
                    <a:pt x="125860" y="126367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E584934D-B64B-C400-5656-FF577803493A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1719683" y="6114360"/>
              <a:ext cx="200321" cy="250374"/>
            </a:xfrm>
            <a:custGeom>
              <a:avLst/>
              <a:gdLst>
                <a:gd name="connsiteX0" fmla="*/ 63247 w 200321"/>
                <a:gd name="connsiteY0" fmla="*/ 104906 h 250374"/>
                <a:gd name="connsiteX1" fmla="*/ 63247 w 200321"/>
                <a:gd name="connsiteY1" fmla="*/ 107 h 250374"/>
                <a:gd name="connsiteX2" fmla="*/ 268 w 200321"/>
                <a:gd name="connsiteY2" fmla="*/ 2968 h 250374"/>
                <a:gd name="connsiteX3" fmla="*/ 268 w 200321"/>
                <a:gd name="connsiteY3" fmla="*/ 19779 h 250374"/>
                <a:gd name="connsiteX4" fmla="*/ 24819 w 200321"/>
                <a:gd name="connsiteY4" fmla="*/ 33728 h 250374"/>
                <a:gd name="connsiteX5" fmla="*/ 24819 w 200321"/>
                <a:gd name="connsiteY5" fmla="*/ 248335 h 250374"/>
                <a:gd name="connsiteX6" fmla="*/ 41542 w 200321"/>
                <a:gd name="connsiteY6" fmla="*/ 248335 h 250374"/>
                <a:gd name="connsiteX7" fmla="*/ 58977 w 200321"/>
                <a:gd name="connsiteY7" fmla="*/ 228305 h 250374"/>
                <a:gd name="connsiteX8" fmla="*/ 110926 w 200321"/>
                <a:gd name="connsiteY8" fmla="*/ 250481 h 250374"/>
                <a:gd name="connsiteX9" fmla="*/ 200590 w 200321"/>
                <a:gd name="connsiteY9" fmla="*/ 168573 h 250374"/>
                <a:gd name="connsiteX10" fmla="*/ 115551 w 200321"/>
                <a:gd name="connsiteY10" fmla="*/ 87380 h 250374"/>
                <a:gd name="connsiteX11" fmla="*/ 63247 w 200321"/>
                <a:gd name="connsiteY11" fmla="*/ 104906 h 250374"/>
                <a:gd name="connsiteX12" fmla="*/ 65382 w 200321"/>
                <a:gd name="connsiteY12" fmla="*/ 212925 h 250374"/>
                <a:gd name="connsiteX13" fmla="*/ 65382 w 200321"/>
                <a:gd name="connsiteY13" fmla="*/ 123148 h 250374"/>
                <a:gd name="connsiteX14" fmla="*/ 111637 w 200321"/>
                <a:gd name="connsiteY14" fmla="*/ 100256 h 250374"/>
                <a:gd name="connsiteX15" fmla="*/ 155046 w 200321"/>
                <a:gd name="connsiteY15" fmla="*/ 168573 h 250374"/>
                <a:gd name="connsiteX16" fmla="*/ 145795 w 200321"/>
                <a:gd name="connsiteY16" fmla="*/ 219006 h 250374"/>
                <a:gd name="connsiteX17" fmla="*/ 107723 w 200321"/>
                <a:gd name="connsiteY17" fmla="*/ 237605 h 250374"/>
                <a:gd name="connsiteX18" fmla="*/ 65382 w 200321"/>
                <a:gd name="connsiteY18" fmla="*/ 212925 h 250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00321" h="250374">
                  <a:moveTo>
                    <a:pt x="63247" y="104906"/>
                  </a:moveTo>
                  <a:lnTo>
                    <a:pt x="63247" y="107"/>
                  </a:lnTo>
                  <a:lnTo>
                    <a:pt x="268" y="2968"/>
                  </a:lnTo>
                  <a:lnTo>
                    <a:pt x="268" y="19779"/>
                  </a:lnTo>
                  <a:cubicBezTo>
                    <a:pt x="22329" y="19779"/>
                    <a:pt x="24819" y="19779"/>
                    <a:pt x="24819" y="33728"/>
                  </a:cubicBezTo>
                  <a:lnTo>
                    <a:pt x="24819" y="248335"/>
                  </a:lnTo>
                  <a:lnTo>
                    <a:pt x="41542" y="248335"/>
                  </a:lnTo>
                  <a:lnTo>
                    <a:pt x="58977" y="228305"/>
                  </a:lnTo>
                  <a:cubicBezTo>
                    <a:pt x="61824" y="231167"/>
                    <a:pt x="79259" y="250481"/>
                    <a:pt x="110926" y="250481"/>
                  </a:cubicBezTo>
                  <a:cubicBezTo>
                    <a:pt x="163942" y="250481"/>
                    <a:pt x="200590" y="218290"/>
                    <a:pt x="200590" y="168573"/>
                  </a:cubicBezTo>
                  <a:cubicBezTo>
                    <a:pt x="200590" y="121002"/>
                    <a:pt x="167144" y="87380"/>
                    <a:pt x="115551" y="87380"/>
                  </a:cubicBezTo>
                  <a:cubicBezTo>
                    <a:pt x="89577" y="87380"/>
                    <a:pt x="71786" y="97753"/>
                    <a:pt x="63247" y="104906"/>
                  </a:cubicBezTo>
                  <a:close/>
                  <a:moveTo>
                    <a:pt x="65382" y="212925"/>
                  </a:moveTo>
                  <a:lnTo>
                    <a:pt x="65382" y="123148"/>
                  </a:lnTo>
                  <a:cubicBezTo>
                    <a:pt x="74989" y="110629"/>
                    <a:pt x="92068" y="100256"/>
                    <a:pt x="111637" y="100256"/>
                  </a:cubicBezTo>
                  <a:cubicBezTo>
                    <a:pt x="155046" y="100256"/>
                    <a:pt x="155046" y="143535"/>
                    <a:pt x="155046" y="168573"/>
                  </a:cubicBezTo>
                  <a:cubicBezTo>
                    <a:pt x="155046" y="185384"/>
                    <a:pt x="155046" y="205056"/>
                    <a:pt x="145795" y="219006"/>
                  </a:cubicBezTo>
                  <a:cubicBezTo>
                    <a:pt x="135477" y="233670"/>
                    <a:pt x="119109" y="237605"/>
                    <a:pt x="107723" y="237605"/>
                  </a:cubicBezTo>
                  <a:cubicBezTo>
                    <a:pt x="82817" y="237605"/>
                    <a:pt x="68940" y="218290"/>
                    <a:pt x="65382" y="212925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0D288781-95CF-2C4B-E054-2BFBF4A708DB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1962483" y="6027125"/>
              <a:ext cx="64757" cy="250124"/>
            </a:xfrm>
            <a:custGeom>
              <a:avLst/>
              <a:gdLst>
                <a:gd name="connsiteX0" fmla="*/ 60051 w 64757"/>
                <a:gd name="connsiteY0" fmla="*/ 102 h 250124"/>
                <a:gd name="connsiteX1" fmla="*/ 275 w 64757"/>
                <a:gd name="connsiteY1" fmla="*/ 125039 h 250124"/>
                <a:gd name="connsiteX2" fmla="*/ 60051 w 64757"/>
                <a:gd name="connsiteY2" fmla="*/ 250227 h 250124"/>
                <a:gd name="connsiteX3" fmla="*/ 65032 w 64757"/>
                <a:gd name="connsiteY3" fmla="*/ 247222 h 250124"/>
                <a:gd name="connsiteX4" fmla="*/ 62542 w 64757"/>
                <a:gd name="connsiteY4" fmla="*/ 243467 h 250124"/>
                <a:gd name="connsiteX5" fmla="*/ 17211 w 64757"/>
                <a:gd name="connsiteY5" fmla="*/ 125290 h 250124"/>
                <a:gd name="connsiteX6" fmla="*/ 63289 w 64757"/>
                <a:gd name="connsiteY6" fmla="*/ 6111 h 250124"/>
                <a:gd name="connsiteX7" fmla="*/ 65032 w 64757"/>
                <a:gd name="connsiteY7" fmla="*/ 3107 h 250124"/>
                <a:gd name="connsiteX8" fmla="*/ 60051 w 64757"/>
                <a:gd name="connsiteY8" fmla="*/ 102 h 250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757" h="250124">
                  <a:moveTo>
                    <a:pt x="60051" y="102"/>
                  </a:moveTo>
                  <a:cubicBezTo>
                    <a:pt x="12728" y="33653"/>
                    <a:pt x="275" y="86732"/>
                    <a:pt x="275" y="125039"/>
                  </a:cubicBezTo>
                  <a:cubicBezTo>
                    <a:pt x="275" y="160342"/>
                    <a:pt x="10736" y="215174"/>
                    <a:pt x="60051" y="250227"/>
                  </a:cubicBezTo>
                  <a:cubicBezTo>
                    <a:pt x="62044" y="250227"/>
                    <a:pt x="65032" y="250227"/>
                    <a:pt x="65032" y="247222"/>
                  </a:cubicBezTo>
                  <a:cubicBezTo>
                    <a:pt x="65032" y="245720"/>
                    <a:pt x="64285" y="245219"/>
                    <a:pt x="62542" y="243467"/>
                  </a:cubicBezTo>
                  <a:cubicBezTo>
                    <a:pt x="29416" y="213422"/>
                    <a:pt x="17211" y="170858"/>
                    <a:pt x="17211" y="125290"/>
                  </a:cubicBezTo>
                  <a:cubicBezTo>
                    <a:pt x="17211" y="57689"/>
                    <a:pt x="42865" y="24639"/>
                    <a:pt x="63289" y="6111"/>
                  </a:cubicBezTo>
                  <a:cubicBezTo>
                    <a:pt x="64285" y="5110"/>
                    <a:pt x="65032" y="4359"/>
                    <a:pt x="65032" y="3107"/>
                  </a:cubicBezTo>
                  <a:cubicBezTo>
                    <a:pt x="65032" y="102"/>
                    <a:pt x="62044" y="102"/>
                    <a:pt x="60051" y="102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6701CED-DAA6-98B8-C6AD-E5484C2DD19A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2072181" y="6048657"/>
              <a:ext cx="90660" cy="166248"/>
            </a:xfrm>
            <a:custGeom>
              <a:avLst/>
              <a:gdLst>
                <a:gd name="connsiteX0" fmla="*/ 56567 w 90660"/>
                <a:gd name="connsiteY0" fmla="*/ 7113 h 166248"/>
                <a:gd name="connsiteX1" fmla="*/ 49095 w 90660"/>
                <a:gd name="connsiteY1" fmla="*/ 102 h 166248"/>
                <a:gd name="connsiteX2" fmla="*/ 278 w 90660"/>
                <a:gd name="connsiteY2" fmla="*/ 16126 h 166248"/>
                <a:gd name="connsiteX3" fmla="*/ 278 w 90660"/>
                <a:gd name="connsiteY3" fmla="*/ 25140 h 166248"/>
                <a:gd name="connsiteX4" fmla="*/ 36393 w 90660"/>
                <a:gd name="connsiteY4" fmla="*/ 18129 h 166248"/>
                <a:gd name="connsiteX5" fmla="*/ 36393 w 90660"/>
                <a:gd name="connsiteY5" fmla="*/ 145820 h 166248"/>
                <a:gd name="connsiteX6" fmla="*/ 11486 w 90660"/>
                <a:gd name="connsiteY6" fmla="*/ 157338 h 166248"/>
                <a:gd name="connsiteX7" fmla="*/ 2021 w 90660"/>
                <a:gd name="connsiteY7" fmla="*/ 157338 h 166248"/>
                <a:gd name="connsiteX8" fmla="*/ 2021 w 90660"/>
                <a:gd name="connsiteY8" fmla="*/ 166351 h 166248"/>
                <a:gd name="connsiteX9" fmla="*/ 46355 w 90660"/>
                <a:gd name="connsiteY9" fmla="*/ 165350 h 166248"/>
                <a:gd name="connsiteX10" fmla="*/ 90939 w 90660"/>
                <a:gd name="connsiteY10" fmla="*/ 166351 h 166248"/>
                <a:gd name="connsiteX11" fmla="*/ 90939 w 90660"/>
                <a:gd name="connsiteY11" fmla="*/ 157338 h 166248"/>
                <a:gd name="connsiteX12" fmla="*/ 81474 w 90660"/>
                <a:gd name="connsiteY12" fmla="*/ 157338 h 166248"/>
                <a:gd name="connsiteX13" fmla="*/ 56567 w 90660"/>
                <a:gd name="connsiteY13" fmla="*/ 145820 h 166248"/>
                <a:gd name="connsiteX14" fmla="*/ 56567 w 90660"/>
                <a:gd name="connsiteY14" fmla="*/ 7113 h 166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660" h="166248">
                  <a:moveTo>
                    <a:pt x="56567" y="7113"/>
                  </a:moveTo>
                  <a:cubicBezTo>
                    <a:pt x="56567" y="353"/>
                    <a:pt x="56069" y="102"/>
                    <a:pt x="49095" y="102"/>
                  </a:cubicBezTo>
                  <a:cubicBezTo>
                    <a:pt x="33155" y="15876"/>
                    <a:pt x="10490" y="16126"/>
                    <a:pt x="278" y="16126"/>
                  </a:cubicBezTo>
                  <a:lnTo>
                    <a:pt x="278" y="25140"/>
                  </a:lnTo>
                  <a:cubicBezTo>
                    <a:pt x="6255" y="25140"/>
                    <a:pt x="22694" y="25140"/>
                    <a:pt x="36393" y="18129"/>
                  </a:cubicBezTo>
                  <a:lnTo>
                    <a:pt x="36393" y="145820"/>
                  </a:lnTo>
                  <a:cubicBezTo>
                    <a:pt x="36393" y="154083"/>
                    <a:pt x="36393" y="157338"/>
                    <a:pt x="11486" y="157338"/>
                  </a:cubicBezTo>
                  <a:lnTo>
                    <a:pt x="2021" y="157338"/>
                  </a:lnTo>
                  <a:lnTo>
                    <a:pt x="2021" y="166351"/>
                  </a:lnTo>
                  <a:cubicBezTo>
                    <a:pt x="6505" y="166101"/>
                    <a:pt x="37140" y="165350"/>
                    <a:pt x="46355" y="165350"/>
                  </a:cubicBezTo>
                  <a:cubicBezTo>
                    <a:pt x="54077" y="165350"/>
                    <a:pt x="85459" y="166101"/>
                    <a:pt x="90939" y="166351"/>
                  </a:cubicBezTo>
                  <a:lnTo>
                    <a:pt x="90939" y="157338"/>
                  </a:lnTo>
                  <a:lnTo>
                    <a:pt x="81474" y="157338"/>
                  </a:lnTo>
                  <a:cubicBezTo>
                    <a:pt x="56567" y="157338"/>
                    <a:pt x="56567" y="154083"/>
                    <a:pt x="56567" y="145820"/>
                  </a:cubicBezTo>
                  <a:lnTo>
                    <a:pt x="56567" y="7113"/>
                  </a:ln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2FE1D382-F8A5-139D-96B2-624E175AEB17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2204547" y="6027125"/>
              <a:ext cx="64508" cy="250124"/>
            </a:xfrm>
            <a:custGeom>
              <a:avLst/>
              <a:gdLst>
                <a:gd name="connsiteX0" fmla="*/ 5014 w 64508"/>
                <a:gd name="connsiteY0" fmla="*/ 102 h 250124"/>
                <a:gd name="connsiteX1" fmla="*/ 282 w 64508"/>
                <a:gd name="connsiteY1" fmla="*/ 3107 h 250124"/>
                <a:gd name="connsiteX2" fmla="*/ 2523 w 64508"/>
                <a:gd name="connsiteY2" fmla="*/ 6863 h 250124"/>
                <a:gd name="connsiteX3" fmla="*/ 47854 w 64508"/>
                <a:gd name="connsiteY3" fmla="*/ 125039 h 250124"/>
                <a:gd name="connsiteX4" fmla="*/ 4765 w 64508"/>
                <a:gd name="connsiteY4" fmla="*/ 241464 h 250124"/>
                <a:gd name="connsiteX5" fmla="*/ 282 w 64508"/>
                <a:gd name="connsiteY5" fmla="*/ 247222 h 250124"/>
                <a:gd name="connsiteX6" fmla="*/ 3520 w 64508"/>
                <a:gd name="connsiteY6" fmla="*/ 250227 h 250124"/>
                <a:gd name="connsiteX7" fmla="*/ 46608 w 64508"/>
                <a:gd name="connsiteY7" fmla="*/ 202405 h 250124"/>
                <a:gd name="connsiteX8" fmla="*/ 64790 w 64508"/>
                <a:gd name="connsiteY8" fmla="*/ 125290 h 250124"/>
                <a:gd name="connsiteX9" fmla="*/ 5014 w 64508"/>
                <a:gd name="connsiteY9" fmla="*/ 102 h 250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08" h="250124">
                  <a:moveTo>
                    <a:pt x="5014" y="102"/>
                  </a:moveTo>
                  <a:cubicBezTo>
                    <a:pt x="3271" y="102"/>
                    <a:pt x="282" y="102"/>
                    <a:pt x="282" y="3107"/>
                  </a:cubicBezTo>
                  <a:cubicBezTo>
                    <a:pt x="282" y="4359"/>
                    <a:pt x="1029" y="5110"/>
                    <a:pt x="2523" y="6863"/>
                  </a:cubicBezTo>
                  <a:cubicBezTo>
                    <a:pt x="23943" y="26642"/>
                    <a:pt x="47854" y="60443"/>
                    <a:pt x="47854" y="125039"/>
                  </a:cubicBezTo>
                  <a:cubicBezTo>
                    <a:pt x="47854" y="177368"/>
                    <a:pt x="31664" y="216927"/>
                    <a:pt x="4765" y="241464"/>
                  </a:cubicBezTo>
                  <a:cubicBezTo>
                    <a:pt x="531" y="245720"/>
                    <a:pt x="282" y="245970"/>
                    <a:pt x="282" y="247222"/>
                  </a:cubicBezTo>
                  <a:cubicBezTo>
                    <a:pt x="282" y="248474"/>
                    <a:pt x="1029" y="250227"/>
                    <a:pt x="3520" y="250227"/>
                  </a:cubicBezTo>
                  <a:cubicBezTo>
                    <a:pt x="6508" y="250227"/>
                    <a:pt x="30170" y="233702"/>
                    <a:pt x="46608" y="202405"/>
                  </a:cubicBezTo>
                  <a:cubicBezTo>
                    <a:pt x="57567" y="181624"/>
                    <a:pt x="64790" y="154584"/>
                    <a:pt x="64790" y="125290"/>
                  </a:cubicBezTo>
                  <a:cubicBezTo>
                    <a:pt x="64790" y="89987"/>
                    <a:pt x="54330" y="35155"/>
                    <a:pt x="5014" y="102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686C0D3-8322-D820-92A8-2EEA8D52939E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2328655" y="5951255"/>
              <a:ext cx="135208" cy="643462"/>
            </a:xfrm>
            <a:custGeom>
              <a:avLst/>
              <a:gdLst>
                <a:gd name="connsiteX0" fmla="*/ 135494 w 135208"/>
                <a:gd name="connsiteY0" fmla="*/ 321648 h 643462"/>
                <a:gd name="connsiteX1" fmla="*/ 41560 w 135208"/>
                <a:gd name="connsiteY1" fmla="*/ 29425 h 643462"/>
                <a:gd name="connsiteX2" fmla="*/ 14874 w 135208"/>
                <a:gd name="connsiteY2" fmla="*/ 2242 h 643462"/>
                <a:gd name="connsiteX3" fmla="*/ 7046 w 135208"/>
                <a:gd name="connsiteY3" fmla="*/ 96 h 643462"/>
                <a:gd name="connsiteX4" fmla="*/ 285 w 135208"/>
                <a:gd name="connsiteY4" fmla="*/ 3672 h 643462"/>
                <a:gd name="connsiteX5" fmla="*/ 2420 w 135208"/>
                <a:gd name="connsiteY5" fmla="*/ 7249 h 643462"/>
                <a:gd name="connsiteX6" fmla="*/ 55792 w 135208"/>
                <a:gd name="connsiteY6" fmla="*/ 78785 h 643462"/>
                <a:gd name="connsiteX7" fmla="*/ 108452 w 135208"/>
                <a:gd name="connsiteY7" fmla="*/ 321648 h 643462"/>
                <a:gd name="connsiteX8" fmla="*/ 1709 w 135208"/>
                <a:gd name="connsiteY8" fmla="*/ 637120 h 643462"/>
                <a:gd name="connsiteX9" fmla="*/ 285 w 135208"/>
                <a:gd name="connsiteY9" fmla="*/ 639981 h 643462"/>
                <a:gd name="connsiteX10" fmla="*/ 7046 w 135208"/>
                <a:gd name="connsiteY10" fmla="*/ 643558 h 643462"/>
                <a:gd name="connsiteX11" fmla="*/ 15585 w 135208"/>
                <a:gd name="connsiteY11" fmla="*/ 640697 h 643462"/>
                <a:gd name="connsiteX12" fmla="*/ 112010 w 135208"/>
                <a:gd name="connsiteY12" fmla="*/ 486180 h 643462"/>
                <a:gd name="connsiteX13" fmla="*/ 135494 w 135208"/>
                <a:gd name="connsiteY13" fmla="*/ 321648 h 643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5208" h="643462">
                  <a:moveTo>
                    <a:pt x="135494" y="321648"/>
                  </a:moveTo>
                  <a:cubicBezTo>
                    <a:pt x="135494" y="218994"/>
                    <a:pt x="111654" y="109903"/>
                    <a:pt x="41560" y="29425"/>
                  </a:cubicBezTo>
                  <a:cubicBezTo>
                    <a:pt x="36578" y="23702"/>
                    <a:pt x="23413" y="9753"/>
                    <a:pt x="14874" y="2242"/>
                  </a:cubicBezTo>
                  <a:cubicBezTo>
                    <a:pt x="12383" y="96"/>
                    <a:pt x="11671" y="96"/>
                    <a:pt x="7046" y="96"/>
                  </a:cubicBezTo>
                  <a:cubicBezTo>
                    <a:pt x="3488" y="96"/>
                    <a:pt x="285" y="96"/>
                    <a:pt x="285" y="3672"/>
                  </a:cubicBezTo>
                  <a:cubicBezTo>
                    <a:pt x="285" y="5103"/>
                    <a:pt x="1709" y="6534"/>
                    <a:pt x="2420" y="7249"/>
                  </a:cubicBezTo>
                  <a:cubicBezTo>
                    <a:pt x="14518" y="19768"/>
                    <a:pt x="33732" y="39440"/>
                    <a:pt x="55792" y="78785"/>
                  </a:cubicBezTo>
                  <a:cubicBezTo>
                    <a:pt x="94220" y="147459"/>
                    <a:pt x="108452" y="235805"/>
                    <a:pt x="108452" y="321648"/>
                  </a:cubicBezTo>
                  <a:cubicBezTo>
                    <a:pt x="108452" y="476880"/>
                    <a:pt x="65755" y="571665"/>
                    <a:pt x="1709" y="637120"/>
                  </a:cubicBezTo>
                  <a:cubicBezTo>
                    <a:pt x="997" y="637835"/>
                    <a:pt x="285" y="638908"/>
                    <a:pt x="285" y="639981"/>
                  </a:cubicBezTo>
                  <a:cubicBezTo>
                    <a:pt x="285" y="643558"/>
                    <a:pt x="3488" y="643558"/>
                    <a:pt x="7046" y="643558"/>
                  </a:cubicBezTo>
                  <a:cubicBezTo>
                    <a:pt x="11671" y="643558"/>
                    <a:pt x="12383" y="643558"/>
                    <a:pt x="15585" y="640697"/>
                  </a:cubicBezTo>
                  <a:cubicBezTo>
                    <a:pt x="49387" y="611367"/>
                    <a:pt x="87459" y="561650"/>
                    <a:pt x="112010" y="486180"/>
                  </a:cubicBezTo>
                  <a:cubicBezTo>
                    <a:pt x="127666" y="437178"/>
                    <a:pt x="135494" y="379234"/>
                    <a:pt x="135494" y="321648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9AD6FB78-0331-E0EB-3BA3-C796C914DA5F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8583869" y="7000688"/>
              <a:ext cx="37716" cy="37913"/>
            </a:xfrm>
            <a:custGeom>
              <a:avLst/>
              <a:gdLst>
                <a:gd name="connsiteX0" fmla="*/ 37896 w 37716"/>
                <a:gd name="connsiteY0" fmla="*/ 19082 h 37913"/>
                <a:gd name="connsiteX1" fmla="*/ 19038 w 37716"/>
                <a:gd name="connsiteY1" fmla="*/ 125 h 37913"/>
                <a:gd name="connsiteX2" fmla="*/ 180 w 37716"/>
                <a:gd name="connsiteY2" fmla="*/ 19082 h 37913"/>
                <a:gd name="connsiteX3" fmla="*/ 19038 w 37716"/>
                <a:gd name="connsiteY3" fmla="*/ 38039 h 37913"/>
                <a:gd name="connsiteX4" fmla="*/ 37896 w 37716"/>
                <a:gd name="connsiteY4" fmla="*/ 19082 h 37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16" h="37913">
                  <a:moveTo>
                    <a:pt x="37896" y="19082"/>
                  </a:moveTo>
                  <a:cubicBezTo>
                    <a:pt x="37896" y="8710"/>
                    <a:pt x="29357" y="125"/>
                    <a:pt x="19038" y="125"/>
                  </a:cubicBezTo>
                  <a:cubicBezTo>
                    <a:pt x="8720" y="125"/>
                    <a:pt x="180" y="8710"/>
                    <a:pt x="180" y="19082"/>
                  </a:cubicBezTo>
                  <a:cubicBezTo>
                    <a:pt x="180" y="29455"/>
                    <a:pt x="8720" y="38039"/>
                    <a:pt x="19038" y="38039"/>
                  </a:cubicBezTo>
                  <a:cubicBezTo>
                    <a:pt x="29357" y="38039"/>
                    <a:pt x="37896" y="29455"/>
                    <a:pt x="37896" y="19082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57290DA5-1529-D186-EF30-DDDD81DA1665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8742007" y="7000688"/>
              <a:ext cx="37716" cy="37913"/>
            </a:xfrm>
            <a:custGeom>
              <a:avLst/>
              <a:gdLst>
                <a:gd name="connsiteX0" fmla="*/ 37901 w 37716"/>
                <a:gd name="connsiteY0" fmla="*/ 19082 h 37913"/>
                <a:gd name="connsiteX1" fmla="*/ 19043 w 37716"/>
                <a:gd name="connsiteY1" fmla="*/ 125 h 37913"/>
                <a:gd name="connsiteX2" fmla="*/ 184 w 37716"/>
                <a:gd name="connsiteY2" fmla="*/ 19082 h 37913"/>
                <a:gd name="connsiteX3" fmla="*/ 19043 w 37716"/>
                <a:gd name="connsiteY3" fmla="*/ 38039 h 37913"/>
                <a:gd name="connsiteX4" fmla="*/ 37901 w 37716"/>
                <a:gd name="connsiteY4" fmla="*/ 19082 h 37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16" h="37913">
                  <a:moveTo>
                    <a:pt x="37901" y="19082"/>
                  </a:moveTo>
                  <a:cubicBezTo>
                    <a:pt x="37901" y="8710"/>
                    <a:pt x="29361" y="125"/>
                    <a:pt x="19043" y="125"/>
                  </a:cubicBezTo>
                  <a:cubicBezTo>
                    <a:pt x="8724" y="125"/>
                    <a:pt x="184" y="8710"/>
                    <a:pt x="184" y="19082"/>
                  </a:cubicBezTo>
                  <a:cubicBezTo>
                    <a:pt x="184" y="29455"/>
                    <a:pt x="8724" y="38039"/>
                    <a:pt x="19043" y="38039"/>
                  </a:cubicBezTo>
                  <a:cubicBezTo>
                    <a:pt x="29361" y="38039"/>
                    <a:pt x="37901" y="29455"/>
                    <a:pt x="37901" y="19082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2E19DF59-F696-6E47-FB54-986F280D098D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8900144" y="7000688"/>
              <a:ext cx="37716" cy="37913"/>
            </a:xfrm>
            <a:custGeom>
              <a:avLst/>
              <a:gdLst>
                <a:gd name="connsiteX0" fmla="*/ 37905 w 37716"/>
                <a:gd name="connsiteY0" fmla="*/ 19082 h 37913"/>
                <a:gd name="connsiteX1" fmla="*/ 19047 w 37716"/>
                <a:gd name="connsiteY1" fmla="*/ 125 h 37913"/>
                <a:gd name="connsiteX2" fmla="*/ 189 w 37716"/>
                <a:gd name="connsiteY2" fmla="*/ 19082 h 37913"/>
                <a:gd name="connsiteX3" fmla="*/ 19047 w 37716"/>
                <a:gd name="connsiteY3" fmla="*/ 38039 h 37913"/>
                <a:gd name="connsiteX4" fmla="*/ 37905 w 37716"/>
                <a:gd name="connsiteY4" fmla="*/ 19082 h 37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16" h="37913">
                  <a:moveTo>
                    <a:pt x="37905" y="19082"/>
                  </a:moveTo>
                  <a:cubicBezTo>
                    <a:pt x="37905" y="8710"/>
                    <a:pt x="29365" y="125"/>
                    <a:pt x="19047" y="125"/>
                  </a:cubicBezTo>
                  <a:cubicBezTo>
                    <a:pt x="8728" y="125"/>
                    <a:pt x="189" y="8710"/>
                    <a:pt x="189" y="19082"/>
                  </a:cubicBezTo>
                  <a:cubicBezTo>
                    <a:pt x="189" y="29455"/>
                    <a:pt x="8728" y="38039"/>
                    <a:pt x="19047" y="38039"/>
                  </a:cubicBezTo>
                  <a:cubicBezTo>
                    <a:pt x="29365" y="38039"/>
                    <a:pt x="37905" y="29455"/>
                    <a:pt x="37905" y="19082"/>
                  </a:cubicBezTo>
                  <a:close/>
                </a:path>
              </a:pathLst>
            </a:custGeom>
            <a:solidFill>
              <a:srgbClr val="000000"/>
            </a:solidFill>
            <a:ln w="355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131297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6939-2983-3750-47A3-78CBBE613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This Lecture: Common Neural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59C74-AB68-2A85-1DA4-2A544BB6D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Convolutional neural networks</a:t>
            </a:r>
          </a:p>
          <a:p>
            <a:r>
              <a:rPr lang="en-CA" dirty="0"/>
              <a:t>Recurrent neural networks</a:t>
            </a:r>
          </a:p>
          <a:p>
            <a:r>
              <a:rPr lang="en-CA" dirty="0"/>
              <a:t>Recursive neural networks</a:t>
            </a:r>
          </a:p>
          <a:p>
            <a:r>
              <a:rPr lang="en-CA" dirty="0"/>
              <a:t>Transformers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0E088-0C13-CC7D-7708-9D75D3548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8834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17A65-91BA-9D23-599F-3E2AF104E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Convolutional Neural Networks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AF31F-FAF7-3722-77B5-3D0C2FE4D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Introduced for vision tasks; also used in NLP to extract feature vectors.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EC0C54-EABC-367D-7A23-5428A5D9F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4</a:t>
            </a:fld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B081B7-40C3-8360-97C0-418361E0D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947" y="2537813"/>
            <a:ext cx="10268107" cy="300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0385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DA2B3-6A7F-604E-56D2-C7F489A1E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Convolutional Neural Networks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347674-BEEA-A811-1B3C-6494A3465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5</a:t>
            </a:fld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9909F3-68BE-929B-D6A2-8FB8CBCFA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00" y="1783364"/>
            <a:ext cx="10800000" cy="342430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A44EF87-6BCE-3CF2-D93A-81D212A3056D}"/>
                  </a:ext>
                </a:extLst>
              </p:cNvPr>
              <p:cNvSpPr txBox="1"/>
              <p:nvPr/>
            </p:nvSpPr>
            <p:spPr>
              <a:xfrm>
                <a:off x="4526280" y="4539759"/>
                <a:ext cx="47752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800" i="1" dirty="0" smtClean="0">
                          <a:latin typeface="Cambria Math" panose="02040503050406030204" pitchFamily="18" charset="0"/>
                        </a:rPr>
                        <m:t>1+3+5+6+7+9 = 31</m:t>
                      </m:r>
                    </m:oMath>
                  </m:oMathPara>
                </a14:m>
                <a:endParaRPr lang="en-CA" sz="28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A44EF87-6BCE-3CF2-D93A-81D212A305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6280" y="4539759"/>
                <a:ext cx="477520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7509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3B1D1-F34D-E634-673C-E2E83D19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From 2D to 1D: Overview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7CD10-27DC-EF24-DC31-95A35500B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6</a:t>
            </a:fld>
            <a:endParaRPr lang="en-CA"/>
          </a:p>
        </p:txBody>
      </p:sp>
      <p:pic>
        <p:nvPicPr>
          <p:cNvPr id="5" name="Picture 2" descr="Model architecture of CNN for sentence classification">
            <a:extLst>
              <a:ext uri="{FF2B5EF4-FFF2-40B4-BE49-F238E27FC236}">
                <a16:creationId xmlns:a16="http://schemas.microsoft.com/office/drawing/2014/main" id="{4FFB7F43-6732-AC77-8DED-C00C3DEB323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011" y="1325563"/>
            <a:ext cx="11265978" cy="503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39622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AD658-052C-4C71-4674-D6C1F21F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Kernel/Filter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F14BC-E9F7-42F0-0315-1A92364F7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7</a:t>
            </a:fld>
            <a:endParaRPr lang="en-CA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B24CB60-BD41-8F71-D579-0D29FD3C24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CA" dirty="0"/>
              <a:t>Start from word embeddings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Take dot product between filter and (stretched) word embeddings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AC6B1FD-9447-4D54-5312-36C860209DB3}"/>
              </a:ext>
            </a:extLst>
          </p:cNvPr>
          <p:cNvGrpSpPr/>
          <p:nvPr/>
        </p:nvGrpSpPr>
        <p:grpSpPr>
          <a:xfrm>
            <a:off x="1508760" y="3571240"/>
            <a:ext cx="1676400" cy="381000"/>
            <a:chOff x="1625786" y="5534582"/>
            <a:chExt cx="1676400" cy="381000"/>
          </a:xfrm>
        </p:grpSpPr>
        <p:sp>
          <p:nvSpPr>
            <p:cNvPr id="7" name="Rounded Rectangle 7 1">
              <a:extLst>
                <a:ext uri="{FF2B5EF4-FFF2-40B4-BE49-F238E27FC236}">
                  <a16:creationId xmlns:a16="http://schemas.microsoft.com/office/drawing/2014/main" id="{63B49206-AF96-EFFA-4DCE-FC1C35AE6F06}"/>
                </a:ext>
              </a:extLst>
            </p:cNvPr>
            <p:cNvSpPr/>
            <p:nvPr/>
          </p:nvSpPr>
          <p:spPr>
            <a:xfrm rot="5400000">
              <a:off x="2273486" y="4886882"/>
              <a:ext cx="381000" cy="167640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2DAEC16-C9AC-5F9D-AE62-8BA7523ED3FF}"/>
                </a:ext>
              </a:extLst>
            </p:cNvPr>
            <p:cNvSpPr/>
            <p:nvPr/>
          </p:nvSpPr>
          <p:spPr>
            <a:xfrm rot="5400000">
              <a:off x="2921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11479E8-CD98-C8F3-698C-E087DB4590A4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05360B2-8E6B-B682-13B7-E56239E2A816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AF10930-352E-AFAC-395B-28473982AF7C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C4DB203-26FB-93A1-7A68-E94A9C22DEEE}"/>
              </a:ext>
            </a:extLst>
          </p:cNvPr>
          <p:cNvGrpSpPr/>
          <p:nvPr/>
        </p:nvGrpSpPr>
        <p:grpSpPr>
          <a:xfrm>
            <a:off x="1508760" y="3093720"/>
            <a:ext cx="1676400" cy="381000"/>
            <a:chOff x="1625786" y="4975782"/>
            <a:chExt cx="1676400" cy="381000"/>
          </a:xfrm>
        </p:grpSpPr>
        <p:sp>
          <p:nvSpPr>
            <p:cNvPr id="13" name="Rounded Rectangle 49">
              <a:extLst>
                <a:ext uri="{FF2B5EF4-FFF2-40B4-BE49-F238E27FC236}">
                  <a16:creationId xmlns:a16="http://schemas.microsoft.com/office/drawing/2014/main" id="{4FB6B887-B053-A258-187A-4AE2A1639903}"/>
                </a:ext>
              </a:extLst>
            </p:cNvPr>
            <p:cNvSpPr/>
            <p:nvPr/>
          </p:nvSpPr>
          <p:spPr>
            <a:xfrm rot="5400000">
              <a:off x="2273486" y="4328082"/>
              <a:ext cx="381000" cy="167640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23A39C9-FF45-C3D1-81DE-E410C8E15F43}"/>
                </a:ext>
              </a:extLst>
            </p:cNvPr>
            <p:cNvSpPr/>
            <p:nvPr/>
          </p:nvSpPr>
          <p:spPr>
            <a:xfrm rot="5400000">
              <a:off x="2921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2AD1EEC-31B4-86D4-7990-8AF8442510B0}"/>
                </a:ext>
              </a:extLst>
            </p:cNvPr>
            <p:cNvSpPr/>
            <p:nvPr/>
          </p:nvSpPr>
          <p:spPr>
            <a:xfrm rot="5400000">
              <a:off x="2540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1A66C92-6B9F-677E-D24D-F5588B0F105F}"/>
                </a:ext>
              </a:extLst>
            </p:cNvPr>
            <p:cNvSpPr/>
            <p:nvPr/>
          </p:nvSpPr>
          <p:spPr>
            <a:xfrm rot="5400000">
              <a:off x="2159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0E4B66C2-3412-5819-B25B-A6B4D11A44B7}"/>
                </a:ext>
              </a:extLst>
            </p:cNvPr>
            <p:cNvSpPr/>
            <p:nvPr/>
          </p:nvSpPr>
          <p:spPr>
            <a:xfrm rot="5400000">
              <a:off x="1778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95020C8-63AC-D145-92AF-35228ABB2FA0}"/>
              </a:ext>
            </a:extLst>
          </p:cNvPr>
          <p:cNvGrpSpPr/>
          <p:nvPr/>
        </p:nvGrpSpPr>
        <p:grpSpPr>
          <a:xfrm>
            <a:off x="1508760" y="2616200"/>
            <a:ext cx="1676400" cy="381000"/>
            <a:chOff x="1625786" y="4404204"/>
            <a:chExt cx="1676400" cy="381000"/>
          </a:xfrm>
        </p:grpSpPr>
        <p:sp>
          <p:nvSpPr>
            <p:cNvPr id="19" name="Rounded Rectangle 29">
              <a:extLst>
                <a:ext uri="{FF2B5EF4-FFF2-40B4-BE49-F238E27FC236}">
                  <a16:creationId xmlns:a16="http://schemas.microsoft.com/office/drawing/2014/main" id="{0AC5C53C-17DB-B74A-D614-36FAC9A4C226}"/>
                </a:ext>
              </a:extLst>
            </p:cNvPr>
            <p:cNvSpPr/>
            <p:nvPr/>
          </p:nvSpPr>
          <p:spPr>
            <a:xfrm rot="5400000">
              <a:off x="2273486" y="3756504"/>
              <a:ext cx="381000" cy="167640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C5A911F-4D19-8D6A-A11C-0696FB57BF5F}"/>
                </a:ext>
              </a:extLst>
            </p:cNvPr>
            <p:cNvSpPr/>
            <p:nvPr/>
          </p:nvSpPr>
          <p:spPr>
            <a:xfrm rot="5400000">
              <a:off x="2921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0AC2216-94B7-FD13-DEE2-ABC31A5065F7}"/>
                </a:ext>
              </a:extLst>
            </p:cNvPr>
            <p:cNvSpPr/>
            <p:nvPr/>
          </p:nvSpPr>
          <p:spPr>
            <a:xfrm rot="5400000">
              <a:off x="2540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E137793-861C-9EB1-FC6C-8447AE691DCC}"/>
                </a:ext>
              </a:extLst>
            </p:cNvPr>
            <p:cNvSpPr/>
            <p:nvPr/>
          </p:nvSpPr>
          <p:spPr>
            <a:xfrm rot="5400000">
              <a:off x="2159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078E25A-04B1-B649-8C06-C9CA1D4BF4EF}"/>
                </a:ext>
              </a:extLst>
            </p:cNvPr>
            <p:cNvSpPr/>
            <p:nvPr/>
          </p:nvSpPr>
          <p:spPr>
            <a:xfrm rot="5400000">
              <a:off x="1778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3854DE4-7704-0212-A500-29144A21E345}"/>
              </a:ext>
            </a:extLst>
          </p:cNvPr>
          <p:cNvGrpSpPr/>
          <p:nvPr/>
        </p:nvGrpSpPr>
        <p:grpSpPr>
          <a:xfrm>
            <a:off x="1508760" y="4048760"/>
            <a:ext cx="1676400" cy="381000"/>
            <a:chOff x="1625786" y="5534582"/>
            <a:chExt cx="1676400" cy="381000"/>
          </a:xfrm>
        </p:grpSpPr>
        <p:sp>
          <p:nvSpPr>
            <p:cNvPr id="25" name="Rounded Rectangle 7 2">
              <a:extLst>
                <a:ext uri="{FF2B5EF4-FFF2-40B4-BE49-F238E27FC236}">
                  <a16:creationId xmlns:a16="http://schemas.microsoft.com/office/drawing/2014/main" id="{3F4E20C6-AE0E-6938-DC2B-FB9BA0CF9C7A}"/>
                </a:ext>
              </a:extLst>
            </p:cNvPr>
            <p:cNvSpPr/>
            <p:nvPr/>
          </p:nvSpPr>
          <p:spPr>
            <a:xfrm rot="5400000">
              <a:off x="2273486" y="4886882"/>
              <a:ext cx="381000" cy="167640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CE638D08-4166-BF9D-DB54-EBC02C1B8C37}"/>
                </a:ext>
              </a:extLst>
            </p:cNvPr>
            <p:cNvSpPr/>
            <p:nvPr/>
          </p:nvSpPr>
          <p:spPr>
            <a:xfrm rot="5400000">
              <a:off x="2921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94733E89-738B-F5D4-4C2B-AE15BBC072FA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37EBB74E-3C4B-23CC-68EF-05B4E0558A93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A5CFF1DF-A3F7-E521-1401-8D60F4ED3D97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30" name="Group 29" descr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 title="IguanaTex Vector Display">
            <a:extLst>
              <a:ext uri="{FF2B5EF4-FFF2-40B4-BE49-F238E27FC236}">
                <a16:creationId xmlns:a16="http://schemas.microsoft.com/office/drawing/2014/main" id="{E5554DD4-597D-1B05-B543-FC0C7C265154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012666" y="2701836"/>
            <a:ext cx="368850" cy="209728"/>
            <a:chOff x="10836015" y="5394719"/>
            <a:chExt cx="368850" cy="209728"/>
          </a:xfrm>
        </p:grpSpPr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99DD538-3FC8-482B-B1C5-7FD1429F1833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0836015" y="5394719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4CCA466-6F67-1305-BB08-F142CE85077A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1112546" y="5439782"/>
              <a:ext cx="92319" cy="164665"/>
            </a:xfrm>
            <a:custGeom>
              <a:avLst/>
              <a:gdLst>
                <a:gd name="connsiteX0" fmla="*/ 57554 w 92319"/>
                <a:gd name="connsiteY0" fmla="*/ 7030 h 164665"/>
                <a:gd name="connsiteX1" fmla="*/ 49946 w 92319"/>
                <a:gd name="connsiteY1" fmla="*/ 86 h 164665"/>
                <a:gd name="connsiteX2" fmla="*/ 235 w 92319"/>
                <a:gd name="connsiteY2" fmla="*/ 15958 h 164665"/>
                <a:gd name="connsiteX3" fmla="*/ 235 w 92319"/>
                <a:gd name="connsiteY3" fmla="*/ 24885 h 164665"/>
                <a:gd name="connsiteX4" fmla="*/ 37011 w 92319"/>
                <a:gd name="connsiteY4" fmla="*/ 17941 h 164665"/>
                <a:gd name="connsiteX5" fmla="*/ 37011 w 92319"/>
                <a:gd name="connsiteY5" fmla="*/ 144416 h 164665"/>
                <a:gd name="connsiteX6" fmla="*/ 11648 w 92319"/>
                <a:gd name="connsiteY6" fmla="*/ 155824 h 164665"/>
                <a:gd name="connsiteX7" fmla="*/ 2010 w 92319"/>
                <a:gd name="connsiteY7" fmla="*/ 155824 h 164665"/>
                <a:gd name="connsiteX8" fmla="*/ 2010 w 92319"/>
                <a:gd name="connsiteY8" fmla="*/ 164752 h 164665"/>
                <a:gd name="connsiteX9" fmla="*/ 47156 w 92319"/>
                <a:gd name="connsiteY9" fmla="*/ 163760 h 164665"/>
                <a:gd name="connsiteX10" fmla="*/ 92555 w 92319"/>
                <a:gd name="connsiteY10" fmla="*/ 164752 h 164665"/>
                <a:gd name="connsiteX11" fmla="*/ 92555 w 92319"/>
                <a:gd name="connsiteY11" fmla="*/ 155824 h 164665"/>
                <a:gd name="connsiteX12" fmla="*/ 82917 w 92319"/>
                <a:gd name="connsiteY12" fmla="*/ 155824 h 164665"/>
                <a:gd name="connsiteX13" fmla="*/ 57554 w 92319"/>
                <a:gd name="connsiteY13" fmla="*/ 144416 h 164665"/>
                <a:gd name="connsiteX14" fmla="*/ 57554 w 92319"/>
                <a:gd name="connsiteY14" fmla="*/ 7030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2319" h="164665">
                  <a:moveTo>
                    <a:pt x="57554" y="7030"/>
                  </a:moveTo>
                  <a:cubicBezTo>
                    <a:pt x="57554" y="334"/>
                    <a:pt x="57047" y="86"/>
                    <a:pt x="49946" y="86"/>
                  </a:cubicBezTo>
                  <a:cubicBezTo>
                    <a:pt x="33714" y="15710"/>
                    <a:pt x="10634" y="15958"/>
                    <a:pt x="235" y="15958"/>
                  </a:cubicBezTo>
                  <a:lnTo>
                    <a:pt x="235" y="24885"/>
                  </a:lnTo>
                  <a:cubicBezTo>
                    <a:pt x="6322" y="24885"/>
                    <a:pt x="23061" y="24885"/>
                    <a:pt x="37011" y="17941"/>
                  </a:cubicBezTo>
                  <a:lnTo>
                    <a:pt x="37011" y="144416"/>
                  </a:lnTo>
                  <a:cubicBezTo>
                    <a:pt x="37011" y="152600"/>
                    <a:pt x="37011" y="155824"/>
                    <a:pt x="11648" y="155824"/>
                  </a:cubicBezTo>
                  <a:lnTo>
                    <a:pt x="2010" y="155824"/>
                  </a:lnTo>
                  <a:lnTo>
                    <a:pt x="2010" y="164752"/>
                  </a:lnTo>
                  <a:cubicBezTo>
                    <a:pt x="6576" y="164504"/>
                    <a:pt x="37772" y="163760"/>
                    <a:pt x="47156" y="163760"/>
                  </a:cubicBezTo>
                  <a:cubicBezTo>
                    <a:pt x="55018" y="163760"/>
                    <a:pt x="86975" y="164504"/>
                    <a:pt x="92555" y="164752"/>
                  </a:cubicBezTo>
                  <a:lnTo>
                    <a:pt x="92555" y="155824"/>
                  </a:lnTo>
                  <a:lnTo>
                    <a:pt x="82917" y="155824"/>
                  </a:lnTo>
                  <a:cubicBezTo>
                    <a:pt x="57554" y="155824"/>
                    <a:pt x="57554" y="152600"/>
                    <a:pt x="57554" y="144416"/>
                  </a:cubicBezTo>
                  <a:lnTo>
                    <a:pt x="57554" y="7030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Nunito" pitchFamily="2" charset="0"/>
              </a:endParaRPr>
            </a:p>
          </p:txBody>
        </p:sp>
      </p:grpSp>
      <p:grpSp>
        <p:nvGrpSpPr>
          <p:cNvPr id="33" name="Group 32" descr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 title="IguanaTex Vector Display">
            <a:extLst>
              <a:ext uri="{FF2B5EF4-FFF2-40B4-BE49-F238E27FC236}">
                <a16:creationId xmlns:a16="http://schemas.microsoft.com/office/drawing/2014/main" id="{596BBC4C-C326-CAE8-5256-289B54C107DA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1008608" y="3179356"/>
            <a:ext cx="376966" cy="209728"/>
            <a:chOff x="10766885" y="5952795"/>
            <a:chExt cx="376966" cy="209728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D482A2E-397E-A650-F147-38715926F009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0766885" y="5952795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90C18E87-8D0C-C4AC-BED5-28423F50A86B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1031749" y="5997858"/>
              <a:ext cx="112102" cy="164665"/>
            </a:xfrm>
            <a:custGeom>
              <a:avLst/>
              <a:gdLst>
                <a:gd name="connsiteX0" fmla="*/ 112338 w 112102"/>
                <a:gd name="connsiteY0" fmla="*/ 119617 h 164665"/>
                <a:gd name="connsiteX1" fmla="*/ 103714 w 112102"/>
                <a:gd name="connsiteY1" fmla="*/ 119617 h 164665"/>
                <a:gd name="connsiteX2" fmla="*/ 97120 w 112102"/>
                <a:gd name="connsiteY2" fmla="*/ 142184 h 164665"/>
                <a:gd name="connsiteX3" fmla="*/ 72011 w 112102"/>
                <a:gd name="connsiteY3" fmla="*/ 143672 h 164665"/>
                <a:gd name="connsiteX4" fmla="*/ 25344 w 112102"/>
                <a:gd name="connsiteY4" fmla="*/ 143672 h 164665"/>
                <a:gd name="connsiteX5" fmla="*/ 76069 w 112102"/>
                <a:gd name="connsiteY5" fmla="*/ 102010 h 164665"/>
                <a:gd name="connsiteX6" fmla="*/ 112338 w 112102"/>
                <a:gd name="connsiteY6" fmla="*/ 48444 h 164665"/>
                <a:gd name="connsiteX7" fmla="*/ 52989 w 112102"/>
                <a:gd name="connsiteY7" fmla="*/ 86 h 164665"/>
                <a:gd name="connsiteX8" fmla="*/ 235 w 112102"/>
                <a:gd name="connsiteY8" fmla="*/ 44476 h 164665"/>
                <a:gd name="connsiteX9" fmla="*/ 13677 w 112102"/>
                <a:gd name="connsiteY9" fmla="*/ 58364 h 164665"/>
                <a:gd name="connsiteX10" fmla="*/ 27119 w 112102"/>
                <a:gd name="connsiteY10" fmla="*/ 45220 h 164665"/>
                <a:gd name="connsiteX11" fmla="*/ 12155 w 112102"/>
                <a:gd name="connsiteY11" fmla="*/ 32077 h 164665"/>
                <a:gd name="connsiteX12" fmla="*/ 49185 w 112102"/>
                <a:gd name="connsiteY12" fmla="*/ 9014 h 164665"/>
                <a:gd name="connsiteX13" fmla="*/ 87736 w 112102"/>
                <a:gd name="connsiteY13" fmla="*/ 48444 h 164665"/>
                <a:gd name="connsiteX14" fmla="*/ 63895 w 112102"/>
                <a:gd name="connsiteY14" fmla="*/ 96058 h 164665"/>
                <a:gd name="connsiteX15" fmla="*/ 2771 w 112102"/>
                <a:gd name="connsiteY15" fmla="*/ 155080 h 164665"/>
                <a:gd name="connsiteX16" fmla="*/ 235 w 112102"/>
                <a:gd name="connsiteY16" fmla="*/ 164752 h 164665"/>
                <a:gd name="connsiteX17" fmla="*/ 104729 w 112102"/>
                <a:gd name="connsiteY17" fmla="*/ 164752 h 164665"/>
                <a:gd name="connsiteX18" fmla="*/ 112338 w 112102"/>
                <a:gd name="connsiteY18" fmla="*/ 119617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2102" h="164665">
                  <a:moveTo>
                    <a:pt x="112338" y="119617"/>
                  </a:moveTo>
                  <a:lnTo>
                    <a:pt x="103714" y="119617"/>
                  </a:lnTo>
                  <a:cubicBezTo>
                    <a:pt x="102954" y="125073"/>
                    <a:pt x="100417" y="139705"/>
                    <a:pt x="97120" y="142184"/>
                  </a:cubicBezTo>
                  <a:cubicBezTo>
                    <a:pt x="95091" y="143672"/>
                    <a:pt x="75562" y="143672"/>
                    <a:pt x="72011" y="143672"/>
                  </a:cubicBezTo>
                  <a:lnTo>
                    <a:pt x="25344" y="143672"/>
                  </a:lnTo>
                  <a:cubicBezTo>
                    <a:pt x="51975" y="120609"/>
                    <a:pt x="60852" y="113666"/>
                    <a:pt x="76069" y="102010"/>
                  </a:cubicBezTo>
                  <a:cubicBezTo>
                    <a:pt x="94838" y="87379"/>
                    <a:pt x="112338" y="72003"/>
                    <a:pt x="112338" y="48444"/>
                  </a:cubicBezTo>
                  <a:cubicBezTo>
                    <a:pt x="112338" y="18437"/>
                    <a:pt x="85453" y="86"/>
                    <a:pt x="52989" y="86"/>
                  </a:cubicBezTo>
                  <a:cubicBezTo>
                    <a:pt x="21540" y="86"/>
                    <a:pt x="235" y="21661"/>
                    <a:pt x="235" y="44476"/>
                  </a:cubicBezTo>
                  <a:cubicBezTo>
                    <a:pt x="235" y="57124"/>
                    <a:pt x="11141" y="58364"/>
                    <a:pt x="13677" y="58364"/>
                  </a:cubicBezTo>
                  <a:cubicBezTo>
                    <a:pt x="19764" y="58364"/>
                    <a:pt x="27119" y="54148"/>
                    <a:pt x="27119" y="45220"/>
                  </a:cubicBezTo>
                  <a:cubicBezTo>
                    <a:pt x="27119" y="40757"/>
                    <a:pt x="25344" y="32077"/>
                    <a:pt x="12155" y="32077"/>
                  </a:cubicBezTo>
                  <a:cubicBezTo>
                    <a:pt x="20018" y="14470"/>
                    <a:pt x="37264" y="9014"/>
                    <a:pt x="49185" y="9014"/>
                  </a:cubicBezTo>
                  <a:cubicBezTo>
                    <a:pt x="74547" y="9014"/>
                    <a:pt x="87736" y="28357"/>
                    <a:pt x="87736" y="48444"/>
                  </a:cubicBezTo>
                  <a:cubicBezTo>
                    <a:pt x="87736" y="70019"/>
                    <a:pt x="72011" y="87131"/>
                    <a:pt x="63895" y="96058"/>
                  </a:cubicBezTo>
                  <a:lnTo>
                    <a:pt x="2771" y="155080"/>
                  </a:lnTo>
                  <a:cubicBezTo>
                    <a:pt x="235" y="157312"/>
                    <a:pt x="235" y="157808"/>
                    <a:pt x="235" y="164752"/>
                  </a:cubicBezTo>
                  <a:lnTo>
                    <a:pt x="104729" y="164752"/>
                  </a:lnTo>
                  <a:lnTo>
                    <a:pt x="112338" y="119617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</p:grpSp>
      <p:grpSp>
        <p:nvGrpSpPr>
          <p:cNvPr id="36" name="Group 35" descr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 title="IguanaTex Vector Display">
            <a:extLst>
              <a:ext uri="{FF2B5EF4-FFF2-40B4-BE49-F238E27FC236}">
                <a16:creationId xmlns:a16="http://schemas.microsoft.com/office/drawing/2014/main" id="{233DC9E4-CADD-97AB-2125-FE0B9598E7BD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1005565" y="4134396"/>
            <a:ext cx="383053" cy="209728"/>
            <a:chOff x="10919285" y="5637111"/>
            <a:chExt cx="383053" cy="209728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EE0AB49-7A16-DBE9-2F2B-DCBC0818BAF1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0919285" y="56371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32132D-97FD-A005-AFDB-E4A50914FA13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1178062" y="5679694"/>
              <a:ext cx="124276" cy="167145"/>
            </a:xfrm>
            <a:custGeom>
              <a:avLst/>
              <a:gdLst>
                <a:gd name="connsiteX0" fmla="*/ 124512 w 124276"/>
                <a:gd name="connsiteY0" fmla="*/ 126561 h 167145"/>
                <a:gd name="connsiteX1" fmla="*/ 124512 w 124276"/>
                <a:gd name="connsiteY1" fmla="*/ 117633 h 167145"/>
                <a:gd name="connsiteX2" fmla="*/ 96359 w 124276"/>
                <a:gd name="connsiteY2" fmla="*/ 117633 h 167145"/>
                <a:gd name="connsiteX3" fmla="*/ 96359 w 124276"/>
                <a:gd name="connsiteY3" fmla="*/ 7030 h 167145"/>
                <a:gd name="connsiteX4" fmla="*/ 90780 w 124276"/>
                <a:gd name="connsiteY4" fmla="*/ 86 h 167145"/>
                <a:gd name="connsiteX5" fmla="*/ 84185 w 124276"/>
                <a:gd name="connsiteY5" fmla="*/ 3558 h 167145"/>
                <a:gd name="connsiteX6" fmla="*/ 235 w 124276"/>
                <a:gd name="connsiteY6" fmla="*/ 117633 h 167145"/>
                <a:gd name="connsiteX7" fmla="*/ 235 w 124276"/>
                <a:gd name="connsiteY7" fmla="*/ 126561 h 167145"/>
                <a:gd name="connsiteX8" fmla="*/ 74801 w 124276"/>
                <a:gd name="connsiteY8" fmla="*/ 126561 h 167145"/>
                <a:gd name="connsiteX9" fmla="*/ 74801 w 124276"/>
                <a:gd name="connsiteY9" fmla="*/ 146896 h 167145"/>
                <a:gd name="connsiteX10" fmla="*/ 54257 w 124276"/>
                <a:gd name="connsiteY10" fmla="*/ 158304 h 167145"/>
                <a:gd name="connsiteX11" fmla="*/ 47409 w 124276"/>
                <a:gd name="connsiteY11" fmla="*/ 158304 h 167145"/>
                <a:gd name="connsiteX12" fmla="*/ 47409 w 124276"/>
                <a:gd name="connsiteY12" fmla="*/ 167231 h 167145"/>
                <a:gd name="connsiteX13" fmla="*/ 85453 w 124276"/>
                <a:gd name="connsiteY13" fmla="*/ 166240 h 167145"/>
                <a:gd name="connsiteX14" fmla="*/ 123751 w 124276"/>
                <a:gd name="connsiteY14" fmla="*/ 167231 h 167145"/>
                <a:gd name="connsiteX15" fmla="*/ 123751 w 124276"/>
                <a:gd name="connsiteY15" fmla="*/ 158304 h 167145"/>
                <a:gd name="connsiteX16" fmla="*/ 116903 w 124276"/>
                <a:gd name="connsiteY16" fmla="*/ 158304 h 167145"/>
                <a:gd name="connsiteX17" fmla="*/ 96359 w 124276"/>
                <a:gd name="connsiteY17" fmla="*/ 146896 h 167145"/>
                <a:gd name="connsiteX18" fmla="*/ 96359 w 124276"/>
                <a:gd name="connsiteY18" fmla="*/ 126561 h 167145"/>
                <a:gd name="connsiteX19" fmla="*/ 124512 w 124276"/>
                <a:gd name="connsiteY19" fmla="*/ 126561 h 167145"/>
                <a:gd name="connsiteX20" fmla="*/ 76576 w 124276"/>
                <a:gd name="connsiteY20" fmla="*/ 26869 h 167145"/>
                <a:gd name="connsiteX21" fmla="*/ 76576 w 124276"/>
                <a:gd name="connsiteY21" fmla="*/ 117633 h 167145"/>
                <a:gd name="connsiteX22" fmla="*/ 9619 w 124276"/>
                <a:gd name="connsiteY22" fmla="*/ 117633 h 167145"/>
                <a:gd name="connsiteX23" fmla="*/ 76576 w 124276"/>
                <a:gd name="connsiteY23" fmla="*/ 26869 h 167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4276" h="167145">
                  <a:moveTo>
                    <a:pt x="124512" y="126561"/>
                  </a:moveTo>
                  <a:lnTo>
                    <a:pt x="124512" y="117633"/>
                  </a:lnTo>
                  <a:lnTo>
                    <a:pt x="96359" y="117633"/>
                  </a:lnTo>
                  <a:lnTo>
                    <a:pt x="96359" y="7030"/>
                  </a:lnTo>
                  <a:cubicBezTo>
                    <a:pt x="96359" y="1822"/>
                    <a:pt x="96359" y="86"/>
                    <a:pt x="90780" y="86"/>
                  </a:cubicBezTo>
                  <a:cubicBezTo>
                    <a:pt x="87736" y="86"/>
                    <a:pt x="86721" y="86"/>
                    <a:pt x="84185" y="3558"/>
                  </a:cubicBezTo>
                  <a:lnTo>
                    <a:pt x="235" y="117633"/>
                  </a:lnTo>
                  <a:lnTo>
                    <a:pt x="235" y="126561"/>
                  </a:lnTo>
                  <a:lnTo>
                    <a:pt x="74801" y="126561"/>
                  </a:lnTo>
                  <a:lnTo>
                    <a:pt x="74801" y="146896"/>
                  </a:lnTo>
                  <a:cubicBezTo>
                    <a:pt x="74801" y="155328"/>
                    <a:pt x="74801" y="158304"/>
                    <a:pt x="54257" y="158304"/>
                  </a:cubicBezTo>
                  <a:lnTo>
                    <a:pt x="47409" y="158304"/>
                  </a:lnTo>
                  <a:lnTo>
                    <a:pt x="47409" y="167231"/>
                  </a:lnTo>
                  <a:cubicBezTo>
                    <a:pt x="60091" y="166735"/>
                    <a:pt x="76323" y="166240"/>
                    <a:pt x="85453" y="166240"/>
                  </a:cubicBezTo>
                  <a:cubicBezTo>
                    <a:pt x="94838" y="166240"/>
                    <a:pt x="111070" y="166735"/>
                    <a:pt x="123751" y="167231"/>
                  </a:cubicBezTo>
                  <a:lnTo>
                    <a:pt x="123751" y="158304"/>
                  </a:lnTo>
                  <a:lnTo>
                    <a:pt x="116903" y="158304"/>
                  </a:lnTo>
                  <a:cubicBezTo>
                    <a:pt x="96359" y="158304"/>
                    <a:pt x="96359" y="155328"/>
                    <a:pt x="96359" y="146896"/>
                  </a:cubicBezTo>
                  <a:lnTo>
                    <a:pt x="96359" y="126561"/>
                  </a:lnTo>
                  <a:lnTo>
                    <a:pt x="124512" y="126561"/>
                  </a:lnTo>
                  <a:close/>
                  <a:moveTo>
                    <a:pt x="76576" y="26869"/>
                  </a:moveTo>
                  <a:lnTo>
                    <a:pt x="76576" y="117633"/>
                  </a:lnTo>
                  <a:lnTo>
                    <a:pt x="9619" y="117633"/>
                  </a:lnTo>
                  <a:lnTo>
                    <a:pt x="76576" y="26869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</p:grpSp>
      <p:grpSp>
        <p:nvGrpSpPr>
          <p:cNvPr id="39" name="Group 38" descr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 title="IguanaTex Vector Display">
            <a:extLst>
              <a:ext uri="{FF2B5EF4-FFF2-40B4-BE49-F238E27FC236}">
                <a16:creationId xmlns:a16="http://schemas.microsoft.com/office/drawing/2014/main" id="{4FE5F4FE-9584-AD33-2684-28D73A2AF919}"/>
              </a:ext>
            </a:extLst>
          </p:cNvPr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1007466" y="3654396"/>
            <a:ext cx="379250" cy="214688"/>
            <a:chOff x="11071685" y="5789511"/>
            <a:chExt cx="379250" cy="214688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ED95AA51-5FE8-CFEF-72CB-83A5CCE4EC0E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1071685" y="57895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63CD2CB8-7257-6302-2807-7408C0DF8351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1334267" y="5834574"/>
              <a:ext cx="116668" cy="169625"/>
            </a:xfrm>
            <a:custGeom>
              <a:avLst/>
              <a:gdLst>
                <a:gd name="connsiteX0" fmla="*/ 55779 w 116668"/>
                <a:gd name="connsiteY0" fmla="*/ 81923 h 169625"/>
                <a:gd name="connsiteX1" fmla="*/ 89765 w 116668"/>
                <a:gd name="connsiteY1" fmla="*/ 121849 h 169625"/>
                <a:gd name="connsiteX2" fmla="*/ 56794 w 116668"/>
                <a:gd name="connsiteY2" fmla="*/ 161776 h 169625"/>
                <a:gd name="connsiteX3" fmla="*/ 13677 w 116668"/>
                <a:gd name="connsiteY3" fmla="*/ 144416 h 169625"/>
                <a:gd name="connsiteX4" fmla="*/ 28387 w 116668"/>
                <a:gd name="connsiteY4" fmla="*/ 130529 h 169625"/>
                <a:gd name="connsiteX5" fmla="*/ 14438 w 116668"/>
                <a:gd name="connsiteY5" fmla="*/ 116889 h 169625"/>
                <a:gd name="connsiteX6" fmla="*/ 235 w 116668"/>
                <a:gd name="connsiteY6" fmla="*/ 131273 h 169625"/>
                <a:gd name="connsiteX7" fmla="*/ 57301 w 116668"/>
                <a:gd name="connsiteY7" fmla="*/ 169711 h 169625"/>
                <a:gd name="connsiteX8" fmla="*/ 116903 w 116668"/>
                <a:gd name="connsiteY8" fmla="*/ 121849 h 169625"/>
                <a:gd name="connsiteX9" fmla="*/ 72772 w 116668"/>
                <a:gd name="connsiteY9" fmla="*/ 77459 h 169625"/>
                <a:gd name="connsiteX10" fmla="*/ 109041 w 116668"/>
                <a:gd name="connsiteY10" fmla="*/ 34309 h 169625"/>
                <a:gd name="connsiteX11" fmla="*/ 57808 w 116668"/>
                <a:gd name="connsiteY11" fmla="*/ 86 h 169625"/>
                <a:gd name="connsiteX12" fmla="*/ 8097 w 116668"/>
                <a:gd name="connsiteY12" fmla="*/ 33317 h 169625"/>
                <a:gd name="connsiteX13" fmla="*/ 21286 w 116668"/>
                <a:gd name="connsiteY13" fmla="*/ 46460 h 169625"/>
                <a:gd name="connsiteX14" fmla="*/ 34221 w 116668"/>
                <a:gd name="connsiteY14" fmla="*/ 33813 h 169625"/>
                <a:gd name="connsiteX15" fmla="*/ 21286 w 116668"/>
                <a:gd name="connsiteY15" fmla="*/ 20917 h 169625"/>
                <a:gd name="connsiteX16" fmla="*/ 57047 w 116668"/>
                <a:gd name="connsiteY16" fmla="*/ 7278 h 169625"/>
                <a:gd name="connsiteX17" fmla="*/ 84439 w 116668"/>
                <a:gd name="connsiteY17" fmla="*/ 34309 h 169625"/>
                <a:gd name="connsiteX18" fmla="*/ 74294 w 116668"/>
                <a:gd name="connsiteY18" fmla="*/ 63820 h 169625"/>
                <a:gd name="connsiteX19" fmla="*/ 46141 w 116668"/>
                <a:gd name="connsiteY19" fmla="*/ 74483 h 169625"/>
                <a:gd name="connsiteX20" fmla="*/ 38025 w 116668"/>
                <a:gd name="connsiteY20" fmla="*/ 75227 h 169625"/>
                <a:gd name="connsiteX21" fmla="*/ 35489 w 116668"/>
                <a:gd name="connsiteY21" fmla="*/ 78451 h 169625"/>
                <a:gd name="connsiteX22" fmla="*/ 42083 w 116668"/>
                <a:gd name="connsiteY22" fmla="*/ 81923 h 169625"/>
                <a:gd name="connsiteX23" fmla="*/ 55779 w 116668"/>
                <a:gd name="connsiteY23" fmla="*/ 81923 h 169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6668" h="169625">
                  <a:moveTo>
                    <a:pt x="55779" y="81923"/>
                  </a:moveTo>
                  <a:cubicBezTo>
                    <a:pt x="75562" y="81923"/>
                    <a:pt x="89765" y="95314"/>
                    <a:pt x="89765" y="121849"/>
                  </a:cubicBezTo>
                  <a:cubicBezTo>
                    <a:pt x="89765" y="152600"/>
                    <a:pt x="71504" y="161776"/>
                    <a:pt x="56794" y="161776"/>
                  </a:cubicBezTo>
                  <a:cubicBezTo>
                    <a:pt x="46649" y="161776"/>
                    <a:pt x="24329" y="159048"/>
                    <a:pt x="13677" y="144416"/>
                  </a:cubicBezTo>
                  <a:cubicBezTo>
                    <a:pt x="25598" y="143920"/>
                    <a:pt x="28387" y="135737"/>
                    <a:pt x="28387" y="130529"/>
                  </a:cubicBezTo>
                  <a:cubicBezTo>
                    <a:pt x="28387" y="122593"/>
                    <a:pt x="22300" y="116889"/>
                    <a:pt x="14438" y="116889"/>
                  </a:cubicBezTo>
                  <a:cubicBezTo>
                    <a:pt x="7336" y="116889"/>
                    <a:pt x="235" y="121105"/>
                    <a:pt x="235" y="131273"/>
                  </a:cubicBezTo>
                  <a:cubicBezTo>
                    <a:pt x="235" y="154584"/>
                    <a:pt x="26612" y="169711"/>
                    <a:pt x="57301" y="169711"/>
                  </a:cubicBezTo>
                  <a:cubicBezTo>
                    <a:pt x="92555" y="169711"/>
                    <a:pt x="116903" y="146648"/>
                    <a:pt x="116903" y="121849"/>
                  </a:cubicBezTo>
                  <a:cubicBezTo>
                    <a:pt x="116903" y="102506"/>
                    <a:pt x="100671" y="83163"/>
                    <a:pt x="72772" y="77459"/>
                  </a:cubicBezTo>
                  <a:cubicBezTo>
                    <a:pt x="99403" y="68035"/>
                    <a:pt x="109041" y="49436"/>
                    <a:pt x="109041" y="34309"/>
                  </a:cubicBezTo>
                  <a:cubicBezTo>
                    <a:pt x="109041" y="14718"/>
                    <a:pt x="85961" y="86"/>
                    <a:pt x="57808" y="86"/>
                  </a:cubicBezTo>
                  <a:cubicBezTo>
                    <a:pt x="29656" y="86"/>
                    <a:pt x="8097" y="13478"/>
                    <a:pt x="8097" y="33317"/>
                  </a:cubicBezTo>
                  <a:cubicBezTo>
                    <a:pt x="8097" y="41748"/>
                    <a:pt x="13677" y="46460"/>
                    <a:pt x="21286" y="46460"/>
                  </a:cubicBezTo>
                  <a:cubicBezTo>
                    <a:pt x="29148" y="46460"/>
                    <a:pt x="34221" y="40757"/>
                    <a:pt x="34221" y="33813"/>
                  </a:cubicBezTo>
                  <a:cubicBezTo>
                    <a:pt x="34221" y="26621"/>
                    <a:pt x="29148" y="21413"/>
                    <a:pt x="21286" y="20917"/>
                  </a:cubicBezTo>
                  <a:cubicBezTo>
                    <a:pt x="30163" y="10006"/>
                    <a:pt x="47663" y="7278"/>
                    <a:pt x="57047" y="7278"/>
                  </a:cubicBezTo>
                  <a:cubicBezTo>
                    <a:pt x="68460" y="7278"/>
                    <a:pt x="84439" y="12734"/>
                    <a:pt x="84439" y="34309"/>
                  </a:cubicBezTo>
                  <a:cubicBezTo>
                    <a:pt x="84439" y="44724"/>
                    <a:pt x="80888" y="56132"/>
                    <a:pt x="74294" y="63820"/>
                  </a:cubicBezTo>
                  <a:cubicBezTo>
                    <a:pt x="65924" y="73243"/>
                    <a:pt x="58823" y="73739"/>
                    <a:pt x="46141" y="74483"/>
                  </a:cubicBezTo>
                  <a:cubicBezTo>
                    <a:pt x="39801" y="74979"/>
                    <a:pt x="39293" y="74979"/>
                    <a:pt x="38025" y="75227"/>
                  </a:cubicBezTo>
                  <a:cubicBezTo>
                    <a:pt x="37518" y="75227"/>
                    <a:pt x="35489" y="75723"/>
                    <a:pt x="35489" y="78451"/>
                  </a:cubicBezTo>
                  <a:cubicBezTo>
                    <a:pt x="35489" y="81923"/>
                    <a:pt x="37772" y="81923"/>
                    <a:pt x="42083" y="81923"/>
                  </a:cubicBezTo>
                  <a:lnTo>
                    <a:pt x="55779" y="81923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8BE2C108-5FEE-D13B-0DA2-D47058798A9E}"/>
              </a:ext>
            </a:extLst>
          </p:cNvPr>
          <p:cNvSpPr/>
          <p:nvPr/>
        </p:nvSpPr>
        <p:spPr>
          <a:xfrm>
            <a:off x="1427480" y="2565401"/>
            <a:ext cx="1803400" cy="94996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latin typeface="Nunito" pitchFamily="2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74348D2-FFAE-5BA2-1743-70D866F14F66}"/>
              </a:ext>
            </a:extLst>
          </p:cNvPr>
          <p:cNvGrpSpPr/>
          <p:nvPr/>
        </p:nvGrpSpPr>
        <p:grpSpPr>
          <a:xfrm>
            <a:off x="4374063" y="3593771"/>
            <a:ext cx="3235960" cy="381000"/>
            <a:chOff x="4282440" y="4110498"/>
            <a:chExt cx="3235960" cy="381000"/>
          </a:xfrm>
        </p:grpSpPr>
        <p:sp>
          <p:nvSpPr>
            <p:cNvPr id="44" name="Rounded Rectangle 29">
              <a:extLst>
                <a:ext uri="{FF2B5EF4-FFF2-40B4-BE49-F238E27FC236}">
                  <a16:creationId xmlns:a16="http://schemas.microsoft.com/office/drawing/2014/main" id="{1FBBFF3A-5F64-66D2-B49D-A0B3EBF604B8}"/>
                </a:ext>
              </a:extLst>
            </p:cNvPr>
            <p:cNvSpPr/>
            <p:nvPr/>
          </p:nvSpPr>
          <p:spPr>
            <a:xfrm rot="5400000">
              <a:off x="5709920" y="2683018"/>
              <a:ext cx="381000" cy="323596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4D0A6FE0-8E36-E54D-AC0E-05C57DE6D056}"/>
                </a:ext>
              </a:extLst>
            </p:cNvPr>
            <p:cNvSpPr/>
            <p:nvPr/>
          </p:nvSpPr>
          <p:spPr>
            <a:xfrm rot="5400000">
              <a:off x="5580018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C0894679-129A-CA13-CD93-3DC031F15AF5}"/>
                </a:ext>
              </a:extLst>
            </p:cNvPr>
            <p:cNvSpPr/>
            <p:nvPr/>
          </p:nvSpPr>
          <p:spPr>
            <a:xfrm rot="5400000">
              <a:off x="5198292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D6B7BBD9-D003-FD5B-24AB-AFB761E009C2}"/>
                </a:ext>
              </a:extLst>
            </p:cNvPr>
            <p:cNvSpPr/>
            <p:nvPr/>
          </p:nvSpPr>
          <p:spPr>
            <a:xfrm rot="5400000">
              <a:off x="4816566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89C3962-D91F-B253-3BB5-78E35626D332}"/>
                </a:ext>
              </a:extLst>
            </p:cNvPr>
            <p:cNvSpPr/>
            <p:nvPr/>
          </p:nvSpPr>
          <p:spPr>
            <a:xfrm rot="5400000">
              <a:off x="4434840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913C3F5B-535C-B118-5B2D-A57984C49C41}"/>
                </a:ext>
              </a:extLst>
            </p:cNvPr>
            <p:cNvSpPr/>
            <p:nvPr/>
          </p:nvSpPr>
          <p:spPr>
            <a:xfrm rot="5400000">
              <a:off x="7106920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44B92E26-405B-5446-53C8-E7840162C121}"/>
                </a:ext>
              </a:extLst>
            </p:cNvPr>
            <p:cNvSpPr/>
            <p:nvPr/>
          </p:nvSpPr>
          <p:spPr>
            <a:xfrm rot="5400000">
              <a:off x="6725196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78545E26-10AD-D679-C16C-0DF3B6087BEE}"/>
                </a:ext>
              </a:extLst>
            </p:cNvPr>
            <p:cNvSpPr/>
            <p:nvPr/>
          </p:nvSpPr>
          <p:spPr>
            <a:xfrm rot="5400000">
              <a:off x="6343470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EE51DEA-9BB9-C621-36D9-A9744278A205}"/>
                </a:ext>
              </a:extLst>
            </p:cNvPr>
            <p:cNvSpPr/>
            <p:nvPr/>
          </p:nvSpPr>
          <p:spPr>
            <a:xfrm rot="5400000">
              <a:off x="5961744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B1DD1A7-C633-1CF1-4B2E-DBA90DDE1A81}"/>
              </a:ext>
            </a:extLst>
          </p:cNvPr>
          <p:cNvGrpSpPr/>
          <p:nvPr/>
        </p:nvGrpSpPr>
        <p:grpSpPr>
          <a:xfrm rot="16200000">
            <a:off x="6466840" y="3592354"/>
            <a:ext cx="3235960" cy="381000"/>
            <a:chOff x="4282440" y="4110498"/>
            <a:chExt cx="3235960" cy="381000"/>
          </a:xfrm>
        </p:grpSpPr>
        <p:sp>
          <p:nvSpPr>
            <p:cNvPr id="54" name="Rounded Rectangle 29">
              <a:extLst>
                <a:ext uri="{FF2B5EF4-FFF2-40B4-BE49-F238E27FC236}">
                  <a16:creationId xmlns:a16="http://schemas.microsoft.com/office/drawing/2014/main" id="{5365BCD5-F5F7-8F06-4E7B-20E6415858EE}"/>
                </a:ext>
              </a:extLst>
            </p:cNvPr>
            <p:cNvSpPr/>
            <p:nvPr/>
          </p:nvSpPr>
          <p:spPr>
            <a:xfrm rot="5400000">
              <a:off x="5709920" y="2683018"/>
              <a:ext cx="381000" cy="3235960"/>
            </a:xfrm>
            <a:prstGeom prst="round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A5BAD574-9C47-4D9A-1CAE-1FB5738C67D9}"/>
                </a:ext>
              </a:extLst>
            </p:cNvPr>
            <p:cNvSpPr/>
            <p:nvPr/>
          </p:nvSpPr>
          <p:spPr>
            <a:xfrm rot="5400000">
              <a:off x="5580018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8E1A79B3-0FE1-79D7-32D5-05C57E6936B7}"/>
                </a:ext>
              </a:extLst>
            </p:cNvPr>
            <p:cNvSpPr/>
            <p:nvPr/>
          </p:nvSpPr>
          <p:spPr>
            <a:xfrm rot="5400000">
              <a:off x="5198292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643214C1-36DA-FDD5-8B7C-B8E032787279}"/>
                </a:ext>
              </a:extLst>
            </p:cNvPr>
            <p:cNvSpPr/>
            <p:nvPr/>
          </p:nvSpPr>
          <p:spPr>
            <a:xfrm rot="5400000">
              <a:off x="4816566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EE1FE840-DF66-2F9D-CFAC-D50AC63C01C6}"/>
                </a:ext>
              </a:extLst>
            </p:cNvPr>
            <p:cNvSpPr/>
            <p:nvPr/>
          </p:nvSpPr>
          <p:spPr>
            <a:xfrm rot="5400000">
              <a:off x="4434840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EE71D828-D6AD-8857-7217-8B549051BCAE}"/>
                </a:ext>
              </a:extLst>
            </p:cNvPr>
            <p:cNvSpPr/>
            <p:nvPr/>
          </p:nvSpPr>
          <p:spPr>
            <a:xfrm rot="5400000">
              <a:off x="7106920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B5456777-00CF-470A-CBB9-C888DA902983}"/>
                </a:ext>
              </a:extLst>
            </p:cNvPr>
            <p:cNvSpPr/>
            <p:nvPr/>
          </p:nvSpPr>
          <p:spPr>
            <a:xfrm rot="5400000">
              <a:off x="6725196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534D3108-53AC-5322-16FC-01886D9F8576}"/>
                </a:ext>
              </a:extLst>
            </p:cNvPr>
            <p:cNvSpPr/>
            <p:nvPr/>
          </p:nvSpPr>
          <p:spPr>
            <a:xfrm rot="5400000">
              <a:off x="6343470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5A68AB29-DBB4-76D0-0D3B-ABF5E628EABD}"/>
                </a:ext>
              </a:extLst>
            </p:cNvPr>
            <p:cNvSpPr/>
            <p:nvPr/>
          </p:nvSpPr>
          <p:spPr>
            <a:xfrm rot="5400000">
              <a:off x="5961744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sp>
        <p:nvSpPr>
          <p:cNvPr id="63" name="Graphic 27678" descr="\documentclass{article}&#10;\usepackage{amsmath,amssymb}&#10;\pagestyle{empty}&#10;\begin{document}&#10;&#10;\newcommand{\score}{\textrm{score}}&#10;\newcommand{\classify}{\textrm{classify}}&#10;\newcommand{\bx}{\mathbf{x}}&#10;&#10;\begin{align*}&#10;=&#10;\end{align*}&#10;&#10;&#10;\end{document}" title="IguanaTex Vector Display">
            <a:extLst>
              <a:ext uri="{FF2B5EF4-FFF2-40B4-BE49-F238E27FC236}">
                <a16:creationId xmlns:a16="http://schemas.microsoft.com/office/drawing/2014/main" id="{2AD2BBBD-98F4-0BDE-1735-E1769B3661CC}"/>
              </a:ext>
            </a:extLst>
          </p:cNvPr>
          <p:cNvSpPr>
            <a:spLocks noChangeAspect="1"/>
          </p:cNvSpPr>
          <p:nvPr>
            <p:custDataLst>
              <p:tags r:id="rId5"/>
            </p:custDataLst>
          </p:nvPr>
        </p:nvSpPr>
        <p:spPr>
          <a:xfrm>
            <a:off x="8529320" y="3751580"/>
            <a:ext cx="220866" cy="93261"/>
          </a:xfrm>
          <a:custGeom>
            <a:avLst/>
            <a:gdLst>
              <a:gd name="connsiteX0" fmla="*/ 209803 w 220866"/>
              <a:gd name="connsiteY0" fmla="*/ 16027 h 93261"/>
              <a:gd name="connsiteX1" fmla="*/ 221096 w 220866"/>
              <a:gd name="connsiteY1" fmla="*/ 8056 h 93261"/>
              <a:gd name="connsiteX2" fmla="*/ 210136 w 220866"/>
              <a:gd name="connsiteY2" fmla="*/ 85 h 93261"/>
              <a:gd name="connsiteX3" fmla="*/ 11190 w 220866"/>
              <a:gd name="connsiteY3" fmla="*/ 85 h 93261"/>
              <a:gd name="connsiteX4" fmla="*/ 230 w 220866"/>
              <a:gd name="connsiteY4" fmla="*/ 8056 h 93261"/>
              <a:gd name="connsiteX5" fmla="*/ 11522 w 220866"/>
              <a:gd name="connsiteY5" fmla="*/ 16027 h 93261"/>
              <a:gd name="connsiteX6" fmla="*/ 209803 w 220866"/>
              <a:gd name="connsiteY6" fmla="*/ 16027 h 93261"/>
              <a:gd name="connsiteX7" fmla="*/ 210136 w 220866"/>
              <a:gd name="connsiteY7" fmla="*/ 93347 h 93261"/>
              <a:gd name="connsiteX8" fmla="*/ 221096 w 220866"/>
              <a:gd name="connsiteY8" fmla="*/ 85376 h 93261"/>
              <a:gd name="connsiteX9" fmla="*/ 209803 w 220866"/>
              <a:gd name="connsiteY9" fmla="*/ 77404 h 93261"/>
              <a:gd name="connsiteX10" fmla="*/ 11522 w 220866"/>
              <a:gd name="connsiteY10" fmla="*/ 77404 h 93261"/>
              <a:gd name="connsiteX11" fmla="*/ 230 w 220866"/>
              <a:gd name="connsiteY11" fmla="*/ 85376 h 93261"/>
              <a:gd name="connsiteX12" fmla="*/ 11190 w 220866"/>
              <a:gd name="connsiteY12" fmla="*/ 93347 h 93261"/>
              <a:gd name="connsiteX13" fmla="*/ 210136 w 220866"/>
              <a:gd name="connsiteY13" fmla="*/ 93347 h 932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20866" h="93261">
                <a:moveTo>
                  <a:pt x="209803" y="16027"/>
                </a:moveTo>
                <a:cubicBezTo>
                  <a:pt x="214785" y="16027"/>
                  <a:pt x="221096" y="16027"/>
                  <a:pt x="221096" y="8056"/>
                </a:cubicBezTo>
                <a:cubicBezTo>
                  <a:pt x="221096" y="85"/>
                  <a:pt x="214785" y="85"/>
                  <a:pt x="210136" y="85"/>
                </a:cubicBezTo>
                <a:lnTo>
                  <a:pt x="11190" y="85"/>
                </a:lnTo>
                <a:cubicBezTo>
                  <a:pt x="6540" y="85"/>
                  <a:pt x="230" y="85"/>
                  <a:pt x="230" y="8056"/>
                </a:cubicBezTo>
                <a:cubicBezTo>
                  <a:pt x="230" y="16027"/>
                  <a:pt x="6540" y="16027"/>
                  <a:pt x="11522" y="16027"/>
                </a:cubicBezTo>
                <a:lnTo>
                  <a:pt x="209803" y="16027"/>
                </a:lnTo>
                <a:close/>
                <a:moveTo>
                  <a:pt x="210136" y="93347"/>
                </a:moveTo>
                <a:cubicBezTo>
                  <a:pt x="214785" y="93347"/>
                  <a:pt x="221096" y="93347"/>
                  <a:pt x="221096" y="85376"/>
                </a:cubicBezTo>
                <a:cubicBezTo>
                  <a:pt x="221096" y="77404"/>
                  <a:pt x="214785" y="77404"/>
                  <a:pt x="209803" y="77404"/>
                </a:cubicBezTo>
                <a:lnTo>
                  <a:pt x="11522" y="77404"/>
                </a:lnTo>
                <a:cubicBezTo>
                  <a:pt x="6540" y="77404"/>
                  <a:pt x="230" y="77404"/>
                  <a:pt x="230" y="85376"/>
                </a:cubicBezTo>
                <a:cubicBezTo>
                  <a:pt x="230" y="93347"/>
                  <a:pt x="6540" y="93347"/>
                  <a:pt x="11190" y="93347"/>
                </a:cubicBezTo>
                <a:lnTo>
                  <a:pt x="210136" y="93347"/>
                </a:lnTo>
                <a:close/>
              </a:path>
            </a:pathLst>
          </a:custGeom>
          <a:solidFill>
            <a:srgbClr val="000000"/>
          </a:solidFill>
          <a:ln w="33338" cap="flat">
            <a:noFill/>
            <a:prstDash val="solid"/>
            <a:miter/>
          </a:ln>
        </p:spPr>
        <p:txBody>
          <a:bodyPr rtlCol="0" anchor="ctr"/>
          <a:lstStyle/>
          <a:p>
            <a:endParaRPr lang="en-CA">
              <a:latin typeface="Nunito" pitchFamily="2" charset="0"/>
            </a:endParaRPr>
          </a:p>
        </p:txBody>
      </p:sp>
      <p:sp>
        <p:nvSpPr>
          <p:cNvPr id="64" name="Rounded Rectangle 7 1">
            <a:extLst>
              <a:ext uri="{FF2B5EF4-FFF2-40B4-BE49-F238E27FC236}">
                <a16:creationId xmlns:a16="http://schemas.microsoft.com/office/drawing/2014/main" id="{329651C2-442F-F71A-222B-48AE68C059D0}"/>
              </a:ext>
            </a:extLst>
          </p:cNvPr>
          <p:cNvSpPr/>
          <p:nvPr/>
        </p:nvSpPr>
        <p:spPr>
          <a:xfrm rot="10800000">
            <a:off x="8984889" y="3121661"/>
            <a:ext cx="381000" cy="1308099"/>
          </a:xfrm>
          <a:prstGeom prst="round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4698498A-D105-D879-BCBC-49CF6C1C3AA8}"/>
              </a:ext>
            </a:extLst>
          </p:cNvPr>
          <p:cNvSpPr/>
          <p:nvPr/>
        </p:nvSpPr>
        <p:spPr>
          <a:xfrm rot="10800000">
            <a:off x="9061089" y="327406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86C1E4B1-52BA-BE34-B219-7614D38316F4}"/>
              </a:ext>
            </a:extLst>
          </p:cNvPr>
          <p:cNvCxnSpPr>
            <a:cxnSpLocks/>
          </p:cNvCxnSpPr>
          <p:nvPr/>
        </p:nvCxnSpPr>
        <p:spPr>
          <a:xfrm flipH="1">
            <a:off x="8448040" y="2224088"/>
            <a:ext cx="487680" cy="260471"/>
          </a:xfrm>
          <a:prstGeom prst="straightConnector1">
            <a:avLst/>
          </a:prstGeom>
          <a:ln w="57150">
            <a:solidFill>
              <a:srgbClr val="2683C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283C05F0-240B-A163-A949-4D03206CE72D}"/>
              </a:ext>
            </a:extLst>
          </p:cNvPr>
          <p:cNvSpPr txBox="1"/>
          <p:nvPr/>
        </p:nvSpPr>
        <p:spPr>
          <a:xfrm>
            <a:off x="8123960" y="1715915"/>
            <a:ext cx="327174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CA" sz="2800" dirty="0">
                <a:solidFill>
                  <a:srgbClr val="2683C6"/>
                </a:solidFill>
                <a:latin typeface="Nunito" pitchFamily="2" charset="0"/>
              </a:rPr>
              <a:t>parameters/</a:t>
            </a:r>
            <a:r>
              <a:rPr lang="en-US" altLang="zh-CN" sz="2800" dirty="0">
                <a:solidFill>
                  <a:srgbClr val="2683C6"/>
                </a:solidFill>
                <a:latin typeface="Nunito" pitchFamily="2" charset="0"/>
              </a:rPr>
              <a:t>kernel</a:t>
            </a:r>
            <a:endParaRPr lang="en-CA" sz="2800" dirty="0">
              <a:solidFill>
                <a:srgbClr val="2683C6"/>
              </a:solidFill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0493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50FB9-3F13-DB2D-8866-96A1C62A5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Kernel/Filter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8C942-3736-34DE-685E-4F6E90119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8</a:t>
            </a:fld>
            <a:endParaRPr lang="en-CA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6802742-70E7-1CA4-8322-966F7E2BA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CA" dirty="0"/>
              <a:t>Start from word embeddings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Take dot product between filter and (stretched) word embeddings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54D1E3E-83D1-5A97-1C8B-E79F15CA9A16}"/>
              </a:ext>
            </a:extLst>
          </p:cNvPr>
          <p:cNvGrpSpPr/>
          <p:nvPr/>
        </p:nvGrpSpPr>
        <p:grpSpPr>
          <a:xfrm>
            <a:off x="1508760" y="3571240"/>
            <a:ext cx="1676400" cy="381000"/>
            <a:chOff x="1625786" y="5534582"/>
            <a:chExt cx="1676400" cy="381000"/>
          </a:xfrm>
        </p:grpSpPr>
        <p:sp>
          <p:nvSpPr>
            <p:cNvPr id="8" name="Rounded Rectangle 7 1">
              <a:extLst>
                <a:ext uri="{FF2B5EF4-FFF2-40B4-BE49-F238E27FC236}">
                  <a16:creationId xmlns:a16="http://schemas.microsoft.com/office/drawing/2014/main" id="{674E458E-8C55-6BB8-0975-64CB9C65D523}"/>
                </a:ext>
              </a:extLst>
            </p:cNvPr>
            <p:cNvSpPr/>
            <p:nvPr/>
          </p:nvSpPr>
          <p:spPr>
            <a:xfrm rot="5400000">
              <a:off x="2273486" y="4886882"/>
              <a:ext cx="381000" cy="167640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F9AF2B9-634D-880C-1401-FBC8F90E742B}"/>
                </a:ext>
              </a:extLst>
            </p:cNvPr>
            <p:cNvSpPr/>
            <p:nvPr/>
          </p:nvSpPr>
          <p:spPr>
            <a:xfrm rot="5400000">
              <a:off x="2921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4762FDD-E275-BBFE-7936-645DDE164755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78C2093-9B06-1B00-B7BB-EB23F0CD636C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3A6959B1-4E33-D58B-0208-ACE127DA64FC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CF4929E-85E8-BC61-088D-FA49F4DAEE0F}"/>
              </a:ext>
            </a:extLst>
          </p:cNvPr>
          <p:cNvGrpSpPr/>
          <p:nvPr/>
        </p:nvGrpSpPr>
        <p:grpSpPr>
          <a:xfrm>
            <a:off x="1508760" y="3093720"/>
            <a:ext cx="1676400" cy="381000"/>
            <a:chOff x="1625786" y="4975782"/>
            <a:chExt cx="1676400" cy="381000"/>
          </a:xfrm>
        </p:grpSpPr>
        <p:sp>
          <p:nvSpPr>
            <p:cNvPr id="14" name="Rounded Rectangle 49">
              <a:extLst>
                <a:ext uri="{FF2B5EF4-FFF2-40B4-BE49-F238E27FC236}">
                  <a16:creationId xmlns:a16="http://schemas.microsoft.com/office/drawing/2014/main" id="{117543C0-3D62-86DD-1117-2405CC3F4682}"/>
                </a:ext>
              </a:extLst>
            </p:cNvPr>
            <p:cNvSpPr/>
            <p:nvPr/>
          </p:nvSpPr>
          <p:spPr>
            <a:xfrm rot="5400000">
              <a:off x="2273486" y="4328082"/>
              <a:ext cx="381000" cy="167640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3AB93CB-C2E2-94FD-3E4E-70C3BE7B594E}"/>
                </a:ext>
              </a:extLst>
            </p:cNvPr>
            <p:cNvSpPr/>
            <p:nvPr/>
          </p:nvSpPr>
          <p:spPr>
            <a:xfrm rot="5400000">
              <a:off x="2921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73177A7A-0624-8417-7B80-33B6A8F9A4B9}"/>
                </a:ext>
              </a:extLst>
            </p:cNvPr>
            <p:cNvSpPr/>
            <p:nvPr/>
          </p:nvSpPr>
          <p:spPr>
            <a:xfrm rot="5400000">
              <a:off x="2540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60BA0AC-EFEB-6AB6-0BEB-63053A0101B3}"/>
                </a:ext>
              </a:extLst>
            </p:cNvPr>
            <p:cNvSpPr/>
            <p:nvPr/>
          </p:nvSpPr>
          <p:spPr>
            <a:xfrm rot="5400000">
              <a:off x="2159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D226796-DF21-E05D-DD63-A048396CE524}"/>
                </a:ext>
              </a:extLst>
            </p:cNvPr>
            <p:cNvSpPr/>
            <p:nvPr/>
          </p:nvSpPr>
          <p:spPr>
            <a:xfrm rot="5400000">
              <a:off x="1778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7FDEF3D-E8A4-D749-4F1A-F9E9372F0F65}"/>
              </a:ext>
            </a:extLst>
          </p:cNvPr>
          <p:cNvGrpSpPr/>
          <p:nvPr/>
        </p:nvGrpSpPr>
        <p:grpSpPr>
          <a:xfrm>
            <a:off x="1508760" y="2616200"/>
            <a:ext cx="1676400" cy="381000"/>
            <a:chOff x="1625786" y="4404204"/>
            <a:chExt cx="1676400" cy="381000"/>
          </a:xfrm>
        </p:grpSpPr>
        <p:sp>
          <p:nvSpPr>
            <p:cNvPr id="20" name="Rounded Rectangle 29">
              <a:extLst>
                <a:ext uri="{FF2B5EF4-FFF2-40B4-BE49-F238E27FC236}">
                  <a16:creationId xmlns:a16="http://schemas.microsoft.com/office/drawing/2014/main" id="{846D87E1-A896-9D43-71D2-86E6F0E71BF0}"/>
                </a:ext>
              </a:extLst>
            </p:cNvPr>
            <p:cNvSpPr/>
            <p:nvPr/>
          </p:nvSpPr>
          <p:spPr>
            <a:xfrm rot="5400000">
              <a:off x="2273486" y="3756504"/>
              <a:ext cx="381000" cy="167640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C540D12-46C4-152D-BB48-B6FB549BFC1C}"/>
                </a:ext>
              </a:extLst>
            </p:cNvPr>
            <p:cNvSpPr/>
            <p:nvPr/>
          </p:nvSpPr>
          <p:spPr>
            <a:xfrm rot="5400000">
              <a:off x="2921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4CCA08E3-F25B-866D-8690-192F78D429CE}"/>
                </a:ext>
              </a:extLst>
            </p:cNvPr>
            <p:cNvSpPr/>
            <p:nvPr/>
          </p:nvSpPr>
          <p:spPr>
            <a:xfrm rot="5400000">
              <a:off x="2540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11A0A73E-B6D6-591E-34A0-E698C46287B5}"/>
                </a:ext>
              </a:extLst>
            </p:cNvPr>
            <p:cNvSpPr/>
            <p:nvPr/>
          </p:nvSpPr>
          <p:spPr>
            <a:xfrm rot="5400000">
              <a:off x="2159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685CA36-FDB8-3E52-42EC-EDCF79049792}"/>
                </a:ext>
              </a:extLst>
            </p:cNvPr>
            <p:cNvSpPr/>
            <p:nvPr/>
          </p:nvSpPr>
          <p:spPr>
            <a:xfrm rot="5400000">
              <a:off x="1778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F2108A6-3D7D-28D8-476C-7FA9282DD8EC}"/>
              </a:ext>
            </a:extLst>
          </p:cNvPr>
          <p:cNvGrpSpPr/>
          <p:nvPr/>
        </p:nvGrpSpPr>
        <p:grpSpPr>
          <a:xfrm>
            <a:off x="1508760" y="4048760"/>
            <a:ext cx="1676400" cy="381000"/>
            <a:chOff x="1625786" y="5534582"/>
            <a:chExt cx="1676400" cy="381000"/>
          </a:xfrm>
        </p:grpSpPr>
        <p:sp>
          <p:nvSpPr>
            <p:cNvPr id="26" name="Rounded Rectangle 7 2">
              <a:extLst>
                <a:ext uri="{FF2B5EF4-FFF2-40B4-BE49-F238E27FC236}">
                  <a16:creationId xmlns:a16="http://schemas.microsoft.com/office/drawing/2014/main" id="{319416BB-C121-8243-0BB7-A8AAE263AB94}"/>
                </a:ext>
              </a:extLst>
            </p:cNvPr>
            <p:cNvSpPr/>
            <p:nvPr/>
          </p:nvSpPr>
          <p:spPr>
            <a:xfrm rot="5400000">
              <a:off x="2273486" y="4886882"/>
              <a:ext cx="381000" cy="167640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51A2B82A-F5A8-DAA0-840A-E7ABDF8BC7E3}"/>
                </a:ext>
              </a:extLst>
            </p:cNvPr>
            <p:cNvSpPr/>
            <p:nvPr/>
          </p:nvSpPr>
          <p:spPr>
            <a:xfrm rot="5400000">
              <a:off x="2921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12DE852-5FCF-B599-9C0A-5A4B8EC7CBD1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28C96756-6E8F-22FE-5E56-097140A443B4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72A7F0A7-ED50-10E5-9492-58AEF264CD71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31" name="Group 30" descr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 title="IguanaTex Vector Display">
            <a:extLst>
              <a:ext uri="{FF2B5EF4-FFF2-40B4-BE49-F238E27FC236}">
                <a16:creationId xmlns:a16="http://schemas.microsoft.com/office/drawing/2014/main" id="{9E602B32-2B8B-5795-C928-6BE12B00ED5A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012666" y="2701836"/>
            <a:ext cx="368850" cy="209728"/>
            <a:chOff x="10836015" y="5394719"/>
            <a:chExt cx="368850" cy="209728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9746E7A-5BD4-88B3-486F-FA3D793AAB5E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0836015" y="5394719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040486BA-04E5-29AE-BBF2-3401DC88CBC8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1112546" y="5439782"/>
              <a:ext cx="92319" cy="164665"/>
            </a:xfrm>
            <a:custGeom>
              <a:avLst/>
              <a:gdLst>
                <a:gd name="connsiteX0" fmla="*/ 57554 w 92319"/>
                <a:gd name="connsiteY0" fmla="*/ 7030 h 164665"/>
                <a:gd name="connsiteX1" fmla="*/ 49946 w 92319"/>
                <a:gd name="connsiteY1" fmla="*/ 86 h 164665"/>
                <a:gd name="connsiteX2" fmla="*/ 235 w 92319"/>
                <a:gd name="connsiteY2" fmla="*/ 15958 h 164665"/>
                <a:gd name="connsiteX3" fmla="*/ 235 w 92319"/>
                <a:gd name="connsiteY3" fmla="*/ 24885 h 164665"/>
                <a:gd name="connsiteX4" fmla="*/ 37011 w 92319"/>
                <a:gd name="connsiteY4" fmla="*/ 17941 h 164665"/>
                <a:gd name="connsiteX5" fmla="*/ 37011 w 92319"/>
                <a:gd name="connsiteY5" fmla="*/ 144416 h 164665"/>
                <a:gd name="connsiteX6" fmla="*/ 11648 w 92319"/>
                <a:gd name="connsiteY6" fmla="*/ 155824 h 164665"/>
                <a:gd name="connsiteX7" fmla="*/ 2010 w 92319"/>
                <a:gd name="connsiteY7" fmla="*/ 155824 h 164665"/>
                <a:gd name="connsiteX8" fmla="*/ 2010 w 92319"/>
                <a:gd name="connsiteY8" fmla="*/ 164752 h 164665"/>
                <a:gd name="connsiteX9" fmla="*/ 47156 w 92319"/>
                <a:gd name="connsiteY9" fmla="*/ 163760 h 164665"/>
                <a:gd name="connsiteX10" fmla="*/ 92555 w 92319"/>
                <a:gd name="connsiteY10" fmla="*/ 164752 h 164665"/>
                <a:gd name="connsiteX11" fmla="*/ 92555 w 92319"/>
                <a:gd name="connsiteY11" fmla="*/ 155824 h 164665"/>
                <a:gd name="connsiteX12" fmla="*/ 82917 w 92319"/>
                <a:gd name="connsiteY12" fmla="*/ 155824 h 164665"/>
                <a:gd name="connsiteX13" fmla="*/ 57554 w 92319"/>
                <a:gd name="connsiteY13" fmla="*/ 144416 h 164665"/>
                <a:gd name="connsiteX14" fmla="*/ 57554 w 92319"/>
                <a:gd name="connsiteY14" fmla="*/ 7030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2319" h="164665">
                  <a:moveTo>
                    <a:pt x="57554" y="7030"/>
                  </a:moveTo>
                  <a:cubicBezTo>
                    <a:pt x="57554" y="334"/>
                    <a:pt x="57047" y="86"/>
                    <a:pt x="49946" y="86"/>
                  </a:cubicBezTo>
                  <a:cubicBezTo>
                    <a:pt x="33714" y="15710"/>
                    <a:pt x="10634" y="15958"/>
                    <a:pt x="235" y="15958"/>
                  </a:cubicBezTo>
                  <a:lnTo>
                    <a:pt x="235" y="24885"/>
                  </a:lnTo>
                  <a:cubicBezTo>
                    <a:pt x="6322" y="24885"/>
                    <a:pt x="23061" y="24885"/>
                    <a:pt x="37011" y="17941"/>
                  </a:cubicBezTo>
                  <a:lnTo>
                    <a:pt x="37011" y="144416"/>
                  </a:lnTo>
                  <a:cubicBezTo>
                    <a:pt x="37011" y="152600"/>
                    <a:pt x="37011" y="155824"/>
                    <a:pt x="11648" y="155824"/>
                  </a:cubicBezTo>
                  <a:lnTo>
                    <a:pt x="2010" y="155824"/>
                  </a:lnTo>
                  <a:lnTo>
                    <a:pt x="2010" y="164752"/>
                  </a:lnTo>
                  <a:cubicBezTo>
                    <a:pt x="6576" y="164504"/>
                    <a:pt x="37772" y="163760"/>
                    <a:pt x="47156" y="163760"/>
                  </a:cubicBezTo>
                  <a:cubicBezTo>
                    <a:pt x="55018" y="163760"/>
                    <a:pt x="86975" y="164504"/>
                    <a:pt x="92555" y="164752"/>
                  </a:cubicBezTo>
                  <a:lnTo>
                    <a:pt x="92555" y="155824"/>
                  </a:lnTo>
                  <a:lnTo>
                    <a:pt x="82917" y="155824"/>
                  </a:lnTo>
                  <a:cubicBezTo>
                    <a:pt x="57554" y="155824"/>
                    <a:pt x="57554" y="152600"/>
                    <a:pt x="57554" y="144416"/>
                  </a:cubicBezTo>
                  <a:lnTo>
                    <a:pt x="57554" y="7030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Nunito" pitchFamily="2" charset="0"/>
              </a:endParaRPr>
            </a:p>
          </p:txBody>
        </p:sp>
      </p:grpSp>
      <p:grpSp>
        <p:nvGrpSpPr>
          <p:cNvPr id="34" name="Group 33" descr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 title="IguanaTex Vector Display">
            <a:extLst>
              <a:ext uri="{FF2B5EF4-FFF2-40B4-BE49-F238E27FC236}">
                <a16:creationId xmlns:a16="http://schemas.microsoft.com/office/drawing/2014/main" id="{1353E6A9-57A8-6A64-7E56-E4013BBAFEE7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1008608" y="3179356"/>
            <a:ext cx="376966" cy="209728"/>
            <a:chOff x="10766885" y="5952795"/>
            <a:chExt cx="376966" cy="209728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1654EFFE-C54D-D7A5-AABB-02768F302F98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0766885" y="5952795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0E3F822-43CD-6BEC-D01C-BD4FE90A21C0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1031749" y="5997858"/>
              <a:ext cx="112102" cy="164665"/>
            </a:xfrm>
            <a:custGeom>
              <a:avLst/>
              <a:gdLst>
                <a:gd name="connsiteX0" fmla="*/ 112338 w 112102"/>
                <a:gd name="connsiteY0" fmla="*/ 119617 h 164665"/>
                <a:gd name="connsiteX1" fmla="*/ 103714 w 112102"/>
                <a:gd name="connsiteY1" fmla="*/ 119617 h 164665"/>
                <a:gd name="connsiteX2" fmla="*/ 97120 w 112102"/>
                <a:gd name="connsiteY2" fmla="*/ 142184 h 164665"/>
                <a:gd name="connsiteX3" fmla="*/ 72011 w 112102"/>
                <a:gd name="connsiteY3" fmla="*/ 143672 h 164665"/>
                <a:gd name="connsiteX4" fmla="*/ 25344 w 112102"/>
                <a:gd name="connsiteY4" fmla="*/ 143672 h 164665"/>
                <a:gd name="connsiteX5" fmla="*/ 76069 w 112102"/>
                <a:gd name="connsiteY5" fmla="*/ 102010 h 164665"/>
                <a:gd name="connsiteX6" fmla="*/ 112338 w 112102"/>
                <a:gd name="connsiteY6" fmla="*/ 48444 h 164665"/>
                <a:gd name="connsiteX7" fmla="*/ 52989 w 112102"/>
                <a:gd name="connsiteY7" fmla="*/ 86 h 164665"/>
                <a:gd name="connsiteX8" fmla="*/ 235 w 112102"/>
                <a:gd name="connsiteY8" fmla="*/ 44476 h 164665"/>
                <a:gd name="connsiteX9" fmla="*/ 13677 w 112102"/>
                <a:gd name="connsiteY9" fmla="*/ 58364 h 164665"/>
                <a:gd name="connsiteX10" fmla="*/ 27119 w 112102"/>
                <a:gd name="connsiteY10" fmla="*/ 45220 h 164665"/>
                <a:gd name="connsiteX11" fmla="*/ 12155 w 112102"/>
                <a:gd name="connsiteY11" fmla="*/ 32077 h 164665"/>
                <a:gd name="connsiteX12" fmla="*/ 49185 w 112102"/>
                <a:gd name="connsiteY12" fmla="*/ 9014 h 164665"/>
                <a:gd name="connsiteX13" fmla="*/ 87736 w 112102"/>
                <a:gd name="connsiteY13" fmla="*/ 48444 h 164665"/>
                <a:gd name="connsiteX14" fmla="*/ 63895 w 112102"/>
                <a:gd name="connsiteY14" fmla="*/ 96058 h 164665"/>
                <a:gd name="connsiteX15" fmla="*/ 2771 w 112102"/>
                <a:gd name="connsiteY15" fmla="*/ 155080 h 164665"/>
                <a:gd name="connsiteX16" fmla="*/ 235 w 112102"/>
                <a:gd name="connsiteY16" fmla="*/ 164752 h 164665"/>
                <a:gd name="connsiteX17" fmla="*/ 104729 w 112102"/>
                <a:gd name="connsiteY17" fmla="*/ 164752 h 164665"/>
                <a:gd name="connsiteX18" fmla="*/ 112338 w 112102"/>
                <a:gd name="connsiteY18" fmla="*/ 119617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2102" h="164665">
                  <a:moveTo>
                    <a:pt x="112338" y="119617"/>
                  </a:moveTo>
                  <a:lnTo>
                    <a:pt x="103714" y="119617"/>
                  </a:lnTo>
                  <a:cubicBezTo>
                    <a:pt x="102954" y="125073"/>
                    <a:pt x="100417" y="139705"/>
                    <a:pt x="97120" y="142184"/>
                  </a:cubicBezTo>
                  <a:cubicBezTo>
                    <a:pt x="95091" y="143672"/>
                    <a:pt x="75562" y="143672"/>
                    <a:pt x="72011" y="143672"/>
                  </a:cubicBezTo>
                  <a:lnTo>
                    <a:pt x="25344" y="143672"/>
                  </a:lnTo>
                  <a:cubicBezTo>
                    <a:pt x="51975" y="120609"/>
                    <a:pt x="60852" y="113666"/>
                    <a:pt x="76069" y="102010"/>
                  </a:cubicBezTo>
                  <a:cubicBezTo>
                    <a:pt x="94838" y="87379"/>
                    <a:pt x="112338" y="72003"/>
                    <a:pt x="112338" y="48444"/>
                  </a:cubicBezTo>
                  <a:cubicBezTo>
                    <a:pt x="112338" y="18437"/>
                    <a:pt x="85453" y="86"/>
                    <a:pt x="52989" y="86"/>
                  </a:cubicBezTo>
                  <a:cubicBezTo>
                    <a:pt x="21540" y="86"/>
                    <a:pt x="235" y="21661"/>
                    <a:pt x="235" y="44476"/>
                  </a:cubicBezTo>
                  <a:cubicBezTo>
                    <a:pt x="235" y="57124"/>
                    <a:pt x="11141" y="58364"/>
                    <a:pt x="13677" y="58364"/>
                  </a:cubicBezTo>
                  <a:cubicBezTo>
                    <a:pt x="19764" y="58364"/>
                    <a:pt x="27119" y="54148"/>
                    <a:pt x="27119" y="45220"/>
                  </a:cubicBezTo>
                  <a:cubicBezTo>
                    <a:pt x="27119" y="40757"/>
                    <a:pt x="25344" y="32077"/>
                    <a:pt x="12155" y="32077"/>
                  </a:cubicBezTo>
                  <a:cubicBezTo>
                    <a:pt x="20018" y="14470"/>
                    <a:pt x="37264" y="9014"/>
                    <a:pt x="49185" y="9014"/>
                  </a:cubicBezTo>
                  <a:cubicBezTo>
                    <a:pt x="74547" y="9014"/>
                    <a:pt x="87736" y="28357"/>
                    <a:pt x="87736" y="48444"/>
                  </a:cubicBezTo>
                  <a:cubicBezTo>
                    <a:pt x="87736" y="70019"/>
                    <a:pt x="72011" y="87131"/>
                    <a:pt x="63895" y="96058"/>
                  </a:cubicBezTo>
                  <a:lnTo>
                    <a:pt x="2771" y="155080"/>
                  </a:lnTo>
                  <a:cubicBezTo>
                    <a:pt x="235" y="157312"/>
                    <a:pt x="235" y="157808"/>
                    <a:pt x="235" y="164752"/>
                  </a:cubicBezTo>
                  <a:lnTo>
                    <a:pt x="104729" y="164752"/>
                  </a:lnTo>
                  <a:lnTo>
                    <a:pt x="112338" y="119617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</p:grpSp>
      <p:grpSp>
        <p:nvGrpSpPr>
          <p:cNvPr id="37" name="Group 36" descr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 title="IguanaTex Vector Display">
            <a:extLst>
              <a:ext uri="{FF2B5EF4-FFF2-40B4-BE49-F238E27FC236}">
                <a16:creationId xmlns:a16="http://schemas.microsoft.com/office/drawing/2014/main" id="{A64CD695-60E7-E6D5-77A3-5B1C65873716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1005565" y="4134396"/>
            <a:ext cx="383053" cy="209728"/>
            <a:chOff x="10919285" y="5637111"/>
            <a:chExt cx="383053" cy="209728"/>
          </a:xfrm>
        </p:grpSpPr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696C50E-980A-C71F-4F88-76860CDAB6F7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0919285" y="56371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92CFCBB4-6BBB-67AA-E9AE-41DE2C7DF35A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1178062" y="5679694"/>
              <a:ext cx="124276" cy="167145"/>
            </a:xfrm>
            <a:custGeom>
              <a:avLst/>
              <a:gdLst>
                <a:gd name="connsiteX0" fmla="*/ 124512 w 124276"/>
                <a:gd name="connsiteY0" fmla="*/ 126561 h 167145"/>
                <a:gd name="connsiteX1" fmla="*/ 124512 w 124276"/>
                <a:gd name="connsiteY1" fmla="*/ 117633 h 167145"/>
                <a:gd name="connsiteX2" fmla="*/ 96359 w 124276"/>
                <a:gd name="connsiteY2" fmla="*/ 117633 h 167145"/>
                <a:gd name="connsiteX3" fmla="*/ 96359 w 124276"/>
                <a:gd name="connsiteY3" fmla="*/ 7030 h 167145"/>
                <a:gd name="connsiteX4" fmla="*/ 90780 w 124276"/>
                <a:gd name="connsiteY4" fmla="*/ 86 h 167145"/>
                <a:gd name="connsiteX5" fmla="*/ 84185 w 124276"/>
                <a:gd name="connsiteY5" fmla="*/ 3558 h 167145"/>
                <a:gd name="connsiteX6" fmla="*/ 235 w 124276"/>
                <a:gd name="connsiteY6" fmla="*/ 117633 h 167145"/>
                <a:gd name="connsiteX7" fmla="*/ 235 w 124276"/>
                <a:gd name="connsiteY7" fmla="*/ 126561 h 167145"/>
                <a:gd name="connsiteX8" fmla="*/ 74801 w 124276"/>
                <a:gd name="connsiteY8" fmla="*/ 126561 h 167145"/>
                <a:gd name="connsiteX9" fmla="*/ 74801 w 124276"/>
                <a:gd name="connsiteY9" fmla="*/ 146896 h 167145"/>
                <a:gd name="connsiteX10" fmla="*/ 54257 w 124276"/>
                <a:gd name="connsiteY10" fmla="*/ 158304 h 167145"/>
                <a:gd name="connsiteX11" fmla="*/ 47409 w 124276"/>
                <a:gd name="connsiteY11" fmla="*/ 158304 h 167145"/>
                <a:gd name="connsiteX12" fmla="*/ 47409 w 124276"/>
                <a:gd name="connsiteY12" fmla="*/ 167231 h 167145"/>
                <a:gd name="connsiteX13" fmla="*/ 85453 w 124276"/>
                <a:gd name="connsiteY13" fmla="*/ 166240 h 167145"/>
                <a:gd name="connsiteX14" fmla="*/ 123751 w 124276"/>
                <a:gd name="connsiteY14" fmla="*/ 167231 h 167145"/>
                <a:gd name="connsiteX15" fmla="*/ 123751 w 124276"/>
                <a:gd name="connsiteY15" fmla="*/ 158304 h 167145"/>
                <a:gd name="connsiteX16" fmla="*/ 116903 w 124276"/>
                <a:gd name="connsiteY16" fmla="*/ 158304 h 167145"/>
                <a:gd name="connsiteX17" fmla="*/ 96359 w 124276"/>
                <a:gd name="connsiteY17" fmla="*/ 146896 h 167145"/>
                <a:gd name="connsiteX18" fmla="*/ 96359 w 124276"/>
                <a:gd name="connsiteY18" fmla="*/ 126561 h 167145"/>
                <a:gd name="connsiteX19" fmla="*/ 124512 w 124276"/>
                <a:gd name="connsiteY19" fmla="*/ 126561 h 167145"/>
                <a:gd name="connsiteX20" fmla="*/ 76576 w 124276"/>
                <a:gd name="connsiteY20" fmla="*/ 26869 h 167145"/>
                <a:gd name="connsiteX21" fmla="*/ 76576 w 124276"/>
                <a:gd name="connsiteY21" fmla="*/ 117633 h 167145"/>
                <a:gd name="connsiteX22" fmla="*/ 9619 w 124276"/>
                <a:gd name="connsiteY22" fmla="*/ 117633 h 167145"/>
                <a:gd name="connsiteX23" fmla="*/ 76576 w 124276"/>
                <a:gd name="connsiteY23" fmla="*/ 26869 h 167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4276" h="167145">
                  <a:moveTo>
                    <a:pt x="124512" y="126561"/>
                  </a:moveTo>
                  <a:lnTo>
                    <a:pt x="124512" y="117633"/>
                  </a:lnTo>
                  <a:lnTo>
                    <a:pt x="96359" y="117633"/>
                  </a:lnTo>
                  <a:lnTo>
                    <a:pt x="96359" y="7030"/>
                  </a:lnTo>
                  <a:cubicBezTo>
                    <a:pt x="96359" y="1822"/>
                    <a:pt x="96359" y="86"/>
                    <a:pt x="90780" y="86"/>
                  </a:cubicBezTo>
                  <a:cubicBezTo>
                    <a:pt x="87736" y="86"/>
                    <a:pt x="86721" y="86"/>
                    <a:pt x="84185" y="3558"/>
                  </a:cubicBezTo>
                  <a:lnTo>
                    <a:pt x="235" y="117633"/>
                  </a:lnTo>
                  <a:lnTo>
                    <a:pt x="235" y="126561"/>
                  </a:lnTo>
                  <a:lnTo>
                    <a:pt x="74801" y="126561"/>
                  </a:lnTo>
                  <a:lnTo>
                    <a:pt x="74801" y="146896"/>
                  </a:lnTo>
                  <a:cubicBezTo>
                    <a:pt x="74801" y="155328"/>
                    <a:pt x="74801" y="158304"/>
                    <a:pt x="54257" y="158304"/>
                  </a:cubicBezTo>
                  <a:lnTo>
                    <a:pt x="47409" y="158304"/>
                  </a:lnTo>
                  <a:lnTo>
                    <a:pt x="47409" y="167231"/>
                  </a:lnTo>
                  <a:cubicBezTo>
                    <a:pt x="60091" y="166735"/>
                    <a:pt x="76323" y="166240"/>
                    <a:pt x="85453" y="166240"/>
                  </a:cubicBezTo>
                  <a:cubicBezTo>
                    <a:pt x="94838" y="166240"/>
                    <a:pt x="111070" y="166735"/>
                    <a:pt x="123751" y="167231"/>
                  </a:cubicBezTo>
                  <a:lnTo>
                    <a:pt x="123751" y="158304"/>
                  </a:lnTo>
                  <a:lnTo>
                    <a:pt x="116903" y="158304"/>
                  </a:lnTo>
                  <a:cubicBezTo>
                    <a:pt x="96359" y="158304"/>
                    <a:pt x="96359" y="155328"/>
                    <a:pt x="96359" y="146896"/>
                  </a:cubicBezTo>
                  <a:lnTo>
                    <a:pt x="96359" y="126561"/>
                  </a:lnTo>
                  <a:lnTo>
                    <a:pt x="124512" y="126561"/>
                  </a:lnTo>
                  <a:close/>
                  <a:moveTo>
                    <a:pt x="76576" y="26869"/>
                  </a:moveTo>
                  <a:lnTo>
                    <a:pt x="76576" y="117633"/>
                  </a:lnTo>
                  <a:lnTo>
                    <a:pt x="9619" y="117633"/>
                  </a:lnTo>
                  <a:lnTo>
                    <a:pt x="76576" y="26869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</p:grpSp>
      <p:grpSp>
        <p:nvGrpSpPr>
          <p:cNvPr id="40" name="Group 39" descr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 title="IguanaTex Vector Display">
            <a:extLst>
              <a:ext uri="{FF2B5EF4-FFF2-40B4-BE49-F238E27FC236}">
                <a16:creationId xmlns:a16="http://schemas.microsoft.com/office/drawing/2014/main" id="{6312D7EF-4FE4-3477-59BD-241D10AC372A}"/>
              </a:ext>
            </a:extLst>
          </p:cNvPr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1007466" y="3654396"/>
            <a:ext cx="379250" cy="214688"/>
            <a:chOff x="11071685" y="5789511"/>
            <a:chExt cx="379250" cy="214688"/>
          </a:xfrm>
        </p:grpSpPr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BB6B8227-47E3-80EB-7AAD-83F99D132DA0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1071685" y="57895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44E7774E-79FD-B729-2883-C00316DE3836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1334267" y="5834574"/>
              <a:ext cx="116668" cy="169625"/>
            </a:xfrm>
            <a:custGeom>
              <a:avLst/>
              <a:gdLst>
                <a:gd name="connsiteX0" fmla="*/ 55779 w 116668"/>
                <a:gd name="connsiteY0" fmla="*/ 81923 h 169625"/>
                <a:gd name="connsiteX1" fmla="*/ 89765 w 116668"/>
                <a:gd name="connsiteY1" fmla="*/ 121849 h 169625"/>
                <a:gd name="connsiteX2" fmla="*/ 56794 w 116668"/>
                <a:gd name="connsiteY2" fmla="*/ 161776 h 169625"/>
                <a:gd name="connsiteX3" fmla="*/ 13677 w 116668"/>
                <a:gd name="connsiteY3" fmla="*/ 144416 h 169625"/>
                <a:gd name="connsiteX4" fmla="*/ 28387 w 116668"/>
                <a:gd name="connsiteY4" fmla="*/ 130529 h 169625"/>
                <a:gd name="connsiteX5" fmla="*/ 14438 w 116668"/>
                <a:gd name="connsiteY5" fmla="*/ 116889 h 169625"/>
                <a:gd name="connsiteX6" fmla="*/ 235 w 116668"/>
                <a:gd name="connsiteY6" fmla="*/ 131273 h 169625"/>
                <a:gd name="connsiteX7" fmla="*/ 57301 w 116668"/>
                <a:gd name="connsiteY7" fmla="*/ 169711 h 169625"/>
                <a:gd name="connsiteX8" fmla="*/ 116903 w 116668"/>
                <a:gd name="connsiteY8" fmla="*/ 121849 h 169625"/>
                <a:gd name="connsiteX9" fmla="*/ 72772 w 116668"/>
                <a:gd name="connsiteY9" fmla="*/ 77459 h 169625"/>
                <a:gd name="connsiteX10" fmla="*/ 109041 w 116668"/>
                <a:gd name="connsiteY10" fmla="*/ 34309 h 169625"/>
                <a:gd name="connsiteX11" fmla="*/ 57808 w 116668"/>
                <a:gd name="connsiteY11" fmla="*/ 86 h 169625"/>
                <a:gd name="connsiteX12" fmla="*/ 8097 w 116668"/>
                <a:gd name="connsiteY12" fmla="*/ 33317 h 169625"/>
                <a:gd name="connsiteX13" fmla="*/ 21286 w 116668"/>
                <a:gd name="connsiteY13" fmla="*/ 46460 h 169625"/>
                <a:gd name="connsiteX14" fmla="*/ 34221 w 116668"/>
                <a:gd name="connsiteY14" fmla="*/ 33813 h 169625"/>
                <a:gd name="connsiteX15" fmla="*/ 21286 w 116668"/>
                <a:gd name="connsiteY15" fmla="*/ 20917 h 169625"/>
                <a:gd name="connsiteX16" fmla="*/ 57047 w 116668"/>
                <a:gd name="connsiteY16" fmla="*/ 7278 h 169625"/>
                <a:gd name="connsiteX17" fmla="*/ 84439 w 116668"/>
                <a:gd name="connsiteY17" fmla="*/ 34309 h 169625"/>
                <a:gd name="connsiteX18" fmla="*/ 74294 w 116668"/>
                <a:gd name="connsiteY18" fmla="*/ 63820 h 169625"/>
                <a:gd name="connsiteX19" fmla="*/ 46141 w 116668"/>
                <a:gd name="connsiteY19" fmla="*/ 74483 h 169625"/>
                <a:gd name="connsiteX20" fmla="*/ 38025 w 116668"/>
                <a:gd name="connsiteY20" fmla="*/ 75227 h 169625"/>
                <a:gd name="connsiteX21" fmla="*/ 35489 w 116668"/>
                <a:gd name="connsiteY21" fmla="*/ 78451 h 169625"/>
                <a:gd name="connsiteX22" fmla="*/ 42083 w 116668"/>
                <a:gd name="connsiteY22" fmla="*/ 81923 h 169625"/>
                <a:gd name="connsiteX23" fmla="*/ 55779 w 116668"/>
                <a:gd name="connsiteY23" fmla="*/ 81923 h 169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6668" h="169625">
                  <a:moveTo>
                    <a:pt x="55779" y="81923"/>
                  </a:moveTo>
                  <a:cubicBezTo>
                    <a:pt x="75562" y="81923"/>
                    <a:pt x="89765" y="95314"/>
                    <a:pt x="89765" y="121849"/>
                  </a:cubicBezTo>
                  <a:cubicBezTo>
                    <a:pt x="89765" y="152600"/>
                    <a:pt x="71504" y="161776"/>
                    <a:pt x="56794" y="161776"/>
                  </a:cubicBezTo>
                  <a:cubicBezTo>
                    <a:pt x="46649" y="161776"/>
                    <a:pt x="24329" y="159048"/>
                    <a:pt x="13677" y="144416"/>
                  </a:cubicBezTo>
                  <a:cubicBezTo>
                    <a:pt x="25598" y="143920"/>
                    <a:pt x="28387" y="135737"/>
                    <a:pt x="28387" y="130529"/>
                  </a:cubicBezTo>
                  <a:cubicBezTo>
                    <a:pt x="28387" y="122593"/>
                    <a:pt x="22300" y="116889"/>
                    <a:pt x="14438" y="116889"/>
                  </a:cubicBezTo>
                  <a:cubicBezTo>
                    <a:pt x="7336" y="116889"/>
                    <a:pt x="235" y="121105"/>
                    <a:pt x="235" y="131273"/>
                  </a:cubicBezTo>
                  <a:cubicBezTo>
                    <a:pt x="235" y="154584"/>
                    <a:pt x="26612" y="169711"/>
                    <a:pt x="57301" y="169711"/>
                  </a:cubicBezTo>
                  <a:cubicBezTo>
                    <a:pt x="92555" y="169711"/>
                    <a:pt x="116903" y="146648"/>
                    <a:pt x="116903" y="121849"/>
                  </a:cubicBezTo>
                  <a:cubicBezTo>
                    <a:pt x="116903" y="102506"/>
                    <a:pt x="100671" y="83163"/>
                    <a:pt x="72772" y="77459"/>
                  </a:cubicBezTo>
                  <a:cubicBezTo>
                    <a:pt x="99403" y="68035"/>
                    <a:pt x="109041" y="49436"/>
                    <a:pt x="109041" y="34309"/>
                  </a:cubicBezTo>
                  <a:cubicBezTo>
                    <a:pt x="109041" y="14718"/>
                    <a:pt x="85961" y="86"/>
                    <a:pt x="57808" y="86"/>
                  </a:cubicBezTo>
                  <a:cubicBezTo>
                    <a:pt x="29656" y="86"/>
                    <a:pt x="8097" y="13478"/>
                    <a:pt x="8097" y="33317"/>
                  </a:cubicBezTo>
                  <a:cubicBezTo>
                    <a:pt x="8097" y="41748"/>
                    <a:pt x="13677" y="46460"/>
                    <a:pt x="21286" y="46460"/>
                  </a:cubicBezTo>
                  <a:cubicBezTo>
                    <a:pt x="29148" y="46460"/>
                    <a:pt x="34221" y="40757"/>
                    <a:pt x="34221" y="33813"/>
                  </a:cubicBezTo>
                  <a:cubicBezTo>
                    <a:pt x="34221" y="26621"/>
                    <a:pt x="29148" y="21413"/>
                    <a:pt x="21286" y="20917"/>
                  </a:cubicBezTo>
                  <a:cubicBezTo>
                    <a:pt x="30163" y="10006"/>
                    <a:pt x="47663" y="7278"/>
                    <a:pt x="57047" y="7278"/>
                  </a:cubicBezTo>
                  <a:cubicBezTo>
                    <a:pt x="68460" y="7278"/>
                    <a:pt x="84439" y="12734"/>
                    <a:pt x="84439" y="34309"/>
                  </a:cubicBezTo>
                  <a:cubicBezTo>
                    <a:pt x="84439" y="44724"/>
                    <a:pt x="80888" y="56132"/>
                    <a:pt x="74294" y="63820"/>
                  </a:cubicBezTo>
                  <a:cubicBezTo>
                    <a:pt x="65924" y="73243"/>
                    <a:pt x="58823" y="73739"/>
                    <a:pt x="46141" y="74483"/>
                  </a:cubicBezTo>
                  <a:cubicBezTo>
                    <a:pt x="39801" y="74979"/>
                    <a:pt x="39293" y="74979"/>
                    <a:pt x="38025" y="75227"/>
                  </a:cubicBezTo>
                  <a:cubicBezTo>
                    <a:pt x="37518" y="75227"/>
                    <a:pt x="35489" y="75723"/>
                    <a:pt x="35489" y="78451"/>
                  </a:cubicBezTo>
                  <a:cubicBezTo>
                    <a:pt x="35489" y="81923"/>
                    <a:pt x="37772" y="81923"/>
                    <a:pt x="42083" y="81923"/>
                  </a:cubicBezTo>
                  <a:lnTo>
                    <a:pt x="55779" y="81923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</p:grpSp>
      <p:sp>
        <p:nvSpPr>
          <p:cNvPr id="43" name="Rectangle 42">
            <a:extLst>
              <a:ext uri="{FF2B5EF4-FFF2-40B4-BE49-F238E27FC236}">
                <a16:creationId xmlns:a16="http://schemas.microsoft.com/office/drawing/2014/main" id="{3EF09675-B053-F641-D916-34C3EC2B28B5}"/>
              </a:ext>
            </a:extLst>
          </p:cNvPr>
          <p:cNvSpPr/>
          <p:nvPr/>
        </p:nvSpPr>
        <p:spPr>
          <a:xfrm>
            <a:off x="1427480" y="3053081"/>
            <a:ext cx="1803400" cy="94996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latin typeface="Nunito" pitchFamily="2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4FE94B8-CE76-4D3E-1B62-CE8EF763E86D}"/>
              </a:ext>
            </a:extLst>
          </p:cNvPr>
          <p:cNvGrpSpPr/>
          <p:nvPr/>
        </p:nvGrpSpPr>
        <p:grpSpPr>
          <a:xfrm>
            <a:off x="4374063" y="3593771"/>
            <a:ext cx="3235960" cy="381000"/>
            <a:chOff x="4282440" y="4110498"/>
            <a:chExt cx="3235960" cy="381000"/>
          </a:xfrm>
        </p:grpSpPr>
        <p:sp>
          <p:nvSpPr>
            <p:cNvPr id="45" name="Rounded Rectangle 29">
              <a:extLst>
                <a:ext uri="{FF2B5EF4-FFF2-40B4-BE49-F238E27FC236}">
                  <a16:creationId xmlns:a16="http://schemas.microsoft.com/office/drawing/2014/main" id="{F6727A98-748A-91E4-4C37-047C2CA4DD57}"/>
                </a:ext>
              </a:extLst>
            </p:cNvPr>
            <p:cNvSpPr/>
            <p:nvPr/>
          </p:nvSpPr>
          <p:spPr>
            <a:xfrm rot="5400000">
              <a:off x="5709920" y="2683018"/>
              <a:ext cx="381000" cy="323596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A442C880-476A-CD0C-FB0D-7B0956A1AF89}"/>
                </a:ext>
              </a:extLst>
            </p:cNvPr>
            <p:cNvSpPr/>
            <p:nvPr/>
          </p:nvSpPr>
          <p:spPr>
            <a:xfrm rot="5400000">
              <a:off x="5580018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8B7C64C5-80B9-821B-0A31-D58BFA364479}"/>
                </a:ext>
              </a:extLst>
            </p:cNvPr>
            <p:cNvSpPr/>
            <p:nvPr/>
          </p:nvSpPr>
          <p:spPr>
            <a:xfrm rot="5400000">
              <a:off x="5198292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0B2A72CB-9FF8-6D73-12BD-9B3FB2F1A865}"/>
                </a:ext>
              </a:extLst>
            </p:cNvPr>
            <p:cNvSpPr/>
            <p:nvPr/>
          </p:nvSpPr>
          <p:spPr>
            <a:xfrm rot="5400000">
              <a:off x="4816566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471D06CA-E455-E83C-5118-496423B6CE8F}"/>
                </a:ext>
              </a:extLst>
            </p:cNvPr>
            <p:cNvSpPr/>
            <p:nvPr/>
          </p:nvSpPr>
          <p:spPr>
            <a:xfrm rot="5400000">
              <a:off x="4434840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ACA30F9C-47E9-87EE-C3F5-EF6A2A6F0D8B}"/>
                </a:ext>
              </a:extLst>
            </p:cNvPr>
            <p:cNvSpPr/>
            <p:nvPr/>
          </p:nvSpPr>
          <p:spPr>
            <a:xfrm rot="5400000">
              <a:off x="7106920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FF3D5232-18F3-0A05-11E7-F5AB2A7FB7EC}"/>
                </a:ext>
              </a:extLst>
            </p:cNvPr>
            <p:cNvSpPr/>
            <p:nvPr/>
          </p:nvSpPr>
          <p:spPr>
            <a:xfrm rot="5400000">
              <a:off x="6725196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70231ADE-8BB2-9EC5-90D7-8811AA8A325B}"/>
                </a:ext>
              </a:extLst>
            </p:cNvPr>
            <p:cNvSpPr/>
            <p:nvPr/>
          </p:nvSpPr>
          <p:spPr>
            <a:xfrm rot="5400000">
              <a:off x="6343470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F0F4FBC7-08CB-A202-7821-91DBEBE82A3C}"/>
                </a:ext>
              </a:extLst>
            </p:cNvPr>
            <p:cNvSpPr/>
            <p:nvPr/>
          </p:nvSpPr>
          <p:spPr>
            <a:xfrm rot="5400000">
              <a:off x="5961744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23724B1-9EA5-E1C4-5FED-BBCA061EBFB2}"/>
              </a:ext>
            </a:extLst>
          </p:cNvPr>
          <p:cNvGrpSpPr/>
          <p:nvPr/>
        </p:nvGrpSpPr>
        <p:grpSpPr>
          <a:xfrm rot="16200000">
            <a:off x="6466840" y="3592354"/>
            <a:ext cx="3235960" cy="381000"/>
            <a:chOff x="4282440" y="4110498"/>
            <a:chExt cx="3235960" cy="381000"/>
          </a:xfrm>
        </p:grpSpPr>
        <p:sp>
          <p:nvSpPr>
            <p:cNvPr id="55" name="Rounded Rectangle 29">
              <a:extLst>
                <a:ext uri="{FF2B5EF4-FFF2-40B4-BE49-F238E27FC236}">
                  <a16:creationId xmlns:a16="http://schemas.microsoft.com/office/drawing/2014/main" id="{6246D779-AC3B-4E47-35EA-E833EFE5EEE4}"/>
                </a:ext>
              </a:extLst>
            </p:cNvPr>
            <p:cNvSpPr/>
            <p:nvPr/>
          </p:nvSpPr>
          <p:spPr>
            <a:xfrm rot="5400000">
              <a:off x="5709920" y="2683018"/>
              <a:ext cx="381000" cy="3235960"/>
            </a:xfrm>
            <a:prstGeom prst="round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37BEC7A8-05A8-86D6-8447-50BB28B41839}"/>
                </a:ext>
              </a:extLst>
            </p:cNvPr>
            <p:cNvSpPr/>
            <p:nvPr/>
          </p:nvSpPr>
          <p:spPr>
            <a:xfrm rot="5400000">
              <a:off x="5580018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2B25E7B3-60E7-1534-5122-0457875C25BF}"/>
                </a:ext>
              </a:extLst>
            </p:cNvPr>
            <p:cNvSpPr/>
            <p:nvPr/>
          </p:nvSpPr>
          <p:spPr>
            <a:xfrm rot="5400000">
              <a:off x="5198292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1334B711-1197-12B1-D29E-D383081B97D4}"/>
                </a:ext>
              </a:extLst>
            </p:cNvPr>
            <p:cNvSpPr/>
            <p:nvPr/>
          </p:nvSpPr>
          <p:spPr>
            <a:xfrm rot="5400000">
              <a:off x="4816566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8DE51BE9-FC16-F2EA-4A6C-0DEA737478C9}"/>
                </a:ext>
              </a:extLst>
            </p:cNvPr>
            <p:cNvSpPr/>
            <p:nvPr/>
          </p:nvSpPr>
          <p:spPr>
            <a:xfrm rot="5400000">
              <a:off x="4434840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E0663B32-7B4A-0F44-9D55-98EED100C324}"/>
                </a:ext>
              </a:extLst>
            </p:cNvPr>
            <p:cNvSpPr/>
            <p:nvPr/>
          </p:nvSpPr>
          <p:spPr>
            <a:xfrm rot="5400000">
              <a:off x="7106920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917ADF9B-19E0-FFAE-3CEE-C3CB228F2350}"/>
                </a:ext>
              </a:extLst>
            </p:cNvPr>
            <p:cNvSpPr/>
            <p:nvPr/>
          </p:nvSpPr>
          <p:spPr>
            <a:xfrm rot="5400000">
              <a:off x="6725196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63CCE8D4-AD26-C203-D9D6-9D3CA07AF58D}"/>
                </a:ext>
              </a:extLst>
            </p:cNvPr>
            <p:cNvSpPr/>
            <p:nvPr/>
          </p:nvSpPr>
          <p:spPr>
            <a:xfrm rot="5400000">
              <a:off x="6343470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09F88F6-651E-EA44-CFA3-7CAE05734016}"/>
                </a:ext>
              </a:extLst>
            </p:cNvPr>
            <p:cNvSpPr/>
            <p:nvPr/>
          </p:nvSpPr>
          <p:spPr>
            <a:xfrm rot="5400000">
              <a:off x="5961744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sp>
        <p:nvSpPr>
          <p:cNvPr id="64" name="Graphic 27678" descr="\documentclass{article}&#10;\usepackage{amsmath,amssymb}&#10;\pagestyle{empty}&#10;\begin{document}&#10;&#10;\newcommand{\score}{\textrm{score}}&#10;\newcommand{\classify}{\textrm{classify}}&#10;\newcommand{\bx}{\mathbf{x}}&#10;&#10;\begin{align*}&#10;=&#10;\end{align*}&#10;&#10;&#10;\end{document}" title="IguanaTex Vector Display">
            <a:extLst>
              <a:ext uri="{FF2B5EF4-FFF2-40B4-BE49-F238E27FC236}">
                <a16:creationId xmlns:a16="http://schemas.microsoft.com/office/drawing/2014/main" id="{9364636C-34D0-6A3C-8734-CEF42F7ECA37}"/>
              </a:ext>
            </a:extLst>
          </p:cNvPr>
          <p:cNvSpPr>
            <a:spLocks noChangeAspect="1"/>
          </p:cNvSpPr>
          <p:nvPr>
            <p:custDataLst>
              <p:tags r:id="rId5"/>
            </p:custDataLst>
          </p:nvPr>
        </p:nvSpPr>
        <p:spPr>
          <a:xfrm>
            <a:off x="8529320" y="3751580"/>
            <a:ext cx="220866" cy="93261"/>
          </a:xfrm>
          <a:custGeom>
            <a:avLst/>
            <a:gdLst>
              <a:gd name="connsiteX0" fmla="*/ 209803 w 220866"/>
              <a:gd name="connsiteY0" fmla="*/ 16027 h 93261"/>
              <a:gd name="connsiteX1" fmla="*/ 221096 w 220866"/>
              <a:gd name="connsiteY1" fmla="*/ 8056 h 93261"/>
              <a:gd name="connsiteX2" fmla="*/ 210136 w 220866"/>
              <a:gd name="connsiteY2" fmla="*/ 85 h 93261"/>
              <a:gd name="connsiteX3" fmla="*/ 11190 w 220866"/>
              <a:gd name="connsiteY3" fmla="*/ 85 h 93261"/>
              <a:gd name="connsiteX4" fmla="*/ 230 w 220866"/>
              <a:gd name="connsiteY4" fmla="*/ 8056 h 93261"/>
              <a:gd name="connsiteX5" fmla="*/ 11522 w 220866"/>
              <a:gd name="connsiteY5" fmla="*/ 16027 h 93261"/>
              <a:gd name="connsiteX6" fmla="*/ 209803 w 220866"/>
              <a:gd name="connsiteY6" fmla="*/ 16027 h 93261"/>
              <a:gd name="connsiteX7" fmla="*/ 210136 w 220866"/>
              <a:gd name="connsiteY7" fmla="*/ 93347 h 93261"/>
              <a:gd name="connsiteX8" fmla="*/ 221096 w 220866"/>
              <a:gd name="connsiteY8" fmla="*/ 85376 h 93261"/>
              <a:gd name="connsiteX9" fmla="*/ 209803 w 220866"/>
              <a:gd name="connsiteY9" fmla="*/ 77404 h 93261"/>
              <a:gd name="connsiteX10" fmla="*/ 11522 w 220866"/>
              <a:gd name="connsiteY10" fmla="*/ 77404 h 93261"/>
              <a:gd name="connsiteX11" fmla="*/ 230 w 220866"/>
              <a:gd name="connsiteY11" fmla="*/ 85376 h 93261"/>
              <a:gd name="connsiteX12" fmla="*/ 11190 w 220866"/>
              <a:gd name="connsiteY12" fmla="*/ 93347 h 93261"/>
              <a:gd name="connsiteX13" fmla="*/ 210136 w 220866"/>
              <a:gd name="connsiteY13" fmla="*/ 93347 h 932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20866" h="93261">
                <a:moveTo>
                  <a:pt x="209803" y="16027"/>
                </a:moveTo>
                <a:cubicBezTo>
                  <a:pt x="214785" y="16027"/>
                  <a:pt x="221096" y="16027"/>
                  <a:pt x="221096" y="8056"/>
                </a:cubicBezTo>
                <a:cubicBezTo>
                  <a:pt x="221096" y="85"/>
                  <a:pt x="214785" y="85"/>
                  <a:pt x="210136" y="85"/>
                </a:cubicBezTo>
                <a:lnTo>
                  <a:pt x="11190" y="85"/>
                </a:lnTo>
                <a:cubicBezTo>
                  <a:pt x="6540" y="85"/>
                  <a:pt x="230" y="85"/>
                  <a:pt x="230" y="8056"/>
                </a:cubicBezTo>
                <a:cubicBezTo>
                  <a:pt x="230" y="16027"/>
                  <a:pt x="6540" y="16027"/>
                  <a:pt x="11522" y="16027"/>
                </a:cubicBezTo>
                <a:lnTo>
                  <a:pt x="209803" y="16027"/>
                </a:lnTo>
                <a:close/>
                <a:moveTo>
                  <a:pt x="210136" y="93347"/>
                </a:moveTo>
                <a:cubicBezTo>
                  <a:pt x="214785" y="93347"/>
                  <a:pt x="221096" y="93347"/>
                  <a:pt x="221096" y="85376"/>
                </a:cubicBezTo>
                <a:cubicBezTo>
                  <a:pt x="221096" y="77404"/>
                  <a:pt x="214785" y="77404"/>
                  <a:pt x="209803" y="77404"/>
                </a:cubicBezTo>
                <a:lnTo>
                  <a:pt x="11522" y="77404"/>
                </a:lnTo>
                <a:cubicBezTo>
                  <a:pt x="6540" y="77404"/>
                  <a:pt x="230" y="77404"/>
                  <a:pt x="230" y="85376"/>
                </a:cubicBezTo>
                <a:cubicBezTo>
                  <a:pt x="230" y="93347"/>
                  <a:pt x="6540" y="93347"/>
                  <a:pt x="11190" y="93347"/>
                </a:cubicBezTo>
                <a:lnTo>
                  <a:pt x="210136" y="93347"/>
                </a:lnTo>
                <a:close/>
              </a:path>
            </a:pathLst>
          </a:custGeom>
          <a:solidFill>
            <a:srgbClr val="000000"/>
          </a:solidFill>
          <a:ln w="33338" cap="flat">
            <a:noFill/>
            <a:prstDash val="solid"/>
            <a:miter/>
          </a:ln>
        </p:spPr>
        <p:txBody>
          <a:bodyPr rtlCol="0" anchor="ctr"/>
          <a:lstStyle/>
          <a:p>
            <a:endParaRPr lang="en-CA">
              <a:latin typeface="Nunito" pitchFamily="2" charset="0"/>
            </a:endParaRPr>
          </a:p>
        </p:txBody>
      </p:sp>
      <p:sp>
        <p:nvSpPr>
          <p:cNvPr id="65" name="Rounded Rectangle 7 1">
            <a:extLst>
              <a:ext uri="{FF2B5EF4-FFF2-40B4-BE49-F238E27FC236}">
                <a16:creationId xmlns:a16="http://schemas.microsoft.com/office/drawing/2014/main" id="{35D48A12-2902-39B8-E25D-A6A26FAEFFAD}"/>
              </a:ext>
            </a:extLst>
          </p:cNvPr>
          <p:cNvSpPr/>
          <p:nvPr/>
        </p:nvSpPr>
        <p:spPr>
          <a:xfrm rot="10800000">
            <a:off x="8984889" y="3121661"/>
            <a:ext cx="381000" cy="1308099"/>
          </a:xfrm>
          <a:prstGeom prst="round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2BCCBAB-5DC1-67CD-A312-694A3DCA7915}"/>
              </a:ext>
            </a:extLst>
          </p:cNvPr>
          <p:cNvSpPr/>
          <p:nvPr/>
        </p:nvSpPr>
        <p:spPr>
          <a:xfrm rot="10800000">
            <a:off x="9061089" y="327406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E6A72A40-E675-A21B-694C-B955AD9759AD}"/>
              </a:ext>
            </a:extLst>
          </p:cNvPr>
          <p:cNvSpPr/>
          <p:nvPr/>
        </p:nvSpPr>
        <p:spPr>
          <a:xfrm rot="10800000">
            <a:off x="9061089" y="364998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0F803B6-D46B-9FFC-47B5-ED889FCD5AED}"/>
              </a:ext>
            </a:extLst>
          </p:cNvPr>
          <p:cNvCxnSpPr>
            <a:cxnSpLocks/>
          </p:cNvCxnSpPr>
          <p:nvPr/>
        </p:nvCxnSpPr>
        <p:spPr>
          <a:xfrm flipH="1">
            <a:off x="8448040" y="2224088"/>
            <a:ext cx="487680" cy="260471"/>
          </a:xfrm>
          <a:prstGeom prst="straightConnector1">
            <a:avLst/>
          </a:prstGeom>
          <a:ln w="57150">
            <a:solidFill>
              <a:srgbClr val="2683C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DFC3DC5C-5842-4AD2-9B9A-AD6605A175F5}"/>
              </a:ext>
            </a:extLst>
          </p:cNvPr>
          <p:cNvSpPr txBox="1"/>
          <p:nvPr/>
        </p:nvSpPr>
        <p:spPr>
          <a:xfrm>
            <a:off x="8123960" y="1715915"/>
            <a:ext cx="327174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CA" sz="2800" dirty="0">
                <a:solidFill>
                  <a:srgbClr val="2683C6"/>
                </a:solidFill>
                <a:latin typeface="Nunito" pitchFamily="2" charset="0"/>
              </a:rPr>
              <a:t>parameters/</a:t>
            </a:r>
            <a:r>
              <a:rPr lang="en-US" altLang="zh-CN" sz="2800" dirty="0">
                <a:solidFill>
                  <a:srgbClr val="2683C6"/>
                </a:solidFill>
                <a:latin typeface="Nunito" pitchFamily="2" charset="0"/>
              </a:rPr>
              <a:t>kernel</a:t>
            </a:r>
            <a:endParaRPr lang="en-CA" sz="2800" dirty="0">
              <a:solidFill>
                <a:srgbClr val="2683C6"/>
              </a:solidFill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75868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9FF8A-7739-2027-C002-2C0612E8F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Kernel/Filter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30C56-299F-B34B-7665-A5F9E07D0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9</a:t>
            </a:fld>
            <a:endParaRPr lang="en-CA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D1E11DE-F70C-DA9A-3CDB-4DC7E99697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CA" dirty="0"/>
              <a:t>Start from word embeddings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Take dot product between filter and (stretched) word embeddings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B0C2D40-0ED2-A838-19BA-02FEF83C8FB7}"/>
              </a:ext>
            </a:extLst>
          </p:cNvPr>
          <p:cNvGrpSpPr/>
          <p:nvPr/>
        </p:nvGrpSpPr>
        <p:grpSpPr>
          <a:xfrm>
            <a:off x="1508760" y="3571240"/>
            <a:ext cx="1676400" cy="381000"/>
            <a:chOff x="1625786" y="5534582"/>
            <a:chExt cx="1676400" cy="381000"/>
          </a:xfrm>
        </p:grpSpPr>
        <p:sp>
          <p:nvSpPr>
            <p:cNvPr id="7" name="Rounded Rectangle 7 1">
              <a:extLst>
                <a:ext uri="{FF2B5EF4-FFF2-40B4-BE49-F238E27FC236}">
                  <a16:creationId xmlns:a16="http://schemas.microsoft.com/office/drawing/2014/main" id="{A6C40D6E-8598-C090-8085-E9C0E45C9B9E}"/>
                </a:ext>
              </a:extLst>
            </p:cNvPr>
            <p:cNvSpPr/>
            <p:nvPr/>
          </p:nvSpPr>
          <p:spPr>
            <a:xfrm rot="5400000">
              <a:off x="2273486" y="4886882"/>
              <a:ext cx="381000" cy="167640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342B276-57E7-8AC4-20D6-A0998B71E3A6}"/>
                </a:ext>
              </a:extLst>
            </p:cNvPr>
            <p:cNvSpPr/>
            <p:nvPr/>
          </p:nvSpPr>
          <p:spPr>
            <a:xfrm rot="5400000">
              <a:off x="2921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DF074B18-8024-96D2-4659-74FDEE84F3C3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F52807D-2499-F2F2-5ADF-269E28C112B9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BF22AF-B933-C2CE-BB33-0138E9433D1A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8DCE3CC-79AE-331E-E1CA-39C5FBE76929}"/>
              </a:ext>
            </a:extLst>
          </p:cNvPr>
          <p:cNvGrpSpPr/>
          <p:nvPr/>
        </p:nvGrpSpPr>
        <p:grpSpPr>
          <a:xfrm>
            <a:off x="1508760" y="3093720"/>
            <a:ext cx="1676400" cy="381000"/>
            <a:chOff x="1625786" y="4975782"/>
            <a:chExt cx="1676400" cy="381000"/>
          </a:xfrm>
        </p:grpSpPr>
        <p:sp>
          <p:nvSpPr>
            <p:cNvPr id="13" name="Rounded Rectangle 49">
              <a:extLst>
                <a:ext uri="{FF2B5EF4-FFF2-40B4-BE49-F238E27FC236}">
                  <a16:creationId xmlns:a16="http://schemas.microsoft.com/office/drawing/2014/main" id="{9FA7BE35-D429-B304-7F9C-FB802E8551A8}"/>
                </a:ext>
              </a:extLst>
            </p:cNvPr>
            <p:cNvSpPr/>
            <p:nvPr/>
          </p:nvSpPr>
          <p:spPr>
            <a:xfrm rot="5400000">
              <a:off x="2273486" y="4328082"/>
              <a:ext cx="381000" cy="167640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4B68908-37C9-791D-41E3-30166E8C0ECC}"/>
                </a:ext>
              </a:extLst>
            </p:cNvPr>
            <p:cNvSpPr/>
            <p:nvPr/>
          </p:nvSpPr>
          <p:spPr>
            <a:xfrm rot="5400000">
              <a:off x="2921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8B29A83-7D39-9410-5B09-FAD00BD45C93}"/>
                </a:ext>
              </a:extLst>
            </p:cNvPr>
            <p:cNvSpPr/>
            <p:nvPr/>
          </p:nvSpPr>
          <p:spPr>
            <a:xfrm rot="5400000">
              <a:off x="2540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CDA5FEEF-36DA-A90E-C832-D33046CA6414}"/>
                </a:ext>
              </a:extLst>
            </p:cNvPr>
            <p:cNvSpPr/>
            <p:nvPr/>
          </p:nvSpPr>
          <p:spPr>
            <a:xfrm rot="5400000">
              <a:off x="2159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7679128-656D-DEC4-4324-10FB29BE9A24}"/>
                </a:ext>
              </a:extLst>
            </p:cNvPr>
            <p:cNvSpPr/>
            <p:nvPr/>
          </p:nvSpPr>
          <p:spPr>
            <a:xfrm rot="5400000">
              <a:off x="1778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A6F7AE9-39AB-2A58-A43F-2C5A2C94E7A1}"/>
              </a:ext>
            </a:extLst>
          </p:cNvPr>
          <p:cNvGrpSpPr/>
          <p:nvPr/>
        </p:nvGrpSpPr>
        <p:grpSpPr>
          <a:xfrm>
            <a:off x="1508760" y="2616200"/>
            <a:ext cx="1676400" cy="381000"/>
            <a:chOff x="1625786" y="4404204"/>
            <a:chExt cx="1676400" cy="381000"/>
          </a:xfrm>
        </p:grpSpPr>
        <p:sp>
          <p:nvSpPr>
            <p:cNvPr id="19" name="Rounded Rectangle 29">
              <a:extLst>
                <a:ext uri="{FF2B5EF4-FFF2-40B4-BE49-F238E27FC236}">
                  <a16:creationId xmlns:a16="http://schemas.microsoft.com/office/drawing/2014/main" id="{4400D815-5EA1-412B-EB55-BA9EE02469AF}"/>
                </a:ext>
              </a:extLst>
            </p:cNvPr>
            <p:cNvSpPr/>
            <p:nvPr/>
          </p:nvSpPr>
          <p:spPr>
            <a:xfrm rot="5400000">
              <a:off x="2273486" y="3756504"/>
              <a:ext cx="381000" cy="167640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6B840E2-8421-6C66-3370-169C3BF61220}"/>
                </a:ext>
              </a:extLst>
            </p:cNvPr>
            <p:cNvSpPr/>
            <p:nvPr/>
          </p:nvSpPr>
          <p:spPr>
            <a:xfrm rot="5400000">
              <a:off x="2921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C239537-35BC-2F22-E072-32A4BC6E3470}"/>
                </a:ext>
              </a:extLst>
            </p:cNvPr>
            <p:cNvSpPr/>
            <p:nvPr/>
          </p:nvSpPr>
          <p:spPr>
            <a:xfrm rot="5400000">
              <a:off x="2540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F4949578-5A91-8F9C-1F6A-F894B2D103B8}"/>
                </a:ext>
              </a:extLst>
            </p:cNvPr>
            <p:cNvSpPr/>
            <p:nvPr/>
          </p:nvSpPr>
          <p:spPr>
            <a:xfrm rot="5400000">
              <a:off x="2159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DB9CDBE-89B9-5A7D-E26C-92954802BC90}"/>
                </a:ext>
              </a:extLst>
            </p:cNvPr>
            <p:cNvSpPr/>
            <p:nvPr/>
          </p:nvSpPr>
          <p:spPr>
            <a:xfrm rot="5400000">
              <a:off x="1778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E86ACBC-FEDB-2662-5FF3-E5C80769231C}"/>
              </a:ext>
            </a:extLst>
          </p:cNvPr>
          <p:cNvGrpSpPr/>
          <p:nvPr/>
        </p:nvGrpSpPr>
        <p:grpSpPr>
          <a:xfrm>
            <a:off x="1508760" y="4048760"/>
            <a:ext cx="1676400" cy="381000"/>
            <a:chOff x="1625786" y="5534582"/>
            <a:chExt cx="1676400" cy="381000"/>
          </a:xfrm>
        </p:grpSpPr>
        <p:sp>
          <p:nvSpPr>
            <p:cNvPr id="25" name="Rounded Rectangle 7 2">
              <a:extLst>
                <a:ext uri="{FF2B5EF4-FFF2-40B4-BE49-F238E27FC236}">
                  <a16:creationId xmlns:a16="http://schemas.microsoft.com/office/drawing/2014/main" id="{F4844BEA-AC61-F655-A9C9-B6C0162AE282}"/>
                </a:ext>
              </a:extLst>
            </p:cNvPr>
            <p:cNvSpPr/>
            <p:nvPr/>
          </p:nvSpPr>
          <p:spPr>
            <a:xfrm rot="5400000">
              <a:off x="2273486" y="4886882"/>
              <a:ext cx="381000" cy="167640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508F8DED-370A-5E1A-CCDA-E3B5532BB8E1}"/>
                </a:ext>
              </a:extLst>
            </p:cNvPr>
            <p:cNvSpPr/>
            <p:nvPr/>
          </p:nvSpPr>
          <p:spPr>
            <a:xfrm rot="5400000">
              <a:off x="2921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B251FA29-E8A5-1731-691C-6CEBB341FE7E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4B68DC8B-069E-0750-984F-7FD1733FC920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ADC0F4E3-CC93-AFAD-8074-BBB57EE42734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30" name="Group 29" descr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 title="IguanaTex Vector Display">
            <a:extLst>
              <a:ext uri="{FF2B5EF4-FFF2-40B4-BE49-F238E27FC236}">
                <a16:creationId xmlns:a16="http://schemas.microsoft.com/office/drawing/2014/main" id="{D961B874-748C-38BB-927F-AAEA5E6E087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012666" y="2701836"/>
            <a:ext cx="368850" cy="209728"/>
            <a:chOff x="10836015" y="5394719"/>
            <a:chExt cx="368850" cy="209728"/>
          </a:xfrm>
        </p:grpSpPr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8C9166C-0B86-ACE8-1858-E3CCEDF8097D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0836015" y="5394719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ADD1D84-14AC-1B5C-8DAB-720DBBCE9A25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1112546" y="5439782"/>
              <a:ext cx="92319" cy="164665"/>
            </a:xfrm>
            <a:custGeom>
              <a:avLst/>
              <a:gdLst>
                <a:gd name="connsiteX0" fmla="*/ 57554 w 92319"/>
                <a:gd name="connsiteY0" fmla="*/ 7030 h 164665"/>
                <a:gd name="connsiteX1" fmla="*/ 49946 w 92319"/>
                <a:gd name="connsiteY1" fmla="*/ 86 h 164665"/>
                <a:gd name="connsiteX2" fmla="*/ 235 w 92319"/>
                <a:gd name="connsiteY2" fmla="*/ 15958 h 164665"/>
                <a:gd name="connsiteX3" fmla="*/ 235 w 92319"/>
                <a:gd name="connsiteY3" fmla="*/ 24885 h 164665"/>
                <a:gd name="connsiteX4" fmla="*/ 37011 w 92319"/>
                <a:gd name="connsiteY4" fmla="*/ 17941 h 164665"/>
                <a:gd name="connsiteX5" fmla="*/ 37011 w 92319"/>
                <a:gd name="connsiteY5" fmla="*/ 144416 h 164665"/>
                <a:gd name="connsiteX6" fmla="*/ 11648 w 92319"/>
                <a:gd name="connsiteY6" fmla="*/ 155824 h 164665"/>
                <a:gd name="connsiteX7" fmla="*/ 2010 w 92319"/>
                <a:gd name="connsiteY7" fmla="*/ 155824 h 164665"/>
                <a:gd name="connsiteX8" fmla="*/ 2010 w 92319"/>
                <a:gd name="connsiteY8" fmla="*/ 164752 h 164665"/>
                <a:gd name="connsiteX9" fmla="*/ 47156 w 92319"/>
                <a:gd name="connsiteY9" fmla="*/ 163760 h 164665"/>
                <a:gd name="connsiteX10" fmla="*/ 92555 w 92319"/>
                <a:gd name="connsiteY10" fmla="*/ 164752 h 164665"/>
                <a:gd name="connsiteX11" fmla="*/ 92555 w 92319"/>
                <a:gd name="connsiteY11" fmla="*/ 155824 h 164665"/>
                <a:gd name="connsiteX12" fmla="*/ 82917 w 92319"/>
                <a:gd name="connsiteY12" fmla="*/ 155824 h 164665"/>
                <a:gd name="connsiteX13" fmla="*/ 57554 w 92319"/>
                <a:gd name="connsiteY13" fmla="*/ 144416 h 164665"/>
                <a:gd name="connsiteX14" fmla="*/ 57554 w 92319"/>
                <a:gd name="connsiteY14" fmla="*/ 7030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2319" h="164665">
                  <a:moveTo>
                    <a:pt x="57554" y="7030"/>
                  </a:moveTo>
                  <a:cubicBezTo>
                    <a:pt x="57554" y="334"/>
                    <a:pt x="57047" y="86"/>
                    <a:pt x="49946" y="86"/>
                  </a:cubicBezTo>
                  <a:cubicBezTo>
                    <a:pt x="33714" y="15710"/>
                    <a:pt x="10634" y="15958"/>
                    <a:pt x="235" y="15958"/>
                  </a:cubicBezTo>
                  <a:lnTo>
                    <a:pt x="235" y="24885"/>
                  </a:lnTo>
                  <a:cubicBezTo>
                    <a:pt x="6322" y="24885"/>
                    <a:pt x="23061" y="24885"/>
                    <a:pt x="37011" y="17941"/>
                  </a:cubicBezTo>
                  <a:lnTo>
                    <a:pt x="37011" y="144416"/>
                  </a:lnTo>
                  <a:cubicBezTo>
                    <a:pt x="37011" y="152600"/>
                    <a:pt x="37011" y="155824"/>
                    <a:pt x="11648" y="155824"/>
                  </a:cubicBezTo>
                  <a:lnTo>
                    <a:pt x="2010" y="155824"/>
                  </a:lnTo>
                  <a:lnTo>
                    <a:pt x="2010" y="164752"/>
                  </a:lnTo>
                  <a:cubicBezTo>
                    <a:pt x="6576" y="164504"/>
                    <a:pt x="37772" y="163760"/>
                    <a:pt x="47156" y="163760"/>
                  </a:cubicBezTo>
                  <a:cubicBezTo>
                    <a:pt x="55018" y="163760"/>
                    <a:pt x="86975" y="164504"/>
                    <a:pt x="92555" y="164752"/>
                  </a:cubicBezTo>
                  <a:lnTo>
                    <a:pt x="92555" y="155824"/>
                  </a:lnTo>
                  <a:lnTo>
                    <a:pt x="82917" y="155824"/>
                  </a:lnTo>
                  <a:cubicBezTo>
                    <a:pt x="57554" y="155824"/>
                    <a:pt x="57554" y="152600"/>
                    <a:pt x="57554" y="144416"/>
                  </a:cubicBezTo>
                  <a:lnTo>
                    <a:pt x="57554" y="7030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Nunito" pitchFamily="2" charset="0"/>
              </a:endParaRPr>
            </a:p>
          </p:txBody>
        </p:sp>
      </p:grpSp>
      <p:grpSp>
        <p:nvGrpSpPr>
          <p:cNvPr id="33" name="Group 32" descr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 title="IguanaTex Vector Display">
            <a:extLst>
              <a:ext uri="{FF2B5EF4-FFF2-40B4-BE49-F238E27FC236}">
                <a16:creationId xmlns:a16="http://schemas.microsoft.com/office/drawing/2014/main" id="{1B7F6F35-AD2B-75C4-565D-9079C90991D6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1008608" y="3179356"/>
            <a:ext cx="376966" cy="209728"/>
            <a:chOff x="10766885" y="5952795"/>
            <a:chExt cx="376966" cy="209728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BAB31C0-D9DD-07B4-41B9-29480BDA295B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0766885" y="5952795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5F438AC-1308-AEBE-A14E-089679AC82D6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1031749" y="5997858"/>
              <a:ext cx="112102" cy="164665"/>
            </a:xfrm>
            <a:custGeom>
              <a:avLst/>
              <a:gdLst>
                <a:gd name="connsiteX0" fmla="*/ 112338 w 112102"/>
                <a:gd name="connsiteY0" fmla="*/ 119617 h 164665"/>
                <a:gd name="connsiteX1" fmla="*/ 103714 w 112102"/>
                <a:gd name="connsiteY1" fmla="*/ 119617 h 164665"/>
                <a:gd name="connsiteX2" fmla="*/ 97120 w 112102"/>
                <a:gd name="connsiteY2" fmla="*/ 142184 h 164665"/>
                <a:gd name="connsiteX3" fmla="*/ 72011 w 112102"/>
                <a:gd name="connsiteY3" fmla="*/ 143672 h 164665"/>
                <a:gd name="connsiteX4" fmla="*/ 25344 w 112102"/>
                <a:gd name="connsiteY4" fmla="*/ 143672 h 164665"/>
                <a:gd name="connsiteX5" fmla="*/ 76069 w 112102"/>
                <a:gd name="connsiteY5" fmla="*/ 102010 h 164665"/>
                <a:gd name="connsiteX6" fmla="*/ 112338 w 112102"/>
                <a:gd name="connsiteY6" fmla="*/ 48444 h 164665"/>
                <a:gd name="connsiteX7" fmla="*/ 52989 w 112102"/>
                <a:gd name="connsiteY7" fmla="*/ 86 h 164665"/>
                <a:gd name="connsiteX8" fmla="*/ 235 w 112102"/>
                <a:gd name="connsiteY8" fmla="*/ 44476 h 164665"/>
                <a:gd name="connsiteX9" fmla="*/ 13677 w 112102"/>
                <a:gd name="connsiteY9" fmla="*/ 58364 h 164665"/>
                <a:gd name="connsiteX10" fmla="*/ 27119 w 112102"/>
                <a:gd name="connsiteY10" fmla="*/ 45220 h 164665"/>
                <a:gd name="connsiteX11" fmla="*/ 12155 w 112102"/>
                <a:gd name="connsiteY11" fmla="*/ 32077 h 164665"/>
                <a:gd name="connsiteX12" fmla="*/ 49185 w 112102"/>
                <a:gd name="connsiteY12" fmla="*/ 9014 h 164665"/>
                <a:gd name="connsiteX13" fmla="*/ 87736 w 112102"/>
                <a:gd name="connsiteY13" fmla="*/ 48444 h 164665"/>
                <a:gd name="connsiteX14" fmla="*/ 63895 w 112102"/>
                <a:gd name="connsiteY14" fmla="*/ 96058 h 164665"/>
                <a:gd name="connsiteX15" fmla="*/ 2771 w 112102"/>
                <a:gd name="connsiteY15" fmla="*/ 155080 h 164665"/>
                <a:gd name="connsiteX16" fmla="*/ 235 w 112102"/>
                <a:gd name="connsiteY16" fmla="*/ 164752 h 164665"/>
                <a:gd name="connsiteX17" fmla="*/ 104729 w 112102"/>
                <a:gd name="connsiteY17" fmla="*/ 164752 h 164665"/>
                <a:gd name="connsiteX18" fmla="*/ 112338 w 112102"/>
                <a:gd name="connsiteY18" fmla="*/ 119617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2102" h="164665">
                  <a:moveTo>
                    <a:pt x="112338" y="119617"/>
                  </a:moveTo>
                  <a:lnTo>
                    <a:pt x="103714" y="119617"/>
                  </a:lnTo>
                  <a:cubicBezTo>
                    <a:pt x="102954" y="125073"/>
                    <a:pt x="100417" y="139705"/>
                    <a:pt x="97120" y="142184"/>
                  </a:cubicBezTo>
                  <a:cubicBezTo>
                    <a:pt x="95091" y="143672"/>
                    <a:pt x="75562" y="143672"/>
                    <a:pt x="72011" y="143672"/>
                  </a:cubicBezTo>
                  <a:lnTo>
                    <a:pt x="25344" y="143672"/>
                  </a:lnTo>
                  <a:cubicBezTo>
                    <a:pt x="51975" y="120609"/>
                    <a:pt x="60852" y="113666"/>
                    <a:pt x="76069" y="102010"/>
                  </a:cubicBezTo>
                  <a:cubicBezTo>
                    <a:pt x="94838" y="87379"/>
                    <a:pt x="112338" y="72003"/>
                    <a:pt x="112338" y="48444"/>
                  </a:cubicBezTo>
                  <a:cubicBezTo>
                    <a:pt x="112338" y="18437"/>
                    <a:pt x="85453" y="86"/>
                    <a:pt x="52989" y="86"/>
                  </a:cubicBezTo>
                  <a:cubicBezTo>
                    <a:pt x="21540" y="86"/>
                    <a:pt x="235" y="21661"/>
                    <a:pt x="235" y="44476"/>
                  </a:cubicBezTo>
                  <a:cubicBezTo>
                    <a:pt x="235" y="57124"/>
                    <a:pt x="11141" y="58364"/>
                    <a:pt x="13677" y="58364"/>
                  </a:cubicBezTo>
                  <a:cubicBezTo>
                    <a:pt x="19764" y="58364"/>
                    <a:pt x="27119" y="54148"/>
                    <a:pt x="27119" y="45220"/>
                  </a:cubicBezTo>
                  <a:cubicBezTo>
                    <a:pt x="27119" y="40757"/>
                    <a:pt x="25344" y="32077"/>
                    <a:pt x="12155" y="32077"/>
                  </a:cubicBezTo>
                  <a:cubicBezTo>
                    <a:pt x="20018" y="14470"/>
                    <a:pt x="37264" y="9014"/>
                    <a:pt x="49185" y="9014"/>
                  </a:cubicBezTo>
                  <a:cubicBezTo>
                    <a:pt x="74547" y="9014"/>
                    <a:pt x="87736" y="28357"/>
                    <a:pt x="87736" y="48444"/>
                  </a:cubicBezTo>
                  <a:cubicBezTo>
                    <a:pt x="87736" y="70019"/>
                    <a:pt x="72011" y="87131"/>
                    <a:pt x="63895" y="96058"/>
                  </a:cubicBezTo>
                  <a:lnTo>
                    <a:pt x="2771" y="155080"/>
                  </a:lnTo>
                  <a:cubicBezTo>
                    <a:pt x="235" y="157312"/>
                    <a:pt x="235" y="157808"/>
                    <a:pt x="235" y="164752"/>
                  </a:cubicBezTo>
                  <a:lnTo>
                    <a:pt x="104729" y="164752"/>
                  </a:lnTo>
                  <a:lnTo>
                    <a:pt x="112338" y="119617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</p:grpSp>
      <p:grpSp>
        <p:nvGrpSpPr>
          <p:cNvPr id="36" name="Group 35" descr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 title="IguanaTex Vector Display">
            <a:extLst>
              <a:ext uri="{FF2B5EF4-FFF2-40B4-BE49-F238E27FC236}">
                <a16:creationId xmlns:a16="http://schemas.microsoft.com/office/drawing/2014/main" id="{137F87EB-694B-65E1-A476-67E8A7EF0499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1005565" y="4134396"/>
            <a:ext cx="383053" cy="209728"/>
            <a:chOff x="10919285" y="5637111"/>
            <a:chExt cx="383053" cy="209728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98E1608-4BA9-ED7F-07E6-E1719263CDB7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0919285" y="56371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B18E555-1F4E-5657-3B54-B28EABE32571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1178062" y="5679694"/>
              <a:ext cx="124276" cy="167145"/>
            </a:xfrm>
            <a:custGeom>
              <a:avLst/>
              <a:gdLst>
                <a:gd name="connsiteX0" fmla="*/ 124512 w 124276"/>
                <a:gd name="connsiteY0" fmla="*/ 126561 h 167145"/>
                <a:gd name="connsiteX1" fmla="*/ 124512 w 124276"/>
                <a:gd name="connsiteY1" fmla="*/ 117633 h 167145"/>
                <a:gd name="connsiteX2" fmla="*/ 96359 w 124276"/>
                <a:gd name="connsiteY2" fmla="*/ 117633 h 167145"/>
                <a:gd name="connsiteX3" fmla="*/ 96359 w 124276"/>
                <a:gd name="connsiteY3" fmla="*/ 7030 h 167145"/>
                <a:gd name="connsiteX4" fmla="*/ 90780 w 124276"/>
                <a:gd name="connsiteY4" fmla="*/ 86 h 167145"/>
                <a:gd name="connsiteX5" fmla="*/ 84185 w 124276"/>
                <a:gd name="connsiteY5" fmla="*/ 3558 h 167145"/>
                <a:gd name="connsiteX6" fmla="*/ 235 w 124276"/>
                <a:gd name="connsiteY6" fmla="*/ 117633 h 167145"/>
                <a:gd name="connsiteX7" fmla="*/ 235 w 124276"/>
                <a:gd name="connsiteY7" fmla="*/ 126561 h 167145"/>
                <a:gd name="connsiteX8" fmla="*/ 74801 w 124276"/>
                <a:gd name="connsiteY8" fmla="*/ 126561 h 167145"/>
                <a:gd name="connsiteX9" fmla="*/ 74801 w 124276"/>
                <a:gd name="connsiteY9" fmla="*/ 146896 h 167145"/>
                <a:gd name="connsiteX10" fmla="*/ 54257 w 124276"/>
                <a:gd name="connsiteY10" fmla="*/ 158304 h 167145"/>
                <a:gd name="connsiteX11" fmla="*/ 47409 w 124276"/>
                <a:gd name="connsiteY11" fmla="*/ 158304 h 167145"/>
                <a:gd name="connsiteX12" fmla="*/ 47409 w 124276"/>
                <a:gd name="connsiteY12" fmla="*/ 167231 h 167145"/>
                <a:gd name="connsiteX13" fmla="*/ 85453 w 124276"/>
                <a:gd name="connsiteY13" fmla="*/ 166240 h 167145"/>
                <a:gd name="connsiteX14" fmla="*/ 123751 w 124276"/>
                <a:gd name="connsiteY14" fmla="*/ 167231 h 167145"/>
                <a:gd name="connsiteX15" fmla="*/ 123751 w 124276"/>
                <a:gd name="connsiteY15" fmla="*/ 158304 h 167145"/>
                <a:gd name="connsiteX16" fmla="*/ 116903 w 124276"/>
                <a:gd name="connsiteY16" fmla="*/ 158304 h 167145"/>
                <a:gd name="connsiteX17" fmla="*/ 96359 w 124276"/>
                <a:gd name="connsiteY17" fmla="*/ 146896 h 167145"/>
                <a:gd name="connsiteX18" fmla="*/ 96359 w 124276"/>
                <a:gd name="connsiteY18" fmla="*/ 126561 h 167145"/>
                <a:gd name="connsiteX19" fmla="*/ 124512 w 124276"/>
                <a:gd name="connsiteY19" fmla="*/ 126561 h 167145"/>
                <a:gd name="connsiteX20" fmla="*/ 76576 w 124276"/>
                <a:gd name="connsiteY20" fmla="*/ 26869 h 167145"/>
                <a:gd name="connsiteX21" fmla="*/ 76576 w 124276"/>
                <a:gd name="connsiteY21" fmla="*/ 117633 h 167145"/>
                <a:gd name="connsiteX22" fmla="*/ 9619 w 124276"/>
                <a:gd name="connsiteY22" fmla="*/ 117633 h 167145"/>
                <a:gd name="connsiteX23" fmla="*/ 76576 w 124276"/>
                <a:gd name="connsiteY23" fmla="*/ 26869 h 167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4276" h="167145">
                  <a:moveTo>
                    <a:pt x="124512" y="126561"/>
                  </a:moveTo>
                  <a:lnTo>
                    <a:pt x="124512" y="117633"/>
                  </a:lnTo>
                  <a:lnTo>
                    <a:pt x="96359" y="117633"/>
                  </a:lnTo>
                  <a:lnTo>
                    <a:pt x="96359" y="7030"/>
                  </a:lnTo>
                  <a:cubicBezTo>
                    <a:pt x="96359" y="1822"/>
                    <a:pt x="96359" y="86"/>
                    <a:pt x="90780" y="86"/>
                  </a:cubicBezTo>
                  <a:cubicBezTo>
                    <a:pt x="87736" y="86"/>
                    <a:pt x="86721" y="86"/>
                    <a:pt x="84185" y="3558"/>
                  </a:cubicBezTo>
                  <a:lnTo>
                    <a:pt x="235" y="117633"/>
                  </a:lnTo>
                  <a:lnTo>
                    <a:pt x="235" y="126561"/>
                  </a:lnTo>
                  <a:lnTo>
                    <a:pt x="74801" y="126561"/>
                  </a:lnTo>
                  <a:lnTo>
                    <a:pt x="74801" y="146896"/>
                  </a:lnTo>
                  <a:cubicBezTo>
                    <a:pt x="74801" y="155328"/>
                    <a:pt x="74801" y="158304"/>
                    <a:pt x="54257" y="158304"/>
                  </a:cubicBezTo>
                  <a:lnTo>
                    <a:pt x="47409" y="158304"/>
                  </a:lnTo>
                  <a:lnTo>
                    <a:pt x="47409" y="167231"/>
                  </a:lnTo>
                  <a:cubicBezTo>
                    <a:pt x="60091" y="166735"/>
                    <a:pt x="76323" y="166240"/>
                    <a:pt x="85453" y="166240"/>
                  </a:cubicBezTo>
                  <a:cubicBezTo>
                    <a:pt x="94838" y="166240"/>
                    <a:pt x="111070" y="166735"/>
                    <a:pt x="123751" y="167231"/>
                  </a:cubicBezTo>
                  <a:lnTo>
                    <a:pt x="123751" y="158304"/>
                  </a:lnTo>
                  <a:lnTo>
                    <a:pt x="116903" y="158304"/>
                  </a:lnTo>
                  <a:cubicBezTo>
                    <a:pt x="96359" y="158304"/>
                    <a:pt x="96359" y="155328"/>
                    <a:pt x="96359" y="146896"/>
                  </a:cubicBezTo>
                  <a:lnTo>
                    <a:pt x="96359" y="126561"/>
                  </a:lnTo>
                  <a:lnTo>
                    <a:pt x="124512" y="126561"/>
                  </a:lnTo>
                  <a:close/>
                  <a:moveTo>
                    <a:pt x="76576" y="26869"/>
                  </a:moveTo>
                  <a:lnTo>
                    <a:pt x="76576" y="117633"/>
                  </a:lnTo>
                  <a:lnTo>
                    <a:pt x="9619" y="117633"/>
                  </a:lnTo>
                  <a:lnTo>
                    <a:pt x="76576" y="26869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</p:grpSp>
      <p:grpSp>
        <p:nvGrpSpPr>
          <p:cNvPr id="39" name="Group 38" descr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 title="IguanaTex Vector Display">
            <a:extLst>
              <a:ext uri="{FF2B5EF4-FFF2-40B4-BE49-F238E27FC236}">
                <a16:creationId xmlns:a16="http://schemas.microsoft.com/office/drawing/2014/main" id="{A6983076-5325-7DEA-9C1F-A989A5B984FB}"/>
              </a:ext>
            </a:extLst>
          </p:cNvPr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1007466" y="3654396"/>
            <a:ext cx="379250" cy="214688"/>
            <a:chOff x="11071685" y="5789511"/>
            <a:chExt cx="379250" cy="214688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C028B56-3709-964A-7F8B-79F7BE189F29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1071685" y="57895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7FB08DF-1EF9-6EEB-C5E8-A0654AE1663F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1334267" y="5834574"/>
              <a:ext cx="116668" cy="169625"/>
            </a:xfrm>
            <a:custGeom>
              <a:avLst/>
              <a:gdLst>
                <a:gd name="connsiteX0" fmla="*/ 55779 w 116668"/>
                <a:gd name="connsiteY0" fmla="*/ 81923 h 169625"/>
                <a:gd name="connsiteX1" fmla="*/ 89765 w 116668"/>
                <a:gd name="connsiteY1" fmla="*/ 121849 h 169625"/>
                <a:gd name="connsiteX2" fmla="*/ 56794 w 116668"/>
                <a:gd name="connsiteY2" fmla="*/ 161776 h 169625"/>
                <a:gd name="connsiteX3" fmla="*/ 13677 w 116668"/>
                <a:gd name="connsiteY3" fmla="*/ 144416 h 169625"/>
                <a:gd name="connsiteX4" fmla="*/ 28387 w 116668"/>
                <a:gd name="connsiteY4" fmla="*/ 130529 h 169625"/>
                <a:gd name="connsiteX5" fmla="*/ 14438 w 116668"/>
                <a:gd name="connsiteY5" fmla="*/ 116889 h 169625"/>
                <a:gd name="connsiteX6" fmla="*/ 235 w 116668"/>
                <a:gd name="connsiteY6" fmla="*/ 131273 h 169625"/>
                <a:gd name="connsiteX7" fmla="*/ 57301 w 116668"/>
                <a:gd name="connsiteY7" fmla="*/ 169711 h 169625"/>
                <a:gd name="connsiteX8" fmla="*/ 116903 w 116668"/>
                <a:gd name="connsiteY8" fmla="*/ 121849 h 169625"/>
                <a:gd name="connsiteX9" fmla="*/ 72772 w 116668"/>
                <a:gd name="connsiteY9" fmla="*/ 77459 h 169625"/>
                <a:gd name="connsiteX10" fmla="*/ 109041 w 116668"/>
                <a:gd name="connsiteY10" fmla="*/ 34309 h 169625"/>
                <a:gd name="connsiteX11" fmla="*/ 57808 w 116668"/>
                <a:gd name="connsiteY11" fmla="*/ 86 h 169625"/>
                <a:gd name="connsiteX12" fmla="*/ 8097 w 116668"/>
                <a:gd name="connsiteY12" fmla="*/ 33317 h 169625"/>
                <a:gd name="connsiteX13" fmla="*/ 21286 w 116668"/>
                <a:gd name="connsiteY13" fmla="*/ 46460 h 169625"/>
                <a:gd name="connsiteX14" fmla="*/ 34221 w 116668"/>
                <a:gd name="connsiteY14" fmla="*/ 33813 h 169625"/>
                <a:gd name="connsiteX15" fmla="*/ 21286 w 116668"/>
                <a:gd name="connsiteY15" fmla="*/ 20917 h 169625"/>
                <a:gd name="connsiteX16" fmla="*/ 57047 w 116668"/>
                <a:gd name="connsiteY16" fmla="*/ 7278 h 169625"/>
                <a:gd name="connsiteX17" fmla="*/ 84439 w 116668"/>
                <a:gd name="connsiteY17" fmla="*/ 34309 h 169625"/>
                <a:gd name="connsiteX18" fmla="*/ 74294 w 116668"/>
                <a:gd name="connsiteY18" fmla="*/ 63820 h 169625"/>
                <a:gd name="connsiteX19" fmla="*/ 46141 w 116668"/>
                <a:gd name="connsiteY19" fmla="*/ 74483 h 169625"/>
                <a:gd name="connsiteX20" fmla="*/ 38025 w 116668"/>
                <a:gd name="connsiteY20" fmla="*/ 75227 h 169625"/>
                <a:gd name="connsiteX21" fmla="*/ 35489 w 116668"/>
                <a:gd name="connsiteY21" fmla="*/ 78451 h 169625"/>
                <a:gd name="connsiteX22" fmla="*/ 42083 w 116668"/>
                <a:gd name="connsiteY22" fmla="*/ 81923 h 169625"/>
                <a:gd name="connsiteX23" fmla="*/ 55779 w 116668"/>
                <a:gd name="connsiteY23" fmla="*/ 81923 h 169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6668" h="169625">
                  <a:moveTo>
                    <a:pt x="55779" y="81923"/>
                  </a:moveTo>
                  <a:cubicBezTo>
                    <a:pt x="75562" y="81923"/>
                    <a:pt x="89765" y="95314"/>
                    <a:pt x="89765" y="121849"/>
                  </a:cubicBezTo>
                  <a:cubicBezTo>
                    <a:pt x="89765" y="152600"/>
                    <a:pt x="71504" y="161776"/>
                    <a:pt x="56794" y="161776"/>
                  </a:cubicBezTo>
                  <a:cubicBezTo>
                    <a:pt x="46649" y="161776"/>
                    <a:pt x="24329" y="159048"/>
                    <a:pt x="13677" y="144416"/>
                  </a:cubicBezTo>
                  <a:cubicBezTo>
                    <a:pt x="25598" y="143920"/>
                    <a:pt x="28387" y="135737"/>
                    <a:pt x="28387" y="130529"/>
                  </a:cubicBezTo>
                  <a:cubicBezTo>
                    <a:pt x="28387" y="122593"/>
                    <a:pt x="22300" y="116889"/>
                    <a:pt x="14438" y="116889"/>
                  </a:cubicBezTo>
                  <a:cubicBezTo>
                    <a:pt x="7336" y="116889"/>
                    <a:pt x="235" y="121105"/>
                    <a:pt x="235" y="131273"/>
                  </a:cubicBezTo>
                  <a:cubicBezTo>
                    <a:pt x="235" y="154584"/>
                    <a:pt x="26612" y="169711"/>
                    <a:pt x="57301" y="169711"/>
                  </a:cubicBezTo>
                  <a:cubicBezTo>
                    <a:pt x="92555" y="169711"/>
                    <a:pt x="116903" y="146648"/>
                    <a:pt x="116903" y="121849"/>
                  </a:cubicBezTo>
                  <a:cubicBezTo>
                    <a:pt x="116903" y="102506"/>
                    <a:pt x="100671" y="83163"/>
                    <a:pt x="72772" y="77459"/>
                  </a:cubicBezTo>
                  <a:cubicBezTo>
                    <a:pt x="99403" y="68035"/>
                    <a:pt x="109041" y="49436"/>
                    <a:pt x="109041" y="34309"/>
                  </a:cubicBezTo>
                  <a:cubicBezTo>
                    <a:pt x="109041" y="14718"/>
                    <a:pt x="85961" y="86"/>
                    <a:pt x="57808" y="86"/>
                  </a:cubicBezTo>
                  <a:cubicBezTo>
                    <a:pt x="29656" y="86"/>
                    <a:pt x="8097" y="13478"/>
                    <a:pt x="8097" y="33317"/>
                  </a:cubicBezTo>
                  <a:cubicBezTo>
                    <a:pt x="8097" y="41748"/>
                    <a:pt x="13677" y="46460"/>
                    <a:pt x="21286" y="46460"/>
                  </a:cubicBezTo>
                  <a:cubicBezTo>
                    <a:pt x="29148" y="46460"/>
                    <a:pt x="34221" y="40757"/>
                    <a:pt x="34221" y="33813"/>
                  </a:cubicBezTo>
                  <a:cubicBezTo>
                    <a:pt x="34221" y="26621"/>
                    <a:pt x="29148" y="21413"/>
                    <a:pt x="21286" y="20917"/>
                  </a:cubicBezTo>
                  <a:cubicBezTo>
                    <a:pt x="30163" y="10006"/>
                    <a:pt x="47663" y="7278"/>
                    <a:pt x="57047" y="7278"/>
                  </a:cubicBezTo>
                  <a:cubicBezTo>
                    <a:pt x="68460" y="7278"/>
                    <a:pt x="84439" y="12734"/>
                    <a:pt x="84439" y="34309"/>
                  </a:cubicBezTo>
                  <a:cubicBezTo>
                    <a:pt x="84439" y="44724"/>
                    <a:pt x="80888" y="56132"/>
                    <a:pt x="74294" y="63820"/>
                  </a:cubicBezTo>
                  <a:cubicBezTo>
                    <a:pt x="65924" y="73243"/>
                    <a:pt x="58823" y="73739"/>
                    <a:pt x="46141" y="74483"/>
                  </a:cubicBezTo>
                  <a:cubicBezTo>
                    <a:pt x="39801" y="74979"/>
                    <a:pt x="39293" y="74979"/>
                    <a:pt x="38025" y="75227"/>
                  </a:cubicBezTo>
                  <a:cubicBezTo>
                    <a:pt x="37518" y="75227"/>
                    <a:pt x="35489" y="75723"/>
                    <a:pt x="35489" y="78451"/>
                  </a:cubicBezTo>
                  <a:cubicBezTo>
                    <a:pt x="35489" y="81923"/>
                    <a:pt x="37772" y="81923"/>
                    <a:pt x="42083" y="81923"/>
                  </a:cubicBezTo>
                  <a:lnTo>
                    <a:pt x="55779" y="81923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9FF90731-B760-3FF4-02F4-FD31A67AB644}"/>
              </a:ext>
            </a:extLst>
          </p:cNvPr>
          <p:cNvSpPr/>
          <p:nvPr/>
        </p:nvSpPr>
        <p:spPr>
          <a:xfrm>
            <a:off x="1427480" y="3525521"/>
            <a:ext cx="1803400" cy="94996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latin typeface="Nunito" pitchFamily="2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D974EC0-A4F0-2F81-52AC-24DE508DD0CE}"/>
              </a:ext>
            </a:extLst>
          </p:cNvPr>
          <p:cNvGrpSpPr/>
          <p:nvPr/>
        </p:nvGrpSpPr>
        <p:grpSpPr>
          <a:xfrm>
            <a:off x="4374063" y="3593771"/>
            <a:ext cx="3235960" cy="381000"/>
            <a:chOff x="4282440" y="4110498"/>
            <a:chExt cx="3235960" cy="381000"/>
          </a:xfrm>
        </p:grpSpPr>
        <p:sp>
          <p:nvSpPr>
            <p:cNvPr id="44" name="Rounded Rectangle 29">
              <a:extLst>
                <a:ext uri="{FF2B5EF4-FFF2-40B4-BE49-F238E27FC236}">
                  <a16:creationId xmlns:a16="http://schemas.microsoft.com/office/drawing/2014/main" id="{CD216BC9-DDDC-DC04-1425-66ACBE23137A}"/>
                </a:ext>
              </a:extLst>
            </p:cNvPr>
            <p:cNvSpPr/>
            <p:nvPr/>
          </p:nvSpPr>
          <p:spPr>
            <a:xfrm rot="5400000">
              <a:off x="5709920" y="2683018"/>
              <a:ext cx="381000" cy="323596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CA19DC6E-FAB5-AC23-EF79-178ECFD999AE}"/>
                </a:ext>
              </a:extLst>
            </p:cNvPr>
            <p:cNvSpPr/>
            <p:nvPr/>
          </p:nvSpPr>
          <p:spPr>
            <a:xfrm rot="5400000">
              <a:off x="5580018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577F42B5-67B6-A314-8001-8B4D35D4AB8B}"/>
                </a:ext>
              </a:extLst>
            </p:cNvPr>
            <p:cNvSpPr/>
            <p:nvPr/>
          </p:nvSpPr>
          <p:spPr>
            <a:xfrm rot="5400000">
              <a:off x="5198292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4F443020-666E-04C5-8722-38ED57C95A6C}"/>
                </a:ext>
              </a:extLst>
            </p:cNvPr>
            <p:cNvSpPr/>
            <p:nvPr/>
          </p:nvSpPr>
          <p:spPr>
            <a:xfrm rot="5400000">
              <a:off x="4816566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713B388A-65E1-89A6-6AF0-3AE1DB8D0B59}"/>
                </a:ext>
              </a:extLst>
            </p:cNvPr>
            <p:cNvSpPr/>
            <p:nvPr/>
          </p:nvSpPr>
          <p:spPr>
            <a:xfrm rot="5400000">
              <a:off x="4434840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D8AE41D3-1267-71D4-6869-9FC4EDB9407A}"/>
                </a:ext>
              </a:extLst>
            </p:cNvPr>
            <p:cNvSpPr/>
            <p:nvPr/>
          </p:nvSpPr>
          <p:spPr>
            <a:xfrm rot="5400000">
              <a:off x="7106920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B5625D4B-7061-1B01-FF49-B4F22F0CCBD6}"/>
                </a:ext>
              </a:extLst>
            </p:cNvPr>
            <p:cNvSpPr/>
            <p:nvPr/>
          </p:nvSpPr>
          <p:spPr>
            <a:xfrm rot="5400000">
              <a:off x="6725196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F38ABB14-F9BB-85FF-E6A5-F873F0E8F031}"/>
                </a:ext>
              </a:extLst>
            </p:cNvPr>
            <p:cNvSpPr/>
            <p:nvPr/>
          </p:nvSpPr>
          <p:spPr>
            <a:xfrm rot="5400000">
              <a:off x="6343470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F7CBBA45-8375-3BAA-1A7A-D370F5DDA909}"/>
                </a:ext>
              </a:extLst>
            </p:cNvPr>
            <p:cNvSpPr/>
            <p:nvPr/>
          </p:nvSpPr>
          <p:spPr>
            <a:xfrm rot="5400000">
              <a:off x="5961744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431CDCB-9483-9642-8010-FFE8D6C573E1}"/>
              </a:ext>
            </a:extLst>
          </p:cNvPr>
          <p:cNvGrpSpPr/>
          <p:nvPr/>
        </p:nvGrpSpPr>
        <p:grpSpPr>
          <a:xfrm rot="16200000">
            <a:off x="6466840" y="3592354"/>
            <a:ext cx="3235960" cy="381000"/>
            <a:chOff x="4282440" y="4110498"/>
            <a:chExt cx="3235960" cy="381000"/>
          </a:xfrm>
        </p:grpSpPr>
        <p:sp>
          <p:nvSpPr>
            <p:cNvPr id="54" name="Rounded Rectangle 29">
              <a:extLst>
                <a:ext uri="{FF2B5EF4-FFF2-40B4-BE49-F238E27FC236}">
                  <a16:creationId xmlns:a16="http://schemas.microsoft.com/office/drawing/2014/main" id="{A2671E19-60B1-3B89-F780-E32853FEAD84}"/>
                </a:ext>
              </a:extLst>
            </p:cNvPr>
            <p:cNvSpPr/>
            <p:nvPr/>
          </p:nvSpPr>
          <p:spPr>
            <a:xfrm rot="5400000">
              <a:off x="5709920" y="2683018"/>
              <a:ext cx="381000" cy="3235960"/>
            </a:xfrm>
            <a:prstGeom prst="round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B3353F09-A954-E2B7-BC83-47862FC1A087}"/>
                </a:ext>
              </a:extLst>
            </p:cNvPr>
            <p:cNvSpPr/>
            <p:nvPr/>
          </p:nvSpPr>
          <p:spPr>
            <a:xfrm rot="5400000">
              <a:off x="5580018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AD57452F-7A9A-2957-1A2B-18771E9F3529}"/>
                </a:ext>
              </a:extLst>
            </p:cNvPr>
            <p:cNvSpPr/>
            <p:nvPr/>
          </p:nvSpPr>
          <p:spPr>
            <a:xfrm rot="5400000">
              <a:off x="5198292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89D1FC0D-81F6-C971-1860-ED75F032E0DE}"/>
                </a:ext>
              </a:extLst>
            </p:cNvPr>
            <p:cNvSpPr/>
            <p:nvPr/>
          </p:nvSpPr>
          <p:spPr>
            <a:xfrm rot="5400000">
              <a:off x="4816566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015D1D4-430C-E84D-DDF4-0DE2D262490B}"/>
                </a:ext>
              </a:extLst>
            </p:cNvPr>
            <p:cNvSpPr/>
            <p:nvPr/>
          </p:nvSpPr>
          <p:spPr>
            <a:xfrm rot="5400000">
              <a:off x="4434840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2B241452-3AEF-9F11-6DD1-6E86977C3987}"/>
                </a:ext>
              </a:extLst>
            </p:cNvPr>
            <p:cNvSpPr/>
            <p:nvPr/>
          </p:nvSpPr>
          <p:spPr>
            <a:xfrm rot="5400000">
              <a:off x="7106920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711E071B-02E9-C15E-916F-FAB3C7B0D9BC}"/>
                </a:ext>
              </a:extLst>
            </p:cNvPr>
            <p:cNvSpPr/>
            <p:nvPr/>
          </p:nvSpPr>
          <p:spPr>
            <a:xfrm rot="5400000">
              <a:off x="6725196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0DD06453-5D76-4104-47FA-DE57A4280294}"/>
                </a:ext>
              </a:extLst>
            </p:cNvPr>
            <p:cNvSpPr/>
            <p:nvPr/>
          </p:nvSpPr>
          <p:spPr>
            <a:xfrm rot="5400000">
              <a:off x="6343470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E907E6DD-61D7-0823-876B-8AD876F00AD8}"/>
                </a:ext>
              </a:extLst>
            </p:cNvPr>
            <p:cNvSpPr/>
            <p:nvPr/>
          </p:nvSpPr>
          <p:spPr>
            <a:xfrm rot="5400000">
              <a:off x="5961744" y="41866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sp>
        <p:nvSpPr>
          <p:cNvPr id="63" name="Graphic 27678" descr="\documentclass{article}&#10;\usepackage{amsmath,amssymb}&#10;\pagestyle{empty}&#10;\begin{document}&#10;&#10;\newcommand{\score}{\textrm{score}}&#10;\newcommand{\classify}{\textrm{classify}}&#10;\newcommand{\bx}{\mathbf{x}}&#10;&#10;\begin{align*}&#10;=&#10;\end{align*}&#10;&#10;&#10;\end{document}" title="IguanaTex Vector Display">
            <a:extLst>
              <a:ext uri="{FF2B5EF4-FFF2-40B4-BE49-F238E27FC236}">
                <a16:creationId xmlns:a16="http://schemas.microsoft.com/office/drawing/2014/main" id="{4CE4AC26-467A-7CE3-3462-3C3D38AB9A28}"/>
              </a:ext>
            </a:extLst>
          </p:cNvPr>
          <p:cNvSpPr>
            <a:spLocks noChangeAspect="1"/>
          </p:cNvSpPr>
          <p:nvPr>
            <p:custDataLst>
              <p:tags r:id="rId5"/>
            </p:custDataLst>
          </p:nvPr>
        </p:nvSpPr>
        <p:spPr>
          <a:xfrm>
            <a:off x="8529320" y="3751580"/>
            <a:ext cx="220866" cy="93261"/>
          </a:xfrm>
          <a:custGeom>
            <a:avLst/>
            <a:gdLst>
              <a:gd name="connsiteX0" fmla="*/ 209803 w 220866"/>
              <a:gd name="connsiteY0" fmla="*/ 16027 h 93261"/>
              <a:gd name="connsiteX1" fmla="*/ 221096 w 220866"/>
              <a:gd name="connsiteY1" fmla="*/ 8056 h 93261"/>
              <a:gd name="connsiteX2" fmla="*/ 210136 w 220866"/>
              <a:gd name="connsiteY2" fmla="*/ 85 h 93261"/>
              <a:gd name="connsiteX3" fmla="*/ 11190 w 220866"/>
              <a:gd name="connsiteY3" fmla="*/ 85 h 93261"/>
              <a:gd name="connsiteX4" fmla="*/ 230 w 220866"/>
              <a:gd name="connsiteY4" fmla="*/ 8056 h 93261"/>
              <a:gd name="connsiteX5" fmla="*/ 11522 w 220866"/>
              <a:gd name="connsiteY5" fmla="*/ 16027 h 93261"/>
              <a:gd name="connsiteX6" fmla="*/ 209803 w 220866"/>
              <a:gd name="connsiteY6" fmla="*/ 16027 h 93261"/>
              <a:gd name="connsiteX7" fmla="*/ 210136 w 220866"/>
              <a:gd name="connsiteY7" fmla="*/ 93347 h 93261"/>
              <a:gd name="connsiteX8" fmla="*/ 221096 w 220866"/>
              <a:gd name="connsiteY8" fmla="*/ 85376 h 93261"/>
              <a:gd name="connsiteX9" fmla="*/ 209803 w 220866"/>
              <a:gd name="connsiteY9" fmla="*/ 77404 h 93261"/>
              <a:gd name="connsiteX10" fmla="*/ 11522 w 220866"/>
              <a:gd name="connsiteY10" fmla="*/ 77404 h 93261"/>
              <a:gd name="connsiteX11" fmla="*/ 230 w 220866"/>
              <a:gd name="connsiteY11" fmla="*/ 85376 h 93261"/>
              <a:gd name="connsiteX12" fmla="*/ 11190 w 220866"/>
              <a:gd name="connsiteY12" fmla="*/ 93347 h 93261"/>
              <a:gd name="connsiteX13" fmla="*/ 210136 w 220866"/>
              <a:gd name="connsiteY13" fmla="*/ 93347 h 932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20866" h="93261">
                <a:moveTo>
                  <a:pt x="209803" y="16027"/>
                </a:moveTo>
                <a:cubicBezTo>
                  <a:pt x="214785" y="16027"/>
                  <a:pt x="221096" y="16027"/>
                  <a:pt x="221096" y="8056"/>
                </a:cubicBezTo>
                <a:cubicBezTo>
                  <a:pt x="221096" y="85"/>
                  <a:pt x="214785" y="85"/>
                  <a:pt x="210136" y="85"/>
                </a:cubicBezTo>
                <a:lnTo>
                  <a:pt x="11190" y="85"/>
                </a:lnTo>
                <a:cubicBezTo>
                  <a:pt x="6540" y="85"/>
                  <a:pt x="230" y="85"/>
                  <a:pt x="230" y="8056"/>
                </a:cubicBezTo>
                <a:cubicBezTo>
                  <a:pt x="230" y="16027"/>
                  <a:pt x="6540" y="16027"/>
                  <a:pt x="11522" y="16027"/>
                </a:cubicBezTo>
                <a:lnTo>
                  <a:pt x="209803" y="16027"/>
                </a:lnTo>
                <a:close/>
                <a:moveTo>
                  <a:pt x="210136" y="93347"/>
                </a:moveTo>
                <a:cubicBezTo>
                  <a:pt x="214785" y="93347"/>
                  <a:pt x="221096" y="93347"/>
                  <a:pt x="221096" y="85376"/>
                </a:cubicBezTo>
                <a:cubicBezTo>
                  <a:pt x="221096" y="77404"/>
                  <a:pt x="214785" y="77404"/>
                  <a:pt x="209803" y="77404"/>
                </a:cubicBezTo>
                <a:lnTo>
                  <a:pt x="11522" y="77404"/>
                </a:lnTo>
                <a:cubicBezTo>
                  <a:pt x="6540" y="77404"/>
                  <a:pt x="230" y="77404"/>
                  <a:pt x="230" y="85376"/>
                </a:cubicBezTo>
                <a:cubicBezTo>
                  <a:pt x="230" y="93347"/>
                  <a:pt x="6540" y="93347"/>
                  <a:pt x="11190" y="93347"/>
                </a:cubicBezTo>
                <a:lnTo>
                  <a:pt x="210136" y="93347"/>
                </a:lnTo>
                <a:close/>
              </a:path>
            </a:pathLst>
          </a:custGeom>
          <a:solidFill>
            <a:srgbClr val="000000"/>
          </a:solidFill>
          <a:ln w="33338" cap="flat">
            <a:noFill/>
            <a:prstDash val="solid"/>
            <a:miter/>
          </a:ln>
        </p:spPr>
        <p:txBody>
          <a:bodyPr rtlCol="0" anchor="ctr"/>
          <a:lstStyle/>
          <a:p>
            <a:endParaRPr lang="en-CA">
              <a:latin typeface="Nunito" pitchFamily="2" charset="0"/>
            </a:endParaRPr>
          </a:p>
        </p:txBody>
      </p:sp>
      <p:sp>
        <p:nvSpPr>
          <p:cNvPr id="64" name="Rounded Rectangle 7 1">
            <a:extLst>
              <a:ext uri="{FF2B5EF4-FFF2-40B4-BE49-F238E27FC236}">
                <a16:creationId xmlns:a16="http://schemas.microsoft.com/office/drawing/2014/main" id="{E2BF56E6-ADC2-D999-A006-61D145716BEB}"/>
              </a:ext>
            </a:extLst>
          </p:cNvPr>
          <p:cNvSpPr/>
          <p:nvPr/>
        </p:nvSpPr>
        <p:spPr>
          <a:xfrm rot="10800000">
            <a:off x="8984889" y="3121661"/>
            <a:ext cx="381000" cy="1308099"/>
          </a:xfrm>
          <a:prstGeom prst="round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6E13E20B-70A8-B4F6-7F11-E0B3F684F63B}"/>
              </a:ext>
            </a:extLst>
          </p:cNvPr>
          <p:cNvSpPr/>
          <p:nvPr/>
        </p:nvSpPr>
        <p:spPr>
          <a:xfrm rot="10800000">
            <a:off x="9061089" y="327406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01592241-7A1B-31E1-B219-8DDDFC0E90AC}"/>
              </a:ext>
            </a:extLst>
          </p:cNvPr>
          <p:cNvSpPr/>
          <p:nvPr/>
        </p:nvSpPr>
        <p:spPr>
          <a:xfrm rot="10800000">
            <a:off x="9061089" y="364998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88792410-2632-BFBD-E33C-957D13B3099C}"/>
              </a:ext>
            </a:extLst>
          </p:cNvPr>
          <p:cNvSpPr/>
          <p:nvPr/>
        </p:nvSpPr>
        <p:spPr>
          <a:xfrm rot="10800000">
            <a:off x="9066169" y="403606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73A5D66-D899-38B8-9C26-E70D49EA7AB8}"/>
              </a:ext>
            </a:extLst>
          </p:cNvPr>
          <p:cNvCxnSpPr>
            <a:cxnSpLocks/>
          </p:cNvCxnSpPr>
          <p:nvPr/>
        </p:nvCxnSpPr>
        <p:spPr>
          <a:xfrm flipH="1">
            <a:off x="8448040" y="2224088"/>
            <a:ext cx="487680" cy="260471"/>
          </a:xfrm>
          <a:prstGeom prst="straightConnector1">
            <a:avLst/>
          </a:prstGeom>
          <a:ln w="57150">
            <a:solidFill>
              <a:srgbClr val="2683C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84123479-926F-D884-3476-C3A788716DF5}"/>
              </a:ext>
            </a:extLst>
          </p:cNvPr>
          <p:cNvSpPr txBox="1"/>
          <p:nvPr/>
        </p:nvSpPr>
        <p:spPr>
          <a:xfrm>
            <a:off x="8123960" y="1715915"/>
            <a:ext cx="327174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CA" sz="2800" dirty="0">
                <a:solidFill>
                  <a:srgbClr val="2683C6"/>
                </a:solidFill>
                <a:latin typeface="Nunito" pitchFamily="2" charset="0"/>
              </a:rPr>
              <a:t>parameters/</a:t>
            </a:r>
            <a:r>
              <a:rPr lang="en-US" altLang="zh-CN" sz="2800" dirty="0">
                <a:solidFill>
                  <a:srgbClr val="2683C6"/>
                </a:solidFill>
                <a:latin typeface="Nunito" pitchFamily="2" charset="0"/>
              </a:rPr>
              <a:t>kernel</a:t>
            </a:r>
            <a:endParaRPr lang="en-CA" sz="2800" dirty="0">
              <a:solidFill>
                <a:srgbClr val="2683C6"/>
              </a:solidFill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00776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A823B-9841-9C24-6E68-923F9CE7F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Kernel/Filter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A05D7-07CE-1E12-5202-E57C869C0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10</a:t>
            </a:fld>
            <a:endParaRPr lang="en-CA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E190215-4CEF-7DDE-C350-43367D4033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CA" dirty="0"/>
              <a:t>What about a kernel/filter with a different size?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1E7CD55-EA9A-F131-DB8E-C4668DA7BB23}"/>
              </a:ext>
            </a:extLst>
          </p:cNvPr>
          <p:cNvGrpSpPr/>
          <p:nvPr/>
        </p:nvGrpSpPr>
        <p:grpSpPr>
          <a:xfrm>
            <a:off x="1508760" y="3571240"/>
            <a:ext cx="1676400" cy="381000"/>
            <a:chOff x="1625786" y="5534582"/>
            <a:chExt cx="1676400" cy="381000"/>
          </a:xfrm>
        </p:grpSpPr>
        <p:sp>
          <p:nvSpPr>
            <p:cNvPr id="7" name="Rounded Rectangle 7 1">
              <a:extLst>
                <a:ext uri="{FF2B5EF4-FFF2-40B4-BE49-F238E27FC236}">
                  <a16:creationId xmlns:a16="http://schemas.microsoft.com/office/drawing/2014/main" id="{1F66763F-5900-FDC9-C698-AC8659EC1153}"/>
                </a:ext>
              </a:extLst>
            </p:cNvPr>
            <p:cNvSpPr/>
            <p:nvPr/>
          </p:nvSpPr>
          <p:spPr>
            <a:xfrm rot="5400000">
              <a:off x="2273486" y="4886882"/>
              <a:ext cx="381000" cy="167640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5F1DD77-D2C0-6DA1-D35F-9E34D8356337}"/>
                </a:ext>
              </a:extLst>
            </p:cNvPr>
            <p:cNvSpPr/>
            <p:nvPr/>
          </p:nvSpPr>
          <p:spPr>
            <a:xfrm rot="5400000">
              <a:off x="2921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BEB2D9B-D1DA-0F8F-6D35-AEC8FE371702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0E2FA74-7BDA-1B36-3F23-03DF81CA8FB8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1B7A7C8-F004-DE3A-9B7C-048398AEE960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94EFE41-AFBD-B9C5-6EAC-78ABFF2B64CB}"/>
              </a:ext>
            </a:extLst>
          </p:cNvPr>
          <p:cNvGrpSpPr/>
          <p:nvPr/>
        </p:nvGrpSpPr>
        <p:grpSpPr>
          <a:xfrm>
            <a:off x="1508760" y="3093720"/>
            <a:ext cx="1676400" cy="381000"/>
            <a:chOff x="1625786" y="4975782"/>
            <a:chExt cx="1676400" cy="381000"/>
          </a:xfrm>
        </p:grpSpPr>
        <p:sp>
          <p:nvSpPr>
            <p:cNvPr id="13" name="Rounded Rectangle 49">
              <a:extLst>
                <a:ext uri="{FF2B5EF4-FFF2-40B4-BE49-F238E27FC236}">
                  <a16:creationId xmlns:a16="http://schemas.microsoft.com/office/drawing/2014/main" id="{7D526049-8E0A-CA73-8ECA-75359037A029}"/>
                </a:ext>
              </a:extLst>
            </p:cNvPr>
            <p:cNvSpPr/>
            <p:nvPr/>
          </p:nvSpPr>
          <p:spPr>
            <a:xfrm rot="5400000">
              <a:off x="2273486" y="4328082"/>
              <a:ext cx="381000" cy="167640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B69DCA9-23D5-5767-01CE-8144824B57E4}"/>
                </a:ext>
              </a:extLst>
            </p:cNvPr>
            <p:cNvSpPr/>
            <p:nvPr/>
          </p:nvSpPr>
          <p:spPr>
            <a:xfrm rot="5400000">
              <a:off x="2921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E9BCC89-85D9-4A3B-7AB4-27FD6A7DC0AB}"/>
                </a:ext>
              </a:extLst>
            </p:cNvPr>
            <p:cNvSpPr/>
            <p:nvPr/>
          </p:nvSpPr>
          <p:spPr>
            <a:xfrm rot="5400000">
              <a:off x="2540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7519E69-6BF8-8097-3C25-8D7C038E08CB}"/>
                </a:ext>
              </a:extLst>
            </p:cNvPr>
            <p:cNvSpPr/>
            <p:nvPr/>
          </p:nvSpPr>
          <p:spPr>
            <a:xfrm rot="5400000">
              <a:off x="2159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A6A418C-7101-0232-7102-2719AF0BD306}"/>
                </a:ext>
              </a:extLst>
            </p:cNvPr>
            <p:cNvSpPr/>
            <p:nvPr/>
          </p:nvSpPr>
          <p:spPr>
            <a:xfrm rot="5400000">
              <a:off x="1778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2488D17-A343-D67A-1FBD-6E163ECAA038}"/>
              </a:ext>
            </a:extLst>
          </p:cNvPr>
          <p:cNvGrpSpPr/>
          <p:nvPr/>
        </p:nvGrpSpPr>
        <p:grpSpPr>
          <a:xfrm>
            <a:off x="1508760" y="2616200"/>
            <a:ext cx="1676400" cy="381000"/>
            <a:chOff x="1625786" y="4404204"/>
            <a:chExt cx="1676400" cy="381000"/>
          </a:xfrm>
        </p:grpSpPr>
        <p:sp>
          <p:nvSpPr>
            <p:cNvPr id="19" name="Rounded Rectangle 29">
              <a:extLst>
                <a:ext uri="{FF2B5EF4-FFF2-40B4-BE49-F238E27FC236}">
                  <a16:creationId xmlns:a16="http://schemas.microsoft.com/office/drawing/2014/main" id="{077735FC-9913-D25C-B22F-276760C39C4C}"/>
                </a:ext>
              </a:extLst>
            </p:cNvPr>
            <p:cNvSpPr/>
            <p:nvPr/>
          </p:nvSpPr>
          <p:spPr>
            <a:xfrm rot="5400000">
              <a:off x="2273486" y="3756504"/>
              <a:ext cx="381000" cy="167640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2FCB9F17-D8A9-9DD2-FDD9-B435DFC11AFD}"/>
                </a:ext>
              </a:extLst>
            </p:cNvPr>
            <p:cNvSpPr/>
            <p:nvPr/>
          </p:nvSpPr>
          <p:spPr>
            <a:xfrm rot="5400000">
              <a:off x="2921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F8EF440-DC2D-9417-D552-33790D6B70DD}"/>
                </a:ext>
              </a:extLst>
            </p:cNvPr>
            <p:cNvSpPr/>
            <p:nvPr/>
          </p:nvSpPr>
          <p:spPr>
            <a:xfrm rot="5400000">
              <a:off x="2540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EFC18B33-CC23-47F0-71D4-682FB925E0C4}"/>
                </a:ext>
              </a:extLst>
            </p:cNvPr>
            <p:cNvSpPr/>
            <p:nvPr/>
          </p:nvSpPr>
          <p:spPr>
            <a:xfrm rot="5400000">
              <a:off x="2159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428F747-295E-7F15-2693-8A1A7262EAB2}"/>
                </a:ext>
              </a:extLst>
            </p:cNvPr>
            <p:cNvSpPr/>
            <p:nvPr/>
          </p:nvSpPr>
          <p:spPr>
            <a:xfrm rot="5400000">
              <a:off x="1778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FF76E98-CEBF-6486-636F-324722F9A307}"/>
              </a:ext>
            </a:extLst>
          </p:cNvPr>
          <p:cNvGrpSpPr/>
          <p:nvPr/>
        </p:nvGrpSpPr>
        <p:grpSpPr>
          <a:xfrm>
            <a:off x="1508760" y="4048760"/>
            <a:ext cx="1676400" cy="381000"/>
            <a:chOff x="1625786" y="5534582"/>
            <a:chExt cx="1676400" cy="381000"/>
          </a:xfrm>
        </p:grpSpPr>
        <p:sp>
          <p:nvSpPr>
            <p:cNvPr id="25" name="Rounded Rectangle 7 2">
              <a:extLst>
                <a:ext uri="{FF2B5EF4-FFF2-40B4-BE49-F238E27FC236}">
                  <a16:creationId xmlns:a16="http://schemas.microsoft.com/office/drawing/2014/main" id="{ACFD2ED3-6374-76F0-E11C-DB325E9CD65A}"/>
                </a:ext>
              </a:extLst>
            </p:cNvPr>
            <p:cNvSpPr/>
            <p:nvPr/>
          </p:nvSpPr>
          <p:spPr>
            <a:xfrm rot="5400000">
              <a:off x="2273486" y="4886882"/>
              <a:ext cx="381000" cy="1676400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BEB1294-4E3E-71B6-2B1D-16127DD4483F}"/>
                </a:ext>
              </a:extLst>
            </p:cNvPr>
            <p:cNvSpPr/>
            <p:nvPr/>
          </p:nvSpPr>
          <p:spPr>
            <a:xfrm rot="5400000">
              <a:off x="2921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55858650-EB9E-58B3-60B9-A438B954C35E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1DA07B4-5880-29DC-57D6-385823F992DB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2409F563-DCED-4859-D92D-C900D55D64DE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Nunito" pitchFamily="2" charset="0"/>
                <a:ea typeface="TIMES-ROMAN"/>
                <a:cs typeface="TIMES-ROMAN"/>
              </a:endParaRPr>
            </a:p>
          </p:txBody>
        </p:sp>
      </p:grpSp>
      <p:grpSp>
        <p:nvGrpSpPr>
          <p:cNvPr id="30" name="Group 29" descr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 title="IguanaTex Vector Display">
            <a:extLst>
              <a:ext uri="{FF2B5EF4-FFF2-40B4-BE49-F238E27FC236}">
                <a16:creationId xmlns:a16="http://schemas.microsoft.com/office/drawing/2014/main" id="{64D257A5-6A15-7463-BE2A-BA53928BFA0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012666" y="2701836"/>
            <a:ext cx="368850" cy="209728"/>
            <a:chOff x="10836015" y="5394719"/>
            <a:chExt cx="368850" cy="209728"/>
          </a:xfrm>
        </p:grpSpPr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8458D36-29BC-89D4-E79A-7EDD141390B7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0836015" y="5394719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956E3B5-BA20-1189-3A28-BD618E4436E9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1112546" y="5439782"/>
              <a:ext cx="92319" cy="164665"/>
            </a:xfrm>
            <a:custGeom>
              <a:avLst/>
              <a:gdLst>
                <a:gd name="connsiteX0" fmla="*/ 57554 w 92319"/>
                <a:gd name="connsiteY0" fmla="*/ 7030 h 164665"/>
                <a:gd name="connsiteX1" fmla="*/ 49946 w 92319"/>
                <a:gd name="connsiteY1" fmla="*/ 86 h 164665"/>
                <a:gd name="connsiteX2" fmla="*/ 235 w 92319"/>
                <a:gd name="connsiteY2" fmla="*/ 15958 h 164665"/>
                <a:gd name="connsiteX3" fmla="*/ 235 w 92319"/>
                <a:gd name="connsiteY3" fmla="*/ 24885 h 164665"/>
                <a:gd name="connsiteX4" fmla="*/ 37011 w 92319"/>
                <a:gd name="connsiteY4" fmla="*/ 17941 h 164665"/>
                <a:gd name="connsiteX5" fmla="*/ 37011 w 92319"/>
                <a:gd name="connsiteY5" fmla="*/ 144416 h 164665"/>
                <a:gd name="connsiteX6" fmla="*/ 11648 w 92319"/>
                <a:gd name="connsiteY6" fmla="*/ 155824 h 164665"/>
                <a:gd name="connsiteX7" fmla="*/ 2010 w 92319"/>
                <a:gd name="connsiteY7" fmla="*/ 155824 h 164665"/>
                <a:gd name="connsiteX8" fmla="*/ 2010 w 92319"/>
                <a:gd name="connsiteY8" fmla="*/ 164752 h 164665"/>
                <a:gd name="connsiteX9" fmla="*/ 47156 w 92319"/>
                <a:gd name="connsiteY9" fmla="*/ 163760 h 164665"/>
                <a:gd name="connsiteX10" fmla="*/ 92555 w 92319"/>
                <a:gd name="connsiteY10" fmla="*/ 164752 h 164665"/>
                <a:gd name="connsiteX11" fmla="*/ 92555 w 92319"/>
                <a:gd name="connsiteY11" fmla="*/ 155824 h 164665"/>
                <a:gd name="connsiteX12" fmla="*/ 82917 w 92319"/>
                <a:gd name="connsiteY12" fmla="*/ 155824 h 164665"/>
                <a:gd name="connsiteX13" fmla="*/ 57554 w 92319"/>
                <a:gd name="connsiteY13" fmla="*/ 144416 h 164665"/>
                <a:gd name="connsiteX14" fmla="*/ 57554 w 92319"/>
                <a:gd name="connsiteY14" fmla="*/ 7030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2319" h="164665">
                  <a:moveTo>
                    <a:pt x="57554" y="7030"/>
                  </a:moveTo>
                  <a:cubicBezTo>
                    <a:pt x="57554" y="334"/>
                    <a:pt x="57047" y="86"/>
                    <a:pt x="49946" y="86"/>
                  </a:cubicBezTo>
                  <a:cubicBezTo>
                    <a:pt x="33714" y="15710"/>
                    <a:pt x="10634" y="15958"/>
                    <a:pt x="235" y="15958"/>
                  </a:cubicBezTo>
                  <a:lnTo>
                    <a:pt x="235" y="24885"/>
                  </a:lnTo>
                  <a:cubicBezTo>
                    <a:pt x="6322" y="24885"/>
                    <a:pt x="23061" y="24885"/>
                    <a:pt x="37011" y="17941"/>
                  </a:cubicBezTo>
                  <a:lnTo>
                    <a:pt x="37011" y="144416"/>
                  </a:lnTo>
                  <a:cubicBezTo>
                    <a:pt x="37011" y="152600"/>
                    <a:pt x="37011" y="155824"/>
                    <a:pt x="11648" y="155824"/>
                  </a:cubicBezTo>
                  <a:lnTo>
                    <a:pt x="2010" y="155824"/>
                  </a:lnTo>
                  <a:lnTo>
                    <a:pt x="2010" y="164752"/>
                  </a:lnTo>
                  <a:cubicBezTo>
                    <a:pt x="6576" y="164504"/>
                    <a:pt x="37772" y="163760"/>
                    <a:pt x="47156" y="163760"/>
                  </a:cubicBezTo>
                  <a:cubicBezTo>
                    <a:pt x="55018" y="163760"/>
                    <a:pt x="86975" y="164504"/>
                    <a:pt x="92555" y="164752"/>
                  </a:cubicBezTo>
                  <a:lnTo>
                    <a:pt x="92555" y="155824"/>
                  </a:lnTo>
                  <a:lnTo>
                    <a:pt x="82917" y="155824"/>
                  </a:lnTo>
                  <a:cubicBezTo>
                    <a:pt x="57554" y="155824"/>
                    <a:pt x="57554" y="152600"/>
                    <a:pt x="57554" y="144416"/>
                  </a:cubicBezTo>
                  <a:lnTo>
                    <a:pt x="57554" y="7030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Nunito" pitchFamily="2" charset="0"/>
              </a:endParaRPr>
            </a:p>
          </p:txBody>
        </p:sp>
      </p:grpSp>
      <p:grpSp>
        <p:nvGrpSpPr>
          <p:cNvPr id="33" name="Group 32" descr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 title="IguanaTex Vector Display">
            <a:extLst>
              <a:ext uri="{FF2B5EF4-FFF2-40B4-BE49-F238E27FC236}">
                <a16:creationId xmlns:a16="http://schemas.microsoft.com/office/drawing/2014/main" id="{0B82F5B5-12E8-951C-5DBF-E5C01E05E819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1008608" y="3179356"/>
            <a:ext cx="376966" cy="209728"/>
            <a:chOff x="10766885" y="5952795"/>
            <a:chExt cx="376966" cy="209728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90D7E1E9-586B-F9C0-95FA-25B9AC1A35D0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0766885" y="5952795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AA34E3F-A534-222E-5A7C-B65BD518B489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1031749" y="5997858"/>
              <a:ext cx="112102" cy="164665"/>
            </a:xfrm>
            <a:custGeom>
              <a:avLst/>
              <a:gdLst>
                <a:gd name="connsiteX0" fmla="*/ 112338 w 112102"/>
                <a:gd name="connsiteY0" fmla="*/ 119617 h 164665"/>
                <a:gd name="connsiteX1" fmla="*/ 103714 w 112102"/>
                <a:gd name="connsiteY1" fmla="*/ 119617 h 164665"/>
                <a:gd name="connsiteX2" fmla="*/ 97120 w 112102"/>
                <a:gd name="connsiteY2" fmla="*/ 142184 h 164665"/>
                <a:gd name="connsiteX3" fmla="*/ 72011 w 112102"/>
                <a:gd name="connsiteY3" fmla="*/ 143672 h 164665"/>
                <a:gd name="connsiteX4" fmla="*/ 25344 w 112102"/>
                <a:gd name="connsiteY4" fmla="*/ 143672 h 164665"/>
                <a:gd name="connsiteX5" fmla="*/ 76069 w 112102"/>
                <a:gd name="connsiteY5" fmla="*/ 102010 h 164665"/>
                <a:gd name="connsiteX6" fmla="*/ 112338 w 112102"/>
                <a:gd name="connsiteY6" fmla="*/ 48444 h 164665"/>
                <a:gd name="connsiteX7" fmla="*/ 52989 w 112102"/>
                <a:gd name="connsiteY7" fmla="*/ 86 h 164665"/>
                <a:gd name="connsiteX8" fmla="*/ 235 w 112102"/>
                <a:gd name="connsiteY8" fmla="*/ 44476 h 164665"/>
                <a:gd name="connsiteX9" fmla="*/ 13677 w 112102"/>
                <a:gd name="connsiteY9" fmla="*/ 58364 h 164665"/>
                <a:gd name="connsiteX10" fmla="*/ 27119 w 112102"/>
                <a:gd name="connsiteY10" fmla="*/ 45220 h 164665"/>
                <a:gd name="connsiteX11" fmla="*/ 12155 w 112102"/>
                <a:gd name="connsiteY11" fmla="*/ 32077 h 164665"/>
                <a:gd name="connsiteX12" fmla="*/ 49185 w 112102"/>
                <a:gd name="connsiteY12" fmla="*/ 9014 h 164665"/>
                <a:gd name="connsiteX13" fmla="*/ 87736 w 112102"/>
                <a:gd name="connsiteY13" fmla="*/ 48444 h 164665"/>
                <a:gd name="connsiteX14" fmla="*/ 63895 w 112102"/>
                <a:gd name="connsiteY14" fmla="*/ 96058 h 164665"/>
                <a:gd name="connsiteX15" fmla="*/ 2771 w 112102"/>
                <a:gd name="connsiteY15" fmla="*/ 155080 h 164665"/>
                <a:gd name="connsiteX16" fmla="*/ 235 w 112102"/>
                <a:gd name="connsiteY16" fmla="*/ 164752 h 164665"/>
                <a:gd name="connsiteX17" fmla="*/ 104729 w 112102"/>
                <a:gd name="connsiteY17" fmla="*/ 164752 h 164665"/>
                <a:gd name="connsiteX18" fmla="*/ 112338 w 112102"/>
                <a:gd name="connsiteY18" fmla="*/ 119617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2102" h="164665">
                  <a:moveTo>
                    <a:pt x="112338" y="119617"/>
                  </a:moveTo>
                  <a:lnTo>
                    <a:pt x="103714" y="119617"/>
                  </a:lnTo>
                  <a:cubicBezTo>
                    <a:pt x="102954" y="125073"/>
                    <a:pt x="100417" y="139705"/>
                    <a:pt x="97120" y="142184"/>
                  </a:cubicBezTo>
                  <a:cubicBezTo>
                    <a:pt x="95091" y="143672"/>
                    <a:pt x="75562" y="143672"/>
                    <a:pt x="72011" y="143672"/>
                  </a:cubicBezTo>
                  <a:lnTo>
                    <a:pt x="25344" y="143672"/>
                  </a:lnTo>
                  <a:cubicBezTo>
                    <a:pt x="51975" y="120609"/>
                    <a:pt x="60852" y="113666"/>
                    <a:pt x="76069" y="102010"/>
                  </a:cubicBezTo>
                  <a:cubicBezTo>
                    <a:pt x="94838" y="87379"/>
                    <a:pt x="112338" y="72003"/>
                    <a:pt x="112338" y="48444"/>
                  </a:cubicBezTo>
                  <a:cubicBezTo>
                    <a:pt x="112338" y="18437"/>
                    <a:pt x="85453" y="86"/>
                    <a:pt x="52989" y="86"/>
                  </a:cubicBezTo>
                  <a:cubicBezTo>
                    <a:pt x="21540" y="86"/>
                    <a:pt x="235" y="21661"/>
                    <a:pt x="235" y="44476"/>
                  </a:cubicBezTo>
                  <a:cubicBezTo>
                    <a:pt x="235" y="57124"/>
                    <a:pt x="11141" y="58364"/>
                    <a:pt x="13677" y="58364"/>
                  </a:cubicBezTo>
                  <a:cubicBezTo>
                    <a:pt x="19764" y="58364"/>
                    <a:pt x="27119" y="54148"/>
                    <a:pt x="27119" y="45220"/>
                  </a:cubicBezTo>
                  <a:cubicBezTo>
                    <a:pt x="27119" y="40757"/>
                    <a:pt x="25344" y="32077"/>
                    <a:pt x="12155" y="32077"/>
                  </a:cubicBezTo>
                  <a:cubicBezTo>
                    <a:pt x="20018" y="14470"/>
                    <a:pt x="37264" y="9014"/>
                    <a:pt x="49185" y="9014"/>
                  </a:cubicBezTo>
                  <a:cubicBezTo>
                    <a:pt x="74547" y="9014"/>
                    <a:pt x="87736" y="28357"/>
                    <a:pt x="87736" y="48444"/>
                  </a:cubicBezTo>
                  <a:cubicBezTo>
                    <a:pt x="87736" y="70019"/>
                    <a:pt x="72011" y="87131"/>
                    <a:pt x="63895" y="96058"/>
                  </a:cubicBezTo>
                  <a:lnTo>
                    <a:pt x="2771" y="155080"/>
                  </a:lnTo>
                  <a:cubicBezTo>
                    <a:pt x="235" y="157312"/>
                    <a:pt x="235" y="157808"/>
                    <a:pt x="235" y="164752"/>
                  </a:cubicBezTo>
                  <a:lnTo>
                    <a:pt x="104729" y="164752"/>
                  </a:lnTo>
                  <a:lnTo>
                    <a:pt x="112338" y="119617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</p:grpSp>
      <p:grpSp>
        <p:nvGrpSpPr>
          <p:cNvPr id="36" name="Group 35" descr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 title="IguanaTex Vector Display">
            <a:extLst>
              <a:ext uri="{FF2B5EF4-FFF2-40B4-BE49-F238E27FC236}">
                <a16:creationId xmlns:a16="http://schemas.microsoft.com/office/drawing/2014/main" id="{15800647-3AB5-35DC-F42F-6B16004C5161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1005565" y="4134396"/>
            <a:ext cx="383053" cy="209728"/>
            <a:chOff x="10919285" y="5637111"/>
            <a:chExt cx="383053" cy="209728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9794756-3263-EF9A-10E7-E697AA6F682F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0919285" y="56371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918DE54-BAEF-E427-89BD-3634AF0F4B57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1178062" y="5679694"/>
              <a:ext cx="124276" cy="167145"/>
            </a:xfrm>
            <a:custGeom>
              <a:avLst/>
              <a:gdLst>
                <a:gd name="connsiteX0" fmla="*/ 124512 w 124276"/>
                <a:gd name="connsiteY0" fmla="*/ 126561 h 167145"/>
                <a:gd name="connsiteX1" fmla="*/ 124512 w 124276"/>
                <a:gd name="connsiteY1" fmla="*/ 117633 h 167145"/>
                <a:gd name="connsiteX2" fmla="*/ 96359 w 124276"/>
                <a:gd name="connsiteY2" fmla="*/ 117633 h 167145"/>
                <a:gd name="connsiteX3" fmla="*/ 96359 w 124276"/>
                <a:gd name="connsiteY3" fmla="*/ 7030 h 167145"/>
                <a:gd name="connsiteX4" fmla="*/ 90780 w 124276"/>
                <a:gd name="connsiteY4" fmla="*/ 86 h 167145"/>
                <a:gd name="connsiteX5" fmla="*/ 84185 w 124276"/>
                <a:gd name="connsiteY5" fmla="*/ 3558 h 167145"/>
                <a:gd name="connsiteX6" fmla="*/ 235 w 124276"/>
                <a:gd name="connsiteY6" fmla="*/ 117633 h 167145"/>
                <a:gd name="connsiteX7" fmla="*/ 235 w 124276"/>
                <a:gd name="connsiteY7" fmla="*/ 126561 h 167145"/>
                <a:gd name="connsiteX8" fmla="*/ 74801 w 124276"/>
                <a:gd name="connsiteY8" fmla="*/ 126561 h 167145"/>
                <a:gd name="connsiteX9" fmla="*/ 74801 w 124276"/>
                <a:gd name="connsiteY9" fmla="*/ 146896 h 167145"/>
                <a:gd name="connsiteX10" fmla="*/ 54257 w 124276"/>
                <a:gd name="connsiteY10" fmla="*/ 158304 h 167145"/>
                <a:gd name="connsiteX11" fmla="*/ 47409 w 124276"/>
                <a:gd name="connsiteY11" fmla="*/ 158304 h 167145"/>
                <a:gd name="connsiteX12" fmla="*/ 47409 w 124276"/>
                <a:gd name="connsiteY12" fmla="*/ 167231 h 167145"/>
                <a:gd name="connsiteX13" fmla="*/ 85453 w 124276"/>
                <a:gd name="connsiteY13" fmla="*/ 166240 h 167145"/>
                <a:gd name="connsiteX14" fmla="*/ 123751 w 124276"/>
                <a:gd name="connsiteY14" fmla="*/ 167231 h 167145"/>
                <a:gd name="connsiteX15" fmla="*/ 123751 w 124276"/>
                <a:gd name="connsiteY15" fmla="*/ 158304 h 167145"/>
                <a:gd name="connsiteX16" fmla="*/ 116903 w 124276"/>
                <a:gd name="connsiteY16" fmla="*/ 158304 h 167145"/>
                <a:gd name="connsiteX17" fmla="*/ 96359 w 124276"/>
                <a:gd name="connsiteY17" fmla="*/ 146896 h 167145"/>
                <a:gd name="connsiteX18" fmla="*/ 96359 w 124276"/>
                <a:gd name="connsiteY18" fmla="*/ 126561 h 167145"/>
                <a:gd name="connsiteX19" fmla="*/ 124512 w 124276"/>
                <a:gd name="connsiteY19" fmla="*/ 126561 h 167145"/>
                <a:gd name="connsiteX20" fmla="*/ 76576 w 124276"/>
                <a:gd name="connsiteY20" fmla="*/ 26869 h 167145"/>
                <a:gd name="connsiteX21" fmla="*/ 76576 w 124276"/>
                <a:gd name="connsiteY21" fmla="*/ 117633 h 167145"/>
                <a:gd name="connsiteX22" fmla="*/ 9619 w 124276"/>
                <a:gd name="connsiteY22" fmla="*/ 117633 h 167145"/>
                <a:gd name="connsiteX23" fmla="*/ 76576 w 124276"/>
                <a:gd name="connsiteY23" fmla="*/ 26869 h 167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4276" h="167145">
                  <a:moveTo>
                    <a:pt x="124512" y="126561"/>
                  </a:moveTo>
                  <a:lnTo>
                    <a:pt x="124512" y="117633"/>
                  </a:lnTo>
                  <a:lnTo>
                    <a:pt x="96359" y="117633"/>
                  </a:lnTo>
                  <a:lnTo>
                    <a:pt x="96359" y="7030"/>
                  </a:lnTo>
                  <a:cubicBezTo>
                    <a:pt x="96359" y="1822"/>
                    <a:pt x="96359" y="86"/>
                    <a:pt x="90780" y="86"/>
                  </a:cubicBezTo>
                  <a:cubicBezTo>
                    <a:pt x="87736" y="86"/>
                    <a:pt x="86721" y="86"/>
                    <a:pt x="84185" y="3558"/>
                  </a:cubicBezTo>
                  <a:lnTo>
                    <a:pt x="235" y="117633"/>
                  </a:lnTo>
                  <a:lnTo>
                    <a:pt x="235" y="126561"/>
                  </a:lnTo>
                  <a:lnTo>
                    <a:pt x="74801" y="126561"/>
                  </a:lnTo>
                  <a:lnTo>
                    <a:pt x="74801" y="146896"/>
                  </a:lnTo>
                  <a:cubicBezTo>
                    <a:pt x="74801" y="155328"/>
                    <a:pt x="74801" y="158304"/>
                    <a:pt x="54257" y="158304"/>
                  </a:cubicBezTo>
                  <a:lnTo>
                    <a:pt x="47409" y="158304"/>
                  </a:lnTo>
                  <a:lnTo>
                    <a:pt x="47409" y="167231"/>
                  </a:lnTo>
                  <a:cubicBezTo>
                    <a:pt x="60091" y="166735"/>
                    <a:pt x="76323" y="166240"/>
                    <a:pt x="85453" y="166240"/>
                  </a:cubicBezTo>
                  <a:cubicBezTo>
                    <a:pt x="94838" y="166240"/>
                    <a:pt x="111070" y="166735"/>
                    <a:pt x="123751" y="167231"/>
                  </a:cubicBezTo>
                  <a:lnTo>
                    <a:pt x="123751" y="158304"/>
                  </a:lnTo>
                  <a:lnTo>
                    <a:pt x="116903" y="158304"/>
                  </a:lnTo>
                  <a:cubicBezTo>
                    <a:pt x="96359" y="158304"/>
                    <a:pt x="96359" y="155328"/>
                    <a:pt x="96359" y="146896"/>
                  </a:cubicBezTo>
                  <a:lnTo>
                    <a:pt x="96359" y="126561"/>
                  </a:lnTo>
                  <a:lnTo>
                    <a:pt x="124512" y="126561"/>
                  </a:lnTo>
                  <a:close/>
                  <a:moveTo>
                    <a:pt x="76576" y="26869"/>
                  </a:moveTo>
                  <a:lnTo>
                    <a:pt x="76576" y="117633"/>
                  </a:lnTo>
                  <a:lnTo>
                    <a:pt x="9619" y="117633"/>
                  </a:lnTo>
                  <a:lnTo>
                    <a:pt x="76576" y="26869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</p:grpSp>
      <p:grpSp>
        <p:nvGrpSpPr>
          <p:cNvPr id="39" name="Group 38" descr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 title="IguanaTex Vector Display">
            <a:extLst>
              <a:ext uri="{FF2B5EF4-FFF2-40B4-BE49-F238E27FC236}">
                <a16:creationId xmlns:a16="http://schemas.microsoft.com/office/drawing/2014/main" id="{8B6BE3BA-6590-A86A-1F58-055EDC548CB9}"/>
              </a:ext>
            </a:extLst>
          </p:cNvPr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1007466" y="3654396"/>
            <a:ext cx="379250" cy="214688"/>
            <a:chOff x="11071685" y="5789511"/>
            <a:chExt cx="379250" cy="214688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4008A8C-4BB4-3A90-49C9-F392B4E81948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1071685" y="57895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4848BDDF-54D5-A120-E429-7F6AE790C07A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1334267" y="5834574"/>
              <a:ext cx="116668" cy="169625"/>
            </a:xfrm>
            <a:custGeom>
              <a:avLst/>
              <a:gdLst>
                <a:gd name="connsiteX0" fmla="*/ 55779 w 116668"/>
                <a:gd name="connsiteY0" fmla="*/ 81923 h 169625"/>
                <a:gd name="connsiteX1" fmla="*/ 89765 w 116668"/>
                <a:gd name="connsiteY1" fmla="*/ 121849 h 169625"/>
                <a:gd name="connsiteX2" fmla="*/ 56794 w 116668"/>
                <a:gd name="connsiteY2" fmla="*/ 161776 h 169625"/>
                <a:gd name="connsiteX3" fmla="*/ 13677 w 116668"/>
                <a:gd name="connsiteY3" fmla="*/ 144416 h 169625"/>
                <a:gd name="connsiteX4" fmla="*/ 28387 w 116668"/>
                <a:gd name="connsiteY4" fmla="*/ 130529 h 169625"/>
                <a:gd name="connsiteX5" fmla="*/ 14438 w 116668"/>
                <a:gd name="connsiteY5" fmla="*/ 116889 h 169625"/>
                <a:gd name="connsiteX6" fmla="*/ 235 w 116668"/>
                <a:gd name="connsiteY6" fmla="*/ 131273 h 169625"/>
                <a:gd name="connsiteX7" fmla="*/ 57301 w 116668"/>
                <a:gd name="connsiteY7" fmla="*/ 169711 h 169625"/>
                <a:gd name="connsiteX8" fmla="*/ 116903 w 116668"/>
                <a:gd name="connsiteY8" fmla="*/ 121849 h 169625"/>
                <a:gd name="connsiteX9" fmla="*/ 72772 w 116668"/>
                <a:gd name="connsiteY9" fmla="*/ 77459 h 169625"/>
                <a:gd name="connsiteX10" fmla="*/ 109041 w 116668"/>
                <a:gd name="connsiteY10" fmla="*/ 34309 h 169625"/>
                <a:gd name="connsiteX11" fmla="*/ 57808 w 116668"/>
                <a:gd name="connsiteY11" fmla="*/ 86 h 169625"/>
                <a:gd name="connsiteX12" fmla="*/ 8097 w 116668"/>
                <a:gd name="connsiteY12" fmla="*/ 33317 h 169625"/>
                <a:gd name="connsiteX13" fmla="*/ 21286 w 116668"/>
                <a:gd name="connsiteY13" fmla="*/ 46460 h 169625"/>
                <a:gd name="connsiteX14" fmla="*/ 34221 w 116668"/>
                <a:gd name="connsiteY14" fmla="*/ 33813 h 169625"/>
                <a:gd name="connsiteX15" fmla="*/ 21286 w 116668"/>
                <a:gd name="connsiteY15" fmla="*/ 20917 h 169625"/>
                <a:gd name="connsiteX16" fmla="*/ 57047 w 116668"/>
                <a:gd name="connsiteY16" fmla="*/ 7278 h 169625"/>
                <a:gd name="connsiteX17" fmla="*/ 84439 w 116668"/>
                <a:gd name="connsiteY17" fmla="*/ 34309 h 169625"/>
                <a:gd name="connsiteX18" fmla="*/ 74294 w 116668"/>
                <a:gd name="connsiteY18" fmla="*/ 63820 h 169625"/>
                <a:gd name="connsiteX19" fmla="*/ 46141 w 116668"/>
                <a:gd name="connsiteY19" fmla="*/ 74483 h 169625"/>
                <a:gd name="connsiteX20" fmla="*/ 38025 w 116668"/>
                <a:gd name="connsiteY20" fmla="*/ 75227 h 169625"/>
                <a:gd name="connsiteX21" fmla="*/ 35489 w 116668"/>
                <a:gd name="connsiteY21" fmla="*/ 78451 h 169625"/>
                <a:gd name="connsiteX22" fmla="*/ 42083 w 116668"/>
                <a:gd name="connsiteY22" fmla="*/ 81923 h 169625"/>
                <a:gd name="connsiteX23" fmla="*/ 55779 w 116668"/>
                <a:gd name="connsiteY23" fmla="*/ 81923 h 169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6668" h="169625">
                  <a:moveTo>
                    <a:pt x="55779" y="81923"/>
                  </a:moveTo>
                  <a:cubicBezTo>
                    <a:pt x="75562" y="81923"/>
                    <a:pt x="89765" y="95314"/>
                    <a:pt x="89765" y="121849"/>
                  </a:cubicBezTo>
                  <a:cubicBezTo>
                    <a:pt x="89765" y="152600"/>
                    <a:pt x="71504" y="161776"/>
                    <a:pt x="56794" y="161776"/>
                  </a:cubicBezTo>
                  <a:cubicBezTo>
                    <a:pt x="46649" y="161776"/>
                    <a:pt x="24329" y="159048"/>
                    <a:pt x="13677" y="144416"/>
                  </a:cubicBezTo>
                  <a:cubicBezTo>
                    <a:pt x="25598" y="143920"/>
                    <a:pt x="28387" y="135737"/>
                    <a:pt x="28387" y="130529"/>
                  </a:cubicBezTo>
                  <a:cubicBezTo>
                    <a:pt x="28387" y="122593"/>
                    <a:pt x="22300" y="116889"/>
                    <a:pt x="14438" y="116889"/>
                  </a:cubicBezTo>
                  <a:cubicBezTo>
                    <a:pt x="7336" y="116889"/>
                    <a:pt x="235" y="121105"/>
                    <a:pt x="235" y="131273"/>
                  </a:cubicBezTo>
                  <a:cubicBezTo>
                    <a:pt x="235" y="154584"/>
                    <a:pt x="26612" y="169711"/>
                    <a:pt x="57301" y="169711"/>
                  </a:cubicBezTo>
                  <a:cubicBezTo>
                    <a:pt x="92555" y="169711"/>
                    <a:pt x="116903" y="146648"/>
                    <a:pt x="116903" y="121849"/>
                  </a:cubicBezTo>
                  <a:cubicBezTo>
                    <a:pt x="116903" y="102506"/>
                    <a:pt x="100671" y="83163"/>
                    <a:pt x="72772" y="77459"/>
                  </a:cubicBezTo>
                  <a:cubicBezTo>
                    <a:pt x="99403" y="68035"/>
                    <a:pt x="109041" y="49436"/>
                    <a:pt x="109041" y="34309"/>
                  </a:cubicBezTo>
                  <a:cubicBezTo>
                    <a:pt x="109041" y="14718"/>
                    <a:pt x="85961" y="86"/>
                    <a:pt x="57808" y="86"/>
                  </a:cubicBezTo>
                  <a:cubicBezTo>
                    <a:pt x="29656" y="86"/>
                    <a:pt x="8097" y="13478"/>
                    <a:pt x="8097" y="33317"/>
                  </a:cubicBezTo>
                  <a:cubicBezTo>
                    <a:pt x="8097" y="41748"/>
                    <a:pt x="13677" y="46460"/>
                    <a:pt x="21286" y="46460"/>
                  </a:cubicBezTo>
                  <a:cubicBezTo>
                    <a:pt x="29148" y="46460"/>
                    <a:pt x="34221" y="40757"/>
                    <a:pt x="34221" y="33813"/>
                  </a:cubicBezTo>
                  <a:cubicBezTo>
                    <a:pt x="34221" y="26621"/>
                    <a:pt x="29148" y="21413"/>
                    <a:pt x="21286" y="20917"/>
                  </a:cubicBezTo>
                  <a:cubicBezTo>
                    <a:pt x="30163" y="10006"/>
                    <a:pt x="47663" y="7278"/>
                    <a:pt x="57047" y="7278"/>
                  </a:cubicBezTo>
                  <a:cubicBezTo>
                    <a:pt x="68460" y="7278"/>
                    <a:pt x="84439" y="12734"/>
                    <a:pt x="84439" y="34309"/>
                  </a:cubicBezTo>
                  <a:cubicBezTo>
                    <a:pt x="84439" y="44724"/>
                    <a:pt x="80888" y="56132"/>
                    <a:pt x="74294" y="63820"/>
                  </a:cubicBezTo>
                  <a:cubicBezTo>
                    <a:pt x="65924" y="73243"/>
                    <a:pt x="58823" y="73739"/>
                    <a:pt x="46141" y="74483"/>
                  </a:cubicBezTo>
                  <a:cubicBezTo>
                    <a:pt x="39801" y="74979"/>
                    <a:pt x="39293" y="74979"/>
                    <a:pt x="38025" y="75227"/>
                  </a:cubicBezTo>
                  <a:cubicBezTo>
                    <a:pt x="37518" y="75227"/>
                    <a:pt x="35489" y="75723"/>
                    <a:pt x="35489" y="78451"/>
                  </a:cubicBezTo>
                  <a:cubicBezTo>
                    <a:pt x="35489" y="81923"/>
                    <a:pt x="37772" y="81923"/>
                    <a:pt x="42083" y="81923"/>
                  </a:cubicBezTo>
                  <a:lnTo>
                    <a:pt x="55779" y="81923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2BED4E9D-D4AB-4221-465F-79C8CE05749C}"/>
              </a:ext>
            </a:extLst>
          </p:cNvPr>
          <p:cNvSpPr/>
          <p:nvPr/>
        </p:nvSpPr>
        <p:spPr>
          <a:xfrm>
            <a:off x="1427480" y="2551416"/>
            <a:ext cx="1803400" cy="1451625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latin typeface="Nunito" pitchFamily="2" charset="0"/>
            </a:endParaRPr>
          </a:p>
        </p:txBody>
      </p:sp>
      <p:sp>
        <p:nvSpPr>
          <p:cNvPr id="43" name="Rounded Rectangle 29">
            <a:extLst>
              <a:ext uri="{FF2B5EF4-FFF2-40B4-BE49-F238E27FC236}">
                <a16:creationId xmlns:a16="http://schemas.microsoft.com/office/drawing/2014/main" id="{9F35ABF2-756C-FD32-B715-660F7B5F12D3}"/>
              </a:ext>
            </a:extLst>
          </p:cNvPr>
          <p:cNvSpPr/>
          <p:nvPr/>
        </p:nvSpPr>
        <p:spPr>
          <a:xfrm rot="5400000">
            <a:off x="5616032" y="2361779"/>
            <a:ext cx="381000" cy="3606983"/>
          </a:xfrm>
          <a:prstGeom prst="roundRect">
            <a:avLst/>
          </a:prstGeom>
          <a:solidFill>
            <a:srgbClr val="288CD2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7A97B31-5367-5A63-965F-2371C5ABD358}"/>
              </a:ext>
            </a:extLst>
          </p:cNvPr>
          <p:cNvSpPr/>
          <p:nvPr/>
        </p:nvSpPr>
        <p:spPr>
          <a:xfrm rot="5400000">
            <a:off x="5277843" y="405097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958A6728-FB62-C988-36EC-FA21B60EC94D}"/>
              </a:ext>
            </a:extLst>
          </p:cNvPr>
          <p:cNvSpPr/>
          <p:nvPr/>
        </p:nvSpPr>
        <p:spPr>
          <a:xfrm rot="5400000">
            <a:off x="4701493" y="405097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CB72220C-49C4-9C11-84CA-A5ABE01392D4}"/>
              </a:ext>
            </a:extLst>
          </p:cNvPr>
          <p:cNvSpPr/>
          <p:nvPr/>
        </p:nvSpPr>
        <p:spPr>
          <a:xfrm rot="5400000">
            <a:off x="4413318" y="405097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5A403B66-37A4-5D04-0C64-A4E4A5DB255F}"/>
              </a:ext>
            </a:extLst>
          </p:cNvPr>
          <p:cNvSpPr/>
          <p:nvPr/>
        </p:nvSpPr>
        <p:spPr>
          <a:xfrm rot="5400000">
            <a:off x="4125143" y="405097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72C30B52-A3EB-7E41-57AD-D0FD1D666799}"/>
              </a:ext>
            </a:extLst>
          </p:cNvPr>
          <p:cNvSpPr/>
          <p:nvPr/>
        </p:nvSpPr>
        <p:spPr>
          <a:xfrm rot="5400000">
            <a:off x="7295063" y="405097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922CEDD-23A7-80B9-4F04-F22F32F4C22F}"/>
              </a:ext>
            </a:extLst>
          </p:cNvPr>
          <p:cNvSpPr/>
          <p:nvPr/>
        </p:nvSpPr>
        <p:spPr>
          <a:xfrm rot="5400000">
            <a:off x="7006893" y="405097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CF8C396-E8FF-1714-4F3D-317086AE8017}"/>
              </a:ext>
            </a:extLst>
          </p:cNvPr>
          <p:cNvSpPr/>
          <p:nvPr/>
        </p:nvSpPr>
        <p:spPr>
          <a:xfrm rot="5400000">
            <a:off x="6430543" y="405097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5F4D7517-CBAA-DD57-EDB7-3C6997678DCD}"/>
              </a:ext>
            </a:extLst>
          </p:cNvPr>
          <p:cNvSpPr/>
          <p:nvPr/>
        </p:nvSpPr>
        <p:spPr>
          <a:xfrm rot="5400000">
            <a:off x="5854193" y="405097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52" name="Rounded Rectangle 29">
            <a:extLst>
              <a:ext uri="{FF2B5EF4-FFF2-40B4-BE49-F238E27FC236}">
                <a16:creationId xmlns:a16="http://schemas.microsoft.com/office/drawing/2014/main" id="{AF5D586E-BD70-85F2-197E-08646B1C8FD5}"/>
              </a:ext>
            </a:extLst>
          </p:cNvPr>
          <p:cNvSpPr/>
          <p:nvPr/>
        </p:nvSpPr>
        <p:spPr>
          <a:xfrm>
            <a:off x="8025073" y="2525554"/>
            <a:ext cx="381000" cy="4007326"/>
          </a:xfrm>
          <a:prstGeom prst="round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EA88B84-D7E2-8030-FEED-CA7903C12821}"/>
              </a:ext>
            </a:extLst>
          </p:cNvPr>
          <p:cNvSpPr/>
          <p:nvPr/>
        </p:nvSpPr>
        <p:spPr>
          <a:xfrm>
            <a:off x="8101273" y="3970122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C4B0CA1-DB7E-01D2-AC01-470D6EA13865}"/>
              </a:ext>
            </a:extLst>
          </p:cNvPr>
          <p:cNvSpPr/>
          <p:nvPr/>
        </p:nvSpPr>
        <p:spPr>
          <a:xfrm>
            <a:off x="8101273" y="4285544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44BFADF2-0E7E-B60C-E894-97EBEDC1A71E}"/>
              </a:ext>
            </a:extLst>
          </p:cNvPr>
          <p:cNvSpPr/>
          <p:nvPr/>
        </p:nvSpPr>
        <p:spPr>
          <a:xfrm>
            <a:off x="8101273" y="4600966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21DED7A8-63AA-5C3B-38DB-E97CFDB53DCB}"/>
              </a:ext>
            </a:extLst>
          </p:cNvPr>
          <p:cNvSpPr/>
          <p:nvPr/>
        </p:nvSpPr>
        <p:spPr>
          <a:xfrm>
            <a:off x="8101273" y="5231810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74B3EB1B-2A0B-450E-D9F6-117636783800}"/>
              </a:ext>
            </a:extLst>
          </p:cNvPr>
          <p:cNvSpPr/>
          <p:nvPr/>
        </p:nvSpPr>
        <p:spPr>
          <a:xfrm>
            <a:off x="8101273" y="2708434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B9432EB1-7558-A05F-8A9D-8AC58EF5EC5C}"/>
              </a:ext>
            </a:extLst>
          </p:cNvPr>
          <p:cNvSpPr/>
          <p:nvPr/>
        </p:nvSpPr>
        <p:spPr>
          <a:xfrm>
            <a:off x="8101273" y="3023856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688810B-9C54-50C5-44DE-C2E3682631B2}"/>
              </a:ext>
            </a:extLst>
          </p:cNvPr>
          <p:cNvSpPr/>
          <p:nvPr/>
        </p:nvSpPr>
        <p:spPr>
          <a:xfrm>
            <a:off x="8101273" y="3339278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0BACE9BE-B02D-8924-CEC4-CCFB2D2921CA}"/>
              </a:ext>
            </a:extLst>
          </p:cNvPr>
          <p:cNvSpPr/>
          <p:nvPr/>
        </p:nvSpPr>
        <p:spPr>
          <a:xfrm>
            <a:off x="8101273" y="3654700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61" name="Graphic 27678" descr="\documentclass{article}&#10;\usepackage{amsmath,amssymb}&#10;\pagestyle{empty}&#10;\begin{document}&#10;&#10;\newcommand{\score}{\textrm{score}}&#10;\newcommand{\classify}{\textrm{classify}}&#10;\newcommand{\bx}{\mathbf{x}}&#10;&#10;\begin{align*}&#10;=&#10;\end{align*}&#10;&#10;&#10;\end{document}" title="IguanaTex Vector Display">
            <a:extLst>
              <a:ext uri="{FF2B5EF4-FFF2-40B4-BE49-F238E27FC236}">
                <a16:creationId xmlns:a16="http://schemas.microsoft.com/office/drawing/2014/main" id="{055ABCA1-01CC-59B5-412A-7D5EDC6BDD0F}"/>
              </a:ext>
            </a:extLst>
          </p:cNvPr>
          <p:cNvSpPr>
            <a:spLocks noChangeAspect="1"/>
          </p:cNvSpPr>
          <p:nvPr>
            <p:custDataLst>
              <p:tags r:id="rId5"/>
            </p:custDataLst>
          </p:nvPr>
        </p:nvSpPr>
        <p:spPr>
          <a:xfrm>
            <a:off x="8547100" y="4132580"/>
            <a:ext cx="220866" cy="93261"/>
          </a:xfrm>
          <a:custGeom>
            <a:avLst/>
            <a:gdLst>
              <a:gd name="connsiteX0" fmla="*/ 209803 w 220866"/>
              <a:gd name="connsiteY0" fmla="*/ 16027 h 93261"/>
              <a:gd name="connsiteX1" fmla="*/ 221096 w 220866"/>
              <a:gd name="connsiteY1" fmla="*/ 8056 h 93261"/>
              <a:gd name="connsiteX2" fmla="*/ 210136 w 220866"/>
              <a:gd name="connsiteY2" fmla="*/ 85 h 93261"/>
              <a:gd name="connsiteX3" fmla="*/ 11190 w 220866"/>
              <a:gd name="connsiteY3" fmla="*/ 85 h 93261"/>
              <a:gd name="connsiteX4" fmla="*/ 230 w 220866"/>
              <a:gd name="connsiteY4" fmla="*/ 8056 h 93261"/>
              <a:gd name="connsiteX5" fmla="*/ 11522 w 220866"/>
              <a:gd name="connsiteY5" fmla="*/ 16027 h 93261"/>
              <a:gd name="connsiteX6" fmla="*/ 209803 w 220866"/>
              <a:gd name="connsiteY6" fmla="*/ 16027 h 93261"/>
              <a:gd name="connsiteX7" fmla="*/ 210136 w 220866"/>
              <a:gd name="connsiteY7" fmla="*/ 93347 h 93261"/>
              <a:gd name="connsiteX8" fmla="*/ 221096 w 220866"/>
              <a:gd name="connsiteY8" fmla="*/ 85376 h 93261"/>
              <a:gd name="connsiteX9" fmla="*/ 209803 w 220866"/>
              <a:gd name="connsiteY9" fmla="*/ 77404 h 93261"/>
              <a:gd name="connsiteX10" fmla="*/ 11522 w 220866"/>
              <a:gd name="connsiteY10" fmla="*/ 77404 h 93261"/>
              <a:gd name="connsiteX11" fmla="*/ 230 w 220866"/>
              <a:gd name="connsiteY11" fmla="*/ 85376 h 93261"/>
              <a:gd name="connsiteX12" fmla="*/ 11190 w 220866"/>
              <a:gd name="connsiteY12" fmla="*/ 93347 h 93261"/>
              <a:gd name="connsiteX13" fmla="*/ 210136 w 220866"/>
              <a:gd name="connsiteY13" fmla="*/ 93347 h 932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20866" h="93261">
                <a:moveTo>
                  <a:pt x="209803" y="16027"/>
                </a:moveTo>
                <a:cubicBezTo>
                  <a:pt x="214785" y="16027"/>
                  <a:pt x="221096" y="16027"/>
                  <a:pt x="221096" y="8056"/>
                </a:cubicBezTo>
                <a:cubicBezTo>
                  <a:pt x="221096" y="85"/>
                  <a:pt x="214785" y="85"/>
                  <a:pt x="210136" y="85"/>
                </a:cubicBezTo>
                <a:lnTo>
                  <a:pt x="11190" y="85"/>
                </a:lnTo>
                <a:cubicBezTo>
                  <a:pt x="6540" y="85"/>
                  <a:pt x="230" y="85"/>
                  <a:pt x="230" y="8056"/>
                </a:cubicBezTo>
                <a:cubicBezTo>
                  <a:pt x="230" y="16027"/>
                  <a:pt x="6540" y="16027"/>
                  <a:pt x="11522" y="16027"/>
                </a:cubicBezTo>
                <a:lnTo>
                  <a:pt x="209803" y="16027"/>
                </a:lnTo>
                <a:close/>
                <a:moveTo>
                  <a:pt x="210136" y="93347"/>
                </a:moveTo>
                <a:cubicBezTo>
                  <a:pt x="214785" y="93347"/>
                  <a:pt x="221096" y="93347"/>
                  <a:pt x="221096" y="85376"/>
                </a:cubicBezTo>
                <a:cubicBezTo>
                  <a:pt x="221096" y="77404"/>
                  <a:pt x="214785" y="77404"/>
                  <a:pt x="209803" y="77404"/>
                </a:cubicBezTo>
                <a:lnTo>
                  <a:pt x="11522" y="77404"/>
                </a:lnTo>
                <a:cubicBezTo>
                  <a:pt x="6540" y="77404"/>
                  <a:pt x="230" y="77404"/>
                  <a:pt x="230" y="85376"/>
                </a:cubicBezTo>
                <a:cubicBezTo>
                  <a:pt x="230" y="93347"/>
                  <a:pt x="6540" y="93347"/>
                  <a:pt x="11190" y="93347"/>
                </a:cubicBezTo>
                <a:lnTo>
                  <a:pt x="210136" y="93347"/>
                </a:lnTo>
                <a:close/>
              </a:path>
            </a:pathLst>
          </a:custGeom>
          <a:solidFill>
            <a:srgbClr val="000000"/>
          </a:solidFill>
          <a:ln w="33338" cap="flat">
            <a:noFill/>
            <a:prstDash val="solid"/>
            <a:miter/>
          </a:ln>
        </p:spPr>
        <p:txBody>
          <a:bodyPr rtlCol="0" anchor="ctr"/>
          <a:lstStyle/>
          <a:p>
            <a:endParaRPr lang="en-CA">
              <a:latin typeface="Nunito" pitchFamily="2" charset="0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4C2740FE-0265-4F95-D2BE-266D6C792D56}"/>
              </a:ext>
            </a:extLst>
          </p:cNvPr>
          <p:cNvSpPr/>
          <p:nvPr/>
        </p:nvSpPr>
        <p:spPr>
          <a:xfrm>
            <a:off x="8101273" y="4916388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EE060E8-0AB9-59B5-7E3C-0AC33BD16F1E}"/>
              </a:ext>
            </a:extLst>
          </p:cNvPr>
          <p:cNvSpPr/>
          <p:nvPr/>
        </p:nvSpPr>
        <p:spPr>
          <a:xfrm>
            <a:off x="8101273" y="5547232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E2D6508-6A66-0277-136A-AD03C227A004}"/>
              </a:ext>
            </a:extLst>
          </p:cNvPr>
          <p:cNvSpPr/>
          <p:nvPr/>
        </p:nvSpPr>
        <p:spPr>
          <a:xfrm>
            <a:off x="8101273" y="5862654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87F88F82-CC9F-5AD2-6130-B433F03BF31D}"/>
              </a:ext>
            </a:extLst>
          </p:cNvPr>
          <p:cNvSpPr/>
          <p:nvPr/>
        </p:nvSpPr>
        <p:spPr>
          <a:xfrm>
            <a:off x="8101273" y="6178074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67575E62-ED7D-BA22-D50F-8DBFE2DF3DA9}"/>
              </a:ext>
            </a:extLst>
          </p:cNvPr>
          <p:cNvSpPr/>
          <p:nvPr/>
        </p:nvSpPr>
        <p:spPr>
          <a:xfrm rot="5400000">
            <a:off x="5566018" y="405097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00652FE0-AE28-6062-8BFA-603E96847B64}"/>
              </a:ext>
            </a:extLst>
          </p:cNvPr>
          <p:cNvSpPr/>
          <p:nvPr/>
        </p:nvSpPr>
        <p:spPr>
          <a:xfrm rot="5400000">
            <a:off x="4989668" y="405097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A59DD944-FD8D-13A5-625E-E7C6067D756B}"/>
              </a:ext>
            </a:extLst>
          </p:cNvPr>
          <p:cNvSpPr/>
          <p:nvPr/>
        </p:nvSpPr>
        <p:spPr>
          <a:xfrm rot="5400000">
            <a:off x="6718718" y="405097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5AEA232-88AA-DDBA-BC9D-4602CC7EF743}"/>
              </a:ext>
            </a:extLst>
          </p:cNvPr>
          <p:cNvSpPr/>
          <p:nvPr/>
        </p:nvSpPr>
        <p:spPr>
          <a:xfrm rot="5400000">
            <a:off x="6142368" y="405097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70" name="Rounded Rectangle 7 1">
            <a:extLst>
              <a:ext uri="{FF2B5EF4-FFF2-40B4-BE49-F238E27FC236}">
                <a16:creationId xmlns:a16="http://schemas.microsoft.com/office/drawing/2014/main" id="{3B3D2B1D-2229-F74D-2717-D40B7C9157A5}"/>
              </a:ext>
            </a:extLst>
          </p:cNvPr>
          <p:cNvSpPr/>
          <p:nvPr/>
        </p:nvSpPr>
        <p:spPr>
          <a:xfrm rot="10800000">
            <a:off x="8984889" y="3695700"/>
            <a:ext cx="381000" cy="927099"/>
          </a:xfrm>
          <a:prstGeom prst="round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7BD0A626-CF84-44B8-F180-EEF1653E79E6}"/>
              </a:ext>
            </a:extLst>
          </p:cNvPr>
          <p:cNvSpPr/>
          <p:nvPr/>
        </p:nvSpPr>
        <p:spPr>
          <a:xfrm rot="10800000">
            <a:off x="9061089" y="384810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Nunito" pitchFamily="2" charset="0"/>
              <a:ea typeface="TIMES-ROMAN"/>
              <a:cs typeface="TIMES-ROMAN"/>
            </a:endParaRPr>
          </a:p>
        </p:txBody>
      </p:sp>
    </p:spTree>
    <p:extLst>
      <p:ext uri="{BB962C8B-B14F-4D97-AF65-F5344CB8AC3E}">
        <p14:creationId xmlns:p14="http://schemas.microsoft.com/office/powerpoint/2010/main" val="3429399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C9D2E-79DF-DDE9-EE72-4EE9C934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Pooling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1ADC9-76E2-C250-CF69-35394F078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11</a:t>
            </a:fld>
            <a:endParaRPr lang="en-CA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F84E81B-04AB-DBF1-1256-D4D8B96E9B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77340"/>
            <a:ext cx="10515600" cy="4999623"/>
          </a:xfrm>
        </p:spPr>
        <p:txBody>
          <a:bodyPr/>
          <a:lstStyle/>
          <a:p>
            <a:r>
              <a:rPr lang="en-CA" dirty="0"/>
              <a:t>Each kernel/filter extracts one type of features</a:t>
            </a:r>
          </a:p>
          <a:p>
            <a:r>
              <a:rPr lang="en-CA" dirty="0"/>
              <a:t>However, a kernel’s output size depends on sentence length</a:t>
            </a:r>
            <a:br>
              <a:rPr lang="en-CA" dirty="0"/>
            </a:br>
            <a:r>
              <a:rPr lang="en-US" dirty="0"/>
              <a:t>A </a:t>
            </a:r>
            <a:r>
              <a:rPr lang="en-US" b="1" dirty="0"/>
              <a:t>fixed dimensional </a:t>
            </a:r>
            <a:r>
              <a:rPr lang="en-US" dirty="0"/>
              <a:t>vector is desirable for MLP inputs</a:t>
            </a:r>
          </a:p>
          <a:p>
            <a:r>
              <a:rPr lang="en-US" dirty="0"/>
              <a:t>Solution: mean pooling/max pooling converts a vector to a scalar</a:t>
            </a:r>
          </a:p>
          <a:p>
            <a:r>
              <a:rPr lang="en-US" dirty="0"/>
              <a:t>Final feature: concatenating pooling results of all filters</a:t>
            </a:r>
            <a:endParaRPr lang="en-CA" dirty="0"/>
          </a:p>
          <a:p>
            <a:endParaRPr lang="en-CA" dirty="0"/>
          </a:p>
          <a:p>
            <a:endParaRPr lang="en-CA" dirty="0"/>
          </a:p>
          <a:p>
            <a:pPr marL="0" indent="0">
              <a:buNone/>
            </a:pPr>
            <a:endParaRPr lang="en-CA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19834F2-C9AF-C251-A716-57D77781E291}"/>
              </a:ext>
            </a:extLst>
          </p:cNvPr>
          <p:cNvGrpSpPr/>
          <p:nvPr/>
        </p:nvGrpSpPr>
        <p:grpSpPr>
          <a:xfrm>
            <a:off x="2786663" y="4052231"/>
            <a:ext cx="2225315" cy="1864359"/>
            <a:chOff x="3113765" y="3002281"/>
            <a:chExt cx="2225315" cy="186435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E79E63-228E-576D-006D-33327882FF05}"/>
                </a:ext>
              </a:extLst>
            </p:cNvPr>
            <p:cNvGrpSpPr/>
            <p:nvPr/>
          </p:nvGrpSpPr>
          <p:grpSpPr>
            <a:xfrm>
              <a:off x="3616960" y="4008120"/>
              <a:ext cx="1676400" cy="381000"/>
              <a:chOff x="1625786" y="5534582"/>
              <a:chExt cx="1676400" cy="381000"/>
            </a:xfrm>
          </p:grpSpPr>
          <p:sp>
            <p:nvSpPr>
              <p:cNvPr id="39" name="Rounded Rectangle 7 1">
                <a:extLst>
                  <a:ext uri="{FF2B5EF4-FFF2-40B4-BE49-F238E27FC236}">
                    <a16:creationId xmlns:a16="http://schemas.microsoft.com/office/drawing/2014/main" id="{12E9B292-D330-FCDD-414A-769639EC1D4E}"/>
                  </a:ext>
                </a:extLst>
              </p:cNvPr>
              <p:cNvSpPr/>
              <p:nvPr/>
            </p:nvSpPr>
            <p:spPr>
              <a:xfrm rot="5400000">
                <a:off x="2273486" y="4886882"/>
                <a:ext cx="381000" cy="1676400"/>
              </a:xfrm>
              <a:prstGeom prst="roundRect">
                <a:avLst/>
              </a:prstGeom>
              <a:solidFill>
                <a:srgbClr val="288CD2"/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85F0BDC5-EE1D-17F2-BB8C-CAD6BF22BB05}"/>
                  </a:ext>
                </a:extLst>
              </p:cNvPr>
              <p:cNvSpPr/>
              <p:nvPr/>
            </p:nvSpPr>
            <p:spPr>
              <a:xfrm rot="5400000">
                <a:off x="2921186" y="561078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13025287-4DF2-6345-E4CE-607269EB8619}"/>
                  </a:ext>
                </a:extLst>
              </p:cNvPr>
              <p:cNvSpPr/>
              <p:nvPr/>
            </p:nvSpPr>
            <p:spPr>
              <a:xfrm rot="5400000">
                <a:off x="2540186" y="561078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4A8FC5B1-1080-8B10-A2F8-75A3D99A647D}"/>
                  </a:ext>
                </a:extLst>
              </p:cNvPr>
              <p:cNvSpPr/>
              <p:nvPr/>
            </p:nvSpPr>
            <p:spPr>
              <a:xfrm rot="5400000">
                <a:off x="2159186" y="561078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F4EA539F-2464-B2A3-34F8-D71B04EEB7D0}"/>
                  </a:ext>
                </a:extLst>
              </p:cNvPr>
              <p:cNvSpPr/>
              <p:nvPr/>
            </p:nvSpPr>
            <p:spPr>
              <a:xfrm rot="5400000">
                <a:off x="1778186" y="561078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ADC6F2AE-2CDE-7AF0-8755-2CD769DC02CB}"/>
                </a:ext>
              </a:extLst>
            </p:cNvPr>
            <p:cNvGrpSpPr/>
            <p:nvPr/>
          </p:nvGrpSpPr>
          <p:grpSpPr>
            <a:xfrm>
              <a:off x="3616960" y="3530600"/>
              <a:ext cx="1676400" cy="381000"/>
              <a:chOff x="1625786" y="4975782"/>
              <a:chExt cx="1676400" cy="381000"/>
            </a:xfrm>
          </p:grpSpPr>
          <p:sp>
            <p:nvSpPr>
              <p:cNvPr id="34" name="Rounded Rectangle 49">
                <a:extLst>
                  <a:ext uri="{FF2B5EF4-FFF2-40B4-BE49-F238E27FC236}">
                    <a16:creationId xmlns:a16="http://schemas.microsoft.com/office/drawing/2014/main" id="{A2FCDF66-371C-68F1-AB47-6BD95C47608C}"/>
                  </a:ext>
                </a:extLst>
              </p:cNvPr>
              <p:cNvSpPr/>
              <p:nvPr/>
            </p:nvSpPr>
            <p:spPr>
              <a:xfrm rot="5400000">
                <a:off x="2273486" y="4328082"/>
                <a:ext cx="381000" cy="1676400"/>
              </a:xfrm>
              <a:prstGeom prst="roundRect">
                <a:avLst/>
              </a:prstGeom>
              <a:solidFill>
                <a:srgbClr val="288CD2"/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B0FDA23-522C-274D-72E2-9597D3002F41}"/>
                  </a:ext>
                </a:extLst>
              </p:cNvPr>
              <p:cNvSpPr/>
              <p:nvPr/>
            </p:nvSpPr>
            <p:spPr>
              <a:xfrm rot="5400000">
                <a:off x="2921186" y="505198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7469D961-8918-AB8C-BD09-B7C3A3B47836}"/>
                  </a:ext>
                </a:extLst>
              </p:cNvPr>
              <p:cNvSpPr/>
              <p:nvPr/>
            </p:nvSpPr>
            <p:spPr>
              <a:xfrm rot="5400000">
                <a:off x="2540186" y="505198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F582307A-5617-773A-42A2-B4831D7912BE}"/>
                  </a:ext>
                </a:extLst>
              </p:cNvPr>
              <p:cNvSpPr/>
              <p:nvPr/>
            </p:nvSpPr>
            <p:spPr>
              <a:xfrm rot="5400000">
                <a:off x="2159186" y="505198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0DC3CE91-AFD4-C487-C9DA-CF467F377655}"/>
                  </a:ext>
                </a:extLst>
              </p:cNvPr>
              <p:cNvSpPr/>
              <p:nvPr/>
            </p:nvSpPr>
            <p:spPr>
              <a:xfrm rot="5400000">
                <a:off x="1778186" y="505198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17A08C0-FDA8-AC83-8206-B4709E1C2AC8}"/>
                </a:ext>
              </a:extLst>
            </p:cNvPr>
            <p:cNvGrpSpPr/>
            <p:nvPr/>
          </p:nvGrpSpPr>
          <p:grpSpPr>
            <a:xfrm>
              <a:off x="3616960" y="3053080"/>
              <a:ext cx="1676400" cy="381000"/>
              <a:chOff x="1625786" y="4404204"/>
              <a:chExt cx="1676400" cy="381000"/>
            </a:xfrm>
          </p:grpSpPr>
          <p:sp>
            <p:nvSpPr>
              <p:cNvPr id="29" name="Rounded Rectangle 29">
                <a:extLst>
                  <a:ext uri="{FF2B5EF4-FFF2-40B4-BE49-F238E27FC236}">
                    <a16:creationId xmlns:a16="http://schemas.microsoft.com/office/drawing/2014/main" id="{F5971525-9A1C-CE72-C94A-899D067DD9D7}"/>
                  </a:ext>
                </a:extLst>
              </p:cNvPr>
              <p:cNvSpPr/>
              <p:nvPr/>
            </p:nvSpPr>
            <p:spPr>
              <a:xfrm rot="5400000">
                <a:off x="2273486" y="3756504"/>
                <a:ext cx="381000" cy="1676400"/>
              </a:xfrm>
              <a:prstGeom prst="roundRect">
                <a:avLst/>
              </a:prstGeom>
              <a:solidFill>
                <a:srgbClr val="288CD2"/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0531323-0BE5-B2C7-C040-B531CFDC72BC}"/>
                  </a:ext>
                </a:extLst>
              </p:cNvPr>
              <p:cNvSpPr/>
              <p:nvPr/>
            </p:nvSpPr>
            <p:spPr>
              <a:xfrm rot="5400000">
                <a:off x="2921186" y="4480404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A38F2EC-A3C1-002B-11C3-BEE2DB257673}"/>
                  </a:ext>
                </a:extLst>
              </p:cNvPr>
              <p:cNvSpPr/>
              <p:nvPr/>
            </p:nvSpPr>
            <p:spPr>
              <a:xfrm rot="5400000">
                <a:off x="2540186" y="4480404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D1E07338-8652-0DAB-6C1A-71FF84A01704}"/>
                  </a:ext>
                </a:extLst>
              </p:cNvPr>
              <p:cNvSpPr/>
              <p:nvPr/>
            </p:nvSpPr>
            <p:spPr>
              <a:xfrm rot="5400000">
                <a:off x="2159186" y="4480404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5F3D6218-6BEC-B6F5-9C95-4389C6B67B44}"/>
                  </a:ext>
                </a:extLst>
              </p:cNvPr>
              <p:cNvSpPr/>
              <p:nvPr/>
            </p:nvSpPr>
            <p:spPr>
              <a:xfrm rot="5400000">
                <a:off x="1778186" y="4480404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1FF9686-0DC8-9660-CCC7-E4F28105F469}"/>
                </a:ext>
              </a:extLst>
            </p:cNvPr>
            <p:cNvGrpSpPr/>
            <p:nvPr/>
          </p:nvGrpSpPr>
          <p:grpSpPr>
            <a:xfrm>
              <a:off x="3616960" y="4485640"/>
              <a:ext cx="1676400" cy="381000"/>
              <a:chOff x="1625786" y="5534582"/>
              <a:chExt cx="1676400" cy="381000"/>
            </a:xfrm>
          </p:grpSpPr>
          <p:sp>
            <p:nvSpPr>
              <p:cNvPr id="24" name="Rounded Rectangle 7 2">
                <a:extLst>
                  <a:ext uri="{FF2B5EF4-FFF2-40B4-BE49-F238E27FC236}">
                    <a16:creationId xmlns:a16="http://schemas.microsoft.com/office/drawing/2014/main" id="{69080AF5-0333-85B6-CB04-CA725D7FB36A}"/>
                  </a:ext>
                </a:extLst>
              </p:cNvPr>
              <p:cNvSpPr/>
              <p:nvPr/>
            </p:nvSpPr>
            <p:spPr>
              <a:xfrm rot="5400000">
                <a:off x="2273486" y="4886882"/>
                <a:ext cx="381000" cy="1676400"/>
              </a:xfrm>
              <a:prstGeom prst="roundRect">
                <a:avLst/>
              </a:prstGeom>
              <a:solidFill>
                <a:srgbClr val="288CD2"/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F34A20FE-DD3B-710C-CF34-20E869E8E78B}"/>
                  </a:ext>
                </a:extLst>
              </p:cNvPr>
              <p:cNvSpPr/>
              <p:nvPr/>
            </p:nvSpPr>
            <p:spPr>
              <a:xfrm rot="5400000">
                <a:off x="2921186" y="561078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A64ADDD-F2C3-B550-5D55-240DEDF6177C}"/>
                  </a:ext>
                </a:extLst>
              </p:cNvPr>
              <p:cNvSpPr/>
              <p:nvPr/>
            </p:nvSpPr>
            <p:spPr>
              <a:xfrm rot="5400000">
                <a:off x="2540186" y="561078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3B96013E-58FF-5C3B-CD5A-7261F19B05AE}"/>
                  </a:ext>
                </a:extLst>
              </p:cNvPr>
              <p:cNvSpPr/>
              <p:nvPr/>
            </p:nvSpPr>
            <p:spPr>
              <a:xfrm rot="5400000">
                <a:off x="2159186" y="561078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73D0EAB7-4593-0C24-33E0-C716F3D00C93}"/>
                  </a:ext>
                </a:extLst>
              </p:cNvPr>
              <p:cNvSpPr/>
              <p:nvPr/>
            </p:nvSpPr>
            <p:spPr>
              <a:xfrm rot="5400000">
                <a:off x="1778186" y="561078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  <p:grpSp>
          <p:nvGrpSpPr>
            <p:cNvPr id="11" name="Group 10" descr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 title="IguanaTex Vector Display">
              <a:extLst>
                <a:ext uri="{FF2B5EF4-FFF2-40B4-BE49-F238E27FC236}">
                  <a16:creationId xmlns:a16="http://schemas.microsoft.com/office/drawing/2014/main" id="{D092F623-8B17-7A6E-E43E-EA941A831251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3120866" y="3138716"/>
              <a:ext cx="368850" cy="209728"/>
              <a:chOff x="10836015" y="5394719"/>
              <a:chExt cx="368850" cy="209728"/>
            </a:xfrm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BD892E5D-2C2E-2070-95E4-3A32F76A450B}"/>
                  </a:ext>
                </a:extLst>
              </p:cNvPr>
              <p:cNvSpPr/>
              <p:nvPr>
                <p:custDataLst>
                  <p:tags r:id="rId11"/>
                </p:custDataLst>
              </p:nvPr>
            </p:nvSpPr>
            <p:spPr>
              <a:xfrm>
                <a:off x="10836015" y="5394719"/>
                <a:ext cx="239857" cy="160484"/>
              </a:xfrm>
              <a:custGeom>
                <a:avLst/>
                <a:gdLst>
                  <a:gd name="connsiteX0" fmla="*/ 157114 w 239857"/>
                  <a:gd name="connsiteY0" fmla="*/ 36575 h 160484"/>
                  <a:gd name="connsiteX1" fmla="*/ 162549 w 239857"/>
                  <a:gd name="connsiteY1" fmla="*/ 13547 h 160484"/>
                  <a:gd name="connsiteX2" fmla="*/ 152041 w 239857"/>
                  <a:gd name="connsiteY2" fmla="*/ 3982 h 160484"/>
                  <a:gd name="connsiteX3" fmla="*/ 138635 w 239857"/>
                  <a:gd name="connsiteY3" fmla="*/ 13901 h 160484"/>
                  <a:gd name="connsiteX4" fmla="*/ 117983 w 239857"/>
                  <a:gd name="connsiteY4" fmla="*/ 93258 h 160484"/>
                  <a:gd name="connsiteX5" fmla="*/ 114722 w 239857"/>
                  <a:gd name="connsiteY5" fmla="*/ 116640 h 160484"/>
                  <a:gd name="connsiteX6" fmla="*/ 115084 w 239857"/>
                  <a:gd name="connsiteY6" fmla="*/ 123017 h 160484"/>
                  <a:gd name="connsiteX7" fmla="*/ 81751 w 239857"/>
                  <a:gd name="connsiteY7" fmla="*/ 152776 h 160484"/>
                  <a:gd name="connsiteX8" fmla="*/ 52765 w 239857"/>
                  <a:gd name="connsiteY8" fmla="*/ 120537 h 160484"/>
                  <a:gd name="connsiteX9" fmla="*/ 71605 w 239857"/>
                  <a:gd name="connsiteY9" fmla="*/ 51808 h 160484"/>
                  <a:gd name="connsiteX10" fmla="*/ 77765 w 239857"/>
                  <a:gd name="connsiteY10" fmla="*/ 29135 h 160484"/>
                  <a:gd name="connsiteX11" fmla="*/ 48054 w 239857"/>
                  <a:gd name="connsiteY11" fmla="*/ 85 h 160484"/>
                  <a:gd name="connsiteX12" fmla="*/ 228 w 239857"/>
                  <a:gd name="connsiteY12" fmla="*/ 54643 h 160484"/>
                  <a:gd name="connsiteX13" fmla="*/ 4576 w 239857"/>
                  <a:gd name="connsiteY13" fmla="*/ 58185 h 160484"/>
                  <a:gd name="connsiteX14" fmla="*/ 10373 w 239857"/>
                  <a:gd name="connsiteY14" fmla="*/ 51808 h 160484"/>
                  <a:gd name="connsiteX15" fmla="*/ 46967 w 239857"/>
                  <a:gd name="connsiteY15" fmla="*/ 7879 h 160484"/>
                  <a:gd name="connsiteX16" fmla="*/ 56026 w 239857"/>
                  <a:gd name="connsiteY16" fmla="*/ 19570 h 160484"/>
                  <a:gd name="connsiteX17" fmla="*/ 49504 w 239857"/>
                  <a:gd name="connsiteY17" fmla="*/ 44369 h 160484"/>
                  <a:gd name="connsiteX18" fmla="*/ 29214 w 239857"/>
                  <a:gd name="connsiteY18" fmla="*/ 115931 h 160484"/>
                  <a:gd name="connsiteX19" fmla="*/ 80664 w 239857"/>
                  <a:gd name="connsiteY19" fmla="*/ 160570 h 160484"/>
                  <a:gd name="connsiteX20" fmla="*/ 118345 w 239857"/>
                  <a:gd name="connsiteY20" fmla="*/ 135771 h 160484"/>
                  <a:gd name="connsiteX21" fmla="*/ 163636 w 239857"/>
                  <a:gd name="connsiteY21" fmla="*/ 160570 h 160484"/>
                  <a:gd name="connsiteX22" fmla="*/ 216172 w 239857"/>
                  <a:gd name="connsiteY22" fmla="*/ 116994 h 160484"/>
                  <a:gd name="connsiteX23" fmla="*/ 240086 w 239857"/>
                  <a:gd name="connsiteY23" fmla="*/ 24884 h 160484"/>
                  <a:gd name="connsiteX24" fmla="*/ 224143 w 239857"/>
                  <a:gd name="connsiteY24" fmla="*/ 85 h 160484"/>
                  <a:gd name="connsiteX25" fmla="*/ 206027 w 239857"/>
                  <a:gd name="connsiteY25" fmla="*/ 17090 h 160484"/>
                  <a:gd name="connsiteX26" fmla="*/ 211462 w 239857"/>
                  <a:gd name="connsiteY26" fmla="*/ 26655 h 160484"/>
                  <a:gd name="connsiteX27" fmla="*/ 224506 w 239857"/>
                  <a:gd name="connsiteY27" fmla="*/ 56768 h 160484"/>
                  <a:gd name="connsiteX28" fmla="*/ 204578 w 239857"/>
                  <a:gd name="connsiteY28" fmla="*/ 121600 h 160484"/>
                  <a:gd name="connsiteX29" fmla="*/ 164722 w 239857"/>
                  <a:gd name="connsiteY29" fmla="*/ 152776 h 160484"/>
                  <a:gd name="connsiteX30" fmla="*/ 137911 w 239857"/>
                  <a:gd name="connsiteY30" fmla="*/ 121954 h 160484"/>
                  <a:gd name="connsiteX31" fmla="*/ 141896 w 239857"/>
                  <a:gd name="connsiteY31" fmla="*/ 96092 h 160484"/>
                  <a:gd name="connsiteX32" fmla="*/ 157114 w 239857"/>
                  <a:gd name="connsiteY32" fmla="*/ 36575 h 1604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239857" h="160484">
                    <a:moveTo>
                      <a:pt x="157114" y="36575"/>
                    </a:moveTo>
                    <a:cubicBezTo>
                      <a:pt x="158925" y="28781"/>
                      <a:pt x="162549" y="15673"/>
                      <a:pt x="162549" y="13547"/>
                    </a:cubicBezTo>
                    <a:cubicBezTo>
                      <a:pt x="162549" y="7170"/>
                      <a:pt x="157476" y="3982"/>
                      <a:pt x="152041" y="3982"/>
                    </a:cubicBezTo>
                    <a:cubicBezTo>
                      <a:pt x="147693" y="3982"/>
                      <a:pt x="141172" y="6816"/>
                      <a:pt x="138635" y="13901"/>
                    </a:cubicBezTo>
                    <a:cubicBezTo>
                      <a:pt x="137548" y="16381"/>
                      <a:pt x="120519" y="84047"/>
                      <a:pt x="117983" y="93258"/>
                    </a:cubicBezTo>
                    <a:cubicBezTo>
                      <a:pt x="115447" y="103886"/>
                      <a:pt x="114722" y="110263"/>
                      <a:pt x="114722" y="116640"/>
                    </a:cubicBezTo>
                    <a:cubicBezTo>
                      <a:pt x="114722" y="120537"/>
                      <a:pt x="114722" y="121246"/>
                      <a:pt x="115084" y="123017"/>
                    </a:cubicBezTo>
                    <a:cubicBezTo>
                      <a:pt x="106751" y="141793"/>
                      <a:pt x="95881" y="152776"/>
                      <a:pt x="81751" y="152776"/>
                    </a:cubicBezTo>
                    <a:cubicBezTo>
                      <a:pt x="52765" y="152776"/>
                      <a:pt x="52765" y="126560"/>
                      <a:pt x="52765" y="120537"/>
                    </a:cubicBezTo>
                    <a:cubicBezTo>
                      <a:pt x="52765" y="109200"/>
                      <a:pt x="54576" y="95384"/>
                      <a:pt x="71605" y="51808"/>
                    </a:cubicBezTo>
                    <a:cubicBezTo>
                      <a:pt x="75591" y="41180"/>
                      <a:pt x="77765" y="36220"/>
                      <a:pt x="77765" y="29135"/>
                    </a:cubicBezTo>
                    <a:cubicBezTo>
                      <a:pt x="77765" y="13193"/>
                      <a:pt x="65808" y="85"/>
                      <a:pt x="48054" y="85"/>
                    </a:cubicBezTo>
                    <a:cubicBezTo>
                      <a:pt x="13634" y="85"/>
                      <a:pt x="228" y="51454"/>
                      <a:pt x="228" y="54643"/>
                    </a:cubicBezTo>
                    <a:cubicBezTo>
                      <a:pt x="228" y="58185"/>
                      <a:pt x="3851" y="58185"/>
                      <a:pt x="4576" y="58185"/>
                    </a:cubicBezTo>
                    <a:cubicBezTo>
                      <a:pt x="8199" y="58185"/>
                      <a:pt x="8561" y="57477"/>
                      <a:pt x="10373" y="51808"/>
                    </a:cubicBezTo>
                    <a:cubicBezTo>
                      <a:pt x="20156" y="18861"/>
                      <a:pt x="34286" y="7879"/>
                      <a:pt x="46967" y="7879"/>
                    </a:cubicBezTo>
                    <a:cubicBezTo>
                      <a:pt x="50228" y="7879"/>
                      <a:pt x="56026" y="8233"/>
                      <a:pt x="56026" y="19570"/>
                    </a:cubicBezTo>
                    <a:cubicBezTo>
                      <a:pt x="56026" y="28426"/>
                      <a:pt x="52040" y="38346"/>
                      <a:pt x="49504" y="44369"/>
                    </a:cubicBezTo>
                    <a:cubicBezTo>
                      <a:pt x="33562" y="86173"/>
                      <a:pt x="29214" y="102469"/>
                      <a:pt x="29214" y="115931"/>
                    </a:cubicBezTo>
                    <a:cubicBezTo>
                      <a:pt x="29214" y="148170"/>
                      <a:pt x="53489" y="160570"/>
                      <a:pt x="80664" y="160570"/>
                    </a:cubicBezTo>
                    <a:cubicBezTo>
                      <a:pt x="86823" y="160570"/>
                      <a:pt x="103852" y="160570"/>
                      <a:pt x="118345" y="135771"/>
                    </a:cubicBezTo>
                    <a:cubicBezTo>
                      <a:pt x="127766" y="158444"/>
                      <a:pt x="152766" y="160570"/>
                      <a:pt x="163636" y="160570"/>
                    </a:cubicBezTo>
                    <a:cubicBezTo>
                      <a:pt x="190810" y="160570"/>
                      <a:pt x="206752" y="138251"/>
                      <a:pt x="216172" y="116994"/>
                    </a:cubicBezTo>
                    <a:cubicBezTo>
                      <a:pt x="228491" y="89361"/>
                      <a:pt x="240086" y="41889"/>
                      <a:pt x="240086" y="24884"/>
                    </a:cubicBezTo>
                    <a:cubicBezTo>
                      <a:pt x="240086" y="5399"/>
                      <a:pt x="230303" y="85"/>
                      <a:pt x="224143" y="85"/>
                    </a:cubicBezTo>
                    <a:cubicBezTo>
                      <a:pt x="215085" y="85"/>
                      <a:pt x="206027" y="9296"/>
                      <a:pt x="206027" y="17090"/>
                    </a:cubicBezTo>
                    <a:cubicBezTo>
                      <a:pt x="206027" y="21695"/>
                      <a:pt x="208201" y="23821"/>
                      <a:pt x="211462" y="26655"/>
                    </a:cubicBezTo>
                    <a:cubicBezTo>
                      <a:pt x="215448" y="30552"/>
                      <a:pt x="224506" y="39763"/>
                      <a:pt x="224506" y="56768"/>
                    </a:cubicBezTo>
                    <a:cubicBezTo>
                      <a:pt x="224506" y="68813"/>
                      <a:pt x="213998" y="103532"/>
                      <a:pt x="204578" y="121600"/>
                    </a:cubicBezTo>
                    <a:cubicBezTo>
                      <a:pt x="195158" y="140376"/>
                      <a:pt x="182476" y="152776"/>
                      <a:pt x="164722" y="152776"/>
                    </a:cubicBezTo>
                    <a:cubicBezTo>
                      <a:pt x="147693" y="152776"/>
                      <a:pt x="137911" y="142148"/>
                      <a:pt x="137911" y="121954"/>
                    </a:cubicBezTo>
                    <a:cubicBezTo>
                      <a:pt x="137911" y="112034"/>
                      <a:pt x="140447" y="101052"/>
                      <a:pt x="141896" y="96092"/>
                    </a:cubicBezTo>
                    <a:lnTo>
                      <a:pt x="157114" y="36575"/>
                    </a:lnTo>
                    <a:close/>
                  </a:path>
                </a:pathLst>
              </a:custGeom>
              <a:solidFill>
                <a:srgbClr val="000000"/>
              </a:solidFill>
              <a:ln w="3636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CA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E3053634-0A03-7EF3-2680-156249ED159A}"/>
                  </a:ext>
                </a:extLst>
              </p:cNvPr>
              <p:cNvSpPr/>
              <p:nvPr>
                <p:custDataLst>
                  <p:tags r:id="rId12"/>
                </p:custDataLst>
              </p:nvPr>
            </p:nvSpPr>
            <p:spPr>
              <a:xfrm>
                <a:off x="11112546" y="5439782"/>
                <a:ext cx="92319" cy="164665"/>
              </a:xfrm>
              <a:custGeom>
                <a:avLst/>
                <a:gdLst>
                  <a:gd name="connsiteX0" fmla="*/ 57554 w 92319"/>
                  <a:gd name="connsiteY0" fmla="*/ 7030 h 164665"/>
                  <a:gd name="connsiteX1" fmla="*/ 49946 w 92319"/>
                  <a:gd name="connsiteY1" fmla="*/ 86 h 164665"/>
                  <a:gd name="connsiteX2" fmla="*/ 235 w 92319"/>
                  <a:gd name="connsiteY2" fmla="*/ 15958 h 164665"/>
                  <a:gd name="connsiteX3" fmla="*/ 235 w 92319"/>
                  <a:gd name="connsiteY3" fmla="*/ 24885 h 164665"/>
                  <a:gd name="connsiteX4" fmla="*/ 37011 w 92319"/>
                  <a:gd name="connsiteY4" fmla="*/ 17941 h 164665"/>
                  <a:gd name="connsiteX5" fmla="*/ 37011 w 92319"/>
                  <a:gd name="connsiteY5" fmla="*/ 144416 h 164665"/>
                  <a:gd name="connsiteX6" fmla="*/ 11648 w 92319"/>
                  <a:gd name="connsiteY6" fmla="*/ 155824 h 164665"/>
                  <a:gd name="connsiteX7" fmla="*/ 2010 w 92319"/>
                  <a:gd name="connsiteY7" fmla="*/ 155824 h 164665"/>
                  <a:gd name="connsiteX8" fmla="*/ 2010 w 92319"/>
                  <a:gd name="connsiteY8" fmla="*/ 164752 h 164665"/>
                  <a:gd name="connsiteX9" fmla="*/ 47156 w 92319"/>
                  <a:gd name="connsiteY9" fmla="*/ 163760 h 164665"/>
                  <a:gd name="connsiteX10" fmla="*/ 92555 w 92319"/>
                  <a:gd name="connsiteY10" fmla="*/ 164752 h 164665"/>
                  <a:gd name="connsiteX11" fmla="*/ 92555 w 92319"/>
                  <a:gd name="connsiteY11" fmla="*/ 155824 h 164665"/>
                  <a:gd name="connsiteX12" fmla="*/ 82917 w 92319"/>
                  <a:gd name="connsiteY12" fmla="*/ 155824 h 164665"/>
                  <a:gd name="connsiteX13" fmla="*/ 57554 w 92319"/>
                  <a:gd name="connsiteY13" fmla="*/ 144416 h 164665"/>
                  <a:gd name="connsiteX14" fmla="*/ 57554 w 92319"/>
                  <a:gd name="connsiteY14" fmla="*/ 7030 h 164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92319" h="164665">
                    <a:moveTo>
                      <a:pt x="57554" y="7030"/>
                    </a:moveTo>
                    <a:cubicBezTo>
                      <a:pt x="57554" y="334"/>
                      <a:pt x="57047" y="86"/>
                      <a:pt x="49946" y="86"/>
                    </a:cubicBezTo>
                    <a:cubicBezTo>
                      <a:pt x="33714" y="15710"/>
                      <a:pt x="10634" y="15958"/>
                      <a:pt x="235" y="15958"/>
                    </a:cubicBezTo>
                    <a:lnTo>
                      <a:pt x="235" y="24885"/>
                    </a:lnTo>
                    <a:cubicBezTo>
                      <a:pt x="6322" y="24885"/>
                      <a:pt x="23061" y="24885"/>
                      <a:pt x="37011" y="17941"/>
                    </a:cubicBezTo>
                    <a:lnTo>
                      <a:pt x="37011" y="144416"/>
                    </a:lnTo>
                    <a:cubicBezTo>
                      <a:pt x="37011" y="152600"/>
                      <a:pt x="37011" y="155824"/>
                      <a:pt x="11648" y="155824"/>
                    </a:cubicBezTo>
                    <a:lnTo>
                      <a:pt x="2010" y="155824"/>
                    </a:lnTo>
                    <a:lnTo>
                      <a:pt x="2010" y="164752"/>
                    </a:lnTo>
                    <a:cubicBezTo>
                      <a:pt x="6576" y="164504"/>
                      <a:pt x="37772" y="163760"/>
                      <a:pt x="47156" y="163760"/>
                    </a:cubicBezTo>
                    <a:cubicBezTo>
                      <a:pt x="55018" y="163760"/>
                      <a:pt x="86975" y="164504"/>
                      <a:pt x="92555" y="164752"/>
                    </a:cubicBezTo>
                    <a:lnTo>
                      <a:pt x="92555" y="155824"/>
                    </a:lnTo>
                    <a:lnTo>
                      <a:pt x="82917" y="155824"/>
                    </a:lnTo>
                    <a:cubicBezTo>
                      <a:pt x="57554" y="155824"/>
                      <a:pt x="57554" y="152600"/>
                      <a:pt x="57554" y="144416"/>
                    </a:cubicBezTo>
                    <a:lnTo>
                      <a:pt x="57554" y="7030"/>
                    </a:lnTo>
                    <a:close/>
                  </a:path>
                </a:pathLst>
              </a:custGeom>
              <a:solidFill>
                <a:srgbClr val="000000"/>
              </a:solidFill>
              <a:ln w="3636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CA"/>
              </a:p>
            </p:txBody>
          </p:sp>
        </p:grpSp>
        <p:grpSp>
          <p:nvGrpSpPr>
            <p:cNvPr id="12" name="Group 11" descr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 title="IguanaTex Vector Display">
              <a:extLst>
                <a:ext uri="{FF2B5EF4-FFF2-40B4-BE49-F238E27FC236}">
                  <a16:creationId xmlns:a16="http://schemas.microsoft.com/office/drawing/2014/main" id="{5C37E24C-1424-6947-B3F8-043E7285632C}"/>
                </a:ext>
              </a:extLst>
            </p:cNvPr>
            <p:cNvGrpSpPr>
              <a:grpSpLocks noChangeAspect="1"/>
            </p:cNvGrpSpPr>
            <p:nvPr>
              <p:custDataLst>
                <p:tags r:id="rId2"/>
              </p:custDataLst>
            </p:nvPr>
          </p:nvGrpSpPr>
          <p:grpSpPr>
            <a:xfrm>
              <a:off x="3116808" y="3616236"/>
              <a:ext cx="376966" cy="209728"/>
              <a:chOff x="10766885" y="5952795"/>
              <a:chExt cx="376966" cy="209728"/>
            </a:xfrm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0C252912-56CD-614C-EE46-A3C5440DAE51}"/>
                  </a:ext>
                </a:extLst>
              </p:cNvPr>
              <p:cNvSpPr/>
              <p:nvPr>
                <p:custDataLst>
                  <p:tags r:id="rId9"/>
                </p:custDataLst>
              </p:nvPr>
            </p:nvSpPr>
            <p:spPr>
              <a:xfrm>
                <a:off x="10766885" y="5952795"/>
                <a:ext cx="239857" cy="160484"/>
              </a:xfrm>
              <a:custGeom>
                <a:avLst/>
                <a:gdLst>
                  <a:gd name="connsiteX0" fmla="*/ 157114 w 239857"/>
                  <a:gd name="connsiteY0" fmla="*/ 36575 h 160484"/>
                  <a:gd name="connsiteX1" fmla="*/ 162549 w 239857"/>
                  <a:gd name="connsiteY1" fmla="*/ 13547 h 160484"/>
                  <a:gd name="connsiteX2" fmla="*/ 152041 w 239857"/>
                  <a:gd name="connsiteY2" fmla="*/ 3982 h 160484"/>
                  <a:gd name="connsiteX3" fmla="*/ 138635 w 239857"/>
                  <a:gd name="connsiteY3" fmla="*/ 13901 h 160484"/>
                  <a:gd name="connsiteX4" fmla="*/ 117983 w 239857"/>
                  <a:gd name="connsiteY4" fmla="*/ 93258 h 160484"/>
                  <a:gd name="connsiteX5" fmla="*/ 114722 w 239857"/>
                  <a:gd name="connsiteY5" fmla="*/ 116640 h 160484"/>
                  <a:gd name="connsiteX6" fmla="*/ 115084 w 239857"/>
                  <a:gd name="connsiteY6" fmla="*/ 123017 h 160484"/>
                  <a:gd name="connsiteX7" fmla="*/ 81751 w 239857"/>
                  <a:gd name="connsiteY7" fmla="*/ 152776 h 160484"/>
                  <a:gd name="connsiteX8" fmla="*/ 52765 w 239857"/>
                  <a:gd name="connsiteY8" fmla="*/ 120537 h 160484"/>
                  <a:gd name="connsiteX9" fmla="*/ 71605 w 239857"/>
                  <a:gd name="connsiteY9" fmla="*/ 51808 h 160484"/>
                  <a:gd name="connsiteX10" fmla="*/ 77765 w 239857"/>
                  <a:gd name="connsiteY10" fmla="*/ 29135 h 160484"/>
                  <a:gd name="connsiteX11" fmla="*/ 48054 w 239857"/>
                  <a:gd name="connsiteY11" fmla="*/ 85 h 160484"/>
                  <a:gd name="connsiteX12" fmla="*/ 228 w 239857"/>
                  <a:gd name="connsiteY12" fmla="*/ 54643 h 160484"/>
                  <a:gd name="connsiteX13" fmla="*/ 4576 w 239857"/>
                  <a:gd name="connsiteY13" fmla="*/ 58185 h 160484"/>
                  <a:gd name="connsiteX14" fmla="*/ 10373 w 239857"/>
                  <a:gd name="connsiteY14" fmla="*/ 51808 h 160484"/>
                  <a:gd name="connsiteX15" fmla="*/ 46967 w 239857"/>
                  <a:gd name="connsiteY15" fmla="*/ 7879 h 160484"/>
                  <a:gd name="connsiteX16" fmla="*/ 56026 w 239857"/>
                  <a:gd name="connsiteY16" fmla="*/ 19570 h 160484"/>
                  <a:gd name="connsiteX17" fmla="*/ 49504 w 239857"/>
                  <a:gd name="connsiteY17" fmla="*/ 44369 h 160484"/>
                  <a:gd name="connsiteX18" fmla="*/ 29214 w 239857"/>
                  <a:gd name="connsiteY18" fmla="*/ 115931 h 160484"/>
                  <a:gd name="connsiteX19" fmla="*/ 80664 w 239857"/>
                  <a:gd name="connsiteY19" fmla="*/ 160570 h 160484"/>
                  <a:gd name="connsiteX20" fmla="*/ 118345 w 239857"/>
                  <a:gd name="connsiteY20" fmla="*/ 135771 h 160484"/>
                  <a:gd name="connsiteX21" fmla="*/ 163636 w 239857"/>
                  <a:gd name="connsiteY21" fmla="*/ 160570 h 160484"/>
                  <a:gd name="connsiteX22" fmla="*/ 216172 w 239857"/>
                  <a:gd name="connsiteY22" fmla="*/ 116994 h 160484"/>
                  <a:gd name="connsiteX23" fmla="*/ 240086 w 239857"/>
                  <a:gd name="connsiteY23" fmla="*/ 24884 h 160484"/>
                  <a:gd name="connsiteX24" fmla="*/ 224143 w 239857"/>
                  <a:gd name="connsiteY24" fmla="*/ 85 h 160484"/>
                  <a:gd name="connsiteX25" fmla="*/ 206027 w 239857"/>
                  <a:gd name="connsiteY25" fmla="*/ 17090 h 160484"/>
                  <a:gd name="connsiteX26" fmla="*/ 211462 w 239857"/>
                  <a:gd name="connsiteY26" fmla="*/ 26655 h 160484"/>
                  <a:gd name="connsiteX27" fmla="*/ 224506 w 239857"/>
                  <a:gd name="connsiteY27" fmla="*/ 56768 h 160484"/>
                  <a:gd name="connsiteX28" fmla="*/ 204578 w 239857"/>
                  <a:gd name="connsiteY28" fmla="*/ 121600 h 160484"/>
                  <a:gd name="connsiteX29" fmla="*/ 164722 w 239857"/>
                  <a:gd name="connsiteY29" fmla="*/ 152776 h 160484"/>
                  <a:gd name="connsiteX30" fmla="*/ 137911 w 239857"/>
                  <a:gd name="connsiteY30" fmla="*/ 121954 h 160484"/>
                  <a:gd name="connsiteX31" fmla="*/ 141896 w 239857"/>
                  <a:gd name="connsiteY31" fmla="*/ 96092 h 160484"/>
                  <a:gd name="connsiteX32" fmla="*/ 157114 w 239857"/>
                  <a:gd name="connsiteY32" fmla="*/ 36575 h 1604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239857" h="160484">
                    <a:moveTo>
                      <a:pt x="157114" y="36575"/>
                    </a:moveTo>
                    <a:cubicBezTo>
                      <a:pt x="158925" y="28781"/>
                      <a:pt x="162549" y="15673"/>
                      <a:pt x="162549" y="13547"/>
                    </a:cubicBezTo>
                    <a:cubicBezTo>
                      <a:pt x="162549" y="7170"/>
                      <a:pt x="157476" y="3982"/>
                      <a:pt x="152041" y="3982"/>
                    </a:cubicBezTo>
                    <a:cubicBezTo>
                      <a:pt x="147693" y="3982"/>
                      <a:pt x="141172" y="6816"/>
                      <a:pt x="138635" y="13901"/>
                    </a:cubicBezTo>
                    <a:cubicBezTo>
                      <a:pt x="137548" y="16381"/>
                      <a:pt x="120519" y="84047"/>
                      <a:pt x="117983" y="93258"/>
                    </a:cubicBezTo>
                    <a:cubicBezTo>
                      <a:pt x="115447" y="103886"/>
                      <a:pt x="114722" y="110263"/>
                      <a:pt x="114722" y="116640"/>
                    </a:cubicBezTo>
                    <a:cubicBezTo>
                      <a:pt x="114722" y="120537"/>
                      <a:pt x="114722" y="121246"/>
                      <a:pt x="115084" y="123017"/>
                    </a:cubicBezTo>
                    <a:cubicBezTo>
                      <a:pt x="106751" y="141793"/>
                      <a:pt x="95881" y="152776"/>
                      <a:pt x="81751" y="152776"/>
                    </a:cubicBezTo>
                    <a:cubicBezTo>
                      <a:pt x="52765" y="152776"/>
                      <a:pt x="52765" y="126560"/>
                      <a:pt x="52765" y="120537"/>
                    </a:cubicBezTo>
                    <a:cubicBezTo>
                      <a:pt x="52765" y="109200"/>
                      <a:pt x="54576" y="95384"/>
                      <a:pt x="71605" y="51808"/>
                    </a:cubicBezTo>
                    <a:cubicBezTo>
                      <a:pt x="75591" y="41180"/>
                      <a:pt x="77765" y="36220"/>
                      <a:pt x="77765" y="29135"/>
                    </a:cubicBezTo>
                    <a:cubicBezTo>
                      <a:pt x="77765" y="13193"/>
                      <a:pt x="65808" y="85"/>
                      <a:pt x="48054" y="85"/>
                    </a:cubicBezTo>
                    <a:cubicBezTo>
                      <a:pt x="13634" y="85"/>
                      <a:pt x="228" y="51454"/>
                      <a:pt x="228" y="54643"/>
                    </a:cubicBezTo>
                    <a:cubicBezTo>
                      <a:pt x="228" y="58185"/>
                      <a:pt x="3851" y="58185"/>
                      <a:pt x="4576" y="58185"/>
                    </a:cubicBezTo>
                    <a:cubicBezTo>
                      <a:pt x="8199" y="58185"/>
                      <a:pt x="8561" y="57477"/>
                      <a:pt x="10373" y="51808"/>
                    </a:cubicBezTo>
                    <a:cubicBezTo>
                      <a:pt x="20156" y="18861"/>
                      <a:pt x="34286" y="7879"/>
                      <a:pt x="46967" y="7879"/>
                    </a:cubicBezTo>
                    <a:cubicBezTo>
                      <a:pt x="50228" y="7879"/>
                      <a:pt x="56026" y="8233"/>
                      <a:pt x="56026" y="19570"/>
                    </a:cubicBezTo>
                    <a:cubicBezTo>
                      <a:pt x="56026" y="28426"/>
                      <a:pt x="52040" y="38346"/>
                      <a:pt x="49504" y="44369"/>
                    </a:cubicBezTo>
                    <a:cubicBezTo>
                      <a:pt x="33562" y="86173"/>
                      <a:pt x="29214" y="102469"/>
                      <a:pt x="29214" y="115931"/>
                    </a:cubicBezTo>
                    <a:cubicBezTo>
                      <a:pt x="29214" y="148170"/>
                      <a:pt x="53489" y="160570"/>
                      <a:pt x="80664" y="160570"/>
                    </a:cubicBezTo>
                    <a:cubicBezTo>
                      <a:pt x="86823" y="160570"/>
                      <a:pt x="103852" y="160570"/>
                      <a:pt x="118345" y="135771"/>
                    </a:cubicBezTo>
                    <a:cubicBezTo>
                      <a:pt x="127766" y="158444"/>
                      <a:pt x="152766" y="160570"/>
                      <a:pt x="163636" y="160570"/>
                    </a:cubicBezTo>
                    <a:cubicBezTo>
                      <a:pt x="190810" y="160570"/>
                      <a:pt x="206752" y="138251"/>
                      <a:pt x="216172" y="116994"/>
                    </a:cubicBezTo>
                    <a:cubicBezTo>
                      <a:pt x="228491" y="89361"/>
                      <a:pt x="240086" y="41889"/>
                      <a:pt x="240086" y="24884"/>
                    </a:cubicBezTo>
                    <a:cubicBezTo>
                      <a:pt x="240086" y="5399"/>
                      <a:pt x="230303" y="85"/>
                      <a:pt x="224143" y="85"/>
                    </a:cubicBezTo>
                    <a:cubicBezTo>
                      <a:pt x="215085" y="85"/>
                      <a:pt x="206027" y="9296"/>
                      <a:pt x="206027" y="17090"/>
                    </a:cubicBezTo>
                    <a:cubicBezTo>
                      <a:pt x="206027" y="21695"/>
                      <a:pt x="208201" y="23821"/>
                      <a:pt x="211462" y="26655"/>
                    </a:cubicBezTo>
                    <a:cubicBezTo>
                      <a:pt x="215448" y="30552"/>
                      <a:pt x="224506" y="39763"/>
                      <a:pt x="224506" y="56768"/>
                    </a:cubicBezTo>
                    <a:cubicBezTo>
                      <a:pt x="224506" y="68813"/>
                      <a:pt x="213998" y="103532"/>
                      <a:pt x="204578" y="121600"/>
                    </a:cubicBezTo>
                    <a:cubicBezTo>
                      <a:pt x="195158" y="140376"/>
                      <a:pt x="182476" y="152776"/>
                      <a:pt x="164722" y="152776"/>
                    </a:cubicBezTo>
                    <a:cubicBezTo>
                      <a:pt x="147693" y="152776"/>
                      <a:pt x="137911" y="142148"/>
                      <a:pt x="137911" y="121954"/>
                    </a:cubicBezTo>
                    <a:cubicBezTo>
                      <a:pt x="137911" y="112034"/>
                      <a:pt x="140447" y="101052"/>
                      <a:pt x="141896" y="96092"/>
                    </a:cubicBezTo>
                    <a:lnTo>
                      <a:pt x="157114" y="36575"/>
                    </a:lnTo>
                    <a:close/>
                  </a:path>
                </a:pathLst>
              </a:custGeom>
              <a:solidFill>
                <a:srgbClr val="000000"/>
              </a:solidFill>
              <a:ln w="3636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82C9AA1-1142-027F-D23F-E75F3065E655}"/>
                  </a:ext>
                </a:extLst>
              </p:cNvPr>
              <p:cNvSpPr/>
              <p:nvPr>
                <p:custDataLst>
                  <p:tags r:id="rId10"/>
                </p:custDataLst>
              </p:nvPr>
            </p:nvSpPr>
            <p:spPr>
              <a:xfrm>
                <a:off x="11031749" y="5997858"/>
                <a:ext cx="112102" cy="164665"/>
              </a:xfrm>
              <a:custGeom>
                <a:avLst/>
                <a:gdLst>
                  <a:gd name="connsiteX0" fmla="*/ 112338 w 112102"/>
                  <a:gd name="connsiteY0" fmla="*/ 119617 h 164665"/>
                  <a:gd name="connsiteX1" fmla="*/ 103714 w 112102"/>
                  <a:gd name="connsiteY1" fmla="*/ 119617 h 164665"/>
                  <a:gd name="connsiteX2" fmla="*/ 97120 w 112102"/>
                  <a:gd name="connsiteY2" fmla="*/ 142184 h 164665"/>
                  <a:gd name="connsiteX3" fmla="*/ 72011 w 112102"/>
                  <a:gd name="connsiteY3" fmla="*/ 143672 h 164665"/>
                  <a:gd name="connsiteX4" fmla="*/ 25344 w 112102"/>
                  <a:gd name="connsiteY4" fmla="*/ 143672 h 164665"/>
                  <a:gd name="connsiteX5" fmla="*/ 76069 w 112102"/>
                  <a:gd name="connsiteY5" fmla="*/ 102010 h 164665"/>
                  <a:gd name="connsiteX6" fmla="*/ 112338 w 112102"/>
                  <a:gd name="connsiteY6" fmla="*/ 48444 h 164665"/>
                  <a:gd name="connsiteX7" fmla="*/ 52989 w 112102"/>
                  <a:gd name="connsiteY7" fmla="*/ 86 h 164665"/>
                  <a:gd name="connsiteX8" fmla="*/ 235 w 112102"/>
                  <a:gd name="connsiteY8" fmla="*/ 44476 h 164665"/>
                  <a:gd name="connsiteX9" fmla="*/ 13677 w 112102"/>
                  <a:gd name="connsiteY9" fmla="*/ 58364 h 164665"/>
                  <a:gd name="connsiteX10" fmla="*/ 27119 w 112102"/>
                  <a:gd name="connsiteY10" fmla="*/ 45220 h 164665"/>
                  <a:gd name="connsiteX11" fmla="*/ 12155 w 112102"/>
                  <a:gd name="connsiteY11" fmla="*/ 32077 h 164665"/>
                  <a:gd name="connsiteX12" fmla="*/ 49185 w 112102"/>
                  <a:gd name="connsiteY12" fmla="*/ 9014 h 164665"/>
                  <a:gd name="connsiteX13" fmla="*/ 87736 w 112102"/>
                  <a:gd name="connsiteY13" fmla="*/ 48444 h 164665"/>
                  <a:gd name="connsiteX14" fmla="*/ 63895 w 112102"/>
                  <a:gd name="connsiteY14" fmla="*/ 96058 h 164665"/>
                  <a:gd name="connsiteX15" fmla="*/ 2771 w 112102"/>
                  <a:gd name="connsiteY15" fmla="*/ 155080 h 164665"/>
                  <a:gd name="connsiteX16" fmla="*/ 235 w 112102"/>
                  <a:gd name="connsiteY16" fmla="*/ 164752 h 164665"/>
                  <a:gd name="connsiteX17" fmla="*/ 104729 w 112102"/>
                  <a:gd name="connsiteY17" fmla="*/ 164752 h 164665"/>
                  <a:gd name="connsiteX18" fmla="*/ 112338 w 112102"/>
                  <a:gd name="connsiteY18" fmla="*/ 119617 h 164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12102" h="164665">
                    <a:moveTo>
                      <a:pt x="112338" y="119617"/>
                    </a:moveTo>
                    <a:lnTo>
                      <a:pt x="103714" y="119617"/>
                    </a:lnTo>
                    <a:cubicBezTo>
                      <a:pt x="102954" y="125073"/>
                      <a:pt x="100417" y="139705"/>
                      <a:pt x="97120" y="142184"/>
                    </a:cubicBezTo>
                    <a:cubicBezTo>
                      <a:pt x="95091" y="143672"/>
                      <a:pt x="75562" y="143672"/>
                      <a:pt x="72011" y="143672"/>
                    </a:cubicBezTo>
                    <a:lnTo>
                      <a:pt x="25344" y="143672"/>
                    </a:lnTo>
                    <a:cubicBezTo>
                      <a:pt x="51975" y="120609"/>
                      <a:pt x="60852" y="113666"/>
                      <a:pt x="76069" y="102010"/>
                    </a:cubicBezTo>
                    <a:cubicBezTo>
                      <a:pt x="94838" y="87379"/>
                      <a:pt x="112338" y="72003"/>
                      <a:pt x="112338" y="48444"/>
                    </a:cubicBezTo>
                    <a:cubicBezTo>
                      <a:pt x="112338" y="18437"/>
                      <a:pt x="85453" y="86"/>
                      <a:pt x="52989" y="86"/>
                    </a:cubicBezTo>
                    <a:cubicBezTo>
                      <a:pt x="21540" y="86"/>
                      <a:pt x="235" y="21661"/>
                      <a:pt x="235" y="44476"/>
                    </a:cubicBezTo>
                    <a:cubicBezTo>
                      <a:pt x="235" y="57124"/>
                      <a:pt x="11141" y="58364"/>
                      <a:pt x="13677" y="58364"/>
                    </a:cubicBezTo>
                    <a:cubicBezTo>
                      <a:pt x="19764" y="58364"/>
                      <a:pt x="27119" y="54148"/>
                      <a:pt x="27119" y="45220"/>
                    </a:cubicBezTo>
                    <a:cubicBezTo>
                      <a:pt x="27119" y="40757"/>
                      <a:pt x="25344" y="32077"/>
                      <a:pt x="12155" y="32077"/>
                    </a:cubicBezTo>
                    <a:cubicBezTo>
                      <a:pt x="20018" y="14470"/>
                      <a:pt x="37264" y="9014"/>
                      <a:pt x="49185" y="9014"/>
                    </a:cubicBezTo>
                    <a:cubicBezTo>
                      <a:pt x="74547" y="9014"/>
                      <a:pt x="87736" y="28357"/>
                      <a:pt x="87736" y="48444"/>
                    </a:cubicBezTo>
                    <a:cubicBezTo>
                      <a:pt x="87736" y="70019"/>
                      <a:pt x="72011" y="87131"/>
                      <a:pt x="63895" y="96058"/>
                    </a:cubicBezTo>
                    <a:lnTo>
                      <a:pt x="2771" y="155080"/>
                    </a:lnTo>
                    <a:cubicBezTo>
                      <a:pt x="235" y="157312"/>
                      <a:pt x="235" y="157808"/>
                      <a:pt x="235" y="164752"/>
                    </a:cubicBezTo>
                    <a:lnTo>
                      <a:pt x="104729" y="164752"/>
                    </a:lnTo>
                    <a:lnTo>
                      <a:pt x="112338" y="119617"/>
                    </a:lnTo>
                    <a:close/>
                  </a:path>
                </a:pathLst>
              </a:custGeom>
              <a:solidFill>
                <a:srgbClr val="000000"/>
              </a:solidFill>
              <a:ln w="3636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</p:grpSp>
        <p:grpSp>
          <p:nvGrpSpPr>
            <p:cNvPr id="13" name="Group 12" descr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 title="IguanaTex Vector Display">
              <a:extLst>
                <a:ext uri="{FF2B5EF4-FFF2-40B4-BE49-F238E27FC236}">
                  <a16:creationId xmlns:a16="http://schemas.microsoft.com/office/drawing/2014/main" id="{F4AA9DF0-E996-51A2-DDFF-99C7462729DD}"/>
                </a:ext>
              </a:extLst>
            </p:cNvPr>
            <p:cNvGrpSpPr>
              <a:grpSpLocks noChangeAspect="1"/>
            </p:cNvGrpSpPr>
            <p:nvPr>
              <p:custDataLst>
                <p:tags r:id="rId3"/>
              </p:custDataLst>
            </p:nvPr>
          </p:nvGrpSpPr>
          <p:grpSpPr>
            <a:xfrm>
              <a:off x="3113765" y="4571276"/>
              <a:ext cx="383053" cy="209728"/>
              <a:chOff x="10919285" y="5637111"/>
              <a:chExt cx="383053" cy="209728"/>
            </a:xfrm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B064532F-FE39-E36C-45B6-16153A6C0E9B}"/>
                  </a:ext>
                </a:extLst>
              </p:cNvPr>
              <p:cNvSpPr/>
              <p:nvPr>
                <p:custDataLst>
                  <p:tags r:id="rId7"/>
                </p:custDataLst>
              </p:nvPr>
            </p:nvSpPr>
            <p:spPr>
              <a:xfrm>
                <a:off x="10919285" y="5637111"/>
                <a:ext cx="239857" cy="160484"/>
              </a:xfrm>
              <a:custGeom>
                <a:avLst/>
                <a:gdLst>
                  <a:gd name="connsiteX0" fmla="*/ 157114 w 239857"/>
                  <a:gd name="connsiteY0" fmla="*/ 36575 h 160484"/>
                  <a:gd name="connsiteX1" fmla="*/ 162549 w 239857"/>
                  <a:gd name="connsiteY1" fmla="*/ 13547 h 160484"/>
                  <a:gd name="connsiteX2" fmla="*/ 152041 w 239857"/>
                  <a:gd name="connsiteY2" fmla="*/ 3982 h 160484"/>
                  <a:gd name="connsiteX3" fmla="*/ 138635 w 239857"/>
                  <a:gd name="connsiteY3" fmla="*/ 13901 h 160484"/>
                  <a:gd name="connsiteX4" fmla="*/ 117983 w 239857"/>
                  <a:gd name="connsiteY4" fmla="*/ 93258 h 160484"/>
                  <a:gd name="connsiteX5" fmla="*/ 114722 w 239857"/>
                  <a:gd name="connsiteY5" fmla="*/ 116640 h 160484"/>
                  <a:gd name="connsiteX6" fmla="*/ 115084 w 239857"/>
                  <a:gd name="connsiteY6" fmla="*/ 123017 h 160484"/>
                  <a:gd name="connsiteX7" fmla="*/ 81751 w 239857"/>
                  <a:gd name="connsiteY7" fmla="*/ 152776 h 160484"/>
                  <a:gd name="connsiteX8" fmla="*/ 52765 w 239857"/>
                  <a:gd name="connsiteY8" fmla="*/ 120537 h 160484"/>
                  <a:gd name="connsiteX9" fmla="*/ 71605 w 239857"/>
                  <a:gd name="connsiteY9" fmla="*/ 51808 h 160484"/>
                  <a:gd name="connsiteX10" fmla="*/ 77765 w 239857"/>
                  <a:gd name="connsiteY10" fmla="*/ 29135 h 160484"/>
                  <a:gd name="connsiteX11" fmla="*/ 48054 w 239857"/>
                  <a:gd name="connsiteY11" fmla="*/ 85 h 160484"/>
                  <a:gd name="connsiteX12" fmla="*/ 228 w 239857"/>
                  <a:gd name="connsiteY12" fmla="*/ 54643 h 160484"/>
                  <a:gd name="connsiteX13" fmla="*/ 4576 w 239857"/>
                  <a:gd name="connsiteY13" fmla="*/ 58185 h 160484"/>
                  <a:gd name="connsiteX14" fmla="*/ 10373 w 239857"/>
                  <a:gd name="connsiteY14" fmla="*/ 51808 h 160484"/>
                  <a:gd name="connsiteX15" fmla="*/ 46967 w 239857"/>
                  <a:gd name="connsiteY15" fmla="*/ 7879 h 160484"/>
                  <a:gd name="connsiteX16" fmla="*/ 56026 w 239857"/>
                  <a:gd name="connsiteY16" fmla="*/ 19570 h 160484"/>
                  <a:gd name="connsiteX17" fmla="*/ 49504 w 239857"/>
                  <a:gd name="connsiteY17" fmla="*/ 44369 h 160484"/>
                  <a:gd name="connsiteX18" fmla="*/ 29214 w 239857"/>
                  <a:gd name="connsiteY18" fmla="*/ 115931 h 160484"/>
                  <a:gd name="connsiteX19" fmla="*/ 80664 w 239857"/>
                  <a:gd name="connsiteY19" fmla="*/ 160570 h 160484"/>
                  <a:gd name="connsiteX20" fmla="*/ 118345 w 239857"/>
                  <a:gd name="connsiteY20" fmla="*/ 135771 h 160484"/>
                  <a:gd name="connsiteX21" fmla="*/ 163636 w 239857"/>
                  <a:gd name="connsiteY21" fmla="*/ 160570 h 160484"/>
                  <a:gd name="connsiteX22" fmla="*/ 216172 w 239857"/>
                  <a:gd name="connsiteY22" fmla="*/ 116994 h 160484"/>
                  <a:gd name="connsiteX23" fmla="*/ 240086 w 239857"/>
                  <a:gd name="connsiteY23" fmla="*/ 24884 h 160484"/>
                  <a:gd name="connsiteX24" fmla="*/ 224143 w 239857"/>
                  <a:gd name="connsiteY24" fmla="*/ 85 h 160484"/>
                  <a:gd name="connsiteX25" fmla="*/ 206027 w 239857"/>
                  <a:gd name="connsiteY25" fmla="*/ 17090 h 160484"/>
                  <a:gd name="connsiteX26" fmla="*/ 211462 w 239857"/>
                  <a:gd name="connsiteY26" fmla="*/ 26655 h 160484"/>
                  <a:gd name="connsiteX27" fmla="*/ 224506 w 239857"/>
                  <a:gd name="connsiteY27" fmla="*/ 56768 h 160484"/>
                  <a:gd name="connsiteX28" fmla="*/ 204578 w 239857"/>
                  <a:gd name="connsiteY28" fmla="*/ 121600 h 160484"/>
                  <a:gd name="connsiteX29" fmla="*/ 164722 w 239857"/>
                  <a:gd name="connsiteY29" fmla="*/ 152776 h 160484"/>
                  <a:gd name="connsiteX30" fmla="*/ 137911 w 239857"/>
                  <a:gd name="connsiteY30" fmla="*/ 121954 h 160484"/>
                  <a:gd name="connsiteX31" fmla="*/ 141896 w 239857"/>
                  <a:gd name="connsiteY31" fmla="*/ 96092 h 160484"/>
                  <a:gd name="connsiteX32" fmla="*/ 157114 w 239857"/>
                  <a:gd name="connsiteY32" fmla="*/ 36575 h 1604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239857" h="160484">
                    <a:moveTo>
                      <a:pt x="157114" y="36575"/>
                    </a:moveTo>
                    <a:cubicBezTo>
                      <a:pt x="158925" y="28781"/>
                      <a:pt x="162549" y="15673"/>
                      <a:pt x="162549" y="13547"/>
                    </a:cubicBezTo>
                    <a:cubicBezTo>
                      <a:pt x="162549" y="7170"/>
                      <a:pt x="157476" y="3982"/>
                      <a:pt x="152041" y="3982"/>
                    </a:cubicBezTo>
                    <a:cubicBezTo>
                      <a:pt x="147693" y="3982"/>
                      <a:pt x="141172" y="6816"/>
                      <a:pt x="138635" y="13901"/>
                    </a:cubicBezTo>
                    <a:cubicBezTo>
                      <a:pt x="137548" y="16381"/>
                      <a:pt x="120519" y="84047"/>
                      <a:pt x="117983" y="93258"/>
                    </a:cubicBezTo>
                    <a:cubicBezTo>
                      <a:pt x="115447" y="103886"/>
                      <a:pt x="114722" y="110263"/>
                      <a:pt x="114722" y="116640"/>
                    </a:cubicBezTo>
                    <a:cubicBezTo>
                      <a:pt x="114722" y="120537"/>
                      <a:pt x="114722" y="121246"/>
                      <a:pt x="115084" y="123017"/>
                    </a:cubicBezTo>
                    <a:cubicBezTo>
                      <a:pt x="106751" y="141793"/>
                      <a:pt x="95881" y="152776"/>
                      <a:pt x="81751" y="152776"/>
                    </a:cubicBezTo>
                    <a:cubicBezTo>
                      <a:pt x="52765" y="152776"/>
                      <a:pt x="52765" y="126560"/>
                      <a:pt x="52765" y="120537"/>
                    </a:cubicBezTo>
                    <a:cubicBezTo>
                      <a:pt x="52765" y="109200"/>
                      <a:pt x="54576" y="95384"/>
                      <a:pt x="71605" y="51808"/>
                    </a:cubicBezTo>
                    <a:cubicBezTo>
                      <a:pt x="75591" y="41180"/>
                      <a:pt x="77765" y="36220"/>
                      <a:pt x="77765" y="29135"/>
                    </a:cubicBezTo>
                    <a:cubicBezTo>
                      <a:pt x="77765" y="13193"/>
                      <a:pt x="65808" y="85"/>
                      <a:pt x="48054" y="85"/>
                    </a:cubicBezTo>
                    <a:cubicBezTo>
                      <a:pt x="13634" y="85"/>
                      <a:pt x="228" y="51454"/>
                      <a:pt x="228" y="54643"/>
                    </a:cubicBezTo>
                    <a:cubicBezTo>
                      <a:pt x="228" y="58185"/>
                      <a:pt x="3851" y="58185"/>
                      <a:pt x="4576" y="58185"/>
                    </a:cubicBezTo>
                    <a:cubicBezTo>
                      <a:pt x="8199" y="58185"/>
                      <a:pt x="8561" y="57477"/>
                      <a:pt x="10373" y="51808"/>
                    </a:cubicBezTo>
                    <a:cubicBezTo>
                      <a:pt x="20156" y="18861"/>
                      <a:pt x="34286" y="7879"/>
                      <a:pt x="46967" y="7879"/>
                    </a:cubicBezTo>
                    <a:cubicBezTo>
                      <a:pt x="50228" y="7879"/>
                      <a:pt x="56026" y="8233"/>
                      <a:pt x="56026" y="19570"/>
                    </a:cubicBezTo>
                    <a:cubicBezTo>
                      <a:pt x="56026" y="28426"/>
                      <a:pt x="52040" y="38346"/>
                      <a:pt x="49504" y="44369"/>
                    </a:cubicBezTo>
                    <a:cubicBezTo>
                      <a:pt x="33562" y="86173"/>
                      <a:pt x="29214" y="102469"/>
                      <a:pt x="29214" y="115931"/>
                    </a:cubicBezTo>
                    <a:cubicBezTo>
                      <a:pt x="29214" y="148170"/>
                      <a:pt x="53489" y="160570"/>
                      <a:pt x="80664" y="160570"/>
                    </a:cubicBezTo>
                    <a:cubicBezTo>
                      <a:pt x="86823" y="160570"/>
                      <a:pt x="103852" y="160570"/>
                      <a:pt x="118345" y="135771"/>
                    </a:cubicBezTo>
                    <a:cubicBezTo>
                      <a:pt x="127766" y="158444"/>
                      <a:pt x="152766" y="160570"/>
                      <a:pt x="163636" y="160570"/>
                    </a:cubicBezTo>
                    <a:cubicBezTo>
                      <a:pt x="190810" y="160570"/>
                      <a:pt x="206752" y="138251"/>
                      <a:pt x="216172" y="116994"/>
                    </a:cubicBezTo>
                    <a:cubicBezTo>
                      <a:pt x="228491" y="89361"/>
                      <a:pt x="240086" y="41889"/>
                      <a:pt x="240086" y="24884"/>
                    </a:cubicBezTo>
                    <a:cubicBezTo>
                      <a:pt x="240086" y="5399"/>
                      <a:pt x="230303" y="85"/>
                      <a:pt x="224143" y="85"/>
                    </a:cubicBezTo>
                    <a:cubicBezTo>
                      <a:pt x="215085" y="85"/>
                      <a:pt x="206027" y="9296"/>
                      <a:pt x="206027" y="17090"/>
                    </a:cubicBezTo>
                    <a:cubicBezTo>
                      <a:pt x="206027" y="21695"/>
                      <a:pt x="208201" y="23821"/>
                      <a:pt x="211462" y="26655"/>
                    </a:cubicBezTo>
                    <a:cubicBezTo>
                      <a:pt x="215448" y="30552"/>
                      <a:pt x="224506" y="39763"/>
                      <a:pt x="224506" y="56768"/>
                    </a:cubicBezTo>
                    <a:cubicBezTo>
                      <a:pt x="224506" y="68813"/>
                      <a:pt x="213998" y="103532"/>
                      <a:pt x="204578" y="121600"/>
                    </a:cubicBezTo>
                    <a:cubicBezTo>
                      <a:pt x="195158" y="140376"/>
                      <a:pt x="182476" y="152776"/>
                      <a:pt x="164722" y="152776"/>
                    </a:cubicBezTo>
                    <a:cubicBezTo>
                      <a:pt x="147693" y="152776"/>
                      <a:pt x="137911" y="142148"/>
                      <a:pt x="137911" y="121954"/>
                    </a:cubicBezTo>
                    <a:cubicBezTo>
                      <a:pt x="137911" y="112034"/>
                      <a:pt x="140447" y="101052"/>
                      <a:pt x="141896" y="96092"/>
                    </a:cubicBezTo>
                    <a:lnTo>
                      <a:pt x="157114" y="36575"/>
                    </a:lnTo>
                    <a:close/>
                  </a:path>
                </a:pathLst>
              </a:custGeom>
              <a:solidFill>
                <a:srgbClr val="000000"/>
              </a:solidFill>
              <a:ln w="3636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4D0783AC-009A-A9DB-9EB6-3C02E74E76D8}"/>
                  </a:ext>
                </a:extLst>
              </p:cNvPr>
              <p:cNvSpPr/>
              <p:nvPr>
                <p:custDataLst>
                  <p:tags r:id="rId8"/>
                </p:custDataLst>
              </p:nvPr>
            </p:nvSpPr>
            <p:spPr>
              <a:xfrm>
                <a:off x="11178062" y="5679694"/>
                <a:ext cx="124276" cy="167145"/>
              </a:xfrm>
              <a:custGeom>
                <a:avLst/>
                <a:gdLst>
                  <a:gd name="connsiteX0" fmla="*/ 124512 w 124276"/>
                  <a:gd name="connsiteY0" fmla="*/ 126561 h 167145"/>
                  <a:gd name="connsiteX1" fmla="*/ 124512 w 124276"/>
                  <a:gd name="connsiteY1" fmla="*/ 117633 h 167145"/>
                  <a:gd name="connsiteX2" fmla="*/ 96359 w 124276"/>
                  <a:gd name="connsiteY2" fmla="*/ 117633 h 167145"/>
                  <a:gd name="connsiteX3" fmla="*/ 96359 w 124276"/>
                  <a:gd name="connsiteY3" fmla="*/ 7030 h 167145"/>
                  <a:gd name="connsiteX4" fmla="*/ 90780 w 124276"/>
                  <a:gd name="connsiteY4" fmla="*/ 86 h 167145"/>
                  <a:gd name="connsiteX5" fmla="*/ 84185 w 124276"/>
                  <a:gd name="connsiteY5" fmla="*/ 3558 h 167145"/>
                  <a:gd name="connsiteX6" fmla="*/ 235 w 124276"/>
                  <a:gd name="connsiteY6" fmla="*/ 117633 h 167145"/>
                  <a:gd name="connsiteX7" fmla="*/ 235 w 124276"/>
                  <a:gd name="connsiteY7" fmla="*/ 126561 h 167145"/>
                  <a:gd name="connsiteX8" fmla="*/ 74801 w 124276"/>
                  <a:gd name="connsiteY8" fmla="*/ 126561 h 167145"/>
                  <a:gd name="connsiteX9" fmla="*/ 74801 w 124276"/>
                  <a:gd name="connsiteY9" fmla="*/ 146896 h 167145"/>
                  <a:gd name="connsiteX10" fmla="*/ 54257 w 124276"/>
                  <a:gd name="connsiteY10" fmla="*/ 158304 h 167145"/>
                  <a:gd name="connsiteX11" fmla="*/ 47409 w 124276"/>
                  <a:gd name="connsiteY11" fmla="*/ 158304 h 167145"/>
                  <a:gd name="connsiteX12" fmla="*/ 47409 w 124276"/>
                  <a:gd name="connsiteY12" fmla="*/ 167231 h 167145"/>
                  <a:gd name="connsiteX13" fmla="*/ 85453 w 124276"/>
                  <a:gd name="connsiteY13" fmla="*/ 166240 h 167145"/>
                  <a:gd name="connsiteX14" fmla="*/ 123751 w 124276"/>
                  <a:gd name="connsiteY14" fmla="*/ 167231 h 167145"/>
                  <a:gd name="connsiteX15" fmla="*/ 123751 w 124276"/>
                  <a:gd name="connsiteY15" fmla="*/ 158304 h 167145"/>
                  <a:gd name="connsiteX16" fmla="*/ 116903 w 124276"/>
                  <a:gd name="connsiteY16" fmla="*/ 158304 h 167145"/>
                  <a:gd name="connsiteX17" fmla="*/ 96359 w 124276"/>
                  <a:gd name="connsiteY17" fmla="*/ 146896 h 167145"/>
                  <a:gd name="connsiteX18" fmla="*/ 96359 w 124276"/>
                  <a:gd name="connsiteY18" fmla="*/ 126561 h 167145"/>
                  <a:gd name="connsiteX19" fmla="*/ 124512 w 124276"/>
                  <a:gd name="connsiteY19" fmla="*/ 126561 h 167145"/>
                  <a:gd name="connsiteX20" fmla="*/ 76576 w 124276"/>
                  <a:gd name="connsiteY20" fmla="*/ 26869 h 167145"/>
                  <a:gd name="connsiteX21" fmla="*/ 76576 w 124276"/>
                  <a:gd name="connsiteY21" fmla="*/ 117633 h 167145"/>
                  <a:gd name="connsiteX22" fmla="*/ 9619 w 124276"/>
                  <a:gd name="connsiteY22" fmla="*/ 117633 h 167145"/>
                  <a:gd name="connsiteX23" fmla="*/ 76576 w 124276"/>
                  <a:gd name="connsiteY23" fmla="*/ 26869 h 16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124276" h="167145">
                    <a:moveTo>
                      <a:pt x="124512" y="126561"/>
                    </a:moveTo>
                    <a:lnTo>
                      <a:pt x="124512" y="117633"/>
                    </a:lnTo>
                    <a:lnTo>
                      <a:pt x="96359" y="117633"/>
                    </a:lnTo>
                    <a:lnTo>
                      <a:pt x="96359" y="7030"/>
                    </a:lnTo>
                    <a:cubicBezTo>
                      <a:pt x="96359" y="1822"/>
                      <a:pt x="96359" y="86"/>
                      <a:pt x="90780" y="86"/>
                    </a:cubicBezTo>
                    <a:cubicBezTo>
                      <a:pt x="87736" y="86"/>
                      <a:pt x="86721" y="86"/>
                      <a:pt x="84185" y="3558"/>
                    </a:cubicBezTo>
                    <a:lnTo>
                      <a:pt x="235" y="117633"/>
                    </a:lnTo>
                    <a:lnTo>
                      <a:pt x="235" y="126561"/>
                    </a:lnTo>
                    <a:lnTo>
                      <a:pt x="74801" y="126561"/>
                    </a:lnTo>
                    <a:lnTo>
                      <a:pt x="74801" y="146896"/>
                    </a:lnTo>
                    <a:cubicBezTo>
                      <a:pt x="74801" y="155328"/>
                      <a:pt x="74801" y="158304"/>
                      <a:pt x="54257" y="158304"/>
                    </a:cubicBezTo>
                    <a:lnTo>
                      <a:pt x="47409" y="158304"/>
                    </a:lnTo>
                    <a:lnTo>
                      <a:pt x="47409" y="167231"/>
                    </a:lnTo>
                    <a:cubicBezTo>
                      <a:pt x="60091" y="166735"/>
                      <a:pt x="76323" y="166240"/>
                      <a:pt x="85453" y="166240"/>
                    </a:cubicBezTo>
                    <a:cubicBezTo>
                      <a:pt x="94838" y="166240"/>
                      <a:pt x="111070" y="166735"/>
                      <a:pt x="123751" y="167231"/>
                    </a:cubicBezTo>
                    <a:lnTo>
                      <a:pt x="123751" y="158304"/>
                    </a:lnTo>
                    <a:lnTo>
                      <a:pt x="116903" y="158304"/>
                    </a:lnTo>
                    <a:cubicBezTo>
                      <a:pt x="96359" y="158304"/>
                      <a:pt x="96359" y="155328"/>
                      <a:pt x="96359" y="146896"/>
                    </a:cubicBezTo>
                    <a:lnTo>
                      <a:pt x="96359" y="126561"/>
                    </a:lnTo>
                    <a:lnTo>
                      <a:pt x="124512" y="126561"/>
                    </a:lnTo>
                    <a:close/>
                    <a:moveTo>
                      <a:pt x="76576" y="26869"/>
                    </a:moveTo>
                    <a:lnTo>
                      <a:pt x="76576" y="117633"/>
                    </a:lnTo>
                    <a:lnTo>
                      <a:pt x="9619" y="117633"/>
                    </a:lnTo>
                    <a:lnTo>
                      <a:pt x="76576" y="26869"/>
                    </a:lnTo>
                    <a:close/>
                  </a:path>
                </a:pathLst>
              </a:custGeom>
              <a:solidFill>
                <a:srgbClr val="000000"/>
              </a:solidFill>
              <a:ln w="3636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</p:grpSp>
        <p:grpSp>
          <p:nvGrpSpPr>
            <p:cNvPr id="14" name="Group 13" descr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 title="IguanaTex Vector Display">
              <a:extLst>
                <a:ext uri="{FF2B5EF4-FFF2-40B4-BE49-F238E27FC236}">
                  <a16:creationId xmlns:a16="http://schemas.microsoft.com/office/drawing/2014/main" id="{8E5F9F98-A84A-A2E6-BDDA-E919B5FB855E}"/>
                </a:ext>
              </a:extLst>
            </p:cNvPr>
            <p:cNvGrpSpPr>
              <a:grpSpLocks noChangeAspect="1"/>
            </p:cNvGrpSpPr>
            <p:nvPr>
              <p:custDataLst>
                <p:tags r:id="rId4"/>
              </p:custDataLst>
            </p:nvPr>
          </p:nvGrpSpPr>
          <p:grpSpPr>
            <a:xfrm>
              <a:off x="3115666" y="4091276"/>
              <a:ext cx="379250" cy="214688"/>
              <a:chOff x="11071685" y="5789511"/>
              <a:chExt cx="379250" cy="214688"/>
            </a:xfrm>
          </p:grpSpPr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DDF69172-EE1A-E46B-F0C1-47A93FA18319}"/>
                  </a:ext>
                </a:extLst>
              </p:cNvPr>
              <p:cNvSpPr/>
              <p:nvPr>
                <p:custDataLst>
                  <p:tags r:id="rId5"/>
                </p:custDataLst>
              </p:nvPr>
            </p:nvSpPr>
            <p:spPr>
              <a:xfrm>
                <a:off x="11071685" y="5789511"/>
                <a:ext cx="239857" cy="160484"/>
              </a:xfrm>
              <a:custGeom>
                <a:avLst/>
                <a:gdLst>
                  <a:gd name="connsiteX0" fmla="*/ 157114 w 239857"/>
                  <a:gd name="connsiteY0" fmla="*/ 36575 h 160484"/>
                  <a:gd name="connsiteX1" fmla="*/ 162549 w 239857"/>
                  <a:gd name="connsiteY1" fmla="*/ 13547 h 160484"/>
                  <a:gd name="connsiteX2" fmla="*/ 152041 w 239857"/>
                  <a:gd name="connsiteY2" fmla="*/ 3982 h 160484"/>
                  <a:gd name="connsiteX3" fmla="*/ 138635 w 239857"/>
                  <a:gd name="connsiteY3" fmla="*/ 13901 h 160484"/>
                  <a:gd name="connsiteX4" fmla="*/ 117983 w 239857"/>
                  <a:gd name="connsiteY4" fmla="*/ 93258 h 160484"/>
                  <a:gd name="connsiteX5" fmla="*/ 114722 w 239857"/>
                  <a:gd name="connsiteY5" fmla="*/ 116640 h 160484"/>
                  <a:gd name="connsiteX6" fmla="*/ 115084 w 239857"/>
                  <a:gd name="connsiteY6" fmla="*/ 123017 h 160484"/>
                  <a:gd name="connsiteX7" fmla="*/ 81751 w 239857"/>
                  <a:gd name="connsiteY7" fmla="*/ 152776 h 160484"/>
                  <a:gd name="connsiteX8" fmla="*/ 52765 w 239857"/>
                  <a:gd name="connsiteY8" fmla="*/ 120537 h 160484"/>
                  <a:gd name="connsiteX9" fmla="*/ 71605 w 239857"/>
                  <a:gd name="connsiteY9" fmla="*/ 51808 h 160484"/>
                  <a:gd name="connsiteX10" fmla="*/ 77765 w 239857"/>
                  <a:gd name="connsiteY10" fmla="*/ 29135 h 160484"/>
                  <a:gd name="connsiteX11" fmla="*/ 48054 w 239857"/>
                  <a:gd name="connsiteY11" fmla="*/ 85 h 160484"/>
                  <a:gd name="connsiteX12" fmla="*/ 228 w 239857"/>
                  <a:gd name="connsiteY12" fmla="*/ 54643 h 160484"/>
                  <a:gd name="connsiteX13" fmla="*/ 4576 w 239857"/>
                  <a:gd name="connsiteY13" fmla="*/ 58185 h 160484"/>
                  <a:gd name="connsiteX14" fmla="*/ 10373 w 239857"/>
                  <a:gd name="connsiteY14" fmla="*/ 51808 h 160484"/>
                  <a:gd name="connsiteX15" fmla="*/ 46967 w 239857"/>
                  <a:gd name="connsiteY15" fmla="*/ 7879 h 160484"/>
                  <a:gd name="connsiteX16" fmla="*/ 56026 w 239857"/>
                  <a:gd name="connsiteY16" fmla="*/ 19570 h 160484"/>
                  <a:gd name="connsiteX17" fmla="*/ 49504 w 239857"/>
                  <a:gd name="connsiteY17" fmla="*/ 44369 h 160484"/>
                  <a:gd name="connsiteX18" fmla="*/ 29214 w 239857"/>
                  <a:gd name="connsiteY18" fmla="*/ 115931 h 160484"/>
                  <a:gd name="connsiteX19" fmla="*/ 80664 w 239857"/>
                  <a:gd name="connsiteY19" fmla="*/ 160570 h 160484"/>
                  <a:gd name="connsiteX20" fmla="*/ 118345 w 239857"/>
                  <a:gd name="connsiteY20" fmla="*/ 135771 h 160484"/>
                  <a:gd name="connsiteX21" fmla="*/ 163636 w 239857"/>
                  <a:gd name="connsiteY21" fmla="*/ 160570 h 160484"/>
                  <a:gd name="connsiteX22" fmla="*/ 216172 w 239857"/>
                  <a:gd name="connsiteY22" fmla="*/ 116994 h 160484"/>
                  <a:gd name="connsiteX23" fmla="*/ 240086 w 239857"/>
                  <a:gd name="connsiteY23" fmla="*/ 24884 h 160484"/>
                  <a:gd name="connsiteX24" fmla="*/ 224143 w 239857"/>
                  <a:gd name="connsiteY24" fmla="*/ 85 h 160484"/>
                  <a:gd name="connsiteX25" fmla="*/ 206027 w 239857"/>
                  <a:gd name="connsiteY25" fmla="*/ 17090 h 160484"/>
                  <a:gd name="connsiteX26" fmla="*/ 211462 w 239857"/>
                  <a:gd name="connsiteY26" fmla="*/ 26655 h 160484"/>
                  <a:gd name="connsiteX27" fmla="*/ 224506 w 239857"/>
                  <a:gd name="connsiteY27" fmla="*/ 56768 h 160484"/>
                  <a:gd name="connsiteX28" fmla="*/ 204578 w 239857"/>
                  <a:gd name="connsiteY28" fmla="*/ 121600 h 160484"/>
                  <a:gd name="connsiteX29" fmla="*/ 164722 w 239857"/>
                  <a:gd name="connsiteY29" fmla="*/ 152776 h 160484"/>
                  <a:gd name="connsiteX30" fmla="*/ 137911 w 239857"/>
                  <a:gd name="connsiteY30" fmla="*/ 121954 h 160484"/>
                  <a:gd name="connsiteX31" fmla="*/ 141896 w 239857"/>
                  <a:gd name="connsiteY31" fmla="*/ 96092 h 160484"/>
                  <a:gd name="connsiteX32" fmla="*/ 157114 w 239857"/>
                  <a:gd name="connsiteY32" fmla="*/ 36575 h 1604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239857" h="160484">
                    <a:moveTo>
                      <a:pt x="157114" y="36575"/>
                    </a:moveTo>
                    <a:cubicBezTo>
                      <a:pt x="158925" y="28781"/>
                      <a:pt x="162549" y="15673"/>
                      <a:pt x="162549" y="13547"/>
                    </a:cubicBezTo>
                    <a:cubicBezTo>
                      <a:pt x="162549" y="7170"/>
                      <a:pt x="157476" y="3982"/>
                      <a:pt x="152041" y="3982"/>
                    </a:cubicBezTo>
                    <a:cubicBezTo>
                      <a:pt x="147693" y="3982"/>
                      <a:pt x="141172" y="6816"/>
                      <a:pt x="138635" y="13901"/>
                    </a:cubicBezTo>
                    <a:cubicBezTo>
                      <a:pt x="137548" y="16381"/>
                      <a:pt x="120519" y="84047"/>
                      <a:pt x="117983" y="93258"/>
                    </a:cubicBezTo>
                    <a:cubicBezTo>
                      <a:pt x="115447" y="103886"/>
                      <a:pt x="114722" y="110263"/>
                      <a:pt x="114722" y="116640"/>
                    </a:cubicBezTo>
                    <a:cubicBezTo>
                      <a:pt x="114722" y="120537"/>
                      <a:pt x="114722" y="121246"/>
                      <a:pt x="115084" y="123017"/>
                    </a:cubicBezTo>
                    <a:cubicBezTo>
                      <a:pt x="106751" y="141793"/>
                      <a:pt x="95881" y="152776"/>
                      <a:pt x="81751" y="152776"/>
                    </a:cubicBezTo>
                    <a:cubicBezTo>
                      <a:pt x="52765" y="152776"/>
                      <a:pt x="52765" y="126560"/>
                      <a:pt x="52765" y="120537"/>
                    </a:cubicBezTo>
                    <a:cubicBezTo>
                      <a:pt x="52765" y="109200"/>
                      <a:pt x="54576" y="95384"/>
                      <a:pt x="71605" y="51808"/>
                    </a:cubicBezTo>
                    <a:cubicBezTo>
                      <a:pt x="75591" y="41180"/>
                      <a:pt x="77765" y="36220"/>
                      <a:pt x="77765" y="29135"/>
                    </a:cubicBezTo>
                    <a:cubicBezTo>
                      <a:pt x="77765" y="13193"/>
                      <a:pt x="65808" y="85"/>
                      <a:pt x="48054" y="85"/>
                    </a:cubicBezTo>
                    <a:cubicBezTo>
                      <a:pt x="13634" y="85"/>
                      <a:pt x="228" y="51454"/>
                      <a:pt x="228" y="54643"/>
                    </a:cubicBezTo>
                    <a:cubicBezTo>
                      <a:pt x="228" y="58185"/>
                      <a:pt x="3851" y="58185"/>
                      <a:pt x="4576" y="58185"/>
                    </a:cubicBezTo>
                    <a:cubicBezTo>
                      <a:pt x="8199" y="58185"/>
                      <a:pt x="8561" y="57477"/>
                      <a:pt x="10373" y="51808"/>
                    </a:cubicBezTo>
                    <a:cubicBezTo>
                      <a:pt x="20156" y="18861"/>
                      <a:pt x="34286" y="7879"/>
                      <a:pt x="46967" y="7879"/>
                    </a:cubicBezTo>
                    <a:cubicBezTo>
                      <a:pt x="50228" y="7879"/>
                      <a:pt x="56026" y="8233"/>
                      <a:pt x="56026" y="19570"/>
                    </a:cubicBezTo>
                    <a:cubicBezTo>
                      <a:pt x="56026" y="28426"/>
                      <a:pt x="52040" y="38346"/>
                      <a:pt x="49504" y="44369"/>
                    </a:cubicBezTo>
                    <a:cubicBezTo>
                      <a:pt x="33562" y="86173"/>
                      <a:pt x="29214" y="102469"/>
                      <a:pt x="29214" y="115931"/>
                    </a:cubicBezTo>
                    <a:cubicBezTo>
                      <a:pt x="29214" y="148170"/>
                      <a:pt x="53489" y="160570"/>
                      <a:pt x="80664" y="160570"/>
                    </a:cubicBezTo>
                    <a:cubicBezTo>
                      <a:pt x="86823" y="160570"/>
                      <a:pt x="103852" y="160570"/>
                      <a:pt x="118345" y="135771"/>
                    </a:cubicBezTo>
                    <a:cubicBezTo>
                      <a:pt x="127766" y="158444"/>
                      <a:pt x="152766" y="160570"/>
                      <a:pt x="163636" y="160570"/>
                    </a:cubicBezTo>
                    <a:cubicBezTo>
                      <a:pt x="190810" y="160570"/>
                      <a:pt x="206752" y="138251"/>
                      <a:pt x="216172" y="116994"/>
                    </a:cubicBezTo>
                    <a:cubicBezTo>
                      <a:pt x="228491" y="89361"/>
                      <a:pt x="240086" y="41889"/>
                      <a:pt x="240086" y="24884"/>
                    </a:cubicBezTo>
                    <a:cubicBezTo>
                      <a:pt x="240086" y="5399"/>
                      <a:pt x="230303" y="85"/>
                      <a:pt x="224143" y="85"/>
                    </a:cubicBezTo>
                    <a:cubicBezTo>
                      <a:pt x="215085" y="85"/>
                      <a:pt x="206027" y="9296"/>
                      <a:pt x="206027" y="17090"/>
                    </a:cubicBezTo>
                    <a:cubicBezTo>
                      <a:pt x="206027" y="21695"/>
                      <a:pt x="208201" y="23821"/>
                      <a:pt x="211462" y="26655"/>
                    </a:cubicBezTo>
                    <a:cubicBezTo>
                      <a:pt x="215448" y="30552"/>
                      <a:pt x="224506" y="39763"/>
                      <a:pt x="224506" y="56768"/>
                    </a:cubicBezTo>
                    <a:cubicBezTo>
                      <a:pt x="224506" y="68813"/>
                      <a:pt x="213998" y="103532"/>
                      <a:pt x="204578" y="121600"/>
                    </a:cubicBezTo>
                    <a:cubicBezTo>
                      <a:pt x="195158" y="140376"/>
                      <a:pt x="182476" y="152776"/>
                      <a:pt x="164722" y="152776"/>
                    </a:cubicBezTo>
                    <a:cubicBezTo>
                      <a:pt x="147693" y="152776"/>
                      <a:pt x="137911" y="142148"/>
                      <a:pt x="137911" y="121954"/>
                    </a:cubicBezTo>
                    <a:cubicBezTo>
                      <a:pt x="137911" y="112034"/>
                      <a:pt x="140447" y="101052"/>
                      <a:pt x="141896" y="96092"/>
                    </a:cubicBezTo>
                    <a:lnTo>
                      <a:pt x="157114" y="36575"/>
                    </a:lnTo>
                    <a:close/>
                  </a:path>
                </a:pathLst>
              </a:custGeom>
              <a:solidFill>
                <a:srgbClr val="000000"/>
              </a:solidFill>
              <a:ln w="3636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D13A3D6E-ADBC-EDF8-FEBB-E27B3E6D70B4}"/>
                  </a:ext>
                </a:extLst>
              </p:cNvPr>
              <p:cNvSpPr/>
              <p:nvPr>
                <p:custDataLst>
                  <p:tags r:id="rId6"/>
                </p:custDataLst>
              </p:nvPr>
            </p:nvSpPr>
            <p:spPr>
              <a:xfrm>
                <a:off x="11334267" y="5834574"/>
                <a:ext cx="116668" cy="169625"/>
              </a:xfrm>
              <a:custGeom>
                <a:avLst/>
                <a:gdLst>
                  <a:gd name="connsiteX0" fmla="*/ 55779 w 116668"/>
                  <a:gd name="connsiteY0" fmla="*/ 81923 h 169625"/>
                  <a:gd name="connsiteX1" fmla="*/ 89765 w 116668"/>
                  <a:gd name="connsiteY1" fmla="*/ 121849 h 169625"/>
                  <a:gd name="connsiteX2" fmla="*/ 56794 w 116668"/>
                  <a:gd name="connsiteY2" fmla="*/ 161776 h 169625"/>
                  <a:gd name="connsiteX3" fmla="*/ 13677 w 116668"/>
                  <a:gd name="connsiteY3" fmla="*/ 144416 h 169625"/>
                  <a:gd name="connsiteX4" fmla="*/ 28387 w 116668"/>
                  <a:gd name="connsiteY4" fmla="*/ 130529 h 169625"/>
                  <a:gd name="connsiteX5" fmla="*/ 14438 w 116668"/>
                  <a:gd name="connsiteY5" fmla="*/ 116889 h 169625"/>
                  <a:gd name="connsiteX6" fmla="*/ 235 w 116668"/>
                  <a:gd name="connsiteY6" fmla="*/ 131273 h 169625"/>
                  <a:gd name="connsiteX7" fmla="*/ 57301 w 116668"/>
                  <a:gd name="connsiteY7" fmla="*/ 169711 h 169625"/>
                  <a:gd name="connsiteX8" fmla="*/ 116903 w 116668"/>
                  <a:gd name="connsiteY8" fmla="*/ 121849 h 169625"/>
                  <a:gd name="connsiteX9" fmla="*/ 72772 w 116668"/>
                  <a:gd name="connsiteY9" fmla="*/ 77459 h 169625"/>
                  <a:gd name="connsiteX10" fmla="*/ 109041 w 116668"/>
                  <a:gd name="connsiteY10" fmla="*/ 34309 h 169625"/>
                  <a:gd name="connsiteX11" fmla="*/ 57808 w 116668"/>
                  <a:gd name="connsiteY11" fmla="*/ 86 h 169625"/>
                  <a:gd name="connsiteX12" fmla="*/ 8097 w 116668"/>
                  <a:gd name="connsiteY12" fmla="*/ 33317 h 169625"/>
                  <a:gd name="connsiteX13" fmla="*/ 21286 w 116668"/>
                  <a:gd name="connsiteY13" fmla="*/ 46460 h 169625"/>
                  <a:gd name="connsiteX14" fmla="*/ 34221 w 116668"/>
                  <a:gd name="connsiteY14" fmla="*/ 33813 h 169625"/>
                  <a:gd name="connsiteX15" fmla="*/ 21286 w 116668"/>
                  <a:gd name="connsiteY15" fmla="*/ 20917 h 169625"/>
                  <a:gd name="connsiteX16" fmla="*/ 57047 w 116668"/>
                  <a:gd name="connsiteY16" fmla="*/ 7278 h 169625"/>
                  <a:gd name="connsiteX17" fmla="*/ 84439 w 116668"/>
                  <a:gd name="connsiteY17" fmla="*/ 34309 h 169625"/>
                  <a:gd name="connsiteX18" fmla="*/ 74294 w 116668"/>
                  <a:gd name="connsiteY18" fmla="*/ 63820 h 169625"/>
                  <a:gd name="connsiteX19" fmla="*/ 46141 w 116668"/>
                  <a:gd name="connsiteY19" fmla="*/ 74483 h 169625"/>
                  <a:gd name="connsiteX20" fmla="*/ 38025 w 116668"/>
                  <a:gd name="connsiteY20" fmla="*/ 75227 h 169625"/>
                  <a:gd name="connsiteX21" fmla="*/ 35489 w 116668"/>
                  <a:gd name="connsiteY21" fmla="*/ 78451 h 169625"/>
                  <a:gd name="connsiteX22" fmla="*/ 42083 w 116668"/>
                  <a:gd name="connsiteY22" fmla="*/ 81923 h 169625"/>
                  <a:gd name="connsiteX23" fmla="*/ 55779 w 116668"/>
                  <a:gd name="connsiteY23" fmla="*/ 81923 h 169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116668" h="169625">
                    <a:moveTo>
                      <a:pt x="55779" y="81923"/>
                    </a:moveTo>
                    <a:cubicBezTo>
                      <a:pt x="75562" y="81923"/>
                      <a:pt x="89765" y="95314"/>
                      <a:pt x="89765" y="121849"/>
                    </a:cubicBezTo>
                    <a:cubicBezTo>
                      <a:pt x="89765" y="152600"/>
                      <a:pt x="71504" y="161776"/>
                      <a:pt x="56794" y="161776"/>
                    </a:cubicBezTo>
                    <a:cubicBezTo>
                      <a:pt x="46649" y="161776"/>
                      <a:pt x="24329" y="159048"/>
                      <a:pt x="13677" y="144416"/>
                    </a:cubicBezTo>
                    <a:cubicBezTo>
                      <a:pt x="25598" y="143920"/>
                      <a:pt x="28387" y="135737"/>
                      <a:pt x="28387" y="130529"/>
                    </a:cubicBezTo>
                    <a:cubicBezTo>
                      <a:pt x="28387" y="122593"/>
                      <a:pt x="22300" y="116889"/>
                      <a:pt x="14438" y="116889"/>
                    </a:cubicBezTo>
                    <a:cubicBezTo>
                      <a:pt x="7336" y="116889"/>
                      <a:pt x="235" y="121105"/>
                      <a:pt x="235" y="131273"/>
                    </a:cubicBezTo>
                    <a:cubicBezTo>
                      <a:pt x="235" y="154584"/>
                      <a:pt x="26612" y="169711"/>
                      <a:pt x="57301" y="169711"/>
                    </a:cubicBezTo>
                    <a:cubicBezTo>
                      <a:pt x="92555" y="169711"/>
                      <a:pt x="116903" y="146648"/>
                      <a:pt x="116903" y="121849"/>
                    </a:cubicBezTo>
                    <a:cubicBezTo>
                      <a:pt x="116903" y="102506"/>
                      <a:pt x="100671" y="83163"/>
                      <a:pt x="72772" y="77459"/>
                    </a:cubicBezTo>
                    <a:cubicBezTo>
                      <a:pt x="99403" y="68035"/>
                      <a:pt x="109041" y="49436"/>
                      <a:pt x="109041" y="34309"/>
                    </a:cubicBezTo>
                    <a:cubicBezTo>
                      <a:pt x="109041" y="14718"/>
                      <a:pt x="85961" y="86"/>
                      <a:pt x="57808" y="86"/>
                    </a:cubicBezTo>
                    <a:cubicBezTo>
                      <a:pt x="29656" y="86"/>
                      <a:pt x="8097" y="13478"/>
                      <a:pt x="8097" y="33317"/>
                    </a:cubicBezTo>
                    <a:cubicBezTo>
                      <a:pt x="8097" y="41748"/>
                      <a:pt x="13677" y="46460"/>
                      <a:pt x="21286" y="46460"/>
                    </a:cubicBezTo>
                    <a:cubicBezTo>
                      <a:pt x="29148" y="46460"/>
                      <a:pt x="34221" y="40757"/>
                      <a:pt x="34221" y="33813"/>
                    </a:cubicBezTo>
                    <a:cubicBezTo>
                      <a:pt x="34221" y="26621"/>
                      <a:pt x="29148" y="21413"/>
                      <a:pt x="21286" y="20917"/>
                    </a:cubicBezTo>
                    <a:cubicBezTo>
                      <a:pt x="30163" y="10006"/>
                      <a:pt x="47663" y="7278"/>
                      <a:pt x="57047" y="7278"/>
                    </a:cubicBezTo>
                    <a:cubicBezTo>
                      <a:pt x="68460" y="7278"/>
                      <a:pt x="84439" y="12734"/>
                      <a:pt x="84439" y="34309"/>
                    </a:cubicBezTo>
                    <a:cubicBezTo>
                      <a:pt x="84439" y="44724"/>
                      <a:pt x="80888" y="56132"/>
                      <a:pt x="74294" y="63820"/>
                    </a:cubicBezTo>
                    <a:cubicBezTo>
                      <a:pt x="65924" y="73243"/>
                      <a:pt x="58823" y="73739"/>
                      <a:pt x="46141" y="74483"/>
                    </a:cubicBezTo>
                    <a:cubicBezTo>
                      <a:pt x="39801" y="74979"/>
                      <a:pt x="39293" y="74979"/>
                      <a:pt x="38025" y="75227"/>
                    </a:cubicBezTo>
                    <a:cubicBezTo>
                      <a:pt x="37518" y="75227"/>
                      <a:pt x="35489" y="75723"/>
                      <a:pt x="35489" y="78451"/>
                    </a:cubicBezTo>
                    <a:cubicBezTo>
                      <a:pt x="35489" y="81923"/>
                      <a:pt x="37772" y="81923"/>
                      <a:pt x="42083" y="81923"/>
                    </a:cubicBezTo>
                    <a:lnTo>
                      <a:pt x="55779" y="81923"/>
                    </a:lnTo>
                    <a:close/>
                  </a:path>
                </a:pathLst>
              </a:custGeom>
              <a:solidFill>
                <a:srgbClr val="000000"/>
              </a:solidFill>
              <a:ln w="3636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72F8E7B-13B3-376F-5C9E-8EA57E536249}"/>
                </a:ext>
              </a:extLst>
            </p:cNvPr>
            <p:cNvSpPr/>
            <p:nvPr/>
          </p:nvSpPr>
          <p:spPr>
            <a:xfrm>
              <a:off x="3535680" y="3002281"/>
              <a:ext cx="1803400" cy="94996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827556E-1095-8CD7-EAB1-DF691F7004A0}"/>
              </a:ext>
            </a:extLst>
          </p:cNvPr>
          <p:cNvGrpSpPr/>
          <p:nvPr/>
        </p:nvGrpSpPr>
        <p:grpSpPr>
          <a:xfrm>
            <a:off x="6209227" y="4330361"/>
            <a:ext cx="381000" cy="1308099"/>
            <a:chOff x="6536329" y="3279141"/>
            <a:chExt cx="381000" cy="1308099"/>
          </a:xfrm>
        </p:grpSpPr>
        <p:sp>
          <p:nvSpPr>
            <p:cNvPr id="45" name="Rounded Rectangle 7 1">
              <a:extLst>
                <a:ext uri="{FF2B5EF4-FFF2-40B4-BE49-F238E27FC236}">
                  <a16:creationId xmlns:a16="http://schemas.microsoft.com/office/drawing/2014/main" id="{70915C90-F5A2-DF03-80C2-9B9012D411E3}"/>
                </a:ext>
              </a:extLst>
            </p:cNvPr>
            <p:cNvSpPr/>
            <p:nvPr/>
          </p:nvSpPr>
          <p:spPr>
            <a:xfrm rot="10800000">
              <a:off x="6536329" y="3279141"/>
              <a:ext cx="381000" cy="1308099"/>
            </a:xfrm>
            <a:prstGeom prst="round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62C602FB-0E0C-352E-71DF-6CF24D4A641C}"/>
                </a:ext>
              </a:extLst>
            </p:cNvPr>
            <p:cNvSpPr/>
            <p:nvPr/>
          </p:nvSpPr>
          <p:spPr>
            <a:xfrm rot="10800000">
              <a:off x="6612529" y="3431541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971608E7-6A51-5AB0-9D5A-E0C176F6A3AF}"/>
                </a:ext>
              </a:extLst>
            </p:cNvPr>
            <p:cNvSpPr/>
            <p:nvPr/>
          </p:nvSpPr>
          <p:spPr>
            <a:xfrm rot="10800000">
              <a:off x="6612529" y="3807461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3D1FD65F-D735-A027-C667-603B1494D60B}"/>
                </a:ext>
              </a:extLst>
            </p:cNvPr>
            <p:cNvSpPr/>
            <p:nvPr/>
          </p:nvSpPr>
          <p:spPr>
            <a:xfrm rot="10800000">
              <a:off x="6617609" y="4193541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839C00F-5849-5608-8B42-1960E8459CB7}"/>
              </a:ext>
            </a:extLst>
          </p:cNvPr>
          <p:cNvCxnSpPr>
            <a:cxnSpLocks/>
            <a:endCxn id="45" idx="3"/>
          </p:cNvCxnSpPr>
          <p:nvPr/>
        </p:nvCxnSpPr>
        <p:spPr>
          <a:xfrm flipV="1">
            <a:off x="5078018" y="4984410"/>
            <a:ext cx="11312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1851306-7645-FBFA-E547-4E492DD38142}"/>
              </a:ext>
            </a:extLst>
          </p:cNvPr>
          <p:cNvCxnSpPr>
            <a:cxnSpLocks/>
          </p:cNvCxnSpPr>
          <p:nvPr/>
        </p:nvCxnSpPr>
        <p:spPr>
          <a:xfrm flipV="1">
            <a:off x="6632498" y="4984410"/>
            <a:ext cx="11312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7 1">
            <a:extLst>
              <a:ext uri="{FF2B5EF4-FFF2-40B4-BE49-F238E27FC236}">
                <a16:creationId xmlns:a16="http://schemas.microsoft.com/office/drawing/2014/main" id="{4FB50511-99A1-DEA8-B5CC-F224F08586F3}"/>
              </a:ext>
            </a:extLst>
          </p:cNvPr>
          <p:cNvSpPr/>
          <p:nvPr/>
        </p:nvSpPr>
        <p:spPr>
          <a:xfrm rot="10800000">
            <a:off x="7856778" y="4748191"/>
            <a:ext cx="381000" cy="438098"/>
          </a:xfrm>
          <a:prstGeom prst="round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0AD8436-582E-FB33-F070-392C6C76036E}"/>
              </a:ext>
            </a:extLst>
          </p:cNvPr>
          <p:cNvSpPr/>
          <p:nvPr/>
        </p:nvSpPr>
        <p:spPr>
          <a:xfrm rot="10800000">
            <a:off x="7932978" y="485962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E07971D-3058-40F6-6272-514D4F2EDBB9}"/>
              </a:ext>
            </a:extLst>
          </p:cNvPr>
          <p:cNvSpPr txBox="1"/>
          <p:nvPr/>
        </p:nvSpPr>
        <p:spPr>
          <a:xfrm>
            <a:off x="6582324" y="4268908"/>
            <a:ext cx="14268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pooling</a:t>
            </a:r>
            <a:endParaRPr lang="en-CA" sz="2800" dirty="0"/>
          </a:p>
        </p:txBody>
      </p:sp>
      <p:sp>
        <p:nvSpPr>
          <p:cNvPr id="54" name="Rounded Rectangle 7 1">
            <a:extLst>
              <a:ext uri="{FF2B5EF4-FFF2-40B4-BE49-F238E27FC236}">
                <a16:creationId xmlns:a16="http://schemas.microsoft.com/office/drawing/2014/main" id="{83C42E18-36F5-5CEB-6DF0-18F9A7D80545}"/>
              </a:ext>
            </a:extLst>
          </p:cNvPr>
          <p:cNvSpPr/>
          <p:nvPr/>
        </p:nvSpPr>
        <p:spPr>
          <a:xfrm rot="10800000">
            <a:off x="8009178" y="4900591"/>
            <a:ext cx="381000" cy="438098"/>
          </a:xfrm>
          <a:prstGeom prst="round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8B217A0-B41E-05D0-713F-67981A3D1F7A}"/>
              </a:ext>
            </a:extLst>
          </p:cNvPr>
          <p:cNvSpPr/>
          <p:nvPr/>
        </p:nvSpPr>
        <p:spPr>
          <a:xfrm rot="10800000">
            <a:off x="8085378" y="501202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56" name="Rounded Rectangle 7 1">
            <a:extLst>
              <a:ext uri="{FF2B5EF4-FFF2-40B4-BE49-F238E27FC236}">
                <a16:creationId xmlns:a16="http://schemas.microsoft.com/office/drawing/2014/main" id="{DA1D0A4D-A97D-1F61-9BBF-754EB42CC271}"/>
              </a:ext>
            </a:extLst>
          </p:cNvPr>
          <p:cNvSpPr/>
          <p:nvPr/>
        </p:nvSpPr>
        <p:spPr>
          <a:xfrm rot="10800000">
            <a:off x="8161578" y="5052991"/>
            <a:ext cx="381000" cy="438098"/>
          </a:xfrm>
          <a:prstGeom prst="round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87FB73F-D39E-D2AF-447D-9DE035905920}"/>
              </a:ext>
            </a:extLst>
          </p:cNvPr>
          <p:cNvSpPr/>
          <p:nvPr/>
        </p:nvSpPr>
        <p:spPr>
          <a:xfrm rot="10800000">
            <a:off x="8237778" y="516442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58" name="Rounded Rectangle 7 1">
            <a:extLst>
              <a:ext uri="{FF2B5EF4-FFF2-40B4-BE49-F238E27FC236}">
                <a16:creationId xmlns:a16="http://schemas.microsoft.com/office/drawing/2014/main" id="{2F466AA5-2968-3B01-D674-B4F116DCFABB}"/>
              </a:ext>
            </a:extLst>
          </p:cNvPr>
          <p:cNvSpPr/>
          <p:nvPr/>
        </p:nvSpPr>
        <p:spPr>
          <a:xfrm rot="10800000">
            <a:off x="8313978" y="5205391"/>
            <a:ext cx="381000" cy="438098"/>
          </a:xfrm>
          <a:prstGeom prst="round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BE8B8FF7-6323-49AD-C5D4-1EA9563A36BE}"/>
              </a:ext>
            </a:extLst>
          </p:cNvPr>
          <p:cNvSpPr/>
          <p:nvPr/>
        </p:nvSpPr>
        <p:spPr>
          <a:xfrm rot="10800000">
            <a:off x="8390178" y="531682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60" name="Rounded Rectangle 7 1">
            <a:extLst>
              <a:ext uri="{FF2B5EF4-FFF2-40B4-BE49-F238E27FC236}">
                <a16:creationId xmlns:a16="http://schemas.microsoft.com/office/drawing/2014/main" id="{DC19BB4E-5A0B-A4B8-7ACA-A0D06125DCAB}"/>
              </a:ext>
            </a:extLst>
          </p:cNvPr>
          <p:cNvSpPr/>
          <p:nvPr/>
        </p:nvSpPr>
        <p:spPr>
          <a:xfrm rot="10800000">
            <a:off x="8466378" y="5357791"/>
            <a:ext cx="381000" cy="438098"/>
          </a:xfrm>
          <a:prstGeom prst="round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BCA75B15-03D1-A5A5-9CA8-9BD86CF52903}"/>
              </a:ext>
            </a:extLst>
          </p:cNvPr>
          <p:cNvSpPr/>
          <p:nvPr/>
        </p:nvSpPr>
        <p:spPr>
          <a:xfrm rot="10800000">
            <a:off x="8542578" y="5469221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</p:spTree>
    <p:extLst>
      <p:ext uri="{BB962C8B-B14F-4D97-AF65-F5344CB8AC3E}">
        <p14:creationId xmlns:p14="http://schemas.microsoft.com/office/powerpoint/2010/main" val="4125512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65584-5700-7E87-23B1-4524B8E8F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Summary: Convolutional Neural Networks for NLP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30319C-8C64-602D-52C5-F448794A8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12</a:t>
            </a:fld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2ACACFF-10B2-C16A-D718-E3DA155C53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4813" y="1325563"/>
                <a:ext cx="11382375" cy="5030787"/>
              </a:xfrm>
            </p:spPr>
            <p:txBody>
              <a:bodyPr/>
              <a:lstStyle/>
              <a:p>
                <a:r>
                  <a:rPr lang="en-US" altLang="zh-CN" dirty="0"/>
                  <a:t>Word order matters</a:t>
                </a:r>
                <a:br>
                  <a:rPr lang="en-CA" altLang="zh-CN" dirty="0"/>
                </a:br>
                <a:r>
                  <a:rPr lang="en-CA" altLang="zh-CN" dirty="0"/>
                  <a:t>Example (kernel </a:t>
                </a:r>
                <a:r>
                  <a:rPr lang="en-US" altLang="zh-CN" dirty="0"/>
                  <a:t>size = 2):</a:t>
                </a:r>
                <a:br>
                  <a:rPr lang="en-CA" altLang="zh-CN" dirty="0"/>
                </a:br>
                <a:r>
                  <a:rPr lang="en-CA" altLang="zh-CN" i="1" dirty="0"/>
                  <a:t>a cat drinks milk </a:t>
                </a:r>
                <a14:m>
                  <m:oMath xmlns:m="http://schemas.openxmlformats.org/officeDocument/2006/math">
                    <m:r>
                      <a:rPr lang="en-CA" altLang="zh-CN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CA" altLang="zh-CN" i="1" dirty="0"/>
                  <a:t> (a cat), (cat drinks), (drinks milk)</a:t>
                </a:r>
                <a:br>
                  <a:rPr lang="en-CA" altLang="zh-CN" i="1" dirty="0"/>
                </a:br>
                <a:r>
                  <a:rPr lang="en-US" altLang="zh-CN" i="1" dirty="0"/>
                  <a:t>a milk drinks cat </a:t>
                </a:r>
                <a14:m>
                  <m:oMath xmlns:m="http://schemas.openxmlformats.org/officeDocument/2006/math">
                    <m:r>
                      <a:rPr lang="en-CA" altLang="zh-CN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CA" altLang="zh-CN" i="1" dirty="0"/>
                  <a:t> (a milk), (milk drinks), (drinks cat)</a:t>
                </a:r>
                <a:endParaRPr lang="en-CA" i="1" dirty="0"/>
              </a:p>
              <a:p>
                <a:r>
                  <a:rPr lang="en-US" dirty="0"/>
                  <a:t>An n-gram “matches” with a kernel when they have high dot product.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Drawbacks?</a:t>
                </a:r>
              </a:p>
              <a:p>
                <a:r>
                  <a:rPr lang="en-US" dirty="0"/>
                  <a:t>Cannot capture long-term dependency.</a:t>
                </a:r>
              </a:p>
              <a:p>
                <a:r>
                  <a:rPr lang="en-US" dirty="0"/>
                  <a:t>Often used for character-level processing: filters look at character n-grams.</a:t>
                </a:r>
                <a:endParaRPr lang="en-CA" dirty="0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2ACACFF-10B2-C16A-D718-E3DA155C53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4813" y="1325563"/>
                <a:ext cx="11382375" cy="5030787"/>
              </a:xfrm>
              <a:blipFill>
                <a:blip r:embed="rId2"/>
                <a:stretch>
                  <a:fillRect l="-803" t="-96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340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A6AD4-58F6-D506-9D9F-E29F8067B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Recurrent Neural Networks (RNNs)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0CD68-9BE1-0294-6F3C-17EDE05B9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13</a:t>
            </a:fld>
            <a:endParaRPr lang="en-CA"/>
          </a:p>
        </p:txBody>
      </p:sp>
      <p:sp>
        <p:nvSpPr>
          <p:cNvPr id="59" name="Content Placeholder 4">
            <a:extLst>
              <a:ext uri="{FF2B5EF4-FFF2-40B4-BE49-F238E27FC236}">
                <a16:creationId xmlns:a16="http://schemas.microsoft.com/office/drawing/2014/main" id="{6A1E76BF-32B4-9CB9-CAE5-8D5EA40CA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Idea: apply the same transformation to tokens in time order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93D2656F-3D2C-B7D8-EE0C-3C014BEB3184}"/>
              </a:ext>
            </a:extLst>
          </p:cNvPr>
          <p:cNvSpPr/>
          <p:nvPr/>
        </p:nvSpPr>
        <p:spPr>
          <a:xfrm>
            <a:off x="3437116" y="5169959"/>
            <a:ext cx="902858" cy="902858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BCEF8255-B086-A8F1-187B-E2C3125113D7}"/>
              </a:ext>
            </a:extLst>
          </p:cNvPr>
          <p:cNvSpPr/>
          <p:nvPr/>
        </p:nvSpPr>
        <p:spPr>
          <a:xfrm>
            <a:off x="5275151" y="5160722"/>
            <a:ext cx="902858" cy="902858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4714D7B0-AFBC-06D6-CD9D-54C2D60E4FA2}"/>
              </a:ext>
            </a:extLst>
          </p:cNvPr>
          <p:cNvSpPr/>
          <p:nvPr/>
        </p:nvSpPr>
        <p:spPr>
          <a:xfrm>
            <a:off x="7101640" y="5174577"/>
            <a:ext cx="902858" cy="902858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18AE996-1951-087D-1894-F43ABA2CCC15}"/>
              </a:ext>
            </a:extLst>
          </p:cNvPr>
          <p:cNvCxnSpPr>
            <a:stCxn id="60" idx="6"/>
            <a:endCxn id="61" idx="2"/>
          </p:cNvCxnSpPr>
          <p:nvPr/>
        </p:nvCxnSpPr>
        <p:spPr bwMode="auto">
          <a:xfrm flipV="1">
            <a:off x="4339974" y="5612151"/>
            <a:ext cx="935177" cy="9237"/>
          </a:xfrm>
          <a:prstGeom prst="straightConnector1">
            <a:avLst/>
          </a:prstGeom>
          <a:solidFill>
            <a:schemeClr val="accent1"/>
          </a:solidFill>
          <a:ln w="222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1616C8A4-75ED-4D6E-102C-5FC9A8DA6482}"/>
              </a:ext>
            </a:extLst>
          </p:cNvPr>
          <p:cNvCxnSpPr>
            <a:stCxn id="61" idx="6"/>
            <a:endCxn id="62" idx="2"/>
          </p:cNvCxnSpPr>
          <p:nvPr/>
        </p:nvCxnSpPr>
        <p:spPr bwMode="auto">
          <a:xfrm>
            <a:off x="6178009" y="5612151"/>
            <a:ext cx="923631" cy="13855"/>
          </a:xfrm>
          <a:prstGeom prst="straightConnector1">
            <a:avLst/>
          </a:prstGeom>
          <a:solidFill>
            <a:schemeClr val="accent1"/>
          </a:solidFill>
          <a:ln w="222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CCD3E0A5-0865-7A21-BB64-58748911B48D}"/>
              </a:ext>
            </a:extLst>
          </p:cNvPr>
          <p:cNvSpPr/>
          <p:nvPr/>
        </p:nvSpPr>
        <p:spPr>
          <a:xfrm>
            <a:off x="3439425" y="3324996"/>
            <a:ext cx="902858" cy="902858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D5230FB-9053-E63D-2D6A-E2BC90D2974C}"/>
              </a:ext>
            </a:extLst>
          </p:cNvPr>
          <p:cNvCxnSpPr>
            <a:stCxn id="65" idx="4"/>
            <a:endCxn id="60" idx="0"/>
          </p:cNvCxnSpPr>
          <p:nvPr/>
        </p:nvCxnSpPr>
        <p:spPr bwMode="auto">
          <a:xfrm flipH="1">
            <a:off x="3888545" y="4227854"/>
            <a:ext cx="2309" cy="942105"/>
          </a:xfrm>
          <a:prstGeom prst="straightConnector1">
            <a:avLst/>
          </a:prstGeom>
          <a:solidFill>
            <a:schemeClr val="accent1"/>
          </a:solidFill>
          <a:ln w="222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614C925E-DADF-D8A6-1685-732C13C8B2F5}"/>
              </a:ext>
            </a:extLst>
          </p:cNvPr>
          <p:cNvSpPr/>
          <p:nvPr/>
        </p:nvSpPr>
        <p:spPr>
          <a:xfrm>
            <a:off x="5277461" y="3315760"/>
            <a:ext cx="902858" cy="902858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F1E08B1E-CAFA-AA59-75CE-0E70953113BE}"/>
              </a:ext>
            </a:extLst>
          </p:cNvPr>
          <p:cNvCxnSpPr>
            <a:stCxn id="67" idx="4"/>
            <a:endCxn id="61" idx="0"/>
          </p:cNvCxnSpPr>
          <p:nvPr/>
        </p:nvCxnSpPr>
        <p:spPr bwMode="auto">
          <a:xfrm flipH="1">
            <a:off x="5726580" y="4218618"/>
            <a:ext cx="2310" cy="942104"/>
          </a:xfrm>
          <a:prstGeom prst="straightConnector1">
            <a:avLst/>
          </a:prstGeom>
          <a:solidFill>
            <a:schemeClr val="accent1"/>
          </a:solidFill>
          <a:ln w="222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B2982A4B-A788-1189-280B-19E6FAD16689}"/>
              </a:ext>
            </a:extLst>
          </p:cNvPr>
          <p:cNvSpPr/>
          <p:nvPr/>
        </p:nvSpPr>
        <p:spPr>
          <a:xfrm>
            <a:off x="7101643" y="3327305"/>
            <a:ext cx="902858" cy="902858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3BD042E-E09B-0456-30FC-E9DD2098FE17}"/>
              </a:ext>
            </a:extLst>
          </p:cNvPr>
          <p:cNvCxnSpPr>
            <a:stCxn id="69" idx="4"/>
            <a:endCxn id="62" idx="0"/>
          </p:cNvCxnSpPr>
          <p:nvPr/>
        </p:nvCxnSpPr>
        <p:spPr bwMode="auto">
          <a:xfrm flipH="1">
            <a:off x="7553069" y="4230163"/>
            <a:ext cx="3" cy="944414"/>
          </a:xfrm>
          <a:prstGeom prst="straightConnector1">
            <a:avLst/>
          </a:prstGeom>
          <a:solidFill>
            <a:schemeClr val="accent1"/>
          </a:solidFill>
          <a:ln w="222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71" name="Picture 70">
            <a:extLst>
              <a:ext uri="{FF2B5EF4-FFF2-40B4-BE49-F238E27FC236}">
                <a16:creationId xmlns:a16="http://schemas.microsoft.com/office/drawing/2014/main" id="{365F1337-FF5A-32AA-6E58-47BBFAD85FEA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610298" y="3699916"/>
            <a:ext cx="584200" cy="1905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68847E0F-0D56-DC36-2F7A-C4F036AF6B33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7257507" y="3687216"/>
            <a:ext cx="584200" cy="2159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34056444-6AF9-DDA6-F39A-4700D2BB5854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5602302" y="3674691"/>
            <a:ext cx="266700" cy="1905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B561C982-CBFF-CBA6-E0C8-F45E57D81DB0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600817" y="5473807"/>
            <a:ext cx="279400" cy="279400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F62B35F-E963-149D-99CA-4A521CB5E902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266740" y="5459753"/>
            <a:ext cx="584200" cy="2921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CF075ED7-3DF7-FBC1-1F81-6566A4FFB3E9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3615621" y="5462921"/>
            <a:ext cx="584200" cy="279400"/>
          </a:xfrm>
          <a:prstGeom prst="rect">
            <a:avLst/>
          </a:prstGeom>
        </p:spPr>
      </p:pic>
      <p:grpSp>
        <p:nvGrpSpPr>
          <p:cNvPr id="77" name="Group 76" descr="\documentclass{article}&#10;\usepackage{amsmath,amssymb}&#10;\pagestyle{empty}&#10;\begin{document}&#10;&#10;\newcommand{\score}{\textrm{score}}&#10;\newcommand{\classify}{\textrm{classify}}&#10;\newcommand{\bx}{\mathbf{x}}&#10;&#10;\begin{align*}&#10;\mathbf{h}_t = \mathbf{W} [\mathbf{x}_t; \mathbf{h}_{t-1}] +\mathbf{b}&#10;\end{align*}&#10;&#10;&#10;\end{document}" title="IguanaTex Vector Display">
            <a:extLst>
              <a:ext uri="{FF2B5EF4-FFF2-40B4-BE49-F238E27FC236}">
                <a16:creationId xmlns:a16="http://schemas.microsoft.com/office/drawing/2014/main" id="{9924830C-B4FE-F54E-BFEE-609A8C37846F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2553386" y="2595117"/>
            <a:ext cx="3287628" cy="345414"/>
            <a:chOff x="9204935" y="5216962"/>
            <a:chExt cx="3287628" cy="345414"/>
          </a:xfrm>
        </p:grpSpPr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1FB5BB54-EB7B-CE9B-9E4B-CA82CF6308D3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9204935" y="5236306"/>
              <a:ext cx="201934" cy="239717"/>
            </a:xfrm>
            <a:custGeom>
              <a:avLst/>
              <a:gdLst>
                <a:gd name="connsiteX0" fmla="*/ 24632 w 201934"/>
                <a:gd name="connsiteY0" fmla="*/ 223568 h 239717"/>
                <a:gd name="connsiteX1" fmla="*/ 187 w 201934"/>
                <a:gd name="connsiteY1" fmla="*/ 223568 h 239717"/>
                <a:gd name="connsiteX2" fmla="*/ 187 w 201934"/>
                <a:gd name="connsiteY2" fmla="*/ 239802 h 239717"/>
                <a:gd name="connsiteX3" fmla="*/ 44825 w 201934"/>
                <a:gd name="connsiteY3" fmla="*/ 238766 h 239717"/>
                <a:gd name="connsiteX4" fmla="*/ 89463 w 201934"/>
                <a:gd name="connsiteY4" fmla="*/ 239802 h 239717"/>
                <a:gd name="connsiteX5" fmla="*/ 89463 w 201934"/>
                <a:gd name="connsiteY5" fmla="*/ 223568 h 239717"/>
                <a:gd name="connsiteX6" fmla="*/ 65019 w 201934"/>
                <a:gd name="connsiteY6" fmla="*/ 223568 h 239717"/>
                <a:gd name="connsiteX7" fmla="*/ 65019 w 201934"/>
                <a:gd name="connsiteY7" fmla="*/ 151376 h 239717"/>
                <a:gd name="connsiteX8" fmla="*/ 117805 w 201934"/>
                <a:gd name="connsiteY8" fmla="*/ 96801 h 239717"/>
                <a:gd name="connsiteX9" fmla="*/ 137290 w 201934"/>
                <a:gd name="connsiteY9" fmla="*/ 130306 h 239717"/>
                <a:gd name="connsiteX10" fmla="*/ 137290 w 201934"/>
                <a:gd name="connsiteY10" fmla="*/ 223568 h 239717"/>
                <a:gd name="connsiteX11" fmla="*/ 112845 w 201934"/>
                <a:gd name="connsiteY11" fmla="*/ 223568 h 239717"/>
                <a:gd name="connsiteX12" fmla="*/ 112845 w 201934"/>
                <a:gd name="connsiteY12" fmla="*/ 239802 h 239717"/>
                <a:gd name="connsiteX13" fmla="*/ 157484 w 201934"/>
                <a:gd name="connsiteY13" fmla="*/ 238766 h 239717"/>
                <a:gd name="connsiteX14" fmla="*/ 202122 w 201934"/>
                <a:gd name="connsiteY14" fmla="*/ 239802 h 239717"/>
                <a:gd name="connsiteX15" fmla="*/ 202122 w 201934"/>
                <a:gd name="connsiteY15" fmla="*/ 223568 h 239717"/>
                <a:gd name="connsiteX16" fmla="*/ 177677 w 201934"/>
                <a:gd name="connsiteY16" fmla="*/ 223568 h 239717"/>
                <a:gd name="connsiteX17" fmla="*/ 177677 w 201934"/>
                <a:gd name="connsiteY17" fmla="*/ 134106 h 239717"/>
                <a:gd name="connsiteX18" fmla="*/ 123119 w 201934"/>
                <a:gd name="connsiteY18" fmla="*/ 84366 h 239717"/>
                <a:gd name="connsiteX19" fmla="*/ 62893 w 201934"/>
                <a:gd name="connsiteY19" fmla="*/ 118217 h 239717"/>
                <a:gd name="connsiteX20" fmla="*/ 62893 w 201934"/>
                <a:gd name="connsiteY20" fmla="*/ 85 h 239717"/>
                <a:gd name="connsiteX21" fmla="*/ 187 w 201934"/>
                <a:gd name="connsiteY21" fmla="*/ 2848 h 239717"/>
                <a:gd name="connsiteX22" fmla="*/ 187 w 201934"/>
                <a:gd name="connsiteY22" fmla="*/ 19082 h 239717"/>
                <a:gd name="connsiteX23" fmla="*/ 24632 w 201934"/>
                <a:gd name="connsiteY23" fmla="*/ 32554 h 239717"/>
                <a:gd name="connsiteX24" fmla="*/ 24632 w 201934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934" h="239717">
                  <a:moveTo>
                    <a:pt x="24632" y="223568"/>
                  </a:moveTo>
                  <a:lnTo>
                    <a:pt x="187" y="223568"/>
                  </a:lnTo>
                  <a:lnTo>
                    <a:pt x="187" y="239802"/>
                  </a:lnTo>
                  <a:cubicBezTo>
                    <a:pt x="10107" y="239457"/>
                    <a:pt x="31363" y="238766"/>
                    <a:pt x="44825" y="238766"/>
                  </a:cubicBezTo>
                  <a:cubicBezTo>
                    <a:pt x="58642" y="238766"/>
                    <a:pt x="79544" y="239457"/>
                    <a:pt x="89463" y="239802"/>
                  </a:cubicBezTo>
                  <a:lnTo>
                    <a:pt x="89463" y="223568"/>
                  </a:lnTo>
                  <a:lnTo>
                    <a:pt x="65019" y="223568"/>
                  </a:lnTo>
                  <a:lnTo>
                    <a:pt x="65019" y="151376"/>
                  </a:lnTo>
                  <a:cubicBezTo>
                    <a:pt x="65019" y="113726"/>
                    <a:pt x="95486" y="96801"/>
                    <a:pt x="117805" y="96801"/>
                  </a:cubicBezTo>
                  <a:cubicBezTo>
                    <a:pt x="129850" y="96801"/>
                    <a:pt x="137290" y="104054"/>
                    <a:pt x="137290" y="130306"/>
                  </a:cubicBezTo>
                  <a:lnTo>
                    <a:pt x="137290" y="223568"/>
                  </a:lnTo>
                  <a:lnTo>
                    <a:pt x="112845" y="223568"/>
                  </a:lnTo>
                  <a:lnTo>
                    <a:pt x="112845" y="239802"/>
                  </a:lnTo>
                  <a:cubicBezTo>
                    <a:pt x="122765" y="239457"/>
                    <a:pt x="144021" y="238766"/>
                    <a:pt x="157484" y="238766"/>
                  </a:cubicBezTo>
                  <a:cubicBezTo>
                    <a:pt x="171300" y="238766"/>
                    <a:pt x="192202" y="239457"/>
                    <a:pt x="202122" y="239802"/>
                  </a:cubicBezTo>
                  <a:lnTo>
                    <a:pt x="202122" y="223568"/>
                  </a:lnTo>
                  <a:lnTo>
                    <a:pt x="177677" y="223568"/>
                  </a:lnTo>
                  <a:lnTo>
                    <a:pt x="177677" y="134106"/>
                  </a:lnTo>
                  <a:cubicBezTo>
                    <a:pt x="177677" y="97837"/>
                    <a:pt x="158546" y="84366"/>
                    <a:pt x="123119" y="84366"/>
                  </a:cubicBezTo>
                  <a:cubicBezTo>
                    <a:pt x="89109" y="84366"/>
                    <a:pt x="71041" y="104400"/>
                    <a:pt x="62893" y="118217"/>
                  </a:cubicBezTo>
                  <a:lnTo>
                    <a:pt x="62893" y="85"/>
                  </a:lnTo>
                  <a:lnTo>
                    <a:pt x="187" y="2848"/>
                  </a:lnTo>
                  <a:lnTo>
                    <a:pt x="187" y="19082"/>
                  </a:lnTo>
                  <a:cubicBezTo>
                    <a:pt x="22152" y="19082"/>
                    <a:pt x="24632" y="19082"/>
                    <a:pt x="24632" y="32554"/>
                  </a:cubicBezTo>
                  <a:lnTo>
                    <a:pt x="24632" y="223568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688DAA3B-E7B1-0A91-9B7C-25A1064F7B05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9425747" y="5376716"/>
              <a:ext cx="83820" cy="153536"/>
            </a:xfrm>
            <a:custGeom>
              <a:avLst/>
              <a:gdLst>
                <a:gd name="connsiteX0" fmla="*/ 50783 w 83820"/>
                <a:gd name="connsiteY0" fmla="*/ 55698 h 153536"/>
                <a:gd name="connsiteX1" fmla="*/ 76078 w 83820"/>
                <a:gd name="connsiteY1" fmla="*/ 55698 h 153536"/>
                <a:gd name="connsiteX2" fmla="*/ 84014 w 83820"/>
                <a:gd name="connsiteY2" fmla="*/ 50379 h 153536"/>
                <a:gd name="connsiteX3" fmla="*/ 76574 w 83820"/>
                <a:gd name="connsiteY3" fmla="*/ 46993 h 153536"/>
                <a:gd name="connsiteX4" fmla="*/ 53015 w 83820"/>
                <a:gd name="connsiteY4" fmla="*/ 46993 h 153536"/>
                <a:gd name="connsiteX5" fmla="*/ 62191 w 83820"/>
                <a:gd name="connsiteY5" fmla="*/ 11209 h 153536"/>
                <a:gd name="connsiteX6" fmla="*/ 62935 w 83820"/>
                <a:gd name="connsiteY6" fmla="*/ 7823 h 153536"/>
                <a:gd name="connsiteX7" fmla="*/ 54503 w 83820"/>
                <a:gd name="connsiteY7" fmla="*/ 86 h 153536"/>
                <a:gd name="connsiteX8" fmla="*/ 42848 w 83820"/>
                <a:gd name="connsiteY8" fmla="*/ 10483 h 153536"/>
                <a:gd name="connsiteX9" fmla="*/ 33424 w 83820"/>
                <a:gd name="connsiteY9" fmla="*/ 46993 h 153536"/>
                <a:gd name="connsiteX10" fmla="*/ 8129 w 83820"/>
                <a:gd name="connsiteY10" fmla="*/ 46993 h 153536"/>
                <a:gd name="connsiteX11" fmla="*/ 193 w 83820"/>
                <a:gd name="connsiteY11" fmla="*/ 52313 h 153536"/>
                <a:gd name="connsiteX12" fmla="*/ 7633 w 83820"/>
                <a:gd name="connsiteY12" fmla="*/ 55698 h 153536"/>
                <a:gd name="connsiteX13" fmla="*/ 31192 w 83820"/>
                <a:gd name="connsiteY13" fmla="*/ 55698 h 153536"/>
                <a:gd name="connsiteX14" fmla="*/ 16561 w 83820"/>
                <a:gd name="connsiteY14" fmla="*/ 112760 h 153536"/>
                <a:gd name="connsiteX15" fmla="*/ 12841 w 83820"/>
                <a:gd name="connsiteY15" fmla="*/ 130653 h 153536"/>
                <a:gd name="connsiteX16" fmla="*/ 39376 w 83820"/>
                <a:gd name="connsiteY16" fmla="*/ 153623 h 153536"/>
                <a:gd name="connsiteX17" fmla="*/ 82526 w 83820"/>
                <a:gd name="connsiteY17" fmla="*/ 116629 h 153536"/>
                <a:gd name="connsiteX18" fmla="*/ 78558 w 83820"/>
                <a:gd name="connsiteY18" fmla="*/ 113486 h 153536"/>
                <a:gd name="connsiteX19" fmla="*/ 73350 w 83820"/>
                <a:gd name="connsiteY19" fmla="*/ 118080 h 153536"/>
                <a:gd name="connsiteX20" fmla="*/ 40120 w 83820"/>
                <a:gd name="connsiteY20" fmla="*/ 146853 h 153536"/>
                <a:gd name="connsiteX21" fmla="*/ 31440 w 83820"/>
                <a:gd name="connsiteY21" fmla="*/ 135005 h 153536"/>
                <a:gd name="connsiteX22" fmla="*/ 32928 w 83820"/>
                <a:gd name="connsiteY22" fmla="*/ 125092 h 153536"/>
                <a:gd name="connsiteX23" fmla="*/ 50783 w 8382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820" h="153536">
                  <a:moveTo>
                    <a:pt x="50783" y="55698"/>
                  </a:moveTo>
                  <a:lnTo>
                    <a:pt x="76078" y="55698"/>
                  </a:lnTo>
                  <a:cubicBezTo>
                    <a:pt x="80790" y="55698"/>
                    <a:pt x="84014" y="55698"/>
                    <a:pt x="84014" y="50379"/>
                  </a:cubicBezTo>
                  <a:cubicBezTo>
                    <a:pt x="84014" y="46993"/>
                    <a:pt x="80790" y="46993"/>
                    <a:pt x="76574" y="46993"/>
                  </a:cubicBezTo>
                  <a:lnTo>
                    <a:pt x="53015" y="46993"/>
                  </a:lnTo>
                  <a:lnTo>
                    <a:pt x="62191" y="11209"/>
                  </a:lnTo>
                  <a:cubicBezTo>
                    <a:pt x="62439" y="10000"/>
                    <a:pt x="62935" y="8791"/>
                    <a:pt x="62935" y="7823"/>
                  </a:cubicBezTo>
                  <a:cubicBezTo>
                    <a:pt x="62935" y="3471"/>
                    <a:pt x="59463" y="86"/>
                    <a:pt x="54503" y="86"/>
                  </a:cubicBezTo>
                  <a:cubicBezTo>
                    <a:pt x="48303" y="86"/>
                    <a:pt x="44584" y="4197"/>
                    <a:pt x="42848" y="10483"/>
                  </a:cubicBezTo>
                  <a:cubicBezTo>
                    <a:pt x="41112" y="16528"/>
                    <a:pt x="44336" y="4922"/>
                    <a:pt x="33424" y="46993"/>
                  </a:cubicBezTo>
                  <a:lnTo>
                    <a:pt x="8129" y="46993"/>
                  </a:lnTo>
                  <a:cubicBezTo>
                    <a:pt x="3417" y="46993"/>
                    <a:pt x="193" y="46993"/>
                    <a:pt x="193" y="52313"/>
                  </a:cubicBezTo>
                  <a:cubicBezTo>
                    <a:pt x="193" y="55698"/>
                    <a:pt x="3169" y="55698"/>
                    <a:pt x="7633" y="55698"/>
                  </a:cubicBezTo>
                  <a:lnTo>
                    <a:pt x="31192" y="55698"/>
                  </a:lnTo>
                  <a:lnTo>
                    <a:pt x="16561" y="112760"/>
                  </a:lnTo>
                  <a:cubicBezTo>
                    <a:pt x="15073" y="118805"/>
                    <a:pt x="12841" y="127510"/>
                    <a:pt x="12841" y="130653"/>
                  </a:cubicBezTo>
                  <a:cubicBezTo>
                    <a:pt x="12841" y="144919"/>
                    <a:pt x="25240" y="153623"/>
                    <a:pt x="39376" y="153623"/>
                  </a:cubicBezTo>
                  <a:cubicBezTo>
                    <a:pt x="66903" y="153623"/>
                    <a:pt x="82526" y="119772"/>
                    <a:pt x="82526" y="116629"/>
                  </a:cubicBezTo>
                  <a:cubicBezTo>
                    <a:pt x="82526" y="113486"/>
                    <a:pt x="79302" y="113486"/>
                    <a:pt x="78558" y="113486"/>
                  </a:cubicBezTo>
                  <a:cubicBezTo>
                    <a:pt x="75582" y="113486"/>
                    <a:pt x="75334" y="113969"/>
                    <a:pt x="73350" y="118080"/>
                  </a:cubicBezTo>
                  <a:cubicBezTo>
                    <a:pt x="66407" y="133313"/>
                    <a:pt x="53759" y="146853"/>
                    <a:pt x="40120" y="146853"/>
                  </a:cubicBezTo>
                  <a:cubicBezTo>
                    <a:pt x="34912" y="146853"/>
                    <a:pt x="31440" y="143710"/>
                    <a:pt x="31440" y="135005"/>
                  </a:cubicBezTo>
                  <a:cubicBezTo>
                    <a:pt x="31440" y="132587"/>
                    <a:pt x="32432" y="127510"/>
                    <a:pt x="32928" y="125092"/>
                  </a:cubicBezTo>
                  <a:lnTo>
                    <a:pt x="50783" y="55698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8F4D0C19-54C9-87F3-0742-70D007E5FC31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9658310" y="5349256"/>
              <a:ext cx="235590" cy="80827"/>
            </a:xfrm>
            <a:custGeom>
              <a:avLst/>
              <a:gdLst>
                <a:gd name="connsiteX0" fmla="*/ 223745 w 235590"/>
                <a:gd name="connsiteY0" fmla="*/ 13901 h 80827"/>
                <a:gd name="connsiteX1" fmla="*/ 235790 w 235590"/>
                <a:gd name="connsiteY1" fmla="*/ 6993 h 80827"/>
                <a:gd name="connsiteX2" fmla="*/ 224099 w 235590"/>
                <a:gd name="connsiteY2" fmla="*/ 85 h 80827"/>
                <a:gd name="connsiteX3" fmla="*/ 11891 w 235590"/>
                <a:gd name="connsiteY3" fmla="*/ 85 h 80827"/>
                <a:gd name="connsiteX4" fmla="*/ 200 w 235590"/>
                <a:gd name="connsiteY4" fmla="*/ 6993 h 80827"/>
                <a:gd name="connsiteX5" fmla="*/ 12245 w 235590"/>
                <a:gd name="connsiteY5" fmla="*/ 13901 h 80827"/>
                <a:gd name="connsiteX6" fmla="*/ 223745 w 235590"/>
                <a:gd name="connsiteY6" fmla="*/ 13901 h 80827"/>
                <a:gd name="connsiteX7" fmla="*/ 224099 w 235590"/>
                <a:gd name="connsiteY7" fmla="*/ 80912 h 80827"/>
                <a:gd name="connsiteX8" fmla="*/ 235790 w 235590"/>
                <a:gd name="connsiteY8" fmla="*/ 74003 h 80827"/>
                <a:gd name="connsiteX9" fmla="*/ 223745 w 235590"/>
                <a:gd name="connsiteY9" fmla="*/ 67095 h 80827"/>
                <a:gd name="connsiteX10" fmla="*/ 12245 w 235590"/>
                <a:gd name="connsiteY10" fmla="*/ 67095 h 80827"/>
                <a:gd name="connsiteX11" fmla="*/ 200 w 235590"/>
                <a:gd name="connsiteY11" fmla="*/ 74003 h 80827"/>
                <a:gd name="connsiteX12" fmla="*/ 11891 w 235590"/>
                <a:gd name="connsiteY12" fmla="*/ 80912 h 80827"/>
                <a:gd name="connsiteX13" fmla="*/ 224099 w 235590"/>
                <a:gd name="connsiteY13" fmla="*/ 80912 h 8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590" h="80827">
                  <a:moveTo>
                    <a:pt x="223745" y="13901"/>
                  </a:moveTo>
                  <a:cubicBezTo>
                    <a:pt x="229059" y="13901"/>
                    <a:pt x="235790" y="13901"/>
                    <a:pt x="235790" y="6993"/>
                  </a:cubicBezTo>
                  <a:cubicBezTo>
                    <a:pt x="235790" y="85"/>
                    <a:pt x="229059" y="85"/>
                    <a:pt x="224099" y="85"/>
                  </a:cubicBezTo>
                  <a:lnTo>
                    <a:pt x="11891" y="85"/>
                  </a:lnTo>
                  <a:cubicBezTo>
                    <a:pt x="6931" y="85"/>
                    <a:pt x="200" y="85"/>
                    <a:pt x="200" y="6993"/>
                  </a:cubicBezTo>
                  <a:cubicBezTo>
                    <a:pt x="200" y="13901"/>
                    <a:pt x="6931" y="13901"/>
                    <a:pt x="12245" y="13901"/>
                  </a:cubicBezTo>
                  <a:lnTo>
                    <a:pt x="223745" y="13901"/>
                  </a:lnTo>
                  <a:close/>
                  <a:moveTo>
                    <a:pt x="224099" y="80912"/>
                  </a:moveTo>
                  <a:cubicBezTo>
                    <a:pt x="229059" y="80912"/>
                    <a:pt x="235790" y="80912"/>
                    <a:pt x="235790" y="74003"/>
                  </a:cubicBezTo>
                  <a:cubicBezTo>
                    <a:pt x="235790" y="67095"/>
                    <a:pt x="229059" y="67095"/>
                    <a:pt x="223745" y="67095"/>
                  </a:cubicBezTo>
                  <a:lnTo>
                    <a:pt x="12245" y="67095"/>
                  </a:lnTo>
                  <a:cubicBezTo>
                    <a:pt x="6931" y="67095"/>
                    <a:pt x="200" y="67095"/>
                    <a:pt x="200" y="74003"/>
                  </a:cubicBezTo>
                  <a:cubicBezTo>
                    <a:pt x="200" y="80912"/>
                    <a:pt x="6931" y="80912"/>
                    <a:pt x="11891" y="80912"/>
                  </a:cubicBezTo>
                  <a:lnTo>
                    <a:pt x="224099" y="80912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EBD9BD11-081F-6483-7E78-01806187F4B8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0020925" y="5239069"/>
              <a:ext cx="403869" cy="239717"/>
            </a:xfrm>
            <a:custGeom>
              <a:avLst/>
              <a:gdLst>
                <a:gd name="connsiteX0" fmla="*/ 370424 w 403869"/>
                <a:gd name="connsiteY0" fmla="*/ 24609 h 239717"/>
                <a:gd name="connsiteX1" fmla="*/ 383886 w 403869"/>
                <a:gd name="connsiteY1" fmla="*/ 17010 h 239717"/>
                <a:gd name="connsiteX2" fmla="*/ 404080 w 403869"/>
                <a:gd name="connsiteY2" fmla="*/ 16319 h 239717"/>
                <a:gd name="connsiteX3" fmla="*/ 404080 w 403869"/>
                <a:gd name="connsiteY3" fmla="*/ 85 h 239717"/>
                <a:gd name="connsiteX4" fmla="*/ 366173 w 403869"/>
                <a:gd name="connsiteY4" fmla="*/ 1121 h 239717"/>
                <a:gd name="connsiteX5" fmla="*/ 317992 w 403869"/>
                <a:gd name="connsiteY5" fmla="*/ 85 h 239717"/>
                <a:gd name="connsiteX6" fmla="*/ 317992 w 403869"/>
                <a:gd name="connsiteY6" fmla="*/ 16319 h 239717"/>
                <a:gd name="connsiteX7" fmla="*/ 354127 w 403869"/>
                <a:gd name="connsiteY7" fmla="*/ 20119 h 239717"/>
                <a:gd name="connsiteX8" fmla="*/ 293193 w 403869"/>
                <a:gd name="connsiteY8" fmla="*/ 174519 h 239717"/>
                <a:gd name="connsiteX9" fmla="*/ 230487 w 403869"/>
                <a:gd name="connsiteY9" fmla="*/ 16319 h 239717"/>
                <a:gd name="connsiteX10" fmla="*/ 264497 w 403869"/>
                <a:gd name="connsiteY10" fmla="*/ 16319 h 239717"/>
                <a:gd name="connsiteX11" fmla="*/ 264497 w 403869"/>
                <a:gd name="connsiteY11" fmla="*/ 85 h 239717"/>
                <a:gd name="connsiteX12" fmla="*/ 202499 w 403869"/>
                <a:gd name="connsiteY12" fmla="*/ 1121 h 239717"/>
                <a:gd name="connsiteX13" fmla="*/ 148296 w 403869"/>
                <a:gd name="connsiteY13" fmla="*/ 85 h 239717"/>
                <a:gd name="connsiteX14" fmla="*/ 148296 w 403869"/>
                <a:gd name="connsiteY14" fmla="*/ 16319 h 239717"/>
                <a:gd name="connsiteX15" fmla="*/ 178763 w 403869"/>
                <a:gd name="connsiteY15" fmla="*/ 16319 h 239717"/>
                <a:gd name="connsiteX16" fmla="*/ 193288 w 403869"/>
                <a:gd name="connsiteY16" fmla="*/ 52933 h 239717"/>
                <a:gd name="connsiteX17" fmla="*/ 145107 w 403869"/>
                <a:gd name="connsiteY17" fmla="*/ 174519 h 239717"/>
                <a:gd name="connsiteX18" fmla="*/ 82401 w 403869"/>
                <a:gd name="connsiteY18" fmla="*/ 16319 h 239717"/>
                <a:gd name="connsiteX19" fmla="*/ 116411 w 403869"/>
                <a:gd name="connsiteY19" fmla="*/ 16319 h 239717"/>
                <a:gd name="connsiteX20" fmla="*/ 116411 w 403869"/>
                <a:gd name="connsiteY20" fmla="*/ 85 h 239717"/>
                <a:gd name="connsiteX21" fmla="*/ 54414 w 403869"/>
                <a:gd name="connsiteY21" fmla="*/ 1121 h 239717"/>
                <a:gd name="connsiteX22" fmla="*/ 210 w 403869"/>
                <a:gd name="connsiteY22" fmla="*/ 85 h 239717"/>
                <a:gd name="connsiteX23" fmla="*/ 210 w 403869"/>
                <a:gd name="connsiteY23" fmla="*/ 16319 h 239717"/>
                <a:gd name="connsiteX24" fmla="*/ 30677 w 403869"/>
                <a:gd name="connsiteY24" fmla="*/ 16319 h 239717"/>
                <a:gd name="connsiteX25" fmla="*/ 115703 w 403869"/>
                <a:gd name="connsiteY25" fmla="*/ 230822 h 239717"/>
                <a:gd name="connsiteX26" fmla="*/ 128102 w 403869"/>
                <a:gd name="connsiteY26" fmla="*/ 239802 h 239717"/>
                <a:gd name="connsiteX27" fmla="*/ 140502 w 403869"/>
                <a:gd name="connsiteY27" fmla="*/ 230822 h 239717"/>
                <a:gd name="connsiteX28" fmla="*/ 202145 w 403869"/>
                <a:gd name="connsiteY28" fmla="*/ 75385 h 239717"/>
                <a:gd name="connsiteX29" fmla="*/ 263788 w 403869"/>
                <a:gd name="connsiteY29" fmla="*/ 230822 h 239717"/>
                <a:gd name="connsiteX30" fmla="*/ 276188 w 403869"/>
                <a:gd name="connsiteY30" fmla="*/ 239802 h 239717"/>
                <a:gd name="connsiteX31" fmla="*/ 288587 w 403869"/>
                <a:gd name="connsiteY31" fmla="*/ 230822 h 239717"/>
                <a:gd name="connsiteX32" fmla="*/ 370424 w 403869"/>
                <a:gd name="connsiteY32" fmla="*/ 24609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3869" h="239717">
                  <a:moveTo>
                    <a:pt x="370424" y="24609"/>
                  </a:moveTo>
                  <a:cubicBezTo>
                    <a:pt x="372549" y="18737"/>
                    <a:pt x="372904" y="18046"/>
                    <a:pt x="383886" y="17010"/>
                  </a:cubicBezTo>
                  <a:cubicBezTo>
                    <a:pt x="390972" y="16319"/>
                    <a:pt x="398411" y="16319"/>
                    <a:pt x="404080" y="16319"/>
                  </a:cubicBezTo>
                  <a:lnTo>
                    <a:pt x="404080" y="85"/>
                  </a:lnTo>
                  <a:cubicBezTo>
                    <a:pt x="394514" y="430"/>
                    <a:pt x="382115" y="1121"/>
                    <a:pt x="366173" y="1121"/>
                  </a:cubicBezTo>
                  <a:cubicBezTo>
                    <a:pt x="352710" y="1121"/>
                    <a:pt x="330745" y="1121"/>
                    <a:pt x="317992" y="85"/>
                  </a:cubicBezTo>
                  <a:lnTo>
                    <a:pt x="317992" y="16319"/>
                  </a:lnTo>
                  <a:cubicBezTo>
                    <a:pt x="326848" y="16319"/>
                    <a:pt x="343854" y="16319"/>
                    <a:pt x="354127" y="20119"/>
                  </a:cubicBezTo>
                  <a:lnTo>
                    <a:pt x="293193" y="174519"/>
                  </a:lnTo>
                  <a:lnTo>
                    <a:pt x="230487" y="16319"/>
                  </a:lnTo>
                  <a:lnTo>
                    <a:pt x="264497" y="16319"/>
                  </a:lnTo>
                  <a:lnTo>
                    <a:pt x="264497" y="85"/>
                  </a:lnTo>
                  <a:cubicBezTo>
                    <a:pt x="251034" y="1121"/>
                    <a:pt x="217733" y="1121"/>
                    <a:pt x="202499" y="1121"/>
                  </a:cubicBezTo>
                  <a:cubicBezTo>
                    <a:pt x="188683" y="1121"/>
                    <a:pt x="160695" y="1121"/>
                    <a:pt x="148296" y="85"/>
                  </a:cubicBezTo>
                  <a:lnTo>
                    <a:pt x="148296" y="16319"/>
                  </a:lnTo>
                  <a:lnTo>
                    <a:pt x="178763" y="16319"/>
                  </a:lnTo>
                  <a:lnTo>
                    <a:pt x="193288" y="52933"/>
                  </a:lnTo>
                  <a:lnTo>
                    <a:pt x="145107" y="174519"/>
                  </a:lnTo>
                  <a:lnTo>
                    <a:pt x="82401" y="16319"/>
                  </a:lnTo>
                  <a:lnTo>
                    <a:pt x="116411" y="16319"/>
                  </a:lnTo>
                  <a:lnTo>
                    <a:pt x="116411" y="85"/>
                  </a:lnTo>
                  <a:cubicBezTo>
                    <a:pt x="102949" y="1121"/>
                    <a:pt x="69647" y="1121"/>
                    <a:pt x="54414" y="1121"/>
                  </a:cubicBezTo>
                  <a:cubicBezTo>
                    <a:pt x="40597" y="1121"/>
                    <a:pt x="12610" y="1121"/>
                    <a:pt x="210" y="85"/>
                  </a:cubicBezTo>
                  <a:lnTo>
                    <a:pt x="210" y="16319"/>
                  </a:lnTo>
                  <a:lnTo>
                    <a:pt x="30677" y="16319"/>
                  </a:lnTo>
                  <a:lnTo>
                    <a:pt x="115703" y="230822"/>
                  </a:lnTo>
                  <a:cubicBezTo>
                    <a:pt x="117828" y="236348"/>
                    <a:pt x="119245" y="239802"/>
                    <a:pt x="128102" y="239802"/>
                  </a:cubicBezTo>
                  <a:cubicBezTo>
                    <a:pt x="136959" y="239802"/>
                    <a:pt x="138376" y="236348"/>
                    <a:pt x="140502" y="230822"/>
                  </a:cubicBezTo>
                  <a:lnTo>
                    <a:pt x="202145" y="75385"/>
                  </a:lnTo>
                  <a:lnTo>
                    <a:pt x="263788" y="230822"/>
                  </a:lnTo>
                  <a:cubicBezTo>
                    <a:pt x="265914" y="236348"/>
                    <a:pt x="267331" y="239802"/>
                    <a:pt x="276188" y="239802"/>
                  </a:cubicBezTo>
                  <a:cubicBezTo>
                    <a:pt x="285044" y="239802"/>
                    <a:pt x="286462" y="236348"/>
                    <a:pt x="288587" y="230822"/>
                  </a:cubicBezTo>
                  <a:lnTo>
                    <a:pt x="370424" y="24609"/>
                  </a:lnTo>
                  <a:close/>
                </a:path>
              </a:pathLst>
            </a:custGeom>
            <a:solidFill>
              <a:srgbClr val="2683C6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1124EBCA-2CE1-3DCD-AD48-38F4F7AB5004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0481073" y="5216962"/>
              <a:ext cx="48535" cy="345414"/>
            </a:xfrm>
            <a:custGeom>
              <a:avLst/>
              <a:gdLst>
                <a:gd name="connsiteX0" fmla="*/ 48757 w 48535"/>
                <a:gd name="connsiteY0" fmla="*/ 345499 h 345414"/>
                <a:gd name="connsiteX1" fmla="*/ 48757 w 48535"/>
                <a:gd name="connsiteY1" fmla="*/ 331683 h 345414"/>
                <a:gd name="connsiteX2" fmla="*/ 14393 w 48535"/>
                <a:gd name="connsiteY2" fmla="*/ 331683 h 345414"/>
                <a:gd name="connsiteX3" fmla="*/ 14393 w 48535"/>
                <a:gd name="connsiteY3" fmla="*/ 13901 h 345414"/>
                <a:gd name="connsiteX4" fmla="*/ 48757 w 48535"/>
                <a:gd name="connsiteY4" fmla="*/ 13901 h 345414"/>
                <a:gd name="connsiteX5" fmla="*/ 48757 w 48535"/>
                <a:gd name="connsiteY5" fmla="*/ 85 h 345414"/>
                <a:gd name="connsiteX6" fmla="*/ 222 w 48535"/>
                <a:gd name="connsiteY6" fmla="*/ 85 h 345414"/>
                <a:gd name="connsiteX7" fmla="*/ 222 w 48535"/>
                <a:gd name="connsiteY7" fmla="*/ 345499 h 345414"/>
                <a:gd name="connsiteX8" fmla="*/ 48757 w 48535"/>
                <a:gd name="connsiteY8" fmla="*/ 345499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535" h="345414">
                  <a:moveTo>
                    <a:pt x="48757" y="345499"/>
                  </a:moveTo>
                  <a:lnTo>
                    <a:pt x="48757" y="331683"/>
                  </a:lnTo>
                  <a:lnTo>
                    <a:pt x="14393" y="331683"/>
                  </a:lnTo>
                  <a:lnTo>
                    <a:pt x="14393" y="13901"/>
                  </a:lnTo>
                  <a:lnTo>
                    <a:pt x="48757" y="13901"/>
                  </a:lnTo>
                  <a:lnTo>
                    <a:pt x="48757" y="85"/>
                  </a:lnTo>
                  <a:lnTo>
                    <a:pt x="222" y="85"/>
                  </a:lnTo>
                  <a:lnTo>
                    <a:pt x="222" y="345499"/>
                  </a:lnTo>
                  <a:lnTo>
                    <a:pt x="48757" y="345499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70774C9B-BB0F-0540-7E65-EEC844A87E8A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0545472" y="5322659"/>
              <a:ext cx="199454" cy="153364"/>
            </a:xfrm>
            <a:custGeom>
              <a:avLst/>
              <a:gdLst>
                <a:gd name="connsiteX0" fmla="*/ 115009 w 199454"/>
                <a:gd name="connsiteY0" fmla="*/ 68477 h 153364"/>
                <a:gd name="connsiteX1" fmla="*/ 156459 w 199454"/>
                <a:gd name="connsiteY1" fmla="*/ 23573 h 153364"/>
                <a:gd name="connsiteX2" fmla="*/ 192594 w 199454"/>
                <a:gd name="connsiteY2" fmla="*/ 16319 h 153364"/>
                <a:gd name="connsiteX3" fmla="*/ 192594 w 199454"/>
                <a:gd name="connsiteY3" fmla="*/ 85 h 153364"/>
                <a:gd name="connsiteX4" fmla="*/ 160001 w 199454"/>
                <a:gd name="connsiteY4" fmla="*/ 1121 h 153364"/>
                <a:gd name="connsiteX5" fmla="*/ 123511 w 199454"/>
                <a:gd name="connsiteY5" fmla="*/ 85 h 153364"/>
                <a:gd name="connsiteX6" fmla="*/ 123511 w 199454"/>
                <a:gd name="connsiteY6" fmla="*/ 16319 h 153364"/>
                <a:gd name="connsiteX7" fmla="*/ 136974 w 199454"/>
                <a:gd name="connsiteY7" fmla="*/ 19428 h 153364"/>
                <a:gd name="connsiteX8" fmla="*/ 134140 w 199454"/>
                <a:gd name="connsiteY8" fmla="*/ 23573 h 153364"/>
                <a:gd name="connsiteX9" fmla="*/ 104381 w 199454"/>
                <a:gd name="connsiteY9" fmla="*/ 56042 h 153364"/>
                <a:gd name="connsiteX10" fmla="*/ 69662 w 199454"/>
                <a:gd name="connsiteY10" fmla="*/ 16319 h 153364"/>
                <a:gd name="connsiteX11" fmla="*/ 83833 w 199454"/>
                <a:gd name="connsiteY11" fmla="*/ 16319 h 153364"/>
                <a:gd name="connsiteX12" fmla="*/ 83833 w 199454"/>
                <a:gd name="connsiteY12" fmla="*/ 85 h 153364"/>
                <a:gd name="connsiteX13" fmla="*/ 40966 w 199454"/>
                <a:gd name="connsiteY13" fmla="*/ 1121 h 153364"/>
                <a:gd name="connsiteX14" fmla="*/ 1996 w 199454"/>
                <a:gd name="connsiteY14" fmla="*/ 85 h 153364"/>
                <a:gd name="connsiteX15" fmla="*/ 1996 w 199454"/>
                <a:gd name="connsiteY15" fmla="*/ 16319 h 153364"/>
                <a:gd name="connsiteX16" fmla="*/ 27150 w 199454"/>
                <a:gd name="connsiteY16" fmla="*/ 16319 h 153364"/>
                <a:gd name="connsiteX17" fmla="*/ 82416 w 199454"/>
                <a:gd name="connsiteY17" fmla="*/ 79875 h 153364"/>
                <a:gd name="connsiteX18" fmla="*/ 36006 w 199454"/>
                <a:gd name="connsiteY18" fmla="*/ 130651 h 153364"/>
                <a:gd name="connsiteX19" fmla="*/ 225 w 199454"/>
                <a:gd name="connsiteY19" fmla="*/ 137214 h 153364"/>
                <a:gd name="connsiteX20" fmla="*/ 225 w 199454"/>
                <a:gd name="connsiteY20" fmla="*/ 153449 h 153364"/>
                <a:gd name="connsiteX21" fmla="*/ 32818 w 199454"/>
                <a:gd name="connsiteY21" fmla="*/ 152413 h 153364"/>
                <a:gd name="connsiteX22" fmla="*/ 69308 w 199454"/>
                <a:gd name="connsiteY22" fmla="*/ 153449 h 153364"/>
                <a:gd name="connsiteX23" fmla="*/ 69308 w 199454"/>
                <a:gd name="connsiteY23" fmla="*/ 137214 h 153364"/>
                <a:gd name="connsiteX24" fmla="*/ 56200 w 199454"/>
                <a:gd name="connsiteY24" fmla="*/ 133415 h 153364"/>
                <a:gd name="connsiteX25" fmla="*/ 58680 w 199454"/>
                <a:gd name="connsiteY25" fmla="*/ 129961 h 153364"/>
                <a:gd name="connsiteX26" fmla="*/ 93044 w 199454"/>
                <a:gd name="connsiteY26" fmla="*/ 92310 h 153364"/>
                <a:gd name="connsiteX27" fmla="*/ 132014 w 199454"/>
                <a:gd name="connsiteY27" fmla="*/ 137214 h 153364"/>
                <a:gd name="connsiteX28" fmla="*/ 118197 w 199454"/>
                <a:gd name="connsiteY28" fmla="*/ 137214 h 153364"/>
                <a:gd name="connsiteX29" fmla="*/ 118197 w 199454"/>
                <a:gd name="connsiteY29" fmla="*/ 153449 h 153364"/>
                <a:gd name="connsiteX30" fmla="*/ 160710 w 199454"/>
                <a:gd name="connsiteY30" fmla="*/ 152413 h 153364"/>
                <a:gd name="connsiteX31" fmla="*/ 199680 w 199454"/>
                <a:gd name="connsiteY31" fmla="*/ 153449 h 153364"/>
                <a:gd name="connsiteX32" fmla="*/ 199680 w 199454"/>
                <a:gd name="connsiteY32" fmla="*/ 137214 h 153364"/>
                <a:gd name="connsiteX33" fmla="*/ 174526 w 199454"/>
                <a:gd name="connsiteY33" fmla="*/ 137214 h 153364"/>
                <a:gd name="connsiteX34" fmla="*/ 115009 w 199454"/>
                <a:gd name="connsiteY34" fmla="*/ 68477 h 153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454" h="153364">
                  <a:moveTo>
                    <a:pt x="115009" y="68477"/>
                  </a:moveTo>
                  <a:lnTo>
                    <a:pt x="156459" y="23573"/>
                  </a:lnTo>
                  <a:cubicBezTo>
                    <a:pt x="161064" y="18737"/>
                    <a:pt x="163190" y="16319"/>
                    <a:pt x="192594" y="16319"/>
                  </a:cubicBezTo>
                  <a:lnTo>
                    <a:pt x="192594" y="85"/>
                  </a:lnTo>
                  <a:cubicBezTo>
                    <a:pt x="180195" y="775"/>
                    <a:pt x="161773" y="1121"/>
                    <a:pt x="160001" y="1121"/>
                  </a:cubicBezTo>
                  <a:cubicBezTo>
                    <a:pt x="151145" y="1121"/>
                    <a:pt x="133431" y="430"/>
                    <a:pt x="123511" y="85"/>
                  </a:cubicBezTo>
                  <a:lnTo>
                    <a:pt x="123511" y="16319"/>
                  </a:lnTo>
                  <a:cubicBezTo>
                    <a:pt x="128471" y="16319"/>
                    <a:pt x="132722" y="17010"/>
                    <a:pt x="136974" y="19428"/>
                  </a:cubicBezTo>
                  <a:cubicBezTo>
                    <a:pt x="135557" y="21500"/>
                    <a:pt x="135557" y="22191"/>
                    <a:pt x="134140" y="23573"/>
                  </a:cubicBezTo>
                  <a:lnTo>
                    <a:pt x="104381" y="56042"/>
                  </a:lnTo>
                  <a:lnTo>
                    <a:pt x="69662" y="16319"/>
                  </a:lnTo>
                  <a:lnTo>
                    <a:pt x="83833" y="16319"/>
                  </a:lnTo>
                  <a:lnTo>
                    <a:pt x="83833" y="85"/>
                  </a:lnTo>
                  <a:cubicBezTo>
                    <a:pt x="74622" y="430"/>
                    <a:pt x="52303" y="1121"/>
                    <a:pt x="40966" y="1121"/>
                  </a:cubicBezTo>
                  <a:cubicBezTo>
                    <a:pt x="29629" y="1121"/>
                    <a:pt x="13687" y="430"/>
                    <a:pt x="1996" y="85"/>
                  </a:cubicBezTo>
                  <a:lnTo>
                    <a:pt x="1996" y="16319"/>
                  </a:lnTo>
                  <a:lnTo>
                    <a:pt x="27150" y="16319"/>
                  </a:lnTo>
                  <a:lnTo>
                    <a:pt x="82416" y="79875"/>
                  </a:lnTo>
                  <a:lnTo>
                    <a:pt x="36006" y="130651"/>
                  </a:lnTo>
                  <a:cubicBezTo>
                    <a:pt x="29984" y="137214"/>
                    <a:pt x="17230" y="137214"/>
                    <a:pt x="225" y="137214"/>
                  </a:cubicBezTo>
                  <a:lnTo>
                    <a:pt x="225" y="153449"/>
                  </a:lnTo>
                  <a:cubicBezTo>
                    <a:pt x="12624" y="152758"/>
                    <a:pt x="31047" y="152413"/>
                    <a:pt x="32818" y="152413"/>
                  </a:cubicBezTo>
                  <a:cubicBezTo>
                    <a:pt x="41675" y="152413"/>
                    <a:pt x="62222" y="153103"/>
                    <a:pt x="69308" y="153449"/>
                  </a:cubicBezTo>
                  <a:lnTo>
                    <a:pt x="69308" y="137214"/>
                  </a:lnTo>
                  <a:cubicBezTo>
                    <a:pt x="62931" y="137214"/>
                    <a:pt x="56200" y="135487"/>
                    <a:pt x="56200" y="133415"/>
                  </a:cubicBezTo>
                  <a:cubicBezTo>
                    <a:pt x="56200" y="133069"/>
                    <a:pt x="56200" y="132724"/>
                    <a:pt x="58680" y="129961"/>
                  </a:cubicBezTo>
                  <a:lnTo>
                    <a:pt x="93044" y="92310"/>
                  </a:lnTo>
                  <a:lnTo>
                    <a:pt x="132014" y="137214"/>
                  </a:lnTo>
                  <a:lnTo>
                    <a:pt x="118197" y="137214"/>
                  </a:lnTo>
                  <a:lnTo>
                    <a:pt x="118197" y="153449"/>
                  </a:lnTo>
                  <a:cubicBezTo>
                    <a:pt x="127408" y="153103"/>
                    <a:pt x="149019" y="152413"/>
                    <a:pt x="160710" y="152413"/>
                  </a:cubicBezTo>
                  <a:cubicBezTo>
                    <a:pt x="172047" y="152413"/>
                    <a:pt x="187989" y="153103"/>
                    <a:pt x="199680" y="153449"/>
                  </a:cubicBezTo>
                  <a:lnTo>
                    <a:pt x="199680" y="137214"/>
                  </a:lnTo>
                  <a:lnTo>
                    <a:pt x="174526" y="137214"/>
                  </a:lnTo>
                  <a:lnTo>
                    <a:pt x="115009" y="68477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5077ED1B-1991-D6EB-5621-C96C16BBD6C7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0763116" y="5376716"/>
              <a:ext cx="83820" cy="153536"/>
            </a:xfrm>
            <a:custGeom>
              <a:avLst/>
              <a:gdLst>
                <a:gd name="connsiteX0" fmla="*/ 50821 w 83820"/>
                <a:gd name="connsiteY0" fmla="*/ 55698 h 153536"/>
                <a:gd name="connsiteX1" fmla="*/ 76116 w 83820"/>
                <a:gd name="connsiteY1" fmla="*/ 55698 h 153536"/>
                <a:gd name="connsiteX2" fmla="*/ 84052 w 83820"/>
                <a:gd name="connsiteY2" fmla="*/ 50379 h 153536"/>
                <a:gd name="connsiteX3" fmla="*/ 76612 w 83820"/>
                <a:gd name="connsiteY3" fmla="*/ 46993 h 153536"/>
                <a:gd name="connsiteX4" fmla="*/ 53053 w 83820"/>
                <a:gd name="connsiteY4" fmla="*/ 46993 h 153536"/>
                <a:gd name="connsiteX5" fmla="*/ 62228 w 83820"/>
                <a:gd name="connsiteY5" fmla="*/ 11209 h 153536"/>
                <a:gd name="connsiteX6" fmla="*/ 62972 w 83820"/>
                <a:gd name="connsiteY6" fmla="*/ 7823 h 153536"/>
                <a:gd name="connsiteX7" fmla="*/ 54541 w 83820"/>
                <a:gd name="connsiteY7" fmla="*/ 86 h 153536"/>
                <a:gd name="connsiteX8" fmla="*/ 42885 w 83820"/>
                <a:gd name="connsiteY8" fmla="*/ 10483 h 153536"/>
                <a:gd name="connsiteX9" fmla="*/ 33462 w 83820"/>
                <a:gd name="connsiteY9" fmla="*/ 46993 h 153536"/>
                <a:gd name="connsiteX10" fmla="*/ 8167 w 83820"/>
                <a:gd name="connsiteY10" fmla="*/ 46993 h 153536"/>
                <a:gd name="connsiteX11" fmla="*/ 231 w 83820"/>
                <a:gd name="connsiteY11" fmla="*/ 52313 h 153536"/>
                <a:gd name="connsiteX12" fmla="*/ 7671 w 83820"/>
                <a:gd name="connsiteY12" fmla="*/ 55698 h 153536"/>
                <a:gd name="connsiteX13" fmla="*/ 31230 w 83820"/>
                <a:gd name="connsiteY13" fmla="*/ 55698 h 153536"/>
                <a:gd name="connsiteX14" fmla="*/ 16598 w 83820"/>
                <a:gd name="connsiteY14" fmla="*/ 112760 h 153536"/>
                <a:gd name="connsiteX15" fmla="*/ 12878 w 83820"/>
                <a:gd name="connsiteY15" fmla="*/ 130653 h 153536"/>
                <a:gd name="connsiteX16" fmla="*/ 39413 w 83820"/>
                <a:gd name="connsiteY16" fmla="*/ 153623 h 153536"/>
                <a:gd name="connsiteX17" fmla="*/ 82564 w 83820"/>
                <a:gd name="connsiteY17" fmla="*/ 116629 h 153536"/>
                <a:gd name="connsiteX18" fmla="*/ 78596 w 83820"/>
                <a:gd name="connsiteY18" fmla="*/ 113486 h 153536"/>
                <a:gd name="connsiteX19" fmla="*/ 73388 w 83820"/>
                <a:gd name="connsiteY19" fmla="*/ 118080 h 153536"/>
                <a:gd name="connsiteX20" fmla="*/ 40157 w 83820"/>
                <a:gd name="connsiteY20" fmla="*/ 146853 h 153536"/>
                <a:gd name="connsiteX21" fmla="*/ 31478 w 83820"/>
                <a:gd name="connsiteY21" fmla="*/ 135005 h 153536"/>
                <a:gd name="connsiteX22" fmla="*/ 32966 w 83820"/>
                <a:gd name="connsiteY22" fmla="*/ 125092 h 153536"/>
                <a:gd name="connsiteX23" fmla="*/ 50821 w 8382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820" h="153536">
                  <a:moveTo>
                    <a:pt x="50821" y="55698"/>
                  </a:moveTo>
                  <a:lnTo>
                    <a:pt x="76116" y="55698"/>
                  </a:lnTo>
                  <a:cubicBezTo>
                    <a:pt x="80828" y="55698"/>
                    <a:pt x="84052" y="55698"/>
                    <a:pt x="84052" y="50379"/>
                  </a:cubicBezTo>
                  <a:cubicBezTo>
                    <a:pt x="84052" y="46993"/>
                    <a:pt x="80828" y="46993"/>
                    <a:pt x="76612" y="46993"/>
                  </a:cubicBezTo>
                  <a:lnTo>
                    <a:pt x="53053" y="46993"/>
                  </a:lnTo>
                  <a:lnTo>
                    <a:pt x="62228" y="11209"/>
                  </a:lnTo>
                  <a:cubicBezTo>
                    <a:pt x="62476" y="10000"/>
                    <a:pt x="62972" y="8791"/>
                    <a:pt x="62972" y="7823"/>
                  </a:cubicBezTo>
                  <a:cubicBezTo>
                    <a:pt x="62972" y="3471"/>
                    <a:pt x="59501" y="86"/>
                    <a:pt x="54541" y="86"/>
                  </a:cubicBezTo>
                  <a:cubicBezTo>
                    <a:pt x="48341" y="86"/>
                    <a:pt x="44621" y="4197"/>
                    <a:pt x="42885" y="10483"/>
                  </a:cubicBezTo>
                  <a:cubicBezTo>
                    <a:pt x="41149" y="16528"/>
                    <a:pt x="44373" y="4922"/>
                    <a:pt x="33462" y="46993"/>
                  </a:cubicBezTo>
                  <a:lnTo>
                    <a:pt x="8167" y="46993"/>
                  </a:lnTo>
                  <a:cubicBezTo>
                    <a:pt x="3455" y="46993"/>
                    <a:pt x="231" y="46993"/>
                    <a:pt x="231" y="52313"/>
                  </a:cubicBezTo>
                  <a:cubicBezTo>
                    <a:pt x="231" y="55698"/>
                    <a:pt x="3207" y="55698"/>
                    <a:pt x="7671" y="55698"/>
                  </a:cubicBezTo>
                  <a:lnTo>
                    <a:pt x="31230" y="55698"/>
                  </a:lnTo>
                  <a:lnTo>
                    <a:pt x="16598" y="112760"/>
                  </a:lnTo>
                  <a:cubicBezTo>
                    <a:pt x="15110" y="118805"/>
                    <a:pt x="12878" y="127510"/>
                    <a:pt x="12878" y="130653"/>
                  </a:cubicBezTo>
                  <a:cubicBezTo>
                    <a:pt x="12878" y="144919"/>
                    <a:pt x="25278" y="153623"/>
                    <a:pt x="39413" y="153623"/>
                  </a:cubicBezTo>
                  <a:cubicBezTo>
                    <a:pt x="66940" y="153623"/>
                    <a:pt x="82564" y="119772"/>
                    <a:pt x="82564" y="116629"/>
                  </a:cubicBezTo>
                  <a:cubicBezTo>
                    <a:pt x="82564" y="113486"/>
                    <a:pt x="79340" y="113486"/>
                    <a:pt x="78596" y="113486"/>
                  </a:cubicBezTo>
                  <a:cubicBezTo>
                    <a:pt x="75620" y="113486"/>
                    <a:pt x="75372" y="113969"/>
                    <a:pt x="73388" y="118080"/>
                  </a:cubicBezTo>
                  <a:cubicBezTo>
                    <a:pt x="66444" y="133313"/>
                    <a:pt x="53797" y="146853"/>
                    <a:pt x="40157" y="146853"/>
                  </a:cubicBezTo>
                  <a:cubicBezTo>
                    <a:pt x="34950" y="146853"/>
                    <a:pt x="31478" y="143710"/>
                    <a:pt x="31478" y="135005"/>
                  </a:cubicBezTo>
                  <a:cubicBezTo>
                    <a:pt x="31478" y="132587"/>
                    <a:pt x="32470" y="127510"/>
                    <a:pt x="32966" y="125092"/>
                  </a:cubicBezTo>
                  <a:lnTo>
                    <a:pt x="50821" y="55698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C26044C-D6FC-ED8B-0930-9CB1F93AD4E6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0907901" y="5327150"/>
              <a:ext cx="38615" cy="215538"/>
            </a:xfrm>
            <a:custGeom>
              <a:avLst/>
              <a:gdLst>
                <a:gd name="connsiteX0" fmla="*/ 37787 w 38615"/>
                <a:gd name="connsiteY0" fmla="*/ 18392 h 215538"/>
                <a:gd name="connsiteX1" fmla="*/ 19011 w 38615"/>
                <a:gd name="connsiteY1" fmla="*/ 85 h 215538"/>
                <a:gd name="connsiteX2" fmla="*/ 234 w 38615"/>
                <a:gd name="connsiteY2" fmla="*/ 18392 h 215538"/>
                <a:gd name="connsiteX3" fmla="*/ 19011 w 38615"/>
                <a:gd name="connsiteY3" fmla="*/ 36699 h 215538"/>
                <a:gd name="connsiteX4" fmla="*/ 37787 w 38615"/>
                <a:gd name="connsiteY4" fmla="*/ 18392 h 215538"/>
                <a:gd name="connsiteX5" fmla="*/ 31056 w 38615"/>
                <a:gd name="connsiteY5" fmla="*/ 145159 h 215538"/>
                <a:gd name="connsiteX6" fmla="*/ 8383 w 38615"/>
                <a:gd name="connsiteY6" fmla="*/ 207334 h 215538"/>
                <a:gd name="connsiteX7" fmla="*/ 5903 w 38615"/>
                <a:gd name="connsiteY7" fmla="*/ 211824 h 215538"/>
                <a:gd name="connsiteX8" fmla="*/ 9446 w 38615"/>
                <a:gd name="connsiteY8" fmla="*/ 215623 h 215538"/>
                <a:gd name="connsiteX9" fmla="*/ 38850 w 38615"/>
                <a:gd name="connsiteY9" fmla="*/ 147922 h 215538"/>
                <a:gd name="connsiteX10" fmla="*/ 19011 w 38615"/>
                <a:gd name="connsiteY10" fmla="*/ 112344 h 215538"/>
                <a:gd name="connsiteX11" fmla="*/ 234 w 38615"/>
                <a:gd name="connsiteY11" fmla="*/ 130651 h 215538"/>
                <a:gd name="connsiteX12" fmla="*/ 19011 w 38615"/>
                <a:gd name="connsiteY12" fmla="*/ 148958 h 215538"/>
                <a:gd name="connsiteX13" fmla="*/ 21845 w 38615"/>
                <a:gd name="connsiteY13" fmla="*/ 148613 h 215538"/>
                <a:gd name="connsiteX14" fmla="*/ 31056 w 38615"/>
                <a:gd name="connsiteY14" fmla="*/ 145159 h 215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615" h="215538">
                  <a:moveTo>
                    <a:pt x="37787" y="18392"/>
                  </a:moveTo>
                  <a:cubicBezTo>
                    <a:pt x="37787" y="8375"/>
                    <a:pt x="29285" y="85"/>
                    <a:pt x="19011" y="85"/>
                  </a:cubicBezTo>
                  <a:cubicBezTo>
                    <a:pt x="8737" y="85"/>
                    <a:pt x="234" y="8375"/>
                    <a:pt x="234" y="18392"/>
                  </a:cubicBezTo>
                  <a:cubicBezTo>
                    <a:pt x="234" y="28409"/>
                    <a:pt x="8737" y="36699"/>
                    <a:pt x="19011" y="36699"/>
                  </a:cubicBezTo>
                  <a:cubicBezTo>
                    <a:pt x="29285" y="36699"/>
                    <a:pt x="37787" y="28409"/>
                    <a:pt x="37787" y="18392"/>
                  </a:cubicBezTo>
                  <a:close/>
                  <a:moveTo>
                    <a:pt x="31056" y="145159"/>
                  </a:moveTo>
                  <a:cubicBezTo>
                    <a:pt x="31056" y="154830"/>
                    <a:pt x="31056" y="181773"/>
                    <a:pt x="8383" y="207334"/>
                  </a:cubicBezTo>
                  <a:cubicBezTo>
                    <a:pt x="5903" y="210097"/>
                    <a:pt x="5903" y="210788"/>
                    <a:pt x="5903" y="211824"/>
                  </a:cubicBezTo>
                  <a:cubicBezTo>
                    <a:pt x="5903" y="214242"/>
                    <a:pt x="7674" y="215623"/>
                    <a:pt x="9446" y="215623"/>
                  </a:cubicBezTo>
                  <a:cubicBezTo>
                    <a:pt x="13343" y="215623"/>
                    <a:pt x="38850" y="187990"/>
                    <a:pt x="38850" y="147922"/>
                  </a:cubicBezTo>
                  <a:cubicBezTo>
                    <a:pt x="38850" y="137905"/>
                    <a:pt x="38142" y="112344"/>
                    <a:pt x="19011" y="112344"/>
                  </a:cubicBezTo>
                  <a:cubicBezTo>
                    <a:pt x="6611" y="112344"/>
                    <a:pt x="234" y="121671"/>
                    <a:pt x="234" y="130651"/>
                  </a:cubicBezTo>
                  <a:cubicBezTo>
                    <a:pt x="234" y="139632"/>
                    <a:pt x="6257" y="148958"/>
                    <a:pt x="19011" y="148958"/>
                  </a:cubicBezTo>
                  <a:cubicBezTo>
                    <a:pt x="20782" y="148958"/>
                    <a:pt x="21491" y="148958"/>
                    <a:pt x="21845" y="148613"/>
                  </a:cubicBezTo>
                  <a:cubicBezTo>
                    <a:pt x="24325" y="148268"/>
                    <a:pt x="28222" y="147577"/>
                    <a:pt x="31056" y="145159"/>
                  </a:cubicBez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B2AC437E-EEE4-D7F9-7862-24DCCD9A725D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1050828" y="5236306"/>
              <a:ext cx="201934" cy="239717"/>
            </a:xfrm>
            <a:custGeom>
              <a:avLst/>
              <a:gdLst>
                <a:gd name="connsiteX0" fmla="*/ 24684 w 201934"/>
                <a:gd name="connsiteY0" fmla="*/ 223568 h 239717"/>
                <a:gd name="connsiteX1" fmla="*/ 239 w 201934"/>
                <a:gd name="connsiteY1" fmla="*/ 223568 h 239717"/>
                <a:gd name="connsiteX2" fmla="*/ 239 w 201934"/>
                <a:gd name="connsiteY2" fmla="*/ 239802 h 239717"/>
                <a:gd name="connsiteX3" fmla="*/ 44877 w 201934"/>
                <a:gd name="connsiteY3" fmla="*/ 238766 h 239717"/>
                <a:gd name="connsiteX4" fmla="*/ 89515 w 201934"/>
                <a:gd name="connsiteY4" fmla="*/ 239802 h 239717"/>
                <a:gd name="connsiteX5" fmla="*/ 89515 w 201934"/>
                <a:gd name="connsiteY5" fmla="*/ 223568 h 239717"/>
                <a:gd name="connsiteX6" fmla="*/ 65071 w 201934"/>
                <a:gd name="connsiteY6" fmla="*/ 223568 h 239717"/>
                <a:gd name="connsiteX7" fmla="*/ 65071 w 201934"/>
                <a:gd name="connsiteY7" fmla="*/ 151376 h 239717"/>
                <a:gd name="connsiteX8" fmla="*/ 117857 w 201934"/>
                <a:gd name="connsiteY8" fmla="*/ 96801 h 239717"/>
                <a:gd name="connsiteX9" fmla="*/ 137342 w 201934"/>
                <a:gd name="connsiteY9" fmla="*/ 130306 h 239717"/>
                <a:gd name="connsiteX10" fmla="*/ 137342 w 201934"/>
                <a:gd name="connsiteY10" fmla="*/ 223568 h 239717"/>
                <a:gd name="connsiteX11" fmla="*/ 112897 w 201934"/>
                <a:gd name="connsiteY11" fmla="*/ 223568 h 239717"/>
                <a:gd name="connsiteX12" fmla="*/ 112897 w 201934"/>
                <a:gd name="connsiteY12" fmla="*/ 239802 h 239717"/>
                <a:gd name="connsiteX13" fmla="*/ 157535 w 201934"/>
                <a:gd name="connsiteY13" fmla="*/ 238766 h 239717"/>
                <a:gd name="connsiteX14" fmla="*/ 202174 w 201934"/>
                <a:gd name="connsiteY14" fmla="*/ 239802 h 239717"/>
                <a:gd name="connsiteX15" fmla="*/ 202174 w 201934"/>
                <a:gd name="connsiteY15" fmla="*/ 223568 h 239717"/>
                <a:gd name="connsiteX16" fmla="*/ 177729 w 201934"/>
                <a:gd name="connsiteY16" fmla="*/ 223568 h 239717"/>
                <a:gd name="connsiteX17" fmla="*/ 177729 w 201934"/>
                <a:gd name="connsiteY17" fmla="*/ 134106 h 239717"/>
                <a:gd name="connsiteX18" fmla="*/ 123171 w 201934"/>
                <a:gd name="connsiteY18" fmla="*/ 84366 h 239717"/>
                <a:gd name="connsiteX19" fmla="*/ 62945 w 201934"/>
                <a:gd name="connsiteY19" fmla="*/ 118217 h 239717"/>
                <a:gd name="connsiteX20" fmla="*/ 62945 w 201934"/>
                <a:gd name="connsiteY20" fmla="*/ 85 h 239717"/>
                <a:gd name="connsiteX21" fmla="*/ 239 w 201934"/>
                <a:gd name="connsiteY21" fmla="*/ 2848 h 239717"/>
                <a:gd name="connsiteX22" fmla="*/ 239 w 201934"/>
                <a:gd name="connsiteY22" fmla="*/ 19082 h 239717"/>
                <a:gd name="connsiteX23" fmla="*/ 24684 w 201934"/>
                <a:gd name="connsiteY23" fmla="*/ 32554 h 239717"/>
                <a:gd name="connsiteX24" fmla="*/ 24684 w 201934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934" h="239717">
                  <a:moveTo>
                    <a:pt x="24684" y="223568"/>
                  </a:moveTo>
                  <a:lnTo>
                    <a:pt x="239" y="223568"/>
                  </a:lnTo>
                  <a:lnTo>
                    <a:pt x="239" y="239802"/>
                  </a:lnTo>
                  <a:cubicBezTo>
                    <a:pt x="10158" y="239457"/>
                    <a:pt x="31415" y="238766"/>
                    <a:pt x="44877" y="238766"/>
                  </a:cubicBezTo>
                  <a:cubicBezTo>
                    <a:pt x="58694" y="238766"/>
                    <a:pt x="79596" y="239457"/>
                    <a:pt x="89515" y="239802"/>
                  </a:cubicBezTo>
                  <a:lnTo>
                    <a:pt x="89515" y="223568"/>
                  </a:lnTo>
                  <a:lnTo>
                    <a:pt x="65071" y="223568"/>
                  </a:lnTo>
                  <a:lnTo>
                    <a:pt x="65071" y="151376"/>
                  </a:lnTo>
                  <a:cubicBezTo>
                    <a:pt x="65071" y="113726"/>
                    <a:pt x="95538" y="96801"/>
                    <a:pt x="117857" y="96801"/>
                  </a:cubicBezTo>
                  <a:cubicBezTo>
                    <a:pt x="129902" y="96801"/>
                    <a:pt x="137342" y="104054"/>
                    <a:pt x="137342" y="130306"/>
                  </a:cubicBezTo>
                  <a:lnTo>
                    <a:pt x="137342" y="223568"/>
                  </a:lnTo>
                  <a:lnTo>
                    <a:pt x="112897" y="223568"/>
                  </a:lnTo>
                  <a:lnTo>
                    <a:pt x="112897" y="239802"/>
                  </a:lnTo>
                  <a:cubicBezTo>
                    <a:pt x="122817" y="239457"/>
                    <a:pt x="144073" y="238766"/>
                    <a:pt x="157535" y="238766"/>
                  </a:cubicBezTo>
                  <a:cubicBezTo>
                    <a:pt x="171352" y="238766"/>
                    <a:pt x="192254" y="239457"/>
                    <a:pt x="202174" y="239802"/>
                  </a:cubicBezTo>
                  <a:lnTo>
                    <a:pt x="202174" y="223568"/>
                  </a:lnTo>
                  <a:lnTo>
                    <a:pt x="177729" y="223568"/>
                  </a:lnTo>
                  <a:lnTo>
                    <a:pt x="177729" y="134106"/>
                  </a:lnTo>
                  <a:cubicBezTo>
                    <a:pt x="177729" y="97837"/>
                    <a:pt x="158598" y="84366"/>
                    <a:pt x="123171" y="84366"/>
                  </a:cubicBezTo>
                  <a:cubicBezTo>
                    <a:pt x="89161" y="84366"/>
                    <a:pt x="71093" y="104400"/>
                    <a:pt x="62945" y="118217"/>
                  </a:cubicBezTo>
                  <a:lnTo>
                    <a:pt x="62945" y="85"/>
                  </a:lnTo>
                  <a:lnTo>
                    <a:pt x="239" y="2848"/>
                  </a:lnTo>
                  <a:lnTo>
                    <a:pt x="239" y="19082"/>
                  </a:lnTo>
                  <a:cubicBezTo>
                    <a:pt x="22204" y="19082"/>
                    <a:pt x="24684" y="19082"/>
                    <a:pt x="24684" y="32554"/>
                  </a:cubicBezTo>
                  <a:lnTo>
                    <a:pt x="24684" y="223568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EC892456-4106-2C6D-40FA-B534814E97F7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1271641" y="5376716"/>
              <a:ext cx="83820" cy="153536"/>
            </a:xfrm>
            <a:custGeom>
              <a:avLst/>
              <a:gdLst>
                <a:gd name="connsiteX0" fmla="*/ 50835 w 83820"/>
                <a:gd name="connsiteY0" fmla="*/ 55698 h 153536"/>
                <a:gd name="connsiteX1" fmla="*/ 76130 w 83820"/>
                <a:gd name="connsiteY1" fmla="*/ 55698 h 153536"/>
                <a:gd name="connsiteX2" fmla="*/ 84066 w 83820"/>
                <a:gd name="connsiteY2" fmla="*/ 50379 h 153536"/>
                <a:gd name="connsiteX3" fmla="*/ 76626 w 83820"/>
                <a:gd name="connsiteY3" fmla="*/ 46993 h 153536"/>
                <a:gd name="connsiteX4" fmla="*/ 53067 w 83820"/>
                <a:gd name="connsiteY4" fmla="*/ 46993 h 153536"/>
                <a:gd name="connsiteX5" fmla="*/ 62243 w 83820"/>
                <a:gd name="connsiteY5" fmla="*/ 11209 h 153536"/>
                <a:gd name="connsiteX6" fmla="*/ 62987 w 83820"/>
                <a:gd name="connsiteY6" fmla="*/ 7823 h 153536"/>
                <a:gd name="connsiteX7" fmla="*/ 54555 w 83820"/>
                <a:gd name="connsiteY7" fmla="*/ 86 h 153536"/>
                <a:gd name="connsiteX8" fmla="*/ 42900 w 83820"/>
                <a:gd name="connsiteY8" fmla="*/ 10483 h 153536"/>
                <a:gd name="connsiteX9" fmla="*/ 33476 w 83820"/>
                <a:gd name="connsiteY9" fmla="*/ 46993 h 153536"/>
                <a:gd name="connsiteX10" fmla="*/ 8181 w 83820"/>
                <a:gd name="connsiteY10" fmla="*/ 46993 h 153536"/>
                <a:gd name="connsiteX11" fmla="*/ 245 w 83820"/>
                <a:gd name="connsiteY11" fmla="*/ 52313 h 153536"/>
                <a:gd name="connsiteX12" fmla="*/ 7685 w 83820"/>
                <a:gd name="connsiteY12" fmla="*/ 55698 h 153536"/>
                <a:gd name="connsiteX13" fmla="*/ 31244 w 83820"/>
                <a:gd name="connsiteY13" fmla="*/ 55698 h 153536"/>
                <a:gd name="connsiteX14" fmla="*/ 16613 w 83820"/>
                <a:gd name="connsiteY14" fmla="*/ 112760 h 153536"/>
                <a:gd name="connsiteX15" fmla="*/ 12893 w 83820"/>
                <a:gd name="connsiteY15" fmla="*/ 130653 h 153536"/>
                <a:gd name="connsiteX16" fmla="*/ 39428 w 83820"/>
                <a:gd name="connsiteY16" fmla="*/ 153623 h 153536"/>
                <a:gd name="connsiteX17" fmla="*/ 82578 w 83820"/>
                <a:gd name="connsiteY17" fmla="*/ 116629 h 153536"/>
                <a:gd name="connsiteX18" fmla="*/ 78610 w 83820"/>
                <a:gd name="connsiteY18" fmla="*/ 113486 h 153536"/>
                <a:gd name="connsiteX19" fmla="*/ 73402 w 83820"/>
                <a:gd name="connsiteY19" fmla="*/ 118080 h 153536"/>
                <a:gd name="connsiteX20" fmla="*/ 40172 w 83820"/>
                <a:gd name="connsiteY20" fmla="*/ 146853 h 153536"/>
                <a:gd name="connsiteX21" fmla="*/ 31492 w 83820"/>
                <a:gd name="connsiteY21" fmla="*/ 135005 h 153536"/>
                <a:gd name="connsiteX22" fmla="*/ 32980 w 83820"/>
                <a:gd name="connsiteY22" fmla="*/ 125092 h 153536"/>
                <a:gd name="connsiteX23" fmla="*/ 50835 w 8382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820" h="153536">
                  <a:moveTo>
                    <a:pt x="50835" y="55698"/>
                  </a:moveTo>
                  <a:lnTo>
                    <a:pt x="76130" y="55698"/>
                  </a:lnTo>
                  <a:cubicBezTo>
                    <a:pt x="80842" y="55698"/>
                    <a:pt x="84066" y="55698"/>
                    <a:pt x="84066" y="50379"/>
                  </a:cubicBezTo>
                  <a:cubicBezTo>
                    <a:pt x="84066" y="46993"/>
                    <a:pt x="80842" y="46993"/>
                    <a:pt x="76626" y="46993"/>
                  </a:cubicBezTo>
                  <a:lnTo>
                    <a:pt x="53067" y="46993"/>
                  </a:lnTo>
                  <a:lnTo>
                    <a:pt x="62243" y="11209"/>
                  </a:lnTo>
                  <a:cubicBezTo>
                    <a:pt x="62491" y="10000"/>
                    <a:pt x="62987" y="8791"/>
                    <a:pt x="62987" y="7823"/>
                  </a:cubicBezTo>
                  <a:cubicBezTo>
                    <a:pt x="62987" y="3471"/>
                    <a:pt x="59515" y="86"/>
                    <a:pt x="54555" y="86"/>
                  </a:cubicBezTo>
                  <a:cubicBezTo>
                    <a:pt x="48355" y="86"/>
                    <a:pt x="44635" y="4197"/>
                    <a:pt x="42900" y="10483"/>
                  </a:cubicBezTo>
                  <a:cubicBezTo>
                    <a:pt x="41164" y="16528"/>
                    <a:pt x="44387" y="4922"/>
                    <a:pt x="33476" y="46993"/>
                  </a:cubicBezTo>
                  <a:lnTo>
                    <a:pt x="8181" y="46993"/>
                  </a:lnTo>
                  <a:cubicBezTo>
                    <a:pt x="3469" y="46993"/>
                    <a:pt x="245" y="46993"/>
                    <a:pt x="245" y="52313"/>
                  </a:cubicBezTo>
                  <a:cubicBezTo>
                    <a:pt x="245" y="55698"/>
                    <a:pt x="3221" y="55698"/>
                    <a:pt x="7685" y="55698"/>
                  </a:cubicBezTo>
                  <a:lnTo>
                    <a:pt x="31244" y="55698"/>
                  </a:lnTo>
                  <a:lnTo>
                    <a:pt x="16613" y="112760"/>
                  </a:lnTo>
                  <a:cubicBezTo>
                    <a:pt x="15125" y="118805"/>
                    <a:pt x="12893" y="127510"/>
                    <a:pt x="12893" y="130653"/>
                  </a:cubicBezTo>
                  <a:cubicBezTo>
                    <a:pt x="12893" y="144919"/>
                    <a:pt x="25292" y="153623"/>
                    <a:pt x="39428" y="153623"/>
                  </a:cubicBezTo>
                  <a:cubicBezTo>
                    <a:pt x="66955" y="153623"/>
                    <a:pt x="82578" y="119772"/>
                    <a:pt x="82578" y="116629"/>
                  </a:cubicBezTo>
                  <a:cubicBezTo>
                    <a:pt x="82578" y="113486"/>
                    <a:pt x="79354" y="113486"/>
                    <a:pt x="78610" y="113486"/>
                  </a:cubicBezTo>
                  <a:cubicBezTo>
                    <a:pt x="75634" y="113486"/>
                    <a:pt x="75386" y="113969"/>
                    <a:pt x="73402" y="118080"/>
                  </a:cubicBezTo>
                  <a:cubicBezTo>
                    <a:pt x="66459" y="133313"/>
                    <a:pt x="53811" y="146853"/>
                    <a:pt x="40172" y="146853"/>
                  </a:cubicBezTo>
                  <a:cubicBezTo>
                    <a:pt x="34964" y="146853"/>
                    <a:pt x="31492" y="143710"/>
                    <a:pt x="31492" y="135005"/>
                  </a:cubicBezTo>
                  <a:cubicBezTo>
                    <a:pt x="31492" y="132587"/>
                    <a:pt x="32484" y="127510"/>
                    <a:pt x="32980" y="125092"/>
                  </a:cubicBezTo>
                  <a:lnTo>
                    <a:pt x="50835" y="55698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4EF472F6-7373-9D8B-CAFC-F3B9C857E8F4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1395028" y="5461343"/>
              <a:ext cx="167641" cy="11847"/>
            </a:xfrm>
            <a:custGeom>
              <a:avLst/>
              <a:gdLst>
                <a:gd name="connsiteX0" fmla="*/ 157970 w 167641"/>
                <a:gd name="connsiteY0" fmla="*/ 11934 h 11847"/>
                <a:gd name="connsiteX1" fmla="*/ 167890 w 167641"/>
                <a:gd name="connsiteY1" fmla="*/ 6131 h 11847"/>
                <a:gd name="connsiteX2" fmla="*/ 157970 w 167641"/>
                <a:gd name="connsiteY2" fmla="*/ 86 h 11847"/>
                <a:gd name="connsiteX3" fmla="*/ 10168 w 167641"/>
                <a:gd name="connsiteY3" fmla="*/ 86 h 11847"/>
                <a:gd name="connsiteX4" fmla="*/ 248 w 167641"/>
                <a:gd name="connsiteY4" fmla="*/ 5889 h 11847"/>
                <a:gd name="connsiteX5" fmla="*/ 10168 w 167641"/>
                <a:gd name="connsiteY5" fmla="*/ 11934 h 11847"/>
                <a:gd name="connsiteX6" fmla="*/ 157970 w 167641"/>
                <a:gd name="connsiteY6" fmla="*/ 11934 h 11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641" h="11847">
                  <a:moveTo>
                    <a:pt x="157970" y="11934"/>
                  </a:moveTo>
                  <a:cubicBezTo>
                    <a:pt x="161938" y="11934"/>
                    <a:pt x="167890" y="11934"/>
                    <a:pt x="167890" y="6131"/>
                  </a:cubicBezTo>
                  <a:cubicBezTo>
                    <a:pt x="167890" y="86"/>
                    <a:pt x="162186" y="86"/>
                    <a:pt x="157970" y="86"/>
                  </a:cubicBezTo>
                  <a:lnTo>
                    <a:pt x="10168" y="86"/>
                  </a:lnTo>
                  <a:cubicBezTo>
                    <a:pt x="6200" y="86"/>
                    <a:pt x="248" y="86"/>
                    <a:pt x="248" y="5889"/>
                  </a:cubicBezTo>
                  <a:cubicBezTo>
                    <a:pt x="248" y="11934"/>
                    <a:pt x="5952" y="11934"/>
                    <a:pt x="10168" y="11934"/>
                  </a:cubicBezTo>
                  <a:lnTo>
                    <a:pt x="157970" y="11934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5B6214B1-4290-31BF-6142-45B049B7F562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1616697" y="5367286"/>
              <a:ext cx="90268" cy="160548"/>
            </a:xfrm>
            <a:custGeom>
              <a:avLst/>
              <a:gdLst>
                <a:gd name="connsiteX0" fmla="*/ 56300 w 90268"/>
                <a:gd name="connsiteY0" fmla="*/ 6856 h 160548"/>
                <a:gd name="connsiteX1" fmla="*/ 48861 w 90268"/>
                <a:gd name="connsiteY1" fmla="*/ 86 h 160548"/>
                <a:gd name="connsiteX2" fmla="*/ 254 w 90268"/>
                <a:gd name="connsiteY2" fmla="*/ 15561 h 160548"/>
                <a:gd name="connsiteX3" fmla="*/ 254 w 90268"/>
                <a:gd name="connsiteY3" fmla="*/ 24265 h 160548"/>
                <a:gd name="connsiteX4" fmla="*/ 36213 w 90268"/>
                <a:gd name="connsiteY4" fmla="*/ 17495 h 160548"/>
                <a:gd name="connsiteX5" fmla="*/ 36213 w 90268"/>
                <a:gd name="connsiteY5" fmla="*/ 140808 h 160548"/>
                <a:gd name="connsiteX6" fmla="*/ 11414 w 90268"/>
                <a:gd name="connsiteY6" fmla="*/ 151930 h 160548"/>
                <a:gd name="connsiteX7" fmla="*/ 1990 w 90268"/>
                <a:gd name="connsiteY7" fmla="*/ 151930 h 160548"/>
                <a:gd name="connsiteX8" fmla="*/ 1990 w 90268"/>
                <a:gd name="connsiteY8" fmla="*/ 160635 h 160548"/>
                <a:gd name="connsiteX9" fmla="*/ 46133 w 90268"/>
                <a:gd name="connsiteY9" fmla="*/ 159668 h 160548"/>
                <a:gd name="connsiteX10" fmla="*/ 90523 w 90268"/>
                <a:gd name="connsiteY10" fmla="*/ 160635 h 160548"/>
                <a:gd name="connsiteX11" fmla="*/ 90523 w 90268"/>
                <a:gd name="connsiteY11" fmla="*/ 151930 h 160548"/>
                <a:gd name="connsiteX12" fmla="*/ 81099 w 90268"/>
                <a:gd name="connsiteY12" fmla="*/ 151930 h 160548"/>
                <a:gd name="connsiteX13" fmla="*/ 56300 w 90268"/>
                <a:gd name="connsiteY13" fmla="*/ 140808 h 160548"/>
                <a:gd name="connsiteX14" fmla="*/ 56300 w 90268"/>
                <a:gd name="connsiteY14" fmla="*/ 6856 h 160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268" h="160548">
                  <a:moveTo>
                    <a:pt x="56300" y="6856"/>
                  </a:moveTo>
                  <a:cubicBezTo>
                    <a:pt x="56300" y="328"/>
                    <a:pt x="55804" y="86"/>
                    <a:pt x="48861" y="86"/>
                  </a:cubicBezTo>
                  <a:cubicBezTo>
                    <a:pt x="32989" y="15319"/>
                    <a:pt x="10422" y="15561"/>
                    <a:pt x="254" y="15561"/>
                  </a:cubicBezTo>
                  <a:lnTo>
                    <a:pt x="254" y="24265"/>
                  </a:lnTo>
                  <a:cubicBezTo>
                    <a:pt x="6206" y="24265"/>
                    <a:pt x="22574" y="24265"/>
                    <a:pt x="36213" y="17495"/>
                  </a:cubicBezTo>
                  <a:lnTo>
                    <a:pt x="36213" y="140808"/>
                  </a:lnTo>
                  <a:cubicBezTo>
                    <a:pt x="36213" y="148787"/>
                    <a:pt x="36213" y="151930"/>
                    <a:pt x="11414" y="151930"/>
                  </a:cubicBezTo>
                  <a:lnTo>
                    <a:pt x="1990" y="151930"/>
                  </a:lnTo>
                  <a:lnTo>
                    <a:pt x="1990" y="160635"/>
                  </a:lnTo>
                  <a:cubicBezTo>
                    <a:pt x="6454" y="160393"/>
                    <a:pt x="36957" y="159668"/>
                    <a:pt x="46133" y="159668"/>
                  </a:cubicBezTo>
                  <a:cubicBezTo>
                    <a:pt x="53820" y="159668"/>
                    <a:pt x="85067" y="160393"/>
                    <a:pt x="90523" y="160635"/>
                  </a:cubicBezTo>
                  <a:lnTo>
                    <a:pt x="90523" y="151930"/>
                  </a:lnTo>
                  <a:lnTo>
                    <a:pt x="81099" y="151930"/>
                  </a:lnTo>
                  <a:cubicBezTo>
                    <a:pt x="56300" y="151930"/>
                    <a:pt x="56300" y="148787"/>
                    <a:pt x="56300" y="140808"/>
                  </a:cubicBezTo>
                  <a:lnTo>
                    <a:pt x="56300" y="6856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D7208059-92EA-AB58-1943-F3E7BB0AC205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1756390" y="5216962"/>
              <a:ext cx="48535" cy="345414"/>
            </a:xfrm>
            <a:custGeom>
              <a:avLst/>
              <a:gdLst>
                <a:gd name="connsiteX0" fmla="*/ 48794 w 48535"/>
                <a:gd name="connsiteY0" fmla="*/ 85 h 345414"/>
                <a:gd name="connsiteX1" fmla="*/ 259 w 48535"/>
                <a:gd name="connsiteY1" fmla="*/ 85 h 345414"/>
                <a:gd name="connsiteX2" fmla="*/ 259 w 48535"/>
                <a:gd name="connsiteY2" fmla="*/ 13901 h 345414"/>
                <a:gd name="connsiteX3" fmla="*/ 34623 w 48535"/>
                <a:gd name="connsiteY3" fmla="*/ 13901 h 345414"/>
                <a:gd name="connsiteX4" fmla="*/ 34623 w 48535"/>
                <a:gd name="connsiteY4" fmla="*/ 331683 h 345414"/>
                <a:gd name="connsiteX5" fmla="*/ 259 w 48535"/>
                <a:gd name="connsiteY5" fmla="*/ 331683 h 345414"/>
                <a:gd name="connsiteX6" fmla="*/ 259 w 48535"/>
                <a:gd name="connsiteY6" fmla="*/ 345499 h 345414"/>
                <a:gd name="connsiteX7" fmla="*/ 48794 w 48535"/>
                <a:gd name="connsiteY7" fmla="*/ 345499 h 345414"/>
                <a:gd name="connsiteX8" fmla="*/ 48794 w 48535"/>
                <a:gd name="connsiteY8" fmla="*/ 8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535" h="345414">
                  <a:moveTo>
                    <a:pt x="48794" y="85"/>
                  </a:moveTo>
                  <a:lnTo>
                    <a:pt x="259" y="85"/>
                  </a:lnTo>
                  <a:lnTo>
                    <a:pt x="259" y="13901"/>
                  </a:lnTo>
                  <a:lnTo>
                    <a:pt x="34623" y="13901"/>
                  </a:lnTo>
                  <a:lnTo>
                    <a:pt x="34623" y="331683"/>
                  </a:lnTo>
                  <a:lnTo>
                    <a:pt x="259" y="331683"/>
                  </a:lnTo>
                  <a:lnTo>
                    <a:pt x="259" y="345499"/>
                  </a:lnTo>
                  <a:lnTo>
                    <a:pt x="48794" y="345499"/>
                  </a:lnTo>
                  <a:lnTo>
                    <a:pt x="48794" y="85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DFF5974-196C-0460-780F-49854B06646C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1945569" y="5274647"/>
              <a:ext cx="235590" cy="230046"/>
            </a:xfrm>
            <a:custGeom>
              <a:avLst/>
              <a:gdLst>
                <a:gd name="connsiteX0" fmla="*/ 125322 w 235590"/>
                <a:gd name="connsiteY0" fmla="*/ 122016 h 230046"/>
                <a:gd name="connsiteX1" fmla="*/ 224164 w 235590"/>
                <a:gd name="connsiteY1" fmla="*/ 122016 h 230046"/>
                <a:gd name="connsiteX2" fmla="*/ 235854 w 235590"/>
                <a:gd name="connsiteY2" fmla="*/ 115108 h 230046"/>
                <a:gd name="connsiteX3" fmla="*/ 224164 w 235590"/>
                <a:gd name="connsiteY3" fmla="*/ 108199 h 230046"/>
                <a:gd name="connsiteX4" fmla="*/ 125322 w 235590"/>
                <a:gd name="connsiteY4" fmla="*/ 108199 h 230046"/>
                <a:gd name="connsiteX5" fmla="*/ 125322 w 235590"/>
                <a:gd name="connsiteY5" fmla="*/ 11483 h 230046"/>
                <a:gd name="connsiteX6" fmla="*/ 118236 w 235590"/>
                <a:gd name="connsiteY6" fmla="*/ 85 h 230046"/>
                <a:gd name="connsiteX7" fmla="*/ 111151 w 235590"/>
                <a:gd name="connsiteY7" fmla="*/ 11483 h 230046"/>
                <a:gd name="connsiteX8" fmla="*/ 111151 w 235590"/>
                <a:gd name="connsiteY8" fmla="*/ 108199 h 230046"/>
                <a:gd name="connsiteX9" fmla="*/ 11955 w 235590"/>
                <a:gd name="connsiteY9" fmla="*/ 108199 h 230046"/>
                <a:gd name="connsiteX10" fmla="*/ 264 w 235590"/>
                <a:gd name="connsiteY10" fmla="*/ 115108 h 230046"/>
                <a:gd name="connsiteX11" fmla="*/ 11955 w 235590"/>
                <a:gd name="connsiteY11" fmla="*/ 122016 h 230046"/>
                <a:gd name="connsiteX12" fmla="*/ 111151 w 235590"/>
                <a:gd name="connsiteY12" fmla="*/ 122016 h 230046"/>
                <a:gd name="connsiteX13" fmla="*/ 111151 w 235590"/>
                <a:gd name="connsiteY13" fmla="*/ 218732 h 230046"/>
                <a:gd name="connsiteX14" fmla="*/ 118236 w 235590"/>
                <a:gd name="connsiteY14" fmla="*/ 230131 h 230046"/>
                <a:gd name="connsiteX15" fmla="*/ 125322 w 235590"/>
                <a:gd name="connsiteY15" fmla="*/ 218732 h 230046"/>
                <a:gd name="connsiteX16" fmla="*/ 125322 w 235590"/>
                <a:gd name="connsiteY16" fmla="*/ 122016 h 23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590" h="230046">
                  <a:moveTo>
                    <a:pt x="125322" y="122016"/>
                  </a:moveTo>
                  <a:lnTo>
                    <a:pt x="224164" y="122016"/>
                  </a:lnTo>
                  <a:cubicBezTo>
                    <a:pt x="229123" y="122016"/>
                    <a:pt x="235854" y="122016"/>
                    <a:pt x="235854" y="115108"/>
                  </a:cubicBezTo>
                  <a:cubicBezTo>
                    <a:pt x="235854" y="108199"/>
                    <a:pt x="229123" y="108199"/>
                    <a:pt x="224164" y="108199"/>
                  </a:cubicBezTo>
                  <a:lnTo>
                    <a:pt x="125322" y="108199"/>
                  </a:lnTo>
                  <a:lnTo>
                    <a:pt x="125322" y="11483"/>
                  </a:lnTo>
                  <a:cubicBezTo>
                    <a:pt x="125322" y="6648"/>
                    <a:pt x="125322" y="85"/>
                    <a:pt x="118236" y="85"/>
                  </a:cubicBezTo>
                  <a:cubicBezTo>
                    <a:pt x="111151" y="85"/>
                    <a:pt x="111151" y="6648"/>
                    <a:pt x="111151" y="11483"/>
                  </a:cubicBezTo>
                  <a:lnTo>
                    <a:pt x="111151" y="108199"/>
                  </a:lnTo>
                  <a:lnTo>
                    <a:pt x="11955" y="108199"/>
                  </a:lnTo>
                  <a:cubicBezTo>
                    <a:pt x="6995" y="108199"/>
                    <a:pt x="264" y="108199"/>
                    <a:pt x="264" y="115108"/>
                  </a:cubicBezTo>
                  <a:cubicBezTo>
                    <a:pt x="264" y="122016"/>
                    <a:pt x="6995" y="122016"/>
                    <a:pt x="11955" y="122016"/>
                  </a:cubicBezTo>
                  <a:lnTo>
                    <a:pt x="111151" y="122016"/>
                  </a:lnTo>
                  <a:lnTo>
                    <a:pt x="111151" y="218732"/>
                  </a:lnTo>
                  <a:cubicBezTo>
                    <a:pt x="111151" y="223568"/>
                    <a:pt x="111151" y="230131"/>
                    <a:pt x="118236" y="230131"/>
                  </a:cubicBezTo>
                  <a:cubicBezTo>
                    <a:pt x="125322" y="230131"/>
                    <a:pt x="125322" y="223568"/>
                    <a:pt x="125322" y="218732"/>
                  </a:cubicBezTo>
                  <a:lnTo>
                    <a:pt x="125322" y="122016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34BA43D8-C099-3EAA-383F-1304D164177E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2293109" y="5236306"/>
              <a:ext cx="199454" cy="241790"/>
            </a:xfrm>
            <a:custGeom>
              <a:avLst/>
              <a:gdLst>
                <a:gd name="connsiteX0" fmla="*/ 62980 w 199454"/>
                <a:gd name="connsiteY0" fmla="*/ 101291 h 241790"/>
                <a:gd name="connsiteX1" fmla="*/ 62980 w 199454"/>
                <a:gd name="connsiteY1" fmla="*/ 85 h 241790"/>
                <a:gd name="connsiteX2" fmla="*/ 274 w 199454"/>
                <a:gd name="connsiteY2" fmla="*/ 2848 h 241790"/>
                <a:gd name="connsiteX3" fmla="*/ 274 w 199454"/>
                <a:gd name="connsiteY3" fmla="*/ 19082 h 241790"/>
                <a:gd name="connsiteX4" fmla="*/ 24719 w 199454"/>
                <a:gd name="connsiteY4" fmla="*/ 32554 h 241790"/>
                <a:gd name="connsiteX5" fmla="*/ 24719 w 199454"/>
                <a:gd name="connsiteY5" fmla="*/ 239802 h 241790"/>
                <a:gd name="connsiteX6" fmla="*/ 41369 w 199454"/>
                <a:gd name="connsiteY6" fmla="*/ 239802 h 241790"/>
                <a:gd name="connsiteX7" fmla="*/ 58729 w 199454"/>
                <a:gd name="connsiteY7" fmla="*/ 220459 h 241790"/>
                <a:gd name="connsiteX8" fmla="*/ 110452 w 199454"/>
                <a:gd name="connsiteY8" fmla="*/ 241875 h 241790"/>
                <a:gd name="connsiteX9" fmla="*/ 199729 w 199454"/>
                <a:gd name="connsiteY9" fmla="*/ 162775 h 241790"/>
                <a:gd name="connsiteX10" fmla="*/ 115058 w 199454"/>
                <a:gd name="connsiteY10" fmla="*/ 84366 h 241790"/>
                <a:gd name="connsiteX11" fmla="*/ 62980 w 199454"/>
                <a:gd name="connsiteY11" fmla="*/ 101291 h 241790"/>
                <a:gd name="connsiteX12" fmla="*/ 65106 w 199454"/>
                <a:gd name="connsiteY12" fmla="*/ 205606 h 241790"/>
                <a:gd name="connsiteX13" fmla="*/ 65106 w 199454"/>
                <a:gd name="connsiteY13" fmla="*/ 118907 h 241790"/>
                <a:gd name="connsiteX14" fmla="*/ 111161 w 199454"/>
                <a:gd name="connsiteY14" fmla="*/ 96801 h 241790"/>
                <a:gd name="connsiteX15" fmla="*/ 154382 w 199454"/>
                <a:gd name="connsiteY15" fmla="*/ 162775 h 241790"/>
                <a:gd name="connsiteX16" fmla="*/ 145171 w 199454"/>
                <a:gd name="connsiteY16" fmla="*/ 211478 h 241790"/>
                <a:gd name="connsiteX17" fmla="*/ 107264 w 199454"/>
                <a:gd name="connsiteY17" fmla="*/ 229440 h 241790"/>
                <a:gd name="connsiteX18" fmla="*/ 65106 w 199454"/>
                <a:gd name="connsiteY18" fmla="*/ 205606 h 241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454" h="241790">
                  <a:moveTo>
                    <a:pt x="62980" y="101291"/>
                  </a:moveTo>
                  <a:lnTo>
                    <a:pt x="62980" y="85"/>
                  </a:lnTo>
                  <a:lnTo>
                    <a:pt x="274" y="2848"/>
                  </a:lnTo>
                  <a:lnTo>
                    <a:pt x="274" y="19082"/>
                  </a:lnTo>
                  <a:cubicBezTo>
                    <a:pt x="22239" y="19082"/>
                    <a:pt x="24719" y="19082"/>
                    <a:pt x="24719" y="32554"/>
                  </a:cubicBezTo>
                  <a:lnTo>
                    <a:pt x="24719" y="239802"/>
                  </a:lnTo>
                  <a:lnTo>
                    <a:pt x="41369" y="239802"/>
                  </a:lnTo>
                  <a:lnTo>
                    <a:pt x="58729" y="220459"/>
                  </a:lnTo>
                  <a:cubicBezTo>
                    <a:pt x="61563" y="223223"/>
                    <a:pt x="78922" y="241875"/>
                    <a:pt x="110452" y="241875"/>
                  </a:cubicBezTo>
                  <a:cubicBezTo>
                    <a:pt x="163239" y="241875"/>
                    <a:pt x="199729" y="210788"/>
                    <a:pt x="199729" y="162775"/>
                  </a:cubicBezTo>
                  <a:cubicBezTo>
                    <a:pt x="199729" y="116835"/>
                    <a:pt x="166427" y="84366"/>
                    <a:pt x="115058" y="84366"/>
                  </a:cubicBezTo>
                  <a:cubicBezTo>
                    <a:pt x="89196" y="84366"/>
                    <a:pt x="71482" y="94383"/>
                    <a:pt x="62980" y="101291"/>
                  </a:cubicBezTo>
                  <a:close/>
                  <a:moveTo>
                    <a:pt x="65106" y="205606"/>
                  </a:moveTo>
                  <a:lnTo>
                    <a:pt x="65106" y="118907"/>
                  </a:lnTo>
                  <a:cubicBezTo>
                    <a:pt x="74671" y="106818"/>
                    <a:pt x="91676" y="96801"/>
                    <a:pt x="111161" y="96801"/>
                  </a:cubicBezTo>
                  <a:cubicBezTo>
                    <a:pt x="154382" y="96801"/>
                    <a:pt x="154382" y="138596"/>
                    <a:pt x="154382" y="162775"/>
                  </a:cubicBezTo>
                  <a:cubicBezTo>
                    <a:pt x="154382" y="179009"/>
                    <a:pt x="154382" y="198007"/>
                    <a:pt x="145171" y="211478"/>
                  </a:cubicBezTo>
                  <a:cubicBezTo>
                    <a:pt x="134897" y="225640"/>
                    <a:pt x="118601" y="229440"/>
                    <a:pt x="107264" y="229440"/>
                  </a:cubicBezTo>
                  <a:cubicBezTo>
                    <a:pt x="82465" y="229440"/>
                    <a:pt x="68648" y="210788"/>
                    <a:pt x="65106" y="205606"/>
                  </a:cubicBezTo>
                  <a:close/>
                </a:path>
              </a:pathLst>
            </a:custGeom>
            <a:solidFill>
              <a:srgbClr val="2683C6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grpSp>
        <p:nvGrpSpPr>
          <p:cNvPr id="93" name="Group 92" descr="\documentclass{article}&#10;\usepackage{amsmath,amssymb}&#10;\pagestyle{empty}&#10;\begin{document}&#10;&#10;\newcommand{\score}{\textrm{score}}&#10;\newcommand{\classify}{\textrm{classify}}&#10;\newcommand{\bx}{\mathbf{x}}&#10;&#10;\begin{align*}&#10;\mathbf{h}_{t+1} = \mathbf{W} [\mathbf{x}_{t+1}; \mathbf{h}_{t}] +\mathbf{b}&#10;\end{align*}&#10;&#10;&#10;\end{document}" title="IguanaTex Vector Display">
            <a:extLst>
              <a:ext uri="{FF2B5EF4-FFF2-40B4-BE49-F238E27FC236}">
                <a16:creationId xmlns:a16="http://schemas.microsoft.com/office/drawing/2014/main" id="{6CB4E4ED-A3F2-5394-BE2E-AA50537F908D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6438900" y="2596997"/>
            <a:ext cx="3660076" cy="345414"/>
            <a:chOff x="12953801" y="5316682"/>
            <a:chExt cx="3660076" cy="345414"/>
          </a:xfrm>
        </p:grpSpPr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87436479-A34D-1165-179B-E97DB6A22A6F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12953801" y="5336026"/>
              <a:ext cx="202915" cy="239717"/>
            </a:xfrm>
            <a:custGeom>
              <a:avLst/>
              <a:gdLst>
                <a:gd name="connsiteX0" fmla="*/ 24745 w 202915"/>
                <a:gd name="connsiteY0" fmla="*/ 223568 h 239717"/>
                <a:gd name="connsiteX1" fmla="*/ 182 w 202915"/>
                <a:gd name="connsiteY1" fmla="*/ 223568 h 239717"/>
                <a:gd name="connsiteX2" fmla="*/ 182 w 202915"/>
                <a:gd name="connsiteY2" fmla="*/ 239802 h 239717"/>
                <a:gd name="connsiteX3" fmla="*/ 45037 w 202915"/>
                <a:gd name="connsiteY3" fmla="*/ 238766 h 239717"/>
                <a:gd name="connsiteX4" fmla="*/ 89892 w 202915"/>
                <a:gd name="connsiteY4" fmla="*/ 239802 h 239717"/>
                <a:gd name="connsiteX5" fmla="*/ 89892 w 202915"/>
                <a:gd name="connsiteY5" fmla="*/ 223568 h 239717"/>
                <a:gd name="connsiteX6" fmla="*/ 65328 w 202915"/>
                <a:gd name="connsiteY6" fmla="*/ 223568 h 239717"/>
                <a:gd name="connsiteX7" fmla="*/ 65328 w 202915"/>
                <a:gd name="connsiteY7" fmla="*/ 151376 h 239717"/>
                <a:gd name="connsiteX8" fmla="*/ 118371 w 202915"/>
                <a:gd name="connsiteY8" fmla="*/ 96801 h 239717"/>
                <a:gd name="connsiteX9" fmla="*/ 137951 w 202915"/>
                <a:gd name="connsiteY9" fmla="*/ 130306 h 239717"/>
                <a:gd name="connsiteX10" fmla="*/ 137951 w 202915"/>
                <a:gd name="connsiteY10" fmla="*/ 223568 h 239717"/>
                <a:gd name="connsiteX11" fmla="*/ 113387 w 202915"/>
                <a:gd name="connsiteY11" fmla="*/ 223568 h 239717"/>
                <a:gd name="connsiteX12" fmla="*/ 113387 w 202915"/>
                <a:gd name="connsiteY12" fmla="*/ 239802 h 239717"/>
                <a:gd name="connsiteX13" fmla="*/ 158242 w 202915"/>
                <a:gd name="connsiteY13" fmla="*/ 238766 h 239717"/>
                <a:gd name="connsiteX14" fmla="*/ 203097 w 202915"/>
                <a:gd name="connsiteY14" fmla="*/ 239802 h 239717"/>
                <a:gd name="connsiteX15" fmla="*/ 203097 w 202915"/>
                <a:gd name="connsiteY15" fmla="*/ 223568 h 239717"/>
                <a:gd name="connsiteX16" fmla="*/ 178534 w 202915"/>
                <a:gd name="connsiteY16" fmla="*/ 223568 h 239717"/>
                <a:gd name="connsiteX17" fmla="*/ 178534 w 202915"/>
                <a:gd name="connsiteY17" fmla="*/ 134106 h 239717"/>
                <a:gd name="connsiteX18" fmla="*/ 123711 w 202915"/>
                <a:gd name="connsiteY18" fmla="*/ 84366 h 239717"/>
                <a:gd name="connsiteX19" fmla="*/ 63192 w 202915"/>
                <a:gd name="connsiteY19" fmla="*/ 118217 h 239717"/>
                <a:gd name="connsiteX20" fmla="*/ 63192 w 202915"/>
                <a:gd name="connsiteY20" fmla="*/ 85 h 239717"/>
                <a:gd name="connsiteX21" fmla="*/ 182 w 202915"/>
                <a:gd name="connsiteY21" fmla="*/ 2848 h 239717"/>
                <a:gd name="connsiteX22" fmla="*/ 182 w 202915"/>
                <a:gd name="connsiteY22" fmla="*/ 19082 h 239717"/>
                <a:gd name="connsiteX23" fmla="*/ 24745 w 202915"/>
                <a:gd name="connsiteY23" fmla="*/ 32554 h 239717"/>
                <a:gd name="connsiteX24" fmla="*/ 24745 w 202915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2915" h="239717">
                  <a:moveTo>
                    <a:pt x="24745" y="223568"/>
                  </a:moveTo>
                  <a:lnTo>
                    <a:pt x="182" y="223568"/>
                  </a:lnTo>
                  <a:lnTo>
                    <a:pt x="182" y="239802"/>
                  </a:lnTo>
                  <a:cubicBezTo>
                    <a:pt x="10150" y="239457"/>
                    <a:pt x="31509" y="238766"/>
                    <a:pt x="45037" y="238766"/>
                  </a:cubicBezTo>
                  <a:cubicBezTo>
                    <a:pt x="58921" y="238766"/>
                    <a:pt x="79924" y="239457"/>
                    <a:pt x="89892" y="239802"/>
                  </a:cubicBezTo>
                  <a:lnTo>
                    <a:pt x="89892" y="223568"/>
                  </a:lnTo>
                  <a:lnTo>
                    <a:pt x="65328" y="223568"/>
                  </a:lnTo>
                  <a:lnTo>
                    <a:pt x="65328" y="151376"/>
                  </a:lnTo>
                  <a:cubicBezTo>
                    <a:pt x="65328" y="113726"/>
                    <a:pt x="95944" y="96801"/>
                    <a:pt x="118371" y="96801"/>
                  </a:cubicBezTo>
                  <a:cubicBezTo>
                    <a:pt x="130475" y="96801"/>
                    <a:pt x="137951" y="104054"/>
                    <a:pt x="137951" y="130306"/>
                  </a:cubicBezTo>
                  <a:lnTo>
                    <a:pt x="137951" y="223568"/>
                  </a:lnTo>
                  <a:lnTo>
                    <a:pt x="113387" y="223568"/>
                  </a:lnTo>
                  <a:lnTo>
                    <a:pt x="113387" y="239802"/>
                  </a:lnTo>
                  <a:cubicBezTo>
                    <a:pt x="123355" y="239457"/>
                    <a:pt x="144714" y="238766"/>
                    <a:pt x="158242" y="238766"/>
                  </a:cubicBezTo>
                  <a:cubicBezTo>
                    <a:pt x="172126" y="238766"/>
                    <a:pt x="193129" y="239457"/>
                    <a:pt x="203097" y="239802"/>
                  </a:cubicBezTo>
                  <a:lnTo>
                    <a:pt x="203097" y="223568"/>
                  </a:lnTo>
                  <a:lnTo>
                    <a:pt x="178534" y="223568"/>
                  </a:lnTo>
                  <a:lnTo>
                    <a:pt x="178534" y="134106"/>
                  </a:lnTo>
                  <a:cubicBezTo>
                    <a:pt x="178534" y="97837"/>
                    <a:pt x="159310" y="84366"/>
                    <a:pt x="123711" y="84366"/>
                  </a:cubicBezTo>
                  <a:cubicBezTo>
                    <a:pt x="89536" y="84366"/>
                    <a:pt x="71380" y="104400"/>
                    <a:pt x="63192" y="118217"/>
                  </a:cubicBezTo>
                  <a:lnTo>
                    <a:pt x="63192" y="85"/>
                  </a:lnTo>
                  <a:lnTo>
                    <a:pt x="182" y="2848"/>
                  </a:lnTo>
                  <a:lnTo>
                    <a:pt x="182" y="19082"/>
                  </a:lnTo>
                  <a:cubicBezTo>
                    <a:pt x="22253" y="19082"/>
                    <a:pt x="24745" y="19082"/>
                    <a:pt x="24745" y="32554"/>
                  </a:cubicBezTo>
                  <a:lnTo>
                    <a:pt x="24745" y="223568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2B578896-A81F-E9AC-96C4-87083C6DE4C2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13175685" y="5476436"/>
              <a:ext cx="84227" cy="153536"/>
            </a:xfrm>
            <a:custGeom>
              <a:avLst/>
              <a:gdLst>
                <a:gd name="connsiteX0" fmla="*/ 51024 w 84227"/>
                <a:gd name="connsiteY0" fmla="*/ 55698 h 153536"/>
                <a:gd name="connsiteX1" fmla="*/ 76442 w 84227"/>
                <a:gd name="connsiteY1" fmla="*/ 55698 h 153536"/>
                <a:gd name="connsiteX2" fmla="*/ 84416 w 84227"/>
                <a:gd name="connsiteY2" fmla="*/ 50379 h 153536"/>
                <a:gd name="connsiteX3" fmla="*/ 76940 w 84227"/>
                <a:gd name="connsiteY3" fmla="*/ 46993 h 153536"/>
                <a:gd name="connsiteX4" fmla="*/ 53267 w 84227"/>
                <a:gd name="connsiteY4" fmla="*/ 46993 h 153536"/>
                <a:gd name="connsiteX5" fmla="*/ 62487 w 84227"/>
                <a:gd name="connsiteY5" fmla="*/ 11209 h 153536"/>
                <a:gd name="connsiteX6" fmla="*/ 63234 w 84227"/>
                <a:gd name="connsiteY6" fmla="*/ 7823 h 153536"/>
                <a:gd name="connsiteX7" fmla="*/ 54762 w 84227"/>
                <a:gd name="connsiteY7" fmla="*/ 86 h 153536"/>
                <a:gd name="connsiteX8" fmla="*/ 43050 w 84227"/>
                <a:gd name="connsiteY8" fmla="*/ 10483 h 153536"/>
                <a:gd name="connsiteX9" fmla="*/ 33580 w 84227"/>
                <a:gd name="connsiteY9" fmla="*/ 46993 h 153536"/>
                <a:gd name="connsiteX10" fmla="*/ 8163 w 84227"/>
                <a:gd name="connsiteY10" fmla="*/ 46993 h 153536"/>
                <a:gd name="connsiteX11" fmla="*/ 188 w 84227"/>
                <a:gd name="connsiteY11" fmla="*/ 52313 h 153536"/>
                <a:gd name="connsiteX12" fmla="*/ 7664 w 84227"/>
                <a:gd name="connsiteY12" fmla="*/ 55698 h 153536"/>
                <a:gd name="connsiteX13" fmla="*/ 31338 w 84227"/>
                <a:gd name="connsiteY13" fmla="*/ 55698 h 153536"/>
                <a:gd name="connsiteX14" fmla="*/ 16635 w 84227"/>
                <a:gd name="connsiteY14" fmla="*/ 112760 h 153536"/>
                <a:gd name="connsiteX15" fmla="*/ 12897 w 84227"/>
                <a:gd name="connsiteY15" fmla="*/ 130653 h 153536"/>
                <a:gd name="connsiteX16" fmla="*/ 39561 w 84227"/>
                <a:gd name="connsiteY16" fmla="*/ 153623 h 153536"/>
                <a:gd name="connsiteX17" fmla="*/ 82921 w 84227"/>
                <a:gd name="connsiteY17" fmla="*/ 116629 h 153536"/>
                <a:gd name="connsiteX18" fmla="*/ 78934 w 84227"/>
                <a:gd name="connsiteY18" fmla="*/ 113486 h 153536"/>
                <a:gd name="connsiteX19" fmla="*/ 73701 w 84227"/>
                <a:gd name="connsiteY19" fmla="*/ 118080 h 153536"/>
                <a:gd name="connsiteX20" fmla="*/ 40309 w 84227"/>
                <a:gd name="connsiteY20" fmla="*/ 146853 h 153536"/>
                <a:gd name="connsiteX21" fmla="*/ 31587 w 84227"/>
                <a:gd name="connsiteY21" fmla="*/ 135005 h 153536"/>
                <a:gd name="connsiteX22" fmla="*/ 33082 w 84227"/>
                <a:gd name="connsiteY22" fmla="*/ 125092 h 153536"/>
                <a:gd name="connsiteX23" fmla="*/ 51024 w 84227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4227" h="153536">
                  <a:moveTo>
                    <a:pt x="51024" y="55698"/>
                  </a:moveTo>
                  <a:lnTo>
                    <a:pt x="76442" y="55698"/>
                  </a:lnTo>
                  <a:cubicBezTo>
                    <a:pt x="81176" y="55698"/>
                    <a:pt x="84416" y="55698"/>
                    <a:pt x="84416" y="50379"/>
                  </a:cubicBezTo>
                  <a:cubicBezTo>
                    <a:pt x="84416" y="46993"/>
                    <a:pt x="81176" y="46993"/>
                    <a:pt x="76940" y="46993"/>
                  </a:cubicBezTo>
                  <a:lnTo>
                    <a:pt x="53267" y="46993"/>
                  </a:lnTo>
                  <a:lnTo>
                    <a:pt x="62487" y="11209"/>
                  </a:lnTo>
                  <a:cubicBezTo>
                    <a:pt x="62736" y="10000"/>
                    <a:pt x="63234" y="8791"/>
                    <a:pt x="63234" y="7823"/>
                  </a:cubicBezTo>
                  <a:cubicBezTo>
                    <a:pt x="63234" y="3471"/>
                    <a:pt x="59746" y="86"/>
                    <a:pt x="54762" y="86"/>
                  </a:cubicBezTo>
                  <a:cubicBezTo>
                    <a:pt x="48532" y="86"/>
                    <a:pt x="44794" y="4197"/>
                    <a:pt x="43050" y="10483"/>
                  </a:cubicBezTo>
                  <a:cubicBezTo>
                    <a:pt x="41305" y="16528"/>
                    <a:pt x="44545" y="4922"/>
                    <a:pt x="33580" y="46993"/>
                  </a:cubicBezTo>
                  <a:lnTo>
                    <a:pt x="8163" y="46993"/>
                  </a:lnTo>
                  <a:cubicBezTo>
                    <a:pt x="3428" y="46993"/>
                    <a:pt x="188" y="46993"/>
                    <a:pt x="188" y="52313"/>
                  </a:cubicBezTo>
                  <a:cubicBezTo>
                    <a:pt x="188" y="55698"/>
                    <a:pt x="3179" y="55698"/>
                    <a:pt x="7664" y="55698"/>
                  </a:cubicBezTo>
                  <a:lnTo>
                    <a:pt x="31338" y="55698"/>
                  </a:lnTo>
                  <a:lnTo>
                    <a:pt x="16635" y="112760"/>
                  </a:lnTo>
                  <a:cubicBezTo>
                    <a:pt x="15140" y="118805"/>
                    <a:pt x="12897" y="127510"/>
                    <a:pt x="12897" y="130653"/>
                  </a:cubicBezTo>
                  <a:cubicBezTo>
                    <a:pt x="12897" y="144919"/>
                    <a:pt x="25357" y="153623"/>
                    <a:pt x="39561" y="153623"/>
                  </a:cubicBezTo>
                  <a:cubicBezTo>
                    <a:pt x="67222" y="153623"/>
                    <a:pt x="82921" y="119772"/>
                    <a:pt x="82921" y="116629"/>
                  </a:cubicBezTo>
                  <a:cubicBezTo>
                    <a:pt x="82921" y="113486"/>
                    <a:pt x="79681" y="113486"/>
                    <a:pt x="78934" y="113486"/>
                  </a:cubicBezTo>
                  <a:cubicBezTo>
                    <a:pt x="75943" y="113486"/>
                    <a:pt x="75694" y="113969"/>
                    <a:pt x="73701" y="118080"/>
                  </a:cubicBezTo>
                  <a:cubicBezTo>
                    <a:pt x="66723" y="133313"/>
                    <a:pt x="54014" y="146853"/>
                    <a:pt x="40309" y="146853"/>
                  </a:cubicBezTo>
                  <a:cubicBezTo>
                    <a:pt x="35075" y="146853"/>
                    <a:pt x="31587" y="143710"/>
                    <a:pt x="31587" y="135005"/>
                  </a:cubicBezTo>
                  <a:cubicBezTo>
                    <a:pt x="31587" y="132587"/>
                    <a:pt x="32584" y="127510"/>
                    <a:pt x="33082" y="125092"/>
                  </a:cubicBezTo>
                  <a:lnTo>
                    <a:pt x="51024" y="55698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510E18C-AEE2-1B04-6D89-D5D897627D35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13290202" y="5477887"/>
              <a:ext cx="183406" cy="178199"/>
            </a:xfrm>
            <a:custGeom>
              <a:avLst/>
              <a:gdLst>
                <a:gd name="connsiteX0" fmla="*/ 98125 w 183406"/>
                <a:gd name="connsiteY0" fmla="*/ 95110 h 178199"/>
                <a:gd name="connsiteX1" fmla="*/ 174378 w 183406"/>
                <a:gd name="connsiteY1" fmla="*/ 95110 h 178199"/>
                <a:gd name="connsiteX2" fmla="*/ 183598 w 183406"/>
                <a:gd name="connsiteY2" fmla="*/ 89307 h 178199"/>
                <a:gd name="connsiteX3" fmla="*/ 174378 w 183406"/>
                <a:gd name="connsiteY3" fmla="*/ 83262 h 178199"/>
                <a:gd name="connsiteX4" fmla="*/ 98125 w 183406"/>
                <a:gd name="connsiteY4" fmla="*/ 83262 h 178199"/>
                <a:gd name="connsiteX5" fmla="*/ 98125 w 183406"/>
                <a:gd name="connsiteY5" fmla="*/ 9032 h 178199"/>
                <a:gd name="connsiteX6" fmla="*/ 92144 w 183406"/>
                <a:gd name="connsiteY6" fmla="*/ 86 h 178199"/>
                <a:gd name="connsiteX7" fmla="*/ 85914 w 183406"/>
                <a:gd name="connsiteY7" fmla="*/ 9032 h 178199"/>
                <a:gd name="connsiteX8" fmla="*/ 85914 w 183406"/>
                <a:gd name="connsiteY8" fmla="*/ 83262 h 178199"/>
                <a:gd name="connsiteX9" fmla="*/ 9412 w 183406"/>
                <a:gd name="connsiteY9" fmla="*/ 83262 h 178199"/>
                <a:gd name="connsiteX10" fmla="*/ 191 w 183406"/>
                <a:gd name="connsiteY10" fmla="*/ 89065 h 178199"/>
                <a:gd name="connsiteX11" fmla="*/ 9412 w 183406"/>
                <a:gd name="connsiteY11" fmla="*/ 95110 h 178199"/>
                <a:gd name="connsiteX12" fmla="*/ 85914 w 183406"/>
                <a:gd name="connsiteY12" fmla="*/ 95110 h 178199"/>
                <a:gd name="connsiteX13" fmla="*/ 85914 w 183406"/>
                <a:gd name="connsiteY13" fmla="*/ 169339 h 178199"/>
                <a:gd name="connsiteX14" fmla="*/ 91895 w 183406"/>
                <a:gd name="connsiteY14" fmla="*/ 178286 h 178199"/>
                <a:gd name="connsiteX15" fmla="*/ 98125 w 183406"/>
                <a:gd name="connsiteY15" fmla="*/ 169339 h 178199"/>
                <a:gd name="connsiteX16" fmla="*/ 98125 w 183406"/>
                <a:gd name="connsiteY16" fmla="*/ 95110 h 178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83406" h="178199">
                  <a:moveTo>
                    <a:pt x="98125" y="95110"/>
                  </a:moveTo>
                  <a:lnTo>
                    <a:pt x="174378" y="95110"/>
                  </a:lnTo>
                  <a:cubicBezTo>
                    <a:pt x="177617" y="95110"/>
                    <a:pt x="183598" y="95110"/>
                    <a:pt x="183598" y="89307"/>
                  </a:cubicBezTo>
                  <a:cubicBezTo>
                    <a:pt x="183598" y="83262"/>
                    <a:pt x="177867" y="83262"/>
                    <a:pt x="174378" y="83262"/>
                  </a:cubicBezTo>
                  <a:lnTo>
                    <a:pt x="98125" y="83262"/>
                  </a:lnTo>
                  <a:lnTo>
                    <a:pt x="98125" y="9032"/>
                  </a:lnTo>
                  <a:cubicBezTo>
                    <a:pt x="98125" y="5889"/>
                    <a:pt x="98125" y="86"/>
                    <a:pt x="92144" y="86"/>
                  </a:cubicBezTo>
                  <a:cubicBezTo>
                    <a:pt x="85914" y="86"/>
                    <a:pt x="85914" y="5647"/>
                    <a:pt x="85914" y="9032"/>
                  </a:cubicBezTo>
                  <a:lnTo>
                    <a:pt x="85914" y="83262"/>
                  </a:lnTo>
                  <a:lnTo>
                    <a:pt x="9412" y="83262"/>
                  </a:lnTo>
                  <a:cubicBezTo>
                    <a:pt x="6172" y="83262"/>
                    <a:pt x="191" y="83262"/>
                    <a:pt x="191" y="89065"/>
                  </a:cubicBezTo>
                  <a:cubicBezTo>
                    <a:pt x="191" y="95110"/>
                    <a:pt x="5923" y="95110"/>
                    <a:pt x="9412" y="95110"/>
                  </a:cubicBezTo>
                  <a:lnTo>
                    <a:pt x="85914" y="95110"/>
                  </a:lnTo>
                  <a:lnTo>
                    <a:pt x="85914" y="169339"/>
                  </a:lnTo>
                  <a:cubicBezTo>
                    <a:pt x="85914" y="172483"/>
                    <a:pt x="85914" y="178286"/>
                    <a:pt x="91895" y="178286"/>
                  </a:cubicBezTo>
                  <a:cubicBezTo>
                    <a:pt x="98125" y="178286"/>
                    <a:pt x="98125" y="172724"/>
                    <a:pt x="98125" y="169339"/>
                  </a:cubicBezTo>
                  <a:lnTo>
                    <a:pt x="98125" y="95110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DDBCEE37-3315-3419-891F-26CF7FCBB822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3518461" y="5467006"/>
              <a:ext cx="90706" cy="160548"/>
            </a:xfrm>
            <a:custGeom>
              <a:avLst/>
              <a:gdLst>
                <a:gd name="connsiteX0" fmla="*/ 56515 w 90706"/>
                <a:gd name="connsiteY0" fmla="*/ 6856 h 160548"/>
                <a:gd name="connsiteX1" fmla="*/ 49040 w 90706"/>
                <a:gd name="connsiteY1" fmla="*/ 86 h 160548"/>
                <a:gd name="connsiteX2" fmla="*/ 197 w 90706"/>
                <a:gd name="connsiteY2" fmla="*/ 15561 h 160548"/>
                <a:gd name="connsiteX3" fmla="*/ 197 w 90706"/>
                <a:gd name="connsiteY3" fmla="*/ 24265 h 160548"/>
                <a:gd name="connsiteX4" fmla="*/ 36331 w 90706"/>
                <a:gd name="connsiteY4" fmla="*/ 17495 h 160548"/>
                <a:gd name="connsiteX5" fmla="*/ 36331 w 90706"/>
                <a:gd name="connsiteY5" fmla="*/ 140808 h 160548"/>
                <a:gd name="connsiteX6" fmla="*/ 11411 w 90706"/>
                <a:gd name="connsiteY6" fmla="*/ 151930 h 160548"/>
                <a:gd name="connsiteX7" fmla="*/ 1942 w 90706"/>
                <a:gd name="connsiteY7" fmla="*/ 151930 h 160548"/>
                <a:gd name="connsiteX8" fmla="*/ 1942 w 90706"/>
                <a:gd name="connsiteY8" fmla="*/ 160635 h 160548"/>
                <a:gd name="connsiteX9" fmla="*/ 46298 w 90706"/>
                <a:gd name="connsiteY9" fmla="*/ 159668 h 160548"/>
                <a:gd name="connsiteX10" fmla="*/ 90904 w 90706"/>
                <a:gd name="connsiteY10" fmla="*/ 160635 h 160548"/>
                <a:gd name="connsiteX11" fmla="*/ 90904 w 90706"/>
                <a:gd name="connsiteY11" fmla="*/ 151930 h 160548"/>
                <a:gd name="connsiteX12" fmla="*/ 81435 w 90706"/>
                <a:gd name="connsiteY12" fmla="*/ 151930 h 160548"/>
                <a:gd name="connsiteX13" fmla="*/ 56515 w 90706"/>
                <a:gd name="connsiteY13" fmla="*/ 140808 h 160548"/>
                <a:gd name="connsiteX14" fmla="*/ 56515 w 90706"/>
                <a:gd name="connsiteY14" fmla="*/ 6856 h 160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706" h="160548">
                  <a:moveTo>
                    <a:pt x="56515" y="6856"/>
                  </a:moveTo>
                  <a:cubicBezTo>
                    <a:pt x="56515" y="328"/>
                    <a:pt x="56017" y="86"/>
                    <a:pt x="49040" y="86"/>
                  </a:cubicBezTo>
                  <a:cubicBezTo>
                    <a:pt x="33091" y="15319"/>
                    <a:pt x="10414" y="15561"/>
                    <a:pt x="197" y="15561"/>
                  </a:cubicBezTo>
                  <a:lnTo>
                    <a:pt x="197" y="24265"/>
                  </a:lnTo>
                  <a:cubicBezTo>
                    <a:pt x="6178" y="24265"/>
                    <a:pt x="22625" y="24265"/>
                    <a:pt x="36331" y="17495"/>
                  </a:cubicBezTo>
                  <a:lnTo>
                    <a:pt x="36331" y="140808"/>
                  </a:lnTo>
                  <a:cubicBezTo>
                    <a:pt x="36331" y="148787"/>
                    <a:pt x="36331" y="151930"/>
                    <a:pt x="11411" y="151930"/>
                  </a:cubicBezTo>
                  <a:lnTo>
                    <a:pt x="1942" y="151930"/>
                  </a:lnTo>
                  <a:lnTo>
                    <a:pt x="1942" y="160635"/>
                  </a:lnTo>
                  <a:cubicBezTo>
                    <a:pt x="6427" y="160393"/>
                    <a:pt x="37078" y="159668"/>
                    <a:pt x="46298" y="159668"/>
                  </a:cubicBezTo>
                  <a:cubicBezTo>
                    <a:pt x="54023" y="159668"/>
                    <a:pt x="85422" y="160393"/>
                    <a:pt x="90904" y="160635"/>
                  </a:cubicBezTo>
                  <a:lnTo>
                    <a:pt x="90904" y="151930"/>
                  </a:lnTo>
                  <a:lnTo>
                    <a:pt x="81435" y="151930"/>
                  </a:lnTo>
                  <a:cubicBezTo>
                    <a:pt x="56515" y="151930"/>
                    <a:pt x="56515" y="148787"/>
                    <a:pt x="56515" y="140808"/>
                  </a:cubicBezTo>
                  <a:lnTo>
                    <a:pt x="56515" y="6856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80D73F56-3A5E-24BC-5680-96ACECF81B85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3769820" y="5448976"/>
              <a:ext cx="236734" cy="80827"/>
            </a:xfrm>
            <a:custGeom>
              <a:avLst/>
              <a:gdLst>
                <a:gd name="connsiteX0" fmla="*/ 224835 w 236734"/>
                <a:gd name="connsiteY0" fmla="*/ 13901 h 80827"/>
                <a:gd name="connsiteX1" fmla="*/ 236939 w 236734"/>
                <a:gd name="connsiteY1" fmla="*/ 6993 h 80827"/>
                <a:gd name="connsiteX2" fmla="*/ 225191 w 236734"/>
                <a:gd name="connsiteY2" fmla="*/ 85 h 80827"/>
                <a:gd name="connsiteX3" fmla="*/ 11952 w 236734"/>
                <a:gd name="connsiteY3" fmla="*/ 85 h 80827"/>
                <a:gd name="connsiteX4" fmla="*/ 205 w 236734"/>
                <a:gd name="connsiteY4" fmla="*/ 6993 h 80827"/>
                <a:gd name="connsiteX5" fmla="*/ 12308 w 236734"/>
                <a:gd name="connsiteY5" fmla="*/ 13901 h 80827"/>
                <a:gd name="connsiteX6" fmla="*/ 224835 w 236734"/>
                <a:gd name="connsiteY6" fmla="*/ 13901 h 80827"/>
                <a:gd name="connsiteX7" fmla="*/ 225191 w 236734"/>
                <a:gd name="connsiteY7" fmla="*/ 80912 h 80827"/>
                <a:gd name="connsiteX8" fmla="*/ 236939 w 236734"/>
                <a:gd name="connsiteY8" fmla="*/ 74003 h 80827"/>
                <a:gd name="connsiteX9" fmla="*/ 224835 w 236734"/>
                <a:gd name="connsiteY9" fmla="*/ 67095 h 80827"/>
                <a:gd name="connsiteX10" fmla="*/ 12308 w 236734"/>
                <a:gd name="connsiteY10" fmla="*/ 67095 h 80827"/>
                <a:gd name="connsiteX11" fmla="*/ 205 w 236734"/>
                <a:gd name="connsiteY11" fmla="*/ 74003 h 80827"/>
                <a:gd name="connsiteX12" fmla="*/ 11952 w 236734"/>
                <a:gd name="connsiteY12" fmla="*/ 80912 h 80827"/>
                <a:gd name="connsiteX13" fmla="*/ 225191 w 236734"/>
                <a:gd name="connsiteY13" fmla="*/ 80912 h 8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734" h="80827">
                  <a:moveTo>
                    <a:pt x="224835" y="13901"/>
                  </a:moveTo>
                  <a:cubicBezTo>
                    <a:pt x="230175" y="13901"/>
                    <a:pt x="236939" y="13901"/>
                    <a:pt x="236939" y="6993"/>
                  </a:cubicBezTo>
                  <a:cubicBezTo>
                    <a:pt x="236939" y="85"/>
                    <a:pt x="230175" y="85"/>
                    <a:pt x="225191" y="85"/>
                  </a:cubicBezTo>
                  <a:lnTo>
                    <a:pt x="11952" y="85"/>
                  </a:lnTo>
                  <a:cubicBezTo>
                    <a:pt x="6969" y="85"/>
                    <a:pt x="205" y="85"/>
                    <a:pt x="205" y="6993"/>
                  </a:cubicBezTo>
                  <a:cubicBezTo>
                    <a:pt x="205" y="13901"/>
                    <a:pt x="6969" y="13901"/>
                    <a:pt x="12308" y="13901"/>
                  </a:cubicBezTo>
                  <a:lnTo>
                    <a:pt x="224835" y="13901"/>
                  </a:lnTo>
                  <a:close/>
                  <a:moveTo>
                    <a:pt x="225191" y="80912"/>
                  </a:moveTo>
                  <a:cubicBezTo>
                    <a:pt x="230175" y="80912"/>
                    <a:pt x="236939" y="80912"/>
                    <a:pt x="236939" y="74003"/>
                  </a:cubicBezTo>
                  <a:cubicBezTo>
                    <a:pt x="236939" y="67095"/>
                    <a:pt x="230175" y="67095"/>
                    <a:pt x="224835" y="67095"/>
                  </a:cubicBezTo>
                  <a:lnTo>
                    <a:pt x="12308" y="67095"/>
                  </a:lnTo>
                  <a:cubicBezTo>
                    <a:pt x="6969" y="67095"/>
                    <a:pt x="205" y="67095"/>
                    <a:pt x="205" y="74003"/>
                  </a:cubicBezTo>
                  <a:cubicBezTo>
                    <a:pt x="205" y="80912"/>
                    <a:pt x="6969" y="80912"/>
                    <a:pt x="11952" y="80912"/>
                  </a:cubicBezTo>
                  <a:lnTo>
                    <a:pt x="225191" y="80912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97EA89C-7B37-EBFA-E4DD-086DFF05020F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4134195" y="5338789"/>
              <a:ext cx="405830" cy="239717"/>
            </a:xfrm>
            <a:custGeom>
              <a:avLst/>
              <a:gdLst>
                <a:gd name="connsiteX0" fmla="*/ 372226 w 405830"/>
                <a:gd name="connsiteY0" fmla="*/ 24609 h 239717"/>
                <a:gd name="connsiteX1" fmla="*/ 385754 w 405830"/>
                <a:gd name="connsiteY1" fmla="*/ 17010 h 239717"/>
                <a:gd name="connsiteX2" fmla="*/ 406045 w 405830"/>
                <a:gd name="connsiteY2" fmla="*/ 16319 h 239717"/>
                <a:gd name="connsiteX3" fmla="*/ 406045 w 405830"/>
                <a:gd name="connsiteY3" fmla="*/ 85 h 239717"/>
                <a:gd name="connsiteX4" fmla="*/ 367954 w 405830"/>
                <a:gd name="connsiteY4" fmla="*/ 1121 h 239717"/>
                <a:gd name="connsiteX5" fmla="*/ 319539 w 405830"/>
                <a:gd name="connsiteY5" fmla="*/ 85 h 239717"/>
                <a:gd name="connsiteX6" fmla="*/ 319539 w 405830"/>
                <a:gd name="connsiteY6" fmla="*/ 16319 h 239717"/>
                <a:gd name="connsiteX7" fmla="*/ 355851 w 405830"/>
                <a:gd name="connsiteY7" fmla="*/ 20119 h 239717"/>
                <a:gd name="connsiteX8" fmla="*/ 294620 w 405830"/>
                <a:gd name="connsiteY8" fmla="*/ 174519 h 239717"/>
                <a:gd name="connsiteX9" fmla="*/ 231610 w 405830"/>
                <a:gd name="connsiteY9" fmla="*/ 16319 h 239717"/>
                <a:gd name="connsiteX10" fmla="*/ 265785 w 405830"/>
                <a:gd name="connsiteY10" fmla="*/ 16319 h 239717"/>
                <a:gd name="connsiteX11" fmla="*/ 265785 w 405830"/>
                <a:gd name="connsiteY11" fmla="*/ 85 h 239717"/>
                <a:gd name="connsiteX12" fmla="*/ 203486 w 405830"/>
                <a:gd name="connsiteY12" fmla="*/ 1121 h 239717"/>
                <a:gd name="connsiteX13" fmla="*/ 149020 w 405830"/>
                <a:gd name="connsiteY13" fmla="*/ 85 h 239717"/>
                <a:gd name="connsiteX14" fmla="*/ 149020 w 405830"/>
                <a:gd name="connsiteY14" fmla="*/ 16319 h 239717"/>
                <a:gd name="connsiteX15" fmla="*/ 179635 w 405830"/>
                <a:gd name="connsiteY15" fmla="*/ 16319 h 239717"/>
                <a:gd name="connsiteX16" fmla="*/ 194230 w 405830"/>
                <a:gd name="connsiteY16" fmla="*/ 52933 h 239717"/>
                <a:gd name="connsiteX17" fmla="*/ 145816 w 405830"/>
                <a:gd name="connsiteY17" fmla="*/ 174519 h 239717"/>
                <a:gd name="connsiteX18" fmla="*/ 82805 w 405830"/>
                <a:gd name="connsiteY18" fmla="*/ 16319 h 239717"/>
                <a:gd name="connsiteX19" fmla="*/ 116980 w 405830"/>
                <a:gd name="connsiteY19" fmla="*/ 16319 h 239717"/>
                <a:gd name="connsiteX20" fmla="*/ 116980 w 405830"/>
                <a:gd name="connsiteY20" fmla="*/ 85 h 239717"/>
                <a:gd name="connsiteX21" fmla="*/ 54682 w 405830"/>
                <a:gd name="connsiteY21" fmla="*/ 1121 h 239717"/>
                <a:gd name="connsiteX22" fmla="*/ 215 w 405830"/>
                <a:gd name="connsiteY22" fmla="*/ 85 h 239717"/>
                <a:gd name="connsiteX23" fmla="*/ 215 w 405830"/>
                <a:gd name="connsiteY23" fmla="*/ 16319 h 239717"/>
                <a:gd name="connsiteX24" fmla="*/ 30830 w 405830"/>
                <a:gd name="connsiteY24" fmla="*/ 16319 h 239717"/>
                <a:gd name="connsiteX25" fmla="*/ 116268 w 405830"/>
                <a:gd name="connsiteY25" fmla="*/ 230822 h 239717"/>
                <a:gd name="connsiteX26" fmla="*/ 128728 w 405830"/>
                <a:gd name="connsiteY26" fmla="*/ 239802 h 239717"/>
                <a:gd name="connsiteX27" fmla="*/ 141188 w 405830"/>
                <a:gd name="connsiteY27" fmla="*/ 230822 h 239717"/>
                <a:gd name="connsiteX28" fmla="*/ 203130 w 405830"/>
                <a:gd name="connsiteY28" fmla="*/ 75385 h 239717"/>
                <a:gd name="connsiteX29" fmla="*/ 265073 w 405830"/>
                <a:gd name="connsiteY29" fmla="*/ 230822 h 239717"/>
                <a:gd name="connsiteX30" fmla="*/ 277532 w 405830"/>
                <a:gd name="connsiteY30" fmla="*/ 239802 h 239717"/>
                <a:gd name="connsiteX31" fmla="*/ 289992 w 405830"/>
                <a:gd name="connsiteY31" fmla="*/ 230822 h 239717"/>
                <a:gd name="connsiteX32" fmla="*/ 372226 w 405830"/>
                <a:gd name="connsiteY32" fmla="*/ 24609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5830" h="239717">
                  <a:moveTo>
                    <a:pt x="372226" y="24609"/>
                  </a:moveTo>
                  <a:cubicBezTo>
                    <a:pt x="374362" y="18737"/>
                    <a:pt x="374718" y="18046"/>
                    <a:pt x="385754" y="17010"/>
                  </a:cubicBezTo>
                  <a:cubicBezTo>
                    <a:pt x="392874" y="16319"/>
                    <a:pt x="400349" y="16319"/>
                    <a:pt x="406045" y="16319"/>
                  </a:cubicBezTo>
                  <a:lnTo>
                    <a:pt x="406045" y="85"/>
                  </a:lnTo>
                  <a:cubicBezTo>
                    <a:pt x="396434" y="430"/>
                    <a:pt x="383974" y="1121"/>
                    <a:pt x="367954" y="1121"/>
                  </a:cubicBezTo>
                  <a:cubicBezTo>
                    <a:pt x="354427" y="1121"/>
                    <a:pt x="332355" y="1121"/>
                    <a:pt x="319539" y="85"/>
                  </a:cubicBezTo>
                  <a:lnTo>
                    <a:pt x="319539" y="16319"/>
                  </a:lnTo>
                  <a:cubicBezTo>
                    <a:pt x="328439" y="16319"/>
                    <a:pt x="345527" y="16319"/>
                    <a:pt x="355851" y="20119"/>
                  </a:cubicBezTo>
                  <a:lnTo>
                    <a:pt x="294620" y="174519"/>
                  </a:lnTo>
                  <a:lnTo>
                    <a:pt x="231610" y="16319"/>
                  </a:lnTo>
                  <a:lnTo>
                    <a:pt x="265785" y="16319"/>
                  </a:lnTo>
                  <a:lnTo>
                    <a:pt x="265785" y="85"/>
                  </a:lnTo>
                  <a:cubicBezTo>
                    <a:pt x="252257" y="1121"/>
                    <a:pt x="218794" y="1121"/>
                    <a:pt x="203486" y="1121"/>
                  </a:cubicBezTo>
                  <a:cubicBezTo>
                    <a:pt x="189603" y="1121"/>
                    <a:pt x="161479" y="1121"/>
                    <a:pt x="149020" y="85"/>
                  </a:cubicBezTo>
                  <a:lnTo>
                    <a:pt x="149020" y="16319"/>
                  </a:lnTo>
                  <a:lnTo>
                    <a:pt x="179635" y="16319"/>
                  </a:lnTo>
                  <a:lnTo>
                    <a:pt x="194230" y="52933"/>
                  </a:lnTo>
                  <a:lnTo>
                    <a:pt x="145816" y="174519"/>
                  </a:lnTo>
                  <a:lnTo>
                    <a:pt x="82805" y="16319"/>
                  </a:lnTo>
                  <a:lnTo>
                    <a:pt x="116980" y="16319"/>
                  </a:lnTo>
                  <a:lnTo>
                    <a:pt x="116980" y="85"/>
                  </a:lnTo>
                  <a:cubicBezTo>
                    <a:pt x="103453" y="1121"/>
                    <a:pt x="69990" y="1121"/>
                    <a:pt x="54682" y="1121"/>
                  </a:cubicBezTo>
                  <a:cubicBezTo>
                    <a:pt x="40798" y="1121"/>
                    <a:pt x="12675" y="1121"/>
                    <a:pt x="215" y="85"/>
                  </a:cubicBezTo>
                  <a:lnTo>
                    <a:pt x="215" y="16319"/>
                  </a:lnTo>
                  <a:lnTo>
                    <a:pt x="30830" y="16319"/>
                  </a:lnTo>
                  <a:lnTo>
                    <a:pt x="116268" y="230822"/>
                  </a:lnTo>
                  <a:cubicBezTo>
                    <a:pt x="118404" y="236348"/>
                    <a:pt x="119828" y="239802"/>
                    <a:pt x="128728" y="239802"/>
                  </a:cubicBezTo>
                  <a:cubicBezTo>
                    <a:pt x="137628" y="239802"/>
                    <a:pt x="139052" y="236348"/>
                    <a:pt x="141188" y="230822"/>
                  </a:cubicBezTo>
                  <a:lnTo>
                    <a:pt x="203130" y="75385"/>
                  </a:lnTo>
                  <a:lnTo>
                    <a:pt x="265073" y="230822"/>
                  </a:lnTo>
                  <a:cubicBezTo>
                    <a:pt x="267209" y="236348"/>
                    <a:pt x="268633" y="239802"/>
                    <a:pt x="277532" y="239802"/>
                  </a:cubicBezTo>
                  <a:cubicBezTo>
                    <a:pt x="286432" y="239802"/>
                    <a:pt x="287856" y="236348"/>
                    <a:pt x="289992" y="230822"/>
                  </a:cubicBezTo>
                  <a:lnTo>
                    <a:pt x="372226" y="24609"/>
                  </a:lnTo>
                  <a:close/>
                </a:path>
              </a:pathLst>
            </a:custGeom>
            <a:solidFill>
              <a:srgbClr val="2683C6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5391D61F-F7DF-61A4-411A-A623F154E0B6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4596577" y="5316682"/>
              <a:ext cx="48770" cy="345414"/>
            </a:xfrm>
            <a:custGeom>
              <a:avLst/>
              <a:gdLst>
                <a:gd name="connsiteX0" fmla="*/ 48998 w 48770"/>
                <a:gd name="connsiteY0" fmla="*/ 345499 h 345414"/>
                <a:gd name="connsiteX1" fmla="*/ 48998 w 48770"/>
                <a:gd name="connsiteY1" fmla="*/ 331683 h 345414"/>
                <a:gd name="connsiteX2" fmla="*/ 14467 w 48770"/>
                <a:gd name="connsiteY2" fmla="*/ 331683 h 345414"/>
                <a:gd name="connsiteX3" fmla="*/ 14467 w 48770"/>
                <a:gd name="connsiteY3" fmla="*/ 13901 h 345414"/>
                <a:gd name="connsiteX4" fmla="*/ 48998 w 48770"/>
                <a:gd name="connsiteY4" fmla="*/ 13901 h 345414"/>
                <a:gd name="connsiteX5" fmla="*/ 48998 w 48770"/>
                <a:gd name="connsiteY5" fmla="*/ 85 h 345414"/>
                <a:gd name="connsiteX6" fmla="*/ 227 w 48770"/>
                <a:gd name="connsiteY6" fmla="*/ 85 h 345414"/>
                <a:gd name="connsiteX7" fmla="*/ 227 w 48770"/>
                <a:gd name="connsiteY7" fmla="*/ 345499 h 345414"/>
                <a:gd name="connsiteX8" fmla="*/ 48998 w 48770"/>
                <a:gd name="connsiteY8" fmla="*/ 345499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770" h="345414">
                  <a:moveTo>
                    <a:pt x="48998" y="345499"/>
                  </a:moveTo>
                  <a:lnTo>
                    <a:pt x="48998" y="331683"/>
                  </a:lnTo>
                  <a:lnTo>
                    <a:pt x="14467" y="331683"/>
                  </a:lnTo>
                  <a:lnTo>
                    <a:pt x="14467" y="13901"/>
                  </a:lnTo>
                  <a:lnTo>
                    <a:pt x="48998" y="13901"/>
                  </a:lnTo>
                  <a:lnTo>
                    <a:pt x="48998" y="85"/>
                  </a:lnTo>
                  <a:lnTo>
                    <a:pt x="227" y="85"/>
                  </a:lnTo>
                  <a:lnTo>
                    <a:pt x="227" y="345499"/>
                  </a:lnTo>
                  <a:lnTo>
                    <a:pt x="48998" y="345499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42F6834-2B06-AA6E-B626-6DE7EEDFECBD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4661288" y="5422379"/>
              <a:ext cx="200423" cy="153364"/>
            </a:xfrm>
            <a:custGeom>
              <a:avLst/>
              <a:gdLst>
                <a:gd name="connsiteX0" fmla="*/ 115571 w 200423"/>
                <a:gd name="connsiteY0" fmla="*/ 68477 h 153364"/>
                <a:gd name="connsiteX1" fmla="*/ 157222 w 200423"/>
                <a:gd name="connsiteY1" fmla="*/ 23573 h 153364"/>
                <a:gd name="connsiteX2" fmla="*/ 193533 w 200423"/>
                <a:gd name="connsiteY2" fmla="*/ 16319 h 153364"/>
                <a:gd name="connsiteX3" fmla="*/ 193533 w 200423"/>
                <a:gd name="connsiteY3" fmla="*/ 85 h 153364"/>
                <a:gd name="connsiteX4" fmla="*/ 160782 w 200423"/>
                <a:gd name="connsiteY4" fmla="*/ 1121 h 153364"/>
                <a:gd name="connsiteX5" fmla="*/ 124115 w 200423"/>
                <a:gd name="connsiteY5" fmla="*/ 85 h 153364"/>
                <a:gd name="connsiteX6" fmla="*/ 124115 w 200423"/>
                <a:gd name="connsiteY6" fmla="*/ 16319 h 153364"/>
                <a:gd name="connsiteX7" fmla="*/ 137643 w 200423"/>
                <a:gd name="connsiteY7" fmla="*/ 19428 h 153364"/>
                <a:gd name="connsiteX8" fmla="*/ 134795 w 200423"/>
                <a:gd name="connsiteY8" fmla="*/ 23573 h 153364"/>
                <a:gd name="connsiteX9" fmla="*/ 104891 w 200423"/>
                <a:gd name="connsiteY9" fmla="*/ 56042 h 153364"/>
                <a:gd name="connsiteX10" fmla="*/ 70004 w 200423"/>
                <a:gd name="connsiteY10" fmla="*/ 16319 h 153364"/>
                <a:gd name="connsiteX11" fmla="*/ 84244 w 200423"/>
                <a:gd name="connsiteY11" fmla="*/ 16319 h 153364"/>
                <a:gd name="connsiteX12" fmla="*/ 84244 w 200423"/>
                <a:gd name="connsiteY12" fmla="*/ 85 h 153364"/>
                <a:gd name="connsiteX13" fmla="*/ 41169 w 200423"/>
                <a:gd name="connsiteY13" fmla="*/ 1121 h 153364"/>
                <a:gd name="connsiteX14" fmla="*/ 2010 w 200423"/>
                <a:gd name="connsiteY14" fmla="*/ 85 h 153364"/>
                <a:gd name="connsiteX15" fmla="*/ 2010 w 200423"/>
                <a:gd name="connsiteY15" fmla="*/ 16319 h 153364"/>
                <a:gd name="connsiteX16" fmla="*/ 27285 w 200423"/>
                <a:gd name="connsiteY16" fmla="*/ 16319 h 153364"/>
                <a:gd name="connsiteX17" fmla="*/ 82820 w 200423"/>
                <a:gd name="connsiteY17" fmla="*/ 79875 h 153364"/>
                <a:gd name="connsiteX18" fmla="*/ 36185 w 200423"/>
                <a:gd name="connsiteY18" fmla="*/ 130651 h 153364"/>
                <a:gd name="connsiteX19" fmla="*/ 230 w 200423"/>
                <a:gd name="connsiteY19" fmla="*/ 137214 h 153364"/>
                <a:gd name="connsiteX20" fmla="*/ 230 w 200423"/>
                <a:gd name="connsiteY20" fmla="*/ 153449 h 153364"/>
                <a:gd name="connsiteX21" fmla="*/ 32981 w 200423"/>
                <a:gd name="connsiteY21" fmla="*/ 152413 h 153364"/>
                <a:gd name="connsiteX22" fmla="*/ 69648 w 200423"/>
                <a:gd name="connsiteY22" fmla="*/ 153449 h 153364"/>
                <a:gd name="connsiteX23" fmla="*/ 69648 w 200423"/>
                <a:gd name="connsiteY23" fmla="*/ 137214 h 153364"/>
                <a:gd name="connsiteX24" fmla="*/ 56477 w 200423"/>
                <a:gd name="connsiteY24" fmla="*/ 133415 h 153364"/>
                <a:gd name="connsiteX25" fmla="*/ 58969 w 200423"/>
                <a:gd name="connsiteY25" fmla="*/ 129961 h 153364"/>
                <a:gd name="connsiteX26" fmla="*/ 93500 w 200423"/>
                <a:gd name="connsiteY26" fmla="*/ 92310 h 153364"/>
                <a:gd name="connsiteX27" fmla="*/ 132659 w 200423"/>
                <a:gd name="connsiteY27" fmla="*/ 137214 h 153364"/>
                <a:gd name="connsiteX28" fmla="*/ 118775 w 200423"/>
                <a:gd name="connsiteY28" fmla="*/ 137214 h 153364"/>
                <a:gd name="connsiteX29" fmla="*/ 118775 w 200423"/>
                <a:gd name="connsiteY29" fmla="*/ 153449 h 153364"/>
                <a:gd name="connsiteX30" fmla="*/ 161494 w 200423"/>
                <a:gd name="connsiteY30" fmla="*/ 152413 h 153364"/>
                <a:gd name="connsiteX31" fmla="*/ 200653 w 200423"/>
                <a:gd name="connsiteY31" fmla="*/ 153449 h 153364"/>
                <a:gd name="connsiteX32" fmla="*/ 200653 w 200423"/>
                <a:gd name="connsiteY32" fmla="*/ 137214 h 153364"/>
                <a:gd name="connsiteX33" fmla="*/ 175378 w 200423"/>
                <a:gd name="connsiteY33" fmla="*/ 137214 h 153364"/>
                <a:gd name="connsiteX34" fmla="*/ 115571 w 200423"/>
                <a:gd name="connsiteY34" fmla="*/ 68477 h 153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00423" h="153364">
                  <a:moveTo>
                    <a:pt x="115571" y="68477"/>
                  </a:moveTo>
                  <a:lnTo>
                    <a:pt x="157222" y="23573"/>
                  </a:lnTo>
                  <a:cubicBezTo>
                    <a:pt x="161850" y="18737"/>
                    <a:pt x="163986" y="16319"/>
                    <a:pt x="193533" y="16319"/>
                  </a:cubicBezTo>
                  <a:lnTo>
                    <a:pt x="193533" y="85"/>
                  </a:lnTo>
                  <a:cubicBezTo>
                    <a:pt x="181074" y="775"/>
                    <a:pt x="162562" y="1121"/>
                    <a:pt x="160782" y="1121"/>
                  </a:cubicBezTo>
                  <a:cubicBezTo>
                    <a:pt x="151882" y="1121"/>
                    <a:pt x="134083" y="430"/>
                    <a:pt x="124115" y="85"/>
                  </a:cubicBezTo>
                  <a:lnTo>
                    <a:pt x="124115" y="16319"/>
                  </a:lnTo>
                  <a:cubicBezTo>
                    <a:pt x="129099" y="16319"/>
                    <a:pt x="133371" y="17010"/>
                    <a:pt x="137643" y="19428"/>
                  </a:cubicBezTo>
                  <a:cubicBezTo>
                    <a:pt x="136219" y="21500"/>
                    <a:pt x="136219" y="22191"/>
                    <a:pt x="134795" y="23573"/>
                  </a:cubicBezTo>
                  <a:lnTo>
                    <a:pt x="104891" y="56042"/>
                  </a:lnTo>
                  <a:lnTo>
                    <a:pt x="70004" y="16319"/>
                  </a:lnTo>
                  <a:lnTo>
                    <a:pt x="84244" y="16319"/>
                  </a:lnTo>
                  <a:lnTo>
                    <a:pt x="84244" y="85"/>
                  </a:lnTo>
                  <a:cubicBezTo>
                    <a:pt x="74988" y="430"/>
                    <a:pt x="52561" y="1121"/>
                    <a:pt x="41169" y="1121"/>
                  </a:cubicBezTo>
                  <a:cubicBezTo>
                    <a:pt x="29777" y="1121"/>
                    <a:pt x="13758" y="430"/>
                    <a:pt x="2010" y="85"/>
                  </a:cubicBezTo>
                  <a:lnTo>
                    <a:pt x="2010" y="16319"/>
                  </a:lnTo>
                  <a:lnTo>
                    <a:pt x="27285" y="16319"/>
                  </a:lnTo>
                  <a:lnTo>
                    <a:pt x="82820" y="79875"/>
                  </a:lnTo>
                  <a:lnTo>
                    <a:pt x="36185" y="130651"/>
                  </a:lnTo>
                  <a:cubicBezTo>
                    <a:pt x="30133" y="137214"/>
                    <a:pt x="17318" y="137214"/>
                    <a:pt x="230" y="137214"/>
                  </a:cubicBezTo>
                  <a:lnTo>
                    <a:pt x="230" y="153449"/>
                  </a:lnTo>
                  <a:cubicBezTo>
                    <a:pt x="12690" y="152758"/>
                    <a:pt x="31201" y="152413"/>
                    <a:pt x="32981" y="152413"/>
                  </a:cubicBezTo>
                  <a:cubicBezTo>
                    <a:pt x="41881" y="152413"/>
                    <a:pt x="62528" y="153103"/>
                    <a:pt x="69648" y="153449"/>
                  </a:cubicBezTo>
                  <a:lnTo>
                    <a:pt x="69648" y="137214"/>
                  </a:lnTo>
                  <a:cubicBezTo>
                    <a:pt x="63240" y="137214"/>
                    <a:pt x="56477" y="135487"/>
                    <a:pt x="56477" y="133415"/>
                  </a:cubicBezTo>
                  <a:cubicBezTo>
                    <a:pt x="56477" y="133069"/>
                    <a:pt x="56477" y="132724"/>
                    <a:pt x="58969" y="129961"/>
                  </a:cubicBezTo>
                  <a:lnTo>
                    <a:pt x="93500" y="92310"/>
                  </a:lnTo>
                  <a:lnTo>
                    <a:pt x="132659" y="137214"/>
                  </a:lnTo>
                  <a:lnTo>
                    <a:pt x="118775" y="137214"/>
                  </a:lnTo>
                  <a:lnTo>
                    <a:pt x="118775" y="153449"/>
                  </a:lnTo>
                  <a:cubicBezTo>
                    <a:pt x="128031" y="153103"/>
                    <a:pt x="149746" y="152413"/>
                    <a:pt x="161494" y="152413"/>
                  </a:cubicBezTo>
                  <a:cubicBezTo>
                    <a:pt x="172886" y="152413"/>
                    <a:pt x="188905" y="153103"/>
                    <a:pt x="200653" y="153449"/>
                  </a:cubicBezTo>
                  <a:lnTo>
                    <a:pt x="200653" y="137214"/>
                  </a:lnTo>
                  <a:lnTo>
                    <a:pt x="175378" y="137214"/>
                  </a:lnTo>
                  <a:lnTo>
                    <a:pt x="115571" y="68477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A26B5172-F394-339E-16F3-534F81587C81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4879988" y="5476436"/>
              <a:ext cx="84227" cy="153536"/>
            </a:xfrm>
            <a:custGeom>
              <a:avLst/>
              <a:gdLst>
                <a:gd name="connsiteX0" fmla="*/ 51072 w 84227"/>
                <a:gd name="connsiteY0" fmla="*/ 55698 h 153536"/>
                <a:gd name="connsiteX1" fmla="*/ 76489 w 84227"/>
                <a:gd name="connsiteY1" fmla="*/ 55698 h 153536"/>
                <a:gd name="connsiteX2" fmla="*/ 84464 w 84227"/>
                <a:gd name="connsiteY2" fmla="*/ 50379 h 153536"/>
                <a:gd name="connsiteX3" fmla="*/ 76988 w 84227"/>
                <a:gd name="connsiteY3" fmla="*/ 46993 h 153536"/>
                <a:gd name="connsiteX4" fmla="*/ 53314 w 84227"/>
                <a:gd name="connsiteY4" fmla="*/ 46993 h 153536"/>
                <a:gd name="connsiteX5" fmla="*/ 62535 w 84227"/>
                <a:gd name="connsiteY5" fmla="*/ 11209 h 153536"/>
                <a:gd name="connsiteX6" fmla="*/ 63282 w 84227"/>
                <a:gd name="connsiteY6" fmla="*/ 7823 h 153536"/>
                <a:gd name="connsiteX7" fmla="*/ 54809 w 84227"/>
                <a:gd name="connsiteY7" fmla="*/ 86 h 153536"/>
                <a:gd name="connsiteX8" fmla="*/ 43097 w 84227"/>
                <a:gd name="connsiteY8" fmla="*/ 10483 h 153536"/>
                <a:gd name="connsiteX9" fmla="*/ 33628 w 84227"/>
                <a:gd name="connsiteY9" fmla="*/ 46993 h 153536"/>
                <a:gd name="connsiteX10" fmla="*/ 8210 w 84227"/>
                <a:gd name="connsiteY10" fmla="*/ 46993 h 153536"/>
                <a:gd name="connsiteX11" fmla="*/ 236 w 84227"/>
                <a:gd name="connsiteY11" fmla="*/ 52313 h 153536"/>
                <a:gd name="connsiteX12" fmla="*/ 7712 w 84227"/>
                <a:gd name="connsiteY12" fmla="*/ 55698 h 153536"/>
                <a:gd name="connsiteX13" fmla="*/ 31385 w 84227"/>
                <a:gd name="connsiteY13" fmla="*/ 55698 h 153536"/>
                <a:gd name="connsiteX14" fmla="*/ 16683 w 84227"/>
                <a:gd name="connsiteY14" fmla="*/ 112760 h 153536"/>
                <a:gd name="connsiteX15" fmla="*/ 12945 w 84227"/>
                <a:gd name="connsiteY15" fmla="*/ 130653 h 153536"/>
                <a:gd name="connsiteX16" fmla="*/ 39609 w 84227"/>
                <a:gd name="connsiteY16" fmla="*/ 153623 h 153536"/>
                <a:gd name="connsiteX17" fmla="*/ 82968 w 84227"/>
                <a:gd name="connsiteY17" fmla="*/ 116629 h 153536"/>
                <a:gd name="connsiteX18" fmla="*/ 78981 w 84227"/>
                <a:gd name="connsiteY18" fmla="*/ 113486 h 153536"/>
                <a:gd name="connsiteX19" fmla="*/ 73748 w 84227"/>
                <a:gd name="connsiteY19" fmla="*/ 118080 h 153536"/>
                <a:gd name="connsiteX20" fmla="*/ 40356 w 84227"/>
                <a:gd name="connsiteY20" fmla="*/ 146853 h 153536"/>
                <a:gd name="connsiteX21" fmla="*/ 31634 w 84227"/>
                <a:gd name="connsiteY21" fmla="*/ 135005 h 153536"/>
                <a:gd name="connsiteX22" fmla="*/ 33130 w 84227"/>
                <a:gd name="connsiteY22" fmla="*/ 125092 h 153536"/>
                <a:gd name="connsiteX23" fmla="*/ 51072 w 84227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4227" h="153536">
                  <a:moveTo>
                    <a:pt x="51072" y="55698"/>
                  </a:moveTo>
                  <a:lnTo>
                    <a:pt x="76489" y="55698"/>
                  </a:lnTo>
                  <a:cubicBezTo>
                    <a:pt x="81224" y="55698"/>
                    <a:pt x="84464" y="55698"/>
                    <a:pt x="84464" y="50379"/>
                  </a:cubicBezTo>
                  <a:cubicBezTo>
                    <a:pt x="84464" y="46993"/>
                    <a:pt x="81224" y="46993"/>
                    <a:pt x="76988" y="46993"/>
                  </a:cubicBezTo>
                  <a:lnTo>
                    <a:pt x="53314" y="46993"/>
                  </a:lnTo>
                  <a:lnTo>
                    <a:pt x="62535" y="11209"/>
                  </a:lnTo>
                  <a:cubicBezTo>
                    <a:pt x="62784" y="10000"/>
                    <a:pt x="63282" y="8791"/>
                    <a:pt x="63282" y="7823"/>
                  </a:cubicBezTo>
                  <a:cubicBezTo>
                    <a:pt x="63282" y="3471"/>
                    <a:pt x="59793" y="86"/>
                    <a:pt x="54809" y="86"/>
                  </a:cubicBezTo>
                  <a:cubicBezTo>
                    <a:pt x="48580" y="86"/>
                    <a:pt x="44842" y="4197"/>
                    <a:pt x="43097" y="10483"/>
                  </a:cubicBezTo>
                  <a:cubicBezTo>
                    <a:pt x="41353" y="16528"/>
                    <a:pt x="44593" y="4922"/>
                    <a:pt x="33628" y="46993"/>
                  </a:cubicBezTo>
                  <a:lnTo>
                    <a:pt x="8210" y="46993"/>
                  </a:lnTo>
                  <a:cubicBezTo>
                    <a:pt x="3476" y="46993"/>
                    <a:pt x="236" y="46993"/>
                    <a:pt x="236" y="52313"/>
                  </a:cubicBezTo>
                  <a:cubicBezTo>
                    <a:pt x="236" y="55698"/>
                    <a:pt x="3226" y="55698"/>
                    <a:pt x="7712" y="55698"/>
                  </a:cubicBezTo>
                  <a:lnTo>
                    <a:pt x="31385" y="55698"/>
                  </a:lnTo>
                  <a:lnTo>
                    <a:pt x="16683" y="112760"/>
                  </a:lnTo>
                  <a:cubicBezTo>
                    <a:pt x="15188" y="118805"/>
                    <a:pt x="12945" y="127510"/>
                    <a:pt x="12945" y="130653"/>
                  </a:cubicBezTo>
                  <a:cubicBezTo>
                    <a:pt x="12945" y="144919"/>
                    <a:pt x="25405" y="153623"/>
                    <a:pt x="39609" y="153623"/>
                  </a:cubicBezTo>
                  <a:cubicBezTo>
                    <a:pt x="67269" y="153623"/>
                    <a:pt x="82968" y="119772"/>
                    <a:pt x="82968" y="116629"/>
                  </a:cubicBezTo>
                  <a:cubicBezTo>
                    <a:pt x="82968" y="113486"/>
                    <a:pt x="79729" y="113486"/>
                    <a:pt x="78981" y="113486"/>
                  </a:cubicBezTo>
                  <a:cubicBezTo>
                    <a:pt x="75991" y="113486"/>
                    <a:pt x="75742" y="113969"/>
                    <a:pt x="73748" y="118080"/>
                  </a:cubicBezTo>
                  <a:cubicBezTo>
                    <a:pt x="66771" y="133313"/>
                    <a:pt x="54062" y="146853"/>
                    <a:pt x="40356" y="146853"/>
                  </a:cubicBezTo>
                  <a:cubicBezTo>
                    <a:pt x="35123" y="146853"/>
                    <a:pt x="31634" y="143710"/>
                    <a:pt x="31634" y="135005"/>
                  </a:cubicBezTo>
                  <a:cubicBezTo>
                    <a:pt x="31634" y="132587"/>
                    <a:pt x="32631" y="127510"/>
                    <a:pt x="33130" y="125092"/>
                  </a:cubicBezTo>
                  <a:lnTo>
                    <a:pt x="51072" y="55698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4414A3D1-3081-1067-6D04-4F92C7E8BA40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4994506" y="5477887"/>
              <a:ext cx="183406" cy="178199"/>
            </a:xfrm>
            <a:custGeom>
              <a:avLst/>
              <a:gdLst>
                <a:gd name="connsiteX0" fmla="*/ 98172 w 183406"/>
                <a:gd name="connsiteY0" fmla="*/ 95110 h 178199"/>
                <a:gd name="connsiteX1" fmla="*/ 174426 w 183406"/>
                <a:gd name="connsiteY1" fmla="*/ 95110 h 178199"/>
                <a:gd name="connsiteX2" fmla="*/ 183646 w 183406"/>
                <a:gd name="connsiteY2" fmla="*/ 89307 h 178199"/>
                <a:gd name="connsiteX3" fmla="*/ 174426 w 183406"/>
                <a:gd name="connsiteY3" fmla="*/ 83262 h 178199"/>
                <a:gd name="connsiteX4" fmla="*/ 98172 w 183406"/>
                <a:gd name="connsiteY4" fmla="*/ 83262 h 178199"/>
                <a:gd name="connsiteX5" fmla="*/ 98172 w 183406"/>
                <a:gd name="connsiteY5" fmla="*/ 9032 h 178199"/>
                <a:gd name="connsiteX6" fmla="*/ 92192 w 183406"/>
                <a:gd name="connsiteY6" fmla="*/ 86 h 178199"/>
                <a:gd name="connsiteX7" fmla="*/ 85962 w 183406"/>
                <a:gd name="connsiteY7" fmla="*/ 9032 h 178199"/>
                <a:gd name="connsiteX8" fmla="*/ 85962 w 183406"/>
                <a:gd name="connsiteY8" fmla="*/ 83262 h 178199"/>
                <a:gd name="connsiteX9" fmla="*/ 9459 w 183406"/>
                <a:gd name="connsiteY9" fmla="*/ 83262 h 178199"/>
                <a:gd name="connsiteX10" fmla="*/ 239 w 183406"/>
                <a:gd name="connsiteY10" fmla="*/ 89065 h 178199"/>
                <a:gd name="connsiteX11" fmla="*/ 9459 w 183406"/>
                <a:gd name="connsiteY11" fmla="*/ 95110 h 178199"/>
                <a:gd name="connsiteX12" fmla="*/ 85962 w 183406"/>
                <a:gd name="connsiteY12" fmla="*/ 95110 h 178199"/>
                <a:gd name="connsiteX13" fmla="*/ 85962 w 183406"/>
                <a:gd name="connsiteY13" fmla="*/ 169339 h 178199"/>
                <a:gd name="connsiteX14" fmla="*/ 91942 w 183406"/>
                <a:gd name="connsiteY14" fmla="*/ 178286 h 178199"/>
                <a:gd name="connsiteX15" fmla="*/ 98172 w 183406"/>
                <a:gd name="connsiteY15" fmla="*/ 169339 h 178199"/>
                <a:gd name="connsiteX16" fmla="*/ 98172 w 183406"/>
                <a:gd name="connsiteY16" fmla="*/ 95110 h 178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83406" h="178199">
                  <a:moveTo>
                    <a:pt x="98172" y="95110"/>
                  </a:moveTo>
                  <a:lnTo>
                    <a:pt x="174426" y="95110"/>
                  </a:lnTo>
                  <a:cubicBezTo>
                    <a:pt x="177665" y="95110"/>
                    <a:pt x="183646" y="95110"/>
                    <a:pt x="183646" y="89307"/>
                  </a:cubicBezTo>
                  <a:cubicBezTo>
                    <a:pt x="183646" y="83262"/>
                    <a:pt x="177914" y="83262"/>
                    <a:pt x="174426" y="83262"/>
                  </a:cubicBezTo>
                  <a:lnTo>
                    <a:pt x="98172" y="83262"/>
                  </a:lnTo>
                  <a:lnTo>
                    <a:pt x="98172" y="9032"/>
                  </a:lnTo>
                  <a:cubicBezTo>
                    <a:pt x="98172" y="5889"/>
                    <a:pt x="98172" y="86"/>
                    <a:pt x="92192" y="86"/>
                  </a:cubicBezTo>
                  <a:cubicBezTo>
                    <a:pt x="85962" y="86"/>
                    <a:pt x="85962" y="5647"/>
                    <a:pt x="85962" y="9032"/>
                  </a:cubicBezTo>
                  <a:lnTo>
                    <a:pt x="85962" y="83262"/>
                  </a:lnTo>
                  <a:lnTo>
                    <a:pt x="9459" y="83262"/>
                  </a:lnTo>
                  <a:cubicBezTo>
                    <a:pt x="6220" y="83262"/>
                    <a:pt x="239" y="83262"/>
                    <a:pt x="239" y="89065"/>
                  </a:cubicBezTo>
                  <a:cubicBezTo>
                    <a:pt x="239" y="95110"/>
                    <a:pt x="5971" y="95110"/>
                    <a:pt x="9459" y="95110"/>
                  </a:cubicBezTo>
                  <a:lnTo>
                    <a:pt x="85962" y="95110"/>
                  </a:lnTo>
                  <a:lnTo>
                    <a:pt x="85962" y="169339"/>
                  </a:lnTo>
                  <a:cubicBezTo>
                    <a:pt x="85962" y="172483"/>
                    <a:pt x="85962" y="178286"/>
                    <a:pt x="91942" y="178286"/>
                  </a:cubicBezTo>
                  <a:cubicBezTo>
                    <a:pt x="98172" y="178286"/>
                    <a:pt x="98172" y="172724"/>
                    <a:pt x="98172" y="169339"/>
                  </a:cubicBezTo>
                  <a:lnTo>
                    <a:pt x="98172" y="95110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34D20AA3-396A-CEF5-B658-9418FA270211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5222764" y="5467006"/>
              <a:ext cx="90706" cy="160548"/>
            </a:xfrm>
            <a:custGeom>
              <a:avLst/>
              <a:gdLst>
                <a:gd name="connsiteX0" fmla="*/ 56563 w 90706"/>
                <a:gd name="connsiteY0" fmla="*/ 6856 h 160548"/>
                <a:gd name="connsiteX1" fmla="*/ 49087 w 90706"/>
                <a:gd name="connsiteY1" fmla="*/ 86 h 160548"/>
                <a:gd name="connsiteX2" fmla="*/ 245 w 90706"/>
                <a:gd name="connsiteY2" fmla="*/ 15561 h 160548"/>
                <a:gd name="connsiteX3" fmla="*/ 245 w 90706"/>
                <a:gd name="connsiteY3" fmla="*/ 24265 h 160548"/>
                <a:gd name="connsiteX4" fmla="*/ 36378 w 90706"/>
                <a:gd name="connsiteY4" fmla="*/ 17495 h 160548"/>
                <a:gd name="connsiteX5" fmla="*/ 36378 w 90706"/>
                <a:gd name="connsiteY5" fmla="*/ 140808 h 160548"/>
                <a:gd name="connsiteX6" fmla="*/ 11459 w 90706"/>
                <a:gd name="connsiteY6" fmla="*/ 151930 h 160548"/>
                <a:gd name="connsiteX7" fmla="*/ 1990 w 90706"/>
                <a:gd name="connsiteY7" fmla="*/ 151930 h 160548"/>
                <a:gd name="connsiteX8" fmla="*/ 1990 w 90706"/>
                <a:gd name="connsiteY8" fmla="*/ 160635 h 160548"/>
                <a:gd name="connsiteX9" fmla="*/ 46346 w 90706"/>
                <a:gd name="connsiteY9" fmla="*/ 159668 h 160548"/>
                <a:gd name="connsiteX10" fmla="*/ 90952 w 90706"/>
                <a:gd name="connsiteY10" fmla="*/ 160635 h 160548"/>
                <a:gd name="connsiteX11" fmla="*/ 90952 w 90706"/>
                <a:gd name="connsiteY11" fmla="*/ 151930 h 160548"/>
                <a:gd name="connsiteX12" fmla="*/ 81482 w 90706"/>
                <a:gd name="connsiteY12" fmla="*/ 151930 h 160548"/>
                <a:gd name="connsiteX13" fmla="*/ 56563 w 90706"/>
                <a:gd name="connsiteY13" fmla="*/ 140808 h 160548"/>
                <a:gd name="connsiteX14" fmla="*/ 56563 w 90706"/>
                <a:gd name="connsiteY14" fmla="*/ 6856 h 160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706" h="160548">
                  <a:moveTo>
                    <a:pt x="56563" y="6856"/>
                  </a:moveTo>
                  <a:cubicBezTo>
                    <a:pt x="56563" y="328"/>
                    <a:pt x="56065" y="86"/>
                    <a:pt x="49087" y="86"/>
                  </a:cubicBezTo>
                  <a:cubicBezTo>
                    <a:pt x="33139" y="15319"/>
                    <a:pt x="10462" y="15561"/>
                    <a:pt x="245" y="15561"/>
                  </a:cubicBezTo>
                  <a:lnTo>
                    <a:pt x="245" y="24265"/>
                  </a:lnTo>
                  <a:cubicBezTo>
                    <a:pt x="6226" y="24265"/>
                    <a:pt x="22673" y="24265"/>
                    <a:pt x="36378" y="17495"/>
                  </a:cubicBezTo>
                  <a:lnTo>
                    <a:pt x="36378" y="140808"/>
                  </a:lnTo>
                  <a:cubicBezTo>
                    <a:pt x="36378" y="148787"/>
                    <a:pt x="36378" y="151930"/>
                    <a:pt x="11459" y="151930"/>
                  </a:cubicBezTo>
                  <a:lnTo>
                    <a:pt x="1990" y="151930"/>
                  </a:lnTo>
                  <a:lnTo>
                    <a:pt x="1990" y="160635"/>
                  </a:lnTo>
                  <a:cubicBezTo>
                    <a:pt x="6475" y="160393"/>
                    <a:pt x="37126" y="159668"/>
                    <a:pt x="46346" y="159668"/>
                  </a:cubicBezTo>
                  <a:cubicBezTo>
                    <a:pt x="54071" y="159668"/>
                    <a:pt x="85469" y="160393"/>
                    <a:pt x="90952" y="160635"/>
                  </a:cubicBezTo>
                  <a:lnTo>
                    <a:pt x="90952" y="151930"/>
                  </a:lnTo>
                  <a:lnTo>
                    <a:pt x="81482" y="151930"/>
                  </a:lnTo>
                  <a:cubicBezTo>
                    <a:pt x="56563" y="151930"/>
                    <a:pt x="56563" y="148787"/>
                    <a:pt x="56563" y="140808"/>
                  </a:cubicBezTo>
                  <a:lnTo>
                    <a:pt x="56563" y="6856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16889628-E5D4-1DFC-2B9E-7645F46699C7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5385919" y="5426870"/>
              <a:ext cx="38803" cy="215538"/>
            </a:xfrm>
            <a:custGeom>
              <a:avLst/>
              <a:gdLst>
                <a:gd name="connsiteX0" fmla="*/ 37985 w 38803"/>
                <a:gd name="connsiteY0" fmla="*/ 18392 h 215538"/>
                <a:gd name="connsiteX1" fmla="*/ 19117 w 38803"/>
                <a:gd name="connsiteY1" fmla="*/ 85 h 215538"/>
                <a:gd name="connsiteX2" fmla="*/ 250 w 38803"/>
                <a:gd name="connsiteY2" fmla="*/ 18392 h 215538"/>
                <a:gd name="connsiteX3" fmla="*/ 19117 w 38803"/>
                <a:gd name="connsiteY3" fmla="*/ 36699 h 215538"/>
                <a:gd name="connsiteX4" fmla="*/ 37985 w 38803"/>
                <a:gd name="connsiteY4" fmla="*/ 18392 h 215538"/>
                <a:gd name="connsiteX5" fmla="*/ 31221 w 38803"/>
                <a:gd name="connsiteY5" fmla="*/ 145159 h 215538"/>
                <a:gd name="connsiteX6" fmla="*/ 8437 w 38803"/>
                <a:gd name="connsiteY6" fmla="*/ 207334 h 215538"/>
                <a:gd name="connsiteX7" fmla="*/ 5945 w 38803"/>
                <a:gd name="connsiteY7" fmla="*/ 211824 h 215538"/>
                <a:gd name="connsiteX8" fmla="*/ 9505 w 38803"/>
                <a:gd name="connsiteY8" fmla="*/ 215623 h 215538"/>
                <a:gd name="connsiteX9" fmla="*/ 39053 w 38803"/>
                <a:gd name="connsiteY9" fmla="*/ 147922 h 215538"/>
                <a:gd name="connsiteX10" fmla="*/ 19117 w 38803"/>
                <a:gd name="connsiteY10" fmla="*/ 112344 h 215538"/>
                <a:gd name="connsiteX11" fmla="*/ 250 w 38803"/>
                <a:gd name="connsiteY11" fmla="*/ 130651 h 215538"/>
                <a:gd name="connsiteX12" fmla="*/ 19117 w 38803"/>
                <a:gd name="connsiteY12" fmla="*/ 148958 h 215538"/>
                <a:gd name="connsiteX13" fmla="*/ 21965 w 38803"/>
                <a:gd name="connsiteY13" fmla="*/ 148613 h 215538"/>
                <a:gd name="connsiteX14" fmla="*/ 31221 w 38803"/>
                <a:gd name="connsiteY14" fmla="*/ 145159 h 215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803" h="215538">
                  <a:moveTo>
                    <a:pt x="37985" y="18392"/>
                  </a:moveTo>
                  <a:cubicBezTo>
                    <a:pt x="37985" y="8375"/>
                    <a:pt x="29441" y="85"/>
                    <a:pt x="19117" y="85"/>
                  </a:cubicBezTo>
                  <a:cubicBezTo>
                    <a:pt x="8793" y="85"/>
                    <a:pt x="250" y="8375"/>
                    <a:pt x="250" y="18392"/>
                  </a:cubicBezTo>
                  <a:cubicBezTo>
                    <a:pt x="250" y="28409"/>
                    <a:pt x="8793" y="36699"/>
                    <a:pt x="19117" y="36699"/>
                  </a:cubicBezTo>
                  <a:cubicBezTo>
                    <a:pt x="29441" y="36699"/>
                    <a:pt x="37985" y="28409"/>
                    <a:pt x="37985" y="18392"/>
                  </a:cubicBezTo>
                  <a:close/>
                  <a:moveTo>
                    <a:pt x="31221" y="145159"/>
                  </a:moveTo>
                  <a:cubicBezTo>
                    <a:pt x="31221" y="154830"/>
                    <a:pt x="31221" y="181773"/>
                    <a:pt x="8437" y="207334"/>
                  </a:cubicBezTo>
                  <a:cubicBezTo>
                    <a:pt x="5945" y="210097"/>
                    <a:pt x="5945" y="210788"/>
                    <a:pt x="5945" y="211824"/>
                  </a:cubicBezTo>
                  <a:cubicBezTo>
                    <a:pt x="5945" y="214242"/>
                    <a:pt x="7725" y="215623"/>
                    <a:pt x="9505" y="215623"/>
                  </a:cubicBezTo>
                  <a:cubicBezTo>
                    <a:pt x="13421" y="215623"/>
                    <a:pt x="39053" y="187990"/>
                    <a:pt x="39053" y="147922"/>
                  </a:cubicBezTo>
                  <a:cubicBezTo>
                    <a:pt x="39053" y="137905"/>
                    <a:pt x="38341" y="112344"/>
                    <a:pt x="19117" y="112344"/>
                  </a:cubicBezTo>
                  <a:cubicBezTo>
                    <a:pt x="6658" y="112344"/>
                    <a:pt x="250" y="121671"/>
                    <a:pt x="250" y="130651"/>
                  </a:cubicBezTo>
                  <a:cubicBezTo>
                    <a:pt x="250" y="139632"/>
                    <a:pt x="6302" y="148958"/>
                    <a:pt x="19117" y="148958"/>
                  </a:cubicBezTo>
                  <a:cubicBezTo>
                    <a:pt x="20897" y="148958"/>
                    <a:pt x="21609" y="148958"/>
                    <a:pt x="21965" y="148613"/>
                  </a:cubicBezTo>
                  <a:cubicBezTo>
                    <a:pt x="24457" y="148268"/>
                    <a:pt x="28373" y="147577"/>
                    <a:pt x="31221" y="145159"/>
                  </a:cubicBez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9C6AB2E4-C651-90C0-5ED1-F3F7FCB1B71D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5529541" y="5336026"/>
              <a:ext cx="202915" cy="239717"/>
            </a:xfrm>
            <a:custGeom>
              <a:avLst/>
              <a:gdLst>
                <a:gd name="connsiteX0" fmla="*/ 24817 w 202915"/>
                <a:gd name="connsiteY0" fmla="*/ 223568 h 239717"/>
                <a:gd name="connsiteX1" fmla="*/ 254 w 202915"/>
                <a:gd name="connsiteY1" fmla="*/ 223568 h 239717"/>
                <a:gd name="connsiteX2" fmla="*/ 254 w 202915"/>
                <a:gd name="connsiteY2" fmla="*/ 239802 h 239717"/>
                <a:gd name="connsiteX3" fmla="*/ 45109 w 202915"/>
                <a:gd name="connsiteY3" fmla="*/ 238766 h 239717"/>
                <a:gd name="connsiteX4" fmla="*/ 89964 w 202915"/>
                <a:gd name="connsiteY4" fmla="*/ 239802 h 239717"/>
                <a:gd name="connsiteX5" fmla="*/ 89964 w 202915"/>
                <a:gd name="connsiteY5" fmla="*/ 223568 h 239717"/>
                <a:gd name="connsiteX6" fmla="*/ 65400 w 202915"/>
                <a:gd name="connsiteY6" fmla="*/ 223568 h 239717"/>
                <a:gd name="connsiteX7" fmla="*/ 65400 w 202915"/>
                <a:gd name="connsiteY7" fmla="*/ 151376 h 239717"/>
                <a:gd name="connsiteX8" fmla="*/ 118443 w 202915"/>
                <a:gd name="connsiteY8" fmla="*/ 96801 h 239717"/>
                <a:gd name="connsiteX9" fmla="*/ 138023 w 202915"/>
                <a:gd name="connsiteY9" fmla="*/ 130306 h 239717"/>
                <a:gd name="connsiteX10" fmla="*/ 138023 w 202915"/>
                <a:gd name="connsiteY10" fmla="*/ 223568 h 239717"/>
                <a:gd name="connsiteX11" fmla="*/ 113459 w 202915"/>
                <a:gd name="connsiteY11" fmla="*/ 223568 h 239717"/>
                <a:gd name="connsiteX12" fmla="*/ 113459 w 202915"/>
                <a:gd name="connsiteY12" fmla="*/ 239802 h 239717"/>
                <a:gd name="connsiteX13" fmla="*/ 158314 w 202915"/>
                <a:gd name="connsiteY13" fmla="*/ 238766 h 239717"/>
                <a:gd name="connsiteX14" fmla="*/ 203169 w 202915"/>
                <a:gd name="connsiteY14" fmla="*/ 239802 h 239717"/>
                <a:gd name="connsiteX15" fmla="*/ 203169 w 202915"/>
                <a:gd name="connsiteY15" fmla="*/ 223568 h 239717"/>
                <a:gd name="connsiteX16" fmla="*/ 178606 w 202915"/>
                <a:gd name="connsiteY16" fmla="*/ 223568 h 239717"/>
                <a:gd name="connsiteX17" fmla="*/ 178606 w 202915"/>
                <a:gd name="connsiteY17" fmla="*/ 134106 h 239717"/>
                <a:gd name="connsiteX18" fmla="*/ 123783 w 202915"/>
                <a:gd name="connsiteY18" fmla="*/ 84366 h 239717"/>
                <a:gd name="connsiteX19" fmla="*/ 63265 w 202915"/>
                <a:gd name="connsiteY19" fmla="*/ 118217 h 239717"/>
                <a:gd name="connsiteX20" fmla="*/ 63265 w 202915"/>
                <a:gd name="connsiteY20" fmla="*/ 85 h 239717"/>
                <a:gd name="connsiteX21" fmla="*/ 254 w 202915"/>
                <a:gd name="connsiteY21" fmla="*/ 2848 h 239717"/>
                <a:gd name="connsiteX22" fmla="*/ 254 w 202915"/>
                <a:gd name="connsiteY22" fmla="*/ 19082 h 239717"/>
                <a:gd name="connsiteX23" fmla="*/ 24817 w 202915"/>
                <a:gd name="connsiteY23" fmla="*/ 32554 h 239717"/>
                <a:gd name="connsiteX24" fmla="*/ 24817 w 202915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2915" h="239717">
                  <a:moveTo>
                    <a:pt x="24817" y="223568"/>
                  </a:moveTo>
                  <a:lnTo>
                    <a:pt x="254" y="223568"/>
                  </a:lnTo>
                  <a:lnTo>
                    <a:pt x="254" y="239802"/>
                  </a:lnTo>
                  <a:cubicBezTo>
                    <a:pt x="10222" y="239457"/>
                    <a:pt x="31581" y="238766"/>
                    <a:pt x="45109" y="238766"/>
                  </a:cubicBezTo>
                  <a:cubicBezTo>
                    <a:pt x="58993" y="238766"/>
                    <a:pt x="79996" y="239457"/>
                    <a:pt x="89964" y="239802"/>
                  </a:cubicBezTo>
                  <a:lnTo>
                    <a:pt x="89964" y="223568"/>
                  </a:lnTo>
                  <a:lnTo>
                    <a:pt x="65400" y="223568"/>
                  </a:lnTo>
                  <a:lnTo>
                    <a:pt x="65400" y="151376"/>
                  </a:lnTo>
                  <a:cubicBezTo>
                    <a:pt x="65400" y="113726"/>
                    <a:pt x="96016" y="96801"/>
                    <a:pt x="118443" y="96801"/>
                  </a:cubicBezTo>
                  <a:cubicBezTo>
                    <a:pt x="130547" y="96801"/>
                    <a:pt x="138023" y="104054"/>
                    <a:pt x="138023" y="130306"/>
                  </a:cubicBezTo>
                  <a:lnTo>
                    <a:pt x="138023" y="223568"/>
                  </a:lnTo>
                  <a:lnTo>
                    <a:pt x="113459" y="223568"/>
                  </a:lnTo>
                  <a:lnTo>
                    <a:pt x="113459" y="239802"/>
                  </a:lnTo>
                  <a:cubicBezTo>
                    <a:pt x="123427" y="239457"/>
                    <a:pt x="144787" y="238766"/>
                    <a:pt x="158314" y="238766"/>
                  </a:cubicBezTo>
                  <a:cubicBezTo>
                    <a:pt x="172198" y="238766"/>
                    <a:pt x="193201" y="239457"/>
                    <a:pt x="203169" y="239802"/>
                  </a:cubicBezTo>
                  <a:lnTo>
                    <a:pt x="203169" y="223568"/>
                  </a:lnTo>
                  <a:lnTo>
                    <a:pt x="178606" y="223568"/>
                  </a:lnTo>
                  <a:lnTo>
                    <a:pt x="178606" y="134106"/>
                  </a:lnTo>
                  <a:cubicBezTo>
                    <a:pt x="178606" y="97837"/>
                    <a:pt x="159382" y="84366"/>
                    <a:pt x="123783" y="84366"/>
                  </a:cubicBezTo>
                  <a:cubicBezTo>
                    <a:pt x="89608" y="84366"/>
                    <a:pt x="71452" y="104400"/>
                    <a:pt x="63265" y="118217"/>
                  </a:cubicBezTo>
                  <a:lnTo>
                    <a:pt x="63265" y="85"/>
                  </a:lnTo>
                  <a:lnTo>
                    <a:pt x="254" y="2848"/>
                  </a:lnTo>
                  <a:lnTo>
                    <a:pt x="254" y="19082"/>
                  </a:lnTo>
                  <a:cubicBezTo>
                    <a:pt x="22326" y="19082"/>
                    <a:pt x="24817" y="19082"/>
                    <a:pt x="24817" y="32554"/>
                  </a:cubicBezTo>
                  <a:lnTo>
                    <a:pt x="24817" y="223568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60EC7C7-CB80-CDD9-AEBB-23B9FD8AD247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5751425" y="5476436"/>
              <a:ext cx="84227" cy="153536"/>
            </a:xfrm>
            <a:custGeom>
              <a:avLst/>
              <a:gdLst>
                <a:gd name="connsiteX0" fmla="*/ 51096 w 84227"/>
                <a:gd name="connsiteY0" fmla="*/ 55698 h 153536"/>
                <a:gd name="connsiteX1" fmla="*/ 76514 w 84227"/>
                <a:gd name="connsiteY1" fmla="*/ 55698 h 153536"/>
                <a:gd name="connsiteX2" fmla="*/ 84488 w 84227"/>
                <a:gd name="connsiteY2" fmla="*/ 50379 h 153536"/>
                <a:gd name="connsiteX3" fmla="*/ 77012 w 84227"/>
                <a:gd name="connsiteY3" fmla="*/ 46993 h 153536"/>
                <a:gd name="connsiteX4" fmla="*/ 53339 w 84227"/>
                <a:gd name="connsiteY4" fmla="*/ 46993 h 153536"/>
                <a:gd name="connsiteX5" fmla="*/ 62559 w 84227"/>
                <a:gd name="connsiteY5" fmla="*/ 11209 h 153536"/>
                <a:gd name="connsiteX6" fmla="*/ 63306 w 84227"/>
                <a:gd name="connsiteY6" fmla="*/ 7823 h 153536"/>
                <a:gd name="connsiteX7" fmla="*/ 54834 w 84227"/>
                <a:gd name="connsiteY7" fmla="*/ 86 h 153536"/>
                <a:gd name="connsiteX8" fmla="*/ 43122 w 84227"/>
                <a:gd name="connsiteY8" fmla="*/ 10483 h 153536"/>
                <a:gd name="connsiteX9" fmla="*/ 33652 w 84227"/>
                <a:gd name="connsiteY9" fmla="*/ 46993 h 153536"/>
                <a:gd name="connsiteX10" fmla="*/ 8235 w 84227"/>
                <a:gd name="connsiteY10" fmla="*/ 46993 h 153536"/>
                <a:gd name="connsiteX11" fmla="*/ 260 w 84227"/>
                <a:gd name="connsiteY11" fmla="*/ 52313 h 153536"/>
                <a:gd name="connsiteX12" fmla="*/ 7736 w 84227"/>
                <a:gd name="connsiteY12" fmla="*/ 55698 h 153536"/>
                <a:gd name="connsiteX13" fmla="*/ 31410 w 84227"/>
                <a:gd name="connsiteY13" fmla="*/ 55698 h 153536"/>
                <a:gd name="connsiteX14" fmla="*/ 16707 w 84227"/>
                <a:gd name="connsiteY14" fmla="*/ 112760 h 153536"/>
                <a:gd name="connsiteX15" fmla="*/ 12969 w 84227"/>
                <a:gd name="connsiteY15" fmla="*/ 130653 h 153536"/>
                <a:gd name="connsiteX16" fmla="*/ 39633 w 84227"/>
                <a:gd name="connsiteY16" fmla="*/ 153623 h 153536"/>
                <a:gd name="connsiteX17" fmla="*/ 82993 w 84227"/>
                <a:gd name="connsiteY17" fmla="*/ 116629 h 153536"/>
                <a:gd name="connsiteX18" fmla="*/ 79006 w 84227"/>
                <a:gd name="connsiteY18" fmla="*/ 113486 h 153536"/>
                <a:gd name="connsiteX19" fmla="*/ 73773 w 84227"/>
                <a:gd name="connsiteY19" fmla="*/ 118080 h 153536"/>
                <a:gd name="connsiteX20" fmla="*/ 40381 w 84227"/>
                <a:gd name="connsiteY20" fmla="*/ 146853 h 153536"/>
                <a:gd name="connsiteX21" fmla="*/ 31659 w 84227"/>
                <a:gd name="connsiteY21" fmla="*/ 135005 h 153536"/>
                <a:gd name="connsiteX22" fmla="*/ 33154 w 84227"/>
                <a:gd name="connsiteY22" fmla="*/ 125092 h 153536"/>
                <a:gd name="connsiteX23" fmla="*/ 51096 w 84227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4227" h="153536">
                  <a:moveTo>
                    <a:pt x="51096" y="55698"/>
                  </a:moveTo>
                  <a:lnTo>
                    <a:pt x="76514" y="55698"/>
                  </a:lnTo>
                  <a:cubicBezTo>
                    <a:pt x="81248" y="55698"/>
                    <a:pt x="84488" y="55698"/>
                    <a:pt x="84488" y="50379"/>
                  </a:cubicBezTo>
                  <a:cubicBezTo>
                    <a:pt x="84488" y="46993"/>
                    <a:pt x="81248" y="46993"/>
                    <a:pt x="77012" y="46993"/>
                  </a:cubicBezTo>
                  <a:lnTo>
                    <a:pt x="53339" y="46993"/>
                  </a:lnTo>
                  <a:lnTo>
                    <a:pt x="62559" y="11209"/>
                  </a:lnTo>
                  <a:cubicBezTo>
                    <a:pt x="62808" y="10000"/>
                    <a:pt x="63306" y="8791"/>
                    <a:pt x="63306" y="7823"/>
                  </a:cubicBezTo>
                  <a:cubicBezTo>
                    <a:pt x="63306" y="3471"/>
                    <a:pt x="59818" y="86"/>
                    <a:pt x="54834" y="86"/>
                  </a:cubicBezTo>
                  <a:cubicBezTo>
                    <a:pt x="48604" y="86"/>
                    <a:pt x="44866" y="4197"/>
                    <a:pt x="43122" y="10483"/>
                  </a:cubicBezTo>
                  <a:cubicBezTo>
                    <a:pt x="41377" y="16528"/>
                    <a:pt x="44617" y="4922"/>
                    <a:pt x="33652" y="46993"/>
                  </a:cubicBezTo>
                  <a:lnTo>
                    <a:pt x="8235" y="46993"/>
                  </a:lnTo>
                  <a:cubicBezTo>
                    <a:pt x="3500" y="46993"/>
                    <a:pt x="260" y="46993"/>
                    <a:pt x="260" y="52313"/>
                  </a:cubicBezTo>
                  <a:cubicBezTo>
                    <a:pt x="260" y="55698"/>
                    <a:pt x="3251" y="55698"/>
                    <a:pt x="7736" y="55698"/>
                  </a:cubicBezTo>
                  <a:lnTo>
                    <a:pt x="31410" y="55698"/>
                  </a:lnTo>
                  <a:lnTo>
                    <a:pt x="16707" y="112760"/>
                  </a:lnTo>
                  <a:cubicBezTo>
                    <a:pt x="15212" y="118805"/>
                    <a:pt x="12969" y="127510"/>
                    <a:pt x="12969" y="130653"/>
                  </a:cubicBezTo>
                  <a:cubicBezTo>
                    <a:pt x="12969" y="144919"/>
                    <a:pt x="25429" y="153623"/>
                    <a:pt x="39633" y="153623"/>
                  </a:cubicBezTo>
                  <a:cubicBezTo>
                    <a:pt x="67294" y="153623"/>
                    <a:pt x="82993" y="119772"/>
                    <a:pt x="82993" y="116629"/>
                  </a:cubicBezTo>
                  <a:cubicBezTo>
                    <a:pt x="82993" y="113486"/>
                    <a:pt x="79753" y="113486"/>
                    <a:pt x="79006" y="113486"/>
                  </a:cubicBezTo>
                  <a:cubicBezTo>
                    <a:pt x="76015" y="113486"/>
                    <a:pt x="75766" y="113969"/>
                    <a:pt x="73773" y="118080"/>
                  </a:cubicBezTo>
                  <a:cubicBezTo>
                    <a:pt x="66795" y="133313"/>
                    <a:pt x="54086" y="146853"/>
                    <a:pt x="40381" y="146853"/>
                  </a:cubicBezTo>
                  <a:cubicBezTo>
                    <a:pt x="35148" y="146853"/>
                    <a:pt x="31659" y="143710"/>
                    <a:pt x="31659" y="135005"/>
                  </a:cubicBezTo>
                  <a:cubicBezTo>
                    <a:pt x="31659" y="132587"/>
                    <a:pt x="32656" y="127510"/>
                    <a:pt x="33154" y="125092"/>
                  </a:cubicBezTo>
                  <a:lnTo>
                    <a:pt x="51096" y="55698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5B0ACA5-EDA9-AFF7-F9B7-716CF872A3D7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5874130" y="5316682"/>
              <a:ext cx="48770" cy="345414"/>
            </a:xfrm>
            <a:custGeom>
              <a:avLst/>
              <a:gdLst>
                <a:gd name="connsiteX0" fmla="*/ 49035 w 48770"/>
                <a:gd name="connsiteY0" fmla="*/ 85 h 345414"/>
                <a:gd name="connsiteX1" fmla="*/ 264 w 48770"/>
                <a:gd name="connsiteY1" fmla="*/ 85 h 345414"/>
                <a:gd name="connsiteX2" fmla="*/ 264 w 48770"/>
                <a:gd name="connsiteY2" fmla="*/ 13901 h 345414"/>
                <a:gd name="connsiteX3" fmla="*/ 34795 w 48770"/>
                <a:gd name="connsiteY3" fmla="*/ 13901 h 345414"/>
                <a:gd name="connsiteX4" fmla="*/ 34795 w 48770"/>
                <a:gd name="connsiteY4" fmla="*/ 331683 h 345414"/>
                <a:gd name="connsiteX5" fmla="*/ 264 w 48770"/>
                <a:gd name="connsiteY5" fmla="*/ 331683 h 345414"/>
                <a:gd name="connsiteX6" fmla="*/ 264 w 48770"/>
                <a:gd name="connsiteY6" fmla="*/ 345499 h 345414"/>
                <a:gd name="connsiteX7" fmla="*/ 49035 w 48770"/>
                <a:gd name="connsiteY7" fmla="*/ 345499 h 345414"/>
                <a:gd name="connsiteX8" fmla="*/ 49035 w 48770"/>
                <a:gd name="connsiteY8" fmla="*/ 8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770" h="345414">
                  <a:moveTo>
                    <a:pt x="49035" y="85"/>
                  </a:moveTo>
                  <a:lnTo>
                    <a:pt x="264" y="85"/>
                  </a:lnTo>
                  <a:lnTo>
                    <a:pt x="264" y="13901"/>
                  </a:lnTo>
                  <a:lnTo>
                    <a:pt x="34795" y="13901"/>
                  </a:lnTo>
                  <a:lnTo>
                    <a:pt x="34795" y="331683"/>
                  </a:lnTo>
                  <a:lnTo>
                    <a:pt x="264" y="331683"/>
                  </a:lnTo>
                  <a:lnTo>
                    <a:pt x="264" y="345499"/>
                  </a:lnTo>
                  <a:lnTo>
                    <a:pt x="49035" y="345499"/>
                  </a:lnTo>
                  <a:lnTo>
                    <a:pt x="49035" y="85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2ADEA90-1F41-9DD2-658A-7D3DB5302F55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6064227" y="5374367"/>
              <a:ext cx="236734" cy="230046"/>
            </a:xfrm>
            <a:custGeom>
              <a:avLst/>
              <a:gdLst>
                <a:gd name="connsiteX0" fmla="*/ 125934 w 236734"/>
                <a:gd name="connsiteY0" fmla="*/ 122016 h 230046"/>
                <a:gd name="connsiteX1" fmla="*/ 225255 w 236734"/>
                <a:gd name="connsiteY1" fmla="*/ 122016 h 230046"/>
                <a:gd name="connsiteX2" fmla="*/ 237003 w 236734"/>
                <a:gd name="connsiteY2" fmla="*/ 115108 h 230046"/>
                <a:gd name="connsiteX3" fmla="*/ 225255 w 236734"/>
                <a:gd name="connsiteY3" fmla="*/ 108199 h 230046"/>
                <a:gd name="connsiteX4" fmla="*/ 125934 w 236734"/>
                <a:gd name="connsiteY4" fmla="*/ 108199 h 230046"/>
                <a:gd name="connsiteX5" fmla="*/ 125934 w 236734"/>
                <a:gd name="connsiteY5" fmla="*/ 11483 h 230046"/>
                <a:gd name="connsiteX6" fmla="*/ 118814 w 236734"/>
                <a:gd name="connsiteY6" fmla="*/ 85 h 230046"/>
                <a:gd name="connsiteX7" fmla="*/ 111694 w 236734"/>
                <a:gd name="connsiteY7" fmla="*/ 11483 h 230046"/>
                <a:gd name="connsiteX8" fmla="*/ 111694 w 236734"/>
                <a:gd name="connsiteY8" fmla="*/ 108199 h 230046"/>
                <a:gd name="connsiteX9" fmla="*/ 12017 w 236734"/>
                <a:gd name="connsiteY9" fmla="*/ 108199 h 230046"/>
                <a:gd name="connsiteX10" fmla="*/ 269 w 236734"/>
                <a:gd name="connsiteY10" fmla="*/ 115108 h 230046"/>
                <a:gd name="connsiteX11" fmla="*/ 12017 w 236734"/>
                <a:gd name="connsiteY11" fmla="*/ 122016 h 230046"/>
                <a:gd name="connsiteX12" fmla="*/ 111694 w 236734"/>
                <a:gd name="connsiteY12" fmla="*/ 122016 h 230046"/>
                <a:gd name="connsiteX13" fmla="*/ 111694 w 236734"/>
                <a:gd name="connsiteY13" fmla="*/ 218732 h 230046"/>
                <a:gd name="connsiteX14" fmla="*/ 118814 w 236734"/>
                <a:gd name="connsiteY14" fmla="*/ 230131 h 230046"/>
                <a:gd name="connsiteX15" fmla="*/ 125934 w 236734"/>
                <a:gd name="connsiteY15" fmla="*/ 218732 h 230046"/>
                <a:gd name="connsiteX16" fmla="*/ 125934 w 236734"/>
                <a:gd name="connsiteY16" fmla="*/ 122016 h 23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6734" h="230046">
                  <a:moveTo>
                    <a:pt x="125934" y="122016"/>
                  </a:moveTo>
                  <a:lnTo>
                    <a:pt x="225255" y="122016"/>
                  </a:lnTo>
                  <a:cubicBezTo>
                    <a:pt x="230239" y="122016"/>
                    <a:pt x="237003" y="122016"/>
                    <a:pt x="237003" y="115108"/>
                  </a:cubicBezTo>
                  <a:cubicBezTo>
                    <a:pt x="237003" y="108199"/>
                    <a:pt x="230239" y="108199"/>
                    <a:pt x="225255" y="108199"/>
                  </a:cubicBezTo>
                  <a:lnTo>
                    <a:pt x="125934" y="108199"/>
                  </a:lnTo>
                  <a:lnTo>
                    <a:pt x="125934" y="11483"/>
                  </a:lnTo>
                  <a:cubicBezTo>
                    <a:pt x="125934" y="6648"/>
                    <a:pt x="125934" y="85"/>
                    <a:pt x="118814" y="85"/>
                  </a:cubicBezTo>
                  <a:cubicBezTo>
                    <a:pt x="111694" y="85"/>
                    <a:pt x="111694" y="6648"/>
                    <a:pt x="111694" y="11483"/>
                  </a:cubicBezTo>
                  <a:lnTo>
                    <a:pt x="111694" y="108199"/>
                  </a:lnTo>
                  <a:lnTo>
                    <a:pt x="12017" y="108199"/>
                  </a:lnTo>
                  <a:cubicBezTo>
                    <a:pt x="7033" y="108199"/>
                    <a:pt x="269" y="108199"/>
                    <a:pt x="269" y="115108"/>
                  </a:cubicBezTo>
                  <a:cubicBezTo>
                    <a:pt x="269" y="122016"/>
                    <a:pt x="7033" y="122016"/>
                    <a:pt x="12017" y="122016"/>
                  </a:cubicBezTo>
                  <a:lnTo>
                    <a:pt x="111694" y="122016"/>
                  </a:lnTo>
                  <a:lnTo>
                    <a:pt x="111694" y="218732"/>
                  </a:lnTo>
                  <a:cubicBezTo>
                    <a:pt x="111694" y="223568"/>
                    <a:pt x="111694" y="230131"/>
                    <a:pt x="118814" y="230131"/>
                  </a:cubicBezTo>
                  <a:cubicBezTo>
                    <a:pt x="125934" y="230131"/>
                    <a:pt x="125934" y="223568"/>
                    <a:pt x="125934" y="218732"/>
                  </a:cubicBezTo>
                  <a:lnTo>
                    <a:pt x="125934" y="122016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07A44472-FD14-F238-59DF-0B189772F428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6413454" y="5336026"/>
              <a:ext cx="200423" cy="241790"/>
            </a:xfrm>
            <a:custGeom>
              <a:avLst/>
              <a:gdLst>
                <a:gd name="connsiteX0" fmla="*/ 63289 w 200423"/>
                <a:gd name="connsiteY0" fmla="*/ 101291 h 241790"/>
                <a:gd name="connsiteX1" fmla="*/ 63289 w 200423"/>
                <a:gd name="connsiteY1" fmla="*/ 85 h 241790"/>
                <a:gd name="connsiteX2" fmla="*/ 279 w 200423"/>
                <a:gd name="connsiteY2" fmla="*/ 2848 h 241790"/>
                <a:gd name="connsiteX3" fmla="*/ 279 w 200423"/>
                <a:gd name="connsiteY3" fmla="*/ 19082 h 241790"/>
                <a:gd name="connsiteX4" fmla="*/ 24842 w 200423"/>
                <a:gd name="connsiteY4" fmla="*/ 32554 h 241790"/>
                <a:gd name="connsiteX5" fmla="*/ 24842 w 200423"/>
                <a:gd name="connsiteY5" fmla="*/ 239802 h 241790"/>
                <a:gd name="connsiteX6" fmla="*/ 41574 w 200423"/>
                <a:gd name="connsiteY6" fmla="*/ 239802 h 241790"/>
                <a:gd name="connsiteX7" fmla="*/ 59017 w 200423"/>
                <a:gd name="connsiteY7" fmla="*/ 220459 h 241790"/>
                <a:gd name="connsiteX8" fmla="*/ 110992 w 200423"/>
                <a:gd name="connsiteY8" fmla="*/ 241875 h 241790"/>
                <a:gd name="connsiteX9" fmla="*/ 200702 w 200423"/>
                <a:gd name="connsiteY9" fmla="*/ 162775 h 241790"/>
                <a:gd name="connsiteX10" fmla="*/ 115620 w 200423"/>
                <a:gd name="connsiteY10" fmla="*/ 84366 h 241790"/>
                <a:gd name="connsiteX11" fmla="*/ 63289 w 200423"/>
                <a:gd name="connsiteY11" fmla="*/ 101291 h 241790"/>
                <a:gd name="connsiteX12" fmla="*/ 65425 w 200423"/>
                <a:gd name="connsiteY12" fmla="*/ 205606 h 241790"/>
                <a:gd name="connsiteX13" fmla="*/ 65425 w 200423"/>
                <a:gd name="connsiteY13" fmla="*/ 118907 h 241790"/>
                <a:gd name="connsiteX14" fmla="*/ 111704 w 200423"/>
                <a:gd name="connsiteY14" fmla="*/ 96801 h 241790"/>
                <a:gd name="connsiteX15" fmla="*/ 155135 w 200423"/>
                <a:gd name="connsiteY15" fmla="*/ 162775 h 241790"/>
                <a:gd name="connsiteX16" fmla="*/ 145879 w 200423"/>
                <a:gd name="connsiteY16" fmla="*/ 211478 h 241790"/>
                <a:gd name="connsiteX17" fmla="*/ 107788 w 200423"/>
                <a:gd name="connsiteY17" fmla="*/ 229440 h 241790"/>
                <a:gd name="connsiteX18" fmla="*/ 65425 w 200423"/>
                <a:gd name="connsiteY18" fmla="*/ 205606 h 241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00423" h="241790">
                  <a:moveTo>
                    <a:pt x="63289" y="101291"/>
                  </a:moveTo>
                  <a:lnTo>
                    <a:pt x="63289" y="85"/>
                  </a:lnTo>
                  <a:lnTo>
                    <a:pt x="279" y="2848"/>
                  </a:lnTo>
                  <a:lnTo>
                    <a:pt x="279" y="19082"/>
                  </a:lnTo>
                  <a:cubicBezTo>
                    <a:pt x="22350" y="19082"/>
                    <a:pt x="24842" y="19082"/>
                    <a:pt x="24842" y="32554"/>
                  </a:cubicBezTo>
                  <a:lnTo>
                    <a:pt x="24842" y="239802"/>
                  </a:lnTo>
                  <a:lnTo>
                    <a:pt x="41574" y="239802"/>
                  </a:lnTo>
                  <a:lnTo>
                    <a:pt x="59017" y="220459"/>
                  </a:lnTo>
                  <a:cubicBezTo>
                    <a:pt x="61865" y="223223"/>
                    <a:pt x="79309" y="241875"/>
                    <a:pt x="110992" y="241875"/>
                  </a:cubicBezTo>
                  <a:cubicBezTo>
                    <a:pt x="164035" y="241875"/>
                    <a:pt x="200702" y="210788"/>
                    <a:pt x="200702" y="162775"/>
                  </a:cubicBezTo>
                  <a:cubicBezTo>
                    <a:pt x="200702" y="116835"/>
                    <a:pt x="167239" y="84366"/>
                    <a:pt x="115620" y="84366"/>
                  </a:cubicBezTo>
                  <a:cubicBezTo>
                    <a:pt x="89633" y="84366"/>
                    <a:pt x="71833" y="94383"/>
                    <a:pt x="63289" y="101291"/>
                  </a:cubicBezTo>
                  <a:close/>
                  <a:moveTo>
                    <a:pt x="65425" y="205606"/>
                  </a:moveTo>
                  <a:lnTo>
                    <a:pt x="65425" y="118907"/>
                  </a:lnTo>
                  <a:cubicBezTo>
                    <a:pt x="75037" y="106818"/>
                    <a:pt x="92125" y="96801"/>
                    <a:pt x="111704" y="96801"/>
                  </a:cubicBezTo>
                  <a:cubicBezTo>
                    <a:pt x="155135" y="96801"/>
                    <a:pt x="155135" y="138596"/>
                    <a:pt x="155135" y="162775"/>
                  </a:cubicBezTo>
                  <a:cubicBezTo>
                    <a:pt x="155135" y="179009"/>
                    <a:pt x="155135" y="198007"/>
                    <a:pt x="145879" y="211478"/>
                  </a:cubicBezTo>
                  <a:cubicBezTo>
                    <a:pt x="135556" y="225640"/>
                    <a:pt x="119180" y="229440"/>
                    <a:pt x="107788" y="229440"/>
                  </a:cubicBezTo>
                  <a:cubicBezTo>
                    <a:pt x="82869" y="229440"/>
                    <a:pt x="68985" y="210788"/>
                    <a:pt x="65425" y="205606"/>
                  </a:cubicBezTo>
                  <a:close/>
                </a:path>
              </a:pathLst>
            </a:custGeom>
            <a:solidFill>
              <a:srgbClr val="2683C6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dirty="0"/>
            </a:p>
          </p:txBody>
        </p:sp>
      </p:grp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CFC084F-8684-0FD4-2B74-C235E17B1F50}"/>
              </a:ext>
            </a:extLst>
          </p:cNvPr>
          <p:cNvCxnSpPr>
            <a:cxnSpLocks/>
            <a:endCxn id="61" idx="1"/>
          </p:cNvCxnSpPr>
          <p:nvPr/>
        </p:nvCxnSpPr>
        <p:spPr>
          <a:xfrm>
            <a:off x="2734923" y="2976595"/>
            <a:ext cx="2672448" cy="2316347"/>
          </a:xfrm>
          <a:prstGeom prst="straightConnector1">
            <a:avLst/>
          </a:prstGeom>
          <a:ln w="57150">
            <a:solidFill>
              <a:srgbClr val="2683C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0F3933FA-9E2E-17DE-05C1-71FD36E32A9F}"/>
              </a:ext>
            </a:extLst>
          </p:cNvPr>
          <p:cNvCxnSpPr>
            <a:cxnSpLocks/>
          </p:cNvCxnSpPr>
          <p:nvPr/>
        </p:nvCxnSpPr>
        <p:spPr>
          <a:xfrm>
            <a:off x="6702897" y="2963493"/>
            <a:ext cx="670389" cy="2206466"/>
          </a:xfrm>
          <a:prstGeom prst="straightConnector1">
            <a:avLst/>
          </a:prstGeom>
          <a:ln w="57150">
            <a:solidFill>
              <a:srgbClr val="2683C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4252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F5BE1-282D-6B21-5910-7D2C90B2C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F150F-031E-8C2D-ED93-E862D55B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Recurrent Neural Networks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14AC1-8E88-36A6-4F0B-5F2621B6E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14</a:t>
            </a:fld>
            <a:endParaRPr lang="en-CA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1D0117E-02C3-B084-BCFD-F8E9E2A3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Gradient update for</a:t>
            </a:r>
          </a:p>
          <a:p>
            <a:r>
              <a:rPr lang="en-US" dirty="0"/>
              <a:t>Suppose       is the representation passed to the classifier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We can easily calculate  </a:t>
            </a:r>
            <a:endParaRPr lang="en-US" b="1" dirty="0"/>
          </a:p>
          <a:p>
            <a:endParaRPr lang="en-US" dirty="0"/>
          </a:p>
          <a:p>
            <a:r>
              <a:rPr lang="en-US" dirty="0"/>
              <a:t>What about            ?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7" name="Group 6" descr="\documentclass{article}&#10;\usepackage{amsmath,amssymb}&#10;\pagestyle{empty}&#10;\begin{document}&#10;&#10;\newcommand{\score}{\textrm{score}}&#10;\newcommand{\classify}{\textrm{classify}}&#10;\newcommand{\bx}{\mathbf{x}}&#10;&#10;\begin{align*}&#10;\mathbf{h}_t = \mathbf{W} [\mathbf{x}_t; \mathbf{h}_{t-1}] +\mathbf{b}&#10;\end{align*}&#10;&#10;&#10;\end{document}" title="IguanaTex Vector Display">
            <a:extLst>
              <a:ext uri="{FF2B5EF4-FFF2-40B4-BE49-F238E27FC236}">
                <a16:creationId xmlns:a16="http://schemas.microsoft.com/office/drawing/2014/main" id="{DB286572-D9A4-2F35-8617-EF4CA52A17E1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3900578" y="1903743"/>
            <a:ext cx="3287628" cy="345414"/>
            <a:chOff x="9204935" y="5216962"/>
            <a:chExt cx="3287628" cy="345414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D34A365-E35B-803B-7F4B-8F3D0DAB18DA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9204935" y="5236306"/>
              <a:ext cx="201934" cy="239717"/>
            </a:xfrm>
            <a:custGeom>
              <a:avLst/>
              <a:gdLst>
                <a:gd name="connsiteX0" fmla="*/ 24632 w 201934"/>
                <a:gd name="connsiteY0" fmla="*/ 223568 h 239717"/>
                <a:gd name="connsiteX1" fmla="*/ 187 w 201934"/>
                <a:gd name="connsiteY1" fmla="*/ 223568 h 239717"/>
                <a:gd name="connsiteX2" fmla="*/ 187 w 201934"/>
                <a:gd name="connsiteY2" fmla="*/ 239802 h 239717"/>
                <a:gd name="connsiteX3" fmla="*/ 44825 w 201934"/>
                <a:gd name="connsiteY3" fmla="*/ 238766 h 239717"/>
                <a:gd name="connsiteX4" fmla="*/ 89463 w 201934"/>
                <a:gd name="connsiteY4" fmla="*/ 239802 h 239717"/>
                <a:gd name="connsiteX5" fmla="*/ 89463 w 201934"/>
                <a:gd name="connsiteY5" fmla="*/ 223568 h 239717"/>
                <a:gd name="connsiteX6" fmla="*/ 65019 w 201934"/>
                <a:gd name="connsiteY6" fmla="*/ 223568 h 239717"/>
                <a:gd name="connsiteX7" fmla="*/ 65019 w 201934"/>
                <a:gd name="connsiteY7" fmla="*/ 151376 h 239717"/>
                <a:gd name="connsiteX8" fmla="*/ 117805 w 201934"/>
                <a:gd name="connsiteY8" fmla="*/ 96801 h 239717"/>
                <a:gd name="connsiteX9" fmla="*/ 137290 w 201934"/>
                <a:gd name="connsiteY9" fmla="*/ 130306 h 239717"/>
                <a:gd name="connsiteX10" fmla="*/ 137290 w 201934"/>
                <a:gd name="connsiteY10" fmla="*/ 223568 h 239717"/>
                <a:gd name="connsiteX11" fmla="*/ 112845 w 201934"/>
                <a:gd name="connsiteY11" fmla="*/ 223568 h 239717"/>
                <a:gd name="connsiteX12" fmla="*/ 112845 w 201934"/>
                <a:gd name="connsiteY12" fmla="*/ 239802 h 239717"/>
                <a:gd name="connsiteX13" fmla="*/ 157484 w 201934"/>
                <a:gd name="connsiteY13" fmla="*/ 238766 h 239717"/>
                <a:gd name="connsiteX14" fmla="*/ 202122 w 201934"/>
                <a:gd name="connsiteY14" fmla="*/ 239802 h 239717"/>
                <a:gd name="connsiteX15" fmla="*/ 202122 w 201934"/>
                <a:gd name="connsiteY15" fmla="*/ 223568 h 239717"/>
                <a:gd name="connsiteX16" fmla="*/ 177677 w 201934"/>
                <a:gd name="connsiteY16" fmla="*/ 223568 h 239717"/>
                <a:gd name="connsiteX17" fmla="*/ 177677 w 201934"/>
                <a:gd name="connsiteY17" fmla="*/ 134106 h 239717"/>
                <a:gd name="connsiteX18" fmla="*/ 123119 w 201934"/>
                <a:gd name="connsiteY18" fmla="*/ 84366 h 239717"/>
                <a:gd name="connsiteX19" fmla="*/ 62893 w 201934"/>
                <a:gd name="connsiteY19" fmla="*/ 118217 h 239717"/>
                <a:gd name="connsiteX20" fmla="*/ 62893 w 201934"/>
                <a:gd name="connsiteY20" fmla="*/ 85 h 239717"/>
                <a:gd name="connsiteX21" fmla="*/ 187 w 201934"/>
                <a:gd name="connsiteY21" fmla="*/ 2848 h 239717"/>
                <a:gd name="connsiteX22" fmla="*/ 187 w 201934"/>
                <a:gd name="connsiteY22" fmla="*/ 19082 h 239717"/>
                <a:gd name="connsiteX23" fmla="*/ 24632 w 201934"/>
                <a:gd name="connsiteY23" fmla="*/ 32554 h 239717"/>
                <a:gd name="connsiteX24" fmla="*/ 24632 w 201934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934" h="239717">
                  <a:moveTo>
                    <a:pt x="24632" y="223568"/>
                  </a:moveTo>
                  <a:lnTo>
                    <a:pt x="187" y="223568"/>
                  </a:lnTo>
                  <a:lnTo>
                    <a:pt x="187" y="239802"/>
                  </a:lnTo>
                  <a:cubicBezTo>
                    <a:pt x="10107" y="239457"/>
                    <a:pt x="31363" y="238766"/>
                    <a:pt x="44825" y="238766"/>
                  </a:cubicBezTo>
                  <a:cubicBezTo>
                    <a:pt x="58642" y="238766"/>
                    <a:pt x="79544" y="239457"/>
                    <a:pt x="89463" y="239802"/>
                  </a:cubicBezTo>
                  <a:lnTo>
                    <a:pt x="89463" y="223568"/>
                  </a:lnTo>
                  <a:lnTo>
                    <a:pt x="65019" y="223568"/>
                  </a:lnTo>
                  <a:lnTo>
                    <a:pt x="65019" y="151376"/>
                  </a:lnTo>
                  <a:cubicBezTo>
                    <a:pt x="65019" y="113726"/>
                    <a:pt x="95486" y="96801"/>
                    <a:pt x="117805" y="96801"/>
                  </a:cubicBezTo>
                  <a:cubicBezTo>
                    <a:pt x="129850" y="96801"/>
                    <a:pt x="137290" y="104054"/>
                    <a:pt x="137290" y="130306"/>
                  </a:cubicBezTo>
                  <a:lnTo>
                    <a:pt x="137290" y="223568"/>
                  </a:lnTo>
                  <a:lnTo>
                    <a:pt x="112845" y="223568"/>
                  </a:lnTo>
                  <a:lnTo>
                    <a:pt x="112845" y="239802"/>
                  </a:lnTo>
                  <a:cubicBezTo>
                    <a:pt x="122765" y="239457"/>
                    <a:pt x="144021" y="238766"/>
                    <a:pt x="157484" y="238766"/>
                  </a:cubicBezTo>
                  <a:cubicBezTo>
                    <a:pt x="171300" y="238766"/>
                    <a:pt x="192202" y="239457"/>
                    <a:pt x="202122" y="239802"/>
                  </a:cubicBezTo>
                  <a:lnTo>
                    <a:pt x="202122" y="223568"/>
                  </a:lnTo>
                  <a:lnTo>
                    <a:pt x="177677" y="223568"/>
                  </a:lnTo>
                  <a:lnTo>
                    <a:pt x="177677" y="134106"/>
                  </a:lnTo>
                  <a:cubicBezTo>
                    <a:pt x="177677" y="97837"/>
                    <a:pt x="158546" y="84366"/>
                    <a:pt x="123119" y="84366"/>
                  </a:cubicBezTo>
                  <a:cubicBezTo>
                    <a:pt x="89109" y="84366"/>
                    <a:pt x="71041" y="104400"/>
                    <a:pt x="62893" y="118217"/>
                  </a:cubicBezTo>
                  <a:lnTo>
                    <a:pt x="62893" y="85"/>
                  </a:lnTo>
                  <a:lnTo>
                    <a:pt x="187" y="2848"/>
                  </a:lnTo>
                  <a:lnTo>
                    <a:pt x="187" y="19082"/>
                  </a:lnTo>
                  <a:cubicBezTo>
                    <a:pt x="22152" y="19082"/>
                    <a:pt x="24632" y="19082"/>
                    <a:pt x="24632" y="32554"/>
                  </a:cubicBezTo>
                  <a:lnTo>
                    <a:pt x="24632" y="223568"/>
                  </a:lnTo>
                  <a:close/>
                </a:path>
              </a:pathLst>
            </a:custGeom>
            <a:grpFill/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4C7543A-BDDE-EBE3-E061-042CC83A66CD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9425747" y="5376716"/>
              <a:ext cx="83820" cy="153536"/>
            </a:xfrm>
            <a:custGeom>
              <a:avLst/>
              <a:gdLst>
                <a:gd name="connsiteX0" fmla="*/ 50783 w 83820"/>
                <a:gd name="connsiteY0" fmla="*/ 55698 h 153536"/>
                <a:gd name="connsiteX1" fmla="*/ 76078 w 83820"/>
                <a:gd name="connsiteY1" fmla="*/ 55698 h 153536"/>
                <a:gd name="connsiteX2" fmla="*/ 84014 w 83820"/>
                <a:gd name="connsiteY2" fmla="*/ 50379 h 153536"/>
                <a:gd name="connsiteX3" fmla="*/ 76574 w 83820"/>
                <a:gd name="connsiteY3" fmla="*/ 46993 h 153536"/>
                <a:gd name="connsiteX4" fmla="*/ 53015 w 83820"/>
                <a:gd name="connsiteY4" fmla="*/ 46993 h 153536"/>
                <a:gd name="connsiteX5" fmla="*/ 62191 w 83820"/>
                <a:gd name="connsiteY5" fmla="*/ 11209 h 153536"/>
                <a:gd name="connsiteX6" fmla="*/ 62935 w 83820"/>
                <a:gd name="connsiteY6" fmla="*/ 7823 h 153536"/>
                <a:gd name="connsiteX7" fmla="*/ 54503 w 83820"/>
                <a:gd name="connsiteY7" fmla="*/ 86 h 153536"/>
                <a:gd name="connsiteX8" fmla="*/ 42848 w 83820"/>
                <a:gd name="connsiteY8" fmla="*/ 10483 h 153536"/>
                <a:gd name="connsiteX9" fmla="*/ 33424 w 83820"/>
                <a:gd name="connsiteY9" fmla="*/ 46993 h 153536"/>
                <a:gd name="connsiteX10" fmla="*/ 8129 w 83820"/>
                <a:gd name="connsiteY10" fmla="*/ 46993 h 153536"/>
                <a:gd name="connsiteX11" fmla="*/ 193 w 83820"/>
                <a:gd name="connsiteY11" fmla="*/ 52313 h 153536"/>
                <a:gd name="connsiteX12" fmla="*/ 7633 w 83820"/>
                <a:gd name="connsiteY12" fmla="*/ 55698 h 153536"/>
                <a:gd name="connsiteX13" fmla="*/ 31192 w 83820"/>
                <a:gd name="connsiteY13" fmla="*/ 55698 h 153536"/>
                <a:gd name="connsiteX14" fmla="*/ 16561 w 83820"/>
                <a:gd name="connsiteY14" fmla="*/ 112760 h 153536"/>
                <a:gd name="connsiteX15" fmla="*/ 12841 w 83820"/>
                <a:gd name="connsiteY15" fmla="*/ 130653 h 153536"/>
                <a:gd name="connsiteX16" fmla="*/ 39376 w 83820"/>
                <a:gd name="connsiteY16" fmla="*/ 153623 h 153536"/>
                <a:gd name="connsiteX17" fmla="*/ 82526 w 83820"/>
                <a:gd name="connsiteY17" fmla="*/ 116629 h 153536"/>
                <a:gd name="connsiteX18" fmla="*/ 78558 w 83820"/>
                <a:gd name="connsiteY18" fmla="*/ 113486 h 153536"/>
                <a:gd name="connsiteX19" fmla="*/ 73350 w 83820"/>
                <a:gd name="connsiteY19" fmla="*/ 118080 h 153536"/>
                <a:gd name="connsiteX20" fmla="*/ 40120 w 83820"/>
                <a:gd name="connsiteY20" fmla="*/ 146853 h 153536"/>
                <a:gd name="connsiteX21" fmla="*/ 31440 w 83820"/>
                <a:gd name="connsiteY21" fmla="*/ 135005 h 153536"/>
                <a:gd name="connsiteX22" fmla="*/ 32928 w 83820"/>
                <a:gd name="connsiteY22" fmla="*/ 125092 h 153536"/>
                <a:gd name="connsiteX23" fmla="*/ 50783 w 8382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820" h="153536">
                  <a:moveTo>
                    <a:pt x="50783" y="55698"/>
                  </a:moveTo>
                  <a:lnTo>
                    <a:pt x="76078" y="55698"/>
                  </a:lnTo>
                  <a:cubicBezTo>
                    <a:pt x="80790" y="55698"/>
                    <a:pt x="84014" y="55698"/>
                    <a:pt x="84014" y="50379"/>
                  </a:cubicBezTo>
                  <a:cubicBezTo>
                    <a:pt x="84014" y="46993"/>
                    <a:pt x="80790" y="46993"/>
                    <a:pt x="76574" y="46993"/>
                  </a:cubicBezTo>
                  <a:lnTo>
                    <a:pt x="53015" y="46993"/>
                  </a:lnTo>
                  <a:lnTo>
                    <a:pt x="62191" y="11209"/>
                  </a:lnTo>
                  <a:cubicBezTo>
                    <a:pt x="62439" y="10000"/>
                    <a:pt x="62935" y="8791"/>
                    <a:pt x="62935" y="7823"/>
                  </a:cubicBezTo>
                  <a:cubicBezTo>
                    <a:pt x="62935" y="3471"/>
                    <a:pt x="59463" y="86"/>
                    <a:pt x="54503" y="86"/>
                  </a:cubicBezTo>
                  <a:cubicBezTo>
                    <a:pt x="48303" y="86"/>
                    <a:pt x="44584" y="4197"/>
                    <a:pt x="42848" y="10483"/>
                  </a:cubicBezTo>
                  <a:cubicBezTo>
                    <a:pt x="41112" y="16528"/>
                    <a:pt x="44336" y="4922"/>
                    <a:pt x="33424" y="46993"/>
                  </a:cubicBezTo>
                  <a:lnTo>
                    <a:pt x="8129" y="46993"/>
                  </a:lnTo>
                  <a:cubicBezTo>
                    <a:pt x="3417" y="46993"/>
                    <a:pt x="193" y="46993"/>
                    <a:pt x="193" y="52313"/>
                  </a:cubicBezTo>
                  <a:cubicBezTo>
                    <a:pt x="193" y="55698"/>
                    <a:pt x="3169" y="55698"/>
                    <a:pt x="7633" y="55698"/>
                  </a:cubicBezTo>
                  <a:lnTo>
                    <a:pt x="31192" y="55698"/>
                  </a:lnTo>
                  <a:lnTo>
                    <a:pt x="16561" y="112760"/>
                  </a:lnTo>
                  <a:cubicBezTo>
                    <a:pt x="15073" y="118805"/>
                    <a:pt x="12841" y="127510"/>
                    <a:pt x="12841" y="130653"/>
                  </a:cubicBezTo>
                  <a:cubicBezTo>
                    <a:pt x="12841" y="144919"/>
                    <a:pt x="25240" y="153623"/>
                    <a:pt x="39376" y="153623"/>
                  </a:cubicBezTo>
                  <a:cubicBezTo>
                    <a:pt x="66903" y="153623"/>
                    <a:pt x="82526" y="119772"/>
                    <a:pt x="82526" y="116629"/>
                  </a:cubicBezTo>
                  <a:cubicBezTo>
                    <a:pt x="82526" y="113486"/>
                    <a:pt x="79302" y="113486"/>
                    <a:pt x="78558" y="113486"/>
                  </a:cubicBezTo>
                  <a:cubicBezTo>
                    <a:pt x="75582" y="113486"/>
                    <a:pt x="75334" y="113969"/>
                    <a:pt x="73350" y="118080"/>
                  </a:cubicBezTo>
                  <a:cubicBezTo>
                    <a:pt x="66407" y="133313"/>
                    <a:pt x="53759" y="146853"/>
                    <a:pt x="40120" y="146853"/>
                  </a:cubicBezTo>
                  <a:cubicBezTo>
                    <a:pt x="34912" y="146853"/>
                    <a:pt x="31440" y="143710"/>
                    <a:pt x="31440" y="135005"/>
                  </a:cubicBezTo>
                  <a:cubicBezTo>
                    <a:pt x="31440" y="132587"/>
                    <a:pt x="32432" y="127510"/>
                    <a:pt x="32928" y="125092"/>
                  </a:cubicBezTo>
                  <a:lnTo>
                    <a:pt x="50783" y="55698"/>
                  </a:lnTo>
                  <a:close/>
                </a:path>
              </a:pathLst>
            </a:custGeom>
            <a:grpFill/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78ECA06-5C00-527B-A547-E2C8C18A7263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9658310" y="5349256"/>
              <a:ext cx="235590" cy="80827"/>
            </a:xfrm>
            <a:custGeom>
              <a:avLst/>
              <a:gdLst>
                <a:gd name="connsiteX0" fmla="*/ 223745 w 235590"/>
                <a:gd name="connsiteY0" fmla="*/ 13901 h 80827"/>
                <a:gd name="connsiteX1" fmla="*/ 235790 w 235590"/>
                <a:gd name="connsiteY1" fmla="*/ 6993 h 80827"/>
                <a:gd name="connsiteX2" fmla="*/ 224099 w 235590"/>
                <a:gd name="connsiteY2" fmla="*/ 85 h 80827"/>
                <a:gd name="connsiteX3" fmla="*/ 11891 w 235590"/>
                <a:gd name="connsiteY3" fmla="*/ 85 h 80827"/>
                <a:gd name="connsiteX4" fmla="*/ 200 w 235590"/>
                <a:gd name="connsiteY4" fmla="*/ 6993 h 80827"/>
                <a:gd name="connsiteX5" fmla="*/ 12245 w 235590"/>
                <a:gd name="connsiteY5" fmla="*/ 13901 h 80827"/>
                <a:gd name="connsiteX6" fmla="*/ 223745 w 235590"/>
                <a:gd name="connsiteY6" fmla="*/ 13901 h 80827"/>
                <a:gd name="connsiteX7" fmla="*/ 224099 w 235590"/>
                <a:gd name="connsiteY7" fmla="*/ 80912 h 80827"/>
                <a:gd name="connsiteX8" fmla="*/ 235790 w 235590"/>
                <a:gd name="connsiteY8" fmla="*/ 74003 h 80827"/>
                <a:gd name="connsiteX9" fmla="*/ 223745 w 235590"/>
                <a:gd name="connsiteY9" fmla="*/ 67095 h 80827"/>
                <a:gd name="connsiteX10" fmla="*/ 12245 w 235590"/>
                <a:gd name="connsiteY10" fmla="*/ 67095 h 80827"/>
                <a:gd name="connsiteX11" fmla="*/ 200 w 235590"/>
                <a:gd name="connsiteY11" fmla="*/ 74003 h 80827"/>
                <a:gd name="connsiteX12" fmla="*/ 11891 w 235590"/>
                <a:gd name="connsiteY12" fmla="*/ 80912 h 80827"/>
                <a:gd name="connsiteX13" fmla="*/ 224099 w 235590"/>
                <a:gd name="connsiteY13" fmla="*/ 80912 h 8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590" h="80827">
                  <a:moveTo>
                    <a:pt x="223745" y="13901"/>
                  </a:moveTo>
                  <a:cubicBezTo>
                    <a:pt x="229059" y="13901"/>
                    <a:pt x="235790" y="13901"/>
                    <a:pt x="235790" y="6993"/>
                  </a:cubicBezTo>
                  <a:cubicBezTo>
                    <a:pt x="235790" y="85"/>
                    <a:pt x="229059" y="85"/>
                    <a:pt x="224099" y="85"/>
                  </a:cubicBezTo>
                  <a:lnTo>
                    <a:pt x="11891" y="85"/>
                  </a:lnTo>
                  <a:cubicBezTo>
                    <a:pt x="6931" y="85"/>
                    <a:pt x="200" y="85"/>
                    <a:pt x="200" y="6993"/>
                  </a:cubicBezTo>
                  <a:cubicBezTo>
                    <a:pt x="200" y="13901"/>
                    <a:pt x="6931" y="13901"/>
                    <a:pt x="12245" y="13901"/>
                  </a:cubicBezTo>
                  <a:lnTo>
                    <a:pt x="223745" y="13901"/>
                  </a:lnTo>
                  <a:close/>
                  <a:moveTo>
                    <a:pt x="224099" y="80912"/>
                  </a:moveTo>
                  <a:cubicBezTo>
                    <a:pt x="229059" y="80912"/>
                    <a:pt x="235790" y="80912"/>
                    <a:pt x="235790" y="74003"/>
                  </a:cubicBezTo>
                  <a:cubicBezTo>
                    <a:pt x="235790" y="67095"/>
                    <a:pt x="229059" y="67095"/>
                    <a:pt x="223745" y="67095"/>
                  </a:cubicBezTo>
                  <a:lnTo>
                    <a:pt x="12245" y="67095"/>
                  </a:lnTo>
                  <a:cubicBezTo>
                    <a:pt x="6931" y="67095"/>
                    <a:pt x="200" y="67095"/>
                    <a:pt x="200" y="74003"/>
                  </a:cubicBezTo>
                  <a:cubicBezTo>
                    <a:pt x="200" y="80912"/>
                    <a:pt x="6931" y="80912"/>
                    <a:pt x="11891" y="80912"/>
                  </a:cubicBezTo>
                  <a:lnTo>
                    <a:pt x="224099" y="80912"/>
                  </a:lnTo>
                  <a:close/>
                </a:path>
              </a:pathLst>
            </a:custGeom>
            <a:grpFill/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E95579-16AE-BBC0-91FB-6BC1D4D30194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10020925" y="5239069"/>
              <a:ext cx="403869" cy="239717"/>
            </a:xfrm>
            <a:custGeom>
              <a:avLst/>
              <a:gdLst>
                <a:gd name="connsiteX0" fmla="*/ 370424 w 403869"/>
                <a:gd name="connsiteY0" fmla="*/ 24609 h 239717"/>
                <a:gd name="connsiteX1" fmla="*/ 383886 w 403869"/>
                <a:gd name="connsiteY1" fmla="*/ 17010 h 239717"/>
                <a:gd name="connsiteX2" fmla="*/ 404080 w 403869"/>
                <a:gd name="connsiteY2" fmla="*/ 16319 h 239717"/>
                <a:gd name="connsiteX3" fmla="*/ 404080 w 403869"/>
                <a:gd name="connsiteY3" fmla="*/ 85 h 239717"/>
                <a:gd name="connsiteX4" fmla="*/ 366173 w 403869"/>
                <a:gd name="connsiteY4" fmla="*/ 1121 h 239717"/>
                <a:gd name="connsiteX5" fmla="*/ 317992 w 403869"/>
                <a:gd name="connsiteY5" fmla="*/ 85 h 239717"/>
                <a:gd name="connsiteX6" fmla="*/ 317992 w 403869"/>
                <a:gd name="connsiteY6" fmla="*/ 16319 h 239717"/>
                <a:gd name="connsiteX7" fmla="*/ 354127 w 403869"/>
                <a:gd name="connsiteY7" fmla="*/ 20119 h 239717"/>
                <a:gd name="connsiteX8" fmla="*/ 293193 w 403869"/>
                <a:gd name="connsiteY8" fmla="*/ 174519 h 239717"/>
                <a:gd name="connsiteX9" fmla="*/ 230487 w 403869"/>
                <a:gd name="connsiteY9" fmla="*/ 16319 h 239717"/>
                <a:gd name="connsiteX10" fmla="*/ 264497 w 403869"/>
                <a:gd name="connsiteY10" fmla="*/ 16319 h 239717"/>
                <a:gd name="connsiteX11" fmla="*/ 264497 w 403869"/>
                <a:gd name="connsiteY11" fmla="*/ 85 h 239717"/>
                <a:gd name="connsiteX12" fmla="*/ 202499 w 403869"/>
                <a:gd name="connsiteY12" fmla="*/ 1121 h 239717"/>
                <a:gd name="connsiteX13" fmla="*/ 148296 w 403869"/>
                <a:gd name="connsiteY13" fmla="*/ 85 h 239717"/>
                <a:gd name="connsiteX14" fmla="*/ 148296 w 403869"/>
                <a:gd name="connsiteY14" fmla="*/ 16319 h 239717"/>
                <a:gd name="connsiteX15" fmla="*/ 178763 w 403869"/>
                <a:gd name="connsiteY15" fmla="*/ 16319 h 239717"/>
                <a:gd name="connsiteX16" fmla="*/ 193288 w 403869"/>
                <a:gd name="connsiteY16" fmla="*/ 52933 h 239717"/>
                <a:gd name="connsiteX17" fmla="*/ 145107 w 403869"/>
                <a:gd name="connsiteY17" fmla="*/ 174519 h 239717"/>
                <a:gd name="connsiteX18" fmla="*/ 82401 w 403869"/>
                <a:gd name="connsiteY18" fmla="*/ 16319 h 239717"/>
                <a:gd name="connsiteX19" fmla="*/ 116411 w 403869"/>
                <a:gd name="connsiteY19" fmla="*/ 16319 h 239717"/>
                <a:gd name="connsiteX20" fmla="*/ 116411 w 403869"/>
                <a:gd name="connsiteY20" fmla="*/ 85 h 239717"/>
                <a:gd name="connsiteX21" fmla="*/ 54414 w 403869"/>
                <a:gd name="connsiteY21" fmla="*/ 1121 h 239717"/>
                <a:gd name="connsiteX22" fmla="*/ 210 w 403869"/>
                <a:gd name="connsiteY22" fmla="*/ 85 h 239717"/>
                <a:gd name="connsiteX23" fmla="*/ 210 w 403869"/>
                <a:gd name="connsiteY23" fmla="*/ 16319 h 239717"/>
                <a:gd name="connsiteX24" fmla="*/ 30677 w 403869"/>
                <a:gd name="connsiteY24" fmla="*/ 16319 h 239717"/>
                <a:gd name="connsiteX25" fmla="*/ 115703 w 403869"/>
                <a:gd name="connsiteY25" fmla="*/ 230822 h 239717"/>
                <a:gd name="connsiteX26" fmla="*/ 128102 w 403869"/>
                <a:gd name="connsiteY26" fmla="*/ 239802 h 239717"/>
                <a:gd name="connsiteX27" fmla="*/ 140502 w 403869"/>
                <a:gd name="connsiteY27" fmla="*/ 230822 h 239717"/>
                <a:gd name="connsiteX28" fmla="*/ 202145 w 403869"/>
                <a:gd name="connsiteY28" fmla="*/ 75385 h 239717"/>
                <a:gd name="connsiteX29" fmla="*/ 263788 w 403869"/>
                <a:gd name="connsiteY29" fmla="*/ 230822 h 239717"/>
                <a:gd name="connsiteX30" fmla="*/ 276188 w 403869"/>
                <a:gd name="connsiteY30" fmla="*/ 239802 h 239717"/>
                <a:gd name="connsiteX31" fmla="*/ 288587 w 403869"/>
                <a:gd name="connsiteY31" fmla="*/ 230822 h 239717"/>
                <a:gd name="connsiteX32" fmla="*/ 370424 w 403869"/>
                <a:gd name="connsiteY32" fmla="*/ 24609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3869" h="239717">
                  <a:moveTo>
                    <a:pt x="370424" y="24609"/>
                  </a:moveTo>
                  <a:cubicBezTo>
                    <a:pt x="372549" y="18737"/>
                    <a:pt x="372904" y="18046"/>
                    <a:pt x="383886" y="17010"/>
                  </a:cubicBezTo>
                  <a:cubicBezTo>
                    <a:pt x="390972" y="16319"/>
                    <a:pt x="398411" y="16319"/>
                    <a:pt x="404080" y="16319"/>
                  </a:cubicBezTo>
                  <a:lnTo>
                    <a:pt x="404080" y="85"/>
                  </a:lnTo>
                  <a:cubicBezTo>
                    <a:pt x="394514" y="430"/>
                    <a:pt x="382115" y="1121"/>
                    <a:pt x="366173" y="1121"/>
                  </a:cubicBezTo>
                  <a:cubicBezTo>
                    <a:pt x="352710" y="1121"/>
                    <a:pt x="330745" y="1121"/>
                    <a:pt x="317992" y="85"/>
                  </a:cubicBezTo>
                  <a:lnTo>
                    <a:pt x="317992" y="16319"/>
                  </a:lnTo>
                  <a:cubicBezTo>
                    <a:pt x="326848" y="16319"/>
                    <a:pt x="343854" y="16319"/>
                    <a:pt x="354127" y="20119"/>
                  </a:cubicBezTo>
                  <a:lnTo>
                    <a:pt x="293193" y="174519"/>
                  </a:lnTo>
                  <a:lnTo>
                    <a:pt x="230487" y="16319"/>
                  </a:lnTo>
                  <a:lnTo>
                    <a:pt x="264497" y="16319"/>
                  </a:lnTo>
                  <a:lnTo>
                    <a:pt x="264497" y="85"/>
                  </a:lnTo>
                  <a:cubicBezTo>
                    <a:pt x="251034" y="1121"/>
                    <a:pt x="217733" y="1121"/>
                    <a:pt x="202499" y="1121"/>
                  </a:cubicBezTo>
                  <a:cubicBezTo>
                    <a:pt x="188683" y="1121"/>
                    <a:pt x="160695" y="1121"/>
                    <a:pt x="148296" y="85"/>
                  </a:cubicBezTo>
                  <a:lnTo>
                    <a:pt x="148296" y="16319"/>
                  </a:lnTo>
                  <a:lnTo>
                    <a:pt x="178763" y="16319"/>
                  </a:lnTo>
                  <a:lnTo>
                    <a:pt x="193288" y="52933"/>
                  </a:lnTo>
                  <a:lnTo>
                    <a:pt x="145107" y="174519"/>
                  </a:lnTo>
                  <a:lnTo>
                    <a:pt x="82401" y="16319"/>
                  </a:lnTo>
                  <a:lnTo>
                    <a:pt x="116411" y="16319"/>
                  </a:lnTo>
                  <a:lnTo>
                    <a:pt x="116411" y="85"/>
                  </a:lnTo>
                  <a:cubicBezTo>
                    <a:pt x="102949" y="1121"/>
                    <a:pt x="69647" y="1121"/>
                    <a:pt x="54414" y="1121"/>
                  </a:cubicBezTo>
                  <a:cubicBezTo>
                    <a:pt x="40597" y="1121"/>
                    <a:pt x="12610" y="1121"/>
                    <a:pt x="210" y="85"/>
                  </a:cubicBezTo>
                  <a:lnTo>
                    <a:pt x="210" y="16319"/>
                  </a:lnTo>
                  <a:lnTo>
                    <a:pt x="30677" y="16319"/>
                  </a:lnTo>
                  <a:lnTo>
                    <a:pt x="115703" y="230822"/>
                  </a:lnTo>
                  <a:cubicBezTo>
                    <a:pt x="117828" y="236348"/>
                    <a:pt x="119245" y="239802"/>
                    <a:pt x="128102" y="239802"/>
                  </a:cubicBezTo>
                  <a:cubicBezTo>
                    <a:pt x="136959" y="239802"/>
                    <a:pt x="138376" y="236348"/>
                    <a:pt x="140502" y="230822"/>
                  </a:cubicBezTo>
                  <a:lnTo>
                    <a:pt x="202145" y="75385"/>
                  </a:lnTo>
                  <a:lnTo>
                    <a:pt x="263788" y="230822"/>
                  </a:lnTo>
                  <a:cubicBezTo>
                    <a:pt x="265914" y="236348"/>
                    <a:pt x="267331" y="239802"/>
                    <a:pt x="276188" y="239802"/>
                  </a:cubicBezTo>
                  <a:cubicBezTo>
                    <a:pt x="285044" y="239802"/>
                    <a:pt x="286462" y="236348"/>
                    <a:pt x="288587" y="230822"/>
                  </a:cubicBezTo>
                  <a:lnTo>
                    <a:pt x="370424" y="24609"/>
                  </a:lnTo>
                  <a:close/>
                </a:path>
              </a:pathLst>
            </a:custGeom>
            <a:grpFill/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E2765AE-C9C7-0B53-A283-4F04E060DA12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10481073" y="5216962"/>
              <a:ext cx="48535" cy="345414"/>
            </a:xfrm>
            <a:custGeom>
              <a:avLst/>
              <a:gdLst>
                <a:gd name="connsiteX0" fmla="*/ 48757 w 48535"/>
                <a:gd name="connsiteY0" fmla="*/ 345499 h 345414"/>
                <a:gd name="connsiteX1" fmla="*/ 48757 w 48535"/>
                <a:gd name="connsiteY1" fmla="*/ 331683 h 345414"/>
                <a:gd name="connsiteX2" fmla="*/ 14393 w 48535"/>
                <a:gd name="connsiteY2" fmla="*/ 331683 h 345414"/>
                <a:gd name="connsiteX3" fmla="*/ 14393 w 48535"/>
                <a:gd name="connsiteY3" fmla="*/ 13901 h 345414"/>
                <a:gd name="connsiteX4" fmla="*/ 48757 w 48535"/>
                <a:gd name="connsiteY4" fmla="*/ 13901 h 345414"/>
                <a:gd name="connsiteX5" fmla="*/ 48757 w 48535"/>
                <a:gd name="connsiteY5" fmla="*/ 85 h 345414"/>
                <a:gd name="connsiteX6" fmla="*/ 222 w 48535"/>
                <a:gd name="connsiteY6" fmla="*/ 85 h 345414"/>
                <a:gd name="connsiteX7" fmla="*/ 222 w 48535"/>
                <a:gd name="connsiteY7" fmla="*/ 345499 h 345414"/>
                <a:gd name="connsiteX8" fmla="*/ 48757 w 48535"/>
                <a:gd name="connsiteY8" fmla="*/ 345499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535" h="345414">
                  <a:moveTo>
                    <a:pt x="48757" y="345499"/>
                  </a:moveTo>
                  <a:lnTo>
                    <a:pt x="48757" y="331683"/>
                  </a:lnTo>
                  <a:lnTo>
                    <a:pt x="14393" y="331683"/>
                  </a:lnTo>
                  <a:lnTo>
                    <a:pt x="14393" y="13901"/>
                  </a:lnTo>
                  <a:lnTo>
                    <a:pt x="48757" y="13901"/>
                  </a:lnTo>
                  <a:lnTo>
                    <a:pt x="48757" y="85"/>
                  </a:lnTo>
                  <a:lnTo>
                    <a:pt x="222" y="85"/>
                  </a:lnTo>
                  <a:lnTo>
                    <a:pt x="222" y="345499"/>
                  </a:lnTo>
                  <a:lnTo>
                    <a:pt x="48757" y="345499"/>
                  </a:lnTo>
                  <a:close/>
                </a:path>
              </a:pathLst>
            </a:custGeom>
            <a:grpFill/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8FEC4A3-77E6-1CBA-0A21-639EDA0D268A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10545472" y="5322659"/>
              <a:ext cx="199454" cy="153364"/>
            </a:xfrm>
            <a:custGeom>
              <a:avLst/>
              <a:gdLst>
                <a:gd name="connsiteX0" fmla="*/ 115009 w 199454"/>
                <a:gd name="connsiteY0" fmla="*/ 68477 h 153364"/>
                <a:gd name="connsiteX1" fmla="*/ 156459 w 199454"/>
                <a:gd name="connsiteY1" fmla="*/ 23573 h 153364"/>
                <a:gd name="connsiteX2" fmla="*/ 192594 w 199454"/>
                <a:gd name="connsiteY2" fmla="*/ 16319 h 153364"/>
                <a:gd name="connsiteX3" fmla="*/ 192594 w 199454"/>
                <a:gd name="connsiteY3" fmla="*/ 85 h 153364"/>
                <a:gd name="connsiteX4" fmla="*/ 160001 w 199454"/>
                <a:gd name="connsiteY4" fmla="*/ 1121 h 153364"/>
                <a:gd name="connsiteX5" fmla="*/ 123511 w 199454"/>
                <a:gd name="connsiteY5" fmla="*/ 85 h 153364"/>
                <a:gd name="connsiteX6" fmla="*/ 123511 w 199454"/>
                <a:gd name="connsiteY6" fmla="*/ 16319 h 153364"/>
                <a:gd name="connsiteX7" fmla="*/ 136974 w 199454"/>
                <a:gd name="connsiteY7" fmla="*/ 19428 h 153364"/>
                <a:gd name="connsiteX8" fmla="*/ 134140 w 199454"/>
                <a:gd name="connsiteY8" fmla="*/ 23573 h 153364"/>
                <a:gd name="connsiteX9" fmla="*/ 104381 w 199454"/>
                <a:gd name="connsiteY9" fmla="*/ 56042 h 153364"/>
                <a:gd name="connsiteX10" fmla="*/ 69662 w 199454"/>
                <a:gd name="connsiteY10" fmla="*/ 16319 h 153364"/>
                <a:gd name="connsiteX11" fmla="*/ 83833 w 199454"/>
                <a:gd name="connsiteY11" fmla="*/ 16319 h 153364"/>
                <a:gd name="connsiteX12" fmla="*/ 83833 w 199454"/>
                <a:gd name="connsiteY12" fmla="*/ 85 h 153364"/>
                <a:gd name="connsiteX13" fmla="*/ 40966 w 199454"/>
                <a:gd name="connsiteY13" fmla="*/ 1121 h 153364"/>
                <a:gd name="connsiteX14" fmla="*/ 1996 w 199454"/>
                <a:gd name="connsiteY14" fmla="*/ 85 h 153364"/>
                <a:gd name="connsiteX15" fmla="*/ 1996 w 199454"/>
                <a:gd name="connsiteY15" fmla="*/ 16319 h 153364"/>
                <a:gd name="connsiteX16" fmla="*/ 27150 w 199454"/>
                <a:gd name="connsiteY16" fmla="*/ 16319 h 153364"/>
                <a:gd name="connsiteX17" fmla="*/ 82416 w 199454"/>
                <a:gd name="connsiteY17" fmla="*/ 79875 h 153364"/>
                <a:gd name="connsiteX18" fmla="*/ 36006 w 199454"/>
                <a:gd name="connsiteY18" fmla="*/ 130651 h 153364"/>
                <a:gd name="connsiteX19" fmla="*/ 225 w 199454"/>
                <a:gd name="connsiteY19" fmla="*/ 137214 h 153364"/>
                <a:gd name="connsiteX20" fmla="*/ 225 w 199454"/>
                <a:gd name="connsiteY20" fmla="*/ 153449 h 153364"/>
                <a:gd name="connsiteX21" fmla="*/ 32818 w 199454"/>
                <a:gd name="connsiteY21" fmla="*/ 152413 h 153364"/>
                <a:gd name="connsiteX22" fmla="*/ 69308 w 199454"/>
                <a:gd name="connsiteY22" fmla="*/ 153449 h 153364"/>
                <a:gd name="connsiteX23" fmla="*/ 69308 w 199454"/>
                <a:gd name="connsiteY23" fmla="*/ 137214 h 153364"/>
                <a:gd name="connsiteX24" fmla="*/ 56200 w 199454"/>
                <a:gd name="connsiteY24" fmla="*/ 133415 h 153364"/>
                <a:gd name="connsiteX25" fmla="*/ 58680 w 199454"/>
                <a:gd name="connsiteY25" fmla="*/ 129961 h 153364"/>
                <a:gd name="connsiteX26" fmla="*/ 93044 w 199454"/>
                <a:gd name="connsiteY26" fmla="*/ 92310 h 153364"/>
                <a:gd name="connsiteX27" fmla="*/ 132014 w 199454"/>
                <a:gd name="connsiteY27" fmla="*/ 137214 h 153364"/>
                <a:gd name="connsiteX28" fmla="*/ 118197 w 199454"/>
                <a:gd name="connsiteY28" fmla="*/ 137214 h 153364"/>
                <a:gd name="connsiteX29" fmla="*/ 118197 w 199454"/>
                <a:gd name="connsiteY29" fmla="*/ 153449 h 153364"/>
                <a:gd name="connsiteX30" fmla="*/ 160710 w 199454"/>
                <a:gd name="connsiteY30" fmla="*/ 152413 h 153364"/>
                <a:gd name="connsiteX31" fmla="*/ 199680 w 199454"/>
                <a:gd name="connsiteY31" fmla="*/ 153449 h 153364"/>
                <a:gd name="connsiteX32" fmla="*/ 199680 w 199454"/>
                <a:gd name="connsiteY32" fmla="*/ 137214 h 153364"/>
                <a:gd name="connsiteX33" fmla="*/ 174526 w 199454"/>
                <a:gd name="connsiteY33" fmla="*/ 137214 h 153364"/>
                <a:gd name="connsiteX34" fmla="*/ 115009 w 199454"/>
                <a:gd name="connsiteY34" fmla="*/ 68477 h 153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454" h="153364">
                  <a:moveTo>
                    <a:pt x="115009" y="68477"/>
                  </a:moveTo>
                  <a:lnTo>
                    <a:pt x="156459" y="23573"/>
                  </a:lnTo>
                  <a:cubicBezTo>
                    <a:pt x="161064" y="18737"/>
                    <a:pt x="163190" y="16319"/>
                    <a:pt x="192594" y="16319"/>
                  </a:cubicBezTo>
                  <a:lnTo>
                    <a:pt x="192594" y="85"/>
                  </a:lnTo>
                  <a:cubicBezTo>
                    <a:pt x="180195" y="775"/>
                    <a:pt x="161773" y="1121"/>
                    <a:pt x="160001" y="1121"/>
                  </a:cubicBezTo>
                  <a:cubicBezTo>
                    <a:pt x="151145" y="1121"/>
                    <a:pt x="133431" y="430"/>
                    <a:pt x="123511" y="85"/>
                  </a:cubicBezTo>
                  <a:lnTo>
                    <a:pt x="123511" y="16319"/>
                  </a:lnTo>
                  <a:cubicBezTo>
                    <a:pt x="128471" y="16319"/>
                    <a:pt x="132722" y="17010"/>
                    <a:pt x="136974" y="19428"/>
                  </a:cubicBezTo>
                  <a:cubicBezTo>
                    <a:pt x="135557" y="21500"/>
                    <a:pt x="135557" y="22191"/>
                    <a:pt x="134140" y="23573"/>
                  </a:cubicBezTo>
                  <a:lnTo>
                    <a:pt x="104381" y="56042"/>
                  </a:lnTo>
                  <a:lnTo>
                    <a:pt x="69662" y="16319"/>
                  </a:lnTo>
                  <a:lnTo>
                    <a:pt x="83833" y="16319"/>
                  </a:lnTo>
                  <a:lnTo>
                    <a:pt x="83833" y="85"/>
                  </a:lnTo>
                  <a:cubicBezTo>
                    <a:pt x="74622" y="430"/>
                    <a:pt x="52303" y="1121"/>
                    <a:pt x="40966" y="1121"/>
                  </a:cubicBezTo>
                  <a:cubicBezTo>
                    <a:pt x="29629" y="1121"/>
                    <a:pt x="13687" y="430"/>
                    <a:pt x="1996" y="85"/>
                  </a:cubicBezTo>
                  <a:lnTo>
                    <a:pt x="1996" y="16319"/>
                  </a:lnTo>
                  <a:lnTo>
                    <a:pt x="27150" y="16319"/>
                  </a:lnTo>
                  <a:lnTo>
                    <a:pt x="82416" y="79875"/>
                  </a:lnTo>
                  <a:lnTo>
                    <a:pt x="36006" y="130651"/>
                  </a:lnTo>
                  <a:cubicBezTo>
                    <a:pt x="29984" y="137214"/>
                    <a:pt x="17230" y="137214"/>
                    <a:pt x="225" y="137214"/>
                  </a:cubicBezTo>
                  <a:lnTo>
                    <a:pt x="225" y="153449"/>
                  </a:lnTo>
                  <a:cubicBezTo>
                    <a:pt x="12624" y="152758"/>
                    <a:pt x="31047" y="152413"/>
                    <a:pt x="32818" y="152413"/>
                  </a:cubicBezTo>
                  <a:cubicBezTo>
                    <a:pt x="41675" y="152413"/>
                    <a:pt x="62222" y="153103"/>
                    <a:pt x="69308" y="153449"/>
                  </a:cubicBezTo>
                  <a:lnTo>
                    <a:pt x="69308" y="137214"/>
                  </a:lnTo>
                  <a:cubicBezTo>
                    <a:pt x="62931" y="137214"/>
                    <a:pt x="56200" y="135487"/>
                    <a:pt x="56200" y="133415"/>
                  </a:cubicBezTo>
                  <a:cubicBezTo>
                    <a:pt x="56200" y="133069"/>
                    <a:pt x="56200" y="132724"/>
                    <a:pt x="58680" y="129961"/>
                  </a:cubicBezTo>
                  <a:lnTo>
                    <a:pt x="93044" y="92310"/>
                  </a:lnTo>
                  <a:lnTo>
                    <a:pt x="132014" y="137214"/>
                  </a:lnTo>
                  <a:lnTo>
                    <a:pt x="118197" y="137214"/>
                  </a:lnTo>
                  <a:lnTo>
                    <a:pt x="118197" y="153449"/>
                  </a:lnTo>
                  <a:cubicBezTo>
                    <a:pt x="127408" y="153103"/>
                    <a:pt x="149019" y="152413"/>
                    <a:pt x="160710" y="152413"/>
                  </a:cubicBezTo>
                  <a:cubicBezTo>
                    <a:pt x="172047" y="152413"/>
                    <a:pt x="187989" y="153103"/>
                    <a:pt x="199680" y="153449"/>
                  </a:cubicBezTo>
                  <a:lnTo>
                    <a:pt x="199680" y="137214"/>
                  </a:lnTo>
                  <a:lnTo>
                    <a:pt x="174526" y="137214"/>
                  </a:lnTo>
                  <a:lnTo>
                    <a:pt x="115009" y="68477"/>
                  </a:lnTo>
                  <a:close/>
                </a:path>
              </a:pathLst>
            </a:custGeom>
            <a:grpFill/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1729AEB-DC0A-799E-FB39-A3C431B1CE18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10763116" y="5376716"/>
              <a:ext cx="83820" cy="153536"/>
            </a:xfrm>
            <a:custGeom>
              <a:avLst/>
              <a:gdLst>
                <a:gd name="connsiteX0" fmla="*/ 50821 w 83820"/>
                <a:gd name="connsiteY0" fmla="*/ 55698 h 153536"/>
                <a:gd name="connsiteX1" fmla="*/ 76116 w 83820"/>
                <a:gd name="connsiteY1" fmla="*/ 55698 h 153536"/>
                <a:gd name="connsiteX2" fmla="*/ 84052 w 83820"/>
                <a:gd name="connsiteY2" fmla="*/ 50379 h 153536"/>
                <a:gd name="connsiteX3" fmla="*/ 76612 w 83820"/>
                <a:gd name="connsiteY3" fmla="*/ 46993 h 153536"/>
                <a:gd name="connsiteX4" fmla="*/ 53053 w 83820"/>
                <a:gd name="connsiteY4" fmla="*/ 46993 h 153536"/>
                <a:gd name="connsiteX5" fmla="*/ 62228 w 83820"/>
                <a:gd name="connsiteY5" fmla="*/ 11209 h 153536"/>
                <a:gd name="connsiteX6" fmla="*/ 62972 w 83820"/>
                <a:gd name="connsiteY6" fmla="*/ 7823 h 153536"/>
                <a:gd name="connsiteX7" fmla="*/ 54541 w 83820"/>
                <a:gd name="connsiteY7" fmla="*/ 86 h 153536"/>
                <a:gd name="connsiteX8" fmla="*/ 42885 w 83820"/>
                <a:gd name="connsiteY8" fmla="*/ 10483 h 153536"/>
                <a:gd name="connsiteX9" fmla="*/ 33462 w 83820"/>
                <a:gd name="connsiteY9" fmla="*/ 46993 h 153536"/>
                <a:gd name="connsiteX10" fmla="*/ 8167 w 83820"/>
                <a:gd name="connsiteY10" fmla="*/ 46993 h 153536"/>
                <a:gd name="connsiteX11" fmla="*/ 231 w 83820"/>
                <a:gd name="connsiteY11" fmla="*/ 52313 h 153536"/>
                <a:gd name="connsiteX12" fmla="*/ 7671 w 83820"/>
                <a:gd name="connsiteY12" fmla="*/ 55698 h 153536"/>
                <a:gd name="connsiteX13" fmla="*/ 31230 w 83820"/>
                <a:gd name="connsiteY13" fmla="*/ 55698 h 153536"/>
                <a:gd name="connsiteX14" fmla="*/ 16598 w 83820"/>
                <a:gd name="connsiteY14" fmla="*/ 112760 h 153536"/>
                <a:gd name="connsiteX15" fmla="*/ 12878 w 83820"/>
                <a:gd name="connsiteY15" fmla="*/ 130653 h 153536"/>
                <a:gd name="connsiteX16" fmla="*/ 39413 w 83820"/>
                <a:gd name="connsiteY16" fmla="*/ 153623 h 153536"/>
                <a:gd name="connsiteX17" fmla="*/ 82564 w 83820"/>
                <a:gd name="connsiteY17" fmla="*/ 116629 h 153536"/>
                <a:gd name="connsiteX18" fmla="*/ 78596 w 83820"/>
                <a:gd name="connsiteY18" fmla="*/ 113486 h 153536"/>
                <a:gd name="connsiteX19" fmla="*/ 73388 w 83820"/>
                <a:gd name="connsiteY19" fmla="*/ 118080 h 153536"/>
                <a:gd name="connsiteX20" fmla="*/ 40157 w 83820"/>
                <a:gd name="connsiteY20" fmla="*/ 146853 h 153536"/>
                <a:gd name="connsiteX21" fmla="*/ 31478 w 83820"/>
                <a:gd name="connsiteY21" fmla="*/ 135005 h 153536"/>
                <a:gd name="connsiteX22" fmla="*/ 32966 w 83820"/>
                <a:gd name="connsiteY22" fmla="*/ 125092 h 153536"/>
                <a:gd name="connsiteX23" fmla="*/ 50821 w 8382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820" h="153536">
                  <a:moveTo>
                    <a:pt x="50821" y="55698"/>
                  </a:moveTo>
                  <a:lnTo>
                    <a:pt x="76116" y="55698"/>
                  </a:lnTo>
                  <a:cubicBezTo>
                    <a:pt x="80828" y="55698"/>
                    <a:pt x="84052" y="55698"/>
                    <a:pt x="84052" y="50379"/>
                  </a:cubicBezTo>
                  <a:cubicBezTo>
                    <a:pt x="84052" y="46993"/>
                    <a:pt x="80828" y="46993"/>
                    <a:pt x="76612" y="46993"/>
                  </a:cubicBezTo>
                  <a:lnTo>
                    <a:pt x="53053" y="46993"/>
                  </a:lnTo>
                  <a:lnTo>
                    <a:pt x="62228" y="11209"/>
                  </a:lnTo>
                  <a:cubicBezTo>
                    <a:pt x="62476" y="10000"/>
                    <a:pt x="62972" y="8791"/>
                    <a:pt x="62972" y="7823"/>
                  </a:cubicBezTo>
                  <a:cubicBezTo>
                    <a:pt x="62972" y="3471"/>
                    <a:pt x="59501" y="86"/>
                    <a:pt x="54541" y="86"/>
                  </a:cubicBezTo>
                  <a:cubicBezTo>
                    <a:pt x="48341" y="86"/>
                    <a:pt x="44621" y="4197"/>
                    <a:pt x="42885" y="10483"/>
                  </a:cubicBezTo>
                  <a:cubicBezTo>
                    <a:pt x="41149" y="16528"/>
                    <a:pt x="44373" y="4922"/>
                    <a:pt x="33462" y="46993"/>
                  </a:cubicBezTo>
                  <a:lnTo>
                    <a:pt x="8167" y="46993"/>
                  </a:lnTo>
                  <a:cubicBezTo>
                    <a:pt x="3455" y="46993"/>
                    <a:pt x="231" y="46993"/>
                    <a:pt x="231" y="52313"/>
                  </a:cubicBezTo>
                  <a:cubicBezTo>
                    <a:pt x="231" y="55698"/>
                    <a:pt x="3207" y="55698"/>
                    <a:pt x="7671" y="55698"/>
                  </a:cubicBezTo>
                  <a:lnTo>
                    <a:pt x="31230" y="55698"/>
                  </a:lnTo>
                  <a:lnTo>
                    <a:pt x="16598" y="112760"/>
                  </a:lnTo>
                  <a:cubicBezTo>
                    <a:pt x="15110" y="118805"/>
                    <a:pt x="12878" y="127510"/>
                    <a:pt x="12878" y="130653"/>
                  </a:cubicBezTo>
                  <a:cubicBezTo>
                    <a:pt x="12878" y="144919"/>
                    <a:pt x="25278" y="153623"/>
                    <a:pt x="39413" y="153623"/>
                  </a:cubicBezTo>
                  <a:cubicBezTo>
                    <a:pt x="66940" y="153623"/>
                    <a:pt x="82564" y="119772"/>
                    <a:pt x="82564" y="116629"/>
                  </a:cubicBezTo>
                  <a:cubicBezTo>
                    <a:pt x="82564" y="113486"/>
                    <a:pt x="79340" y="113486"/>
                    <a:pt x="78596" y="113486"/>
                  </a:cubicBezTo>
                  <a:cubicBezTo>
                    <a:pt x="75620" y="113486"/>
                    <a:pt x="75372" y="113969"/>
                    <a:pt x="73388" y="118080"/>
                  </a:cubicBezTo>
                  <a:cubicBezTo>
                    <a:pt x="66444" y="133313"/>
                    <a:pt x="53797" y="146853"/>
                    <a:pt x="40157" y="146853"/>
                  </a:cubicBezTo>
                  <a:cubicBezTo>
                    <a:pt x="34950" y="146853"/>
                    <a:pt x="31478" y="143710"/>
                    <a:pt x="31478" y="135005"/>
                  </a:cubicBezTo>
                  <a:cubicBezTo>
                    <a:pt x="31478" y="132587"/>
                    <a:pt x="32470" y="127510"/>
                    <a:pt x="32966" y="125092"/>
                  </a:cubicBezTo>
                  <a:lnTo>
                    <a:pt x="50821" y="55698"/>
                  </a:lnTo>
                  <a:close/>
                </a:path>
              </a:pathLst>
            </a:custGeom>
            <a:grpFill/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5E6A579-5A8F-F64D-34AB-64E31289A108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10907901" y="5327150"/>
              <a:ext cx="38615" cy="215538"/>
            </a:xfrm>
            <a:custGeom>
              <a:avLst/>
              <a:gdLst>
                <a:gd name="connsiteX0" fmla="*/ 37787 w 38615"/>
                <a:gd name="connsiteY0" fmla="*/ 18392 h 215538"/>
                <a:gd name="connsiteX1" fmla="*/ 19011 w 38615"/>
                <a:gd name="connsiteY1" fmla="*/ 85 h 215538"/>
                <a:gd name="connsiteX2" fmla="*/ 234 w 38615"/>
                <a:gd name="connsiteY2" fmla="*/ 18392 h 215538"/>
                <a:gd name="connsiteX3" fmla="*/ 19011 w 38615"/>
                <a:gd name="connsiteY3" fmla="*/ 36699 h 215538"/>
                <a:gd name="connsiteX4" fmla="*/ 37787 w 38615"/>
                <a:gd name="connsiteY4" fmla="*/ 18392 h 215538"/>
                <a:gd name="connsiteX5" fmla="*/ 31056 w 38615"/>
                <a:gd name="connsiteY5" fmla="*/ 145159 h 215538"/>
                <a:gd name="connsiteX6" fmla="*/ 8383 w 38615"/>
                <a:gd name="connsiteY6" fmla="*/ 207334 h 215538"/>
                <a:gd name="connsiteX7" fmla="*/ 5903 w 38615"/>
                <a:gd name="connsiteY7" fmla="*/ 211824 h 215538"/>
                <a:gd name="connsiteX8" fmla="*/ 9446 w 38615"/>
                <a:gd name="connsiteY8" fmla="*/ 215623 h 215538"/>
                <a:gd name="connsiteX9" fmla="*/ 38850 w 38615"/>
                <a:gd name="connsiteY9" fmla="*/ 147922 h 215538"/>
                <a:gd name="connsiteX10" fmla="*/ 19011 w 38615"/>
                <a:gd name="connsiteY10" fmla="*/ 112344 h 215538"/>
                <a:gd name="connsiteX11" fmla="*/ 234 w 38615"/>
                <a:gd name="connsiteY11" fmla="*/ 130651 h 215538"/>
                <a:gd name="connsiteX12" fmla="*/ 19011 w 38615"/>
                <a:gd name="connsiteY12" fmla="*/ 148958 h 215538"/>
                <a:gd name="connsiteX13" fmla="*/ 21845 w 38615"/>
                <a:gd name="connsiteY13" fmla="*/ 148613 h 215538"/>
                <a:gd name="connsiteX14" fmla="*/ 31056 w 38615"/>
                <a:gd name="connsiteY14" fmla="*/ 145159 h 215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615" h="215538">
                  <a:moveTo>
                    <a:pt x="37787" y="18392"/>
                  </a:moveTo>
                  <a:cubicBezTo>
                    <a:pt x="37787" y="8375"/>
                    <a:pt x="29285" y="85"/>
                    <a:pt x="19011" y="85"/>
                  </a:cubicBezTo>
                  <a:cubicBezTo>
                    <a:pt x="8737" y="85"/>
                    <a:pt x="234" y="8375"/>
                    <a:pt x="234" y="18392"/>
                  </a:cubicBezTo>
                  <a:cubicBezTo>
                    <a:pt x="234" y="28409"/>
                    <a:pt x="8737" y="36699"/>
                    <a:pt x="19011" y="36699"/>
                  </a:cubicBezTo>
                  <a:cubicBezTo>
                    <a:pt x="29285" y="36699"/>
                    <a:pt x="37787" y="28409"/>
                    <a:pt x="37787" y="18392"/>
                  </a:cubicBezTo>
                  <a:close/>
                  <a:moveTo>
                    <a:pt x="31056" y="145159"/>
                  </a:moveTo>
                  <a:cubicBezTo>
                    <a:pt x="31056" y="154830"/>
                    <a:pt x="31056" y="181773"/>
                    <a:pt x="8383" y="207334"/>
                  </a:cubicBezTo>
                  <a:cubicBezTo>
                    <a:pt x="5903" y="210097"/>
                    <a:pt x="5903" y="210788"/>
                    <a:pt x="5903" y="211824"/>
                  </a:cubicBezTo>
                  <a:cubicBezTo>
                    <a:pt x="5903" y="214242"/>
                    <a:pt x="7674" y="215623"/>
                    <a:pt x="9446" y="215623"/>
                  </a:cubicBezTo>
                  <a:cubicBezTo>
                    <a:pt x="13343" y="215623"/>
                    <a:pt x="38850" y="187990"/>
                    <a:pt x="38850" y="147922"/>
                  </a:cubicBezTo>
                  <a:cubicBezTo>
                    <a:pt x="38850" y="137905"/>
                    <a:pt x="38142" y="112344"/>
                    <a:pt x="19011" y="112344"/>
                  </a:cubicBezTo>
                  <a:cubicBezTo>
                    <a:pt x="6611" y="112344"/>
                    <a:pt x="234" y="121671"/>
                    <a:pt x="234" y="130651"/>
                  </a:cubicBezTo>
                  <a:cubicBezTo>
                    <a:pt x="234" y="139632"/>
                    <a:pt x="6257" y="148958"/>
                    <a:pt x="19011" y="148958"/>
                  </a:cubicBezTo>
                  <a:cubicBezTo>
                    <a:pt x="20782" y="148958"/>
                    <a:pt x="21491" y="148958"/>
                    <a:pt x="21845" y="148613"/>
                  </a:cubicBezTo>
                  <a:cubicBezTo>
                    <a:pt x="24325" y="148268"/>
                    <a:pt x="28222" y="147577"/>
                    <a:pt x="31056" y="145159"/>
                  </a:cubicBezTo>
                  <a:close/>
                </a:path>
              </a:pathLst>
            </a:custGeom>
            <a:grpFill/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53AD8FF-03E3-2910-7F04-886BC4FB97A4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11050828" y="5236306"/>
              <a:ext cx="201934" cy="239717"/>
            </a:xfrm>
            <a:custGeom>
              <a:avLst/>
              <a:gdLst>
                <a:gd name="connsiteX0" fmla="*/ 24684 w 201934"/>
                <a:gd name="connsiteY0" fmla="*/ 223568 h 239717"/>
                <a:gd name="connsiteX1" fmla="*/ 239 w 201934"/>
                <a:gd name="connsiteY1" fmla="*/ 223568 h 239717"/>
                <a:gd name="connsiteX2" fmla="*/ 239 w 201934"/>
                <a:gd name="connsiteY2" fmla="*/ 239802 h 239717"/>
                <a:gd name="connsiteX3" fmla="*/ 44877 w 201934"/>
                <a:gd name="connsiteY3" fmla="*/ 238766 h 239717"/>
                <a:gd name="connsiteX4" fmla="*/ 89515 w 201934"/>
                <a:gd name="connsiteY4" fmla="*/ 239802 h 239717"/>
                <a:gd name="connsiteX5" fmla="*/ 89515 w 201934"/>
                <a:gd name="connsiteY5" fmla="*/ 223568 h 239717"/>
                <a:gd name="connsiteX6" fmla="*/ 65071 w 201934"/>
                <a:gd name="connsiteY6" fmla="*/ 223568 h 239717"/>
                <a:gd name="connsiteX7" fmla="*/ 65071 w 201934"/>
                <a:gd name="connsiteY7" fmla="*/ 151376 h 239717"/>
                <a:gd name="connsiteX8" fmla="*/ 117857 w 201934"/>
                <a:gd name="connsiteY8" fmla="*/ 96801 h 239717"/>
                <a:gd name="connsiteX9" fmla="*/ 137342 w 201934"/>
                <a:gd name="connsiteY9" fmla="*/ 130306 h 239717"/>
                <a:gd name="connsiteX10" fmla="*/ 137342 w 201934"/>
                <a:gd name="connsiteY10" fmla="*/ 223568 h 239717"/>
                <a:gd name="connsiteX11" fmla="*/ 112897 w 201934"/>
                <a:gd name="connsiteY11" fmla="*/ 223568 h 239717"/>
                <a:gd name="connsiteX12" fmla="*/ 112897 w 201934"/>
                <a:gd name="connsiteY12" fmla="*/ 239802 h 239717"/>
                <a:gd name="connsiteX13" fmla="*/ 157535 w 201934"/>
                <a:gd name="connsiteY13" fmla="*/ 238766 h 239717"/>
                <a:gd name="connsiteX14" fmla="*/ 202174 w 201934"/>
                <a:gd name="connsiteY14" fmla="*/ 239802 h 239717"/>
                <a:gd name="connsiteX15" fmla="*/ 202174 w 201934"/>
                <a:gd name="connsiteY15" fmla="*/ 223568 h 239717"/>
                <a:gd name="connsiteX16" fmla="*/ 177729 w 201934"/>
                <a:gd name="connsiteY16" fmla="*/ 223568 h 239717"/>
                <a:gd name="connsiteX17" fmla="*/ 177729 w 201934"/>
                <a:gd name="connsiteY17" fmla="*/ 134106 h 239717"/>
                <a:gd name="connsiteX18" fmla="*/ 123171 w 201934"/>
                <a:gd name="connsiteY18" fmla="*/ 84366 h 239717"/>
                <a:gd name="connsiteX19" fmla="*/ 62945 w 201934"/>
                <a:gd name="connsiteY19" fmla="*/ 118217 h 239717"/>
                <a:gd name="connsiteX20" fmla="*/ 62945 w 201934"/>
                <a:gd name="connsiteY20" fmla="*/ 85 h 239717"/>
                <a:gd name="connsiteX21" fmla="*/ 239 w 201934"/>
                <a:gd name="connsiteY21" fmla="*/ 2848 h 239717"/>
                <a:gd name="connsiteX22" fmla="*/ 239 w 201934"/>
                <a:gd name="connsiteY22" fmla="*/ 19082 h 239717"/>
                <a:gd name="connsiteX23" fmla="*/ 24684 w 201934"/>
                <a:gd name="connsiteY23" fmla="*/ 32554 h 239717"/>
                <a:gd name="connsiteX24" fmla="*/ 24684 w 201934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934" h="239717">
                  <a:moveTo>
                    <a:pt x="24684" y="223568"/>
                  </a:moveTo>
                  <a:lnTo>
                    <a:pt x="239" y="223568"/>
                  </a:lnTo>
                  <a:lnTo>
                    <a:pt x="239" y="239802"/>
                  </a:lnTo>
                  <a:cubicBezTo>
                    <a:pt x="10158" y="239457"/>
                    <a:pt x="31415" y="238766"/>
                    <a:pt x="44877" y="238766"/>
                  </a:cubicBezTo>
                  <a:cubicBezTo>
                    <a:pt x="58694" y="238766"/>
                    <a:pt x="79596" y="239457"/>
                    <a:pt x="89515" y="239802"/>
                  </a:cubicBezTo>
                  <a:lnTo>
                    <a:pt x="89515" y="223568"/>
                  </a:lnTo>
                  <a:lnTo>
                    <a:pt x="65071" y="223568"/>
                  </a:lnTo>
                  <a:lnTo>
                    <a:pt x="65071" y="151376"/>
                  </a:lnTo>
                  <a:cubicBezTo>
                    <a:pt x="65071" y="113726"/>
                    <a:pt x="95538" y="96801"/>
                    <a:pt x="117857" y="96801"/>
                  </a:cubicBezTo>
                  <a:cubicBezTo>
                    <a:pt x="129902" y="96801"/>
                    <a:pt x="137342" y="104054"/>
                    <a:pt x="137342" y="130306"/>
                  </a:cubicBezTo>
                  <a:lnTo>
                    <a:pt x="137342" y="223568"/>
                  </a:lnTo>
                  <a:lnTo>
                    <a:pt x="112897" y="223568"/>
                  </a:lnTo>
                  <a:lnTo>
                    <a:pt x="112897" y="239802"/>
                  </a:lnTo>
                  <a:cubicBezTo>
                    <a:pt x="122817" y="239457"/>
                    <a:pt x="144073" y="238766"/>
                    <a:pt x="157535" y="238766"/>
                  </a:cubicBezTo>
                  <a:cubicBezTo>
                    <a:pt x="171352" y="238766"/>
                    <a:pt x="192254" y="239457"/>
                    <a:pt x="202174" y="239802"/>
                  </a:cubicBezTo>
                  <a:lnTo>
                    <a:pt x="202174" y="223568"/>
                  </a:lnTo>
                  <a:lnTo>
                    <a:pt x="177729" y="223568"/>
                  </a:lnTo>
                  <a:lnTo>
                    <a:pt x="177729" y="134106"/>
                  </a:lnTo>
                  <a:cubicBezTo>
                    <a:pt x="177729" y="97837"/>
                    <a:pt x="158598" y="84366"/>
                    <a:pt x="123171" y="84366"/>
                  </a:cubicBezTo>
                  <a:cubicBezTo>
                    <a:pt x="89161" y="84366"/>
                    <a:pt x="71093" y="104400"/>
                    <a:pt x="62945" y="118217"/>
                  </a:cubicBezTo>
                  <a:lnTo>
                    <a:pt x="62945" y="85"/>
                  </a:lnTo>
                  <a:lnTo>
                    <a:pt x="239" y="2848"/>
                  </a:lnTo>
                  <a:lnTo>
                    <a:pt x="239" y="19082"/>
                  </a:lnTo>
                  <a:cubicBezTo>
                    <a:pt x="22204" y="19082"/>
                    <a:pt x="24684" y="19082"/>
                    <a:pt x="24684" y="32554"/>
                  </a:cubicBezTo>
                  <a:lnTo>
                    <a:pt x="24684" y="223568"/>
                  </a:lnTo>
                  <a:close/>
                </a:path>
              </a:pathLst>
            </a:custGeom>
            <a:grpFill/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F832510-0AED-59A1-53D4-24FAE8C2204D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11271641" y="5376716"/>
              <a:ext cx="83820" cy="153536"/>
            </a:xfrm>
            <a:custGeom>
              <a:avLst/>
              <a:gdLst>
                <a:gd name="connsiteX0" fmla="*/ 50835 w 83820"/>
                <a:gd name="connsiteY0" fmla="*/ 55698 h 153536"/>
                <a:gd name="connsiteX1" fmla="*/ 76130 w 83820"/>
                <a:gd name="connsiteY1" fmla="*/ 55698 h 153536"/>
                <a:gd name="connsiteX2" fmla="*/ 84066 w 83820"/>
                <a:gd name="connsiteY2" fmla="*/ 50379 h 153536"/>
                <a:gd name="connsiteX3" fmla="*/ 76626 w 83820"/>
                <a:gd name="connsiteY3" fmla="*/ 46993 h 153536"/>
                <a:gd name="connsiteX4" fmla="*/ 53067 w 83820"/>
                <a:gd name="connsiteY4" fmla="*/ 46993 h 153536"/>
                <a:gd name="connsiteX5" fmla="*/ 62243 w 83820"/>
                <a:gd name="connsiteY5" fmla="*/ 11209 h 153536"/>
                <a:gd name="connsiteX6" fmla="*/ 62987 w 83820"/>
                <a:gd name="connsiteY6" fmla="*/ 7823 h 153536"/>
                <a:gd name="connsiteX7" fmla="*/ 54555 w 83820"/>
                <a:gd name="connsiteY7" fmla="*/ 86 h 153536"/>
                <a:gd name="connsiteX8" fmla="*/ 42900 w 83820"/>
                <a:gd name="connsiteY8" fmla="*/ 10483 h 153536"/>
                <a:gd name="connsiteX9" fmla="*/ 33476 w 83820"/>
                <a:gd name="connsiteY9" fmla="*/ 46993 h 153536"/>
                <a:gd name="connsiteX10" fmla="*/ 8181 w 83820"/>
                <a:gd name="connsiteY10" fmla="*/ 46993 h 153536"/>
                <a:gd name="connsiteX11" fmla="*/ 245 w 83820"/>
                <a:gd name="connsiteY11" fmla="*/ 52313 h 153536"/>
                <a:gd name="connsiteX12" fmla="*/ 7685 w 83820"/>
                <a:gd name="connsiteY12" fmla="*/ 55698 h 153536"/>
                <a:gd name="connsiteX13" fmla="*/ 31244 w 83820"/>
                <a:gd name="connsiteY13" fmla="*/ 55698 h 153536"/>
                <a:gd name="connsiteX14" fmla="*/ 16613 w 83820"/>
                <a:gd name="connsiteY14" fmla="*/ 112760 h 153536"/>
                <a:gd name="connsiteX15" fmla="*/ 12893 w 83820"/>
                <a:gd name="connsiteY15" fmla="*/ 130653 h 153536"/>
                <a:gd name="connsiteX16" fmla="*/ 39428 w 83820"/>
                <a:gd name="connsiteY16" fmla="*/ 153623 h 153536"/>
                <a:gd name="connsiteX17" fmla="*/ 82578 w 83820"/>
                <a:gd name="connsiteY17" fmla="*/ 116629 h 153536"/>
                <a:gd name="connsiteX18" fmla="*/ 78610 w 83820"/>
                <a:gd name="connsiteY18" fmla="*/ 113486 h 153536"/>
                <a:gd name="connsiteX19" fmla="*/ 73402 w 83820"/>
                <a:gd name="connsiteY19" fmla="*/ 118080 h 153536"/>
                <a:gd name="connsiteX20" fmla="*/ 40172 w 83820"/>
                <a:gd name="connsiteY20" fmla="*/ 146853 h 153536"/>
                <a:gd name="connsiteX21" fmla="*/ 31492 w 83820"/>
                <a:gd name="connsiteY21" fmla="*/ 135005 h 153536"/>
                <a:gd name="connsiteX22" fmla="*/ 32980 w 83820"/>
                <a:gd name="connsiteY22" fmla="*/ 125092 h 153536"/>
                <a:gd name="connsiteX23" fmla="*/ 50835 w 8382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820" h="153536">
                  <a:moveTo>
                    <a:pt x="50835" y="55698"/>
                  </a:moveTo>
                  <a:lnTo>
                    <a:pt x="76130" y="55698"/>
                  </a:lnTo>
                  <a:cubicBezTo>
                    <a:pt x="80842" y="55698"/>
                    <a:pt x="84066" y="55698"/>
                    <a:pt x="84066" y="50379"/>
                  </a:cubicBezTo>
                  <a:cubicBezTo>
                    <a:pt x="84066" y="46993"/>
                    <a:pt x="80842" y="46993"/>
                    <a:pt x="76626" y="46993"/>
                  </a:cubicBezTo>
                  <a:lnTo>
                    <a:pt x="53067" y="46993"/>
                  </a:lnTo>
                  <a:lnTo>
                    <a:pt x="62243" y="11209"/>
                  </a:lnTo>
                  <a:cubicBezTo>
                    <a:pt x="62491" y="10000"/>
                    <a:pt x="62987" y="8791"/>
                    <a:pt x="62987" y="7823"/>
                  </a:cubicBezTo>
                  <a:cubicBezTo>
                    <a:pt x="62987" y="3471"/>
                    <a:pt x="59515" y="86"/>
                    <a:pt x="54555" y="86"/>
                  </a:cubicBezTo>
                  <a:cubicBezTo>
                    <a:pt x="48355" y="86"/>
                    <a:pt x="44635" y="4197"/>
                    <a:pt x="42900" y="10483"/>
                  </a:cubicBezTo>
                  <a:cubicBezTo>
                    <a:pt x="41164" y="16528"/>
                    <a:pt x="44387" y="4922"/>
                    <a:pt x="33476" y="46993"/>
                  </a:cubicBezTo>
                  <a:lnTo>
                    <a:pt x="8181" y="46993"/>
                  </a:lnTo>
                  <a:cubicBezTo>
                    <a:pt x="3469" y="46993"/>
                    <a:pt x="245" y="46993"/>
                    <a:pt x="245" y="52313"/>
                  </a:cubicBezTo>
                  <a:cubicBezTo>
                    <a:pt x="245" y="55698"/>
                    <a:pt x="3221" y="55698"/>
                    <a:pt x="7685" y="55698"/>
                  </a:cubicBezTo>
                  <a:lnTo>
                    <a:pt x="31244" y="55698"/>
                  </a:lnTo>
                  <a:lnTo>
                    <a:pt x="16613" y="112760"/>
                  </a:lnTo>
                  <a:cubicBezTo>
                    <a:pt x="15125" y="118805"/>
                    <a:pt x="12893" y="127510"/>
                    <a:pt x="12893" y="130653"/>
                  </a:cubicBezTo>
                  <a:cubicBezTo>
                    <a:pt x="12893" y="144919"/>
                    <a:pt x="25292" y="153623"/>
                    <a:pt x="39428" y="153623"/>
                  </a:cubicBezTo>
                  <a:cubicBezTo>
                    <a:pt x="66955" y="153623"/>
                    <a:pt x="82578" y="119772"/>
                    <a:pt x="82578" y="116629"/>
                  </a:cubicBezTo>
                  <a:cubicBezTo>
                    <a:pt x="82578" y="113486"/>
                    <a:pt x="79354" y="113486"/>
                    <a:pt x="78610" y="113486"/>
                  </a:cubicBezTo>
                  <a:cubicBezTo>
                    <a:pt x="75634" y="113486"/>
                    <a:pt x="75386" y="113969"/>
                    <a:pt x="73402" y="118080"/>
                  </a:cubicBezTo>
                  <a:cubicBezTo>
                    <a:pt x="66459" y="133313"/>
                    <a:pt x="53811" y="146853"/>
                    <a:pt x="40172" y="146853"/>
                  </a:cubicBezTo>
                  <a:cubicBezTo>
                    <a:pt x="34964" y="146853"/>
                    <a:pt x="31492" y="143710"/>
                    <a:pt x="31492" y="135005"/>
                  </a:cubicBezTo>
                  <a:cubicBezTo>
                    <a:pt x="31492" y="132587"/>
                    <a:pt x="32484" y="127510"/>
                    <a:pt x="32980" y="125092"/>
                  </a:cubicBezTo>
                  <a:lnTo>
                    <a:pt x="50835" y="55698"/>
                  </a:lnTo>
                  <a:close/>
                </a:path>
              </a:pathLst>
            </a:custGeom>
            <a:grpFill/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EC8AF7A-4745-BF9C-DF94-58E194E53253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11395028" y="5461343"/>
              <a:ext cx="167641" cy="11847"/>
            </a:xfrm>
            <a:custGeom>
              <a:avLst/>
              <a:gdLst>
                <a:gd name="connsiteX0" fmla="*/ 157970 w 167641"/>
                <a:gd name="connsiteY0" fmla="*/ 11934 h 11847"/>
                <a:gd name="connsiteX1" fmla="*/ 167890 w 167641"/>
                <a:gd name="connsiteY1" fmla="*/ 6131 h 11847"/>
                <a:gd name="connsiteX2" fmla="*/ 157970 w 167641"/>
                <a:gd name="connsiteY2" fmla="*/ 86 h 11847"/>
                <a:gd name="connsiteX3" fmla="*/ 10168 w 167641"/>
                <a:gd name="connsiteY3" fmla="*/ 86 h 11847"/>
                <a:gd name="connsiteX4" fmla="*/ 248 w 167641"/>
                <a:gd name="connsiteY4" fmla="*/ 5889 h 11847"/>
                <a:gd name="connsiteX5" fmla="*/ 10168 w 167641"/>
                <a:gd name="connsiteY5" fmla="*/ 11934 h 11847"/>
                <a:gd name="connsiteX6" fmla="*/ 157970 w 167641"/>
                <a:gd name="connsiteY6" fmla="*/ 11934 h 11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641" h="11847">
                  <a:moveTo>
                    <a:pt x="157970" y="11934"/>
                  </a:moveTo>
                  <a:cubicBezTo>
                    <a:pt x="161938" y="11934"/>
                    <a:pt x="167890" y="11934"/>
                    <a:pt x="167890" y="6131"/>
                  </a:cubicBezTo>
                  <a:cubicBezTo>
                    <a:pt x="167890" y="86"/>
                    <a:pt x="162186" y="86"/>
                    <a:pt x="157970" y="86"/>
                  </a:cubicBezTo>
                  <a:lnTo>
                    <a:pt x="10168" y="86"/>
                  </a:lnTo>
                  <a:cubicBezTo>
                    <a:pt x="6200" y="86"/>
                    <a:pt x="248" y="86"/>
                    <a:pt x="248" y="5889"/>
                  </a:cubicBezTo>
                  <a:cubicBezTo>
                    <a:pt x="248" y="11934"/>
                    <a:pt x="5952" y="11934"/>
                    <a:pt x="10168" y="11934"/>
                  </a:cubicBezTo>
                  <a:lnTo>
                    <a:pt x="157970" y="11934"/>
                  </a:lnTo>
                  <a:close/>
                </a:path>
              </a:pathLst>
            </a:custGeom>
            <a:grpFill/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6008D0C-609F-B983-AD19-5C0429170F53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11616697" y="5367286"/>
              <a:ext cx="90268" cy="160548"/>
            </a:xfrm>
            <a:custGeom>
              <a:avLst/>
              <a:gdLst>
                <a:gd name="connsiteX0" fmla="*/ 56300 w 90268"/>
                <a:gd name="connsiteY0" fmla="*/ 6856 h 160548"/>
                <a:gd name="connsiteX1" fmla="*/ 48861 w 90268"/>
                <a:gd name="connsiteY1" fmla="*/ 86 h 160548"/>
                <a:gd name="connsiteX2" fmla="*/ 254 w 90268"/>
                <a:gd name="connsiteY2" fmla="*/ 15561 h 160548"/>
                <a:gd name="connsiteX3" fmla="*/ 254 w 90268"/>
                <a:gd name="connsiteY3" fmla="*/ 24265 h 160548"/>
                <a:gd name="connsiteX4" fmla="*/ 36213 w 90268"/>
                <a:gd name="connsiteY4" fmla="*/ 17495 h 160548"/>
                <a:gd name="connsiteX5" fmla="*/ 36213 w 90268"/>
                <a:gd name="connsiteY5" fmla="*/ 140808 h 160548"/>
                <a:gd name="connsiteX6" fmla="*/ 11414 w 90268"/>
                <a:gd name="connsiteY6" fmla="*/ 151930 h 160548"/>
                <a:gd name="connsiteX7" fmla="*/ 1990 w 90268"/>
                <a:gd name="connsiteY7" fmla="*/ 151930 h 160548"/>
                <a:gd name="connsiteX8" fmla="*/ 1990 w 90268"/>
                <a:gd name="connsiteY8" fmla="*/ 160635 h 160548"/>
                <a:gd name="connsiteX9" fmla="*/ 46133 w 90268"/>
                <a:gd name="connsiteY9" fmla="*/ 159668 h 160548"/>
                <a:gd name="connsiteX10" fmla="*/ 90523 w 90268"/>
                <a:gd name="connsiteY10" fmla="*/ 160635 h 160548"/>
                <a:gd name="connsiteX11" fmla="*/ 90523 w 90268"/>
                <a:gd name="connsiteY11" fmla="*/ 151930 h 160548"/>
                <a:gd name="connsiteX12" fmla="*/ 81099 w 90268"/>
                <a:gd name="connsiteY12" fmla="*/ 151930 h 160548"/>
                <a:gd name="connsiteX13" fmla="*/ 56300 w 90268"/>
                <a:gd name="connsiteY13" fmla="*/ 140808 h 160548"/>
                <a:gd name="connsiteX14" fmla="*/ 56300 w 90268"/>
                <a:gd name="connsiteY14" fmla="*/ 6856 h 160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268" h="160548">
                  <a:moveTo>
                    <a:pt x="56300" y="6856"/>
                  </a:moveTo>
                  <a:cubicBezTo>
                    <a:pt x="56300" y="328"/>
                    <a:pt x="55804" y="86"/>
                    <a:pt x="48861" y="86"/>
                  </a:cubicBezTo>
                  <a:cubicBezTo>
                    <a:pt x="32989" y="15319"/>
                    <a:pt x="10422" y="15561"/>
                    <a:pt x="254" y="15561"/>
                  </a:cubicBezTo>
                  <a:lnTo>
                    <a:pt x="254" y="24265"/>
                  </a:lnTo>
                  <a:cubicBezTo>
                    <a:pt x="6206" y="24265"/>
                    <a:pt x="22574" y="24265"/>
                    <a:pt x="36213" y="17495"/>
                  </a:cubicBezTo>
                  <a:lnTo>
                    <a:pt x="36213" y="140808"/>
                  </a:lnTo>
                  <a:cubicBezTo>
                    <a:pt x="36213" y="148787"/>
                    <a:pt x="36213" y="151930"/>
                    <a:pt x="11414" y="151930"/>
                  </a:cubicBezTo>
                  <a:lnTo>
                    <a:pt x="1990" y="151930"/>
                  </a:lnTo>
                  <a:lnTo>
                    <a:pt x="1990" y="160635"/>
                  </a:lnTo>
                  <a:cubicBezTo>
                    <a:pt x="6454" y="160393"/>
                    <a:pt x="36957" y="159668"/>
                    <a:pt x="46133" y="159668"/>
                  </a:cubicBezTo>
                  <a:cubicBezTo>
                    <a:pt x="53820" y="159668"/>
                    <a:pt x="85067" y="160393"/>
                    <a:pt x="90523" y="160635"/>
                  </a:cubicBezTo>
                  <a:lnTo>
                    <a:pt x="90523" y="151930"/>
                  </a:lnTo>
                  <a:lnTo>
                    <a:pt x="81099" y="151930"/>
                  </a:lnTo>
                  <a:cubicBezTo>
                    <a:pt x="56300" y="151930"/>
                    <a:pt x="56300" y="148787"/>
                    <a:pt x="56300" y="140808"/>
                  </a:cubicBezTo>
                  <a:lnTo>
                    <a:pt x="56300" y="6856"/>
                  </a:lnTo>
                  <a:close/>
                </a:path>
              </a:pathLst>
            </a:custGeom>
            <a:grpFill/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744FFB-2BF6-B9AE-A215-0C9110C61CF1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11756390" y="5216962"/>
              <a:ext cx="48535" cy="345414"/>
            </a:xfrm>
            <a:custGeom>
              <a:avLst/>
              <a:gdLst>
                <a:gd name="connsiteX0" fmla="*/ 48794 w 48535"/>
                <a:gd name="connsiteY0" fmla="*/ 85 h 345414"/>
                <a:gd name="connsiteX1" fmla="*/ 259 w 48535"/>
                <a:gd name="connsiteY1" fmla="*/ 85 h 345414"/>
                <a:gd name="connsiteX2" fmla="*/ 259 w 48535"/>
                <a:gd name="connsiteY2" fmla="*/ 13901 h 345414"/>
                <a:gd name="connsiteX3" fmla="*/ 34623 w 48535"/>
                <a:gd name="connsiteY3" fmla="*/ 13901 h 345414"/>
                <a:gd name="connsiteX4" fmla="*/ 34623 w 48535"/>
                <a:gd name="connsiteY4" fmla="*/ 331683 h 345414"/>
                <a:gd name="connsiteX5" fmla="*/ 259 w 48535"/>
                <a:gd name="connsiteY5" fmla="*/ 331683 h 345414"/>
                <a:gd name="connsiteX6" fmla="*/ 259 w 48535"/>
                <a:gd name="connsiteY6" fmla="*/ 345499 h 345414"/>
                <a:gd name="connsiteX7" fmla="*/ 48794 w 48535"/>
                <a:gd name="connsiteY7" fmla="*/ 345499 h 345414"/>
                <a:gd name="connsiteX8" fmla="*/ 48794 w 48535"/>
                <a:gd name="connsiteY8" fmla="*/ 8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535" h="345414">
                  <a:moveTo>
                    <a:pt x="48794" y="85"/>
                  </a:moveTo>
                  <a:lnTo>
                    <a:pt x="259" y="85"/>
                  </a:lnTo>
                  <a:lnTo>
                    <a:pt x="259" y="13901"/>
                  </a:lnTo>
                  <a:lnTo>
                    <a:pt x="34623" y="13901"/>
                  </a:lnTo>
                  <a:lnTo>
                    <a:pt x="34623" y="331683"/>
                  </a:lnTo>
                  <a:lnTo>
                    <a:pt x="259" y="331683"/>
                  </a:lnTo>
                  <a:lnTo>
                    <a:pt x="259" y="345499"/>
                  </a:lnTo>
                  <a:lnTo>
                    <a:pt x="48794" y="345499"/>
                  </a:lnTo>
                  <a:lnTo>
                    <a:pt x="48794" y="85"/>
                  </a:lnTo>
                  <a:close/>
                </a:path>
              </a:pathLst>
            </a:custGeom>
            <a:grpFill/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AE9CB65-90C9-99D5-6730-7C7602926F7B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11945569" y="5274647"/>
              <a:ext cx="235590" cy="230046"/>
            </a:xfrm>
            <a:custGeom>
              <a:avLst/>
              <a:gdLst>
                <a:gd name="connsiteX0" fmla="*/ 125322 w 235590"/>
                <a:gd name="connsiteY0" fmla="*/ 122016 h 230046"/>
                <a:gd name="connsiteX1" fmla="*/ 224164 w 235590"/>
                <a:gd name="connsiteY1" fmla="*/ 122016 h 230046"/>
                <a:gd name="connsiteX2" fmla="*/ 235854 w 235590"/>
                <a:gd name="connsiteY2" fmla="*/ 115108 h 230046"/>
                <a:gd name="connsiteX3" fmla="*/ 224164 w 235590"/>
                <a:gd name="connsiteY3" fmla="*/ 108199 h 230046"/>
                <a:gd name="connsiteX4" fmla="*/ 125322 w 235590"/>
                <a:gd name="connsiteY4" fmla="*/ 108199 h 230046"/>
                <a:gd name="connsiteX5" fmla="*/ 125322 w 235590"/>
                <a:gd name="connsiteY5" fmla="*/ 11483 h 230046"/>
                <a:gd name="connsiteX6" fmla="*/ 118236 w 235590"/>
                <a:gd name="connsiteY6" fmla="*/ 85 h 230046"/>
                <a:gd name="connsiteX7" fmla="*/ 111151 w 235590"/>
                <a:gd name="connsiteY7" fmla="*/ 11483 h 230046"/>
                <a:gd name="connsiteX8" fmla="*/ 111151 w 235590"/>
                <a:gd name="connsiteY8" fmla="*/ 108199 h 230046"/>
                <a:gd name="connsiteX9" fmla="*/ 11955 w 235590"/>
                <a:gd name="connsiteY9" fmla="*/ 108199 h 230046"/>
                <a:gd name="connsiteX10" fmla="*/ 264 w 235590"/>
                <a:gd name="connsiteY10" fmla="*/ 115108 h 230046"/>
                <a:gd name="connsiteX11" fmla="*/ 11955 w 235590"/>
                <a:gd name="connsiteY11" fmla="*/ 122016 h 230046"/>
                <a:gd name="connsiteX12" fmla="*/ 111151 w 235590"/>
                <a:gd name="connsiteY12" fmla="*/ 122016 h 230046"/>
                <a:gd name="connsiteX13" fmla="*/ 111151 w 235590"/>
                <a:gd name="connsiteY13" fmla="*/ 218732 h 230046"/>
                <a:gd name="connsiteX14" fmla="*/ 118236 w 235590"/>
                <a:gd name="connsiteY14" fmla="*/ 230131 h 230046"/>
                <a:gd name="connsiteX15" fmla="*/ 125322 w 235590"/>
                <a:gd name="connsiteY15" fmla="*/ 218732 h 230046"/>
                <a:gd name="connsiteX16" fmla="*/ 125322 w 235590"/>
                <a:gd name="connsiteY16" fmla="*/ 122016 h 23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590" h="230046">
                  <a:moveTo>
                    <a:pt x="125322" y="122016"/>
                  </a:moveTo>
                  <a:lnTo>
                    <a:pt x="224164" y="122016"/>
                  </a:lnTo>
                  <a:cubicBezTo>
                    <a:pt x="229123" y="122016"/>
                    <a:pt x="235854" y="122016"/>
                    <a:pt x="235854" y="115108"/>
                  </a:cubicBezTo>
                  <a:cubicBezTo>
                    <a:pt x="235854" y="108199"/>
                    <a:pt x="229123" y="108199"/>
                    <a:pt x="224164" y="108199"/>
                  </a:cubicBezTo>
                  <a:lnTo>
                    <a:pt x="125322" y="108199"/>
                  </a:lnTo>
                  <a:lnTo>
                    <a:pt x="125322" y="11483"/>
                  </a:lnTo>
                  <a:cubicBezTo>
                    <a:pt x="125322" y="6648"/>
                    <a:pt x="125322" y="85"/>
                    <a:pt x="118236" y="85"/>
                  </a:cubicBezTo>
                  <a:cubicBezTo>
                    <a:pt x="111151" y="85"/>
                    <a:pt x="111151" y="6648"/>
                    <a:pt x="111151" y="11483"/>
                  </a:cubicBezTo>
                  <a:lnTo>
                    <a:pt x="111151" y="108199"/>
                  </a:lnTo>
                  <a:lnTo>
                    <a:pt x="11955" y="108199"/>
                  </a:lnTo>
                  <a:cubicBezTo>
                    <a:pt x="6995" y="108199"/>
                    <a:pt x="264" y="108199"/>
                    <a:pt x="264" y="115108"/>
                  </a:cubicBezTo>
                  <a:cubicBezTo>
                    <a:pt x="264" y="122016"/>
                    <a:pt x="6995" y="122016"/>
                    <a:pt x="11955" y="122016"/>
                  </a:cubicBezTo>
                  <a:lnTo>
                    <a:pt x="111151" y="122016"/>
                  </a:lnTo>
                  <a:lnTo>
                    <a:pt x="111151" y="218732"/>
                  </a:lnTo>
                  <a:cubicBezTo>
                    <a:pt x="111151" y="223568"/>
                    <a:pt x="111151" y="230131"/>
                    <a:pt x="118236" y="230131"/>
                  </a:cubicBezTo>
                  <a:cubicBezTo>
                    <a:pt x="125322" y="230131"/>
                    <a:pt x="125322" y="223568"/>
                    <a:pt x="125322" y="218732"/>
                  </a:cubicBezTo>
                  <a:lnTo>
                    <a:pt x="125322" y="122016"/>
                  </a:lnTo>
                  <a:close/>
                </a:path>
              </a:pathLst>
            </a:custGeom>
            <a:grpFill/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E57A1932-E71F-4FDA-F56A-0F40F71D8A8A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12293109" y="5236306"/>
              <a:ext cx="199454" cy="241790"/>
            </a:xfrm>
            <a:custGeom>
              <a:avLst/>
              <a:gdLst>
                <a:gd name="connsiteX0" fmla="*/ 62980 w 199454"/>
                <a:gd name="connsiteY0" fmla="*/ 101291 h 241790"/>
                <a:gd name="connsiteX1" fmla="*/ 62980 w 199454"/>
                <a:gd name="connsiteY1" fmla="*/ 85 h 241790"/>
                <a:gd name="connsiteX2" fmla="*/ 274 w 199454"/>
                <a:gd name="connsiteY2" fmla="*/ 2848 h 241790"/>
                <a:gd name="connsiteX3" fmla="*/ 274 w 199454"/>
                <a:gd name="connsiteY3" fmla="*/ 19082 h 241790"/>
                <a:gd name="connsiteX4" fmla="*/ 24719 w 199454"/>
                <a:gd name="connsiteY4" fmla="*/ 32554 h 241790"/>
                <a:gd name="connsiteX5" fmla="*/ 24719 w 199454"/>
                <a:gd name="connsiteY5" fmla="*/ 239802 h 241790"/>
                <a:gd name="connsiteX6" fmla="*/ 41369 w 199454"/>
                <a:gd name="connsiteY6" fmla="*/ 239802 h 241790"/>
                <a:gd name="connsiteX7" fmla="*/ 58729 w 199454"/>
                <a:gd name="connsiteY7" fmla="*/ 220459 h 241790"/>
                <a:gd name="connsiteX8" fmla="*/ 110452 w 199454"/>
                <a:gd name="connsiteY8" fmla="*/ 241875 h 241790"/>
                <a:gd name="connsiteX9" fmla="*/ 199729 w 199454"/>
                <a:gd name="connsiteY9" fmla="*/ 162775 h 241790"/>
                <a:gd name="connsiteX10" fmla="*/ 115058 w 199454"/>
                <a:gd name="connsiteY10" fmla="*/ 84366 h 241790"/>
                <a:gd name="connsiteX11" fmla="*/ 62980 w 199454"/>
                <a:gd name="connsiteY11" fmla="*/ 101291 h 241790"/>
                <a:gd name="connsiteX12" fmla="*/ 65106 w 199454"/>
                <a:gd name="connsiteY12" fmla="*/ 205606 h 241790"/>
                <a:gd name="connsiteX13" fmla="*/ 65106 w 199454"/>
                <a:gd name="connsiteY13" fmla="*/ 118907 h 241790"/>
                <a:gd name="connsiteX14" fmla="*/ 111161 w 199454"/>
                <a:gd name="connsiteY14" fmla="*/ 96801 h 241790"/>
                <a:gd name="connsiteX15" fmla="*/ 154382 w 199454"/>
                <a:gd name="connsiteY15" fmla="*/ 162775 h 241790"/>
                <a:gd name="connsiteX16" fmla="*/ 145171 w 199454"/>
                <a:gd name="connsiteY16" fmla="*/ 211478 h 241790"/>
                <a:gd name="connsiteX17" fmla="*/ 107264 w 199454"/>
                <a:gd name="connsiteY17" fmla="*/ 229440 h 241790"/>
                <a:gd name="connsiteX18" fmla="*/ 65106 w 199454"/>
                <a:gd name="connsiteY18" fmla="*/ 205606 h 241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454" h="241790">
                  <a:moveTo>
                    <a:pt x="62980" y="101291"/>
                  </a:moveTo>
                  <a:lnTo>
                    <a:pt x="62980" y="85"/>
                  </a:lnTo>
                  <a:lnTo>
                    <a:pt x="274" y="2848"/>
                  </a:lnTo>
                  <a:lnTo>
                    <a:pt x="274" y="19082"/>
                  </a:lnTo>
                  <a:cubicBezTo>
                    <a:pt x="22239" y="19082"/>
                    <a:pt x="24719" y="19082"/>
                    <a:pt x="24719" y="32554"/>
                  </a:cubicBezTo>
                  <a:lnTo>
                    <a:pt x="24719" y="239802"/>
                  </a:lnTo>
                  <a:lnTo>
                    <a:pt x="41369" y="239802"/>
                  </a:lnTo>
                  <a:lnTo>
                    <a:pt x="58729" y="220459"/>
                  </a:lnTo>
                  <a:cubicBezTo>
                    <a:pt x="61563" y="223223"/>
                    <a:pt x="78922" y="241875"/>
                    <a:pt x="110452" y="241875"/>
                  </a:cubicBezTo>
                  <a:cubicBezTo>
                    <a:pt x="163239" y="241875"/>
                    <a:pt x="199729" y="210788"/>
                    <a:pt x="199729" y="162775"/>
                  </a:cubicBezTo>
                  <a:cubicBezTo>
                    <a:pt x="199729" y="116835"/>
                    <a:pt x="166427" y="84366"/>
                    <a:pt x="115058" y="84366"/>
                  </a:cubicBezTo>
                  <a:cubicBezTo>
                    <a:pt x="89196" y="84366"/>
                    <a:pt x="71482" y="94383"/>
                    <a:pt x="62980" y="101291"/>
                  </a:cubicBezTo>
                  <a:close/>
                  <a:moveTo>
                    <a:pt x="65106" y="205606"/>
                  </a:moveTo>
                  <a:lnTo>
                    <a:pt x="65106" y="118907"/>
                  </a:lnTo>
                  <a:cubicBezTo>
                    <a:pt x="74671" y="106818"/>
                    <a:pt x="91676" y="96801"/>
                    <a:pt x="111161" y="96801"/>
                  </a:cubicBezTo>
                  <a:cubicBezTo>
                    <a:pt x="154382" y="96801"/>
                    <a:pt x="154382" y="138596"/>
                    <a:pt x="154382" y="162775"/>
                  </a:cubicBezTo>
                  <a:cubicBezTo>
                    <a:pt x="154382" y="179009"/>
                    <a:pt x="154382" y="198007"/>
                    <a:pt x="145171" y="211478"/>
                  </a:cubicBezTo>
                  <a:cubicBezTo>
                    <a:pt x="134897" y="225640"/>
                    <a:pt x="118601" y="229440"/>
                    <a:pt x="107264" y="229440"/>
                  </a:cubicBezTo>
                  <a:cubicBezTo>
                    <a:pt x="82465" y="229440"/>
                    <a:pt x="68648" y="210788"/>
                    <a:pt x="65106" y="205606"/>
                  </a:cubicBezTo>
                  <a:close/>
                </a:path>
              </a:pathLst>
            </a:custGeom>
            <a:grpFill/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grpSp>
        <p:nvGrpSpPr>
          <p:cNvPr id="23" name="Group 22" descr="\documentclass{article}&#10;\usepackage{amsmath,amssymb}&#10;\pagestyle{empty}&#10;\begin{document}&#10;&#10;\newcommand{\score}{\textrm{score}}&#10;\newcommand{\classify}{\textrm{classify}}&#10;\newcommand{\bx}{\mathbf{x}}&#10;&#10;\begin{align*}&#10;\frac{\partial{\text{loss}}}{\partial \mathbf{h}_k}&#10;\end{align*}&#10;&#10;&#10;\end{document}" title="IguanaTex Vector Display">
            <a:extLst>
              <a:ext uri="{FF2B5EF4-FFF2-40B4-BE49-F238E27FC236}">
                <a16:creationId xmlns:a16="http://schemas.microsoft.com/office/drawing/2014/main" id="{AD89CFC1-FEDA-FD25-2F89-6F17F611F604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4605203" y="2959035"/>
            <a:ext cx="790033" cy="782958"/>
            <a:chOff x="10749350" y="5124267"/>
            <a:chExt cx="790033" cy="782958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5EC7679-BE99-CB5E-8E3F-1634F9FE6955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10764027" y="5124267"/>
              <a:ext cx="193002" cy="258481"/>
            </a:xfrm>
            <a:custGeom>
              <a:avLst/>
              <a:gdLst>
                <a:gd name="connsiteX0" fmla="*/ 155432 w 193002"/>
                <a:gd name="connsiteY0" fmla="*/ 132123 h 258481"/>
                <a:gd name="connsiteX1" fmla="*/ 108099 w 193002"/>
                <a:gd name="connsiteY1" fmla="*/ 90794 h 258481"/>
                <a:gd name="connsiteX2" fmla="*/ 33246 w 193002"/>
                <a:gd name="connsiteY2" fmla="*/ 123717 h 258481"/>
                <a:gd name="connsiteX3" fmla="*/ 223 w 193002"/>
                <a:gd name="connsiteY3" fmla="*/ 196218 h 258481"/>
                <a:gd name="connsiteX4" fmla="*/ 67737 w 193002"/>
                <a:gd name="connsiteY4" fmla="*/ 258562 h 258481"/>
                <a:gd name="connsiteX5" fmla="*/ 193225 w 193002"/>
                <a:gd name="connsiteY5" fmla="*/ 90794 h 258481"/>
                <a:gd name="connsiteX6" fmla="*/ 113969 w 193002"/>
                <a:gd name="connsiteY6" fmla="*/ 81 h 258481"/>
                <a:gd name="connsiteX7" fmla="*/ 43887 w 193002"/>
                <a:gd name="connsiteY7" fmla="*/ 55419 h 258481"/>
                <a:gd name="connsiteX8" fmla="*/ 57830 w 193002"/>
                <a:gd name="connsiteY8" fmla="*/ 67678 h 258481"/>
                <a:gd name="connsiteX9" fmla="*/ 77644 w 193002"/>
                <a:gd name="connsiteY9" fmla="*/ 49115 h 258481"/>
                <a:gd name="connsiteX10" fmla="*/ 60398 w 193002"/>
                <a:gd name="connsiteY10" fmla="*/ 36856 h 258481"/>
                <a:gd name="connsiteX11" fmla="*/ 113236 w 193002"/>
                <a:gd name="connsiteY11" fmla="*/ 8837 h 258481"/>
                <a:gd name="connsiteX12" fmla="*/ 165706 w 193002"/>
                <a:gd name="connsiteY12" fmla="*/ 72231 h 258481"/>
                <a:gd name="connsiteX13" fmla="*/ 155799 w 193002"/>
                <a:gd name="connsiteY13" fmla="*/ 132123 h 258481"/>
                <a:gd name="connsiteX14" fmla="*/ 155432 w 193002"/>
                <a:gd name="connsiteY14" fmla="*/ 132123 h 258481"/>
                <a:gd name="connsiteX15" fmla="*/ 68838 w 193002"/>
                <a:gd name="connsiteY15" fmla="*/ 248755 h 258481"/>
                <a:gd name="connsiteX16" fmla="*/ 28476 w 193002"/>
                <a:gd name="connsiteY16" fmla="*/ 209177 h 258481"/>
                <a:gd name="connsiteX17" fmla="*/ 52693 w 193002"/>
                <a:gd name="connsiteY17" fmla="*/ 129672 h 258481"/>
                <a:gd name="connsiteX18" fmla="*/ 108099 w 193002"/>
                <a:gd name="connsiteY18" fmla="*/ 98500 h 258481"/>
                <a:gd name="connsiteX19" fmla="*/ 148827 w 193002"/>
                <a:gd name="connsiteY19" fmla="*/ 144732 h 258481"/>
                <a:gd name="connsiteX20" fmla="*/ 68838 w 193002"/>
                <a:gd name="connsiteY20" fmla="*/ 248755 h 258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3002" h="258481">
                  <a:moveTo>
                    <a:pt x="155432" y="132123"/>
                  </a:moveTo>
                  <a:cubicBezTo>
                    <a:pt x="151763" y="110408"/>
                    <a:pt x="136719" y="90794"/>
                    <a:pt x="108099" y="90794"/>
                  </a:cubicBezTo>
                  <a:cubicBezTo>
                    <a:pt x="85716" y="90794"/>
                    <a:pt x="61866" y="96398"/>
                    <a:pt x="33246" y="123717"/>
                  </a:cubicBezTo>
                  <a:cubicBezTo>
                    <a:pt x="2791" y="152788"/>
                    <a:pt x="223" y="185361"/>
                    <a:pt x="223" y="196218"/>
                  </a:cubicBezTo>
                  <a:cubicBezTo>
                    <a:pt x="223" y="217933"/>
                    <a:pt x="16368" y="258562"/>
                    <a:pt x="67737" y="258562"/>
                  </a:cubicBezTo>
                  <a:cubicBezTo>
                    <a:pt x="155065" y="258562"/>
                    <a:pt x="193225" y="140879"/>
                    <a:pt x="193225" y="90794"/>
                  </a:cubicBezTo>
                  <a:cubicBezTo>
                    <a:pt x="193225" y="35105"/>
                    <a:pt x="159101" y="81"/>
                    <a:pt x="113969" y="81"/>
                  </a:cubicBezTo>
                  <a:cubicBezTo>
                    <a:pt x="60765" y="81"/>
                    <a:pt x="43887" y="45613"/>
                    <a:pt x="43887" y="55419"/>
                  </a:cubicBezTo>
                  <a:cubicBezTo>
                    <a:pt x="43887" y="60323"/>
                    <a:pt x="46822" y="67678"/>
                    <a:pt x="57830" y="67678"/>
                  </a:cubicBezTo>
                  <a:cubicBezTo>
                    <a:pt x="69938" y="67678"/>
                    <a:pt x="77644" y="57171"/>
                    <a:pt x="77644" y="49115"/>
                  </a:cubicBezTo>
                  <a:cubicBezTo>
                    <a:pt x="77644" y="36856"/>
                    <a:pt x="66269" y="36856"/>
                    <a:pt x="60398" y="36856"/>
                  </a:cubicBezTo>
                  <a:cubicBezTo>
                    <a:pt x="76543" y="10938"/>
                    <a:pt x="102595" y="8837"/>
                    <a:pt x="113236" y="8837"/>
                  </a:cubicBezTo>
                  <a:cubicBezTo>
                    <a:pt x="140021" y="8837"/>
                    <a:pt x="165706" y="27050"/>
                    <a:pt x="165706" y="72231"/>
                  </a:cubicBezTo>
                  <a:cubicBezTo>
                    <a:pt x="165706" y="85891"/>
                    <a:pt x="163504" y="103753"/>
                    <a:pt x="155799" y="132123"/>
                  </a:cubicBezTo>
                  <a:lnTo>
                    <a:pt x="155432" y="132123"/>
                  </a:lnTo>
                  <a:close/>
                  <a:moveTo>
                    <a:pt x="68838" y="248755"/>
                  </a:moveTo>
                  <a:cubicBezTo>
                    <a:pt x="28476" y="248755"/>
                    <a:pt x="28476" y="212680"/>
                    <a:pt x="28476" y="209177"/>
                  </a:cubicBezTo>
                  <a:cubicBezTo>
                    <a:pt x="28476" y="199721"/>
                    <a:pt x="37649" y="150686"/>
                    <a:pt x="52693" y="129672"/>
                  </a:cubicBezTo>
                  <a:cubicBezTo>
                    <a:pt x="67370" y="109708"/>
                    <a:pt x="85349" y="98500"/>
                    <a:pt x="108099" y="98500"/>
                  </a:cubicBezTo>
                  <a:cubicBezTo>
                    <a:pt x="148093" y="98500"/>
                    <a:pt x="148827" y="137727"/>
                    <a:pt x="148827" y="144732"/>
                  </a:cubicBezTo>
                  <a:cubicBezTo>
                    <a:pt x="148827" y="169950"/>
                    <a:pt x="125344" y="248755"/>
                    <a:pt x="68838" y="248755"/>
                  </a:cubicBezTo>
                  <a:close/>
                </a:path>
              </a:pathLst>
            </a:custGeom>
            <a:solidFill>
              <a:srgbClr val="000000"/>
            </a:solidFill>
            <a:ln w="367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FC6311-C55C-F411-0D3E-BB7462358AA8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10976644" y="5131972"/>
              <a:ext cx="81457" cy="243070"/>
            </a:xfrm>
            <a:custGeom>
              <a:avLst/>
              <a:gdLst>
                <a:gd name="connsiteX0" fmla="*/ 53066 w 81457"/>
                <a:gd name="connsiteY0" fmla="*/ 81 h 243070"/>
                <a:gd name="connsiteX1" fmla="*/ 229 w 81457"/>
                <a:gd name="connsiteY1" fmla="*/ 3933 h 243070"/>
                <a:gd name="connsiteX2" fmla="*/ 229 w 81457"/>
                <a:gd name="connsiteY2" fmla="*/ 14791 h 243070"/>
                <a:gd name="connsiteX3" fmla="*/ 28849 w 81457"/>
                <a:gd name="connsiteY3" fmla="*/ 34405 h 243070"/>
                <a:gd name="connsiteX4" fmla="*/ 28849 w 81457"/>
                <a:gd name="connsiteY4" fmla="*/ 216532 h 243070"/>
                <a:gd name="connsiteX5" fmla="*/ 229 w 81457"/>
                <a:gd name="connsiteY5" fmla="*/ 232294 h 243070"/>
                <a:gd name="connsiteX6" fmla="*/ 229 w 81457"/>
                <a:gd name="connsiteY6" fmla="*/ 243151 h 243070"/>
                <a:gd name="connsiteX7" fmla="*/ 40957 w 81457"/>
                <a:gd name="connsiteY7" fmla="*/ 242100 h 243070"/>
                <a:gd name="connsiteX8" fmla="*/ 81686 w 81457"/>
                <a:gd name="connsiteY8" fmla="*/ 243151 h 243070"/>
                <a:gd name="connsiteX9" fmla="*/ 81686 w 81457"/>
                <a:gd name="connsiteY9" fmla="*/ 232294 h 243070"/>
                <a:gd name="connsiteX10" fmla="*/ 53066 w 81457"/>
                <a:gd name="connsiteY10" fmla="*/ 216532 h 243070"/>
                <a:gd name="connsiteX11" fmla="*/ 53066 w 81457"/>
                <a:gd name="connsiteY11" fmla="*/ 81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1457" h="243070">
                  <a:moveTo>
                    <a:pt x="53066" y="81"/>
                  </a:moveTo>
                  <a:lnTo>
                    <a:pt x="229" y="3933"/>
                  </a:lnTo>
                  <a:lnTo>
                    <a:pt x="229" y="14791"/>
                  </a:lnTo>
                  <a:cubicBezTo>
                    <a:pt x="25913" y="14791"/>
                    <a:pt x="28849" y="17243"/>
                    <a:pt x="28849" y="34405"/>
                  </a:cubicBezTo>
                  <a:lnTo>
                    <a:pt x="28849" y="216532"/>
                  </a:lnTo>
                  <a:cubicBezTo>
                    <a:pt x="28849" y="232294"/>
                    <a:pt x="24813" y="232294"/>
                    <a:pt x="229" y="232294"/>
                  </a:cubicBezTo>
                  <a:lnTo>
                    <a:pt x="229" y="243151"/>
                  </a:lnTo>
                  <a:cubicBezTo>
                    <a:pt x="12337" y="242801"/>
                    <a:pt x="31784" y="242100"/>
                    <a:pt x="40957" y="242100"/>
                  </a:cubicBezTo>
                  <a:cubicBezTo>
                    <a:pt x="50130" y="242100"/>
                    <a:pt x="68110" y="242801"/>
                    <a:pt x="81686" y="243151"/>
                  </a:cubicBezTo>
                  <a:lnTo>
                    <a:pt x="81686" y="232294"/>
                  </a:lnTo>
                  <a:cubicBezTo>
                    <a:pt x="57102" y="232294"/>
                    <a:pt x="53066" y="232294"/>
                    <a:pt x="53066" y="216532"/>
                  </a:cubicBezTo>
                  <a:lnTo>
                    <a:pt x="53066" y="81"/>
                  </a:lnTo>
                  <a:close/>
                </a:path>
              </a:pathLst>
            </a:custGeom>
            <a:solidFill>
              <a:srgbClr val="000000"/>
            </a:solidFill>
            <a:ln w="367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1DF8FEB-458D-8F40-D8C4-D28B690DF503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11076733" y="5218132"/>
              <a:ext cx="162547" cy="160762"/>
            </a:xfrm>
            <a:custGeom>
              <a:avLst/>
              <a:gdLst>
                <a:gd name="connsiteX0" fmla="*/ 162779 w 162547"/>
                <a:gd name="connsiteY0" fmla="*/ 82038 h 160762"/>
                <a:gd name="connsiteX1" fmla="*/ 81689 w 162547"/>
                <a:gd name="connsiteY1" fmla="*/ 81 h 160762"/>
                <a:gd name="connsiteX2" fmla="*/ 232 w 162547"/>
                <a:gd name="connsiteY2" fmla="*/ 82038 h 160762"/>
                <a:gd name="connsiteX3" fmla="*/ 81322 w 162547"/>
                <a:gd name="connsiteY3" fmla="*/ 160843 h 160762"/>
                <a:gd name="connsiteX4" fmla="*/ 162779 w 162547"/>
                <a:gd name="connsiteY4" fmla="*/ 82038 h 160762"/>
                <a:gd name="connsiteX5" fmla="*/ 81689 w 162547"/>
                <a:gd name="connsiteY5" fmla="*/ 152087 h 160762"/>
                <a:gd name="connsiteX6" fmla="*/ 39859 w 162547"/>
                <a:gd name="connsiteY6" fmla="*/ 128621 h 160762"/>
                <a:gd name="connsiteX7" fmla="*/ 30686 w 162547"/>
                <a:gd name="connsiteY7" fmla="*/ 79236 h 160762"/>
                <a:gd name="connsiteX8" fmla="*/ 39492 w 162547"/>
                <a:gd name="connsiteY8" fmla="*/ 31253 h 160762"/>
                <a:gd name="connsiteX9" fmla="*/ 81322 w 162547"/>
                <a:gd name="connsiteY9" fmla="*/ 7786 h 160762"/>
                <a:gd name="connsiteX10" fmla="*/ 122784 w 162547"/>
                <a:gd name="connsiteY10" fmla="*/ 30552 h 160762"/>
                <a:gd name="connsiteX11" fmla="*/ 132324 w 162547"/>
                <a:gd name="connsiteY11" fmla="*/ 79236 h 160762"/>
                <a:gd name="connsiteX12" fmla="*/ 124252 w 162547"/>
                <a:gd name="connsiteY12" fmla="*/ 126169 h 160762"/>
                <a:gd name="connsiteX13" fmla="*/ 81689 w 162547"/>
                <a:gd name="connsiteY13" fmla="*/ 152087 h 160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2547" h="160762">
                  <a:moveTo>
                    <a:pt x="162779" y="82038"/>
                  </a:moveTo>
                  <a:cubicBezTo>
                    <a:pt x="162779" y="37207"/>
                    <a:pt x="126086" y="81"/>
                    <a:pt x="81689" y="81"/>
                  </a:cubicBezTo>
                  <a:cubicBezTo>
                    <a:pt x="35823" y="81"/>
                    <a:pt x="232" y="38257"/>
                    <a:pt x="232" y="82038"/>
                  </a:cubicBezTo>
                  <a:cubicBezTo>
                    <a:pt x="232" y="127220"/>
                    <a:pt x="38392" y="160843"/>
                    <a:pt x="81322" y="160843"/>
                  </a:cubicBezTo>
                  <a:cubicBezTo>
                    <a:pt x="125720" y="160843"/>
                    <a:pt x="162779" y="126519"/>
                    <a:pt x="162779" y="82038"/>
                  </a:cubicBezTo>
                  <a:close/>
                  <a:moveTo>
                    <a:pt x="81689" y="152087"/>
                  </a:moveTo>
                  <a:cubicBezTo>
                    <a:pt x="65911" y="152087"/>
                    <a:pt x="49766" y="144732"/>
                    <a:pt x="39859" y="128621"/>
                  </a:cubicBezTo>
                  <a:cubicBezTo>
                    <a:pt x="30686" y="113210"/>
                    <a:pt x="30686" y="91845"/>
                    <a:pt x="30686" y="79236"/>
                  </a:cubicBezTo>
                  <a:cubicBezTo>
                    <a:pt x="30686" y="65577"/>
                    <a:pt x="30686" y="46663"/>
                    <a:pt x="39492" y="31253"/>
                  </a:cubicBezTo>
                  <a:cubicBezTo>
                    <a:pt x="49399" y="15141"/>
                    <a:pt x="66645" y="7786"/>
                    <a:pt x="81322" y="7786"/>
                  </a:cubicBezTo>
                  <a:cubicBezTo>
                    <a:pt x="97466" y="7786"/>
                    <a:pt x="113244" y="15491"/>
                    <a:pt x="122784" y="30552"/>
                  </a:cubicBezTo>
                  <a:cubicBezTo>
                    <a:pt x="132324" y="45613"/>
                    <a:pt x="132324" y="65927"/>
                    <a:pt x="132324" y="79236"/>
                  </a:cubicBezTo>
                  <a:cubicBezTo>
                    <a:pt x="132324" y="91845"/>
                    <a:pt x="132324" y="110758"/>
                    <a:pt x="124252" y="126169"/>
                  </a:cubicBezTo>
                  <a:cubicBezTo>
                    <a:pt x="116180" y="141930"/>
                    <a:pt x="100035" y="152087"/>
                    <a:pt x="81689" y="152087"/>
                  </a:cubicBezTo>
                  <a:close/>
                </a:path>
              </a:pathLst>
            </a:custGeom>
            <a:solidFill>
              <a:srgbClr val="000000"/>
            </a:solidFill>
            <a:ln w="367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52C0DD79-2C8B-7ECC-7B22-183070DFDB5D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11262030" y="5218132"/>
              <a:ext cx="119984" cy="160762"/>
            </a:xfrm>
            <a:custGeom>
              <a:avLst/>
              <a:gdLst>
                <a:gd name="connsiteX0" fmla="*/ 64448 w 119984"/>
                <a:gd name="connsiteY0" fmla="*/ 89043 h 160762"/>
                <a:gd name="connsiteX1" fmla="*/ 102608 w 119984"/>
                <a:gd name="connsiteY1" fmla="*/ 121266 h 160762"/>
                <a:gd name="connsiteX2" fmla="*/ 61146 w 119984"/>
                <a:gd name="connsiteY2" fmla="*/ 153138 h 160762"/>
                <a:gd name="connsiteX3" fmla="*/ 10143 w 119984"/>
                <a:gd name="connsiteY3" fmla="*/ 103403 h 160762"/>
                <a:gd name="connsiteX4" fmla="*/ 5006 w 119984"/>
                <a:gd name="connsiteY4" fmla="*/ 97449 h 160762"/>
                <a:gd name="connsiteX5" fmla="*/ 236 w 119984"/>
                <a:gd name="connsiteY5" fmla="*/ 106205 h 160762"/>
                <a:gd name="connsiteX6" fmla="*/ 236 w 119984"/>
                <a:gd name="connsiteY6" fmla="*/ 152438 h 160762"/>
                <a:gd name="connsiteX7" fmla="*/ 4273 w 119984"/>
                <a:gd name="connsiteY7" fmla="*/ 160843 h 160762"/>
                <a:gd name="connsiteX8" fmla="*/ 13446 w 119984"/>
                <a:gd name="connsiteY8" fmla="*/ 153839 h 160762"/>
                <a:gd name="connsiteX9" fmla="*/ 20784 w 119984"/>
                <a:gd name="connsiteY9" fmla="*/ 145783 h 160762"/>
                <a:gd name="connsiteX10" fmla="*/ 61146 w 119984"/>
                <a:gd name="connsiteY10" fmla="*/ 160843 h 160762"/>
                <a:gd name="connsiteX11" fmla="*/ 120221 w 119984"/>
                <a:gd name="connsiteY11" fmla="*/ 112159 h 160762"/>
                <a:gd name="connsiteX12" fmla="*/ 104810 w 119984"/>
                <a:gd name="connsiteY12" fmla="*/ 78886 h 160762"/>
                <a:gd name="connsiteX13" fmla="*/ 62981 w 119984"/>
                <a:gd name="connsiteY13" fmla="*/ 62074 h 160762"/>
                <a:gd name="connsiteX14" fmla="*/ 17849 w 119984"/>
                <a:gd name="connsiteY14" fmla="*/ 33354 h 160762"/>
                <a:gd name="connsiteX15" fmla="*/ 58944 w 119984"/>
                <a:gd name="connsiteY15" fmla="*/ 6735 h 160762"/>
                <a:gd name="connsiteX16" fmla="*/ 101874 w 119984"/>
                <a:gd name="connsiteY16" fmla="*/ 49115 h 160762"/>
                <a:gd name="connsiteX17" fmla="*/ 106278 w 119984"/>
                <a:gd name="connsiteY17" fmla="*/ 52267 h 160762"/>
                <a:gd name="connsiteX18" fmla="*/ 111048 w 119984"/>
                <a:gd name="connsiteY18" fmla="*/ 43861 h 160762"/>
                <a:gd name="connsiteX19" fmla="*/ 111048 w 119984"/>
                <a:gd name="connsiteY19" fmla="*/ 8487 h 160762"/>
                <a:gd name="connsiteX20" fmla="*/ 107011 w 119984"/>
                <a:gd name="connsiteY20" fmla="*/ 81 h 160762"/>
                <a:gd name="connsiteX21" fmla="*/ 99673 w 119984"/>
                <a:gd name="connsiteY21" fmla="*/ 4284 h 160762"/>
                <a:gd name="connsiteX22" fmla="*/ 93435 w 119984"/>
                <a:gd name="connsiteY22" fmla="*/ 9888 h 160762"/>
                <a:gd name="connsiteX23" fmla="*/ 58944 w 119984"/>
                <a:gd name="connsiteY23" fmla="*/ 81 h 160762"/>
                <a:gd name="connsiteX24" fmla="*/ 236 w 119984"/>
                <a:gd name="connsiteY24" fmla="*/ 43161 h 160762"/>
                <a:gd name="connsiteX25" fmla="*/ 16014 w 119984"/>
                <a:gd name="connsiteY25" fmla="*/ 72932 h 160762"/>
                <a:gd name="connsiteX26" fmla="*/ 64448 w 119984"/>
                <a:gd name="connsiteY26" fmla="*/ 89043 h 160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9984" h="160762">
                  <a:moveTo>
                    <a:pt x="64448" y="89043"/>
                  </a:moveTo>
                  <a:cubicBezTo>
                    <a:pt x="72521" y="90444"/>
                    <a:pt x="102608" y="96048"/>
                    <a:pt x="102608" y="121266"/>
                  </a:cubicBezTo>
                  <a:cubicBezTo>
                    <a:pt x="102608" y="139128"/>
                    <a:pt x="89766" y="153138"/>
                    <a:pt x="61146" y="153138"/>
                  </a:cubicBezTo>
                  <a:cubicBezTo>
                    <a:pt x="30324" y="153138"/>
                    <a:pt x="17115" y="133174"/>
                    <a:pt x="10143" y="103403"/>
                  </a:cubicBezTo>
                  <a:cubicBezTo>
                    <a:pt x="9043" y="98850"/>
                    <a:pt x="8676" y="97449"/>
                    <a:pt x="5006" y="97449"/>
                  </a:cubicBezTo>
                  <a:cubicBezTo>
                    <a:pt x="236" y="97449"/>
                    <a:pt x="236" y="99901"/>
                    <a:pt x="236" y="106205"/>
                  </a:cubicBezTo>
                  <a:lnTo>
                    <a:pt x="236" y="152438"/>
                  </a:lnTo>
                  <a:cubicBezTo>
                    <a:pt x="236" y="158392"/>
                    <a:pt x="236" y="160843"/>
                    <a:pt x="4273" y="160843"/>
                  </a:cubicBezTo>
                  <a:cubicBezTo>
                    <a:pt x="6107" y="160843"/>
                    <a:pt x="6474" y="160493"/>
                    <a:pt x="13446" y="153839"/>
                  </a:cubicBezTo>
                  <a:cubicBezTo>
                    <a:pt x="14180" y="153138"/>
                    <a:pt x="14180" y="152438"/>
                    <a:pt x="20784" y="145783"/>
                  </a:cubicBezTo>
                  <a:cubicBezTo>
                    <a:pt x="36929" y="160493"/>
                    <a:pt x="53440" y="160843"/>
                    <a:pt x="61146" y="160843"/>
                  </a:cubicBezTo>
                  <a:cubicBezTo>
                    <a:pt x="103342" y="160843"/>
                    <a:pt x="120221" y="137377"/>
                    <a:pt x="120221" y="112159"/>
                  </a:cubicBezTo>
                  <a:cubicBezTo>
                    <a:pt x="120221" y="93596"/>
                    <a:pt x="109213" y="83089"/>
                    <a:pt x="104810" y="78886"/>
                  </a:cubicBezTo>
                  <a:cubicBezTo>
                    <a:pt x="92701" y="67678"/>
                    <a:pt x="78391" y="64876"/>
                    <a:pt x="62981" y="62074"/>
                  </a:cubicBezTo>
                  <a:cubicBezTo>
                    <a:pt x="42433" y="58221"/>
                    <a:pt x="17849" y="53668"/>
                    <a:pt x="17849" y="33354"/>
                  </a:cubicBezTo>
                  <a:cubicBezTo>
                    <a:pt x="17849" y="21095"/>
                    <a:pt x="27389" y="6735"/>
                    <a:pt x="58944" y="6735"/>
                  </a:cubicBezTo>
                  <a:cubicBezTo>
                    <a:pt x="99306" y="6735"/>
                    <a:pt x="101141" y="38257"/>
                    <a:pt x="101874" y="49115"/>
                  </a:cubicBezTo>
                  <a:cubicBezTo>
                    <a:pt x="102241" y="52267"/>
                    <a:pt x="105544" y="52267"/>
                    <a:pt x="106278" y="52267"/>
                  </a:cubicBezTo>
                  <a:cubicBezTo>
                    <a:pt x="111048" y="52267"/>
                    <a:pt x="111048" y="50516"/>
                    <a:pt x="111048" y="43861"/>
                  </a:cubicBezTo>
                  <a:lnTo>
                    <a:pt x="111048" y="8487"/>
                  </a:lnTo>
                  <a:cubicBezTo>
                    <a:pt x="111048" y="2532"/>
                    <a:pt x="111048" y="81"/>
                    <a:pt x="107011" y="81"/>
                  </a:cubicBezTo>
                  <a:cubicBezTo>
                    <a:pt x="105177" y="81"/>
                    <a:pt x="104443" y="81"/>
                    <a:pt x="99673" y="4284"/>
                  </a:cubicBezTo>
                  <a:cubicBezTo>
                    <a:pt x="98572" y="5685"/>
                    <a:pt x="94903" y="8837"/>
                    <a:pt x="93435" y="9888"/>
                  </a:cubicBezTo>
                  <a:cubicBezTo>
                    <a:pt x="79492" y="81"/>
                    <a:pt x="64448" y="81"/>
                    <a:pt x="58944" y="81"/>
                  </a:cubicBezTo>
                  <a:cubicBezTo>
                    <a:pt x="14180" y="81"/>
                    <a:pt x="236" y="23547"/>
                    <a:pt x="236" y="43161"/>
                  </a:cubicBezTo>
                  <a:cubicBezTo>
                    <a:pt x="236" y="55419"/>
                    <a:pt x="6107" y="65226"/>
                    <a:pt x="16014" y="72932"/>
                  </a:cubicBezTo>
                  <a:cubicBezTo>
                    <a:pt x="27756" y="82038"/>
                    <a:pt x="38030" y="84140"/>
                    <a:pt x="64448" y="89043"/>
                  </a:cubicBezTo>
                  <a:close/>
                </a:path>
              </a:pathLst>
            </a:custGeom>
            <a:solidFill>
              <a:srgbClr val="000000"/>
            </a:solidFill>
            <a:ln w="367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EB96F8B8-BF1B-33CE-5B02-A116A04E957C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11406762" y="5218132"/>
              <a:ext cx="119984" cy="160762"/>
            </a:xfrm>
            <a:custGeom>
              <a:avLst/>
              <a:gdLst>
                <a:gd name="connsiteX0" fmla="*/ 64452 w 119984"/>
                <a:gd name="connsiteY0" fmla="*/ 89043 h 160762"/>
                <a:gd name="connsiteX1" fmla="*/ 102612 w 119984"/>
                <a:gd name="connsiteY1" fmla="*/ 121266 h 160762"/>
                <a:gd name="connsiteX2" fmla="*/ 61150 w 119984"/>
                <a:gd name="connsiteY2" fmla="*/ 153138 h 160762"/>
                <a:gd name="connsiteX3" fmla="*/ 10147 w 119984"/>
                <a:gd name="connsiteY3" fmla="*/ 103403 h 160762"/>
                <a:gd name="connsiteX4" fmla="*/ 5010 w 119984"/>
                <a:gd name="connsiteY4" fmla="*/ 97449 h 160762"/>
                <a:gd name="connsiteX5" fmla="*/ 240 w 119984"/>
                <a:gd name="connsiteY5" fmla="*/ 106205 h 160762"/>
                <a:gd name="connsiteX6" fmla="*/ 240 w 119984"/>
                <a:gd name="connsiteY6" fmla="*/ 152438 h 160762"/>
                <a:gd name="connsiteX7" fmla="*/ 4277 w 119984"/>
                <a:gd name="connsiteY7" fmla="*/ 160843 h 160762"/>
                <a:gd name="connsiteX8" fmla="*/ 13450 w 119984"/>
                <a:gd name="connsiteY8" fmla="*/ 153839 h 160762"/>
                <a:gd name="connsiteX9" fmla="*/ 20788 w 119984"/>
                <a:gd name="connsiteY9" fmla="*/ 145783 h 160762"/>
                <a:gd name="connsiteX10" fmla="*/ 61150 w 119984"/>
                <a:gd name="connsiteY10" fmla="*/ 160843 h 160762"/>
                <a:gd name="connsiteX11" fmla="*/ 120225 w 119984"/>
                <a:gd name="connsiteY11" fmla="*/ 112159 h 160762"/>
                <a:gd name="connsiteX12" fmla="*/ 104814 w 119984"/>
                <a:gd name="connsiteY12" fmla="*/ 78886 h 160762"/>
                <a:gd name="connsiteX13" fmla="*/ 62984 w 119984"/>
                <a:gd name="connsiteY13" fmla="*/ 62074 h 160762"/>
                <a:gd name="connsiteX14" fmla="*/ 17853 w 119984"/>
                <a:gd name="connsiteY14" fmla="*/ 33354 h 160762"/>
                <a:gd name="connsiteX15" fmla="*/ 58948 w 119984"/>
                <a:gd name="connsiteY15" fmla="*/ 6735 h 160762"/>
                <a:gd name="connsiteX16" fmla="*/ 101878 w 119984"/>
                <a:gd name="connsiteY16" fmla="*/ 49115 h 160762"/>
                <a:gd name="connsiteX17" fmla="*/ 106281 w 119984"/>
                <a:gd name="connsiteY17" fmla="*/ 52267 h 160762"/>
                <a:gd name="connsiteX18" fmla="*/ 111051 w 119984"/>
                <a:gd name="connsiteY18" fmla="*/ 43861 h 160762"/>
                <a:gd name="connsiteX19" fmla="*/ 111051 w 119984"/>
                <a:gd name="connsiteY19" fmla="*/ 8487 h 160762"/>
                <a:gd name="connsiteX20" fmla="*/ 107015 w 119984"/>
                <a:gd name="connsiteY20" fmla="*/ 81 h 160762"/>
                <a:gd name="connsiteX21" fmla="*/ 99677 w 119984"/>
                <a:gd name="connsiteY21" fmla="*/ 4284 h 160762"/>
                <a:gd name="connsiteX22" fmla="*/ 93439 w 119984"/>
                <a:gd name="connsiteY22" fmla="*/ 9888 h 160762"/>
                <a:gd name="connsiteX23" fmla="*/ 58948 w 119984"/>
                <a:gd name="connsiteY23" fmla="*/ 81 h 160762"/>
                <a:gd name="connsiteX24" fmla="*/ 240 w 119984"/>
                <a:gd name="connsiteY24" fmla="*/ 43161 h 160762"/>
                <a:gd name="connsiteX25" fmla="*/ 16018 w 119984"/>
                <a:gd name="connsiteY25" fmla="*/ 72932 h 160762"/>
                <a:gd name="connsiteX26" fmla="*/ 64452 w 119984"/>
                <a:gd name="connsiteY26" fmla="*/ 89043 h 160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9984" h="160762">
                  <a:moveTo>
                    <a:pt x="64452" y="89043"/>
                  </a:moveTo>
                  <a:cubicBezTo>
                    <a:pt x="72524" y="90444"/>
                    <a:pt x="102612" y="96048"/>
                    <a:pt x="102612" y="121266"/>
                  </a:cubicBezTo>
                  <a:cubicBezTo>
                    <a:pt x="102612" y="139128"/>
                    <a:pt x="89770" y="153138"/>
                    <a:pt x="61150" y="153138"/>
                  </a:cubicBezTo>
                  <a:cubicBezTo>
                    <a:pt x="30328" y="153138"/>
                    <a:pt x="17119" y="133174"/>
                    <a:pt x="10147" y="103403"/>
                  </a:cubicBezTo>
                  <a:cubicBezTo>
                    <a:pt x="9047" y="98850"/>
                    <a:pt x="8680" y="97449"/>
                    <a:pt x="5010" y="97449"/>
                  </a:cubicBezTo>
                  <a:cubicBezTo>
                    <a:pt x="240" y="97449"/>
                    <a:pt x="240" y="99901"/>
                    <a:pt x="240" y="106205"/>
                  </a:cubicBezTo>
                  <a:lnTo>
                    <a:pt x="240" y="152438"/>
                  </a:lnTo>
                  <a:cubicBezTo>
                    <a:pt x="240" y="158392"/>
                    <a:pt x="240" y="160843"/>
                    <a:pt x="4277" y="160843"/>
                  </a:cubicBezTo>
                  <a:cubicBezTo>
                    <a:pt x="6111" y="160843"/>
                    <a:pt x="6478" y="160493"/>
                    <a:pt x="13450" y="153839"/>
                  </a:cubicBezTo>
                  <a:cubicBezTo>
                    <a:pt x="14184" y="153138"/>
                    <a:pt x="14184" y="152438"/>
                    <a:pt x="20788" y="145783"/>
                  </a:cubicBezTo>
                  <a:cubicBezTo>
                    <a:pt x="36933" y="160493"/>
                    <a:pt x="53444" y="160843"/>
                    <a:pt x="61150" y="160843"/>
                  </a:cubicBezTo>
                  <a:cubicBezTo>
                    <a:pt x="103346" y="160843"/>
                    <a:pt x="120225" y="137377"/>
                    <a:pt x="120225" y="112159"/>
                  </a:cubicBezTo>
                  <a:cubicBezTo>
                    <a:pt x="120225" y="93596"/>
                    <a:pt x="109217" y="83089"/>
                    <a:pt x="104814" y="78886"/>
                  </a:cubicBezTo>
                  <a:cubicBezTo>
                    <a:pt x="92705" y="67678"/>
                    <a:pt x="78395" y="64876"/>
                    <a:pt x="62984" y="62074"/>
                  </a:cubicBezTo>
                  <a:cubicBezTo>
                    <a:pt x="42437" y="58221"/>
                    <a:pt x="17853" y="53668"/>
                    <a:pt x="17853" y="33354"/>
                  </a:cubicBezTo>
                  <a:cubicBezTo>
                    <a:pt x="17853" y="21095"/>
                    <a:pt x="27393" y="6735"/>
                    <a:pt x="58948" y="6735"/>
                  </a:cubicBezTo>
                  <a:cubicBezTo>
                    <a:pt x="99310" y="6735"/>
                    <a:pt x="101145" y="38257"/>
                    <a:pt x="101878" y="49115"/>
                  </a:cubicBezTo>
                  <a:cubicBezTo>
                    <a:pt x="102245" y="52267"/>
                    <a:pt x="105548" y="52267"/>
                    <a:pt x="106281" y="52267"/>
                  </a:cubicBezTo>
                  <a:cubicBezTo>
                    <a:pt x="111051" y="52267"/>
                    <a:pt x="111051" y="50516"/>
                    <a:pt x="111051" y="43861"/>
                  </a:cubicBezTo>
                  <a:lnTo>
                    <a:pt x="111051" y="8487"/>
                  </a:lnTo>
                  <a:cubicBezTo>
                    <a:pt x="111051" y="2532"/>
                    <a:pt x="111051" y="81"/>
                    <a:pt x="107015" y="81"/>
                  </a:cubicBezTo>
                  <a:cubicBezTo>
                    <a:pt x="105181" y="81"/>
                    <a:pt x="104447" y="81"/>
                    <a:pt x="99677" y="4284"/>
                  </a:cubicBezTo>
                  <a:cubicBezTo>
                    <a:pt x="98576" y="5685"/>
                    <a:pt x="94907" y="8837"/>
                    <a:pt x="93439" y="9888"/>
                  </a:cubicBezTo>
                  <a:cubicBezTo>
                    <a:pt x="79496" y="81"/>
                    <a:pt x="64452" y="81"/>
                    <a:pt x="58948" y="81"/>
                  </a:cubicBezTo>
                  <a:cubicBezTo>
                    <a:pt x="14184" y="81"/>
                    <a:pt x="240" y="23547"/>
                    <a:pt x="240" y="43161"/>
                  </a:cubicBezTo>
                  <a:cubicBezTo>
                    <a:pt x="240" y="55419"/>
                    <a:pt x="6111" y="65226"/>
                    <a:pt x="16018" y="72932"/>
                  </a:cubicBezTo>
                  <a:cubicBezTo>
                    <a:pt x="27760" y="82038"/>
                    <a:pt x="38034" y="84140"/>
                    <a:pt x="64452" y="89043"/>
                  </a:cubicBezTo>
                  <a:close/>
                </a:path>
              </a:pathLst>
            </a:custGeom>
            <a:solidFill>
              <a:srgbClr val="000000"/>
            </a:solidFill>
            <a:ln w="367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526CA20-2512-A0DB-4CEB-456D5A3FB44C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0749350" y="5517420"/>
              <a:ext cx="790033" cy="14009"/>
            </a:xfrm>
            <a:custGeom>
              <a:avLst/>
              <a:gdLst>
                <a:gd name="connsiteX0" fmla="*/ 0 w 790033"/>
                <a:gd name="connsiteY0" fmla="*/ 0 h 14009"/>
                <a:gd name="connsiteX1" fmla="*/ 790034 w 790033"/>
                <a:gd name="connsiteY1" fmla="*/ 0 h 14009"/>
                <a:gd name="connsiteX2" fmla="*/ 790034 w 790033"/>
                <a:gd name="connsiteY2" fmla="*/ 14009 h 14009"/>
                <a:gd name="connsiteX3" fmla="*/ 0 w 790033"/>
                <a:gd name="connsiteY3" fmla="*/ 14009 h 14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0033" h="14009">
                  <a:moveTo>
                    <a:pt x="0" y="0"/>
                  </a:moveTo>
                  <a:lnTo>
                    <a:pt x="790034" y="0"/>
                  </a:lnTo>
                  <a:lnTo>
                    <a:pt x="790034" y="14009"/>
                  </a:lnTo>
                  <a:lnTo>
                    <a:pt x="0" y="14009"/>
                  </a:lnTo>
                  <a:close/>
                </a:path>
              </a:pathLst>
            </a:custGeom>
            <a:solidFill>
              <a:srgbClr val="000000"/>
            </a:solidFill>
            <a:ln w="367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18D18A6-AC8C-D56D-6CEF-1F79B9A186DD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10843973" y="5601461"/>
              <a:ext cx="193002" cy="258481"/>
            </a:xfrm>
            <a:custGeom>
              <a:avLst/>
              <a:gdLst>
                <a:gd name="connsiteX0" fmla="*/ 155434 w 193002"/>
                <a:gd name="connsiteY0" fmla="*/ 132137 h 258481"/>
                <a:gd name="connsiteX1" fmla="*/ 108101 w 193002"/>
                <a:gd name="connsiteY1" fmla="*/ 90808 h 258481"/>
                <a:gd name="connsiteX2" fmla="*/ 33248 w 193002"/>
                <a:gd name="connsiteY2" fmla="*/ 123731 h 258481"/>
                <a:gd name="connsiteX3" fmla="*/ 225 w 193002"/>
                <a:gd name="connsiteY3" fmla="*/ 196232 h 258481"/>
                <a:gd name="connsiteX4" fmla="*/ 67739 w 193002"/>
                <a:gd name="connsiteY4" fmla="*/ 258576 h 258481"/>
                <a:gd name="connsiteX5" fmla="*/ 193227 w 193002"/>
                <a:gd name="connsiteY5" fmla="*/ 90808 h 258481"/>
                <a:gd name="connsiteX6" fmla="*/ 113972 w 193002"/>
                <a:gd name="connsiteY6" fmla="*/ 94 h 258481"/>
                <a:gd name="connsiteX7" fmla="*/ 43889 w 193002"/>
                <a:gd name="connsiteY7" fmla="*/ 55433 h 258481"/>
                <a:gd name="connsiteX8" fmla="*/ 57832 w 193002"/>
                <a:gd name="connsiteY8" fmla="*/ 67692 h 258481"/>
                <a:gd name="connsiteX9" fmla="*/ 77646 w 193002"/>
                <a:gd name="connsiteY9" fmla="*/ 49129 h 258481"/>
                <a:gd name="connsiteX10" fmla="*/ 60401 w 193002"/>
                <a:gd name="connsiteY10" fmla="*/ 36870 h 258481"/>
                <a:gd name="connsiteX11" fmla="*/ 113238 w 193002"/>
                <a:gd name="connsiteY11" fmla="*/ 8850 h 258481"/>
                <a:gd name="connsiteX12" fmla="*/ 165708 w 193002"/>
                <a:gd name="connsiteY12" fmla="*/ 72245 h 258481"/>
                <a:gd name="connsiteX13" fmla="*/ 155801 w 193002"/>
                <a:gd name="connsiteY13" fmla="*/ 132137 h 258481"/>
                <a:gd name="connsiteX14" fmla="*/ 155434 w 193002"/>
                <a:gd name="connsiteY14" fmla="*/ 132137 h 258481"/>
                <a:gd name="connsiteX15" fmla="*/ 68840 w 193002"/>
                <a:gd name="connsiteY15" fmla="*/ 248769 h 258481"/>
                <a:gd name="connsiteX16" fmla="*/ 28478 w 193002"/>
                <a:gd name="connsiteY16" fmla="*/ 209191 h 258481"/>
                <a:gd name="connsiteX17" fmla="*/ 52695 w 193002"/>
                <a:gd name="connsiteY17" fmla="*/ 129685 h 258481"/>
                <a:gd name="connsiteX18" fmla="*/ 108101 w 193002"/>
                <a:gd name="connsiteY18" fmla="*/ 98513 h 258481"/>
                <a:gd name="connsiteX19" fmla="*/ 148829 w 193002"/>
                <a:gd name="connsiteY19" fmla="*/ 144746 h 258481"/>
                <a:gd name="connsiteX20" fmla="*/ 68840 w 193002"/>
                <a:gd name="connsiteY20" fmla="*/ 248769 h 258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3002" h="258481">
                  <a:moveTo>
                    <a:pt x="155434" y="132137"/>
                  </a:moveTo>
                  <a:cubicBezTo>
                    <a:pt x="151765" y="110422"/>
                    <a:pt x="136721" y="90808"/>
                    <a:pt x="108101" y="90808"/>
                  </a:cubicBezTo>
                  <a:cubicBezTo>
                    <a:pt x="85718" y="90808"/>
                    <a:pt x="61868" y="96412"/>
                    <a:pt x="33248" y="123731"/>
                  </a:cubicBezTo>
                  <a:cubicBezTo>
                    <a:pt x="2794" y="152801"/>
                    <a:pt x="225" y="185374"/>
                    <a:pt x="225" y="196232"/>
                  </a:cubicBezTo>
                  <a:cubicBezTo>
                    <a:pt x="225" y="217947"/>
                    <a:pt x="16370" y="258576"/>
                    <a:pt x="67739" y="258576"/>
                  </a:cubicBezTo>
                  <a:cubicBezTo>
                    <a:pt x="155067" y="258576"/>
                    <a:pt x="193227" y="140893"/>
                    <a:pt x="193227" y="90808"/>
                  </a:cubicBezTo>
                  <a:cubicBezTo>
                    <a:pt x="193227" y="35119"/>
                    <a:pt x="159103" y="94"/>
                    <a:pt x="113972" y="94"/>
                  </a:cubicBezTo>
                  <a:cubicBezTo>
                    <a:pt x="60768" y="94"/>
                    <a:pt x="43889" y="45626"/>
                    <a:pt x="43889" y="55433"/>
                  </a:cubicBezTo>
                  <a:cubicBezTo>
                    <a:pt x="43889" y="60336"/>
                    <a:pt x="46824" y="67692"/>
                    <a:pt x="57832" y="67692"/>
                  </a:cubicBezTo>
                  <a:cubicBezTo>
                    <a:pt x="69941" y="67692"/>
                    <a:pt x="77646" y="57184"/>
                    <a:pt x="77646" y="49129"/>
                  </a:cubicBezTo>
                  <a:cubicBezTo>
                    <a:pt x="77646" y="36870"/>
                    <a:pt x="66271" y="36870"/>
                    <a:pt x="60401" y="36870"/>
                  </a:cubicBezTo>
                  <a:cubicBezTo>
                    <a:pt x="76545" y="10952"/>
                    <a:pt x="102597" y="8850"/>
                    <a:pt x="113238" y="8850"/>
                  </a:cubicBezTo>
                  <a:cubicBezTo>
                    <a:pt x="140023" y="8850"/>
                    <a:pt x="165708" y="27063"/>
                    <a:pt x="165708" y="72245"/>
                  </a:cubicBezTo>
                  <a:cubicBezTo>
                    <a:pt x="165708" y="85904"/>
                    <a:pt x="163506" y="103767"/>
                    <a:pt x="155801" y="132137"/>
                  </a:cubicBezTo>
                  <a:lnTo>
                    <a:pt x="155434" y="132137"/>
                  </a:lnTo>
                  <a:close/>
                  <a:moveTo>
                    <a:pt x="68840" y="248769"/>
                  </a:moveTo>
                  <a:cubicBezTo>
                    <a:pt x="28478" y="248769"/>
                    <a:pt x="28478" y="212693"/>
                    <a:pt x="28478" y="209191"/>
                  </a:cubicBezTo>
                  <a:cubicBezTo>
                    <a:pt x="28478" y="199734"/>
                    <a:pt x="37651" y="150700"/>
                    <a:pt x="52695" y="129685"/>
                  </a:cubicBezTo>
                  <a:cubicBezTo>
                    <a:pt x="67372" y="109721"/>
                    <a:pt x="85351" y="98513"/>
                    <a:pt x="108101" y="98513"/>
                  </a:cubicBezTo>
                  <a:cubicBezTo>
                    <a:pt x="148095" y="98513"/>
                    <a:pt x="148829" y="137741"/>
                    <a:pt x="148829" y="144746"/>
                  </a:cubicBezTo>
                  <a:cubicBezTo>
                    <a:pt x="148829" y="169963"/>
                    <a:pt x="125346" y="248769"/>
                    <a:pt x="68840" y="248769"/>
                  </a:cubicBezTo>
                  <a:close/>
                </a:path>
              </a:pathLst>
            </a:custGeom>
            <a:solidFill>
              <a:srgbClr val="000000"/>
            </a:solidFill>
            <a:ln w="367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D8C1B7D-EA8D-A8AA-C45B-DF796FDE278C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11060994" y="5609167"/>
              <a:ext cx="209146" cy="243070"/>
            </a:xfrm>
            <a:custGeom>
              <a:avLst/>
              <a:gdLst>
                <a:gd name="connsiteX0" fmla="*/ 25549 w 209146"/>
                <a:gd name="connsiteY0" fmla="*/ 226703 h 243070"/>
                <a:gd name="connsiteX1" fmla="*/ 231 w 209146"/>
                <a:gd name="connsiteY1" fmla="*/ 226703 h 243070"/>
                <a:gd name="connsiteX2" fmla="*/ 231 w 209146"/>
                <a:gd name="connsiteY2" fmla="*/ 243165 h 243070"/>
                <a:gd name="connsiteX3" fmla="*/ 46463 w 209146"/>
                <a:gd name="connsiteY3" fmla="*/ 242114 h 243070"/>
                <a:gd name="connsiteX4" fmla="*/ 92696 w 209146"/>
                <a:gd name="connsiteY4" fmla="*/ 243165 h 243070"/>
                <a:gd name="connsiteX5" fmla="*/ 92696 w 209146"/>
                <a:gd name="connsiteY5" fmla="*/ 226703 h 243070"/>
                <a:gd name="connsiteX6" fmla="*/ 67378 w 209146"/>
                <a:gd name="connsiteY6" fmla="*/ 226703 h 243070"/>
                <a:gd name="connsiteX7" fmla="*/ 67378 w 209146"/>
                <a:gd name="connsiteY7" fmla="*/ 153502 h 243070"/>
                <a:gd name="connsiteX8" fmla="*/ 122050 w 209146"/>
                <a:gd name="connsiteY8" fmla="*/ 98163 h 243070"/>
                <a:gd name="connsiteX9" fmla="*/ 142231 w 209146"/>
                <a:gd name="connsiteY9" fmla="*/ 132137 h 243070"/>
                <a:gd name="connsiteX10" fmla="*/ 142231 w 209146"/>
                <a:gd name="connsiteY10" fmla="*/ 226703 h 243070"/>
                <a:gd name="connsiteX11" fmla="*/ 116913 w 209146"/>
                <a:gd name="connsiteY11" fmla="*/ 226703 h 243070"/>
                <a:gd name="connsiteX12" fmla="*/ 116913 w 209146"/>
                <a:gd name="connsiteY12" fmla="*/ 243165 h 243070"/>
                <a:gd name="connsiteX13" fmla="*/ 163145 w 209146"/>
                <a:gd name="connsiteY13" fmla="*/ 242114 h 243070"/>
                <a:gd name="connsiteX14" fmla="*/ 209378 w 209146"/>
                <a:gd name="connsiteY14" fmla="*/ 243165 h 243070"/>
                <a:gd name="connsiteX15" fmla="*/ 209378 w 209146"/>
                <a:gd name="connsiteY15" fmla="*/ 226703 h 243070"/>
                <a:gd name="connsiteX16" fmla="*/ 184060 w 209146"/>
                <a:gd name="connsiteY16" fmla="*/ 226703 h 243070"/>
                <a:gd name="connsiteX17" fmla="*/ 184060 w 209146"/>
                <a:gd name="connsiteY17" fmla="*/ 135990 h 243070"/>
                <a:gd name="connsiteX18" fmla="*/ 127554 w 209146"/>
                <a:gd name="connsiteY18" fmla="*/ 85554 h 243070"/>
                <a:gd name="connsiteX19" fmla="*/ 65176 w 209146"/>
                <a:gd name="connsiteY19" fmla="*/ 119878 h 243070"/>
                <a:gd name="connsiteX20" fmla="*/ 65176 w 209146"/>
                <a:gd name="connsiteY20" fmla="*/ 94 h 243070"/>
                <a:gd name="connsiteX21" fmla="*/ 231 w 209146"/>
                <a:gd name="connsiteY21" fmla="*/ 2896 h 243070"/>
                <a:gd name="connsiteX22" fmla="*/ 231 w 209146"/>
                <a:gd name="connsiteY22" fmla="*/ 19358 h 243070"/>
                <a:gd name="connsiteX23" fmla="*/ 25549 w 209146"/>
                <a:gd name="connsiteY23" fmla="*/ 33017 h 243070"/>
                <a:gd name="connsiteX24" fmla="*/ 25549 w 209146"/>
                <a:gd name="connsiteY24" fmla="*/ 226703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9146" h="243070">
                  <a:moveTo>
                    <a:pt x="25549" y="226703"/>
                  </a:moveTo>
                  <a:lnTo>
                    <a:pt x="231" y="226703"/>
                  </a:lnTo>
                  <a:lnTo>
                    <a:pt x="231" y="243165"/>
                  </a:lnTo>
                  <a:cubicBezTo>
                    <a:pt x="10505" y="242814"/>
                    <a:pt x="32520" y="242114"/>
                    <a:pt x="46463" y="242114"/>
                  </a:cubicBezTo>
                  <a:cubicBezTo>
                    <a:pt x="60773" y="242114"/>
                    <a:pt x="82422" y="242814"/>
                    <a:pt x="92696" y="243165"/>
                  </a:cubicBezTo>
                  <a:lnTo>
                    <a:pt x="92696" y="226703"/>
                  </a:lnTo>
                  <a:lnTo>
                    <a:pt x="67378" y="226703"/>
                  </a:lnTo>
                  <a:lnTo>
                    <a:pt x="67378" y="153502"/>
                  </a:lnTo>
                  <a:cubicBezTo>
                    <a:pt x="67378" y="115325"/>
                    <a:pt x="98933" y="98163"/>
                    <a:pt x="122050" y="98163"/>
                  </a:cubicBezTo>
                  <a:cubicBezTo>
                    <a:pt x="134525" y="98163"/>
                    <a:pt x="142231" y="105518"/>
                    <a:pt x="142231" y="132137"/>
                  </a:cubicBezTo>
                  <a:lnTo>
                    <a:pt x="142231" y="226703"/>
                  </a:lnTo>
                  <a:lnTo>
                    <a:pt x="116913" y="226703"/>
                  </a:lnTo>
                  <a:lnTo>
                    <a:pt x="116913" y="243165"/>
                  </a:lnTo>
                  <a:cubicBezTo>
                    <a:pt x="127187" y="242814"/>
                    <a:pt x="149202" y="242114"/>
                    <a:pt x="163145" y="242114"/>
                  </a:cubicBezTo>
                  <a:cubicBezTo>
                    <a:pt x="177455" y="242114"/>
                    <a:pt x="199104" y="242814"/>
                    <a:pt x="209378" y="243165"/>
                  </a:cubicBezTo>
                  <a:lnTo>
                    <a:pt x="209378" y="226703"/>
                  </a:lnTo>
                  <a:lnTo>
                    <a:pt x="184060" y="226703"/>
                  </a:lnTo>
                  <a:lnTo>
                    <a:pt x="184060" y="135990"/>
                  </a:lnTo>
                  <a:cubicBezTo>
                    <a:pt x="184060" y="99214"/>
                    <a:pt x="164246" y="85554"/>
                    <a:pt x="127554" y="85554"/>
                  </a:cubicBezTo>
                  <a:cubicBezTo>
                    <a:pt x="92329" y="85554"/>
                    <a:pt x="73616" y="105868"/>
                    <a:pt x="65176" y="119878"/>
                  </a:cubicBezTo>
                  <a:lnTo>
                    <a:pt x="65176" y="94"/>
                  </a:lnTo>
                  <a:lnTo>
                    <a:pt x="231" y="2896"/>
                  </a:lnTo>
                  <a:lnTo>
                    <a:pt x="231" y="19358"/>
                  </a:lnTo>
                  <a:cubicBezTo>
                    <a:pt x="22980" y="19358"/>
                    <a:pt x="25549" y="19358"/>
                    <a:pt x="25549" y="33017"/>
                  </a:cubicBezTo>
                  <a:lnTo>
                    <a:pt x="25549" y="226703"/>
                  </a:lnTo>
                  <a:close/>
                </a:path>
              </a:pathLst>
            </a:custGeom>
            <a:solidFill>
              <a:srgbClr val="000000"/>
            </a:solidFill>
            <a:ln w="367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A0EF29F-5E19-397E-94CD-FDD9CA0ECE36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11298168" y="5734624"/>
              <a:ext cx="126368" cy="172601"/>
            </a:xfrm>
            <a:custGeom>
              <a:avLst/>
              <a:gdLst>
                <a:gd name="connsiteX0" fmla="*/ 61367 w 126368"/>
                <a:gd name="connsiteY0" fmla="*/ 7451 h 172601"/>
                <a:gd name="connsiteX1" fmla="*/ 62394 w 126368"/>
                <a:gd name="connsiteY1" fmla="*/ 3528 h 172601"/>
                <a:gd name="connsiteX2" fmla="*/ 58285 w 126368"/>
                <a:gd name="connsiteY2" fmla="*/ 96 h 172601"/>
                <a:gd name="connsiteX3" fmla="*/ 25408 w 126368"/>
                <a:gd name="connsiteY3" fmla="*/ 2547 h 172601"/>
                <a:gd name="connsiteX4" fmla="*/ 19758 w 126368"/>
                <a:gd name="connsiteY4" fmla="*/ 8186 h 172601"/>
                <a:gd name="connsiteX5" fmla="*/ 26436 w 126368"/>
                <a:gd name="connsiteY5" fmla="*/ 11619 h 172601"/>
                <a:gd name="connsiteX6" fmla="*/ 38764 w 126368"/>
                <a:gd name="connsiteY6" fmla="*/ 15296 h 172601"/>
                <a:gd name="connsiteX7" fmla="*/ 37737 w 126368"/>
                <a:gd name="connsiteY7" fmla="*/ 20690 h 172601"/>
                <a:gd name="connsiteX8" fmla="*/ 1522 w 126368"/>
                <a:gd name="connsiteY8" fmla="*/ 159458 h 172601"/>
                <a:gd name="connsiteX9" fmla="*/ 237 w 126368"/>
                <a:gd name="connsiteY9" fmla="*/ 164851 h 172601"/>
                <a:gd name="connsiteX10" fmla="*/ 8970 w 126368"/>
                <a:gd name="connsiteY10" fmla="*/ 172697 h 172601"/>
                <a:gd name="connsiteX11" fmla="*/ 20785 w 126368"/>
                <a:gd name="connsiteY11" fmla="*/ 162400 h 172601"/>
                <a:gd name="connsiteX12" fmla="*/ 33371 w 126368"/>
                <a:gd name="connsiteY12" fmla="*/ 114836 h 172601"/>
                <a:gd name="connsiteX13" fmla="*/ 66247 w 126368"/>
                <a:gd name="connsiteY13" fmla="*/ 134940 h 172601"/>
                <a:gd name="connsiteX14" fmla="*/ 65733 w 126368"/>
                <a:gd name="connsiteY14" fmla="*/ 139844 h 172601"/>
                <a:gd name="connsiteX15" fmla="*/ 64706 w 126368"/>
                <a:gd name="connsiteY15" fmla="*/ 147444 h 172601"/>
                <a:gd name="connsiteX16" fmla="*/ 91932 w 126368"/>
                <a:gd name="connsiteY16" fmla="*/ 172697 h 172601"/>
                <a:gd name="connsiteX17" fmla="*/ 124551 w 126368"/>
                <a:gd name="connsiteY17" fmla="*/ 135185 h 172601"/>
                <a:gd name="connsiteX18" fmla="*/ 120442 w 126368"/>
                <a:gd name="connsiteY18" fmla="*/ 131998 h 172601"/>
                <a:gd name="connsiteX19" fmla="*/ 115305 w 126368"/>
                <a:gd name="connsiteY19" fmla="*/ 137882 h 172601"/>
                <a:gd name="connsiteX20" fmla="*/ 92702 w 126368"/>
                <a:gd name="connsiteY20" fmla="*/ 165832 h 172601"/>
                <a:gd name="connsiteX21" fmla="*/ 83712 w 126368"/>
                <a:gd name="connsiteY21" fmla="*/ 153083 h 172601"/>
                <a:gd name="connsiteX22" fmla="*/ 85254 w 126368"/>
                <a:gd name="connsiteY22" fmla="*/ 142050 h 172601"/>
                <a:gd name="connsiteX23" fmla="*/ 86538 w 126368"/>
                <a:gd name="connsiteY23" fmla="*/ 134450 h 172601"/>
                <a:gd name="connsiteX24" fmla="*/ 44929 w 126368"/>
                <a:gd name="connsiteY24" fmla="*/ 108462 h 172601"/>
                <a:gd name="connsiteX25" fmla="*/ 66247 w 126368"/>
                <a:gd name="connsiteY25" fmla="*/ 92280 h 172601"/>
                <a:gd name="connsiteX26" fmla="*/ 106572 w 126368"/>
                <a:gd name="connsiteY26" fmla="*/ 68989 h 172601"/>
                <a:gd name="connsiteX27" fmla="*/ 115048 w 126368"/>
                <a:gd name="connsiteY27" fmla="*/ 72176 h 172601"/>
                <a:gd name="connsiteX28" fmla="*/ 101692 w 126368"/>
                <a:gd name="connsiteY28" fmla="*/ 85906 h 172601"/>
                <a:gd name="connsiteX29" fmla="*/ 111966 w 126368"/>
                <a:gd name="connsiteY29" fmla="*/ 94977 h 172601"/>
                <a:gd name="connsiteX30" fmla="*/ 126606 w 126368"/>
                <a:gd name="connsiteY30" fmla="*/ 79286 h 172601"/>
                <a:gd name="connsiteX31" fmla="*/ 106829 w 126368"/>
                <a:gd name="connsiteY31" fmla="*/ 62124 h 172601"/>
                <a:gd name="connsiteX32" fmla="*/ 65733 w 126368"/>
                <a:gd name="connsiteY32" fmla="*/ 83699 h 172601"/>
                <a:gd name="connsiteX33" fmla="*/ 35939 w 126368"/>
                <a:gd name="connsiteY33" fmla="*/ 105274 h 172601"/>
                <a:gd name="connsiteX34" fmla="*/ 61367 w 126368"/>
                <a:gd name="connsiteY34" fmla="*/ 7451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6368" h="172601">
                  <a:moveTo>
                    <a:pt x="61367" y="7451"/>
                  </a:moveTo>
                  <a:cubicBezTo>
                    <a:pt x="61624" y="6961"/>
                    <a:pt x="62394" y="3773"/>
                    <a:pt x="62394" y="3528"/>
                  </a:cubicBezTo>
                  <a:cubicBezTo>
                    <a:pt x="62394" y="2302"/>
                    <a:pt x="61367" y="96"/>
                    <a:pt x="58285" y="96"/>
                  </a:cubicBezTo>
                  <a:cubicBezTo>
                    <a:pt x="53148" y="96"/>
                    <a:pt x="31829" y="2057"/>
                    <a:pt x="25408" y="2547"/>
                  </a:cubicBezTo>
                  <a:cubicBezTo>
                    <a:pt x="23353" y="2793"/>
                    <a:pt x="19758" y="3038"/>
                    <a:pt x="19758" y="8186"/>
                  </a:cubicBezTo>
                  <a:cubicBezTo>
                    <a:pt x="19758" y="11619"/>
                    <a:pt x="23353" y="11619"/>
                    <a:pt x="26436" y="11619"/>
                  </a:cubicBezTo>
                  <a:cubicBezTo>
                    <a:pt x="38764" y="11619"/>
                    <a:pt x="38764" y="13335"/>
                    <a:pt x="38764" y="15296"/>
                  </a:cubicBezTo>
                  <a:cubicBezTo>
                    <a:pt x="38764" y="17013"/>
                    <a:pt x="38251" y="18484"/>
                    <a:pt x="37737" y="20690"/>
                  </a:cubicBezTo>
                  <a:lnTo>
                    <a:pt x="1522" y="159458"/>
                  </a:lnTo>
                  <a:cubicBezTo>
                    <a:pt x="237" y="163871"/>
                    <a:pt x="237" y="164361"/>
                    <a:pt x="237" y="164851"/>
                  </a:cubicBezTo>
                  <a:cubicBezTo>
                    <a:pt x="237" y="168529"/>
                    <a:pt x="3319" y="172697"/>
                    <a:pt x="8970" y="172697"/>
                  </a:cubicBezTo>
                  <a:cubicBezTo>
                    <a:pt x="15905" y="172697"/>
                    <a:pt x="19244" y="167793"/>
                    <a:pt x="20785" y="162400"/>
                  </a:cubicBezTo>
                  <a:cubicBezTo>
                    <a:pt x="21299" y="161419"/>
                    <a:pt x="32343" y="118269"/>
                    <a:pt x="33371" y="114836"/>
                  </a:cubicBezTo>
                  <a:cubicBezTo>
                    <a:pt x="51607" y="116552"/>
                    <a:pt x="66247" y="122191"/>
                    <a:pt x="66247" y="134940"/>
                  </a:cubicBezTo>
                  <a:cubicBezTo>
                    <a:pt x="66247" y="136166"/>
                    <a:pt x="66247" y="137392"/>
                    <a:pt x="65733" y="139844"/>
                  </a:cubicBezTo>
                  <a:cubicBezTo>
                    <a:pt x="64706" y="143521"/>
                    <a:pt x="64706" y="144747"/>
                    <a:pt x="64706" y="147444"/>
                  </a:cubicBezTo>
                  <a:cubicBezTo>
                    <a:pt x="64706" y="164851"/>
                    <a:pt x="79603" y="172697"/>
                    <a:pt x="91932" y="172697"/>
                  </a:cubicBezTo>
                  <a:cubicBezTo>
                    <a:pt x="116846" y="172697"/>
                    <a:pt x="124551" y="135431"/>
                    <a:pt x="124551" y="135185"/>
                  </a:cubicBezTo>
                  <a:cubicBezTo>
                    <a:pt x="124551" y="131998"/>
                    <a:pt x="121212" y="131998"/>
                    <a:pt x="120442" y="131998"/>
                  </a:cubicBezTo>
                  <a:cubicBezTo>
                    <a:pt x="116846" y="131998"/>
                    <a:pt x="116589" y="133224"/>
                    <a:pt x="115305" y="137882"/>
                  </a:cubicBezTo>
                  <a:cubicBezTo>
                    <a:pt x="112222" y="148425"/>
                    <a:pt x="105288" y="165832"/>
                    <a:pt x="92702" y="165832"/>
                  </a:cubicBezTo>
                  <a:cubicBezTo>
                    <a:pt x="85767" y="165832"/>
                    <a:pt x="83712" y="159703"/>
                    <a:pt x="83712" y="153083"/>
                  </a:cubicBezTo>
                  <a:cubicBezTo>
                    <a:pt x="83712" y="148915"/>
                    <a:pt x="83712" y="148425"/>
                    <a:pt x="85254" y="142050"/>
                  </a:cubicBezTo>
                  <a:cubicBezTo>
                    <a:pt x="85510" y="141315"/>
                    <a:pt x="86538" y="137147"/>
                    <a:pt x="86538" y="134450"/>
                  </a:cubicBezTo>
                  <a:cubicBezTo>
                    <a:pt x="86538" y="112630"/>
                    <a:pt x="55716" y="109197"/>
                    <a:pt x="44929" y="108462"/>
                  </a:cubicBezTo>
                  <a:cubicBezTo>
                    <a:pt x="52377" y="104049"/>
                    <a:pt x="61881" y="95958"/>
                    <a:pt x="66247" y="92280"/>
                  </a:cubicBezTo>
                  <a:cubicBezTo>
                    <a:pt x="79346" y="80512"/>
                    <a:pt x="92188" y="68989"/>
                    <a:pt x="106572" y="68989"/>
                  </a:cubicBezTo>
                  <a:cubicBezTo>
                    <a:pt x="109654" y="68989"/>
                    <a:pt x="112993" y="69725"/>
                    <a:pt x="115048" y="72176"/>
                  </a:cubicBezTo>
                  <a:cubicBezTo>
                    <a:pt x="104003" y="73893"/>
                    <a:pt x="101692" y="82228"/>
                    <a:pt x="101692" y="85906"/>
                  </a:cubicBezTo>
                  <a:cubicBezTo>
                    <a:pt x="101692" y="91300"/>
                    <a:pt x="106058" y="94977"/>
                    <a:pt x="111966" y="94977"/>
                  </a:cubicBezTo>
                  <a:cubicBezTo>
                    <a:pt x="118900" y="94977"/>
                    <a:pt x="126606" y="89583"/>
                    <a:pt x="126606" y="79286"/>
                  </a:cubicBezTo>
                  <a:cubicBezTo>
                    <a:pt x="126606" y="71196"/>
                    <a:pt x="120442" y="62124"/>
                    <a:pt x="106829" y="62124"/>
                  </a:cubicBezTo>
                  <a:cubicBezTo>
                    <a:pt x="92188" y="62124"/>
                    <a:pt x="78832" y="72176"/>
                    <a:pt x="65733" y="83699"/>
                  </a:cubicBezTo>
                  <a:cubicBezTo>
                    <a:pt x="54946" y="93506"/>
                    <a:pt x="46470" y="101107"/>
                    <a:pt x="35939" y="105274"/>
                  </a:cubicBezTo>
                  <a:lnTo>
                    <a:pt x="61367" y="7451"/>
                  </a:lnTo>
                  <a:close/>
                </a:path>
              </a:pathLst>
            </a:custGeom>
            <a:solidFill>
              <a:srgbClr val="000000"/>
            </a:solidFill>
            <a:ln w="367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B08C62DD-2C9C-0976-F6CE-8647DD94B862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2477708" y="2423240"/>
            <a:ext cx="209146" cy="243070"/>
          </a:xfrm>
          <a:custGeom>
            <a:avLst/>
            <a:gdLst>
              <a:gd name="connsiteX0" fmla="*/ 25549 w 209146"/>
              <a:gd name="connsiteY0" fmla="*/ 226703 h 243070"/>
              <a:gd name="connsiteX1" fmla="*/ 231 w 209146"/>
              <a:gd name="connsiteY1" fmla="*/ 226703 h 243070"/>
              <a:gd name="connsiteX2" fmla="*/ 231 w 209146"/>
              <a:gd name="connsiteY2" fmla="*/ 243165 h 243070"/>
              <a:gd name="connsiteX3" fmla="*/ 46463 w 209146"/>
              <a:gd name="connsiteY3" fmla="*/ 242114 h 243070"/>
              <a:gd name="connsiteX4" fmla="*/ 92696 w 209146"/>
              <a:gd name="connsiteY4" fmla="*/ 243165 h 243070"/>
              <a:gd name="connsiteX5" fmla="*/ 92696 w 209146"/>
              <a:gd name="connsiteY5" fmla="*/ 226703 h 243070"/>
              <a:gd name="connsiteX6" fmla="*/ 67378 w 209146"/>
              <a:gd name="connsiteY6" fmla="*/ 226703 h 243070"/>
              <a:gd name="connsiteX7" fmla="*/ 67378 w 209146"/>
              <a:gd name="connsiteY7" fmla="*/ 153502 h 243070"/>
              <a:gd name="connsiteX8" fmla="*/ 122050 w 209146"/>
              <a:gd name="connsiteY8" fmla="*/ 98163 h 243070"/>
              <a:gd name="connsiteX9" fmla="*/ 142231 w 209146"/>
              <a:gd name="connsiteY9" fmla="*/ 132137 h 243070"/>
              <a:gd name="connsiteX10" fmla="*/ 142231 w 209146"/>
              <a:gd name="connsiteY10" fmla="*/ 226703 h 243070"/>
              <a:gd name="connsiteX11" fmla="*/ 116913 w 209146"/>
              <a:gd name="connsiteY11" fmla="*/ 226703 h 243070"/>
              <a:gd name="connsiteX12" fmla="*/ 116913 w 209146"/>
              <a:gd name="connsiteY12" fmla="*/ 243165 h 243070"/>
              <a:gd name="connsiteX13" fmla="*/ 163145 w 209146"/>
              <a:gd name="connsiteY13" fmla="*/ 242114 h 243070"/>
              <a:gd name="connsiteX14" fmla="*/ 209378 w 209146"/>
              <a:gd name="connsiteY14" fmla="*/ 243165 h 243070"/>
              <a:gd name="connsiteX15" fmla="*/ 209378 w 209146"/>
              <a:gd name="connsiteY15" fmla="*/ 226703 h 243070"/>
              <a:gd name="connsiteX16" fmla="*/ 184060 w 209146"/>
              <a:gd name="connsiteY16" fmla="*/ 226703 h 243070"/>
              <a:gd name="connsiteX17" fmla="*/ 184060 w 209146"/>
              <a:gd name="connsiteY17" fmla="*/ 135990 h 243070"/>
              <a:gd name="connsiteX18" fmla="*/ 127554 w 209146"/>
              <a:gd name="connsiteY18" fmla="*/ 85554 h 243070"/>
              <a:gd name="connsiteX19" fmla="*/ 65176 w 209146"/>
              <a:gd name="connsiteY19" fmla="*/ 119878 h 243070"/>
              <a:gd name="connsiteX20" fmla="*/ 65176 w 209146"/>
              <a:gd name="connsiteY20" fmla="*/ 94 h 243070"/>
              <a:gd name="connsiteX21" fmla="*/ 231 w 209146"/>
              <a:gd name="connsiteY21" fmla="*/ 2896 h 243070"/>
              <a:gd name="connsiteX22" fmla="*/ 231 w 209146"/>
              <a:gd name="connsiteY22" fmla="*/ 19358 h 243070"/>
              <a:gd name="connsiteX23" fmla="*/ 25549 w 209146"/>
              <a:gd name="connsiteY23" fmla="*/ 33017 h 243070"/>
              <a:gd name="connsiteX24" fmla="*/ 25549 w 209146"/>
              <a:gd name="connsiteY24" fmla="*/ 226703 h 243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209146" h="243070">
                <a:moveTo>
                  <a:pt x="25549" y="226703"/>
                </a:moveTo>
                <a:lnTo>
                  <a:pt x="231" y="226703"/>
                </a:lnTo>
                <a:lnTo>
                  <a:pt x="231" y="243165"/>
                </a:lnTo>
                <a:cubicBezTo>
                  <a:pt x="10505" y="242814"/>
                  <a:pt x="32520" y="242114"/>
                  <a:pt x="46463" y="242114"/>
                </a:cubicBezTo>
                <a:cubicBezTo>
                  <a:pt x="60773" y="242114"/>
                  <a:pt x="82422" y="242814"/>
                  <a:pt x="92696" y="243165"/>
                </a:cubicBezTo>
                <a:lnTo>
                  <a:pt x="92696" y="226703"/>
                </a:lnTo>
                <a:lnTo>
                  <a:pt x="67378" y="226703"/>
                </a:lnTo>
                <a:lnTo>
                  <a:pt x="67378" y="153502"/>
                </a:lnTo>
                <a:cubicBezTo>
                  <a:pt x="67378" y="115325"/>
                  <a:pt x="98933" y="98163"/>
                  <a:pt x="122050" y="98163"/>
                </a:cubicBezTo>
                <a:cubicBezTo>
                  <a:pt x="134525" y="98163"/>
                  <a:pt x="142231" y="105518"/>
                  <a:pt x="142231" y="132137"/>
                </a:cubicBezTo>
                <a:lnTo>
                  <a:pt x="142231" y="226703"/>
                </a:lnTo>
                <a:lnTo>
                  <a:pt x="116913" y="226703"/>
                </a:lnTo>
                <a:lnTo>
                  <a:pt x="116913" y="243165"/>
                </a:lnTo>
                <a:cubicBezTo>
                  <a:pt x="127187" y="242814"/>
                  <a:pt x="149202" y="242114"/>
                  <a:pt x="163145" y="242114"/>
                </a:cubicBezTo>
                <a:cubicBezTo>
                  <a:pt x="177455" y="242114"/>
                  <a:pt x="199104" y="242814"/>
                  <a:pt x="209378" y="243165"/>
                </a:cubicBezTo>
                <a:lnTo>
                  <a:pt x="209378" y="226703"/>
                </a:lnTo>
                <a:lnTo>
                  <a:pt x="184060" y="226703"/>
                </a:lnTo>
                <a:lnTo>
                  <a:pt x="184060" y="135990"/>
                </a:lnTo>
                <a:cubicBezTo>
                  <a:pt x="184060" y="99214"/>
                  <a:pt x="164246" y="85554"/>
                  <a:pt x="127554" y="85554"/>
                </a:cubicBezTo>
                <a:cubicBezTo>
                  <a:pt x="92329" y="85554"/>
                  <a:pt x="73616" y="105868"/>
                  <a:pt x="65176" y="119878"/>
                </a:cubicBezTo>
                <a:lnTo>
                  <a:pt x="65176" y="94"/>
                </a:lnTo>
                <a:lnTo>
                  <a:pt x="231" y="2896"/>
                </a:lnTo>
                <a:lnTo>
                  <a:pt x="231" y="19358"/>
                </a:lnTo>
                <a:cubicBezTo>
                  <a:pt x="22980" y="19358"/>
                  <a:pt x="25549" y="19358"/>
                  <a:pt x="25549" y="33017"/>
                </a:cubicBezTo>
                <a:lnTo>
                  <a:pt x="25549" y="226703"/>
                </a:lnTo>
                <a:close/>
              </a:path>
            </a:pathLst>
          </a:custGeom>
          <a:solidFill>
            <a:srgbClr val="000000"/>
          </a:solidFill>
          <a:ln w="36739" cap="flat">
            <a:noFill/>
            <a:prstDash val="solid"/>
            <a:miter/>
          </a:ln>
        </p:spPr>
        <p:txBody>
          <a:bodyPr rtlCol="0" anchor="ctr"/>
          <a:lstStyle/>
          <a:p>
            <a:endParaRPr lang="en-CA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C0912493-36FE-A704-C44C-A72892DDE41E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714882" y="2548697"/>
            <a:ext cx="126368" cy="172601"/>
          </a:xfrm>
          <a:custGeom>
            <a:avLst/>
            <a:gdLst>
              <a:gd name="connsiteX0" fmla="*/ 61367 w 126368"/>
              <a:gd name="connsiteY0" fmla="*/ 7451 h 172601"/>
              <a:gd name="connsiteX1" fmla="*/ 62394 w 126368"/>
              <a:gd name="connsiteY1" fmla="*/ 3528 h 172601"/>
              <a:gd name="connsiteX2" fmla="*/ 58285 w 126368"/>
              <a:gd name="connsiteY2" fmla="*/ 96 h 172601"/>
              <a:gd name="connsiteX3" fmla="*/ 25408 w 126368"/>
              <a:gd name="connsiteY3" fmla="*/ 2547 h 172601"/>
              <a:gd name="connsiteX4" fmla="*/ 19758 w 126368"/>
              <a:gd name="connsiteY4" fmla="*/ 8186 h 172601"/>
              <a:gd name="connsiteX5" fmla="*/ 26436 w 126368"/>
              <a:gd name="connsiteY5" fmla="*/ 11619 h 172601"/>
              <a:gd name="connsiteX6" fmla="*/ 38764 w 126368"/>
              <a:gd name="connsiteY6" fmla="*/ 15296 h 172601"/>
              <a:gd name="connsiteX7" fmla="*/ 37737 w 126368"/>
              <a:gd name="connsiteY7" fmla="*/ 20690 h 172601"/>
              <a:gd name="connsiteX8" fmla="*/ 1522 w 126368"/>
              <a:gd name="connsiteY8" fmla="*/ 159458 h 172601"/>
              <a:gd name="connsiteX9" fmla="*/ 237 w 126368"/>
              <a:gd name="connsiteY9" fmla="*/ 164851 h 172601"/>
              <a:gd name="connsiteX10" fmla="*/ 8970 w 126368"/>
              <a:gd name="connsiteY10" fmla="*/ 172697 h 172601"/>
              <a:gd name="connsiteX11" fmla="*/ 20785 w 126368"/>
              <a:gd name="connsiteY11" fmla="*/ 162400 h 172601"/>
              <a:gd name="connsiteX12" fmla="*/ 33371 w 126368"/>
              <a:gd name="connsiteY12" fmla="*/ 114836 h 172601"/>
              <a:gd name="connsiteX13" fmla="*/ 66247 w 126368"/>
              <a:gd name="connsiteY13" fmla="*/ 134940 h 172601"/>
              <a:gd name="connsiteX14" fmla="*/ 65733 w 126368"/>
              <a:gd name="connsiteY14" fmla="*/ 139844 h 172601"/>
              <a:gd name="connsiteX15" fmla="*/ 64706 w 126368"/>
              <a:gd name="connsiteY15" fmla="*/ 147444 h 172601"/>
              <a:gd name="connsiteX16" fmla="*/ 91932 w 126368"/>
              <a:gd name="connsiteY16" fmla="*/ 172697 h 172601"/>
              <a:gd name="connsiteX17" fmla="*/ 124551 w 126368"/>
              <a:gd name="connsiteY17" fmla="*/ 135185 h 172601"/>
              <a:gd name="connsiteX18" fmla="*/ 120442 w 126368"/>
              <a:gd name="connsiteY18" fmla="*/ 131998 h 172601"/>
              <a:gd name="connsiteX19" fmla="*/ 115305 w 126368"/>
              <a:gd name="connsiteY19" fmla="*/ 137882 h 172601"/>
              <a:gd name="connsiteX20" fmla="*/ 92702 w 126368"/>
              <a:gd name="connsiteY20" fmla="*/ 165832 h 172601"/>
              <a:gd name="connsiteX21" fmla="*/ 83712 w 126368"/>
              <a:gd name="connsiteY21" fmla="*/ 153083 h 172601"/>
              <a:gd name="connsiteX22" fmla="*/ 85254 w 126368"/>
              <a:gd name="connsiteY22" fmla="*/ 142050 h 172601"/>
              <a:gd name="connsiteX23" fmla="*/ 86538 w 126368"/>
              <a:gd name="connsiteY23" fmla="*/ 134450 h 172601"/>
              <a:gd name="connsiteX24" fmla="*/ 44929 w 126368"/>
              <a:gd name="connsiteY24" fmla="*/ 108462 h 172601"/>
              <a:gd name="connsiteX25" fmla="*/ 66247 w 126368"/>
              <a:gd name="connsiteY25" fmla="*/ 92280 h 172601"/>
              <a:gd name="connsiteX26" fmla="*/ 106572 w 126368"/>
              <a:gd name="connsiteY26" fmla="*/ 68989 h 172601"/>
              <a:gd name="connsiteX27" fmla="*/ 115048 w 126368"/>
              <a:gd name="connsiteY27" fmla="*/ 72176 h 172601"/>
              <a:gd name="connsiteX28" fmla="*/ 101692 w 126368"/>
              <a:gd name="connsiteY28" fmla="*/ 85906 h 172601"/>
              <a:gd name="connsiteX29" fmla="*/ 111966 w 126368"/>
              <a:gd name="connsiteY29" fmla="*/ 94977 h 172601"/>
              <a:gd name="connsiteX30" fmla="*/ 126606 w 126368"/>
              <a:gd name="connsiteY30" fmla="*/ 79286 h 172601"/>
              <a:gd name="connsiteX31" fmla="*/ 106829 w 126368"/>
              <a:gd name="connsiteY31" fmla="*/ 62124 h 172601"/>
              <a:gd name="connsiteX32" fmla="*/ 65733 w 126368"/>
              <a:gd name="connsiteY32" fmla="*/ 83699 h 172601"/>
              <a:gd name="connsiteX33" fmla="*/ 35939 w 126368"/>
              <a:gd name="connsiteY33" fmla="*/ 105274 h 172601"/>
              <a:gd name="connsiteX34" fmla="*/ 61367 w 126368"/>
              <a:gd name="connsiteY34" fmla="*/ 7451 h 172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6368" h="172601">
                <a:moveTo>
                  <a:pt x="61367" y="7451"/>
                </a:moveTo>
                <a:cubicBezTo>
                  <a:pt x="61624" y="6961"/>
                  <a:pt x="62394" y="3773"/>
                  <a:pt x="62394" y="3528"/>
                </a:cubicBezTo>
                <a:cubicBezTo>
                  <a:pt x="62394" y="2302"/>
                  <a:pt x="61367" y="96"/>
                  <a:pt x="58285" y="96"/>
                </a:cubicBezTo>
                <a:cubicBezTo>
                  <a:pt x="53148" y="96"/>
                  <a:pt x="31829" y="2057"/>
                  <a:pt x="25408" y="2547"/>
                </a:cubicBezTo>
                <a:cubicBezTo>
                  <a:pt x="23353" y="2793"/>
                  <a:pt x="19758" y="3038"/>
                  <a:pt x="19758" y="8186"/>
                </a:cubicBezTo>
                <a:cubicBezTo>
                  <a:pt x="19758" y="11619"/>
                  <a:pt x="23353" y="11619"/>
                  <a:pt x="26436" y="11619"/>
                </a:cubicBezTo>
                <a:cubicBezTo>
                  <a:pt x="38764" y="11619"/>
                  <a:pt x="38764" y="13335"/>
                  <a:pt x="38764" y="15296"/>
                </a:cubicBezTo>
                <a:cubicBezTo>
                  <a:pt x="38764" y="17013"/>
                  <a:pt x="38251" y="18484"/>
                  <a:pt x="37737" y="20690"/>
                </a:cubicBezTo>
                <a:lnTo>
                  <a:pt x="1522" y="159458"/>
                </a:lnTo>
                <a:cubicBezTo>
                  <a:pt x="237" y="163871"/>
                  <a:pt x="237" y="164361"/>
                  <a:pt x="237" y="164851"/>
                </a:cubicBezTo>
                <a:cubicBezTo>
                  <a:pt x="237" y="168529"/>
                  <a:pt x="3319" y="172697"/>
                  <a:pt x="8970" y="172697"/>
                </a:cubicBezTo>
                <a:cubicBezTo>
                  <a:pt x="15905" y="172697"/>
                  <a:pt x="19244" y="167793"/>
                  <a:pt x="20785" y="162400"/>
                </a:cubicBezTo>
                <a:cubicBezTo>
                  <a:pt x="21299" y="161419"/>
                  <a:pt x="32343" y="118269"/>
                  <a:pt x="33371" y="114836"/>
                </a:cubicBezTo>
                <a:cubicBezTo>
                  <a:pt x="51607" y="116552"/>
                  <a:pt x="66247" y="122191"/>
                  <a:pt x="66247" y="134940"/>
                </a:cubicBezTo>
                <a:cubicBezTo>
                  <a:pt x="66247" y="136166"/>
                  <a:pt x="66247" y="137392"/>
                  <a:pt x="65733" y="139844"/>
                </a:cubicBezTo>
                <a:cubicBezTo>
                  <a:pt x="64706" y="143521"/>
                  <a:pt x="64706" y="144747"/>
                  <a:pt x="64706" y="147444"/>
                </a:cubicBezTo>
                <a:cubicBezTo>
                  <a:pt x="64706" y="164851"/>
                  <a:pt x="79603" y="172697"/>
                  <a:pt x="91932" y="172697"/>
                </a:cubicBezTo>
                <a:cubicBezTo>
                  <a:pt x="116846" y="172697"/>
                  <a:pt x="124551" y="135431"/>
                  <a:pt x="124551" y="135185"/>
                </a:cubicBezTo>
                <a:cubicBezTo>
                  <a:pt x="124551" y="131998"/>
                  <a:pt x="121212" y="131998"/>
                  <a:pt x="120442" y="131998"/>
                </a:cubicBezTo>
                <a:cubicBezTo>
                  <a:pt x="116846" y="131998"/>
                  <a:pt x="116589" y="133224"/>
                  <a:pt x="115305" y="137882"/>
                </a:cubicBezTo>
                <a:cubicBezTo>
                  <a:pt x="112222" y="148425"/>
                  <a:pt x="105288" y="165832"/>
                  <a:pt x="92702" y="165832"/>
                </a:cubicBezTo>
                <a:cubicBezTo>
                  <a:pt x="85767" y="165832"/>
                  <a:pt x="83712" y="159703"/>
                  <a:pt x="83712" y="153083"/>
                </a:cubicBezTo>
                <a:cubicBezTo>
                  <a:pt x="83712" y="148915"/>
                  <a:pt x="83712" y="148425"/>
                  <a:pt x="85254" y="142050"/>
                </a:cubicBezTo>
                <a:cubicBezTo>
                  <a:pt x="85510" y="141315"/>
                  <a:pt x="86538" y="137147"/>
                  <a:pt x="86538" y="134450"/>
                </a:cubicBezTo>
                <a:cubicBezTo>
                  <a:pt x="86538" y="112630"/>
                  <a:pt x="55716" y="109197"/>
                  <a:pt x="44929" y="108462"/>
                </a:cubicBezTo>
                <a:cubicBezTo>
                  <a:pt x="52377" y="104049"/>
                  <a:pt x="61881" y="95958"/>
                  <a:pt x="66247" y="92280"/>
                </a:cubicBezTo>
                <a:cubicBezTo>
                  <a:pt x="79346" y="80512"/>
                  <a:pt x="92188" y="68989"/>
                  <a:pt x="106572" y="68989"/>
                </a:cubicBezTo>
                <a:cubicBezTo>
                  <a:pt x="109654" y="68989"/>
                  <a:pt x="112993" y="69725"/>
                  <a:pt x="115048" y="72176"/>
                </a:cubicBezTo>
                <a:cubicBezTo>
                  <a:pt x="104003" y="73893"/>
                  <a:pt x="101692" y="82228"/>
                  <a:pt x="101692" y="85906"/>
                </a:cubicBezTo>
                <a:cubicBezTo>
                  <a:pt x="101692" y="91300"/>
                  <a:pt x="106058" y="94977"/>
                  <a:pt x="111966" y="94977"/>
                </a:cubicBezTo>
                <a:cubicBezTo>
                  <a:pt x="118900" y="94977"/>
                  <a:pt x="126606" y="89583"/>
                  <a:pt x="126606" y="79286"/>
                </a:cubicBezTo>
                <a:cubicBezTo>
                  <a:pt x="126606" y="71196"/>
                  <a:pt x="120442" y="62124"/>
                  <a:pt x="106829" y="62124"/>
                </a:cubicBezTo>
                <a:cubicBezTo>
                  <a:pt x="92188" y="62124"/>
                  <a:pt x="78832" y="72176"/>
                  <a:pt x="65733" y="83699"/>
                </a:cubicBezTo>
                <a:cubicBezTo>
                  <a:pt x="54946" y="93506"/>
                  <a:pt x="46470" y="101107"/>
                  <a:pt x="35939" y="105274"/>
                </a:cubicBezTo>
                <a:lnTo>
                  <a:pt x="61367" y="7451"/>
                </a:lnTo>
                <a:close/>
              </a:path>
            </a:pathLst>
          </a:custGeom>
          <a:solidFill>
            <a:srgbClr val="000000"/>
          </a:solidFill>
          <a:ln w="36739" cap="flat">
            <a:noFill/>
            <a:prstDash val="solid"/>
            <a:miter/>
          </a:ln>
        </p:spPr>
        <p:txBody>
          <a:bodyPr rtlCol="0" anchor="ctr"/>
          <a:lstStyle/>
          <a:p>
            <a:endParaRPr lang="en-CA"/>
          </a:p>
        </p:txBody>
      </p:sp>
      <p:grpSp>
        <p:nvGrpSpPr>
          <p:cNvPr id="35" name="Group 34" descr="\documentclass{article}&#10;\usepackage{amsmath,amssymb}&#10;\pagestyle{empty}&#10;\begin{document}&#10;&#10;\newcommand{\score}{\textrm{score}}&#10;\newcommand{\classify}{\textrm{classify}}&#10;\newcommand{\bx}{\mathbf{x}}&#10;&#10;\begin{align*}&#10;\frac{\partial{\text{loss}}}{\partial \mathbf{W}}&#10;\end{align*}&#10;&#10;&#10;\end{document}" title="IguanaTex Vector Display">
            <a:extLst>
              <a:ext uri="{FF2B5EF4-FFF2-40B4-BE49-F238E27FC236}">
                <a16:creationId xmlns:a16="http://schemas.microsoft.com/office/drawing/2014/main" id="{833B4551-8E81-F7C4-98E0-F0DD551A81FB}"/>
              </a:ext>
            </a:extLst>
          </p:cNvPr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3000608" y="3963453"/>
            <a:ext cx="790033" cy="753433"/>
            <a:chOff x="12966953" y="5758081"/>
            <a:chExt cx="790033" cy="753433"/>
          </a:xfrm>
        </p:grpSpPr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A31E24A1-F088-0E3F-778F-40CFF9B95C30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2981630" y="5758081"/>
              <a:ext cx="193002" cy="264720"/>
            </a:xfrm>
            <a:custGeom>
              <a:avLst/>
              <a:gdLst>
                <a:gd name="connsiteX0" fmla="*/ 155432 w 193002"/>
                <a:gd name="connsiteY0" fmla="*/ 135310 h 264720"/>
                <a:gd name="connsiteX1" fmla="*/ 108099 w 193002"/>
                <a:gd name="connsiteY1" fmla="*/ 92984 h 264720"/>
                <a:gd name="connsiteX2" fmla="*/ 33246 w 193002"/>
                <a:gd name="connsiteY2" fmla="*/ 126702 h 264720"/>
                <a:gd name="connsiteX3" fmla="*/ 223 w 193002"/>
                <a:gd name="connsiteY3" fmla="*/ 200953 h 264720"/>
                <a:gd name="connsiteX4" fmla="*/ 67737 w 193002"/>
                <a:gd name="connsiteY4" fmla="*/ 264801 h 264720"/>
                <a:gd name="connsiteX5" fmla="*/ 193225 w 193002"/>
                <a:gd name="connsiteY5" fmla="*/ 92984 h 264720"/>
                <a:gd name="connsiteX6" fmla="*/ 113969 w 193002"/>
                <a:gd name="connsiteY6" fmla="*/ 81 h 264720"/>
                <a:gd name="connsiteX7" fmla="*/ 43887 w 193002"/>
                <a:gd name="connsiteY7" fmla="*/ 56755 h 264720"/>
                <a:gd name="connsiteX8" fmla="*/ 57830 w 193002"/>
                <a:gd name="connsiteY8" fmla="*/ 69310 h 264720"/>
                <a:gd name="connsiteX9" fmla="*/ 77644 w 193002"/>
                <a:gd name="connsiteY9" fmla="*/ 50299 h 264720"/>
                <a:gd name="connsiteX10" fmla="*/ 60398 w 193002"/>
                <a:gd name="connsiteY10" fmla="*/ 37744 h 264720"/>
                <a:gd name="connsiteX11" fmla="*/ 113236 w 193002"/>
                <a:gd name="connsiteY11" fmla="*/ 9048 h 264720"/>
                <a:gd name="connsiteX12" fmla="*/ 165706 w 193002"/>
                <a:gd name="connsiteY12" fmla="*/ 73973 h 264720"/>
                <a:gd name="connsiteX13" fmla="*/ 155799 w 193002"/>
                <a:gd name="connsiteY13" fmla="*/ 135310 h 264720"/>
                <a:gd name="connsiteX14" fmla="*/ 155432 w 193002"/>
                <a:gd name="connsiteY14" fmla="*/ 135310 h 264720"/>
                <a:gd name="connsiteX15" fmla="*/ 68838 w 193002"/>
                <a:gd name="connsiteY15" fmla="*/ 254758 h 264720"/>
                <a:gd name="connsiteX16" fmla="*/ 28476 w 193002"/>
                <a:gd name="connsiteY16" fmla="*/ 214224 h 264720"/>
                <a:gd name="connsiteX17" fmla="*/ 52693 w 193002"/>
                <a:gd name="connsiteY17" fmla="*/ 132800 h 264720"/>
                <a:gd name="connsiteX18" fmla="*/ 108099 w 193002"/>
                <a:gd name="connsiteY18" fmla="*/ 100875 h 264720"/>
                <a:gd name="connsiteX19" fmla="*/ 148827 w 193002"/>
                <a:gd name="connsiteY19" fmla="*/ 148224 h 264720"/>
                <a:gd name="connsiteX20" fmla="*/ 68838 w 193002"/>
                <a:gd name="connsiteY20" fmla="*/ 254758 h 264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3002" h="264720">
                  <a:moveTo>
                    <a:pt x="155432" y="135310"/>
                  </a:moveTo>
                  <a:cubicBezTo>
                    <a:pt x="151763" y="113071"/>
                    <a:pt x="136719" y="92984"/>
                    <a:pt x="108099" y="92984"/>
                  </a:cubicBezTo>
                  <a:cubicBezTo>
                    <a:pt x="85716" y="92984"/>
                    <a:pt x="61866" y="98723"/>
                    <a:pt x="33246" y="126702"/>
                  </a:cubicBezTo>
                  <a:cubicBezTo>
                    <a:pt x="2791" y="156474"/>
                    <a:pt x="223" y="189833"/>
                    <a:pt x="223" y="200953"/>
                  </a:cubicBezTo>
                  <a:cubicBezTo>
                    <a:pt x="223" y="223192"/>
                    <a:pt x="16368" y="264801"/>
                    <a:pt x="67737" y="264801"/>
                  </a:cubicBezTo>
                  <a:cubicBezTo>
                    <a:pt x="155065" y="264801"/>
                    <a:pt x="193225" y="144278"/>
                    <a:pt x="193225" y="92984"/>
                  </a:cubicBezTo>
                  <a:cubicBezTo>
                    <a:pt x="193225" y="35951"/>
                    <a:pt x="159101" y="81"/>
                    <a:pt x="113969" y="81"/>
                  </a:cubicBezTo>
                  <a:cubicBezTo>
                    <a:pt x="60765" y="81"/>
                    <a:pt x="43887" y="46712"/>
                    <a:pt x="43887" y="56755"/>
                  </a:cubicBezTo>
                  <a:cubicBezTo>
                    <a:pt x="43887" y="61777"/>
                    <a:pt x="46822" y="69310"/>
                    <a:pt x="57830" y="69310"/>
                  </a:cubicBezTo>
                  <a:cubicBezTo>
                    <a:pt x="69938" y="69310"/>
                    <a:pt x="77644" y="58549"/>
                    <a:pt x="77644" y="50299"/>
                  </a:cubicBezTo>
                  <a:cubicBezTo>
                    <a:pt x="77644" y="37744"/>
                    <a:pt x="66269" y="37744"/>
                    <a:pt x="60398" y="37744"/>
                  </a:cubicBezTo>
                  <a:cubicBezTo>
                    <a:pt x="76543" y="11200"/>
                    <a:pt x="102595" y="9048"/>
                    <a:pt x="113236" y="9048"/>
                  </a:cubicBezTo>
                  <a:cubicBezTo>
                    <a:pt x="140021" y="9048"/>
                    <a:pt x="165706" y="27701"/>
                    <a:pt x="165706" y="73973"/>
                  </a:cubicBezTo>
                  <a:cubicBezTo>
                    <a:pt x="165706" y="87962"/>
                    <a:pt x="163504" y="106256"/>
                    <a:pt x="155799" y="135310"/>
                  </a:cubicBezTo>
                  <a:lnTo>
                    <a:pt x="155432" y="135310"/>
                  </a:lnTo>
                  <a:close/>
                  <a:moveTo>
                    <a:pt x="68838" y="254758"/>
                  </a:moveTo>
                  <a:cubicBezTo>
                    <a:pt x="28476" y="254758"/>
                    <a:pt x="28476" y="217811"/>
                    <a:pt x="28476" y="214224"/>
                  </a:cubicBezTo>
                  <a:cubicBezTo>
                    <a:pt x="28476" y="204540"/>
                    <a:pt x="37649" y="154322"/>
                    <a:pt x="52693" y="132800"/>
                  </a:cubicBezTo>
                  <a:cubicBezTo>
                    <a:pt x="67370" y="112354"/>
                    <a:pt x="85349" y="100875"/>
                    <a:pt x="108099" y="100875"/>
                  </a:cubicBezTo>
                  <a:cubicBezTo>
                    <a:pt x="148093" y="100875"/>
                    <a:pt x="148827" y="141050"/>
                    <a:pt x="148827" y="148224"/>
                  </a:cubicBezTo>
                  <a:cubicBezTo>
                    <a:pt x="148827" y="174050"/>
                    <a:pt x="125344" y="254758"/>
                    <a:pt x="68838" y="254758"/>
                  </a:cubicBezTo>
                  <a:close/>
                </a:path>
              </a:pathLst>
            </a:custGeom>
            <a:solidFill>
              <a:srgbClr val="000000"/>
            </a:solidFill>
            <a:ln w="3673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DE552A8-B05C-B453-3CA9-5C977EAD0B28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13194247" y="5765972"/>
              <a:ext cx="81457" cy="248937"/>
            </a:xfrm>
            <a:custGeom>
              <a:avLst/>
              <a:gdLst>
                <a:gd name="connsiteX0" fmla="*/ 53066 w 81457"/>
                <a:gd name="connsiteY0" fmla="*/ 81 h 248937"/>
                <a:gd name="connsiteX1" fmla="*/ 229 w 81457"/>
                <a:gd name="connsiteY1" fmla="*/ 4026 h 248937"/>
                <a:gd name="connsiteX2" fmla="*/ 229 w 81457"/>
                <a:gd name="connsiteY2" fmla="*/ 15146 h 248937"/>
                <a:gd name="connsiteX3" fmla="*/ 28849 w 81457"/>
                <a:gd name="connsiteY3" fmla="*/ 35233 h 248937"/>
                <a:gd name="connsiteX4" fmla="*/ 28849 w 81457"/>
                <a:gd name="connsiteY4" fmla="*/ 221757 h 248937"/>
                <a:gd name="connsiteX5" fmla="*/ 229 w 81457"/>
                <a:gd name="connsiteY5" fmla="*/ 237899 h 248937"/>
                <a:gd name="connsiteX6" fmla="*/ 229 w 81457"/>
                <a:gd name="connsiteY6" fmla="*/ 249018 h 248937"/>
                <a:gd name="connsiteX7" fmla="*/ 40957 w 81457"/>
                <a:gd name="connsiteY7" fmla="*/ 247942 h 248937"/>
                <a:gd name="connsiteX8" fmla="*/ 81686 w 81457"/>
                <a:gd name="connsiteY8" fmla="*/ 249018 h 248937"/>
                <a:gd name="connsiteX9" fmla="*/ 81686 w 81457"/>
                <a:gd name="connsiteY9" fmla="*/ 237899 h 248937"/>
                <a:gd name="connsiteX10" fmla="*/ 53066 w 81457"/>
                <a:gd name="connsiteY10" fmla="*/ 221757 h 248937"/>
                <a:gd name="connsiteX11" fmla="*/ 53066 w 81457"/>
                <a:gd name="connsiteY11" fmla="*/ 81 h 248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1457" h="248937">
                  <a:moveTo>
                    <a:pt x="53066" y="81"/>
                  </a:moveTo>
                  <a:lnTo>
                    <a:pt x="229" y="4026"/>
                  </a:lnTo>
                  <a:lnTo>
                    <a:pt x="229" y="15146"/>
                  </a:lnTo>
                  <a:cubicBezTo>
                    <a:pt x="25913" y="15146"/>
                    <a:pt x="28849" y="17657"/>
                    <a:pt x="28849" y="35233"/>
                  </a:cubicBezTo>
                  <a:lnTo>
                    <a:pt x="28849" y="221757"/>
                  </a:lnTo>
                  <a:cubicBezTo>
                    <a:pt x="28849" y="237899"/>
                    <a:pt x="24813" y="237899"/>
                    <a:pt x="229" y="237899"/>
                  </a:cubicBezTo>
                  <a:lnTo>
                    <a:pt x="229" y="249018"/>
                  </a:lnTo>
                  <a:cubicBezTo>
                    <a:pt x="12337" y="248660"/>
                    <a:pt x="31784" y="247942"/>
                    <a:pt x="40957" y="247942"/>
                  </a:cubicBezTo>
                  <a:cubicBezTo>
                    <a:pt x="50130" y="247942"/>
                    <a:pt x="68110" y="248660"/>
                    <a:pt x="81686" y="249018"/>
                  </a:cubicBezTo>
                  <a:lnTo>
                    <a:pt x="81686" y="237899"/>
                  </a:lnTo>
                  <a:cubicBezTo>
                    <a:pt x="57102" y="237899"/>
                    <a:pt x="53066" y="237899"/>
                    <a:pt x="53066" y="221757"/>
                  </a:cubicBezTo>
                  <a:lnTo>
                    <a:pt x="53066" y="81"/>
                  </a:lnTo>
                  <a:close/>
                </a:path>
              </a:pathLst>
            </a:custGeom>
            <a:solidFill>
              <a:srgbClr val="000000"/>
            </a:solidFill>
            <a:ln w="3673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4276792A-25E8-B3C9-743C-C6CB6FB86933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13294336" y="5854212"/>
              <a:ext cx="162547" cy="164643"/>
            </a:xfrm>
            <a:custGeom>
              <a:avLst/>
              <a:gdLst>
                <a:gd name="connsiteX0" fmla="*/ 162779 w 162547"/>
                <a:gd name="connsiteY0" fmla="*/ 84016 h 164643"/>
                <a:gd name="connsiteX1" fmla="*/ 81689 w 162547"/>
                <a:gd name="connsiteY1" fmla="*/ 81 h 164643"/>
                <a:gd name="connsiteX2" fmla="*/ 232 w 162547"/>
                <a:gd name="connsiteY2" fmla="*/ 84016 h 164643"/>
                <a:gd name="connsiteX3" fmla="*/ 81322 w 162547"/>
                <a:gd name="connsiteY3" fmla="*/ 164724 h 164643"/>
                <a:gd name="connsiteX4" fmla="*/ 162779 w 162547"/>
                <a:gd name="connsiteY4" fmla="*/ 84016 h 164643"/>
                <a:gd name="connsiteX5" fmla="*/ 81689 w 162547"/>
                <a:gd name="connsiteY5" fmla="*/ 155756 h 164643"/>
                <a:gd name="connsiteX6" fmla="*/ 39859 w 162547"/>
                <a:gd name="connsiteY6" fmla="*/ 131724 h 164643"/>
                <a:gd name="connsiteX7" fmla="*/ 30686 w 162547"/>
                <a:gd name="connsiteY7" fmla="*/ 81147 h 164643"/>
                <a:gd name="connsiteX8" fmla="*/ 39492 w 162547"/>
                <a:gd name="connsiteY8" fmla="*/ 32005 h 164643"/>
                <a:gd name="connsiteX9" fmla="*/ 81322 w 162547"/>
                <a:gd name="connsiteY9" fmla="*/ 7972 h 164643"/>
                <a:gd name="connsiteX10" fmla="*/ 122784 w 162547"/>
                <a:gd name="connsiteY10" fmla="*/ 31288 h 164643"/>
                <a:gd name="connsiteX11" fmla="*/ 132324 w 162547"/>
                <a:gd name="connsiteY11" fmla="*/ 81147 h 164643"/>
                <a:gd name="connsiteX12" fmla="*/ 124252 w 162547"/>
                <a:gd name="connsiteY12" fmla="*/ 129213 h 164643"/>
                <a:gd name="connsiteX13" fmla="*/ 81689 w 162547"/>
                <a:gd name="connsiteY13" fmla="*/ 155756 h 164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2547" h="164643">
                  <a:moveTo>
                    <a:pt x="162779" y="84016"/>
                  </a:moveTo>
                  <a:cubicBezTo>
                    <a:pt x="162779" y="38103"/>
                    <a:pt x="126086" y="81"/>
                    <a:pt x="81689" y="81"/>
                  </a:cubicBezTo>
                  <a:cubicBezTo>
                    <a:pt x="35823" y="81"/>
                    <a:pt x="232" y="39179"/>
                    <a:pt x="232" y="84016"/>
                  </a:cubicBezTo>
                  <a:cubicBezTo>
                    <a:pt x="232" y="130289"/>
                    <a:pt x="38392" y="164724"/>
                    <a:pt x="81322" y="164724"/>
                  </a:cubicBezTo>
                  <a:cubicBezTo>
                    <a:pt x="125720" y="164724"/>
                    <a:pt x="162779" y="129571"/>
                    <a:pt x="162779" y="84016"/>
                  </a:cubicBezTo>
                  <a:close/>
                  <a:moveTo>
                    <a:pt x="81689" y="155756"/>
                  </a:moveTo>
                  <a:cubicBezTo>
                    <a:pt x="65911" y="155756"/>
                    <a:pt x="49766" y="148224"/>
                    <a:pt x="39859" y="131724"/>
                  </a:cubicBezTo>
                  <a:cubicBezTo>
                    <a:pt x="30686" y="115941"/>
                    <a:pt x="30686" y="94060"/>
                    <a:pt x="30686" y="81147"/>
                  </a:cubicBezTo>
                  <a:cubicBezTo>
                    <a:pt x="30686" y="67158"/>
                    <a:pt x="30686" y="47788"/>
                    <a:pt x="39492" y="32005"/>
                  </a:cubicBezTo>
                  <a:cubicBezTo>
                    <a:pt x="49399" y="15505"/>
                    <a:pt x="66645" y="7972"/>
                    <a:pt x="81322" y="7972"/>
                  </a:cubicBezTo>
                  <a:cubicBezTo>
                    <a:pt x="97466" y="7972"/>
                    <a:pt x="113244" y="15863"/>
                    <a:pt x="122784" y="31288"/>
                  </a:cubicBezTo>
                  <a:cubicBezTo>
                    <a:pt x="132324" y="46712"/>
                    <a:pt x="132324" y="67516"/>
                    <a:pt x="132324" y="81147"/>
                  </a:cubicBezTo>
                  <a:cubicBezTo>
                    <a:pt x="132324" y="94060"/>
                    <a:pt x="132324" y="113430"/>
                    <a:pt x="124252" y="129213"/>
                  </a:cubicBezTo>
                  <a:cubicBezTo>
                    <a:pt x="116180" y="145354"/>
                    <a:pt x="100035" y="155756"/>
                    <a:pt x="81689" y="155756"/>
                  </a:cubicBezTo>
                  <a:close/>
                </a:path>
              </a:pathLst>
            </a:custGeom>
            <a:solidFill>
              <a:srgbClr val="000000"/>
            </a:solidFill>
            <a:ln w="3673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EB209B22-6135-F355-2FAF-CD876F0D13D2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13479633" y="5854212"/>
              <a:ext cx="119984" cy="164643"/>
            </a:xfrm>
            <a:custGeom>
              <a:avLst/>
              <a:gdLst>
                <a:gd name="connsiteX0" fmla="*/ 64448 w 119984"/>
                <a:gd name="connsiteY0" fmla="*/ 91190 h 164643"/>
                <a:gd name="connsiteX1" fmla="*/ 102608 w 119984"/>
                <a:gd name="connsiteY1" fmla="*/ 124191 h 164643"/>
                <a:gd name="connsiteX2" fmla="*/ 61146 w 119984"/>
                <a:gd name="connsiteY2" fmla="*/ 156833 h 164643"/>
                <a:gd name="connsiteX3" fmla="*/ 10143 w 119984"/>
                <a:gd name="connsiteY3" fmla="*/ 105897 h 164643"/>
                <a:gd name="connsiteX4" fmla="*/ 5006 w 119984"/>
                <a:gd name="connsiteY4" fmla="*/ 99799 h 164643"/>
                <a:gd name="connsiteX5" fmla="*/ 236 w 119984"/>
                <a:gd name="connsiteY5" fmla="*/ 108767 h 164643"/>
                <a:gd name="connsiteX6" fmla="*/ 236 w 119984"/>
                <a:gd name="connsiteY6" fmla="*/ 156115 h 164643"/>
                <a:gd name="connsiteX7" fmla="*/ 4273 w 119984"/>
                <a:gd name="connsiteY7" fmla="*/ 164724 h 164643"/>
                <a:gd name="connsiteX8" fmla="*/ 13446 w 119984"/>
                <a:gd name="connsiteY8" fmla="*/ 157550 h 164643"/>
                <a:gd name="connsiteX9" fmla="*/ 20784 w 119984"/>
                <a:gd name="connsiteY9" fmla="*/ 149300 h 164643"/>
                <a:gd name="connsiteX10" fmla="*/ 61146 w 119984"/>
                <a:gd name="connsiteY10" fmla="*/ 164724 h 164643"/>
                <a:gd name="connsiteX11" fmla="*/ 120221 w 119984"/>
                <a:gd name="connsiteY11" fmla="*/ 114865 h 164643"/>
                <a:gd name="connsiteX12" fmla="*/ 104810 w 119984"/>
                <a:gd name="connsiteY12" fmla="*/ 80788 h 164643"/>
                <a:gd name="connsiteX13" fmla="*/ 62981 w 119984"/>
                <a:gd name="connsiteY13" fmla="*/ 63571 h 164643"/>
                <a:gd name="connsiteX14" fmla="*/ 17849 w 119984"/>
                <a:gd name="connsiteY14" fmla="*/ 34157 h 164643"/>
                <a:gd name="connsiteX15" fmla="*/ 58944 w 119984"/>
                <a:gd name="connsiteY15" fmla="*/ 6896 h 164643"/>
                <a:gd name="connsiteX16" fmla="*/ 101874 w 119984"/>
                <a:gd name="connsiteY16" fmla="*/ 50299 h 164643"/>
                <a:gd name="connsiteX17" fmla="*/ 106278 w 119984"/>
                <a:gd name="connsiteY17" fmla="*/ 53527 h 164643"/>
                <a:gd name="connsiteX18" fmla="*/ 111048 w 119984"/>
                <a:gd name="connsiteY18" fmla="*/ 44918 h 164643"/>
                <a:gd name="connsiteX19" fmla="*/ 111048 w 119984"/>
                <a:gd name="connsiteY19" fmla="*/ 8689 h 164643"/>
                <a:gd name="connsiteX20" fmla="*/ 107011 w 119984"/>
                <a:gd name="connsiteY20" fmla="*/ 81 h 164643"/>
                <a:gd name="connsiteX21" fmla="*/ 99673 w 119984"/>
                <a:gd name="connsiteY21" fmla="*/ 4385 h 164643"/>
                <a:gd name="connsiteX22" fmla="*/ 93435 w 119984"/>
                <a:gd name="connsiteY22" fmla="*/ 10124 h 164643"/>
                <a:gd name="connsiteX23" fmla="*/ 58944 w 119984"/>
                <a:gd name="connsiteY23" fmla="*/ 81 h 164643"/>
                <a:gd name="connsiteX24" fmla="*/ 236 w 119984"/>
                <a:gd name="connsiteY24" fmla="*/ 44201 h 164643"/>
                <a:gd name="connsiteX25" fmla="*/ 16014 w 119984"/>
                <a:gd name="connsiteY25" fmla="*/ 74690 h 164643"/>
                <a:gd name="connsiteX26" fmla="*/ 64448 w 119984"/>
                <a:gd name="connsiteY26" fmla="*/ 91190 h 164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9984" h="164643">
                  <a:moveTo>
                    <a:pt x="64448" y="91190"/>
                  </a:moveTo>
                  <a:cubicBezTo>
                    <a:pt x="72521" y="92625"/>
                    <a:pt x="102608" y="98364"/>
                    <a:pt x="102608" y="124191"/>
                  </a:cubicBezTo>
                  <a:cubicBezTo>
                    <a:pt x="102608" y="142484"/>
                    <a:pt x="89766" y="156833"/>
                    <a:pt x="61146" y="156833"/>
                  </a:cubicBezTo>
                  <a:cubicBezTo>
                    <a:pt x="30324" y="156833"/>
                    <a:pt x="17115" y="136387"/>
                    <a:pt x="10143" y="105897"/>
                  </a:cubicBezTo>
                  <a:cubicBezTo>
                    <a:pt x="9043" y="101234"/>
                    <a:pt x="8676" y="99799"/>
                    <a:pt x="5006" y="99799"/>
                  </a:cubicBezTo>
                  <a:cubicBezTo>
                    <a:pt x="236" y="99799"/>
                    <a:pt x="236" y="102310"/>
                    <a:pt x="236" y="108767"/>
                  </a:cubicBezTo>
                  <a:lnTo>
                    <a:pt x="236" y="156115"/>
                  </a:lnTo>
                  <a:cubicBezTo>
                    <a:pt x="236" y="162213"/>
                    <a:pt x="236" y="164724"/>
                    <a:pt x="4273" y="164724"/>
                  </a:cubicBezTo>
                  <a:cubicBezTo>
                    <a:pt x="6107" y="164724"/>
                    <a:pt x="6474" y="164365"/>
                    <a:pt x="13446" y="157550"/>
                  </a:cubicBezTo>
                  <a:cubicBezTo>
                    <a:pt x="14180" y="156833"/>
                    <a:pt x="14180" y="156115"/>
                    <a:pt x="20784" y="149300"/>
                  </a:cubicBezTo>
                  <a:cubicBezTo>
                    <a:pt x="36929" y="164365"/>
                    <a:pt x="53440" y="164724"/>
                    <a:pt x="61146" y="164724"/>
                  </a:cubicBezTo>
                  <a:cubicBezTo>
                    <a:pt x="103342" y="164724"/>
                    <a:pt x="120221" y="140691"/>
                    <a:pt x="120221" y="114865"/>
                  </a:cubicBezTo>
                  <a:cubicBezTo>
                    <a:pt x="120221" y="95854"/>
                    <a:pt x="109213" y="85093"/>
                    <a:pt x="104810" y="80788"/>
                  </a:cubicBezTo>
                  <a:cubicBezTo>
                    <a:pt x="92701" y="69310"/>
                    <a:pt x="78391" y="66440"/>
                    <a:pt x="62981" y="63571"/>
                  </a:cubicBezTo>
                  <a:cubicBezTo>
                    <a:pt x="42433" y="59625"/>
                    <a:pt x="17849" y="54962"/>
                    <a:pt x="17849" y="34157"/>
                  </a:cubicBezTo>
                  <a:cubicBezTo>
                    <a:pt x="17849" y="21603"/>
                    <a:pt x="27389" y="6896"/>
                    <a:pt x="58944" y="6896"/>
                  </a:cubicBezTo>
                  <a:cubicBezTo>
                    <a:pt x="99306" y="6896"/>
                    <a:pt x="101141" y="39179"/>
                    <a:pt x="101874" y="50299"/>
                  </a:cubicBezTo>
                  <a:cubicBezTo>
                    <a:pt x="102241" y="53527"/>
                    <a:pt x="105544" y="53527"/>
                    <a:pt x="106278" y="53527"/>
                  </a:cubicBezTo>
                  <a:cubicBezTo>
                    <a:pt x="111048" y="53527"/>
                    <a:pt x="111048" y="51733"/>
                    <a:pt x="111048" y="44918"/>
                  </a:cubicBezTo>
                  <a:lnTo>
                    <a:pt x="111048" y="8689"/>
                  </a:lnTo>
                  <a:cubicBezTo>
                    <a:pt x="111048" y="2592"/>
                    <a:pt x="111048" y="81"/>
                    <a:pt x="107011" y="81"/>
                  </a:cubicBezTo>
                  <a:cubicBezTo>
                    <a:pt x="105177" y="81"/>
                    <a:pt x="104443" y="81"/>
                    <a:pt x="99673" y="4385"/>
                  </a:cubicBezTo>
                  <a:cubicBezTo>
                    <a:pt x="98572" y="5820"/>
                    <a:pt x="94903" y="9048"/>
                    <a:pt x="93435" y="10124"/>
                  </a:cubicBezTo>
                  <a:cubicBezTo>
                    <a:pt x="79492" y="81"/>
                    <a:pt x="64448" y="81"/>
                    <a:pt x="58944" y="81"/>
                  </a:cubicBezTo>
                  <a:cubicBezTo>
                    <a:pt x="14180" y="81"/>
                    <a:pt x="236" y="24114"/>
                    <a:pt x="236" y="44201"/>
                  </a:cubicBezTo>
                  <a:cubicBezTo>
                    <a:pt x="236" y="56755"/>
                    <a:pt x="6107" y="66799"/>
                    <a:pt x="16014" y="74690"/>
                  </a:cubicBezTo>
                  <a:cubicBezTo>
                    <a:pt x="27756" y="84016"/>
                    <a:pt x="38030" y="86169"/>
                    <a:pt x="64448" y="91190"/>
                  </a:cubicBezTo>
                  <a:close/>
                </a:path>
              </a:pathLst>
            </a:custGeom>
            <a:solidFill>
              <a:srgbClr val="000000"/>
            </a:solidFill>
            <a:ln w="3673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B6237E9-ACE4-8420-5A4E-C62A8455012A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13624365" y="5854212"/>
              <a:ext cx="119984" cy="164643"/>
            </a:xfrm>
            <a:custGeom>
              <a:avLst/>
              <a:gdLst>
                <a:gd name="connsiteX0" fmla="*/ 64452 w 119984"/>
                <a:gd name="connsiteY0" fmla="*/ 91190 h 164643"/>
                <a:gd name="connsiteX1" fmla="*/ 102612 w 119984"/>
                <a:gd name="connsiteY1" fmla="*/ 124191 h 164643"/>
                <a:gd name="connsiteX2" fmla="*/ 61150 w 119984"/>
                <a:gd name="connsiteY2" fmla="*/ 156833 h 164643"/>
                <a:gd name="connsiteX3" fmla="*/ 10147 w 119984"/>
                <a:gd name="connsiteY3" fmla="*/ 105897 h 164643"/>
                <a:gd name="connsiteX4" fmla="*/ 5010 w 119984"/>
                <a:gd name="connsiteY4" fmla="*/ 99799 h 164643"/>
                <a:gd name="connsiteX5" fmla="*/ 240 w 119984"/>
                <a:gd name="connsiteY5" fmla="*/ 108767 h 164643"/>
                <a:gd name="connsiteX6" fmla="*/ 240 w 119984"/>
                <a:gd name="connsiteY6" fmla="*/ 156115 h 164643"/>
                <a:gd name="connsiteX7" fmla="*/ 4277 w 119984"/>
                <a:gd name="connsiteY7" fmla="*/ 164724 h 164643"/>
                <a:gd name="connsiteX8" fmla="*/ 13450 w 119984"/>
                <a:gd name="connsiteY8" fmla="*/ 157550 h 164643"/>
                <a:gd name="connsiteX9" fmla="*/ 20788 w 119984"/>
                <a:gd name="connsiteY9" fmla="*/ 149300 h 164643"/>
                <a:gd name="connsiteX10" fmla="*/ 61150 w 119984"/>
                <a:gd name="connsiteY10" fmla="*/ 164724 h 164643"/>
                <a:gd name="connsiteX11" fmla="*/ 120225 w 119984"/>
                <a:gd name="connsiteY11" fmla="*/ 114865 h 164643"/>
                <a:gd name="connsiteX12" fmla="*/ 104814 w 119984"/>
                <a:gd name="connsiteY12" fmla="*/ 80788 h 164643"/>
                <a:gd name="connsiteX13" fmla="*/ 62984 w 119984"/>
                <a:gd name="connsiteY13" fmla="*/ 63571 h 164643"/>
                <a:gd name="connsiteX14" fmla="*/ 17853 w 119984"/>
                <a:gd name="connsiteY14" fmla="*/ 34157 h 164643"/>
                <a:gd name="connsiteX15" fmla="*/ 58948 w 119984"/>
                <a:gd name="connsiteY15" fmla="*/ 6896 h 164643"/>
                <a:gd name="connsiteX16" fmla="*/ 101878 w 119984"/>
                <a:gd name="connsiteY16" fmla="*/ 50299 h 164643"/>
                <a:gd name="connsiteX17" fmla="*/ 106281 w 119984"/>
                <a:gd name="connsiteY17" fmla="*/ 53527 h 164643"/>
                <a:gd name="connsiteX18" fmla="*/ 111051 w 119984"/>
                <a:gd name="connsiteY18" fmla="*/ 44918 h 164643"/>
                <a:gd name="connsiteX19" fmla="*/ 111051 w 119984"/>
                <a:gd name="connsiteY19" fmla="*/ 8689 h 164643"/>
                <a:gd name="connsiteX20" fmla="*/ 107015 w 119984"/>
                <a:gd name="connsiteY20" fmla="*/ 81 h 164643"/>
                <a:gd name="connsiteX21" fmla="*/ 99677 w 119984"/>
                <a:gd name="connsiteY21" fmla="*/ 4385 h 164643"/>
                <a:gd name="connsiteX22" fmla="*/ 93439 w 119984"/>
                <a:gd name="connsiteY22" fmla="*/ 10124 h 164643"/>
                <a:gd name="connsiteX23" fmla="*/ 58948 w 119984"/>
                <a:gd name="connsiteY23" fmla="*/ 81 h 164643"/>
                <a:gd name="connsiteX24" fmla="*/ 240 w 119984"/>
                <a:gd name="connsiteY24" fmla="*/ 44201 h 164643"/>
                <a:gd name="connsiteX25" fmla="*/ 16018 w 119984"/>
                <a:gd name="connsiteY25" fmla="*/ 74690 h 164643"/>
                <a:gd name="connsiteX26" fmla="*/ 64452 w 119984"/>
                <a:gd name="connsiteY26" fmla="*/ 91190 h 164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9984" h="164643">
                  <a:moveTo>
                    <a:pt x="64452" y="91190"/>
                  </a:moveTo>
                  <a:cubicBezTo>
                    <a:pt x="72524" y="92625"/>
                    <a:pt x="102612" y="98364"/>
                    <a:pt x="102612" y="124191"/>
                  </a:cubicBezTo>
                  <a:cubicBezTo>
                    <a:pt x="102612" y="142484"/>
                    <a:pt x="89770" y="156833"/>
                    <a:pt x="61150" y="156833"/>
                  </a:cubicBezTo>
                  <a:cubicBezTo>
                    <a:pt x="30328" y="156833"/>
                    <a:pt x="17119" y="136387"/>
                    <a:pt x="10147" y="105897"/>
                  </a:cubicBezTo>
                  <a:cubicBezTo>
                    <a:pt x="9047" y="101234"/>
                    <a:pt x="8680" y="99799"/>
                    <a:pt x="5010" y="99799"/>
                  </a:cubicBezTo>
                  <a:cubicBezTo>
                    <a:pt x="240" y="99799"/>
                    <a:pt x="240" y="102310"/>
                    <a:pt x="240" y="108767"/>
                  </a:cubicBezTo>
                  <a:lnTo>
                    <a:pt x="240" y="156115"/>
                  </a:lnTo>
                  <a:cubicBezTo>
                    <a:pt x="240" y="162213"/>
                    <a:pt x="240" y="164724"/>
                    <a:pt x="4277" y="164724"/>
                  </a:cubicBezTo>
                  <a:cubicBezTo>
                    <a:pt x="6111" y="164724"/>
                    <a:pt x="6478" y="164365"/>
                    <a:pt x="13450" y="157550"/>
                  </a:cubicBezTo>
                  <a:cubicBezTo>
                    <a:pt x="14184" y="156833"/>
                    <a:pt x="14184" y="156115"/>
                    <a:pt x="20788" y="149300"/>
                  </a:cubicBezTo>
                  <a:cubicBezTo>
                    <a:pt x="36933" y="164365"/>
                    <a:pt x="53444" y="164724"/>
                    <a:pt x="61150" y="164724"/>
                  </a:cubicBezTo>
                  <a:cubicBezTo>
                    <a:pt x="103346" y="164724"/>
                    <a:pt x="120225" y="140691"/>
                    <a:pt x="120225" y="114865"/>
                  </a:cubicBezTo>
                  <a:cubicBezTo>
                    <a:pt x="120225" y="95854"/>
                    <a:pt x="109217" y="85093"/>
                    <a:pt x="104814" y="80788"/>
                  </a:cubicBezTo>
                  <a:cubicBezTo>
                    <a:pt x="92705" y="69310"/>
                    <a:pt x="78395" y="66440"/>
                    <a:pt x="62984" y="63571"/>
                  </a:cubicBezTo>
                  <a:cubicBezTo>
                    <a:pt x="42437" y="59625"/>
                    <a:pt x="17853" y="54962"/>
                    <a:pt x="17853" y="34157"/>
                  </a:cubicBezTo>
                  <a:cubicBezTo>
                    <a:pt x="17853" y="21603"/>
                    <a:pt x="27393" y="6896"/>
                    <a:pt x="58948" y="6896"/>
                  </a:cubicBezTo>
                  <a:cubicBezTo>
                    <a:pt x="99310" y="6896"/>
                    <a:pt x="101145" y="39179"/>
                    <a:pt x="101878" y="50299"/>
                  </a:cubicBezTo>
                  <a:cubicBezTo>
                    <a:pt x="102245" y="53527"/>
                    <a:pt x="105548" y="53527"/>
                    <a:pt x="106281" y="53527"/>
                  </a:cubicBezTo>
                  <a:cubicBezTo>
                    <a:pt x="111051" y="53527"/>
                    <a:pt x="111051" y="51733"/>
                    <a:pt x="111051" y="44918"/>
                  </a:cubicBezTo>
                  <a:lnTo>
                    <a:pt x="111051" y="8689"/>
                  </a:lnTo>
                  <a:cubicBezTo>
                    <a:pt x="111051" y="2592"/>
                    <a:pt x="111051" y="81"/>
                    <a:pt x="107015" y="81"/>
                  </a:cubicBezTo>
                  <a:cubicBezTo>
                    <a:pt x="105181" y="81"/>
                    <a:pt x="104447" y="81"/>
                    <a:pt x="99677" y="4385"/>
                  </a:cubicBezTo>
                  <a:cubicBezTo>
                    <a:pt x="98576" y="5820"/>
                    <a:pt x="94907" y="9048"/>
                    <a:pt x="93439" y="10124"/>
                  </a:cubicBezTo>
                  <a:cubicBezTo>
                    <a:pt x="79496" y="81"/>
                    <a:pt x="64452" y="81"/>
                    <a:pt x="58948" y="81"/>
                  </a:cubicBezTo>
                  <a:cubicBezTo>
                    <a:pt x="14184" y="81"/>
                    <a:pt x="240" y="24114"/>
                    <a:pt x="240" y="44201"/>
                  </a:cubicBezTo>
                  <a:cubicBezTo>
                    <a:pt x="240" y="56755"/>
                    <a:pt x="6111" y="66799"/>
                    <a:pt x="16018" y="74690"/>
                  </a:cubicBezTo>
                  <a:cubicBezTo>
                    <a:pt x="27760" y="84016"/>
                    <a:pt x="38034" y="86169"/>
                    <a:pt x="64452" y="91190"/>
                  </a:cubicBezTo>
                  <a:close/>
                </a:path>
              </a:pathLst>
            </a:custGeom>
            <a:solidFill>
              <a:srgbClr val="000000"/>
            </a:solidFill>
            <a:ln w="3673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4F995F0-5F25-F807-6660-BF0404035D8F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12966953" y="6160724"/>
              <a:ext cx="790033" cy="14347"/>
            </a:xfrm>
            <a:custGeom>
              <a:avLst/>
              <a:gdLst>
                <a:gd name="connsiteX0" fmla="*/ 0 w 790033"/>
                <a:gd name="connsiteY0" fmla="*/ 0 h 14347"/>
                <a:gd name="connsiteX1" fmla="*/ 790034 w 790033"/>
                <a:gd name="connsiteY1" fmla="*/ 0 h 14347"/>
                <a:gd name="connsiteX2" fmla="*/ 790034 w 790033"/>
                <a:gd name="connsiteY2" fmla="*/ 14347 h 14347"/>
                <a:gd name="connsiteX3" fmla="*/ 0 w 790033"/>
                <a:gd name="connsiteY3" fmla="*/ 14347 h 14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0033" h="14347">
                  <a:moveTo>
                    <a:pt x="0" y="0"/>
                  </a:moveTo>
                  <a:lnTo>
                    <a:pt x="790034" y="0"/>
                  </a:lnTo>
                  <a:lnTo>
                    <a:pt x="790034" y="14347"/>
                  </a:lnTo>
                  <a:lnTo>
                    <a:pt x="0" y="14347"/>
                  </a:lnTo>
                  <a:close/>
                </a:path>
              </a:pathLst>
            </a:custGeom>
            <a:solidFill>
              <a:srgbClr val="000000"/>
            </a:solidFill>
            <a:ln w="3673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616F116-F34F-35E0-B6EA-1F9B3DF12247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13048009" y="6246794"/>
              <a:ext cx="193002" cy="264720"/>
            </a:xfrm>
            <a:custGeom>
              <a:avLst/>
              <a:gdLst>
                <a:gd name="connsiteX0" fmla="*/ 155434 w 193002"/>
                <a:gd name="connsiteY0" fmla="*/ 135324 h 264720"/>
                <a:gd name="connsiteX1" fmla="*/ 108100 w 193002"/>
                <a:gd name="connsiteY1" fmla="*/ 92997 h 264720"/>
                <a:gd name="connsiteX2" fmla="*/ 33248 w 193002"/>
                <a:gd name="connsiteY2" fmla="*/ 126715 h 264720"/>
                <a:gd name="connsiteX3" fmla="*/ 225 w 193002"/>
                <a:gd name="connsiteY3" fmla="*/ 200966 h 264720"/>
                <a:gd name="connsiteX4" fmla="*/ 67739 w 193002"/>
                <a:gd name="connsiteY4" fmla="*/ 264815 h 264720"/>
                <a:gd name="connsiteX5" fmla="*/ 193227 w 193002"/>
                <a:gd name="connsiteY5" fmla="*/ 92997 h 264720"/>
                <a:gd name="connsiteX6" fmla="*/ 113971 w 193002"/>
                <a:gd name="connsiteY6" fmla="*/ 94 h 264720"/>
                <a:gd name="connsiteX7" fmla="*/ 43889 w 193002"/>
                <a:gd name="connsiteY7" fmla="*/ 56769 h 264720"/>
                <a:gd name="connsiteX8" fmla="*/ 57832 w 193002"/>
                <a:gd name="connsiteY8" fmla="*/ 69323 h 264720"/>
                <a:gd name="connsiteX9" fmla="*/ 77646 w 193002"/>
                <a:gd name="connsiteY9" fmla="*/ 50312 h 264720"/>
                <a:gd name="connsiteX10" fmla="*/ 60400 w 193002"/>
                <a:gd name="connsiteY10" fmla="*/ 37758 h 264720"/>
                <a:gd name="connsiteX11" fmla="*/ 113237 w 193002"/>
                <a:gd name="connsiteY11" fmla="*/ 9062 h 264720"/>
                <a:gd name="connsiteX12" fmla="*/ 165707 w 193002"/>
                <a:gd name="connsiteY12" fmla="*/ 73986 h 264720"/>
                <a:gd name="connsiteX13" fmla="*/ 155800 w 193002"/>
                <a:gd name="connsiteY13" fmla="*/ 135324 h 264720"/>
                <a:gd name="connsiteX14" fmla="*/ 155434 w 193002"/>
                <a:gd name="connsiteY14" fmla="*/ 135324 h 264720"/>
                <a:gd name="connsiteX15" fmla="*/ 68839 w 193002"/>
                <a:gd name="connsiteY15" fmla="*/ 254771 h 264720"/>
                <a:gd name="connsiteX16" fmla="*/ 28478 w 193002"/>
                <a:gd name="connsiteY16" fmla="*/ 214238 h 264720"/>
                <a:gd name="connsiteX17" fmla="*/ 52695 w 193002"/>
                <a:gd name="connsiteY17" fmla="*/ 132813 h 264720"/>
                <a:gd name="connsiteX18" fmla="*/ 108100 w 193002"/>
                <a:gd name="connsiteY18" fmla="*/ 100889 h 264720"/>
                <a:gd name="connsiteX19" fmla="*/ 148829 w 193002"/>
                <a:gd name="connsiteY19" fmla="*/ 148237 h 264720"/>
                <a:gd name="connsiteX20" fmla="*/ 68839 w 193002"/>
                <a:gd name="connsiteY20" fmla="*/ 254771 h 264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3002" h="264720">
                  <a:moveTo>
                    <a:pt x="155434" y="135324"/>
                  </a:moveTo>
                  <a:cubicBezTo>
                    <a:pt x="151764" y="113085"/>
                    <a:pt x="136720" y="92997"/>
                    <a:pt x="108100" y="92997"/>
                  </a:cubicBezTo>
                  <a:cubicBezTo>
                    <a:pt x="85718" y="92997"/>
                    <a:pt x="61868" y="98737"/>
                    <a:pt x="33248" y="126715"/>
                  </a:cubicBezTo>
                  <a:cubicBezTo>
                    <a:pt x="2793" y="156487"/>
                    <a:pt x="225" y="189846"/>
                    <a:pt x="225" y="200966"/>
                  </a:cubicBezTo>
                  <a:cubicBezTo>
                    <a:pt x="225" y="223206"/>
                    <a:pt x="16369" y="264815"/>
                    <a:pt x="67739" y="264815"/>
                  </a:cubicBezTo>
                  <a:cubicBezTo>
                    <a:pt x="155067" y="264815"/>
                    <a:pt x="193227" y="144292"/>
                    <a:pt x="193227" y="92997"/>
                  </a:cubicBezTo>
                  <a:cubicBezTo>
                    <a:pt x="193227" y="35964"/>
                    <a:pt x="159103" y="94"/>
                    <a:pt x="113971" y="94"/>
                  </a:cubicBezTo>
                  <a:cubicBezTo>
                    <a:pt x="60767" y="94"/>
                    <a:pt x="43889" y="46725"/>
                    <a:pt x="43889" y="56769"/>
                  </a:cubicBezTo>
                  <a:cubicBezTo>
                    <a:pt x="43889" y="61791"/>
                    <a:pt x="46824" y="69323"/>
                    <a:pt x="57832" y="69323"/>
                  </a:cubicBezTo>
                  <a:cubicBezTo>
                    <a:pt x="69940" y="69323"/>
                    <a:pt x="77646" y="58562"/>
                    <a:pt x="77646" y="50312"/>
                  </a:cubicBezTo>
                  <a:cubicBezTo>
                    <a:pt x="77646" y="37758"/>
                    <a:pt x="66271" y="37758"/>
                    <a:pt x="60400" y="37758"/>
                  </a:cubicBezTo>
                  <a:cubicBezTo>
                    <a:pt x="76545" y="11214"/>
                    <a:pt x="102596" y="9062"/>
                    <a:pt x="113237" y="9062"/>
                  </a:cubicBezTo>
                  <a:cubicBezTo>
                    <a:pt x="140023" y="9062"/>
                    <a:pt x="165707" y="27714"/>
                    <a:pt x="165707" y="73986"/>
                  </a:cubicBezTo>
                  <a:cubicBezTo>
                    <a:pt x="165707" y="87976"/>
                    <a:pt x="163506" y="106269"/>
                    <a:pt x="155800" y="135324"/>
                  </a:cubicBezTo>
                  <a:lnTo>
                    <a:pt x="155434" y="135324"/>
                  </a:lnTo>
                  <a:close/>
                  <a:moveTo>
                    <a:pt x="68839" y="254771"/>
                  </a:moveTo>
                  <a:cubicBezTo>
                    <a:pt x="28478" y="254771"/>
                    <a:pt x="28478" y="217825"/>
                    <a:pt x="28478" y="214238"/>
                  </a:cubicBezTo>
                  <a:cubicBezTo>
                    <a:pt x="28478" y="204553"/>
                    <a:pt x="37651" y="154335"/>
                    <a:pt x="52695" y="132813"/>
                  </a:cubicBezTo>
                  <a:cubicBezTo>
                    <a:pt x="67372" y="112367"/>
                    <a:pt x="85351" y="100889"/>
                    <a:pt x="108100" y="100889"/>
                  </a:cubicBezTo>
                  <a:cubicBezTo>
                    <a:pt x="148095" y="100889"/>
                    <a:pt x="148829" y="141063"/>
                    <a:pt x="148829" y="148237"/>
                  </a:cubicBezTo>
                  <a:cubicBezTo>
                    <a:pt x="148829" y="174064"/>
                    <a:pt x="125346" y="254771"/>
                    <a:pt x="68839" y="254771"/>
                  </a:cubicBezTo>
                  <a:close/>
                </a:path>
              </a:pathLst>
            </a:custGeom>
            <a:solidFill>
              <a:srgbClr val="000000"/>
            </a:solidFill>
            <a:ln w="3673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4C14C288-D2CC-621A-447F-A7FF88CAD012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13257324" y="6257555"/>
              <a:ext cx="418293" cy="248937"/>
            </a:xfrm>
            <a:custGeom>
              <a:avLst/>
              <a:gdLst>
                <a:gd name="connsiteX0" fmla="*/ 383666 w 418293"/>
                <a:gd name="connsiteY0" fmla="*/ 25562 h 248937"/>
                <a:gd name="connsiteX1" fmla="*/ 397609 w 418293"/>
                <a:gd name="connsiteY1" fmla="*/ 17671 h 248937"/>
                <a:gd name="connsiteX2" fmla="*/ 418524 w 418293"/>
                <a:gd name="connsiteY2" fmla="*/ 16953 h 248937"/>
                <a:gd name="connsiteX3" fmla="*/ 418524 w 418293"/>
                <a:gd name="connsiteY3" fmla="*/ 94 h 248937"/>
                <a:gd name="connsiteX4" fmla="*/ 379263 w 418293"/>
                <a:gd name="connsiteY4" fmla="*/ 1170 h 248937"/>
                <a:gd name="connsiteX5" fmla="*/ 329361 w 418293"/>
                <a:gd name="connsiteY5" fmla="*/ 94 h 248937"/>
                <a:gd name="connsiteX6" fmla="*/ 329361 w 418293"/>
                <a:gd name="connsiteY6" fmla="*/ 16953 h 248937"/>
                <a:gd name="connsiteX7" fmla="*/ 366788 w 418293"/>
                <a:gd name="connsiteY7" fmla="*/ 20899 h 248937"/>
                <a:gd name="connsiteX8" fmla="*/ 303677 w 418293"/>
                <a:gd name="connsiteY8" fmla="*/ 181238 h 248937"/>
                <a:gd name="connsiteX9" fmla="*/ 238731 w 418293"/>
                <a:gd name="connsiteY9" fmla="*/ 16953 h 248937"/>
                <a:gd name="connsiteX10" fmla="*/ 273956 w 418293"/>
                <a:gd name="connsiteY10" fmla="*/ 16953 h 248937"/>
                <a:gd name="connsiteX11" fmla="*/ 273956 w 418293"/>
                <a:gd name="connsiteY11" fmla="*/ 94 h 248937"/>
                <a:gd name="connsiteX12" fmla="*/ 209744 w 418293"/>
                <a:gd name="connsiteY12" fmla="*/ 1170 h 248937"/>
                <a:gd name="connsiteX13" fmla="*/ 153605 w 418293"/>
                <a:gd name="connsiteY13" fmla="*/ 94 h 248937"/>
                <a:gd name="connsiteX14" fmla="*/ 153605 w 418293"/>
                <a:gd name="connsiteY14" fmla="*/ 16953 h 248937"/>
                <a:gd name="connsiteX15" fmla="*/ 185160 w 418293"/>
                <a:gd name="connsiteY15" fmla="*/ 16953 h 248937"/>
                <a:gd name="connsiteX16" fmla="*/ 200204 w 418293"/>
                <a:gd name="connsiteY16" fmla="*/ 54975 h 248937"/>
                <a:gd name="connsiteX17" fmla="*/ 150302 w 418293"/>
                <a:gd name="connsiteY17" fmla="*/ 181238 h 248937"/>
                <a:gd name="connsiteX18" fmla="*/ 85357 w 418293"/>
                <a:gd name="connsiteY18" fmla="*/ 16953 h 248937"/>
                <a:gd name="connsiteX19" fmla="*/ 120582 w 418293"/>
                <a:gd name="connsiteY19" fmla="*/ 16953 h 248937"/>
                <a:gd name="connsiteX20" fmla="*/ 120582 w 418293"/>
                <a:gd name="connsiteY20" fmla="*/ 94 h 248937"/>
                <a:gd name="connsiteX21" fmla="*/ 56370 w 418293"/>
                <a:gd name="connsiteY21" fmla="*/ 1170 h 248937"/>
                <a:gd name="connsiteX22" fmla="*/ 231 w 418293"/>
                <a:gd name="connsiteY22" fmla="*/ 94 h 248937"/>
                <a:gd name="connsiteX23" fmla="*/ 231 w 418293"/>
                <a:gd name="connsiteY23" fmla="*/ 16953 h 248937"/>
                <a:gd name="connsiteX24" fmla="*/ 31786 w 418293"/>
                <a:gd name="connsiteY24" fmla="*/ 16953 h 248937"/>
                <a:gd name="connsiteX25" fmla="*/ 119848 w 418293"/>
                <a:gd name="connsiteY25" fmla="*/ 239706 h 248937"/>
                <a:gd name="connsiteX26" fmla="*/ 132690 w 418293"/>
                <a:gd name="connsiteY26" fmla="*/ 249032 h 248937"/>
                <a:gd name="connsiteX27" fmla="*/ 145532 w 418293"/>
                <a:gd name="connsiteY27" fmla="*/ 239706 h 248937"/>
                <a:gd name="connsiteX28" fmla="*/ 209377 w 418293"/>
                <a:gd name="connsiteY28" fmla="*/ 78291 h 248937"/>
                <a:gd name="connsiteX29" fmla="*/ 273222 w 418293"/>
                <a:gd name="connsiteY29" fmla="*/ 239706 h 248937"/>
                <a:gd name="connsiteX30" fmla="*/ 286064 w 418293"/>
                <a:gd name="connsiteY30" fmla="*/ 249032 h 248937"/>
                <a:gd name="connsiteX31" fmla="*/ 298907 w 418293"/>
                <a:gd name="connsiteY31" fmla="*/ 239706 h 248937"/>
                <a:gd name="connsiteX32" fmla="*/ 383666 w 418293"/>
                <a:gd name="connsiteY32" fmla="*/ 25562 h 248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18293" h="248937">
                  <a:moveTo>
                    <a:pt x="383666" y="25562"/>
                  </a:moveTo>
                  <a:cubicBezTo>
                    <a:pt x="385868" y="19464"/>
                    <a:pt x="386235" y="18747"/>
                    <a:pt x="397609" y="17671"/>
                  </a:cubicBezTo>
                  <a:cubicBezTo>
                    <a:pt x="404948" y="16953"/>
                    <a:pt x="412653" y="16953"/>
                    <a:pt x="418524" y="16953"/>
                  </a:cubicBezTo>
                  <a:lnTo>
                    <a:pt x="418524" y="94"/>
                  </a:lnTo>
                  <a:cubicBezTo>
                    <a:pt x="408617" y="453"/>
                    <a:pt x="395775" y="1170"/>
                    <a:pt x="379263" y="1170"/>
                  </a:cubicBezTo>
                  <a:cubicBezTo>
                    <a:pt x="365320" y="1170"/>
                    <a:pt x="342571" y="1170"/>
                    <a:pt x="329361" y="94"/>
                  </a:cubicBezTo>
                  <a:lnTo>
                    <a:pt x="329361" y="16953"/>
                  </a:lnTo>
                  <a:cubicBezTo>
                    <a:pt x="338535" y="16953"/>
                    <a:pt x="356147" y="16953"/>
                    <a:pt x="366788" y="20899"/>
                  </a:cubicBezTo>
                  <a:lnTo>
                    <a:pt x="303677" y="181238"/>
                  </a:lnTo>
                  <a:lnTo>
                    <a:pt x="238731" y="16953"/>
                  </a:lnTo>
                  <a:lnTo>
                    <a:pt x="273956" y="16953"/>
                  </a:lnTo>
                  <a:lnTo>
                    <a:pt x="273956" y="94"/>
                  </a:lnTo>
                  <a:cubicBezTo>
                    <a:pt x="260013" y="1170"/>
                    <a:pt x="225522" y="1170"/>
                    <a:pt x="209744" y="1170"/>
                  </a:cubicBezTo>
                  <a:cubicBezTo>
                    <a:pt x="195434" y="1170"/>
                    <a:pt x="166447" y="1170"/>
                    <a:pt x="153605" y="94"/>
                  </a:cubicBezTo>
                  <a:lnTo>
                    <a:pt x="153605" y="16953"/>
                  </a:lnTo>
                  <a:lnTo>
                    <a:pt x="185160" y="16953"/>
                  </a:lnTo>
                  <a:lnTo>
                    <a:pt x="200204" y="54975"/>
                  </a:lnTo>
                  <a:lnTo>
                    <a:pt x="150302" y="181238"/>
                  </a:lnTo>
                  <a:lnTo>
                    <a:pt x="85357" y="16953"/>
                  </a:lnTo>
                  <a:lnTo>
                    <a:pt x="120582" y="16953"/>
                  </a:lnTo>
                  <a:lnTo>
                    <a:pt x="120582" y="94"/>
                  </a:lnTo>
                  <a:cubicBezTo>
                    <a:pt x="106639" y="1170"/>
                    <a:pt x="72148" y="1170"/>
                    <a:pt x="56370" y="1170"/>
                  </a:cubicBezTo>
                  <a:cubicBezTo>
                    <a:pt x="42060" y="1170"/>
                    <a:pt x="13073" y="1170"/>
                    <a:pt x="231" y="94"/>
                  </a:cubicBezTo>
                  <a:lnTo>
                    <a:pt x="231" y="16953"/>
                  </a:lnTo>
                  <a:lnTo>
                    <a:pt x="31786" y="16953"/>
                  </a:lnTo>
                  <a:lnTo>
                    <a:pt x="119848" y="239706"/>
                  </a:lnTo>
                  <a:cubicBezTo>
                    <a:pt x="122049" y="245445"/>
                    <a:pt x="123517" y="249032"/>
                    <a:pt x="132690" y="249032"/>
                  </a:cubicBezTo>
                  <a:cubicBezTo>
                    <a:pt x="141863" y="249032"/>
                    <a:pt x="143331" y="245445"/>
                    <a:pt x="145532" y="239706"/>
                  </a:cubicBezTo>
                  <a:lnTo>
                    <a:pt x="209377" y="78291"/>
                  </a:lnTo>
                  <a:lnTo>
                    <a:pt x="273222" y="239706"/>
                  </a:lnTo>
                  <a:cubicBezTo>
                    <a:pt x="275424" y="245445"/>
                    <a:pt x="276891" y="249032"/>
                    <a:pt x="286064" y="249032"/>
                  </a:cubicBezTo>
                  <a:cubicBezTo>
                    <a:pt x="295238" y="249032"/>
                    <a:pt x="296705" y="245445"/>
                    <a:pt x="298907" y="239706"/>
                  </a:cubicBezTo>
                  <a:lnTo>
                    <a:pt x="383666" y="25562"/>
                  </a:lnTo>
                  <a:close/>
                </a:path>
              </a:pathLst>
            </a:custGeom>
            <a:solidFill>
              <a:srgbClr val="000000"/>
            </a:solidFill>
            <a:ln w="3673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44" name="Group 43" descr="\documentclass{article}&#10;\usepackage{amsmath,amssymb}&#10;\pagestyle{empty}&#10;\begin{document}&#10;&#10;\newcommand{\score}{\textrm{score}}&#10;\newcommand{\classify}{\textrm{classify}}&#10;\newcommand{\bx}{\mathbf{x}}&#10;&#10;\begin{align*}&#10;\frac{\partial \text{loss}}{\partial \mathbf{W}} &amp;= &#10;\sum_{t=1}^k \frac{\partial \text{loss}}{\partial \mathbf{h}_t} \frac{\partial \mathbf{h}_t}{\partial\mathbf{W}} \\&#10;\frac{\partial \text{loss}}{\partial\mathbf{h}_t} &amp;= \frac{\partial \text{loss}}{\partial\mathbf{h}_{t+1}} \frac{\partial \mathbf{h}_{t+1}}{\partial \mathbf{h}_t}&#10;\end{align*}&#10;&#10;&#10;\end{document}" title="IguanaTex Vector Display">
            <a:extLst>
              <a:ext uri="{FF2B5EF4-FFF2-40B4-BE49-F238E27FC236}">
                <a16:creationId xmlns:a16="http://schemas.microsoft.com/office/drawing/2014/main" id="{06A31945-B798-104E-AEB1-F6C7FDAF051B}"/>
              </a:ext>
            </a:extLst>
          </p:cNvPr>
          <p:cNvGrpSpPr>
            <a:grpSpLocks noChangeAspect="1"/>
          </p:cNvGrpSpPr>
          <p:nvPr>
            <p:custDataLst>
              <p:tags r:id="rId6"/>
            </p:custDataLst>
          </p:nvPr>
        </p:nvGrpSpPr>
        <p:grpSpPr>
          <a:xfrm>
            <a:off x="4418191" y="4247315"/>
            <a:ext cx="3355619" cy="2016898"/>
            <a:chOff x="11145434" y="6962445"/>
            <a:chExt cx="3355619" cy="2016898"/>
          </a:xfrm>
        </p:grpSpPr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04E1638-B4F0-55FD-685B-5026B92C6FED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1159531" y="7084066"/>
              <a:ext cx="185366" cy="261452"/>
            </a:xfrm>
            <a:custGeom>
              <a:avLst/>
              <a:gdLst>
                <a:gd name="connsiteX0" fmla="*/ 149254 w 185366"/>
                <a:gd name="connsiteY0" fmla="*/ 133646 h 261452"/>
                <a:gd name="connsiteX1" fmla="*/ 103794 w 185366"/>
                <a:gd name="connsiteY1" fmla="*/ 91842 h 261452"/>
                <a:gd name="connsiteX2" fmla="*/ 31903 w 185366"/>
                <a:gd name="connsiteY2" fmla="*/ 125143 h 261452"/>
                <a:gd name="connsiteX3" fmla="*/ 186 w 185366"/>
                <a:gd name="connsiteY3" fmla="*/ 198477 h 261452"/>
                <a:gd name="connsiteX4" fmla="*/ 65029 w 185366"/>
                <a:gd name="connsiteY4" fmla="*/ 261538 h 261452"/>
                <a:gd name="connsiteX5" fmla="*/ 185552 w 185366"/>
                <a:gd name="connsiteY5" fmla="*/ 91842 h 261452"/>
                <a:gd name="connsiteX6" fmla="*/ 109432 w 185366"/>
                <a:gd name="connsiteY6" fmla="*/ 85 h 261452"/>
                <a:gd name="connsiteX7" fmla="*/ 42123 w 185366"/>
                <a:gd name="connsiteY7" fmla="*/ 56060 h 261452"/>
                <a:gd name="connsiteX8" fmla="*/ 55514 w 185366"/>
                <a:gd name="connsiteY8" fmla="*/ 68460 h 261452"/>
                <a:gd name="connsiteX9" fmla="*/ 74544 w 185366"/>
                <a:gd name="connsiteY9" fmla="*/ 49683 h 261452"/>
                <a:gd name="connsiteX10" fmla="*/ 57981 w 185366"/>
                <a:gd name="connsiteY10" fmla="*/ 37284 h 261452"/>
                <a:gd name="connsiteX11" fmla="*/ 108728 w 185366"/>
                <a:gd name="connsiteY11" fmla="*/ 8942 h 261452"/>
                <a:gd name="connsiteX12" fmla="*/ 159122 w 185366"/>
                <a:gd name="connsiteY12" fmla="*/ 73065 h 261452"/>
                <a:gd name="connsiteX13" fmla="*/ 149607 w 185366"/>
                <a:gd name="connsiteY13" fmla="*/ 133646 h 261452"/>
                <a:gd name="connsiteX14" fmla="*/ 149254 w 185366"/>
                <a:gd name="connsiteY14" fmla="*/ 133646 h 261452"/>
                <a:gd name="connsiteX15" fmla="*/ 66086 w 185366"/>
                <a:gd name="connsiteY15" fmla="*/ 251618 h 261452"/>
                <a:gd name="connsiteX16" fmla="*/ 27322 w 185366"/>
                <a:gd name="connsiteY16" fmla="*/ 211585 h 261452"/>
                <a:gd name="connsiteX17" fmla="*/ 50580 w 185366"/>
                <a:gd name="connsiteY17" fmla="*/ 131166 h 261452"/>
                <a:gd name="connsiteX18" fmla="*/ 103794 w 185366"/>
                <a:gd name="connsiteY18" fmla="*/ 99636 h 261452"/>
                <a:gd name="connsiteX19" fmla="*/ 142911 w 185366"/>
                <a:gd name="connsiteY19" fmla="*/ 146399 h 261452"/>
                <a:gd name="connsiteX20" fmla="*/ 66086 w 185366"/>
                <a:gd name="connsiteY20" fmla="*/ 251618 h 26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5366" h="261452">
                  <a:moveTo>
                    <a:pt x="149254" y="133646"/>
                  </a:moveTo>
                  <a:cubicBezTo>
                    <a:pt x="145730" y="111681"/>
                    <a:pt x="131282" y="91842"/>
                    <a:pt x="103794" y="91842"/>
                  </a:cubicBezTo>
                  <a:cubicBezTo>
                    <a:pt x="82297" y="91842"/>
                    <a:pt x="59391" y="97510"/>
                    <a:pt x="31903" y="125143"/>
                  </a:cubicBezTo>
                  <a:cubicBezTo>
                    <a:pt x="2653" y="154548"/>
                    <a:pt x="186" y="187495"/>
                    <a:pt x="186" y="198477"/>
                  </a:cubicBezTo>
                  <a:cubicBezTo>
                    <a:pt x="186" y="220442"/>
                    <a:pt x="15692" y="261538"/>
                    <a:pt x="65029" y="261538"/>
                  </a:cubicBezTo>
                  <a:cubicBezTo>
                    <a:pt x="148902" y="261538"/>
                    <a:pt x="185552" y="142502"/>
                    <a:pt x="185552" y="91842"/>
                  </a:cubicBezTo>
                  <a:cubicBezTo>
                    <a:pt x="185552" y="35512"/>
                    <a:pt x="152778" y="85"/>
                    <a:pt x="109432" y="85"/>
                  </a:cubicBezTo>
                  <a:cubicBezTo>
                    <a:pt x="58333" y="85"/>
                    <a:pt x="42123" y="46141"/>
                    <a:pt x="42123" y="56060"/>
                  </a:cubicBezTo>
                  <a:cubicBezTo>
                    <a:pt x="42123" y="61020"/>
                    <a:pt x="44942" y="68460"/>
                    <a:pt x="55514" y="68460"/>
                  </a:cubicBezTo>
                  <a:cubicBezTo>
                    <a:pt x="67144" y="68460"/>
                    <a:pt x="74544" y="57832"/>
                    <a:pt x="74544" y="49683"/>
                  </a:cubicBezTo>
                  <a:cubicBezTo>
                    <a:pt x="74544" y="37284"/>
                    <a:pt x="63619" y="37284"/>
                    <a:pt x="57981" y="37284"/>
                  </a:cubicBezTo>
                  <a:cubicBezTo>
                    <a:pt x="73487" y="11068"/>
                    <a:pt x="98508" y="8942"/>
                    <a:pt x="108728" y="8942"/>
                  </a:cubicBezTo>
                  <a:cubicBezTo>
                    <a:pt x="134453" y="8942"/>
                    <a:pt x="159122" y="27364"/>
                    <a:pt x="159122" y="73065"/>
                  </a:cubicBezTo>
                  <a:cubicBezTo>
                    <a:pt x="159122" y="86882"/>
                    <a:pt x="157007" y="104950"/>
                    <a:pt x="149607" y="133646"/>
                  </a:cubicBezTo>
                  <a:lnTo>
                    <a:pt x="149254" y="133646"/>
                  </a:lnTo>
                  <a:close/>
                  <a:moveTo>
                    <a:pt x="66086" y="251618"/>
                  </a:moveTo>
                  <a:cubicBezTo>
                    <a:pt x="27322" y="251618"/>
                    <a:pt x="27322" y="215128"/>
                    <a:pt x="27322" y="211585"/>
                  </a:cubicBezTo>
                  <a:cubicBezTo>
                    <a:pt x="27322" y="202020"/>
                    <a:pt x="36132" y="152422"/>
                    <a:pt x="50580" y="131166"/>
                  </a:cubicBezTo>
                  <a:cubicBezTo>
                    <a:pt x="64677" y="110972"/>
                    <a:pt x="81945" y="99636"/>
                    <a:pt x="103794" y="99636"/>
                  </a:cubicBezTo>
                  <a:cubicBezTo>
                    <a:pt x="142206" y="99636"/>
                    <a:pt x="142911" y="139314"/>
                    <a:pt x="142911" y="146399"/>
                  </a:cubicBezTo>
                  <a:cubicBezTo>
                    <a:pt x="142911" y="171907"/>
                    <a:pt x="120357" y="251618"/>
                    <a:pt x="66086" y="251618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F763A36B-71DF-8BE3-4A17-01AAC9496E79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1363736" y="7091860"/>
              <a:ext cx="78234" cy="245864"/>
            </a:xfrm>
            <a:custGeom>
              <a:avLst/>
              <a:gdLst>
                <a:gd name="connsiteX0" fmla="*/ 50939 w 78234"/>
                <a:gd name="connsiteY0" fmla="*/ 85 h 245864"/>
                <a:gd name="connsiteX1" fmla="*/ 192 w 78234"/>
                <a:gd name="connsiteY1" fmla="*/ 3982 h 245864"/>
                <a:gd name="connsiteX2" fmla="*/ 192 w 78234"/>
                <a:gd name="connsiteY2" fmla="*/ 14965 h 245864"/>
                <a:gd name="connsiteX3" fmla="*/ 27680 w 78234"/>
                <a:gd name="connsiteY3" fmla="*/ 34804 h 245864"/>
                <a:gd name="connsiteX4" fmla="*/ 27680 w 78234"/>
                <a:gd name="connsiteY4" fmla="*/ 219025 h 245864"/>
                <a:gd name="connsiteX5" fmla="*/ 192 w 78234"/>
                <a:gd name="connsiteY5" fmla="*/ 234967 h 245864"/>
                <a:gd name="connsiteX6" fmla="*/ 192 w 78234"/>
                <a:gd name="connsiteY6" fmla="*/ 245950 h 245864"/>
                <a:gd name="connsiteX7" fmla="*/ 39309 w 78234"/>
                <a:gd name="connsiteY7" fmla="*/ 244887 h 245864"/>
                <a:gd name="connsiteX8" fmla="*/ 78426 w 78234"/>
                <a:gd name="connsiteY8" fmla="*/ 245950 h 245864"/>
                <a:gd name="connsiteX9" fmla="*/ 78426 w 78234"/>
                <a:gd name="connsiteY9" fmla="*/ 234967 h 245864"/>
                <a:gd name="connsiteX10" fmla="*/ 50939 w 78234"/>
                <a:gd name="connsiteY10" fmla="*/ 219025 h 245864"/>
                <a:gd name="connsiteX11" fmla="*/ 50939 w 78234"/>
                <a:gd name="connsiteY11" fmla="*/ 85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234" h="245864">
                  <a:moveTo>
                    <a:pt x="50939" y="85"/>
                  </a:moveTo>
                  <a:lnTo>
                    <a:pt x="192" y="3982"/>
                  </a:lnTo>
                  <a:lnTo>
                    <a:pt x="192" y="14965"/>
                  </a:lnTo>
                  <a:cubicBezTo>
                    <a:pt x="24861" y="14965"/>
                    <a:pt x="27680" y="17445"/>
                    <a:pt x="27680" y="34804"/>
                  </a:cubicBezTo>
                  <a:lnTo>
                    <a:pt x="27680" y="219025"/>
                  </a:lnTo>
                  <a:cubicBezTo>
                    <a:pt x="27680" y="234967"/>
                    <a:pt x="23803" y="234967"/>
                    <a:pt x="192" y="234967"/>
                  </a:cubicBezTo>
                  <a:lnTo>
                    <a:pt x="192" y="245950"/>
                  </a:lnTo>
                  <a:cubicBezTo>
                    <a:pt x="11821" y="245595"/>
                    <a:pt x="30499" y="244887"/>
                    <a:pt x="39309" y="244887"/>
                  </a:cubicBezTo>
                  <a:cubicBezTo>
                    <a:pt x="48119" y="244887"/>
                    <a:pt x="65387" y="245595"/>
                    <a:pt x="78426" y="245950"/>
                  </a:cubicBezTo>
                  <a:lnTo>
                    <a:pt x="78426" y="234967"/>
                  </a:lnTo>
                  <a:cubicBezTo>
                    <a:pt x="54815" y="234967"/>
                    <a:pt x="50939" y="234967"/>
                    <a:pt x="50939" y="219025"/>
                  </a:cubicBezTo>
                  <a:lnTo>
                    <a:pt x="50939" y="85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597C84AB-F173-5435-0B08-1A39178B2796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1459865" y="7179010"/>
              <a:ext cx="156116" cy="162610"/>
            </a:xfrm>
            <a:custGeom>
              <a:avLst/>
              <a:gdLst>
                <a:gd name="connsiteX0" fmla="*/ 156311 w 156116"/>
                <a:gd name="connsiteY0" fmla="*/ 82985 h 162610"/>
                <a:gd name="connsiteX1" fmla="*/ 78429 w 156116"/>
                <a:gd name="connsiteY1" fmla="*/ 85 h 162610"/>
                <a:gd name="connsiteX2" fmla="*/ 195 w 156116"/>
                <a:gd name="connsiteY2" fmla="*/ 82985 h 162610"/>
                <a:gd name="connsiteX3" fmla="*/ 78077 w 156116"/>
                <a:gd name="connsiteY3" fmla="*/ 162696 h 162610"/>
                <a:gd name="connsiteX4" fmla="*/ 156311 w 156116"/>
                <a:gd name="connsiteY4" fmla="*/ 82985 h 162610"/>
                <a:gd name="connsiteX5" fmla="*/ 78429 w 156116"/>
                <a:gd name="connsiteY5" fmla="*/ 153839 h 162610"/>
                <a:gd name="connsiteX6" fmla="*/ 38255 w 156116"/>
                <a:gd name="connsiteY6" fmla="*/ 130103 h 162610"/>
                <a:gd name="connsiteX7" fmla="*/ 29445 w 156116"/>
                <a:gd name="connsiteY7" fmla="*/ 80151 h 162610"/>
                <a:gd name="connsiteX8" fmla="*/ 37902 w 156116"/>
                <a:gd name="connsiteY8" fmla="*/ 31615 h 162610"/>
                <a:gd name="connsiteX9" fmla="*/ 78077 w 156116"/>
                <a:gd name="connsiteY9" fmla="*/ 7879 h 162610"/>
                <a:gd name="connsiteX10" fmla="*/ 117899 w 156116"/>
                <a:gd name="connsiteY10" fmla="*/ 30907 h 162610"/>
                <a:gd name="connsiteX11" fmla="*/ 127061 w 156116"/>
                <a:gd name="connsiteY11" fmla="*/ 80151 h 162610"/>
                <a:gd name="connsiteX12" fmla="*/ 119308 w 156116"/>
                <a:gd name="connsiteY12" fmla="*/ 127623 h 162610"/>
                <a:gd name="connsiteX13" fmla="*/ 78429 w 156116"/>
                <a:gd name="connsiteY13" fmla="*/ 153839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116" h="162610">
                  <a:moveTo>
                    <a:pt x="156311" y="82985"/>
                  </a:moveTo>
                  <a:cubicBezTo>
                    <a:pt x="156311" y="37638"/>
                    <a:pt x="121070" y="85"/>
                    <a:pt x="78429" y="85"/>
                  </a:cubicBezTo>
                  <a:cubicBezTo>
                    <a:pt x="34378" y="85"/>
                    <a:pt x="195" y="38701"/>
                    <a:pt x="195" y="82985"/>
                  </a:cubicBezTo>
                  <a:cubicBezTo>
                    <a:pt x="195" y="128686"/>
                    <a:pt x="36845" y="162696"/>
                    <a:pt x="78077" y="162696"/>
                  </a:cubicBezTo>
                  <a:cubicBezTo>
                    <a:pt x="120718" y="162696"/>
                    <a:pt x="156311" y="127977"/>
                    <a:pt x="156311" y="82985"/>
                  </a:cubicBezTo>
                  <a:close/>
                  <a:moveTo>
                    <a:pt x="78429" y="153839"/>
                  </a:moveTo>
                  <a:cubicBezTo>
                    <a:pt x="63276" y="153839"/>
                    <a:pt x="47770" y="146399"/>
                    <a:pt x="38255" y="130103"/>
                  </a:cubicBezTo>
                  <a:cubicBezTo>
                    <a:pt x="29445" y="114515"/>
                    <a:pt x="29445" y="92904"/>
                    <a:pt x="29445" y="80151"/>
                  </a:cubicBezTo>
                  <a:cubicBezTo>
                    <a:pt x="29445" y="66334"/>
                    <a:pt x="29445" y="47203"/>
                    <a:pt x="37902" y="31615"/>
                  </a:cubicBezTo>
                  <a:cubicBezTo>
                    <a:pt x="47417" y="15319"/>
                    <a:pt x="63980" y="7879"/>
                    <a:pt x="78077" y="7879"/>
                  </a:cubicBezTo>
                  <a:cubicBezTo>
                    <a:pt x="93583" y="7879"/>
                    <a:pt x="108736" y="15673"/>
                    <a:pt x="117899" y="30907"/>
                  </a:cubicBezTo>
                  <a:cubicBezTo>
                    <a:pt x="127061" y="46141"/>
                    <a:pt x="127061" y="66688"/>
                    <a:pt x="127061" y="80151"/>
                  </a:cubicBezTo>
                  <a:cubicBezTo>
                    <a:pt x="127061" y="92904"/>
                    <a:pt x="127061" y="112035"/>
                    <a:pt x="119308" y="127623"/>
                  </a:cubicBezTo>
                  <a:cubicBezTo>
                    <a:pt x="111555" y="143565"/>
                    <a:pt x="96050" y="153839"/>
                    <a:pt x="78429" y="153839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9C9445BE-4E38-D490-F058-29DB97E7B3E3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1637831" y="7179010"/>
              <a:ext cx="115237" cy="162610"/>
            </a:xfrm>
            <a:custGeom>
              <a:avLst/>
              <a:gdLst>
                <a:gd name="connsiteX0" fmla="*/ 61871 w 115237"/>
                <a:gd name="connsiteY0" fmla="*/ 90070 h 162610"/>
                <a:gd name="connsiteX1" fmla="*/ 98521 w 115237"/>
                <a:gd name="connsiteY1" fmla="*/ 122663 h 162610"/>
                <a:gd name="connsiteX2" fmla="*/ 58699 w 115237"/>
                <a:gd name="connsiteY2" fmla="*/ 154902 h 162610"/>
                <a:gd name="connsiteX3" fmla="*/ 9715 w 115237"/>
                <a:gd name="connsiteY3" fmla="*/ 104595 h 162610"/>
                <a:gd name="connsiteX4" fmla="*/ 4781 w 115237"/>
                <a:gd name="connsiteY4" fmla="*/ 98573 h 162610"/>
                <a:gd name="connsiteX5" fmla="*/ 200 w 115237"/>
                <a:gd name="connsiteY5" fmla="*/ 107430 h 162610"/>
                <a:gd name="connsiteX6" fmla="*/ 200 w 115237"/>
                <a:gd name="connsiteY6" fmla="*/ 154193 h 162610"/>
                <a:gd name="connsiteX7" fmla="*/ 4076 w 115237"/>
                <a:gd name="connsiteY7" fmla="*/ 162696 h 162610"/>
                <a:gd name="connsiteX8" fmla="*/ 12886 w 115237"/>
                <a:gd name="connsiteY8" fmla="*/ 155610 h 162610"/>
                <a:gd name="connsiteX9" fmla="*/ 19935 w 115237"/>
                <a:gd name="connsiteY9" fmla="*/ 147462 h 162610"/>
                <a:gd name="connsiteX10" fmla="*/ 58699 w 115237"/>
                <a:gd name="connsiteY10" fmla="*/ 162696 h 162610"/>
                <a:gd name="connsiteX11" fmla="*/ 115437 w 115237"/>
                <a:gd name="connsiteY11" fmla="*/ 113452 h 162610"/>
                <a:gd name="connsiteX12" fmla="*/ 100636 w 115237"/>
                <a:gd name="connsiteY12" fmla="*/ 79796 h 162610"/>
                <a:gd name="connsiteX13" fmla="*/ 60461 w 115237"/>
                <a:gd name="connsiteY13" fmla="*/ 62791 h 162610"/>
                <a:gd name="connsiteX14" fmla="*/ 17115 w 115237"/>
                <a:gd name="connsiteY14" fmla="*/ 33741 h 162610"/>
                <a:gd name="connsiteX15" fmla="*/ 56585 w 115237"/>
                <a:gd name="connsiteY15" fmla="*/ 6816 h 162610"/>
                <a:gd name="connsiteX16" fmla="*/ 97817 w 115237"/>
                <a:gd name="connsiteY16" fmla="*/ 49683 h 162610"/>
                <a:gd name="connsiteX17" fmla="*/ 102045 w 115237"/>
                <a:gd name="connsiteY17" fmla="*/ 52872 h 162610"/>
                <a:gd name="connsiteX18" fmla="*/ 106627 w 115237"/>
                <a:gd name="connsiteY18" fmla="*/ 44369 h 162610"/>
                <a:gd name="connsiteX19" fmla="*/ 106627 w 115237"/>
                <a:gd name="connsiteY19" fmla="*/ 8588 h 162610"/>
                <a:gd name="connsiteX20" fmla="*/ 102750 w 115237"/>
                <a:gd name="connsiteY20" fmla="*/ 85 h 162610"/>
                <a:gd name="connsiteX21" fmla="*/ 95702 w 115237"/>
                <a:gd name="connsiteY21" fmla="*/ 4337 h 162610"/>
                <a:gd name="connsiteX22" fmla="*/ 89711 w 115237"/>
                <a:gd name="connsiteY22" fmla="*/ 10005 h 162610"/>
                <a:gd name="connsiteX23" fmla="*/ 56585 w 115237"/>
                <a:gd name="connsiteY23" fmla="*/ 85 h 162610"/>
                <a:gd name="connsiteX24" fmla="*/ 200 w 115237"/>
                <a:gd name="connsiteY24" fmla="*/ 43661 h 162610"/>
                <a:gd name="connsiteX25" fmla="*/ 15353 w 115237"/>
                <a:gd name="connsiteY25" fmla="*/ 73774 h 162610"/>
                <a:gd name="connsiteX26" fmla="*/ 61871 w 115237"/>
                <a:gd name="connsiteY26" fmla="*/ 90070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237" h="162610">
                  <a:moveTo>
                    <a:pt x="61871" y="90070"/>
                  </a:moveTo>
                  <a:cubicBezTo>
                    <a:pt x="69624" y="91487"/>
                    <a:pt x="98521" y="97156"/>
                    <a:pt x="98521" y="122663"/>
                  </a:cubicBezTo>
                  <a:cubicBezTo>
                    <a:pt x="98521" y="140731"/>
                    <a:pt x="86187" y="154902"/>
                    <a:pt x="58699" y="154902"/>
                  </a:cubicBezTo>
                  <a:cubicBezTo>
                    <a:pt x="29097" y="154902"/>
                    <a:pt x="16411" y="134708"/>
                    <a:pt x="9715" y="104595"/>
                  </a:cubicBezTo>
                  <a:cubicBezTo>
                    <a:pt x="8658" y="99990"/>
                    <a:pt x="8305" y="98573"/>
                    <a:pt x="4781" y="98573"/>
                  </a:cubicBezTo>
                  <a:cubicBezTo>
                    <a:pt x="200" y="98573"/>
                    <a:pt x="200" y="101053"/>
                    <a:pt x="200" y="107430"/>
                  </a:cubicBezTo>
                  <a:lnTo>
                    <a:pt x="200" y="154193"/>
                  </a:lnTo>
                  <a:cubicBezTo>
                    <a:pt x="200" y="160216"/>
                    <a:pt x="200" y="162696"/>
                    <a:pt x="4076" y="162696"/>
                  </a:cubicBezTo>
                  <a:cubicBezTo>
                    <a:pt x="5838" y="162696"/>
                    <a:pt x="6191" y="162342"/>
                    <a:pt x="12886" y="155610"/>
                  </a:cubicBezTo>
                  <a:cubicBezTo>
                    <a:pt x="13591" y="154902"/>
                    <a:pt x="13591" y="154193"/>
                    <a:pt x="19935" y="147462"/>
                  </a:cubicBezTo>
                  <a:cubicBezTo>
                    <a:pt x="35440" y="162342"/>
                    <a:pt x="51299" y="162696"/>
                    <a:pt x="58699" y="162696"/>
                  </a:cubicBezTo>
                  <a:cubicBezTo>
                    <a:pt x="99226" y="162696"/>
                    <a:pt x="115437" y="138960"/>
                    <a:pt x="115437" y="113452"/>
                  </a:cubicBezTo>
                  <a:cubicBezTo>
                    <a:pt x="115437" y="94676"/>
                    <a:pt x="104865" y="84048"/>
                    <a:pt x="100636" y="79796"/>
                  </a:cubicBezTo>
                  <a:cubicBezTo>
                    <a:pt x="89006" y="68460"/>
                    <a:pt x="75262" y="65626"/>
                    <a:pt x="60461" y="62791"/>
                  </a:cubicBezTo>
                  <a:cubicBezTo>
                    <a:pt x="40727" y="58894"/>
                    <a:pt x="17115" y="54289"/>
                    <a:pt x="17115" y="33741"/>
                  </a:cubicBezTo>
                  <a:cubicBezTo>
                    <a:pt x="17115" y="21342"/>
                    <a:pt x="26278" y="6816"/>
                    <a:pt x="56585" y="6816"/>
                  </a:cubicBezTo>
                  <a:cubicBezTo>
                    <a:pt x="95350" y="6816"/>
                    <a:pt x="97112" y="38701"/>
                    <a:pt x="97817" y="49683"/>
                  </a:cubicBezTo>
                  <a:cubicBezTo>
                    <a:pt x="98169" y="52872"/>
                    <a:pt x="101341" y="52872"/>
                    <a:pt x="102045" y="52872"/>
                  </a:cubicBezTo>
                  <a:cubicBezTo>
                    <a:pt x="106627" y="52872"/>
                    <a:pt x="106627" y="51100"/>
                    <a:pt x="106627" y="44369"/>
                  </a:cubicBezTo>
                  <a:lnTo>
                    <a:pt x="106627" y="8588"/>
                  </a:lnTo>
                  <a:cubicBezTo>
                    <a:pt x="106627" y="2565"/>
                    <a:pt x="106627" y="85"/>
                    <a:pt x="102750" y="85"/>
                  </a:cubicBezTo>
                  <a:cubicBezTo>
                    <a:pt x="100988" y="85"/>
                    <a:pt x="100283" y="85"/>
                    <a:pt x="95702" y="4337"/>
                  </a:cubicBezTo>
                  <a:cubicBezTo>
                    <a:pt x="94645" y="5754"/>
                    <a:pt x="91121" y="8942"/>
                    <a:pt x="89711" y="10005"/>
                  </a:cubicBezTo>
                  <a:cubicBezTo>
                    <a:pt x="76320" y="85"/>
                    <a:pt x="61871" y="85"/>
                    <a:pt x="56585" y="85"/>
                  </a:cubicBezTo>
                  <a:cubicBezTo>
                    <a:pt x="13591" y="85"/>
                    <a:pt x="200" y="23821"/>
                    <a:pt x="200" y="43661"/>
                  </a:cubicBezTo>
                  <a:cubicBezTo>
                    <a:pt x="200" y="56060"/>
                    <a:pt x="5838" y="65980"/>
                    <a:pt x="15353" y="73774"/>
                  </a:cubicBezTo>
                  <a:cubicBezTo>
                    <a:pt x="26630" y="82985"/>
                    <a:pt x="36498" y="85110"/>
                    <a:pt x="61871" y="90070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88A45738-55CD-2375-D2B6-D5BF1EBB6E22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1776836" y="7179010"/>
              <a:ext cx="115237" cy="162610"/>
            </a:xfrm>
            <a:custGeom>
              <a:avLst/>
              <a:gdLst>
                <a:gd name="connsiteX0" fmla="*/ 61875 w 115237"/>
                <a:gd name="connsiteY0" fmla="*/ 90070 h 162610"/>
                <a:gd name="connsiteX1" fmla="*/ 98525 w 115237"/>
                <a:gd name="connsiteY1" fmla="*/ 122663 h 162610"/>
                <a:gd name="connsiteX2" fmla="*/ 58703 w 115237"/>
                <a:gd name="connsiteY2" fmla="*/ 154902 h 162610"/>
                <a:gd name="connsiteX3" fmla="*/ 9719 w 115237"/>
                <a:gd name="connsiteY3" fmla="*/ 104595 h 162610"/>
                <a:gd name="connsiteX4" fmla="*/ 4785 w 115237"/>
                <a:gd name="connsiteY4" fmla="*/ 98573 h 162610"/>
                <a:gd name="connsiteX5" fmla="*/ 204 w 115237"/>
                <a:gd name="connsiteY5" fmla="*/ 107430 h 162610"/>
                <a:gd name="connsiteX6" fmla="*/ 204 w 115237"/>
                <a:gd name="connsiteY6" fmla="*/ 154193 h 162610"/>
                <a:gd name="connsiteX7" fmla="*/ 4080 w 115237"/>
                <a:gd name="connsiteY7" fmla="*/ 162696 h 162610"/>
                <a:gd name="connsiteX8" fmla="*/ 12890 w 115237"/>
                <a:gd name="connsiteY8" fmla="*/ 155610 h 162610"/>
                <a:gd name="connsiteX9" fmla="*/ 19939 w 115237"/>
                <a:gd name="connsiteY9" fmla="*/ 147462 h 162610"/>
                <a:gd name="connsiteX10" fmla="*/ 58703 w 115237"/>
                <a:gd name="connsiteY10" fmla="*/ 162696 h 162610"/>
                <a:gd name="connsiteX11" fmla="*/ 115441 w 115237"/>
                <a:gd name="connsiteY11" fmla="*/ 113452 h 162610"/>
                <a:gd name="connsiteX12" fmla="*/ 100640 w 115237"/>
                <a:gd name="connsiteY12" fmla="*/ 79796 h 162610"/>
                <a:gd name="connsiteX13" fmla="*/ 60465 w 115237"/>
                <a:gd name="connsiteY13" fmla="*/ 62791 h 162610"/>
                <a:gd name="connsiteX14" fmla="*/ 17119 w 115237"/>
                <a:gd name="connsiteY14" fmla="*/ 33741 h 162610"/>
                <a:gd name="connsiteX15" fmla="*/ 56589 w 115237"/>
                <a:gd name="connsiteY15" fmla="*/ 6816 h 162610"/>
                <a:gd name="connsiteX16" fmla="*/ 97820 w 115237"/>
                <a:gd name="connsiteY16" fmla="*/ 49683 h 162610"/>
                <a:gd name="connsiteX17" fmla="*/ 102049 w 115237"/>
                <a:gd name="connsiteY17" fmla="*/ 52872 h 162610"/>
                <a:gd name="connsiteX18" fmla="*/ 106631 w 115237"/>
                <a:gd name="connsiteY18" fmla="*/ 44369 h 162610"/>
                <a:gd name="connsiteX19" fmla="*/ 106631 w 115237"/>
                <a:gd name="connsiteY19" fmla="*/ 8588 h 162610"/>
                <a:gd name="connsiteX20" fmla="*/ 102754 w 115237"/>
                <a:gd name="connsiteY20" fmla="*/ 85 h 162610"/>
                <a:gd name="connsiteX21" fmla="*/ 95706 w 115237"/>
                <a:gd name="connsiteY21" fmla="*/ 4337 h 162610"/>
                <a:gd name="connsiteX22" fmla="*/ 89715 w 115237"/>
                <a:gd name="connsiteY22" fmla="*/ 10005 h 162610"/>
                <a:gd name="connsiteX23" fmla="*/ 56589 w 115237"/>
                <a:gd name="connsiteY23" fmla="*/ 85 h 162610"/>
                <a:gd name="connsiteX24" fmla="*/ 204 w 115237"/>
                <a:gd name="connsiteY24" fmla="*/ 43661 h 162610"/>
                <a:gd name="connsiteX25" fmla="*/ 15357 w 115237"/>
                <a:gd name="connsiteY25" fmla="*/ 73774 h 162610"/>
                <a:gd name="connsiteX26" fmla="*/ 61875 w 115237"/>
                <a:gd name="connsiteY26" fmla="*/ 90070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237" h="162610">
                  <a:moveTo>
                    <a:pt x="61875" y="90070"/>
                  </a:moveTo>
                  <a:cubicBezTo>
                    <a:pt x="69628" y="91487"/>
                    <a:pt x="98525" y="97156"/>
                    <a:pt x="98525" y="122663"/>
                  </a:cubicBezTo>
                  <a:cubicBezTo>
                    <a:pt x="98525" y="140731"/>
                    <a:pt x="86191" y="154902"/>
                    <a:pt x="58703" y="154902"/>
                  </a:cubicBezTo>
                  <a:cubicBezTo>
                    <a:pt x="29101" y="154902"/>
                    <a:pt x="16414" y="134708"/>
                    <a:pt x="9719" y="104595"/>
                  </a:cubicBezTo>
                  <a:cubicBezTo>
                    <a:pt x="8661" y="99990"/>
                    <a:pt x="8309" y="98573"/>
                    <a:pt x="4785" y="98573"/>
                  </a:cubicBezTo>
                  <a:cubicBezTo>
                    <a:pt x="204" y="98573"/>
                    <a:pt x="204" y="101053"/>
                    <a:pt x="204" y="107430"/>
                  </a:cubicBezTo>
                  <a:lnTo>
                    <a:pt x="204" y="154193"/>
                  </a:lnTo>
                  <a:cubicBezTo>
                    <a:pt x="204" y="160216"/>
                    <a:pt x="204" y="162696"/>
                    <a:pt x="4080" y="162696"/>
                  </a:cubicBezTo>
                  <a:cubicBezTo>
                    <a:pt x="5842" y="162696"/>
                    <a:pt x="6195" y="162342"/>
                    <a:pt x="12890" y="155610"/>
                  </a:cubicBezTo>
                  <a:cubicBezTo>
                    <a:pt x="13595" y="154902"/>
                    <a:pt x="13595" y="154193"/>
                    <a:pt x="19939" y="147462"/>
                  </a:cubicBezTo>
                  <a:cubicBezTo>
                    <a:pt x="35444" y="162342"/>
                    <a:pt x="51303" y="162696"/>
                    <a:pt x="58703" y="162696"/>
                  </a:cubicBezTo>
                  <a:cubicBezTo>
                    <a:pt x="99230" y="162696"/>
                    <a:pt x="115441" y="138960"/>
                    <a:pt x="115441" y="113452"/>
                  </a:cubicBezTo>
                  <a:cubicBezTo>
                    <a:pt x="115441" y="94676"/>
                    <a:pt x="104869" y="84048"/>
                    <a:pt x="100640" y="79796"/>
                  </a:cubicBezTo>
                  <a:cubicBezTo>
                    <a:pt x="89010" y="68460"/>
                    <a:pt x="75266" y="65626"/>
                    <a:pt x="60465" y="62791"/>
                  </a:cubicBezTo>
                  <a:cubicBezTo>
                    <a:pt x="40731" y="58894"/>
                    <a:pt x="17119" y="54289"/>
                    <a:pt x="17119" y="33741"/>
                  </a:cubicBezTo>
                  <a:cubicBezTo>
                    <a:pt x="17119" y="21342"/>
                    <a:pt x="26282" y="6816"/>
                    <a:pt x="56589" y="6816"/>
                  </a:cubicBezTo>
                  <a:cubicBezTo>
                    <a:pt x="95354" y="6816"/>
                    <a:pt x="97116" y="38701"/>
                    <a:pt x="97820" y="49683"/>
                  </a:cubicBezTo>
                  <a:cubicBezTo>
                    <a:pt x="98173" y="52872"/>
                    <a:pt x="101345" y="52872"/>
                    <a:pt x="102049" y="52872"/>
                  </a:cubicBezTo>
                  <a:cubicBezTo>
                    <a:pt x="106631" y="52872"/>
                    <a:pt x="106631" y="51100"/>
                    <a:pt x="106631" y="44369"/>
                  </a:cubicBezTo>
                  <a:lnTo>
                    <a:pt x="106631" y="8588"/>
                  </a:lnTo>
                  <a:cubicBezTo>
                    <a:pt x="106631" y="2565"/>
                    <a:pt x="106631" y="85"/>
                    <a:pt x="102754" y="85"/>
                  </a:cubicBezTo>
                  <a:cubicBezTo>
                    <a:pt x="100992" y="85"/>
                    <a:pt x="100287" y="85"/>
                    <a:pt x="95706" y="4337"/>
                  </a:cubicBezTo>
                  <a:cubicBezTo>
                    <a:pt x="94649" y="5754"/>
                    <a:pt x="91125" y="8942"/>
                    <a:pt x="89715" y="10005"/>
                  </a:cubicBezTo>
                  <a:cubicBezTo>
                    <a:pt x="76324" y="85"/>
                    <a:pt x="61875" y="85"/>
                    <a:pt x="56589" y="85"/>
                  </a:cubicBezTo>
                  <a:cubicBezTo>
                    <a:pt x="13595" y="85"/>
                    <a:pt x="204" y="23821"/>
                    <a:pt x="204" y="43661"/>
                  </a:cubicBezTo>
                  <a:cubicBezTo>
                    <a:pt x="204" y="56060"/>
                    <a:pt x="5842" y="65980"/>
                    <a:pt x="15357" y="73774"/>
                  </a:cubicBezTo>
                  <a:cubicBezTo>
                    <a:pt x="26634" y="82985"/>
                    <a:pt x="36502" y="85110"/>
                    <a:pt x="61875" y="90070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A9A182B6-5998-0B45-43F0-61EE07E466FA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1145434" y="7481738"/>
              <a:ext cx="758776" cy="14170"/>
            </a:xfrm>
            <a:custGeom>
              <a:avLst/>
              <a:gdLst>
                <a:gd name="connsiteX0" fmla="*/ 0 w 758776"/>
                <a:gd name="connsiteY0" fmla="*/ 0 h 14170"/>
                <a:gd name="connsiteX1" fmla="*/ 758777 w 758776"/>
                <a:gd name="connsiteY1" fmla="*/ 0 h 14170"/>
                <a:gd name="connsiteX2" fmla="*/ 758777 w 758776"/>
                <a:gd name="connsiteY2" fmla="*/ 14170 h 14170"/>
                <a:gd name="connsiteX3" fmla="*/ 0 w 758776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776" h="14170">
                  <a:moveTo>
                    <a:pt x="0" y="0"/>
                  </a:moveTo>
                  <a:lnTo>
                    <a:pt x="758777" y="0"/>
                  </a:lnTo>
                  <a:lnTo>
                    <a:pt x="758777" y="14170"/>
                  </a:lnTo>
                  <a:lnTo>
                    <a:pt x="0" y="14170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F6EC9B4-5C0C-21C7-F39E-C60807E8022D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1223284" y="7566746"/>
              <a:ext cx="185366" cy="261452"/>
            </a:xfrm>
            <a:custGeom>
              <a:avLst/>
              <a:gdLst>
                <a:gd name="connsiteX0" fmla="*/ 149256 w 185366"/>
                <a:gd name="connsiteY0" fmla="*/ 133659 h 261452"/>
                <a:gd name="connsiteX1" fmla="*/ 103796 w 185366"/>
                <a:gd name="connsiteY1" fmla="*/ 91855 h 261452"/>
                <a:gd name="connsiteX2" fmla="*/ 31905 w 185366"/>
                <a:gd name="connsiteY2" fmla="*/ 125157 h 261452"/>
                <a:gd name="connsiteX3" fmla="*/ 188 w 185366"/>
                <a:gd name="connsiteY3" fmla="*/ 198491 h 261452"/>
                <a:gd name="connsiteX4" fmla="*/ 65031 w 185366"/>
                <a:gd name="connsiteY4" fmla="*/ 261551 h 261452"/>
                <a:gd name="connsiteX5" fmla="*/ 185554 w 185366"/>
                <a:gd name="connsiteY5" fmla="*/ 91855 h 261452"/>
                <a:gd name="connsiteX6" fmla="*/ 109434 w 185366"/>
                <a:gd name="connsiteY6" fmla="*/ 99 h 261452"/>
                <a:gd name="connsiteX7" fmla="*/ 42124 w 185366"/>
                <a:gd name="connsiteY7" fmla="*/ 56074 h 261452"/>
                <a:gd name="connsiteX8" fmla="*/ 55516 w 185366"/>
                <a:gd name="connsiteY8" fmla="*/ 68473 h 261452"/>
                <a:gd name="connsiteX9" fmla="*/ 74546 w 185366"/>
                <a:gd name="connsiteY9" fmla="*/ 49697 h 261452"/>
                <a:gd name="connsiteX10" fmla="*/ 57983 w 185366"/>
                <a:gd name="connsiteY10" fmla="*/ 37297 h 261452"/>
                <a:gd name="connsiteX11" fmla="*/ 108729 w 185366"/>
                <a:gd name="connsiteY11" fmla="*/ 8956 h 261452"/>
                <a:gd name="connsiteX12" fmla="*/ 159124 w 185366"/>
                <a:gd name="connsiteY12" fmla="*/ 73079 h 261452"/>
                <a:gd name="connsiteX13" fmla="*/ 149609 w 185366"/>
                <a:gd name="connsiteY13" fmla="*/ 133659 h 261452"/>
                <a:gd name="connsiteX14" fmla="*/ 149256 w 185366"/>
                <a:gd name="connsiteY14" fmla="*/ 133659 h 261452"/>
                <a:gd name="connsiteX15" fmla="*/ 66088 w 185366"/>
                <a:gd name="connsiteY15" fmla="*/ 251632 h 261452"/>
                <a:gd name="connsiteX16" fmla="*/ 27323 w 185366"/>
                <a:gd name="connsiteY16" fmla="*/ 211599 h 261452"/>
                <a:gd name="connsiteX17" fmla="*/ 50582 w 185366"/>
                <a:gd name="connsiteY17" fmla="*/ 131179 h 261452"/>
                <a:gd name="connsiteX18" fmla="*/ 103796 w 185366"/>
                <a:gd name="connsiteY18" fmla="*/ 99649 h 261452"/>
                <a:gd name="connsiteX19" fmla="*/ 142913 w 185366"/>
                <a:gd name="connsiteY19" fmla="*/ 146413 h 261452"/>
                <a:gd name="connsiteX20" fmla="*/ 66088 w 185366"/>
                <a:gd name="connsiteY20" fmla="*/ 251632 h 26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5366" h="261452">
                  <a:moveTo>
                    <a:pt x="149256" y="133659"/>
                  </a:moveTo>
                  <a:cubicBezTo>
                    <a:pt x="145732" y="111694"/>
                    <a:pt x="131283" y="91855"/>
                    <a:pt x="103796" y="91855"/>
                  </a:cubicBezTo>
                  <a:cubicBezTo>
                    <a:pt x="82299" y="91855"/>
                    <a:pt x="59392" y="97524"/>
                    <a:pt x="31905" y="125157"/>
                  </a:cubicBezTo>
                  <a:cubicBezTo>
                    <a:pt x="2655" y="154561"/>
                    <a:pt x="188" y="187508"/>
                    <a:pt x="188" y="198491"/>
                  </a:cubicBezTo>
                  <a:cubicBezTo>
                    <a:pt x="188" y="220456"/>
                    <a:pt x="15694" y="261551"/>
                    <a:pt x="65031" y="261551"/>
                  </a:cubicBezTo>
                  <a:cubicBezTo>
                    <a:pt x="148904" y="261551"/>
                    <a:pt x="185554" y="142516"/>
                    <a:pt x="185554" y="91855"/>
                  </a:cubicBezTo>
                  <a:cubicBezTo>
                    <a:pt x="185554" y="35526"/>
                    <a:pt x="152780" y="99"/>
                    <a:pt x="109434" y="99"/>
                  </a:cubicBezTo>
                  <a:cubicBezTo>
                    <a:pt x="58335" y="99"/>
                    <a:pt x="42124" y="46154"/>
                    <a:pt x="42124" y="56074"/>
                  </a:cubicBezTo>
                  <a:cubicBezTo>
                    <a:pt x="42124" y="61034"/>
                    <a:pt x="44944" y="68473"/>
                    <a:pt x="55516" y="68473"/>
                  </a:cubicBezTo>
                  <a:cubicBezTo>
                    <a:pt x="67145" y="68473"/>
                    <a:pt x="74546" y="57845"/>
                    <a:pt x="74546" y="49697"/>
                  </a:cubicBezTo>
                  <a:cubicBezTo>
                    <a:pt x="74546" y="37297"/>
                    <a:pt x="63621" y="37297"/>
                    <a:pt x="57983" y="37297"/>
                  </a:cubicBezTo>
                  <a:cubicBezTo>
                    <a:pt x="73489" y="11081"/>
                    <a:pt x="98510" y="8956"/>
                    <a:pt x="108729" y="8956"/>
                  </a:cubicBezTo>
                  <a:cubicBezTo>
                    <a:pt x="134455" y="8956"/>
                    <a:pt x="159124" y="27378"/>
                    <a:pt x="159124" y="73079"/>
                  </a:cubicBezTo>
                  <a:cubicBezTo>
                    <a:pt x="159124" y="86895"/>
                    <a:pt x="157009" y="104963"/>
                    <a:pt x="149609" y="133659"/>
                  </a:cubicBezTo>
                  <a:lnTo>
                    <a:pt x="149256" y="133659"/>
                  </a:lnTo>
                  <a:close/>
                  <a:moveTo>
                    <a:pt x="66088" y="251632"/>
                  </a:moveTo>
                  <a:cubicBezTo>
                    <a:pt x="27323" y="251632"/>
                    <a:pt x="27323" y="215142"/>
                    <a:pt x="27323" y="211599"/>
                  </a:cubicBezTo>
                  <a:cubicBezTo>
                    <a:pt x="27323" y="202034"/>
                    <a:pt x="36134" y="152436"/>
                    <a:pt x="50582" y="131179"/>
                  </a:cubicBezTo>
                  <a:cubicBezTo>
                    <a:pt x="64678" y="110986"/>
                    <a:pt x="81946" y="99649"/>
                    <a:pt x="103796" y="99649"/>
                  </a:cubicBezTo>
                  <a:cubicBezTo>
                    <a:pt x="142208" y="99649"/>
                    <a:pt x="142913" y="139328"/>
                    <a:pt x="142913" y="146413"/>
                  </a:cubicBezTo>
                  <a:cubicBezTo>
                    <a:pt x="142913" y="171921"/>
                    <a:pt x="120359" y="251632"/>
                    <a:pt x="66088" y="251632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C6D21FC-A1A3-4665-B087-84C137CE6C4C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1424317" y="7577374"/>
              <a:ext cx="401743" cy="245864"/>
            </a:xfrm>
            <a:custGeom>
              <a:avLst/>
              <a:gdLst>
                <a:gd name="connsiteX0" fmla="*/ 368459 w 401743"/>
                <a:gd name="connsiteY0" fmla="*/ 25252 h 245864"/>
                <a:gd name="connsiteX1" fmla="*/ 381851 w 401743"/>
                <a:gd name="connsiteY1" fmla="*/ 17458 h 245864"/>
                <a:gd name="connsiteX2" fmla="*/ 401938 w 401743"/>
                <a:gd name="connsiteY2" fmla="*/ 16750 h 245864"/>
                <a:gd name="connsiteX3" fmla="*/ 401938 w 401743"/>
                <a:gd name="connsiteY3" fmla="*/ 99 h 245864"/>
                <a:gd name="connsiteX4" fmla="*/ 364230 w 401743"/>
                <a:gd name="connsiteY4" fmla="*/ 1162 h 245864"/>
                <a:gd name="connsiteX5" fmla="*/ 316303 w 401743"/>
                <a:gd name="connsiteY5" fmla="*/ 99 h 245864"/>
                <a:gd name="connsiteX6" fmla="*/ 316303 w 401743"/>
                <a:gd name="connsiteY6" fmla="*/ 16750 h 245864"/>
                <a:gd name="connsiteX7" fmla="*/ 352248 w 401743"/>
                <a:gd name="connsiteY7" fmla="*/ 20647 h 245864"/>
                <a:gd name="connsiteX8" fmla="*/ 291634 w 401743"/>
                <a:gd name="connsiteY8" fmla="*/ 179006 h 245864"/>
                <a:gd name="connsiteX9" fmla="*/ 229258 w 401743"/>
                <a:gd name="connsiteY9" fmla="*/ 16750 h 245864"/>
                <a:gd name="connsiteX10" fmla="*/ 263089 w 401743"/>
                <a:gd name="connsiteY10" fmla="*/ 16750 h 245864"/>
                <a:gd name="connsiteX11" fmla="*/ 263089 w 401743"/>
                <a:gd name="connsiteY11" fmla="*/ 99 h 245864"/>
                <a:gd name="connsiteX12" fmla="*/ 201418 w 401743"/>
                <a:gd name="connsiteY12" fmla="*/ 1162 h 245864"/>
                <a:gd name="connsiteX13" fmla="*/ 147500 w 401743"/>
                <a:gd name="connsiteY13" fmla="*/ 99 h 245864"/>
                <a:gd name="connsiteX14" fmla="*/ 147500 w 401743"/>
                <a:gd name="connsiteY14" fmla="*/ 16750 h 245864"/>
                <a:gd name="connsiteX15" fmla="*/ 177807 w 401743"/>
                <a:gd name="connsiteY15" fmla="*/ 16750 h 245864"/>
                <a:gd name="connsiteX16" fmla="*/ 192256 w 401743"/>
                <a:gd name="connsiteY16" fmla="*/ 54302 h 245864"/>
                <a:gd name="connsiteX17" fmla="*/ 144328 w 401743"/>
                <a:gd name="connsiteY17" fmla="*/ 179006 h 245864"/>
                <a:gd name="connsiteX18" fmla="*/ 81952 w 401743"/>
                <a:gd name="connsiteY18" fmla="*/ 16750 h 245864"/>
                <a:gd name="connsiteX19" fmla="*/ 115783 w 401743"/>
                <a:gd name="connsiteY19" fmla="*/ 16750 h 245864"/>
                <a:gd name="connsiteX20" fmla="*/ 115783 w 401743"/>
                <a:gd name="connsiteY20" fmla="*/ 99 h 245864"/>
                <a:gd name="connsiteX21" fmla="*/ 54112 w 401743"/>
                <a:gd name="connsiteY21" fmla="*/ 1162 h 245864"/>
                <a:gd name="connsiteX22" fmla="*/ 194 w 401743"/>
                <a:gd name="connsiteY22" fmla="*/ 99 h 245864"/>
                <a:gd name="connsiteX23" fmla="*/ 194 w 401743"/>
                <a:gd name="connsiteY23" fmla="*/ 16750 h 245864"/>
                <a:gd name="connsiteX24" fmla="*/ 30501 w 401743"/>
                <a:gd name="connsiteY24" fmla="*/ 16750 h 245864"/>
                <a:gd name="connsiteX25" fmla="*/ 115079 w 401743"/>
                <a:gd name="connsiteY25" fmla="*/ 236752 h 245864"/>
                <a:gd name="connsiteX26" fmla="*/ 127413 w 401743"/>
                <a:gd name="connsiteY26" fmla="*/ 245963 h 245864"/>
                <a:gd name="connsiteX27" fmla="*/ 139747 w 401743"/>
                <a:gd name="connsiteY27" fmla="*/ 236752 h 245864"/>
                <a:gd name="connsiteX28" fmla="*/ 201066 w 401743"/>
                <a:gd name="connsiteY28" fmla="*/ 77330 h 245864"/>
                <a:gd name="connsiteX29" fmla="*/ 262385 w 401743"/>
                <a:gd name="connsiteY29" fmla="*/ 236752 h 245864"/>
                <a:gd name="connsiteX30" fmla="*/ 274719 w 401743"/>
                <a:gd name="connsiteY30" fmla="*/ 245963 h 245864"/>
                <a:gd name="connsiteX31" fmla="*/ 287053 w 401743"/>
                <a:gd name="connsiteY31" fmla="*/ 236752 h 245864"/>
                <a:gd name="connsiteX32" fmla="*/ 368459 w 401743"/>
                <a:gd name="connsiteY32" fmla="*/ 25252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1743" h="245864">
                  <a:moveTo>
                    <a:pt x="368459" y="25252"/>
                  </a:moveTo>
                  <a:cubicBezTo>
                    <a:pt x="370574" y="19229"/>
                    <a:pt x="370926" y="18521"/>
                    <a:pt x="381851" y="17458"/>
                  </a:cubicBezTo>
                  <a:cubicBezTo>
                    <a:pt x="388899" y="16750"/>
                    <a:pt x="396299" y="16750"/>
                    <a:pt x="401938" y="16750"/>
                  </a:cubicBezTo>
                  <a:lnTo>
                    <a:pt x="401938" y="99"/>
                  </a:lnTo>
                  <a:cubicBezTo>
                    <a:pt x="392423" y="453"/>
                    <a:pt x="380089" y="1162"/>
                    <a:pt x="364230" y="1162"/>
                  </a:cubicBezTo>
                  <a:cubicBezTo>
                    <a:pt x="350839" y="1162"/>
                    <a:pt x="328990" y="1162"/>
                    <a:pt x="316303" y="99"/>
                  </a:cubicBezTo>
                  <a:lnTo>
                    <a:pt x="316303" y="16750"/>
                  </a:lnTo>
                  <a:cubicBezTo>
                    <a:pt x="325113" y="16750"/>
                    <a:pt x="342029" y="16750"/>
                    <a:pt x="352248" y="20647"/>
                  </a:cubicBezTo>
                  <a:lnTo>
                    <a:pt x="291634" y="179006"/>
                  </a:lnTo>
                  <a:lnTo>
                    <a:pt x="229258" y="16750"/>
                  </a:lnTo>
                  <a:lnTo>
                    <a:pt x="263089" y="16750"/>
                  </a:lnTo>
                  <a:lnTo>
                    <a:pt x="263089" y="99"/>
                  </a:lnTo>
                  <a:cubicBezTo>
                    <a:pt x="249698" y="1162"/>
                    <a:pt x="216572" y="1162"/>
                    <a:pt x="201418" y="1162"/>
                  </a:cubicBezTo>
                  <a:cubicBezTo>
                    <a:pt x="187674" y="1162"/>
                    <a:pt x="159834" y="1162"/>
                    <a:pt x="147500" y="99"/>
                  </a:cubicBezTo>
                  <a:lnTo>
                    <a:pt x="147500" y="16750"/>
                  </a:lnTo>
                  <a:lnTo>
                    <a:pt x="177807" y="16750"/>
                  </a:lnTo>
                  <a:lnTo>
                    <a:pt x="192256" y="54302"/>
                  </a:lnTo>
                  <a:lnTo>
                    <a:pt x="144328" y="179006"/>
                  </a:lnTo>
                  <a:lnTo>
                    <a:pt x="81952" y="16750"/>
                  </a:lnTo>
                  <a:lnTo>
                    <a:pt x="115783" y="16750"/>
                  </a:lnTo>
                  <a:lnTo>
                    <a:pt x="115783" y="99"/>
                  </a:lnTo>
                  <a:cubicBezTo>
                    <a:pt x="102392" y="1162"/>
                    <a:pt x="69266" y="1162"/>
                    <a:pt x="54112" y="1162"/>
                  </a:cubicBezTo>
                  <a:cubicBezTo>
                    <a:pt x="40368" y="1162"/>
                    <a:pt x="12528" y="1162"/>
                    <a:pt x="194" y="99"/>
                  </a:cubicBezTo>
                  <a:lnTo>
                    <a:pt x="194" y="16750"/>
                  </a:lnTo>
                  <a:lnTo>
                    <a:pt x="30501" y="16750"/>
                  </a:lnTo>
                  <a:lnTo>
                    <a:pt x="115079" y="236752"/>
                  </a:lnTo>
                  <a:cubicBezTo>
                    <a:pt x="117193" y="242421"/>
                    <a:pt x="118603" y="245963"/>
                    <a:pt x="127413" y="245963"/>
                  </a:cubicBezTo>
                  <a:cubicBezTo>
                    <a:pt x="136223" y="245963"/>
                    <a:pt x="137633" y="242421"/>
                    <a:pt x="139747" y="236752"/>
                  </a:cubicBezTo>
                  <a:lnTo>
                    <a:pt x="201066" y="77330"/>
                  </a:lnTo>
                  <a:lnTo>
                    <a:pt x="262385" y="236752"/>
                  </a:lnTo>
                  <a:cubicBezTo>
                    <a:pt x="264499" y="242421"/>
                    <a:pt x="265909" y="245963"/>
                    <a:pt x="274719" y="245963"/>
                  </a:cubicBezTo>
                  <a:cubicBezTo>
                    <a:pt x="283529" y="245963"/>
                    <a:pt x="284939" y="242421"/>
                    <a:pt x="287053" y="236752"/>
                  </a:cubicBezTo>
                  <a:lnTo>
                    <a:pt x="368459" y="25252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8456B368-2044-DB6D-743D-E48A293F0F7A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2064123" y="7447374"/>
              <a:ext cx="234350" cy="82899"/>
            </a:xfrm>
            <a:custGeom>
              <a:avLst/>
              <a:gdLst>
                <a:gd name="connsiteX0" fmla="*/ 222580 w 234350"/>
                <a:gd name="connsiteY0" fmla="*/ 14263 h 82899"/>
                <a:gd name="connsiteX1" fmla="*/ 234562 w 234350"/>
                <a:gd name="connsiteY1" fmla="*/ 7177 h 82899"/>
                <a:gd name="connsiteX2" fmla="*/ 222933 w 234350"/>
                <a:gd name="connsiteY2" fmla="*/ 92 h 82899"/>
                <a:gd name="connsiteX3" fmla="*/ 11841 w 234350"/>
                <a:gd name="connsiteY3" fmla="*/ 92 h 82899"/>
                <a:gd name="connsiteX4" fmla="*/ 212 w 234350"/>
                <a:gd name="connsiteY4" fmla="*/ 7177 h 82899"/>
                <a:gd name="connsiteX5" fmla="*/ 12193 w 234350"/>
                <a:gd name="connsiteY5" fmla="*/ 14263 h 82899"/>
                <a:gd name="connsiteX6" fmla="*/ 222580 w 234350"/>
                <a:gd name="connsiteY6" fmla="*/ 14263 h 82899"/>
                <a:gd name="connsiteX7" fmla="*/ 222933 w 234350"/>
                <a:gd name="connsiteY7" fmla="*/ 82992 h 82899"/>
                <a:gd name="connsiteX8" fmla="*/ 234562 w 234350"/>
                <a:gd name="connsiteY8" fmla="*/ 75906 h 82899"/>
                <a:gd name="connsiteX9" fmla="*/ 222580 w 234350"/>
                <a:gd name="connsiteY9" fmla="*/ 68821 h 82899"/>
                <a:gd name="connsiteX10" fmla="*/ 12193 w 234350"/>
                <a:gd name="connsiteY10" fmla="*/ 68821 h 82899"/>
                <a:gd name="connsiteX11" fmla="*/ 212 w 234350"/>
                <a:gd name="connsiteY11" fmla="*/ 75906 h 82899"/>
                <a:gd name="connsiteX12" fmla="*/ 11841 w 234350"/>
                <a:gd name="connsiteY12" fmla="*/ 82992 h 82899"/>
                <a:gd name="connsiteX13" fmla="*/ 222933 w 234350"/>
                <a:gd name="connsiteY13" fmla="*/ 82992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50" h="82899">
                  <a:moveTo>
                    <a:pt x="222580" y="14263"/>
                  </a:moveTo>
                  <a:cubicBezTo>
                    <a:pt x="227867" y="14263"/>
                    <a:pt x="234562" y="14263"/>
                    <a:pt x="234562" y="7177"/>
                  </a:cubicBezTo>
                  <a:cubicBezTo>
                    <a:pt x="234562" y="92"/>
                    <a:pt x="227867" y="92"/>
                    <a:pt x="222933" y="92"/>
                  </a:cubicBezTo>
                  <a:lnTo>
                    <a:pt x="11841" y="92"/>
                  </a:lnTo>
                  <a:cubicBezTo>
                    <a:pt x="6907" y="92"/>
                    <a:pt x="212" y="92"/>
                    <a:pt x="212" y="7177"/>
                  </a:cubicBezTo>
                  <a:cubicBezTo>
                    <a:pt x="212" y="14263"/>
                    <a:pt x="6907" y="14263"/>
                    <a:pt x="12193" y="14263"/>
                  </a:cubicBezTo>
                  <a:lnTo>
                    <a:pt x="222580" y="14263"/>
                  </a:lnTo>
                  <a:close/>
                  <a:moveTo>
                    <a:pt x="222933" y="82992"/>
                  </a:moveTo>
                  <a:cubicBezTo>
                    <a:pt x="227867" y="82992"/>
                    <a:pt x="234562" y="82992"/>
                    <a:pt x="234562" y="75906"/>
                  </a:cubicBezTo>
                  <a:cubicBezTo>
                    <a:pt x="234562" y="68821"/>
                    <a:pt x="227867" y="68821"/>
                    <a:pt x="222580" y="68821"/>
                  </a:cubicBezTo>
                  <a:lnTo>
                    <a:pt x="12193" y="68821"/>
                  </a:lnTo>
                  <a:cubicBezTo>
                    <a:pt x="6907" y="68821"/>
                    <a:pt x="212" y="68821"/>
                    <a:pt x="212" y="75906"/>
                  </a:cubicBezTo>
                  <a:cubicBezTo>
                    <a:pt x="212" y="82992"/>
                    <a:pt x="6907" y="82992"/>
                    <a:pt x="11841" y="82992"/>
                  </a:cubicBezTo>
                  <a:lnTo>
                    <a:pt x="222933" y="82992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F5BCDF1-559A-1F48-D5D6-0AAF127D86C3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2611506" y="6962445"/>
              <a:ext cx="121368" cy="174584"/>
            </a:xfrm>
            <a:custGeom>
              <a:avLst/>
              <a:gdLst>
                <a:gd name="connsiteX0" fmla="*/ 58938 w 121368"/>
                <a:gd name="connsiteY0" fmla="*/ 7519 h 174584"/>
                <a:gd name="connsiteX1" fmla="*/ 59925 w 121368"/>
                <a:gd name="connsiteY1" fmla="*/ 3551 h 174584"/>
                <a:gd name="connsiteX2" fmla="*/ 55978 w 121368"/>
                <a:gd name="connsiteY2" fmla="*/ 80 h 174584"/>
                <a:gd name="connsiteX3" fmla="*/ 24402 w 121368"/>
                <a:gd name="connsiteY3" fmla="*/ 2559 h 174584"/>
                <a:gd name="connsiteX4" fmla="*/ 18975 w 121368"/>
                <a:gd name="connsiteY4" fmla="*/ 8263 h 174584"/>
                <a:gd name="connsiteX5" fmla="*/ 25389 w 121368"/>
                <a:gd name="connsiteY5" fmla="*/ 11735 h 174584"/>
                <a:gd name="connsiteX6" fmla="*/ 37230 w 121368"/>
                <a:gd name="connsiteY6" fmla="*/ 15455 h 174584"/>
                <a:gd name="connsiteX7" fmla="*/ 36243 w 121368"/>
                <a:gd name="connsiteY7" fmla="*/ 20911 h 174584"/>
                <a:gd name="connsiteX8" fmla="*/ 1461 w 121368"/>
                <a:gd name="connsiteY8" fmla="*/ 161273 h 174584"/>
                <a:gd name="connsiteX9" fmla="*/ 227 w 121368"/>
                <a:gd name="connsiteY9" fmla="*/ 166729 h 174584"/>
                <a:gd name="connsiteX10" fmla="*/ 8614 w 121368"/>
                <a:gd name="connsiteY10" fmla="*/ 174665 h 174584"/>
                <a:gd name="connsiteX11" fmla="*/ 19962 w 121368"/>
                <a:gd name="connsiteY11" fmla="*/ 164249 h 174584"/>
                <a:gd name="connsiteX12" fmla="*/ 32049 w 121368"/>
                <a:gd name="connsiteY12" fmla="*/ 116139 h 174584"/>
                <a:gd name="connsiteX13" fmla="*/ 63625 w 121368"/>
                <a:gd name="connsiteY13" fmla="*/ 136474 h 174584"/>
                <a:gd name="connsiteX14" fmla="*/ 63132 w 121368"/>
                <a:gd name="connsiteY14" fmla="*/ 141434 h 174584"/>
                <a:gd name="connsiteX15" fmla="*/ 62145 w 121368"/>
                <a:gd name="connsiteY15" fmla="*/ 149122 h 174584"/>
                <a:gd name="connsiteX16" fmla="*/ 88294 w 121368"/>
                <a:gd name="connsiteY16" fmla="*/ 174665 h 174584"/>
                <a:gd name="connsiteX17" fmla="*/ 119623 w 121368"/>
                <a:gd name="connsiteY17" fmla="*/ 136722 h 174584"/>
                <a:gd name="connsiteX18" fmla="*/ 115676 w 121368"/>
                <a:gd name="connsiteY18" fmla="*/ 133498 h 174584"/>
                <a:gd name="connsiteX19" fmla="*/ 110742 w 121368"/>
                <a:gd name="connsiteY19" fmla="*/ 139450 h 174584"/>
                <a:gd name="connsiteX20" fmla="*/ 89034 w 121368"/>
                <a:gd name="connsiteY20" fmla="*/ 167721 h 174584"/>
                <a:gd name="connsiteX21" fmla="*/ 80400 w 121368"/>
                <a:gd name="connsiteY21" fmla="*/ 154825 h 174584"/>
                <a:gd name="connsiteX22" fmla="*/ 81880 w 121368"/>
                <a:gd name="connsiteY22" fmla="*/ 143666 h 174584"/>
                <a:gd name="connsiteX23" fmla="*/ 83113 w 121368"/>
                <a:gd name="connsiteY23" fmla="*/ 135978 h 174584"/>
                <a:gd name="connsiteX24" fmla="*/ 43150 w 121368"/>
                <a:gd name="connsiteY24" fmla="*/ 109691 h 174584"/>
                <a:gd name="connsiteX25" fmla="*/ 63625 w 121368"/>
                <a:gd name="connsiteY25" fmla="*/ 93324 h 174584"/>
                <a:gd name="connsiteX26" fmla="*/ 102355 w 121368"/>
                <a:gd name="connsiteY26" fmla="*/ 69765 h 174584"/>
                <a:gd name="connsiteX27" fmla="*/ 110495 w 121368"/>
                <a:gd name="connsiteY27" fmla="*/ 72989 h 174584"/>
                <a:gd name="connsiteX28" fmla="*/ 97668 w 121368"/>
                <a:gd name="connsiteY28" fmla="*/ 86876 h 174584"/>
                <a:gd name="connsiteX29" fmla="*/ 107535 w 121368"/>
                <a:gd name="connsiteY29" fmla="*/ 96052 h 174584"/>
                <a:gd name="connsiteX30" fmla="*/ 121596 w 121368"/>
                <a:gd name="connsiteY30" fmla="*/ 80180 h 174584"/>
                <a:gd name="connsiteX31" fmla="*/ 102601 w 121368"/>
                <a:gd name="connsiteY31" fmla="*/ 62821 h 174584"/>
                <a:gd name="connsiteX32" fmla="*/ 63132 w 121368"/>
                <a:gd name="connsiteY32" fmla="*/ 84644 h 174584"/>
                <a:gd name="connsiteX33" fmla="*/ 34516 w 121368"/>
                <a:gd name="connsiteY33" fmla="*/ 106467 h 174584"/>
                <a:gd name="connsiteX34" fmla="*/ 58938 w 121368"/>
                <a:gd name="connsiteY34" fmla="*/ 7519 h 174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368" h="174584">
                  <a:moveTo>
                    <a:pt x="58938" y="7519"/>
                  </a:moveTo>
                  <a:cubicBezTo>
                    <a:pt x="59185" y="7023"/>
                    <a:pt x="59925" y="3799"/>
                    <a:pt x="59925" y="3551"/>
                  </a:cubicBezTo>
                  <a:cubicBezTo>
                    <a:pt x="59925" y="2311"/>
                    <a:pt x="58938" y="80"/>
                    <a:pt x="55978" y="80"/>
                  </a:cubicBezTo>
                  <a:cubicBezTo>
                    <a:pt x="51044" y="80"/>
                    <a:pt x="30569" y="2063"/>
                    <a:pt x="24402" y="2559"/>
                  </a:cubicBezTo>
                  <a:cubicBezTo>
                    <a:pt x="22429" y="2807"/>
                    <a:pt x="18975" y="3055"/>
                    <a:pt x="18975" y="8263"/>
                  </a:cubicBezTo>
                  <a:cubicBezTo>
                    <a:pt x="18975" y="11735"/>
                    <a:pt x="22429" y="11735"/>
                    <a:pt x="25389" y="11735"/>
                  </a:cubicBezTo>
                  <a:cubicBezTo>
                    <a:pt x="37230" y="11735"/>
                    <a:pt x="37230" y="13471"/>
                    <a:pt x="37230" y="15455"/>
                  </a:cubicBezTo>
                  <a:cubicBezTo>
                    <a:pt x="37230" y="17191"/>
                    <a:pt x="36736" y="18679"/>
                    <a:pt x="36243" y="20911"/>
                  </a:cubicBezTo>
                  <a:lnTo>
                    <a:pt x="1461" y="161273"/>
                  </a:lnTo>
                  <a:cubicBezTo>
                    <a:pt x="227" y="165737"/>
                    <a:pt x="227" y="166233"/>
                    <a:pt x="227" y="166729"/>
                  </a:cubicBezTo>
                  <a:cubicBezTo>
                    <a:pt x="227" y="170449"/>
                    <a:pt x="3187" y="174665"/>
                    <a:pt x="8614" y="174665"/>
                  </a:cubicBezTo>
                  <a:cubicBezTo>
                    <a:pt x="15275" y="174665"/>
                    <a:pt x="18482" y="169705"/>
                    <a:pt x="19962" y="164249"/>
                  </a:cubicBezTo>
                  <a:cubicBezTo>
                    <a:pt x="20455" y="163257"/>
                    <a:pt x="31063" y="119611"/>
                    <a:pt x="32049" y="116139"/>
                  </a:cubicBezTo>
                  <a:cubicBezTo>
                    <a:pt x="49564" y="117875"/>
                    <a:pt x="63625" y="123579"/>
                    <a:pt x="63625" y="136474"/>
                  </a:cubicBezTo>
                  <a:cubicBezTo>
                    <a:pt x="63625" y="137714"/>
                    <a:pt x="63625" y="138954"/>
                    <a:pt x="63132" y="141434"/>
                  </a:cubicBezTo>
                  <a:cubicBezTo>
                    <a:pt x="62145" y="145154"/>
                    <a:pt x="62145" y="146394"/>
                    <a:pt x="62145" y="149122"/>
                  </a:cubicBezTo>
                  <a:cubicBezTo>
                    <a:pt x="62145" y="166729"/>
                    <a:pt x="76453" y="174665"/>
                    <a:pt x="88294" y="174665"/>
                  </a:cubicBezTo>
                  <a:cubicBezTo>
                    <a:pt x="112222" y="174665"/>
                    <a:pt x="119623" y="136970"/>
                    <a:pt x="119623" y="136722"/>
                  </a:cubicBezTo>
                  <a:cubicBezTo>
                    <a:pt x="119623" y="133498"/>
                    <a:pt x="116416" y="133498"/>
                    <a:pt x="115676" y="133498"/>
                  </a:cubicBezTo>
                  <a:cubicBezTo>
                    <a:pt x="112222" y="133498"/>
                    <a:pt x="111975" y="134738"/>
                    <a:pt x="110742" y="139450"/>
                  </a:cubicBezTo>
                  <a:cubicBezTo>
                    <a:pt x="107782" y="150114"/>
                    <a:pt x="101121" y="167721"/>
                    <a:pt x="89034" y="167721"/>
                  </a:cubicBezTo>
                  <a:cubicBezTo>
                    <a:pt x="82373" y="167721"/>
                    <a:pt x="80400" y="161521"/>
                    <a:pt x="80400" y="154825"/>
                  </a:cubicBezTo>
                  <a:cubicBezTo>
                    <a:pt x="80400" y="150610"/>
                    <a:pt x="80400" y="150114"/>
                    <a:pt x="81880" y="143666"/>
                  </a:cubicBezTo>
                  <a:cubicBezTo>
                    <a:pt x="82126" y="142922"/>
                    <a:pt x="83113" y="138706"/>
                    <a:pt x="83113" y="135978"/>
                  </a:cubicBezTo>
                  <a:cubicBezTo>
                    <a:pt x="83113" y="113907"/>
                    <a:pt x="53511" y="110435"/>
                    <a:pt x="43150" y="109691"/>
                  </a:cubicBezTo>
                  <a:cubicBezTo>
                    <a:pt x="50304" y="105227"/>
                    <a:pt x="59431" y="97044"/>
                    <a:pt x="63625" y="93324"/>
                  </a:cubicBezTo>
                  <a:cubicBezTo>
                    <a:pt x="76206" y="81420"/>
                    <a:pt x="88540" y="69765"/>
                    <a:pt x="102355" y="69765"/>
                  </a:cubicBezTo>
                  <a:cubicBezTo>
                    <a:pt x="105315" y="69765"/>
                    <a:pt x="108522" y="70509"/>
                    <a:pt x="110495" y="72989"/>
                  </a:cubicBezTo>
                  <a:cubicBezTo>
                    <a:pt x="99888" y="74725"/>
                    <a:pt x="97668" y="83156"/>
                    <a:pt x="97668" y="86876"/>
                  </a:cubicBezTo>
                  <a:cubicBezTo>
                    <a:pt x="97668" y="92332"/>
                    <a:pt x="101861" y="96052"/>
                    <a:pt x="107535" y="96052"/>
                  </a:cubicBezTo>
                  <a:cubicBezTo>
                    <a:pt x="114196" y="96052"/>
                    <a:pt x="121596" y="90596"/>
                    <a:pt x="121596" y="80180"/>
                  </a:cubicBezTo>
                  <a:cubicBezTo>
                    <a:pt x="121596" y="71997"/>
                    <a:pt x="115676" y="62821"/>
                    <a:pt x="102601" y="62821"/>
                  </a:cubicBezTo>
                  <a:cubicBezTo>
                    <a:pt x="88540" y="62821"/>
                    <a:pt x="75713" y="72989"/>
                    <a:pt x="63132" y="84644"/>
                  </a:cubicBezTo>
                  <a:cubicBezTo>
                    <a:pt x="52771" y="94564"/>
                    <a:pt x="44630" y="102251"/>
                    <a:pt x="34516" y="106467"/>
                  </a:cubicBezTo>
                  <a:lnTo>
                    <a:pt x="58938" y="7519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A1E67CF3-88F3-47BD-31B7-DFAEE5C46CEB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2436107" y="7240831"/>
              <a:ext cx="469053" cy="495980"/>
            </a:xfrm>
            <a:custGeom>
              <a:avLst/>
              <a:gdLst>
                <a:gd name="connsiteX0" fmla="*/ 426635 w 469053"/>
                <a:gd name="connsiteY0" fmla="*/ 496063 h 495980"/>
                <a:gd name="connsiteX1" fmla="*/ 469276 w 469053"/>
                <a:gd name="connsiteY1" fmla="*/ 382696 h 495980"/>
                <a:gd name="connsiteX2" fmla="*/ 460466 w 469053"/>
                <a:gd name="connsiteY2" fmla="*/ 382696 h 495980"/>
                <a:gd name="connsiteX3" fmla="*/ 368840 w 469053"/>
                <a:gd name="connsiteY3" fmla="*/ 454259 h 495980"/>
                <a:gd name="connsiteX4" fmla="*/ 259241 w 469053"/>
                <a:gd name="connsiteY4" fmla="*/ 465241 h 495980"/>
                <a:gd name="connsiteX5" fmla="*/ 46740 w 469053"/>
                <a:gd name="connsiteY5" fmla="*/ 465241 h 495980"/>
                <a:gd name="connsiteX6" fmla="*/ 226115 w 469053"/>
                <a:gd name="connsiteY6" fmla="*/ 253741 h 495980"/>
                <a:gd name="connsiteX7" fmla="*/ 229287 w 469053"/>
                <a:gd name="connsiteY7" fmla="*/ 248073 h 495980"/>
                <a:gd name="connsiteX8" fmla="*/ 226820 w 469053"/>
                <a:gd name="connsiteY8" fmla="*/ 242759 h 495980"/>
                <a:gd name="connsiteX9" fmla="*/ 62598 w 469053"/>
                <a:gd name="connsiteY9" fmla="*/ 17088 h 495980"/>
                <a:gd name="connsiteX10" fmla="*/ 255717 w 469053"/>
                <a:gd name="connsiteY10" fmla="*/ 17088 h 495980"/>
                <a:gd name="connsiteX11" fmla="*/ 338180 w 469053"/>
                <a:gd name="connsiteY11" fmla="*/ 22756 h 495980"/>
                <a:gd name="connsiteX12" fmla="*/ 415710 w 469053"/>
                <a:gd name="connsiteY12" fmla="*/ 49326 h 495980"/>
                <a:gd name="connsiteX13" fmla="*/ 460466 w 469053"/>
                <a:gd name="connsiteY13" fmla="*/ 99633 h 495980"/>
                <a:gd name="connsiteX14" fmla="*/ 469276 w 469053"/>
                <a:gd name="connsiteY14" fmla="*/ 99633 h 495980"/>
                <a:gd name="connsiteX15" fmla="*/ 426635 w 469053"/>
                <a:gd name="connsiteY15" fmla="*/ 83 h 495980"/>
                <a:gd name="connsiteX16" fmla="*/ 10090 w 469053"/>
                <a:gd name="connsiteY16" fmla="*/ 83 h 495980"/>
                <a:gd name="connsiteX17" fmla="*/ 575 w 469053"/>
                <a:gd name="connsiteY17" fmla="*/ 2562 h 495980"/>
                <a:gd name="connsiteX18" fmla="*/ 222 w 469053"/>
                <a:gd name="connsiteY18" fmla="*/ 14253 h 495980"/>
                <a:gd name="connsiteX19" fmla="*/ 186645 w 469053"/>
                <a:gd name="connsiteY19" fmla="*/ 270746 h 495980"/>
                <a:gd name="connsiteX20" fmla="*/ 4099 w 469053"/>
                <a:gd name="connsiteY20" fmla="*/ 485789 h 495980"/>
                <a:gd name="connsiteX21" fmla="*/ 575 w 469053"/>
                <a:gd name="connsiteY21" fmla="*/ 492166 h 495980"/>
                <a:gd name="connsiteX22" fmla="*/ 10090 w 469053"/>
                <a:gd name="connsiteY22" fmla="*/ 496063 h 495980"/>
                <a:gd name="connsiteX23" fmla="*/ 426635 w 469053"/>
                <a:gd name="connsiteY23" fmla="*/ 496063 h 495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69053" h="495980">
                  <a:moveTo>
                    <a:pt x="426635" y="496063"/>
                  </a:moveTo>
                  <a:lnTo>
                    <a:pt x="469276" y="382696"/>
                  </a:lnTo>
                  <a:lnTo>
                    <a:pt x="460466" y="382696"/>
                  </a:lnTo>
                  <a:cubicBezTo>
                    <a:pt x="446722" y="419540"/>
                    <a:pt x="409367" y="443630"/>
                    <a:pt x="368840" y="454259"/>
                  </a:cubicBezTo>
                  <a:cubicBezTo>
                    <a:pt x="361439" y="456030"/>
                    <a:pt x="326903" y="465241"/>
                    <a:pt x="259241" y="465241"/>
                  </a:cubicBezTo>
                  <a:lnTo>
                    <a:pt x="46740" y="465241"/>
                  </a:lnTo>
                  <a:lnTo>
                    <a:pt x="226115" y="253741"/>
                  </a:lnTo>
                  <a:cubicBezTo>
                    <a:pt x="228582" y="250907"/>
                    <a:pt x="229287" y="249844"/>
                    <a:pt x="229287" y="248073"/>
                  </a:cubicBezTo>
                  <a:cubicBezTo>
                    <a:pt x="229287" y="247364"/>
                    <a:pt x="229287" y="246301"/>
                    <a:pt x="226820" y="242759"/>
                  </a:cubicBezTo>
                  <a:lnTo>
                    <a:pt x="62598" y="17088"/>
                  </a:lnTo>
                  <a:lnTo>
                    <a:pt x="255717" y="17088"/>
                  </a:lnTo>
                  <a:cubicBezTo>
                    <a:pt x="302940" y="17088"/>
                    <a:pt x="335009" y="22047"/>
                    <a:pt x="338180" y="22756"/>
                  </a:cubicBezTo>
                  <a:cubicBezTo>
                    <a:pt x="357210" y="25590"/>
                    <a:pt x="387870" y="31613"/>
                    <a:pt x="415710" y="49326"/>
                  </a:cubicBezTo>
                  <a:cubicBezTo>
                    <a:pt x="424520" y="54995"/>
                    <a:pt x="448484" y="70937"/>
                    <a:pt x="460466" y="99633"/>
                  </a:cubicBezTo>
                  <a:lnTo>
                    <a:pt x="469276" y="99633"/>
                  </a:lnTo>
                  <a:lnTo>
                    <a:pt x="426635" y="83"/>
                  </a:lnTo>
                  <a:lnTo>
                    <a:pt x="10090" y="83"/>
                  </a:lnTo>
                  <a:cubicBezTo>
                    <a:pt x="1984" y="83"/>
                    <a:pt x="1632" y="437"/>
                    <a:pt x="575" y="2562"/>
                  </a:cubicBezTo>
                  <a:cubicBezTo>
                    <a:pt x="222" y="3625"/>
                    <a:pt x="222" y="10356"/>
                    <a:pt x="222" y="14253"/>
                  </a:cubicBezTo>
                  <a:lnTo>
                    <a:pt x="186645" y="270746"/>
                  </a:lnTo>
                  <a:lnTo>
                    <a:pt x="4099" y="485789"/>
                  </a:lnTo>
                  <a:cubicBezTo>
                    <a:pt x="575" y="490040"/>
                    <a:pt x="575" y="491811"/>
                    <a:pt x="575" y="492166"/>
                  </a:cubicBezTo>
                  <a:cubicBezTo>
                    <a:pt x="575" y="496063"/>
                    <a:pt x="3746" y="496063"/>
                    <a:pt x="10090" y="496063"/>
                  </a:cubicBezTo>
                  <a:lnTo>
                    <a:pt x="426635" y="496063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2E6E0A67-C6C0-CABF-E646-7321FC9D3A7B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2449615" y="7836110"/>
              <a:ext cx="83379" cy="157473"/>
            </a:xfrm>
            <a:custGeom>
              <a:avLst/>
              <a:gdLst>
                <a:gd name="connsiteX0" fmla="*/ 50546 w 83379"/>
                <a:gd name="connsiteY0" fmla="*/ 57141 h 157473"/>
                <a:gd name="connsiteX1" fmla="*/ 75708 w 83379"/>
                <a:gd name="connsiteY1" fmla="*/ 57141 h 157473"/>
                <a:gd name="connsiteX2" fmla="*/ 83602 w 83379"/>
                <a:gd name="connsiteY2" fmla="*/ 51686 h 157473"/>
                <a:gd name="connsiteX3" fmla="*/ 76202 w 83379"/>
                <a:gd name="connsiteY3" fmla="*/ 48214 h 157473"/>
                <a:gd name="connsiteX4" fmla="*/ 52767 w 83379"/>
                <a:gd name="connsiteY4" fmla="*/ 48214 h 157473"/>
                <a:gd name="connsiteX5" fmla="*/ 61894 w 83379"/>
                <a:gd name="connsiteY5" fmla="*/ 11511 h 157473"/>
                <a:gd name="connsiteX6" fmla="*/ 62634 w 83379"/>
                <a:gd name="connsiteY6" fmla="*/ 8039 h 157473"/>
                <a:gd name="connsiteX7" fmla="*/ 54247 w 83379"/>
                <a:gd name="connsiteY7" fmla="*/ 104 h 157473"/>
                <a:gd name="connsiteX8" fmla="*/ 42653 w 83379"/>
                <a:gd name="connsiteY8" fmla="*/ 10767 h 157473"/>
                <a:gd name="connsiteX9" fmla="*/ 33279 w 83379"/>
                <a:gd name="connsiteY9" fmla="*/ 48214 h 157473"/>
                <a:gd name="connsiteX10" fmla="*/ 8117 w 83379"/>
                <a:gd name="connsiteY10" fmla="*/ 48214 h 157473"/>
                <a:gd name="connsiteX11" fmla="*/ 223 w 83379"/>
                <a:gd name="connsiteY11" fmla="*/ 53669 h 157473"/>
                <a:gd name="connsiteX12" fmla="*/ 7623 w 83379"/>
                <a:gd name="connsiteY12" fmla="*/ 57141 h 157473"/>
                <a:gd name="connsiteX13" fmla="*/ 31058 w 83379"/>
                <a:gd name="connsiteY13" fmla="*/ 57141 h 157473"/>
                <a:gd name="connsiteX14" fmla="*/ 16504 w 83379"/>
                <a:gd name="connsiteY14" fmla="*/ 115667 h 157473"/>
                <a:gd name="connsiteX15" fmla="*/ 12804 w 83379"/>
                <a:gd name="connsiteY15" fmla="*/ 134018 h 157473"/>
                <a:gd name="connsiteX16" fmla="*/ 39199 w 83379"/>
                <a:gd name="connsiteY16" fmla="*/ 157577 h 157473"/>
                <a:gd name="connsiteX17" fmla="*/ 82122 w 83379"/>
                <a:gd name="connsiteY17" fmla="*/ 119635 h 157473"/>
                <a:gd name="connsiteX18" fmla="*/ 78175 w 83379"/>
                <a:gd name="connsiteY18" fmla="*/ 116411 h 157473"/>
                <a:gd name="connsiteX19" fmla="*/ 72995 w 83379"/>
                <a:gd name="connsiteY19" fmla="*/ 121123 h 157473"/>
                <a:gd name="connsiteX20" fmla="*/ 39939 w 83379"/>
                <a:gd name="connsiteY20" fmla="*/ 150634 h 157473"/>
                <a:gd name="connsiteX21" fmla="*/ 31305 w 83379"/>
                <a:gd name="connsiteY21" fmla="*/ 138482 h 157473"/>
                <a:gd name="connsiteX22" fmla="*/ 32785 w 83379"/>
                <a:gd name="connsiteY22" fmla="*/ 128314 h 157473"/>
                <a:gd name="connsiteX23" fmla="*/ 50546 w 83379"/>
                <a:gd name="connsiteY23" fmla="*/ 57141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379" h="157473">
                  <a:moveTo>
                    <a:pt x="50546" y="57141"/>
                  </a:moveTo>
                  <a:lnTo>
                    <a:pt x="75708" y="57141"/>
                  </a:lnTo>
                  <a:cubicBezTo>
                    <a:pt x="80395" y="57141"/>
                    <a:pt x="83602" y="57141"/>
                    <a:pt x="83602" y="51686"/>
                  </a:cubicBezTo>
                  <a:cubicBezTo>
                    <a:pt x="83602" y="48214"/>
                    <a:pt x="80395" y="48214"/>
                    <a:pt x="76202" y="48214"/>
                  </a:cubicBezTo>
                  <a:lnTo>
                    <a:pt x="52767" y="48214"/>
                  </a:lnTo>
                  <a:lnTo>
                    <a:pt x="61894" y="11511"/>
                  </a:lnTo>
                  <a:cubicBezTo>
                    <a:pt x="62141" y="10271"/>
                    <a:pt x="62634" y="9031"/>
                    <a:pt x="62634" y="8039"/>
                  </a:cubicBezTo>
                  <a:cubicBezTo>
                    <a:pt x="62634" y="3576"/>
                    <a:pt x="59180" y="104"/>
                    <a:pt x="54247" y="104"/>
                  </a:cubicBezTo>
                  <a:cubicBezTo>
                    <a:pt x="48080" y="104"/>
                    <a:pt x="44379" y="4319"/>
                    <a:pt x="42653" y="10767"/>
                  </a:cubicBezTo>
                  <a:cubicBezTo>
                    <a:pt x="40926" y="16967"/>
                    <a:pt x="44133" y="5063"/>
                    <a:pt x="33279" y="48214"/>
                  </a:cubicBezTo>
                  <a:lnTo>
                    <a:pt x="8117" y="48214"/>
                  </a:lnTo>
                  <a:cubicBezTo>
                    <a:pt x="3430" y="48214"/>
                    <a:pt x="223" y="48214"/>
                    <a:pt x="223" y="53669"/>
                  </a:cubicBezTo>
                  <a:cubicBezTo>
                    <a:pt x="223" y="57141"/>
                    <a:pt x="3183" y="57141"/>
                    <a:pt x="7623" y="57141"/>
                  </a:cubicBezTo>
                  <a:lnTo>
                    <a:pt x="31058" y="57141"/>
                  </a:lnTo>
                  <a:lnTo>
                    <a:pt x="16504" y="115667"/>
                  </a:lnTo>
                  <a:cubicBezTo>
                    <a:pt x="15024" y="121867"/>
                    <a:pt x="12804" y="130794"/>
                    <a:pt x="12804" y="134018"/>
                  </a:cubicBezTo>
                  <a:cubicBezTo>
                    <a:pt x="12804" y="148650"/>
                    <a:pt x="25138" y="157577"/>
                    <a:pt x="39199" y="157577"/>
                  </a:cubicBezTo>
                  <a:cubicBezTo>
                    <a:pt x="66581" y="157577"/>
                    <a:pt x="82122" y="122859"/>
                    <a:pt x="82122" y="119635"/>
                  </a:cubicBezTo>
                  <a:cubicBezTo>
                    <a:pt x="82122" y="116411"/>
                    <a:pt x="78915" y="116411"/>
                    <a:pt x="78175" y="116411"/>
                  </a:cubicBezTo>
                  <a:cubicBezTo>
                    <a:pt x="75215" y="116411"/>
                    <a:pt x="74968" y="116907"/>
                    <a:pt x="72995" y="121123"/>
                  </a:cubicBezTo>
                  <a:cubicBezTo>
                    <a:pt x="66088" y="136746"/>
                    <a:pt x="53507" y="150634"/>
                    <a:pt x="39939" y="150634"/>
                  </a:cubicBezTo>
                  <a:cubicBezTo>
                    <a:pt x="34759" y="150634"/>
                    <a:pt x="31305" y="147410"/>
                    <a:pt x="31305" y="138482"/>
                  </a:cubicBezTo>
                  <a:cubicBezTo>
                    <a:pt x="31305" y="136002"/>
                    <a:pt x="32292" y="130794"/>
                    <a:pt x="32785" y="128314"/>
                  </a:cubicBezTo>
                  <a:lnTo>
                    <a:pt x="50546" y="57141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4C23251-8821-CD89-6BBB-30EF4AC66434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2562979" y="7895627"/>
              <a:ext cx="181560" cy="66709"/>
            </a:xfrm>
            <a:custGeom>
              <a:avLst/>
              <a:gdLst>
                <a:gd name="connsiteX0" fmla="*/ 172412 w 181560"/>
                <a:gd name="connsiteY0" fmla="*/ 12255 h 66709"/>
                <a:gd name="connsiteX1" fmla="*/ 181786 w 181560"/>
                <a:gd name="connsiteY1" fmla="*/ 6055 h 66709"/>
                <a:gd name="connsiteX2" fmla="*/ 172659 w 181560"/>
                <a:gd name="connsiteY2" fmla="*/ 104 h 66709"/>
                <a:gd name="connsiteX3" fmla="*/ 9353 w 181560"/>
                <a:gd name="connsiteY3" fmla="*/ 104 h 66709"/>
                <a:gd name="connsiteX4" fmla="*/ 226 w 181560"/>
                <a:gd name="connsiteY4" fmla="*/ 6055 h 66709"/>
                <a:gd name="connsiteX5" fmla="*/ 9600 w 181560"/>
                <a:gd name="connsiteY5" fmla="*/ 12255 h 66709"/>
                <a:gd name="connsiteX6" fmla="*/ 172412 w 181560"/>
                <a:gd name="connsiteY6" fmla="*/ 12255 h 66709"/>
                <a:gd name="connsiteX7" fmla="*/ 172659 w 181560"/>
                <a:gd name="connsiteY7" fmla="*/ 66813 h 66709"/>
                <a:gd name="connsiteX8" fmla="*/ 181786 w 181560"/>
                <a:gd name="connsiteY8" fmla="*/ 60861 h 66709"/>
                <a:gd name="connsiteX9" fmla="*/ 172412 w 181560"/>
                <a:gd name="connsiteY9" fmla="*/ 54661 h 66709"/>
                <a:gd name="connsiteX10" fmla="*/ 9600 w 181560"/>
                <a:gd name="connsiteY10" fmla="*/ 54661 h 66709"/>
                <a:gd name="connsiteX11" fmla="*/ 226 w 181560"/>
                <a:gd name="connsiteY11" fmla="*/ 60861 h 66709"/>
                <a:gd name="connsiteX12" fmla="*/ 9353 w 181560"/>
                <a:gd name="connsiteY12" fmla="*/ 66813 h 66709"/>
                <a:gd name="connsiteX13" fmla="*/ 172659 w 181560"/>
                <a:gd name="connsiteY13" fmla="*/ 66813 h 66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1560" h="66709">
                  <a:moveTo>
                    <a:pt x="172412" y="12255"/>
                  </a:moveTo>
                  <a:cubicBezTo>
                    <a:pt x="176112" y="12255"/>
                    <a:pt x="181786" y="12255"/>
                    <a:pt x="181786" y="6055"/>
                  </a:cubicBezTo>
                  <a:cubicBezTo>
                    <a:pt x="181786" y="104"/>
                    <a:pt x="175865" y="104"/>
                    <a:pt x="172659" y="104"/>
                  </a:cubicBezTo>
                  <a:lnTo>
                    <a:pt x="9353" y="104"/>
                  </a:lnTo>
                  <a:cubicBezTo>
                    <a:pt x="6146" y="104"/>
                    <a:pt x="226" y="104"/>
                    <a:pt x="226" y="6055"/>
                  </a:cubicBezTo>
                  <a:cubicBezTo>
                    <a:pt x="226" y="12255"/>
                    <a:pt x="5900" y="12255"/>
                    <a:pt x="9600" y="12255"/>
                  </a:cubicBezTo>
                  <a:lnTo>
                    <a:pt x="172412" y="12255"/>
                  </a:lnTo>
                  <a:close/>
                  <a:moveTo>
                    <a:pt x="172659" y="66813"/>
                  </a:moveTo>
                  <a:cubicBezTo>
                    <a:pt x="175865" y="66813"/>
                    <a:pt x="181786" y="66813"/>
                    <a:pt x="181786" y="60861"/>
                  </a:cubicBezTo>
                  <a:cubicBezTo>
                    <a:pt x="181786" y="54661"/>
                    <a:pt x="176112" y="54661"/>
                    <a:pt x="172412" y="54661"/>
                  </a:cubicBezTo>
                  <a:lnTo>
                    <a:pt x="9600" y="54661"/>
                  </a:lnTo>
                  <a:cubicBezTo>
                    <a:pt x="5900" y="54661"/>
                    <a:pt x="226" y="54661"/>
                    <a:pt x="226" y="60861"/>
                  </a:cubicBezTo>
                  <a:cubicBezTo>
                    <a:pt x="226" y="66813"/>
                    <a:pt x="6146" y="66813"/>
                    <a:pt x="9353" y="66813"/>
                  </a:cubicBezTo>
                  <a:lnTo>
                    <a:pt x="172659" y="66813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28AE7E20-871E-2B74-41E2-85B021231084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2788939" y="7826438"/>
              <a:ext cx="89793" cy="164665"/>
            </a:xfrm>
            <a:custGeom>
              <a:avLst/>
              <a:gdLst>
                <a:gd name="connsiteX0" fmla="*/ 55983 w 89793"/>
                <a:gd name="connsiteY0" fmla="*/ 7047 h 164665"/>
                <a:gd name="connsiteX1" fmla="*/ 48582 w 89793"/>
                <a:gd name="connsiteY1" fmla="*/ 104 h 164665"/>
                <a:gd name="connsiteX2" fmla="*/ 232 w 89793"/>
                <a:gd name="connsiteY2" fmla="*/ 15975 h 164665"/>
                <a:gd name="connsiteX3" fmla="*/ 232 w 89793"/>
                <a:gd name="connsiteY3" fmla="*/ 24903 h 164665"/>
                <a:gd name="connsiteX4" fmla="*/ 36001 w 89793"/>
                <a:gd name="connsiteY4" fmla="*/ 17959 h 164665"/>
                <a:gd name="connsiteX5" fmla="*/ 36001 w 89793"/>
                <a:gd name="connsiteY5" fmla="*/ 144434 h 164665"/>
                <a:gd name="connsiteX6" fmla="*/ 11333 w 89793"/>
                <a:gd name="connsiteY6" fmla="*/ 155841 h 164665"/>
                <a:gd name="connsiteX7" fmla="*/ 1959 w 89793"/>
                <a:gd name="connsiteY7" fmla="*/ 155841 h 164665"/>
                <a:gd name="connsiteX8" fmla="*/ 1959 w 89793"/>
                <a:gd name="connsiteY8" fmla="*/ 164769 h 164665"/>
                <a:gd name="connsiteX9" fmla="*/ 45869 w 89793"/>
                <a:gd name="connsiteY9" fmla="*/ 163777 h 164665"/>
                <a:gd name="connsiteX10" fmla="*/ 90025 w 89793"/>
                <a:gd name="connsiteY10" fmla="*/ 164769 h 164665"/>
                <a:gd name="connsiteX11" fmla="*/ 90025 w 89793"/>
                <a:gd name="connsiteY11" fmla="*/ 155841 h 164665"/>
                <a:gd name="connsiteX12" fmla="*/ 80651 w 89793"/>
                <a:gd name="connsiteY12" fmla="*/ 155841 h 164665"/>
                <a:gd name="connsiteX13" fmla="*/ 55983 w 89793"/>
                <a:gd name="connsiteY13" fmla="*/ 144434 h 164665"/>
                <a:gd name="connsiteX14" fmla="*/ 55983 w 89793"/>
                <a:gd name="connsiteY14" fmla="*/ 7047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9793" h="164665">
                  <a:moveTo>
                    <a:pt x="55983" y="7047"/>
                  </a:moveTo>
                  <a:cubicBezTo>
                    <a:pt x="55983" y="352"/>
                    <a:pt x="55489" y="104"/>
                    <a:pt x="48582" y="104"/>
                  </a:cubicBezTo>
                  <a:cubicBezTo>
                    <a:pt x="32794" y="15727"/>
                    <a:pt x="10346" y="15975"/>
                    <a:pt x="232" y="15975"/>
                  </a:cubicBezTo>
                  <a:lnTo>
                    <a:pt x="232" y="24903"/>
                  </a:lnTo>
                  <a:cubicBezTo>
                    <a:pt x="6152" y="24903"/>
                    <a:pt x="22434" y="24903"/>
                    <a:pt x="36001" y="17959"/>
                  </a:cubicBezTo>
                  <a:lnTo>
                    <a:pt x="36001" y="144434"/>
                  </a:lnTo>
                  <a:cubicBezTo>
                    <a:pt x="36001" y="152618"/>
                    <a:pt x="36001" y="155841"/>
                    <a:pt x="11333" y="155841"/>
                  </a:cubicBezTo>
                  <a:lnTo>
                    <a:pt x="1959" y="155841"/>
                  </a:lnTo>
                  <a:lnTo>
                    <a:pt x="1959" y="164769"/>
                  </a:lnTo>
                  <a:cubicBezTo>
                    <a:pt x="6399" y="164521"/>
                    <a:pt x="36741" y="163777"/>
                    <a:pt x="45869" y="163777"/>
                  </a:cubicBezTo>
                  <a:cubicBezTo>
                    <a:pt x="53516" y="163777"/>
                    <a:pt x="84598" y="164521"/>
                    <a:pt x="90025" y="164769"/>
                  </a:cubicBezTo>
                  <a:lnTo>
                    <a:pt x="90025" y="155841"/>
                  </a:lnTo>
                  <a:lnTo>
                    <a:pt x="80651" y="155841"/>
                  </a:lnTo>
                  <a:cubicBezTo>
                    <a:pt x="55983" y="155841"/>
                    <a:pt x="55983" y="152618"/>
                    <a:pt x="55983" y="144434"/>
                  </a:cubicBezTo>
                  <a:lnTo>
                    <a:pt x="55983" y="7047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443C436E-35B4-4442-7089-F0521AE80E95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3040524" y="7084066"/>
              <a:ext cx="185366" cy="261452"/>
            </a:xfrm>
            <a:custGeom>
              <a:avLst/>
              <a:gdLst>
                <a:gd name="connsiteX0" fmla="*/ 149308 w 185366"/>
                <a:gd name="connsiteY0" fmla="*/ 133646 h 261452"/>
                <a:gd name="connsiteX1" fmla="*/ 103847 w 185366"/>
                <a:gd name="connsiteY1" fmla="*/ 91842 h 261452"/>
                <a:gd name="connsiteX2" fmla="*/ 31956 w 185366"/>
                <a:gd name="connsiteY2" fmla="*/ 125143 h 261452"/>
                <a:gd name="connsiteX3" fmla="*/ 239 w 185366"/>
                <a:gd name="connsiteY3" fmla="*/ 198477 h 261452"/>
                <a:gd name="connsiteX4" fmla="*/ 65082 w 185366"/>
                <a:gd name="connsiteY4" fmla="*/ 261538 h 261452"/>
                <a:gd name="connsiteX5" fmla="*/ 185605 w 185366"/>
                <a:gd name="connsiteY5" fmla="*/ 91842 h 261452"/>
                <a:gd name="connsiteX6" fmla="*/ 109486 w 185366"/>
                <a:gd name="connsiteY6" fmla="*/ 85 h 261452"/>
                <a:gd name="connsiteX7" fmla="*/ 42176 w 185366"/>
                <a:gd name="connsiteY7" fmla="*/ 56060 h 261452"/>
                <a:gd name="connsiteX8" fmla="*/ 55567 w 185366"/>
                <a:gd name="connsiteY8" fmla="*/ 68460 h 261452"/>
                <a:gd name="connsiteX9" fmla="*/ 74597 w 185366"/>
                <a:gd name="connsiteY9" fmla="*/ 49683 h 261452"/>
                <a:gd name="connsiteX10" fmla="*/ 58034 w 185366"/>
                <a:gd name="connsiteY10" fmla="*/ 37284 h 261452"/>
                <a:gd name="connsiteX11" fmla="*/ 108781 w 185366"/>
                <a:gd name="connsiteY11" fmla="*/ 8942 h 261452"/>
                <a:gd name="connsiteX12" fmla="*/ 159175 w 185366"/>
                <a:gd name="connsiteY12" fmla="*/ 73065 h 261452"/>
                <a:gd name="connsiteX13" fmla="*/ 149660 w 185366"/>
                <a:gd name="connsiteY13" fmla="*/ 133646 h 261452"/>
                <a:gd name="connsiteX14" fmla="*/ 149308 w 185366"/>
                <a:gd name="connsiteY14" fmla="*/ 133646 h 261452"/>
                <a:gd name="connsiteX15" fmla="*/ 66139 w 185366"/>
                <a:gd name="connsiteY15" fmla="*/ 251618 h 261452"/>
                <a:gd name="connsiteX16" fmla="*/ 27375 w 185366"/>
                <a:gd name="connsiteY16" fmla="*/ 211585 h 261452"/>
                <a:gd name="connsiteX17" fmla="*/ 50634 w 185366"/>
                <a:gd name="connsiteY17" fmla="*/ 131166 h 261452"/>
                <a:gd name="connsiteX18" fmla="*/ 103847 w 185366"/>
                <a:gd name="connsiteY18" fmla="*/ 99636 h 261452"/>
                <a:gd name="connsiteX19" fmla="*/ 142964 w 185366"/>
                <a:gd name="connsiteY19" fmla="*/ 146399 h 261452"/>
                <a:gd name="connsiteX20" fmla="*/ 66139 w 185366"/>
                <a:gd name="connsiteY20" fmla="*/ 251618 h 26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5366" h="261452">
                  <a:moveTo>
                    <a:pt x="149308" y="133646"/>
                  </a:moveTo>
                  <a:cubicBezTo>
                    <a:pt x="145783" y="111681"/>
                    <a:pt x="131335" y="91842"/>
                    <a:pt x="103847" y="91842"/>
                  </a:cubicBezTo>
                  <a:cubicBezTo>
                    <a:pt x="82350" y="91842"/>
                    <a:pt x="59444" y="97510"/>
                    <a:pt x="31956" y="125143"/>
                  </a:cubicBezTo>
                  <a:cubicBezTo>
                    <a:pt x="2706" y="154548"/>
                    <a:pt x="239" y="187495"/>
                    <a:pt x="239" y="198477"/>
                  </a:cubicBezTo>
                  <a:cubicBezTo>
                    <a:pt x="239" y="220442"/>
                    <a:pt x="15745" y="261538"/>
                    <a:pt x="65082" y="261538"/>
                  </a:cubicBezTo>
                  <a:cubicBezTo>
                    <a:pt x="148955" y="261538"/>
                    <a:pt x="185605" y="142502"/>
                    <a:pt x="185605" y="91842"/>
                  </a:cubicBezTo>
                  <a:cubicBezTo>
                    <a:pt x="185605" y="35512"/>
                    <a:pt x="152832" y="85"/>
                    <a:pt x="109486" y="85"/>
                  </a:cubicBezTo>
                  <a:cubicBezTo>
                    <a:pt x="58387" y="85"/>
                    <a:pt x="42176" y="46141"/>
                    <a:pt x="42176" y="56060"/>
                  </a:cubicBezTo>
                  <a:cubicBezTo>
                    <a:pt x="42176" y="61020"/>
                    <a:pt x="44995" y="68460"/>
                    <a:pt x="55567" y="68460"/>
                  </a:cubicBezTo>
                  <a:cubicBezTo>
                    <a:pt x="67197" y="68460"/>
                    <a:pt x="74597" y="57832"/>
                    <a:pt x="74597" y="49683"/>
                  </a:cubicBezTo>
                  <a:cubicBezTo>
                    <a:pt x="74597" y="37284"/>
                    <a:pt x="63673" y="37284"/>
                    <a:pt x="58034" y="37284"/>
                  </a:cubicBezTo>
                  <a:cubicBezTo>
                    <a:pt x="73540" y="11068"/>
                    <a:pt x="98561" y="8942"/>
                    <a:pt x="108781" y="8942"/>
                  </a:cubicBezTo>
                  <a:cubicBezTo>
                    <a:pt x="134506" y="8942"/>
                    <a:pt x="159175" y="27364"/>
                    <a:pt x="159175" y="73065"/>
                  </a:cubicBezTo>
                  <a:cubicBezTo>
                    <a:pt x="159175" y="86882"/>
                    <a:pt x="157060" y="104950"/>
                    <a:pt x="149660" y="133646"/>
                  </a:cubicBezTo>
                  <a:lnTo>
                    <a:pt x="149308" y="133646"/>
                  </a:lnTo>
                  <a:close/>
                  <a:moveTo>
                    <a:pt x="66139" y="251618"/>
                  </a:moveTo>
                  <a:cubicBezTo>
                    <a:pt x="27375" y="251618"/>
                    <a:pt x="27375" y="215128"/>
                    <a:pt x="27375" y="211585"/>
                  </a:cubicBezTo>
                  <a:cubicBezTo>
                    <a:pt x="27375" y="202020"/>
                    <a:pt x="36185" y="152422"/>
                    <a:pt x="50634" y="131166"/>
                  </a:cubicBezTo>
                  <a:cubicBezTo>
                    <a:pt x="64730" y="110972"/>
                    <a:pt x="81998" y="99636"/>
                    <a:pt x="103847" y="99636"/>
                  </a:cubicBezTo>
                  <a:cubicBezTo>
                    <a:pt x="142259" y="99636"/>
                    <a:pt x="142964" y="139314"/>
                    <a:pt x="142964" y="146399"/>
                  </a:cubicBezTo>
                  <a:cubicBezTo>
                    <a:pt x="142964" y="171907"/>
                    <a:pt x="120410" y="251618"/>
                    <a:pt x="66139" y="251618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5455D8FA-2C31-D6DE-466B-5D501FECD60E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3244729" y="7091860"/>
              <a:ext cx="78234" cy="245864"/>
            </a:xfrm>
            <a:custGeom>
              <a:avLst/>
              <a:gdLst>
                <a:gd name="connsiteX0" fmla="*/ 50992 w 78234"/>
                <a:gd name="connsiteY0" fmla="*/ 85 h 245864"/>
                <a:gd name="connsiteX1" fmla="*/ 245 w 78234"/>
                <a:gd name="connsiteY1" fmla="*/ 3982 h 245864"/>
                <a:gd name="connsiteX2" fmla="*/ 245 w 78234"/>
                <a:gd name="connsiteY2" fmla="*/ 14965 h 245864"/>
                <a:gd name="connsiteX3" fmla="*/ 27733 w 78234"/>
                <a:gd name="connsiteY3" fmla="*/ 34804 h 245864"/>
                <a:gd name="connsiteX4" fmla="*/ 27733 w 78234"/>
                <a:gd name="connsiteY4" fmla="*/ 219025 h 245864"/>
                <a:gd name="connsiteX5" fmla="*/ 245 w 78234"/>
                <a:gd name="connsiteY5" fmla="*/ 234967 h 245864"/>
                <a:gd name="connsiteX6" fmla="*/ 245 w 78234"/>
                <a:gd name="connsiteY6" fmla="*/ 245950 h 245864"/>
                <a:gd name="connsiteX7" fmla="*/ 39362 w 78234"/>
                <a:gd name="connsiteY7" fmla="*/ 244887 h 245864"/>
                <a:gd name="connsiteX8" fmla="*/ 78480 w 78234"/>
                <a:gd name="connsiteY8" fmla="*/ 245950 h 245864"/>
                <a:gd name="connsiteX9" fmla="*/ 78480 w 78234"/>
                <a:gd name="connsiteY9" fmla="*/ 234967 h 245864"/>
                <a:gd name="connsiteX10" fmla="*/ 50992 w 78234"/>
                <a:gd name="connsiteY10" fmla="*/ 219025 h 245864"/>
                <a:gd name="connsiteX11" fmla="*/ 50992 w 78234"/>
                <a:gd name="connsiteY11" fmla="*/ 85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234" h="245864">
                  <a:moveTo>
                    <a:pt x="50992" y="85"/>
                  </a:moveTo>
                  <a:lnTo>
                    <a:pt x="245" y="3982"/>
                  </a:lnTo>
                  <a:lnTo>
                    <a:pt x="245" y="14965"/>
                  </a:lnTo>
                  <a:cubicBezTo>
                    <a:pt x="24914" y="14965"/>
                    <a:pt x="27733" y="17445"/>
                    <a:pt x="27733" y="34804"/>
                  </a:cubicBezTo>
                  <a:lnTo>
                    <a:pt x="27733" y="219025"/>
                  </a:lnTo>
                  <a:cubicBezTo>
                    <a:pt x="27733" y="234967"/>
                    <a:pt x="23856" y="234967"/>
                    <a:pt x="245" y="234967"/>
                  </a:cubicBezTo>
                  <a:lnTo>
                    <a:pt x="245" y="245950"/>
                  </a:lnTo>
                  <a:cubicBezTo>
                    <a:pt x="11875" y="245595"/>
                    <a:pt x="30552" y="244887"/>
                    <a:pt x="39362" y="244887"/>
                  </a:cubicBezTo>
                  <a:cubicBezTo>
                    <a:pt x="48173" y="244887"/>
                    <a:pt x="65441" y="245595"/>
                    <a:pt x="78480" y="245950"/>
                  </a:cubicBezTo>
                  <a:lnTo>
                    <a:pt x="78480" y="234967"/>
                  </a:lnTo>
                  <a:cubicBezTo>
                    <a:pt x="54868" y="234967"/>
                    <a:pt x="50992" y="234967"/>
                    <a:pt x="50992" y="219025"/>
                  </a:cubicBezTo>
                  <a:lnTo>
                    <a:pt x="50992" y="85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933A5399-5792-3E70-D6F4-60A1956D8A7B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3340858" y="7179010"/>
              <a:ext cx="156116" cy="162610"/>
            </a:xfrm>
            <a:custGeom>
              <a:avLst/>
              <a:gdLst>
                <a:gd name="connsiteX0" fmla="*/ 156364 w 156116"/>
                <a:gd name="connsiteY0" fmla="*/ 82985 h 162610"/>
                <a:gd name="connsiteX1" fmla="*/ 78482 w 156116"/>
                <a:gd name="connsiteY1" fmla="*/ 85 h 162610"/>
                <a:gd name="connsiteX2" fmla="*/ 248 w 156116"/>
                <a:gd name="connsiteY2" fmla="*/ 82985 h 162610"/>
                <a:gd name="connsiteX3" fmla="*/ 78130 w 156116"/>
                <a:gd name="connsiteY3" fmla="*/ 162696 h 162610"/>
                <a:gd name="connsiteX4" fmla="*/ 156364 w 156116"/>
                <a:gd name="connsiteY4" fmla="*/ 82985 h 162610"/>
                <a:gd name="connsiteX5" fmla="*/ 78482 w 156116"/>
                <a:gd name="connsiteY5" fmla="*/ 153839 h 162610"/>
                <a:gd name="connsiteX6" fmla="*/ 38308 w 156116"/>
                <a:gd name="connsiteY6" fmla="*/ 130103 h 162610"/>
                <a:gd name="connsiteX7" fmla="*/ 29498 w 156116"/>
                <a:gd name="connsiteY7" fmla="*/ 80151 h 162610"/>
                <a:gd name="connsiteX8" fmla="*/ 37956 w 156116"/>
                <a:gd name="connsiteY8" fmla="*/ 31615 h 162610"/>
                <a:gd name="connsiteX9" fmla="*/ 78130 w 156116"/>
                <a:gd name="connsiteY9" fmla="*/ 7879 h 162610"/>
                <a:gd name="connsiteX10" fmla="*/ 117952 w 156116"/>
                <a:gd name="connsiteY10" fmla="*/ 30907 h 162610"/>
                <a:gd name="connsiteX11" fmla="*/ 127114 w 156116"/>
                <a:gd name="connsiteY11" fmla="*/ 80151 h 162610"/>
                <a:gd name="connsiteX12" fmla="*/ 119362 w 156116"/>
                <a:gd name="connsiteY12" fmla="*/ 127623 h 162610"/>
                <a:gd name="connsiteX13" fmla="*/ 78482 w 156116"/>
                <a:gd name="connsiteY13" fmla="*/ 153839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116" h="162610">
                  <a:moveTo>
                    <a:pt x="156364" y="82985"/>
                  </a:moveTo>
                  <a:cubicBezTo>
                    <a:pt x="156364" y="37638"/>
                    <a:pt x="121124" y="85"/>
                    <a:pt x="78482" y="85"/>
                  </a:cubicBezTo>
                  <a:cubicBezTo>
                    <a:pt x="34431" y="85"/>
                    <a:pt x="248" y="38701"/>
                    <a:pt x="248" y="82985"/>
                  </a:cubicBezTo>
                  <a:cubicBezTo>
                    <a:pt x="248" y="128686"/>
                    <a:pt x="36898" y="162696"/>
                    <a:pt x="78130" y="162696"/>
                  </a:cubicBezTo>
                  <a:cubicBezTo>
                    <a:pt x="120771" y="162696"/>
                    <a:pt x="156364" y="127977"/>
                    <a:pt x="156364" y="82985"/>
                  </a:cubicBezTo>
                  <a:close/>
                  <a:moveTo>
                    <a:pt x="78482" y="153839"/>
                  </a:moveTo>
                  <a:cubicBezTo>
                    <a:pt x="63329" y="153839"/>
                    <a:pt x="47823" y="146399"/>
                    <a:pt x="38308" y="130103"/>
                  </a:cubicBezTo>
                  <a:cubicBezTo>
                    <a:pt x="29498" y="114515"/>
                    <a:pt x="29498" y="92904"/>
                    <a:pt x="29498" y="80151"/>
                  </a:cubicBezTo>
                  <a:cubicBezTo>
                    <a:pt x="29498" y="66334"/>
                    <a:pt x="29498" y="47203"/>
                    <a:pt x="37956" y="31615"/>
                  </a:cubicBezTo>
                  <a:cubicBezTo>
                    <a:pt x="47471" y="15319"/>
                    <a:pt x="64034" y="7879"/>
                    <a:pt x="78130" y="7879"/>
                  </a:cubicBezTo>
                  <a:cubicBezTo>
                    <a:pt x="93636" y="7879"/>
                    <a:pt x="108789" y="15673"/>
                    <a:pt x="117952" y="30907"/>
                  </a:cubicBezTo>
                  <a:cubicBezTo>
                    <a:pt x="127115" y="46141"/>
                    <a:pt x="127114" y="66688"/>
                    <a:pt x="127114" y="80151"/>
                  </a:cubicBezTo>
                  <a:cubicBezTo>
                    <a:pt x="127114" y="92904"/>
                    <a:pt x="127114" y="112035"/>
                    <a:pt x="119362" y="127623"/>
                  </a:cubicBezTo>
                  <a:cubicBezTo>
                    <a:pt x="111609" y="143565"/>
                    <a:pt x="96103" y="153839"/>
                    <a:pt x="78482" y="153839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554AED87-6916-3D7F-18DB-215171C8D572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3518824" y="7179010"/>
              <a:ext cx="115237" cy="162610"/>
            </a:xfrm>
            <a:custGeom>
              <a:avLst/>
              <a:gdLst>
                <a:gd name="connsiteX0" fmla="*/ 61924 w 115237"/>
                <a:gd name="connsiteY0" fmla="*/ 90070 h 162610"/>
                <a:gd name="connsiteX1" fmla="*/ 98575 w 115237"/>
                <a:gd name="connsiteY1" fmla="*/ 122663 h 162610"/>
                <a:gd name="connsiteX2" fmla="*/ 58753 w 115237"/>
                <a:gd name="connsiteY2" fmla="*/ 154902 h 162610"/>
                <a:gd name="connsiteX3" fmla="*/ 9768 w 115237"/>
                <a:gd name="connsiteY3" fmla="*/ 104595 h 162610"/>
                <a:gd name="connsiteX4" fmla="*/ 4834 w 115237"/>
                <a:gd name="connsiteY4" fmla="*/ 98573 h 162610"/>
                <a:gd name="connsiteX5" fmla="*/ 253 w 115237"/>
                <a:gd name="connsiteY5" fmla="*/ 107430 h 162610"/>
                <a:gd name="connsiteX6" fmla="*/ 253 w 115237"/>
                <a:gd name="connsiteY6" fmla="*/ 154193 h 162610"/>
                <a:gd name="connsiteX7" fmla="*/ 4129 w 115237"/>
                <a:gd name="connsiteY7" fmla="*/ 162696 h 162610"/>
                <a:gd name="connsiteX8" fmla="*/ 12940 w 115237"/>
                <a:gd name="connsiteY8" fmla="*/ 155610 h 162610"/>
                <a:gd name="connsiteX9" fmla="*/ 19988 w 115237"/>
                <a:gd name="connsiteY9" fmla="*/ 147462 h 162610"/>
                <a:gd name="connsiteX10" fmla="*/ 58753 w 115237"/>
                <a:gd name="connsiteY10" fmla="*/ 162696 h 162610"/>
                <a:gd name="connsiteX11" fmla="*/ 115490 w 115237"/>
                <a:gd name="connsiteY11" fmla="*/ 113452 h 162610"/>
                <a:gd name="connsiteX12" fmla="*/ 100689 w 115237"/>
                <a:gd name="connsiteY12" fmla="*/ 79796 h 162610"/>
                <a:gd name="connsiteX13" fmla="*/ 60515 w 115237"/>
                <a:gd name="connsiteY13" fmla="*/ 62791 h 162610"/>
                <a:gd name="connsiteX14" fmla="*/ 17169 w 115237"/>
                <a:gd name="connsiteY14" fmla="*/ 33741 h 162610"/>
                <a:gd name="connsiteX15" fmla="*/ 56638 w 115237"/>
                <a:gd name="connsiteY15" fmla="*/ 6816 h 162610"/>
                <a:gd name="connsiteX16" fmla="*/ 97870 w 115237"/>
                <a:gd name="connsiteY16" fmla="*/ 49683 h 162610"/>
                <a:gd name="connsiteX17" fmla="*/ 102099 w 115237"/>
                <a:gd name="connsiteY17" fmla="*/ 52872 h 162610"/>
                <a:gd name="connsiteX18" fmla="*/ 106680 w 115237"/>
                <a:gd name="connsiteY18" fmla="*/ 44369 h 162610"/>
                <a:gd name="connsiteX19" fmla="*/ 106680 w 115237"/>
                <a:gd name="connsiteY19" fmla="*/ 8588 h 162610"/>
                <a:gd name="connsiteX20" fmla="*/ 102803 w 115237"/>
                <a:gd name="connsiteY20" fmla="*/ 85 h 162610"/>
                <a:gd name="connsiteX21" fmla="*/ 95755 w 115237"/>
                <a:gd name="connsiteY21" fmla="*/ 4337 h 162610"/>
                <a:gd name="connsiteX22" fmla="*/ 89764 w 115237"/>
                <a:gd name="connsiteY22" fmla="*/ 10005 h 162610"/>
                <a:gd name="connsiteX23" fmla="*/ 56638 w 115237"/>
                <a:gd name="connsiteY23" fmla="*/ 85 h 162610"/>
                <a:gd name="connsiteX24" fmla="*/ 253 w 115237"/>
                <a:gd name="connsiteY24" fmla="*/ 43661 h 162610"/>
                <a:gd name="connsiteX25" fmla="*/ 15406 w 115237"/>
                <a:gd name="connsiteY25" fmla="*/ 73774 h 162610"/>
                <a:gd name="connsiteX26" fmla="*/ 61924 w 115237"/>
                <a:gd name="connsiteY26" fmla="*/ 90070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237" h="162610">
                  <a:moveTo>
                    <a:pt x="61924" y="90070"/>
                  </a:moveTo>
                  <a:cubicBezTo>
                    <a:pt x="69677" y="91487"/>
                    <a:pt x="98575" y="97156"/>
                    <a:pt x="98575" y="122663"/>
                  </a:cubicBezTo>
                  <a:cubicBezTo>
                    <a:pt x="98575" y="140731"/>
                    <a:pt x="86240" y="154902"/>
                    <a:pt x="58753" y="154902"/>
                  </a:cubicBezTo>
                  <a:cubicBezTo>
                    <a:pt x="29150" y="154902"/>
                    <a:pt x="16464" y="134708"/>
                    <a:pt x="9768" y="104595"/>
                  </a:cubicBezTo>
                  <a:cubicBezTo>
                    <a:pt x="8711" y="99990"/>
                    <a:pt x="8358" y="98573"/>
                    <a:pt x="4834" y="98573"/>
                  </a:cubicBezTo>
                  <a:cubicBezTo>
                    <a:pt x="253" y="98573"/>
                    <a:pt x="253" y="101053"/>
                    <a:pt x="253" y="107430"/>
                  </a:cubicBezTo>
                  <a:lnTo>
                    <a:pt x="253" y="154193"/>
                  </a:lnTo>
                  <a:cubicBezTo>
                    <a:pt x="253" y="160216"/>
                    <a:pt x="253" y="162696"/>
                    <a:pt x="4129" y="162696"/>
                  </a:cubicBezTo>
                  <a:cubicBezTo>
                    <a:pt x="5891" y="162696"/>
                    <a:pt x="6244" y="162342"/>
                    <a:pt x="12940" y="155610"/>
                  </a:cubicBezTo>
                  <a:cubicBezTo>
                    <a:pt x="13644" y="154902"/>
                    <a:pt x="13644" y="154193"/>
                    <a:pt x="19988" y="147462"/>
                  </a:cubicBezTo>
                  <a:cubicBezTo>
                    <a:pt x="35494" y="162342"/>
                    <a:pt x="51352" y="162696"/>
                    <a:pt x="58753" y="162696"/>
                  </a:cubicBezTo>
                  <a:cubicBezTo>
                    <a:pt x="99279" y="162696"/>
                    <a:pt x="115490" y="138960"/>
                    <a:pt x="115490" y="113452"/>
                  </a:cubicBezTo>
                  <a:cubicBezTo>
                    <a:pt x="115490" y="94676"/>
                    <a:pt x="104918" y="84048"/>
                    <a:pt x="100689" y="79796"/>
                  </a:cubicBezTo>
                  <a:cubicBezTo>
                    <a:pt x="89060" y="68460"/>
                    <a:pt x="75316" y="65626"/>
                    <a:pt x="60515" y="62791"/>
                  </a:cubicBezTo>
                  <a:cubicBezTo>
                    <a:pt x="40780" y="58894"/>
                    <a:pt x="17169" y="54289"/>
                    <a:pt x="17169" y="33741"/>
                  </a:cubicBezTo>
                  <a:cubicBezTo>
                    <a:pt x="17169" y="21342"/>
                    <a:pt x="26331" y="6816"/>
                    <a:pt x="56638" y="6816"/>
                  </a:cubicBezTo>
                  <a:cubicBezTo>
                    <a:pt x="95403" y="6816"/>
                    <a:pt x="97165" y="38701"/>
                    <a:pt x="97870" y="49683"/>
                  </a:cubicBezTo>
                  <a:cubicBezTo>
                    <a:pt x="98222" y="52872"/>
                    <a:pt x="101394" y="52872"/>
                    <a:pt x="102099" y="52872"/>
                  </a:cubicBezTo>
                  <a:cubicBezTo>
                    <a:pt x="106680" y="52872"/>
                    <a:pt x="106680" y="51100"/>
                    <a:pt x="106680" y="44369"/>
                  </a:cubicBezTo>
                  <a:lnTo>
                    <a:pt x="106680" y="8588"/>
                  </a:lnTo>
                  <a:cubicBezTo>
                    <a:pt x="106680" y="2565"/>
                    <a:pt x="106680" y="85"/>
                    <a:pt x="102803" y="85"/>
                  </a:cubicBezTo>
                  <a:cubicBezTo>
                    <a:pt x="101041" y="85"/>
                    <a:pt x="100337" y="85"/>
                    <a:pt x="95755" y="4337"/>
                  </a:cubicBezTo>
                  <a:cubicBezTo>
                    <a:pt x="94698" y="5754"/>
                    <a:pt x="91174" y="8942"/>
                    <a:pt x="89764" y="10005"/>
                  </a:cubicBezTo>
                  <a:cubicBezTo>
                    <a:pt x="76373" y="85"/>
                    <a:pt x="61924" y="85"/>
                    <a:pt x="56638" y="85"/>
                  </a:cubicBezTo>
                  <a:cubicBezTo>
                    <a:pt x="13644" y="85"/>
                    <a:pt x="253" y="23821"/>
                    <a:pt x="253" y="43661"/>
                  </a:cubicBezTo>
                  <a:cubicBezTo>
                    <a:pt x="253" y="56060"/>
                    <a:pt x="5891" y="65980"/>
                    <a:pt x="15406" y="73774"/>
                  </a:cubicBezTo>
                  <a:cubicBezTo>
                    <a:pt x="26683" y="82985"/>
                    <a:pt x="36551" y="85110"/>
                    <a:pt x="61924" y="90070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57D2FDCB-8E08-3F6D-5D5E-0222E540B322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3657829" y="7179010"/>
              <a:ext cx="115237" cy="162610"/>
            </a:xfrm>
            <a:custGeom>
              <a:avLst/>
              <a:gdLst>
                <a:gd name="connsiteX0" fmla="*/ 61928 w 115237"/>
                <a:gd name="connsiteY0" fmla="*/ 90070 h 162610"/>
                <a:gd name="connsiteX1" fmla="*/ 98578 w 115237"/>
                <a:gd name="connsiteY1" fmla="*/ 122663 h 162610"/>
                <a:gd name="connsiteX2" fmla="*/ 58756 w 115237"/>
                <a:gd name="connsiteY2" fmla="*/ 154902 h 162610"/>
                <a:gd name="connsiteX3" fmla="*/ 9772 w 115237"/>
                <a:gd name="connsiteY3" fmla="*/ 104595 h 162610"/>
                <a:gd name="connsiteX4" fmla="*/ 4838 w 115237"/>
                <a:gd name="connsiteY4" fmla="*/ 98573 h 162610"/>
                <a:gd name="connsiteX5" fmla="*/ 257 w 115237"/>
                <a:gd name="connsiteY5" fmla="*/ 107430 h 162610"/>
                <a:gd name="connsiteX6" fmla="*/ 257 w 115237"/>
                <a:gd name="connsiteY6" fmla="*/ 154193 h 162610"/>
                <a:gd name="connsiteX7" fmla="*/ 4133 w 115237"/>
                <a:gd name="connsiteY7" fmla="*/ 162696 h 162610"/>
                <a:gd name="connsiteX8" fmla="*/ 12944 w 115237"/>
                <a:gd name="connsiteY8" fmla="*/ 155610 h 162610"/>
                <a:gd name="connsiteX9" fmla="*/ 19992 w 115237"/>
                <a:gd name="connsiteY9" fmla="*/ 147462 h 162610"/>
                <a:gd name="connsiteX10" fmla="*/ 58756 w 115237"/>
                <a:gd name="connsiteY10" fmla="*/ 162696 h 162610"/>
                <a:gd name="connsiteX11" fmla="*/ 115494 w 115237"/>
                <a:gd name="connsiteY11" fmla="*/ 113452 h 162610"/>
                <a:gd name="connsiteX12" fmla="*/ 100693 w 115237"/>
                <a:gd name="connsiteY12" fmla="*/ 79796 h 162610"/>
                <a:gd name="connsiteX13" fmla="*/ 60519 w 115237"/>
                <a:gd name="connsiteY13" fmla="*/ 62791 h 162610"/>
                <a:gd name="connsiteX14" fmla="*/ 17172 w 115237"/>
                <a:gd name="connsiteY14" fmla="*/ 33741 h 162610"/>
                <a:gd name="connsiteX15" fmla="*/ 56642 w 115237"/>
                <a:gd name="connsiteY15" fmla="*/ 6816 h 162610"/>
                <a:gd name="connsiteX16" fmla="*/ 97874 w 115237"/>
                <a:gd name="connsiteY16" fmla="*/ 49683 h 162610"/>
                <a:gd name="connsiteX17" fmla="*/ 102103 w 115237"/>
                <a:gd name="connsiteY17" fmla="*/ 52872 h 162610"/>
                <a:gd name="connsiteX18" fmla="*/ 106684 w 115237"/>
                <a:gd name="connsiteY18" fmla="*/ 44369 h 162610"/>
                <a:gd name="connsiteX19" fmla="*/ 106684 w 115237"/>
                <a:gd name="connsiteY19" fmla="*/ 8588 h 162610"/>
                <a:gd name="connsiteX20" fmla="*/ 102807 w 115237"/>
                <a:gd name="connsiteY20" fmla="*/ 85 h 162610"/>
                <a:gd name="connsiteX21" fmla="*/ 95759 w 115237"/>
                <a:gd name="connsiteY21" fmla="*/ 4337 h 162610"/>
                <a:gd name="connsiteX22" fmla="*/ 89768 w 115237"/>
                <a:gd name="connsiteY22" fmla="*/ 10005 h 162610"/>
                <a:gd name="connsiteX23" fmla="*/ 56642 w 115237"/>
                <a:gd name="connsiteY23" fmla="*/ 85 h 162610"/>
                <a:gd name="connsiteX24" fmla="*/ 257 w 115237"/>
                <a:gd name="connsiteY24" fmla="*/ 43661 h 162610"/>
                <a:gd name="connsiteX25" fmla="*/ 15410 w 115237"/>
                <a:gd name="connsiteY25" fmla="*/ 73774 h 162610"/>
                <a:gd name="connsiteX26" fmla="*/ 61928 w 115237"/>
                <a:gd name="connsiteY26" fmla="*/ 90070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237" h="162610">
                  <a:moveTo>
                    <a:pt x="61928" y="90070"/>
                  </a:moveTo>
                  <a:cubicBezTo>
                    <a:pt x="69681" y="91487"/>
                    <a:pt x="98578" y="97156"/>
                    <a:pt x="98578" y="122663"/>
                  </a:cubicBezTo>
                  <a:cubicBezTo>
                    <a:pt x="98578" y="140731"/>
                    <a:pt x="86244" y="154902"/>
                    <a:pt x="58756" y="154902"/>
                  </a:cubicBezTo>
                  <a:cubicBezTo>
                    <a:pt x="29154" y="154902"/>
                    <a:pt x="16468" y="134708"/>
                    <a:pt x="9772" y="104595"/>
                  </a:cubicBezTo>
                  <a:cubicBezTo>
                    <a:pt x="8715" y="99990"/>
                    <a:pt x="8362" y="98573"/>
                    <a:pt x="4838" y="98573"/>
                  </a:cubicBezTo>
                  <a:cubicBezTo>
                    <a:pt x="257" y="98573"/>
                    <a:pt x="257" y="101053"/>
                    <a:pt x="257" y="107430"/>
                  </a:cubicBezTo>
                  <a:lnTo>
                    <a:pt x="257" y="154193"/>
                  </a:lnTo>
                  <a:cubicBezTo>
                    <a:pt x="257" y="160216"/>
                    <a:pt x="257" y="162696"/>
                    <a:pt x="4133" y="162696"/>
                  </a:cubicBezTo>
                  <a:cubicBezTo>
                    <a:pt x="5895" y="162696"/>
                    <a:pt x="6248" y="162342"/>
                    <a:pt x="12944" y="155610"/>
                  </a:cubicBezTo>
                  <a:cubicBezTo>
                    <a:pt x="13648" y="154902"/>
                    <a:pt x="13648" y="154193"/>
                    <a:pt x="19992" y="147462"/>
                  </a:cubicBezTo>
                  <a:cubicBezTo>
                    <a:pt x="35498" y="162342"/>
                    <a:pt x="51356" y="162696"/>
                    <a:pt x="58756" y="162696"/>
                  </a:cubicBezTo>
                  <a:cubicBezTo>
                    <a:pt x="99283" y="162696"/>
                    <a:pt x="115494" y="138960"/>
                    <a:pt x="115494" y="113452"/>
                  </a:cubicBezTo>
                  <a:cubicBezTo>
                    <a:pt x="115494" y="94676"/>
                    <a:pt x="104922" y="84048"/>
                    <a:pt x="100693" y="79796"/>
                  </a:cubicBezTo>
                  <a:cubicBezTo>
                    <a:pt x="89063" y="68460"/>
                    <a:pt x="75320" y="65626"/>
                    <a:pt x="60519" y="62791"/>
                  </a:cubicBezTo>
                  <a:cubicBezTo>
                    <a:pt x="40784" y="58894"/>
                    <a:pt x="17172" y="54289"/>
                    <a:pt x="17172" y="33741"/>
                  </a:cubicBezTo>
                  <a:cubicBezTo>
                    <a:pt x="17172" y="21342"/>
                    <a:pt x="26335" y="6816"/>
                    <a:pt x="56642" y="6816"/>
                  </a:cubicBezTo>
                  <a:cubicBezTo>
                    <a:pt x="95407" y="6816"/>
                    <a:pt x="97169" y="38701"/>
                    <a:pt x="97874" y="49683"/>
                  </a:cubicBezTo>
                  <a:cubicBezTo>
                    <a:pt x="98226" y="52872"/>
                    <a:pt x="101398" y="52872"/>
                    <a:pt x="102103" y="52872"/>
                  </a:cubicBezTo>
                  <a:cubicBezTo>
                    <a:pt x="106684" y="52872"/>
                    <a:pt x="106684" y="51100"/>
                    <a:pt x="106684" y="44369"/>
                  </a:cubicBezTo>
                  <a:lnTo>
                    <a:pt x="106684" y="8588"/>
                  </a:lnTo>
                  <a:cubicBezTo>
                    <a:pt x="106684" y="2565"/>
                    <a:pt x="106684" y="85"/>
                    <a:pt x="102807" y="85"/>
                  </a:cubicBezTo>
                  <a:cubicBezTo>
                    <a:pt x="101045" y="85"/>
                    <a:pt x="100340" y="85"/>
                    <a:pt x="95759" y="4337"/>
                  </a:cubicBezTo>
                  <a:cubicBezTo>
                    <a:pt x="94702" y="5754"/>
                    <a:pt x="91178" y="8942"/>
                    <a:pt x="89768" y="10005"/>
                  </a:cubicBezTo>
                  <a:cubicBezTo>
                    <a:pt x="76377" y="85"/>
                    <a:pt x="61928" y="85"/>
                    <a:pt x="56642" y="85"/>
                  </a:cubicBezTo>
                  <a:cubicBezTo>
                    <a:pt x="13648" y="85"/>
                    <a:pt x="257" y="23821"/>
                    <a:pt x="257" y="43661"/>
                  </a:cubicBezTo>
                  <a:cubicBezTo>
                    <a:pt x="257" y="56060"/>
                    <a:pt x="5895" y="65980"/>
                    <a:pt x="15410" y="73774"/>
                  </a:cubicBezTo>
                  <a:cubicBezTo>
                    <a:pt x="26687" y="82985"/>
                    <a:pt x="36555" y="85110"/>
                    <a:pt x="61928" y="90070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B4443365-FB85-EC9C-C792-29C94F7B6450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3026427" y="7481738"/>
              <a:ext cx="758776" cy="14170"/>
            </a:xfrm>
            <a:custGeom>
              <a:avLst/>
              <a:gdLst>
                <a:gd name="connsiteX0" fmla="*/ 0 w 758776"/>
                <a:gd name="connsiteY0" fmla="*/ 0 h 14170"/>
                <a:gd name="connsiteX1" fmla="*/ 758777 w 758776"/>
                <a:gd name="connsiteY1" fmla="*/ 0 h 14170"/>
                <a:gd name="connsiteX2" fmla="*/ 758777 w 758776"/>
                <a:gd name="connsiteY2" fmla="*/ 14170 h 14170"/>
                <a:gd name="connsiteX3" fmla="*/ 0 w 758776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776" h="14170">
                  <a:moveTo>
                    <a:pt x="0" y="0"/>
                  </a:moveTo>
                  <a:lnTo>
                    <a:pt x="758777" y="0"/>
                  </a:lnTo>
                  <a:lnTo>
                    <a:pt x="758777" y="14170"/>
                  </a:lnTo>
                  <a:lnTo>
                    <a:pt x="0" y="14170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C22EEB7C-BB9B-E47F-C8FA-ADD3F05F96FD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3141964" y="7566746"/>
              <a:ext cx="185366" cy="261452"/>
            </a:xfrm>
            <a:custGeom>
              <a:avLst/>
              <a:gdLst>
                <a:gd name="connsiteX0" fmla="*/ 149310 w 185366"/>
                <a:gd name="connsiteY0" fmla="*/ 133659 h 261452"/>
                <a:gd name="connsiteX1" fmla="*/ 103850 w 185366"/>
                <a:gd name="connsiteY1" fmla="*/ 91855 h 261452"/>
                <a:gd name="connsiteX2" fmla="*/ 31959 w 185366"/>
                <a:gd name="connsiteY2" fmla="*/ 125157 h 261452"/>
                <a:gd name="connsiteX3" fmla="*/ 242 w 185366"/>
                <a:gd name="connsiteY3" fmla="*/ 198491 h 261452"/>
                <a:gd name="connsiteX4" fmla="*/ 65085 w 185366"/>
                <a:gd name="connsiteY4" fmla="*/ 261551 h 261452"/>
                <a:gd name="connsiteX5" fmla="*/ 185608 w 185366"/>
                <a:gd name="connsiteY5" fmla="*/ 91855 h 261452"/>
                <a:gd name="connsiteX6" fmla="*/ 109488 w 185366"/>
                <a:gd name="connsiteY6" fmla="*/ 99 h 261452"/>
                <a:gd name="connsiteX7" fmla="*/ 42179 w 185366"/>
                <a:gd name="connsiteY7" fmla="*/ 56074 h 261452"/>
                <a:gd name="connsiteX8" fmla="*/ 55570 w 185366"/>
                <a:gd name="connsiteY8" fmla="*/ 68473 h 261452"/>
                <a:gd name="connsiteX9" fmla="*/ 74600 w 185366"/>
                <a:gd name="connsiteY9" fmla="*/ 49697 h 261452"/>
                <a:gd name="connsiteX10" fmla="*/ 58037 w 185366"/>
                <a:gd name="connsiteY10" fmla="*/ 37297 h 261452"/>
                <a:gd name="connsiteX11" fmla="*/ 108784 w 185366"/>
                <a:gd name="connsiteY11" fmla="*/ 8956 h 261452"/>
                <a:gd name="connsiteX12" fmla="*/ 159178 w 185366"/>
                <a:gd name="connsiteY12" fmla="*/ 73079 h 261452"/>
                <a:gd name="connsiteX13" fmla="*/ 149663 w 185366"/>
                <a:gd name="connsiteY13" fmla="*/ 133659 h 261452"/>
                <a:gd name="connsiteX14" fmla="*/ 149310 w 185366"/>
                <a:gd name="connsiteY14" fmla="*/ 133659 h 261452"/>
                <a:gd name="connsiteX15" fmla="*/ 66142 w 185366"/>
                <a:gd name="connsiteY15" fmla="*/ 251632 h 261452"/>
                <a:gd name="connsiteX16" fmla="*/ 27378 w 185366"/>
                <a:gd name="connsiteY16" fmla="*/ 211599 h 261452"/>
                <a:gd name="connsiteX17" fmla="*/ 50636 w 185366"/>
                <a:gd name="connsiteY17" fmla="*/ 131179 h 261452"/>
                <a:gd name="connsiteX18" fmla="*/ 103850 w 185366"/>
                <a:gd name="connsiteY18" fmla="*/ 99649 h 261452"/>
                <a:gd name="connsiteX19" fmla="*/ 142967 w 185366"/>
                <a:gd name="connsiteY19" fmla="*/ 146413 h 261452"/>
                <a:gd name="connsiteX20" fmla="*/ 66142 w 185366"/>
                <a:gd name="connsiteY20" fmla="*/ 251632 h 26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5366" h="261452">
                  <a:moveTo>
                    <a:pt x="149310" y="133659"/>
                  </a:moveTo>
                  <a:cubicBezTo>
                    <a:pt x="145786" y="111694"/>
                    <a:pt x="131338" y="91855"/>
                    <a:pt x="103850" y="91855"/>
                  </a:cubicBezTo>
                  <a:cubicBezTo>
                    <a:pt x="82353" y="91855"/>
                    <a:pt x="59447" y="97524"/>
                    <a:pt x="31959" y="125157"/>
                  </a:cubicBezTo>
                  <a:cubicBezTo>
                    <a:pt x="2709" y="154561"/>
                    <a:pt x="242" y="187508"/>
                    <a:pt x="242" y="198491"/>
                  </a:cubicBezTo>
                  <a:cubicBezTo>
                    <a:pt x="242" y="220456"/>
                    <a:pt x="15748" y="261551"/>
                    <a:pt x="65085" y="261551"/>
                  </a:cubicBezTo>
                  <a:cubicBezTo>
                    <a:pt x="148958" y="261551"/>
                    <a:pt x="185608" y="142516"/>
                    <a:pt x="185608" y="91855"/>
                  </a:cubicBezTo>
                  <a:cubicBezTo>
                    <a:pt x="185608" y="35526"/>
                    <a:pt x="152834" y="99"/>
                    <a:pt x="109488" y="99"/>
                  </a:cubicBezTo>
                  <a:cubicBezTo>
                    <a:pt x="58389" y="99"/>
                    <a:pt x="42179" y="46154"/>
                    <a:pt x="42179" y="56074"/>
                  </a:cubicBezTo>
                  <a:cubicBezTo>
                    <a:pt x="42179" y="61034"/>
                    <a:pt x="44998" y="68473"/>
                    <a:pt x="55570" y="68473"/>
                  </a:cubicBezTo>
                  <a:cubicBezTo>
                    <a:pt x="67200" y="68473"/>
                    <a:pt x="74600" y="57845"/>
                    <a:pt x="74600" y="49697"/>
                  </a:cubicBezTo>
                  <a:cubicBezTo>
                    <a:pt x="74600" y="37297"/>
                    <a:pt x="63675" y="37297"/>
                    <a:pt x="58037" y="37297"/>
                  </a:cubicBezTo>
                  <a:cubicBezTo>
                    <a:pt x="73543" y="11081"/>
                    <a:pt x="98564" y="8956"/>
                    <a:pt x="108784" y="8956"/>
                  </a:cubicBezTo>
                  <a:cubicBezTo>
                    <a:pt x="134509" y="8956"/>
                    <a:pt x="159178" y="27378"/>
                    <a:pt x="159178" y="73079"/>
                  </a:cubicBezTo>
                  <a:cubicBezTo>
                    <a:pt x="159178" y="86895"/>
                    <a:pt x="157063" y="104963"/>
                    <a:pt x="149663" y="133659"/>
                  </a:cubicBezTo>
                  <a:lnTo>
                    <a:pt x="149310" y="133659"/>
                  </a:lnTo>
                  <a:close/>
                  <a:moveTo>
                    <a:pt x="66142" y="251632"/>
                  </a:moveTo>
                  <a:cubicBezTo>
                    <a:pt x="27378" y="251632"/>
                    <a:pt x="27378" y="215142"/>
                    <a:pt x="27378" y="211599"/>
                  </a:cubicBezTo>
                  <a:cubicBezTo>
                    <a:pt x="27378" y="202034"/>
                    <a:pt x="36188" y="152436"/>
                    <a:pt x="50636" y="131179"/>
                  </a:cubicBezTo>
                  <a:cubicBezTo>
                    <a:pt x="64733" y="110986"/>
                    <a:pt x="82001" y="99649"/>
                    <a:pt x="103850" y="99649"/>
                  </a:cubicBezTo>
                  <a:cubicBezTo>
                    <a:pt x="142262" y="99649"/>
                    <a:pt x="142967" y="139328"/>
                    <a:pt x="142967" y="146413"/>
                  </a:cubicBezTo>
                  <a:cubicBezTo>
                    <a:pt x="142967" y="171921"/>
                    <a:pt x="120413" y="251632"/>
                    <a:pt x="66142" y="251632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59F0A2D4-B1BF-2261-30BE-52154F9F34EE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3350398" y="7574539"/>
              <a:ext cx="200872" cy="245864"/>
            </a:xfrm>
            <a:custGeom>
              <a:avLst/>
              <a:gdLst>
                <a:gd name="connsiteX0" fmla="*/ 24564 w 200872"/>
                <a:gd name="connsiteY0" fmla="*/ 229313 h 245864"/>
                <a:gd name="connsiteX1" fmla="*/ 248 w 200872"/>
                <a:gd name="connsiteY1" fmla="*/ 229313 h 245864"/>
                <a:gd name="connsiteX2" fmla="*/ 248 w 200872"/>
                <a:gd name="connsiteY2" fmla="*/ 245963 h 245864"/>
                <a:gd name="connsiteX3" fmla="*/ 44651 w 200872"/>
                <a:gd name="connsiteY3" fmla="*/ 244900 h 245864"/>
                <a:gd name="connsiteX4" fmla="*/ 89055 w 200872"/>
                <a:gd name="connsiteY4" fmla="*/ 245963 h 245864"/>
                <a:gd name="connsiteX5" fmla="*/ 89055 w 200872"/>
                <a:gd name="connsiteY5" fmla="*/ 229313 h 245864"/>
                <a:gd name="connsiteX6" fmla="*/ 64739 w 200872"/>
                <a:gd name="connsiteY6" fmla="*/ 229313 h 245864"/>
                <a:gd name="connsiteX7" fmla="*/ 64739 w 200872"/>
                <a:gd name="connsiteY7" fmla="*/ 155270 h 245864"/>
                <a:gd name="connsiteX8" fmla="*/ 117247 w 200872"/>
                <a:gd name="connsiteY8" fmla="*/ 99295 h 245864"/>
                <a:gd name="connsiteX9" fmla="*/ 136630 w 200872"/>
                <a:gd name="connsiteY9" fmla="*/ 133659 h 245864"/>
                <a:gd name="connsiteX10" fmla="*/ 136630 w 200872"/>
                <a:gd name="connsiteY10" fmla="*/ 229313 h 245864"/>
                <a:gd name="connsiteX11" fmla="*/ 112313 w 200872"/>
                <a:gd name="connsiteY11" fmla="*/ 229313 h 245864"/>
                <a:gd name="connsiteX12" fmla="*/ 112313 w 200872"/>
                <a:gd name="connsiteY12" fmla="*/ 245963 h 245864"/>
                <a:gd name="connsiteX13" fmla="*/ 156717 w 200872"/>
                <a:gd name="connsiteY13" fmla="*/ 244900 h 245864"/>
                <a:gd name="connsiteX14" fmla="*/ 201120 w 200872"/>
                <a:gd name="connsiteY14" fmla="*/ 245963 h 245864"/>
                <a:gd name="connsiteX15" fmla="*/ 201120 w 200872"/>
                <a:gd name="connsiteY15" fmla="*/ 229313 h 245864"/>
                <a:gd name="connsiteX16" fmla="*/ 176804 w 200872"/>
                <a:gd name="connsiteY16" fmla="*/ 229313 h 245864"/>
                <a:gd name="connsiteX17" fmla="*/ 176804 w 200872"/>
                <a:gd name="connsiteY17" fmla="*/ 137556 h 245864"/>
                <a:gd name="connsiteX18" fmla="*/ 122533 w 200872"/>
                <a:gd name="connsiteY18" fmla="*/ 86541 h 245864"/>
                <a:gd name="connsiteX19" fmla="*/ 62624 w 200872"/>
                <a:gd name="connsiteY19" fmla="*/ 121260 h 245864"/>
                <a:gd name="connsiteX20" fmla="*/ 62624 w 200872"/>
                <a:gd name="connsiteY20" fmla="*/ 99 h 245864"/>
                <a:gd name="connsiteX21" fmla="*/ 248 w 200872"/>
                <a:gd name="connsiteY21" fmla="*/ 2933 h 245864"/>
                <a:gd name="connsiteX22" fmla="*/ 248 w 200872"/>
                <a:gd name="connsiteY22" fmla="*/ 19584 h 245864"/>
                <a:gd name="connsiteX23" fmla="*/ 24564 w 200872"/>
                <a:gd name="connsiteY23" fmla="*/ 33400 h 245864"/>
                <a:gd name="connsiteX24" fmla="*/ 24564 w 200872"/>
                <a:gd name="connsiteY24" fmla="*/ 229313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0872" h="245864">
                  <a:moveTo>
                    <a:pt x="24564" y="229313"/>
                  </a:moveTo>
                  <a:lnTo>
                    <a:pt x="248" y="229313"/>
                  </a:lnTo>
                  <a:lnTo>
                    <a:pt x="248" y="245963"/>
                  </a:lnTo>
                  <a:cubicBezTo>
                    <a:pt x="10115" y="245609"/>
                    <a:pt x="31260" y="244900"/>
                    <a:pt x="44651" y="244900"/>
                  </a:cubicBezTo>
                  <a:cubicBezTo>
                    <a:pt x="58395" y="244900"/>
                    <a:pt x="79187" y="245609"/>
                    <a:pt x="89055" y="245963"/>
                  </a:cubicBezTo>
                  <a:lnTo>
                    <a:pt x="89055" y="229313"/>
                  </a:lnTo>
                  <a:lnTo>
                    <a:pt x="64739" y="229313"/>
                  </a:lnTo>
                  <a:lnTo>
                    <a:pt x="64739" y="155270"/>
                  </a:lnTo>
                  <a:cubicBezTo>
                    <a:pt x="64739" y="116654"/>
                    <a:pt x="95046" y="99295"/>
                    <a:pt x="117247" y="99295"/>
                  </a:cubicBezTo>
                  <a:cubicBezTo>
                    <a:pt x="129229" y="99295"/>
                    <a:pt x="136630" y="106735"/>
                    <a:pt x="136630" y="133659"/>
                  </a:cubicBezTo>
                  <a:lnTo>
                    <a:pt x="136630" y="229313"/>
                  </a:lnTo>
                  <a:lnTo>
                    <a:pt x="112313" y="229313"/>
                  </a:lnTo>
                  <a:lnTo>
                    <a:pt x="112313" y="245963"/>
                  </a:lnTo>
                  <a:cubicBezTo>
                    <a:pt x="122181" y="245609"/>
                    <a:pt x="143325" y="244900"/>
                    <a:pt x="156717" y="244900"/>
                  </a:cubicBezTo>
                  <a:cubicBezTo>
                    <a:pt x="170461" y="244900"/>
                    <a:pt x="191253" y="245609"/>
                    <a:pt x="201120" y="245963"/>
                  </a:cubicBezTo>
                  <a:lnTo>
                    <a:pt x="201120" y="229313"/>
                  </a:lnTo>
                  <a:lnTo>
                    <a:pt x="176804" y="229313"/>
                  </a:lnTo>
                  <a:lnTo>
                    <a:pt x="176804" y="137556"/>
                  </a:lnTo>
                  <a:cubicBezTo>
                    <a:pt x="176804" y="100358"/>
                    <a:pt x="157774" y="86541"/>
                    <a:pt x="122533" y="86541"/>
                  </a:cubicBezTo>
                  <a:cubicBezTo>
                    <a:pt x="88702" y="86541"/>
                    <a:pt x="70729" y="107089"/>
                    <a:pt x="62624" y="121260"/>
                  </a:cubicBezTo>
                  <a:lnTo>
                    <a:pt x="62624" y="99"/>
                  </a:lnTo>
                  <a:lnTo>
                    <a:pt x="248" y="2933"/>
                  </a:lnTo>
                  <a:lnTo>
                    <a:pt x="248" y="19584"/>
                  </a:lnTo>
                  <a:cubicBezTo>
                    <a:pt x="22097" y="19584"/>
                    <a:pt x="24564" y="19584"/>
                    <a:pt x="24564" y="33400"/>
                  </a:cubicBezTo>
                  <a:lnTo>
                    <a:pt x="24564" y="229313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0526F6-5AD9-15EA-DA81-6D81304FFABD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3570048" y="7718550"/>
              <a:ext cx="83379" cy="157473"/>
            </a:xfrm>
            <a:custGeom>
              <a:avLst/>
              <a:gdLst>
                <a:gd name="connsiteX0" fmla="*/ 50578 w 83379"/>
                <a:gd name="connsiteY0" fmla="*/ 57138 h 157473"/>
                <a:gd name="connsiteX1" fmla="*/ 75740 w 83379"/>
                <a:gd name="connsiteY1" fmla="*/ 57138 h 157473"/>
                <a:gd name="connsiteX2" fmla="*/ 83634 w 83379"/>
                <a:gd name="connsiteY2" fmla="*/ 51682 h 157473"/>
                <a:gd name="connsiteX3" fmla="*/ 76233 w 83379"/>
                <a:gd name="connsiteY3" fmla="*/ 48210 h 157473"/>
                <a:gd name="connsiteX4" fmla="*/ 52798 w 83379"/>
                <a:gd name="connsiteY4" fmla="*/ 48210 h 157473"/>
                <a:gd name="connsiteX5" fmla="*/ 61926 w 83379"/>
                <a:gd name="connsiteY5" fmla="*/ 11508 h 157473"/>
                <a:gd name="connsiteX6" fmla="*/ 62666 w 83379"/>
                <a:gd name="connsiteY6" fmla="*/ 8036 h 157473"/>
                <a:gd name="connsiteX7" fmla="*/ 54278 w 83379"/>
                <a:gd name="connsiteY7" fmla="*/ 100 h 157473"/>
                <a:gd name="connsiteX8" fmla="*/ 42684 w 83379"/>
                <a:gd name="connsiteY8" fmla="*/ 10764 h 157473"/>
                <a:gd name="connsiteX9" fmla="*/ 33310 w 83379"/>
                <a:gd name="connsiteY9" fmla="*/ 48210 h 157473"/>
                <a:gd name="connsiteX10" fmla="*/ 8148 w 83379"/>
                <a:gd name="connsiteY10" fmla="*/ 48210 h 157473"/>
                <a:gd name="connsiteX11" fmla="*/ 254 w 83379"/>
                <a:gd name="connsiteY11" fmla="*/ 53666 h 157473"/>
                <a:gd name="connsiteX12" fmla="*/ 7655 w 83379"/>
                <a:gd name="connsiteY12" fmla="*/ 57138 h 157473"/>
                <a:gd name="connsiteX13" fmla="*/ 31090 w 83379"/>
                <a:gd name="connsiteY13" fmla="*/ 57138 h 157473"/>
                <a:gd name="connsiteX14" fmla="*/ 16536 w 83379"/>
                <a:gd name="connsiteY14" fmla="*/ 115664 h 157473"/>
                <a:gd name="connsiteX15" fmla="*/ 12835 w 83379"/>
                <a:gd name="connsiteY15" fmla="*/ 134015 h 157473"/>
                <a:gd name="connsiteX16" fmla="*/ 39231 w 83379"/>
                <a:gd name="connsiteY16" fmla="*/ 157574 h 157473"/>
                <a:gd name="connsiteX17" fmla="*/ 82154 w 83379"/>
                <a:gd name="connsiteY17" fmla="*/ 119632 h 157473"/>
                <a:gd name="connsiteX18" fmla="*/ 78207 w 83379"/>
                <a:gd name="connsiteY18" fmla="*/ 116408 h 157473"/>
                <a:gd name="connsiteX19" fmla="*/ 73026 w 83379"/>
                <a:gd name="connsiteY19" fmla="*/ 121119 h 157473"/>
                <a:gd name="connsiteX20" fmla="*/ 39971 w 83379"/>
                <a:gd name="connsiteY20" fmla="*/ 150630 h 157473"/>
                <a:gd name="connsiteX21" fmla="*/ 31337 w 83379"/>
                <a:gd name="connsiteY21" fmla="*/ 138479 h 157473"/>
                <a:gd name="connsiteX22" fmla="*/ 32817 w 83379"/>
                <a:gd name="connsiteY22" fmla="*/ 128311 h 157473"/>
                <a:gd name="connsiteX23" fmla="*/ 50578 w 83379"/>
                <a:gd name="connsiteY23" fmla="*/ 57138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379" h="157473">
                  <a:moveTo>
                    <a:pt x="50578" y="57138"/>
                  </a:moveTo>
                  <a:lnTo>
                    <a:pt x="75740" y="57138"/>
                  </a:lnTo>
                  <a:cubicBezTo>
                    <a:pt x="80427" y="57138"/>
                    <a:pt x="83634" y="57138"/>
                    <a:pt x="83634" y="51682"/>
                  </a:cubicBezTo>
                  <a:cubicBezTo>
                    <a:pt x="83634" y="48210"/>
                    <a:pt x="80427" y="48210"/>
                    <a:pt x="76233" y="48210"/>
                  </a:cubicBezTo>
                  <a:lnTo>
                    <a:pt x="52798" y="48210"/>
                  </a:lnTo>
                  <a:lnTo>
                    <a:pt x="61926" y="11508"/>
                  </a:lnTo>
                  <a:cubicBezTo>
                    <a:pt x="62172" y="10268"/>
                    <a:pt x="62666" y="9028"/>
                    <a:pt x="62666" y="8036"/>
                  </a:cubicBezTo>
                  <a:cubicBezTo>
                    <a:pt x="62666" y="3572"/>
                    <a:pt x="59212" y="100"/>
                    <a:pt x="54278" y="100"/>
                  </a:cubicBezTo>
                  <a:cubicBezTo>
                    <a:pt x="48111" y="100"/>
                    <a:pt x="44411" y="4316"/>
                    <a:pt x="42684" y="10764"/>
                  </a:cubicBezTo>
                  <a:cubicBezTo>
                    <a:pt x="40957" y="16964"/>
                    <a:pt x="44164" y="5060"/>
                    <a:pt x="33310" y="48210"/>
                  </a:cubicBezTo>
                  <a:lnTo>
                    <a:pt x="8148" y="48210"/>
                  </a:lnTo>
                  <a:cubicBezTo>
                    <a:pt x="3461" y="48210"/>
                    <a:pt x="254" y="48210"/>
                    <a:pt x="254" y="53666"/>
                  </a:cubicBezTo>
                  <a:cubicBezTo>
                    <a:pt x="254" y="57138"/>
                    <a:pt x="3215" y="57138"/>
                    <a:pt x="7655" y="57138"/>
                  </a:cubicBezTo>
                  <a:lnTo>
                    <a:pt x="31090" y="57138"/>
                  </a:lnTo>
                  <a:lnTo>
                    <a:pt x="16536" y="115664"/>
                  </a:lnTo>
                  <a:cubicBezTo>
                    <a:pt x="15056" y="121863"/>
                    <a:pt x="12835" y="130791"/>
                    <a:pt x="12835" y="134015"/>
                  </a:cubicBezTo>
                  <a:cubicBezTo>
                    <a:pt x="12835" y="148646"/>
                    <a:pt x="25170" y="157574"/>
                    <a:pt x="39231" y="157574"/>
                  </a:cubicBezTo>
                  <a:cubicBezTo>
                    <a:pt x="66613" y="157574"/>
                    <a:pt x="82154" y="122855"/>
                    <a:pt x="82154" y="119632"/>
                  </a:cubicBezTo>
                  <a:cubicBezTo>
                    <a:pt x="82154" y="116408"/>
                    <a:pt x="78947" y="116408"/>
                    <a:pt x="78207" y="116408"/>
                  </a:cubicBezTo>
                  <a:cubicBezTo>
                    <a:pt x="75247" y="116408"/>
                    <a:pt x="75000" y="116904"/>
                    <a:pt x="73026" y="121119"/>
                  </a:cubicBezTo>
                  <a:cubicBezTo>
                    <a:pt x="66119" y="136743"/>
                    <a:pt x="53538" y="150630"/>
                    <a:pt x="39971" y="150630"/>
                  </a:cubicBezTo>
                  <a:cubicBezTo>
                    <a:pt x="34790" y="150630"/>
                    <a:pt x="31337" y="147406"/>
                    <a:pt x="31337" y="138479"/>
                  </a:cubicBezTo>
                  <a:cubicBezTo>
                    <a:pt x="31337" y="135999"/>
                    <a:pt x="32323" y="130791"/>
                    <a:pt x="32817" y="128311"/>
                  </a:cubicBezTo>
                  <a:lnTo>
                    <a:pt x="50578" y="57138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3F8870A-AA43-F150-D347-804AF7743CAE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3921565" y="7084066"/>
              <a:ext cx="185366" cy="261452"/>
            </a:xfrm>
            <a:custGeom>
              <a:avLst/>
              <a:gdLst>
                <a:gd name="connsiteX0" fmla="*/ 149332 w 185366"/>
                <a:gd name="connsiteY0" fmla="*/ 133646 h 261452"/>
                <a:gd name="connsiteX1" fmla="*/ 103872 w 185366"/>
                <a:gd name="connsiteY1" fmla="*/ 91842 h 261452"/>
                <a:gd name="connsiteX2" fmla="*/ 31981 w 185366"/>
                <a:gd name="connsiteY2" fmla="*/ 125143 h 261452"/>
                <a:gd name="connsiteX3" fmla="*/ 264 w 185366"/>
                <a:gd name="connsiteY3" fmla="*/ 198477 h 261452"/>
                <a:gd name="connsiteX4" fmla="*/ 65107 w 185366"/>
                <a:gd name="connsiteY4" fmla="*/ 261538 h 261452"/>
                <a:gd name="connsiteX5" fmla="*/ 185630 w 185366"/>
                <a:gd name="connsiteY5" fmla="*/ 91842 h 261452"/>
                <a:gd name="connsiteX6" fmla="*/ 109510 w 185366"/>
                <a:gd name="connsiteY6" fmla="*/ 85 h 261452"/>
                <a:gd name="connsiteX7" fmla="*/ 42201 w 185366"/>
                <a:gd name="connsiteY7" fmla="*/ 56060 h 261452"/>
                <a:gd name="connsiteX8" fmla="*/ 55592 w 185366"/>
                <a:gd name="connsiteY8" fmla="*/ 68460 h 261452"/>
                <a:gd name="connsiteX9" fmla="*/ 74622 w 185366"/>
                <a:gd name="connsiteY9" fmla="*/ 49683 h 261452"/>
                <a:gd name="connsiteX10" fmla="*/ 58059 w 185366"/>
                <a:gd name="connsiteY10" fmla="*/ 37284 h 261452"/>
                <a:gd name="connsiteX11" fmla="*/ 108806 w 185366"/>
                <a:gd name="connsiteY11" fmla="*/ 8942 h 261452"/>
                <a:gd name="connsiteX12" fmla="*/ 159200 w 185366"/>
                <a:gd name="connsiteY12" fmla="*/ 73065 h 261452"/>
                <a:gd name="connsiteX13" fmla="*/ 149685 w 185366"/>
                <a:gd name="connsiteY13" fmla="*/ 133646 h 261452"/>
                <a:gd name="connsiteX14" fmla="*/ 149332 w 185366"/>
                <a:gd name="connsiteY14" fmla="*/ 133646 h 261452"/>
                <a:gd name="connsiteX15" fmla="*/ 66164 w 185366"/>
                <a:gd name="connsiteY15" fmla="*/ 251618 h 261452"/>
                <a:gd name="connsiteX16" fmla="*/ 27400 w 185366"/>
                <a:gd name="connsiteY16" fmla="*/ 211585 h 261452"/>
                <a:gd name="connsiteX17" fmla="*/ 50658 w 185366"/>
                <a:gd name="connsiteY17" fmla="*/ 131166 h 261452"/>
                <a:gd name="connsiteX18" fmla="*/ 103872 w 185366"/>
                <a:gd name="connsiteY18" fmla="*/ 99636 h 261452"/>
                <a:gd name="connsiteX19" fmla="*/ 142989 w 185366"/>
                <a:gd name="connsiteY19" fmla="*/ 146399 h 261452"/>
                <a:gd name="connsiteX20" fmla="*/ 66164 w 185366"/>
                <a:gd name="connsiteY20" fmla="*/ 251618 h 26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5366" h="261452">
                  <a:moveTo>
                    <a:pt x="149332" y="133646"/>
                  </a:moveTo>
                  <a:cubicBezTo>
                    <a:pt x="145808" y="111681"/>
                    <a:pt x="131360" y="91842"/>
                    <a:pt x="103872" y="91842"/>
                  </a:cubicBezTo>
                  <a:cubicBezTo>
                    <a:pt x="82375" y="91842"/>
                    <a:pt x="59469" y="97510"/>
                    <a:pt x="31981" y="125143"/>
                  </a:cubicBezTo>
                  <a:cubicBezTo>
                    <a:pt x="2731" y="154548"/>
                    <a:pt x="264" y="187495"/>
                    <a:pt x="264" y="198477"/>
                  </a:cubicBezTo>
                  <a:cubicBezTo>
                    <a:pt x="264" y="220442"/>
                    <a:pt x="15770" y="261538"/>
                    <a:pt x="65107" y="261538"/>
                  </a:cubicBezTo>
                  <a:cubicBezTo>
                    <a:pt x="148980" y="261538"/>
                    <a:pt x="185630" y="142502"/>
                    <a:pt x="185630" y="91842"/>
                  </a:cubicBezTo>
                  <a:cubicBezTo>
                    <a:pt x="185630" y="35512"/>
                    <a:pt x="152857" y="85"/>
                    <a:pt x="109510" y="85"/>
                  </a:cubicBezTo>
                  <a:cubicBezTo>
                    <a:pt x="58411" y="85"/>
                    <a:pt x="42201" y="46141"/>
                    <a:pt x="42201" y="56060"/>
                  </a:cubicBezTo>
                  <a:cubicBezTo>
                    <a:pt x="42201" y="61020"/>
                    <a:pt x="45020" y="68460"/>
                    <a:pt x="55592" y="68460"/>
                  </a:cubicBezTo>
                  <a:cubicBezTo>
                    <a:pt x="67222" y="68460"/>
                    <a:pt x="74622" y="57832"/>
                    <a:pt x="74622" y="49683"/>
                  </a:cubicBezTo>
                  <a:cubicBezTo>
                    <a:pt x="74622" y="37284"/>
                    <a:pt x="63698" y="37284"/>
                    <a:pt x="58059" y="37284"/>
                  </a:cubicBezTo>
                  <a:cubicBezTo>
                    <a:pt x="73565" y="11068"/>
                    <a:pt x="98586" y="8942"/>
                    <a:pt x="108806" y="8942"/>
                  </a:cubicBezTo>
                  <a:cubicBezTo>
                    <a:pt x="134531" y="8942"/>
                    <a:pt x="159200" y="27364"/>
                    <a:pt x="159200" y="73065"/>
                  </a:cubicBezTo>
                  <a:cubicBezTo>
                    <a:pt x="159200" y="86882"/>
                    <a:pt x="157085" y="104950"/>
                    <a:pt x="149685" y="133646"/>
                  </a:cubicBezTo>
                  <a:lnTo>
                    <a:pt x="149332" y="133646"/>
                  </a:lnTo>
                  <a:close/>
                  <a:moveTo>
                    <a:pt x="66164" y="251618"/>
                  </a:moveTo>
                  <a:cubicBezTo>
                    <a:pt x="27400" y="251618"/>
                    <a:pt x="27400" y="215128"/>
                    <a:pt x="27400" y="211585"/>
                  </a:cubicBezTo>
                  <a:cubicBezTo>
                    <a:pt x="27400" y="202020"/>
                    <a:pt x="36210" y="152422"/>
                    <a:pt x="50658" y="131166"/>
                  </a:cubicBezTo>
                  <a:cubicBezTo>
                    <a:pt x="64755" y="110972"/>
                    <a:pt x="82023" y="99636"/>
                    <a:pt x="103872" y="99636"/>
                  </a:cubicBezTo>
                  <a:cubicBezTo>
                    <a:pt x="142284" y="99636"/>
                    <a:pt x="142989" y="139314"/>
                    <a:pt x="142989" y="146399"/>
                  </a:cubicBezTo>
                  <a:cubicBezTo>
                    <a:pt x="142989" y="171907"/>
                    <a:pt x="120435" y="251618"/>
                    <a:pt x="66164" y="251618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9463D477-4D88-893F-B7FC-E36D8C5EE5E4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4129999" y="7091860"/>
              <a:ext cx="200872" cy="245864"/>
            </a:xfrm>
            <a:custGeom>
              <a:avLst/>
              <a:gdLst>
                <a:gd name="connsiteX0" fmla="*/ 24586 w 200872"/>
                <a:gd name="connsiteY0" fmla="*/ 229299 h 245864"/>
                <a:gd name="connsiteX1" fmla="*/ 270 w 200872"/>
                <a:gd name="connsiteY1" fmla="*/ 229299 h 245864"/>
                <a:gd name="connsiteX2" fmla="*/ 270 w 200872"/>
                <a:gd name="connsiteY2" fmla="*/ 245950 h 245864"/>
                <a:gd name="connsiteX3" fmla="*/ 44673 w 200872"/>
                <a:gd name="connsiteY3" fmla="*/ 244887 h 245864"/>
                <a:gd name="connsiteX4" fmla="*/ 89077 w 200872"/>
                <a:gd name="connsiteY4" fmla="*/ 245950 h 245864"/>
                <a:gd name="connsiteX5" fmla="*/ 89077 w 200872"/>
                <a:gd name="connsiteY5" fmla="*/ 229299 h 245864"/>
                <a:gd name="connsiteX6" fmla="*/ 64761 w 200872"/>
                <a:gd name="connsiteY6" fmla="*/ 229299 h 245864"/>
                <a:gd name="connsiteX7" fmla="*/ 64761 w 200872"/>
                <a:gd name="connsiteY7" fmla="*/ 155256 h 245864"/>
                <a:gd name="connsiteX8" fmla="*/ 117269 w 200872"/>
                <a:gd name="connsiteY8" fmla="*/ 99281 h 245864"/>
                <a:gd name="connsiteX9" fmla="*/ 136652 w 200872"/>
                <a:gd name="connsiteY9" fmla="*/ 133646 h 245864"/>
                <a:gd name="connsiteX10" fmla="*/ 136652 w 200872"/>
                <a:gd name="connsiteY10" fmla="*/ 229299 h 245864"/>
                <a:gd name="connsiteX11" fmla="*/ 112336 w 200872"/>
                <a:gd name="connsiteY11" fmla="*/ 229299 h 245864"/>
                <a:gd name="connsiteX12" fmla="*/ 112336 w 200872"/>
                <a:gd name="connsiteY12" fmla="*/ 245950 h 245864"/>
                <a:gd name="connsiteX13" fmla="*/ 156739 w 200872"/>
                <a:gd name="connsiteY13" fmla="*/ 244887 h 245864"/>
                <a:gd name="connsiteX14" fmla="*/ 201142 w 200872"/>
                <a:gd name="connsiteY14" fmla="*/ 245950 h 245864"/>
                <a:gd name="connsiteX15" fmla="*/ 201142 w 200872"/>
                <a:gd name="connsiteY15" fmla="*/ 229299 h 245864"/>
                <a:gd name="connsiteX16" fmla="*/ 176826 w 200872"/>
                <a:gd name="connsiteY16" fmla="*/ 229299 h 245864"/>
                <a:gd name="connsiteX17" fmla="*/ 176826 w 200872"/>
                <a:gd name="connsiteY17" fmla="*/ 137543 h 245864"/>
                <a:gd name="connsiteX18" fmla="*/ 122555 w 200872"/>
                <a:gd name="connsiteY18" fmla="*/ 86528 h 245864"/>
                <a:gd name="connsiteX19" fmla="*/ 62646 w 200872"/>
                <a:gd name="connsiteY19" fmla="*/ 121246 h 245864"/>
                <a:gd name="connsiteX20" fmla="*/ 62646 w 200872"/>
                <a:gd name="connsiteY20" fmla="*/ 85 h 245864"/>
                <a:gd name="connsiteX21" fmla="*/ 270 w 200872"/>
                <a:gd name="connsiteY21" fmla="*/ 2919 h 245864"/>
                <a:gd name="connsiteX22" fmla="*/ 270 w 200872"/>
                <a:gd name="connsiteY22" fmla="*/ 19570 h 245864"/>
                <a:gd name="connsiteX23" fmla="*/ 24586 w 200872"/>
                <a:gd name="connsiteY23" fmla="*/ 33387 h 245864"/>
                <a:gd name="connsiteX24" fmla="*/ 24586 w 200872"/>
                <a:gd name="connsiteY24" fmla="*/ 229299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0872" h="245864">
                  <a:moveTo>
                    <a:pt x="24586" y="229299"/>
                  </a:moveTo>
                  <a:lnTo>
                    <a:pt x="270" y="229299"/>
                  </a:lnTo>
                  <a:lnTo>
                    <a:pt x="270" y="245950"/>
                  </a:lnTo>
                  <a:cubicBezTo>
                    <a:pt x="10138" y="245595"/>
                    <a:pt x="31282" y="244887"/>
                    <a:pt x="44673" y="244887"/>
                  </a:cubicBezTo>
                  <a:cubicBezTo>
                    <a:pt x="58417" y="244887"/>
                    <a:pt x="79209" y="245595"/>
                    <a:pt x="89077" y="245950"/>
                  </a:cubicBezTo>
                  <a:lnTo>
                    <a:pt x="89077" y="229299"/>
                  </a:lnTo>
                  <a:lnTo>
                    <a:pt x="64761" y="229299"/>
                  </a:lnTo>
                  <a:lnTo>
                    <a:pt x="64761" y="155256"/>
                  </a:lnTo>
                  <a:cubicBezTo>
                    <a:pt x="64761" y="116641"/>
                    <a:pt x="95068" y="99281"/>
                    <a:pt x="117269" y="99281"/>
                  </a:cubicBezTo>
                  <a:cubicBezTo>
                    <a:pt x="129251" y="99281"/>
                    <a:pt x="136652" y="106721"/>
                    <a:pt x="136652" y="133646"/>
                  </a:cubicBezTo>
                  <a:lnTo>
                    <a:pt x="136652" y="229299"/>
                  </a:lnTo>
                  <a:lnTo>
                    <a:pt x="112336" y="229299"/>
                  </a:lnTo>
                  <a:lnTo>
                    <a:pt x="112336" y="245950"/>
                  </a:lnTo>
                  <a:cubicBezTo>
                    <a:pt x="122203" y="245595"/>
                    <a:pt x="143347" y="244887"/>
                    <a:pt x="156739" y="244887"/>
                  </a:cubicBezTo>
                  <a:cubicBezTo>
                    <a:pt x="170483" y="244887"/>
                    <a:pt x="191275" y="245595"/>
                    <a:pt x="201142" y="245950"/>
                  </a:cubicBezTo>
                  <a:lnTo>
                    <a:pt x="201142" y="229299"/>
                  </a:lnTo>
                  <a:lnTo>
                    <a:pt x="176826" y="229299"/>
                  </a:lnTo>
                  <a:lnTo>
                    <a:pt x="176826" y="137543"/>
                  </a:lnTo>
                  <a:cubicBezTo>
                    <a:pt x="176826" y="100344"/>
                    <a:pt x="157796" y="86528"/>
                    <a:pt x="122555" y="86528"/>
                  </a:cubicBezTo>
                  <a:cubicBezTo>
                    <a:pt x="88724" y="86528"/>
                    <a:pt x="70752" y="107075"/>
                    <a:pt x="62646" y="121246"/>
                  </a:cubicBezTo>
                  <a:lnTo>
                    <a:pt x="62646" y="85"/>
                  </a:lnTo>
                  <a:lnTo>
                    <a:pt x="270" y="2919"/>
                  </a:lnTo>
                  <a:lnTo>
                    <a:pt x="270" y="19570"/>
                  </a:lnTo>
                  <a:cubicBezTo>
                    <a:pt x="22119" y="19570"/>
                    <a:pt x="24586" y="19570"/>
                    <a:pt x="24586" y="33387"/>
                  </a:cubicBezTo>
                  <a:lnTo>
                    <a:pt x="24586" y="229299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184F5846-0429-E81B-863D-544A0E886F96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4349649" y="7235871"/>
              <a:ext cx="83379" cy="157473"/>
            </a:xfrm>
            <a:custGeom>
              <a:avLst/>
              <a:gdLst>
                <a:gd name="connsiteX0" fmla="*/ 50600 w 83379"/>
                <a:gd name="connsiteY0" fmla="*/ 57124 h 157473"/>
                <a:gd name="connsiteX1" fmla="*/ 75762 w 83379"/>
                <a:gd name="connsiteY1" fmla="*/ 57124 h 157473"/>
                <a:gd name="connsiteX2" fmla="*/ 83656 w 83379"/>
                <a:gd name="connsiteY2" fmla="*/ 51669 h 157473"/>
                <a:gd name="connsiteX3" fmla="*/ 76255 w 83379"/>
                <a:gd name="connsiteY3" fmla="*/ 48197 h 157473"/>
                <a:gd name="connsiteX4" fmla="*/ 52820 w 83379"/>
                <a:gd name="connsiteY4" fmla="*/ 48197 h 157473"/>
                <a:gd name="connsiteX5" fmla="*/ 61948 w 83379"/>
                <a:gd name="connsiteY5" fmla="*/ 11494 h 157473"/>
                <a:gd name="connsiteX6" fmla="*/ 62688 w 83379"/>
                <a:gd name="connsiteY6" fmla="*/ 8022 h 157473"/>
                <a:gd name="connsiteX7" fmla="*/ 54300 w 83379"/>
                <a:gd name="connsiteY7" fmla="*/ 87 h 157473"/>
                <a:gd name="connsiteX8" fmla="*/ 42706 w 83379"/>
                <a:gd name="connsiteY8" fmla="*/ 10750 h 157473"/>
                <a:gd name="connsiteX9" fmla="*/ 33332 w 83379"/>
                <a:gd name="connsiteY9" fmla="*/ 48197 h 157473"/>
                <a:gd name="connsiteX10" fmla="*/ 8170 w 83379"/>
                <a:gd name="connsiteY10" fmla="*/ 48197 h 157473"/>
                <a:gd name="connsiteX11" fmla="*/ 276 w 83379"/>
                <a:gd name="connsiteY11" fmla="*/ 53653 h 157473"/>
                <a:gd name="connsiteX12" fmla="*/ 7677 w 83379"/>
                <a:gd name="connsiteY12" fmla="*/ 57124 h 157473"/>
                <a:gd name="connsiteX13" fmla="*/ 31112 w 83379"/>
                <a:gd name="connsiteY13" fmla="*/ 57124 h 157473"/>
                <a:gd name="connsiteX14" fmla="*/ 16558 w 83379"/>
                <a:gd name="connsiteY14" fmla="*/ 115650 h 157473"/>
                <a:gd name="connsiteX15" fmla="*/ 12857 w 83379"/>
                <a:gd name="connsiteY15" fmla="*/ 134001 h 157473"/>
                <a:gd name="connsiteX16" fmla="*/ 39253 w 83379"/>
                <a:gd name="connsiteY16" fmla="*/ 157560 h 157473"/>
                <a:gd name="connsiteX17" fmla="*/ 82176 w 83379"/>
                <a:gd name="connsiteY17" fmla="*/ 119618 h 157473"/>
                <a:gd name="connsiteX18" fmla="*/ 78229 w 83379"/>
                <a:gd name="connsiteY18" fmla="*/ 116394 h 157473"/>
                <a:gd name="connsiteX19" fmla="*/ 73049 w 83379"/>
                <a:gd name="connsiteY19" fmla="*/ 121106 h 157473"/>
                <a:gd name="connsiteX20" fmla="*/ 39993 w 83379"/>
                <a:gd name="connsiteY20" fmla="*/ 150617 h 157473"/>
                <a:gd name="connsiteX21" fmla="*/ 31359 w 83379"/>
                <a:gd name="connsiteY21" fmla="*/ 138465 h 157473"/>
                <a:gd name="connsiteX22" fmla="*/ 32839 w 83379"/>
                <a:gd name="connsiteY22" fmla="*/ 128298 h 157473"/>
                <a:gd name="connsiteX23" fmla="*/ 50600 w 83379"/>
                <a:gd name="connsiteY23" fmla="*/ 57124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379" h="157473">
                  <a:moveTo>
                    <a:pt x="50600" y="57124"/>
                  </a:moveTo>
                  <a:lnTo>
                    <a:pt x="75762" y="57124"/>
                  </a:lnTo>
                  <a:cubicBezTo>
                    <a:pt x="80449" y="57124"/>
                    <a:pt x="83656" y="57124"/>
                    <a:pt x="83656" y="51669"/>
                  </a:cubicBezTo>
                  <a:cubicBezTo>
                    <a:pt x="83656" y="48197"/>
                    <a:pt x="80449" y="48197"/>
                    <a:pt x="76255" y="48197"/>
                  </a:cubicBezTo>
                  <a:lnTo>
                    <a:pt x="52820" y="48197"/>
                  </a:lnTo>
                  <a:lnTo>
                    <a:pt x="61948" y="11494"/>
                  </a:lnTo>
                  <a:cubicBezTo>
                    <a:pt x="62194" y="10254"/>
                    <a:pt x="62688" y="9014"/>
                    <a:pt x="62688" y="8022"/>
                  </a:cubicBezTo>
                  <a:cubicBezTo>
                    <a:pt x="62688" y="3559"/>
                    <a:pt x="59234" y="87"/>
                    <a:pt x="54300" y="87"/>
                  </a:cubicBezTo>
                  <a:cubicBezTo>
                    <a:pt x="48133" y="87"/>
                    <a:pt x="44433" y="4303"/>
                    <a:pt x="42706" y="10750"/>
                  </a:cubicBezTo>
                  <a:cubicBezTo>
                    <a:pt x="40979" y="16950"/>
                    <a:pt x="44186" y="5047"/>
                    <a:pt x="33332" y="48197"/>
                  </a:cubicBezTo>
                  <a:lnTo>
                    <a:pt x="8170" y="48197"/>
                  </a:lnTo>
                  <a:cubicBezTo>
                    <a:pt x="3483" y="48197"/>
                    <a:pt x="276" y="48197"/>
                    <a:pt x="276" y="53653"/>
                  </a:cubicBezTo>
                  <a:cubicBezTo>
                    <a:pt x="276" y="57124"/>
                    <a:pt x="3237" y="57124"/>
                    <a:pt x="7677" y="57124"/>
                  </a:cubicBezTo>
                  <a:lnTo>
                    <a:pt x="31112" y="57124"/>
                  </a:lnTo>
                  <a:lnTo>
                    <a:pt x="16558" y="115650"/>
                  </a:lnTo>
                  <a:cubicBezTo>
                    <a:pt x="15078" y="121850"/>
                    <a:pt x="12857" y="130778"/>
                    <a:pt x="12857" y="134001"/>
                  </a:cubicBezTo>
                  <a:cubicBezTo>
                    <a:pt x="12857" y="148633"/>
                    <a:pt x="25192" y="157560"/>
                    <a:pt x="39253" y="157560"/>
                  </a:cubicBezTo>
                  <a:cubicBezTo>
                    <a:pt x="66635" y="157560"/>
                    <a:pt x="82176" y="122842"/>
                    <a:pt x="82176" y="119618"/>
                  </a:cubicBezTo>
                  <a:cubicBezTo>
                    <a:pt x="82176" y="116394"/>
                    <a:pt x="78969" y="116394"/>
                    <a:pt x="78229" y="116394"/>
                  </a:cubicBezTo>
                  <a:cubicBezTo>
                    <a:pt x="75269" y="116394"/>
                    <a:pt x="75022" y="116890"/>
                    <a:pt x="73049" y="121106"/>
                  </a:cubicBezTo>
                  <a:cubicBezTo>
                    <a:pt x="66141" y="136729"/>
                    <a:pt x="53560" y="150617"/>
                    <a:pt x="39993" y="150617"/>
                  </a:cubicBezTo>
                  <a:cubicBezTo>
                    <a:pt x="34812" y="150617"/>
                    <a:pt x="31359" y="147393"/>
                    <a:pt x="31359" y="138465"/>
                  </a:cubicBezTo>
                  <a:cubicBezTo>
                    <a:pt x="31359" y="135985"/>
                    <a:pt x="32346" y="130778"/>
                    <a:pt x="32839" y="128298"/>
                  </a:cubicBezTo>
                  <a:lnTo>
                    <a:pt x="50600" y="57124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7EBE171C-FE21-8EB6-0E4B-809684CFDAD6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3869782" y="7481738"/>
              <a:ext cx="631271" cy="14170"/>
            </a:xfrm>
            <a:custGeom>
              <a:avLst/>
              <a:gdLst>
                <a:gd name="connsiteX0" fmla="*/ 0 w 631271"/>
                <a:gd name="connsiteY0" fmla="*/ 0 h 14170"/>
                <a:gd name="connsiteX1" fmla="*/ 631271 w 631271"/>
                <a:gd name="connsiteY1" fmla="*/ 0 h 14170"/>
                <a:gd name="connsiteX2" fmla="*/ 631271 w 631271"/>
                <a:gd name="connsiteY2" fmla="*/ 14170 h 14170"/>
                <a:gd name="connsiteX3" fmla="*/ 0 w 631271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271" h="14170">
                  <a:moveTo>
                    <a:pt x="0" y="0"/>
                  </a:moveTo>
                  <a:lnTo>
                    <a:pt x="631271" y="0"/>
                  </a:lnTo>
                  <a:lnTo>
                    <a:pt x="631271" y="14170"/>
                  </a:lnTo>
                  <a:lnTo>
                    <a:pt x="0" y="14170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AD1BFA79-B0EC-7C95-3940-22DF2F77AC23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3883878" y="7566746"/>
              <a:ext cx="185366" cy="261452"/>
            </a:xfrm>
            <a:custGeom>
              <a:avLst/>
              <a:gdLst>
                <a:gd name="connsiteX0" fmla="*/ 149331 w 185366"/>
                <a:gd name="connsiteY0" fmla="*/ 133659 h 261452"/>
                <a:gd name="connsiteX1" fmla="*/ 103871 w 185366"/>
                <a:gd name="connsiteY1" fmla="*/ 91855 h 261452"/>
                <a:gd name="connsiteX2" fmla="*/ 31980 w 185366"/>
                <a:gd name="connsiteY2" fmla="*/ 125157 h 261452"/>
                <a:gd name="connsiteX3" fmla="*/ 263 w 185366"/>
                <a:gd name="connsiteY3" fmla="*/ 198491 h 261452"/>
                <a:gd name="connsiteX4" fmla="*/ 65106 w 185366"/>
                <a:gd name="connsiteY4" fmla="*/ 261551 h 261452"/>
                <a:gd name="connsiteX5" fmla="*/ 185629 w 185366"/>
                <a:gd name="connsiteY5" fmla="*/ 91855 h 261452"/>
                <a:gd name="connsiteX6" fmla="*/ 109509 w 185366"/>
                <a:gd name="connsiteY6" fmla="*/ 99 h 261452"/>
                <a:gd name="connsiteX7" fmla="*/ 42200 w 185366"/>
                <a:gd name="connsiteY7" fmla="*/ 56074 h 261452"/>
                <a:gd name="connsiteX8" fmla="*/ 55591 w 185366"/>
                <a:gd name="connsiteY8" fmla="*/ 68473 h 261452"/>
                <a:gd name="connsiteX9" fmla="*/ 74621 w 185366"/>
                <a:gd name="connsiteY9" fmla="*/ 49697 h 261452"/>
                <a:gd name="connsiteX10" fmla="*/ 58058 w 185366"/>
                <a:gd name="connsiteY10" fmla="*/ 37297 h 261452"/>
                <a:gd name="connsiteX11" fmla="*/ 108805 w 185366"/>
                <a:gd name="connsiteY11" fmla="*/ 8956 h 261452"/>
                <a:gd name="connsiteX12" fmla="*/ 159199 w 185366"/>
                <a:gd name="connsiteY12" fmla="*/ 73079 h 261452"/>
                <a:gd name="connsiteX13" fmla="*/ 149684 w 185366"/>
                <a:gd name="connsiteY13" fmla="*/ 133659 h 261452"/>
                <a:gd name="connsiteX14" fmla="*/ 149331 w 185366"/>
                <a:gd name="connsiteY14" fmla="*/ 133659 h 261452"/>
                <a:gd name="connsiteX15" fmla="*/ 66163 w 185366"/>
                <a:gd name="connsiteY15" fmla="*/ 251632 h 261452"/>
                <a:gd name="connsiteX16" fmla="*/ 27399 w 185366"/>
                <a:gd name="connsiteY16" fmla="*/ 211599 h 261452"/>
                <a:gd name="connsiteX17" fmla="*/ 50657 w 185366"/>
                <a:gd name="connsiteY17" fmla="*/ 131179 h 261452"/>
                <a:gd name="connsiteX18" fmla="*/ 103871 w 185366"/>
                <a:gd name="connsiteY18" fmla="*/ 99649 h 261452"/>
                <a:gd name="connsiteX19" fmla="*/ 142988 w 185366"/>
                <a:gd name="connsiteY19" fmla="*/ 146413 h 261452"/>
                <a:gd name="connsiteX20" fmla="*/ 66163 w 185366"/>
                <a:gd name="connsiteY20" fmla="*/ 251632 h 26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5366" h="261452">
                  <a:moveTo>
                    <a:pt x="149331" y="133659"/>
                  </a:moveTo>
                  <a:cubicBezTo>
                    <a:pt x="145807" y="111694"/>
                    <a:pt x="131359" y="91855"/>
                    <a:pt x="103871" y="91855"/>
                  </a:cubicBezTo>
                  <a:cubicBezTo>
                    <a:pt x="82374" y="91855"/>
                    <a:pt x="59468" y="97524"/>
                    <a:pt x="31980" y="125157"/>
                  </a:cubicBezTo>
                  <a:cubicBezTo>
                    <a:pt x="2730" y="154561"/>
                    <a:pt x="263" y="187508"/>
                    <a:pt x="263" y="198491"/>
                  </a:cubicBezTo>
                  <a:cubicBezTo>
                    <a:pt x="263" y="220456"/>
                    <a:pt x="15769" y="261551"/>
                    <a:pt x="65106" y="261551"/>
                  </a:cubicBezTo>
                  <a:cubicBezTo>
                    <a:pt x="148979" y="261551"/>
                    <a:pt x="185629" y="142516"/>
                    <a:pt x="185629" y="91855"/>
                  </a:cubicBezTo>
                  <a:cubicBezTo>
                    <a:pt x="185629" y="35526"/>
                    <a:pt x="152855" y="99"/>
                    <a:pt x="109509" y="99"/>
                  </a:cubicBezTo>
                  <a:cubicBezTo>
                    <a:pt x="58410" y="99"/>
                    <a:pt x="42200" y="46154"/>
                    <a:pt x="42200" y="56074"/>
                  </a:cubicBezTo>
                  <a:cubicBezTo>
                    <a:pt x="42200" y="61034"/>
                    <a:pt x="45019" y="68473"/>
                    <a:pt x="55591" y="68473"/>
                  </a:cubicBezTo>
                  <a:cubicBezTo>
                    <a:pt x="67221" y="68473"/>
                    <a:pt x="74621" y="57845"/>
                    <a:pt x="74621" y="49697"/>
                  </a:cubicBezTo>
                  <a:cubicBezTo>
                    <a:pt x="74621" y="37297"/>
                    <a:pt x="63696" y="37297"/>
                    <a:pt x="58058" y="37297"/>
                  </a:cubicBezTo>
                  <a:cubicBezTo>
                    <a:pt x="73564" y="11081"/>
                    <a:pt x="98585" y="8956"/>
                    <a:pt x="108805" y="8956"/>
                  </a:cubicBezTo>
                  <a:cubicBezTo>
                    <a:pt x="134530" y="8956"/>
                    <a:pt x="159199" y="27378"/>
                    <a:pt x="159199" y="73079"/>
                  </a:cubicBezTo>
                  <a:cubicBezTo>
                    <a:pt x="159199" y="86895"/>
                    <a:pt x="157084" y="104963"/>
                    <a:pt x="149684" y="133659"/>
                  </a:cubicBezTo>
                  <a:lnTo>
                    <a:pt x="149331" y="133659"/>
                  </a:lnTo>
                  <a:close/>
                  <a:moveTo>
                    <a:pt x="66163" y="251632"/>
                  </a:moveTo>
                  <a:cubicBezTo>
                    <a:pt x="27399" y="251632"/>
                    <a:pt x="27399" y="215142"/>
                    <a:pt x="27399" y="211599"/>
                  </a:cubicBezTo>
                  <a:cubicBezTo>
                    <a:pt x="27399" y="202034"/>
                    <a:pt x="36209" y="152436"/>
                    <a:pt x="50657" y="131179"/>
                  </a:cubicBezTo>
                  <a:cubicBezTo>
                    <a:pt x="64754" y="110986"/>
                    <a:pt x="82022" y="99649"/>
                    <a:pt x="103871" y="99649"/>
                  </a:cubicBezTo>
                  <a:cubicBezTo>
                    <a:pt x="142283" y="99649"/>
                    <a:pt x="142988" y="139328"/>
                    <a:pt x="142988" y="146413"/>
                  </a:cubicBezTo>
                  <a:cubicBezTo>
                    <a:pt x="142988" y="171921"/>
                    <a:pt x="120434" y="251632"/>
                    <a:pt x="66163" y="251632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5151D3DE-7E4B-05ED-B111-395D7717187A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4084911" y="7577374"/>
              <a:ext cx="401743" cy="245864"/>
            </a:xfrm>
            <a:custGeom>
              <a:avLst/>
              <a:gdLst>
                <a:gd name="connsiteX0" fmla="*/ 368534 w 401743"/>
                <a:gd name="connsiteY0" fmla="*/ 25252 h 245864"/>
                <a:gd name="connsiteX1" fmla="*/ 381926 w 401743"/>
                <a:gd name="connsiteY1" fmla="*/ 17458 h 245864"/>
                <a:gd name="connsiteX2" fmla="*/ 402013 w 401743"/>
                <a:gd name="connsiteY2" fmla="*/ 16750 h 245864"/>
                <a:gd name="connsiteX3" fmla="*/ 402013 w 401743"/>
                <a:gd name="connsiteY3" fmla="*/ 99 h 245864"/>
                <a:gd name="connsiteX4" fmla="*/ 364306 w 401743"/>
                <a:gd name="connsiteY4" fmla="*/ 1162 h 245864"/>
                <a:gd name="connsiteX5" fmla="*/ 316378 w 401743"/>
                <a:gd name="connsiteY5" fmla="*/ 99 h 245864"/>
                <a:gd name="connsiteX6" fmla="*/ 316378 w 401743"/>
                <a:gd name="connsiteY6" fmla="*/ 16750 h 245864"/>
                <a:gd name="connsiteX7" fmla="*/ 352324 w 401743"/>
                <a:gd name="connsiteY7" fmla="*/ 20647 h 245864"/>
                <a:gd name="connsiteX8" fmla="*/ 291710 w 401743"/>
                <a:gd name="connsiteY8" fmla="*/ 179006 h 245864"/>
                <a:gd name="connsiteX9" fmla="*/ 229334 w 401743"/>
                <a:gd name="connsiteY9" fmla="*/ 16750 h 245864"/>
                <a:gd name="connsiteX10" fmla="*/ 263165 w 401743"/>
                <a:gd name="connsiteY10" fmla="*/ 16750 h 245864"/>
                <a:gd name="connsiteX11" fmla="*/ 263165 w 401743"/>
                <a:gd name="connsiteY11" fmla="*/ 99 h 245864"/>
                <a:gd name="connsiteX12" fmla="*/ 201493 w 401743"/>
                <a:gd name="connsiteY12" fmla="*/ 1162 h 245864"/>
                <a:gd name="connsiteX13" fmla="*/ 147575 w 401743"/>
                <a:gd name="connsiteY13" fmla="*/ 99 h 245864"/>
                <a:gd name="connsiteX14" fmla="*/ 147575 w 401743"/>
                <a:gd name="connsiteY14" fmla="*/ 16750 h 245864"/>
                <a:gd name="connsiteX15" fmla="*/ 177882 w 401743"/>
                <a:gd name="connsiteY15" fmla="*/ 16750 h 245864"/>
                <a:gd name="connsiteX16" fmla="*/ 192331 w 401743"/>
                <a:gd name="connsiteY16" fmla="*/ 54302 h 245864"/>
                <a:gd name="connsiteX17" fmla="*/ 144404 w 401743"/>
                <a:gd name="connsiteY17" fmla="*/ 179006 h 245864"/>
                <a:gd name="connsiteX18" fmla="*/ 82027 w 401743"/>
                <a:gd name="connsiteY18" fmla="*/ 16750 h 245864"/>
                <a:gd name="connsiteX19" fmla="*/ 115859 w 401743"/>
                <a:gd name="connsiteY19" fmla="*/ 16750 h 245864"/>
                <a:gd name="connsiteX20" fmla="*/ 115859 w 401743"/>
                <a:gd name="connsiteY20" fmla="*/ 99 h 245864"/>
                <a:gd name="connsiteX21" fmla="*/ 54187 w 401743"/>
                <a:gd name="connsiteY21" fmla="*/ 1162 h 245864"/>
                <a:gd name="connsiteX22" fmla="*/ 269 w 401743"/>
                <a:gd name="connsiteY22" fmla="*/ 99 h 245864"/>
                <a:gd name="connsiteX23" fmla="*/ 269 w 401743"/>
                <a:gd name="connsiteY23" fmla="*/ 16750 h 245864"/>
                <a:gd name="connsiteX24" fmla="*/ 30576 w 401743"/>
                <a:gd name="connsiteY24" fmla="*/ 16750 h 245864"/>
                <a:gd name="connsiteX25" fmla="*/ 115154 w 401743"/>
                <a:gd name="connsiteY25" fmla="*/ 236752 h 245864"/>
                <a:gd name="connsiteX26" fmla="*/ 127488 w 401743"/>
                <a:gd name="connsiteY26" fmla="*/ 245963 h 245864"/>
                <a:gd name="connsiteX27" fmla="*/ 139822 w 401743"/>
                <a:gd name="connsiteY27" fmla="*/ 236752 h 245864"/>
                <a:gd name="connsiteX28" fmla="*/ 201141 w 401743"/>
                <a:gd name="connsiteY28" fmla="*/ 77330 h 245864"/>
                <a:gd name="connsiteX29" fmla="*/ 262460 w 401743"/>
                <a:gd name="connsiteY29" fmla="*/ 236752 h 245864"/>
                <a:gd name="connsiteX30" fmla="*/ 274794 w 401743"/>
                <a:gd name="connsiteY30" fmla="*/ 245963 h 245864"/>
                <a:gd name="connsiteX31" fmla="*/ 287128 w 401743"/>
                <a:gd name="connsiteY31" fmla="*/ 236752 h 245864"/>
                <a:gd name="connsiteX32" fmla="*/ 368534 w 401743"/>
                <a:gd name="connsiteY32" fmla="*/ 25252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1743" h="245864">
                  <a:moveTo>
                    <a:pt x="368534" y="25252"/>
                  </a:moveTo>
                  <a:cubicBezTo>
                    <a:pt x="370649" y="19229"/>
                    <a:pt x="371001" y="18521"/>
                    <a:pt x="381926" y="17458"/>
                  </a:cubicBezTo>
                  <a:cubicBezTo>
                    <a:pt x="388974" y="16750"/>
                    <a:pt x="396375" y="16750"/>
                    <a:pt x="402013" y="16750"/>
                  </a:cubicBezTo>
                  <a:lnTo>
                    <a:pt x="402013" y="99"/>
                  </a:lnTo>
                  <a:cubicBezTo>
                    <a:pt x="392498" y="453"/>
                    <a:pt x="380164" y="1162"/>
                    <a:pt x="364306" y="1162"/>
                  </a:cubicBezTo>
                  <a:cubicBezTo>
                    <a:pt x="350914" y="1162"/>
                    <a:pt x="329065" y="1162"/>
                    <a:pt x="316378" y="99"/>
                  </a:cubicBezTo>
                  <a:lnTo>
                    <a:pt x="316378" y="16750"/>
                  </a:lnTo>
                  <a:cubicBezTo>
                    <a:pt x="325188" y="16750"/>
                    <a:pt x="342104" y="16750"/>
                    <a:pt x="352324" y="20647"/>
                  </a:cubicBezTo>
                  <a:lnTo>
                    <a:pt x="291710" y="179006"/>
                  </a:lnTo>
                  <a:lnTo>
                    <a:pt x="229334" y="16750"/>
                  </a:lnTo>
                  <a:lnTo>
                    <a:pt x="263165" y="16750"/>
                  </a:lnTo>
                  <a:lnTo>
                    <a:pt x="263165" y="99"/>
                  </a:lnTo>
                  <a:cubicBezTo>
                    <a:pt x="249773" y="1162"/>
                    <a:pt x="216647" y="1162"/>
                    <a:pt x="201493" y="1162"/>
                  </a:cubicBezTo>
                  <a:cubicBezTo>
                    <a:pt x="187750" y="1162"/>
                    <a:pt x="159909" y="1162"/>
                    <a:pt x="147575" y="99"/>
                  </a:cubicBezTo>
                  <a:lnTo>
                    <a:pt x="147575" y="16750"/>
                  </a:lnTo>
                  <a:lnTo>
                    <a:pt x="177882" y="16750"/>
                  </a:lnTo>
                  <a:lnTo>
                    <a:pt x="192331" y="54302"/>
                  </a:lnTo>
                  <a:lnTo>
                    <a:pt x="144404" y="179006"/>
                  </a:lnTo>
                  <a:lnTo>
                    <a:pt x="82027" y="16750"/>
                  </a:lnTo>
                  <a:lnTo>
                    <a:pt x="115859" y="16750"/>
                  </a:lnTo>
                  <a:lnTo>
                    <a:pt x="115859" y="99"/>
                  </a:lnTo>
                  <a:cubicBezTo>
                    <a:pt x="102467" y="1162"/>
                    <a:pt x="69341" y="1162"/>
                    <a:pt x="54187" y="1162"/>
                  </a:cubicBezTo>
                  <a:cubicBezTo>
                    <a:pt x="40443" y="1162"/>
                    <a:pt x="12603" y="1162"/>
                    <a:pt x="269" y="99"/>
                  </a:cubicBezTo>
                  <a:lnTo>
                    <a:pt x="269" y="16750"/>
                  </a:lnTo>
                  <a:lnTo>
                    <a:pt x="30576" y="16750"/>
                  </a:lnTo>
                  <a:lnTo>
                    <a:pt x="115154" y="236752"/>
                  </a:lnTo>
                  <a:cubicBezTo>
                    <a:pt x="117268" y="242421"/>
                    <a:pt x="118678" y="245963"/>
                    <a:pt x="127488" y="245963"/>
                  </a:cubicBezTo>
                  <a:cubicBezTo>
                    <a:pt x="136298" y="245963"/>
                    <a:pt x="137708" y="242421"/>
                    <a:pt x="139822" y="236752"/>
                  </a:cubicBezTo>
                  <a:lnTo>
                    <a:pt x="201141" y="77330"/>
                  </a:lnTo>
                  <a:lnTo>
                    <a:pt x="262460" y="236752"/>
                  </a:lnTo>
                  <a:cubicBezTo>
                    <a:pt x="264574" y="242421"/>
                    <a:pt x="265984" y="245963"/>
                    <a:pt x="274794" y="245963"/>
                  </a:cubicBezTo>
                  <a:cubicBezTo>
                    <a:pt x="283604" y="245963"/>
                    <a:pt x="285014" y="242421"/>
                    <a:pt x="287128" y="236752"/>
                  </a:cubicBezTo>
                  <a:lnTo>
                    <a:pt x="368534" y="25252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4997555-8571-A7EF-F600-5E1115187A31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1159531" y="8160603"/>
              <a:ext cx="185366" cy="261452"/>
            </a:xfrm>
            <a:custGeom>
              <a:avLst/>
              <a:gdLst>
                <a:gd name="connsiteX0" fmla="*/ 149254 w 185366"/>
                <a:gd name="connsiteY0" fmla="*/ 133676 h 261452"/>
                <a:gd name="connsiteX1" fmla="*/ 103794 w 185366"/>
                <a:gd name="connsiteY1" fmla="*/ 91872 h 261452"/>
                <a:gd name="connsiteX2" fmla="*/ 31903 w 185366"/>
                <a:gd name="connsiteY2" fmla="*/ 125173 h 261452"/>
                <a:gd name="connsiteX3" fmla="*/ 186 w 185366"/>
                <a:gd name="connsiteY3" fmla="*/ 198508 h 261452"/>
                <a:gd name="connsiteX4" fmla="*/ 65029 w 185366"/>
                <a:gd name="connsiteY4" fmla="*/ 261568 h 261452"/>
                <a:gd name="connsiteX5" fmla="*/ 185552 w 185366"/>
                <a:gd name="connsiteY5" fmla="*/ 91872 h 261452"/>
                <a:gd name="connsiteX6" fmla="*/ 109432 w 185366"/>
                <a:gd name="connsiteY6" fmla="*/ 116 h 261452"/>
                <a:gd name="connsiteX7" fmla="*/ 42123 w 185366"/>
                <a:gd name="connsiteY7" fmla="*/ 56090 h 261452"/>
                <a:gd name="connsiteX8" fmla="*/ 55514 w 185366"/>
                <a:gd name="connsiteY8" fmla="*/ 68490 h 261452"/>
                <a:gd name="connsiteX9" fmla="*/ 74544 w 185366"/>
                <a:gd name="connsiteY9" fmla="*/ 49714 h 261452"/>
                <a:gd name="connsiteX10" fmla="*/ 57981 w 185366"/>
                <a:gd name="connsiteY10" fmla="*/ 37314 h 261452"/>
                <a:gd name="connsiteX11" fmla="*/ 108728 w 185366"/>
                <a:gd name="connsiteY11" fmla="*/ 8972 h 261452"/>
                <a:gd name="connsiteX12" fmla="*/ 159122 w 185366"/>
                <a:gd name="connsiteY12" fmla="*/ 73095 h 261452"/>
                <a:gd name="connsiteX13" fmla="*/ 149607 w 185366"/>
                <a:gd name="connsiteY13" fmla="*/ 133676 h 261452"/>
                <a:gd name="connsiteX14" fmla="*/ 149254 w 185366"/>
                <a:gd name="connsiteY14" fmla="*/ 133676 h 261452"/>
                <a:gd name="connsiteX15" fmla="*/ 66086 w 185366"/>
                <a:gd name="connsiteY15" fmla="*/ 251648 h 261452"/>
                <a:gd name="connsiteX16" fmla="*/ 27322 w 185366"/>
                <a:gd name="connsiteY16" fmla="*/ 211616 h 261452"/>
                <a:gd name="connsiteX17" fmla="*/ 50580 w 185366"/>
                <a:gd name="connsiteY17" fmla="*/ 131196 h 261452"/>
                <a:gd name="connsiteX18" fmla="*/ 103794 w 185366"/>
                <a:gd name="connsiteY18" fmla="*/ 99666 h 261452"/>
                <a:gd name="connsiteX19" fmla="*/ 142911 w 185366"/>
                <a:gd name="connsiteY19" fmla="*/ 146430 h 261452"/>
                <a:gd name="connsiteX20" fmla="*/ 66086 w 185366"/>
                <a:gd name="connsiteY20" fmla="*/ 251648 h 26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5366" h="261452">
                  <a:moveTo>
                    <a:pt x="149254" y="133676"/>
                  </a:moveTo>
                  <a:cubicBezTo>
                    <a:pt x="145730" y="111711"/>
                    <a:pt x="131282" y="91872"/>
                    <a:pt x="103794" y="91872"/>
                  </a:cubicBezTo>
                  <a:cubicBezTo>
                    <a:pt x="82297" y="91872"/>
                    <a:pt x="59391" y="97540"/>
                    <a:pt x="31903" y="125173"/>
                  </a:cubicBezTo>
                  <a:cubicBezTo>
                    <a:pt x="2653" y="154578"/>
                    <a:pt x="186" y="187525"/>
                    <a:pt x="186" y="198508"/>
                  </a:cubicBezTo>
                  <a:cubicBezTo>
                    <a:pt x="186" y="220472"/>
                    <a:pt x="15692" y="261568"/>
                    <a:pt x="65029" y="261568"/>
                  </a:cubicBezTo>
                  <a:cubicBezTo>
                    <a:pt x="148902" y="261568"/>
                    <a:pt x="185552" y="142533"/>
                    <a:pt x="185552" y="91872"/>
                  </a:cubicBezTo>
                  <a:cubicBezTo>
                    <a:pt x="185552" y="35543"/>
                    <a:pt x="152778" y="116"/>
                    <a:pt x="109432" y="116"/>
                  </a:cubicBezTo>
                  <a:cubicBezTo>
                    <a:pt x="58333" y="116"/>
                    <a:pt x="42123" y="46171"/>
                    <a:pt x="42123" y="56090"/>
                  </a:cubicBezTo>
                  <a:cubicBezTo>
                    <a:pt x="42123" y="61050"/>
                    <a:pt x="44942" y="68490"/>
                    <a:pt x="55514" y="68490"/>
                  </a:cubicBezTo>
                  <a:cubicBezTo>
                    <a:pt x="67144" y="68490"/>
                    <a:pt x="74544" y="57862"/>
                    <a:pt x="74544" y="49714"/>
                  </a:cubicBezTo>
                  <a:cubicBezTo>
                    <a:pt x="74544" y="37314"/>
                    <a:pt x="63619" y="37314"/>
                    <a:pt x="57981" y="37314"/>
                  </a:cubicBezTo>
                  <a:cubicBezTo>
                    <a:pt x="73487" y="11098"/>
                    <a:pt x="98508" y="8972"/>
                    <a:pt x="108728" y="8972"/>
                  </a:cubicBezTo>
                  <a:cubicBezTo>
                    <a:pt x="134453" y="8972"/>
                    <a:pt x="159122" y="27394"/>
                    <a:pt x="159122" y="73095"/>
                  </a:cubicBezTo>
                  <a:cubicBezTo>
                    <a:pt x="159122" y="86912"/>
                    <a:pt x="157007" y="104980"/>
                    <a:pt x="149607" y="133676"/>
                  </a:cubicBezTo>
                  <a:lnTo>
                    <a:pt x="149254" y="133676"/>
                  </a:lnTo>
                  <a:close/>
                  <a:moveTo>
                    <a:pt x="66086" y="251648"/>
                  </a:moveTo>
                  <a:cubicBezTo>
                    <a:pt x="27322" y="251648"/>
                    <a:pt x="27322" y="215158"/>
                    <a:pt x="27322" y="211616"/>
                  </a:cubicBezTo>
                  <a:cubicBezTo>
                    <a:pt x="27322" y="202050"/>
                    <a:pt x="36132" y="152452"/>
                    <a:pt x="50580" y="131196"/>
                  </a:cubicBezTo>
                  <a:cubicBezTo>
                    <a:pt x="64677" y="111003"/>
                    <a:pt x="81945" y="99666"/>
                    <a:pt x="103794" y="99666"/>
                  </a:cubicBezTo>
                  <a:cubicBezTo>
                    <a:pt x="142206" y="99666"/>
                    <a:pt x="142911" y="139344"/>
                    <a:pt x="142911" y="146430"/>
                  </a:cubicBezTo>
                  <a:cubicBezTo>
                    <a:pt x="142911" y="171937"/>
                    <a:pt x="120357" y="251648"/>
                    <a:pt x="66086" y="251648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792DE126-08CF-D25F-566B-5B91E26E3D5B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1363736" y="8168397"/>
              <a:ext cx="78234" cy="245864"/>
            </a:xfrm>
            <a:custGeom>
              <a:avLst/>
              <a:gdLst>
                <a:gd name="connsiteX0" fmla="*/ 50939 w 78234"/>
                <a:gd name="connsiteY0" fmla="*/ 116 h 245864"/>
                <a:gd name="connsiteX1" fmla="*/ 192 w 78234"/>
                <a:gd name="connsiteY1" fmla="*/ 4013 h 245864"/>
                <a:gd name="connsiteX2" fmla="*/ 192 w 78234"/>
                <a:gd name="connsiteY2" fmla="*/ 14995 h 245864"/>
                <a:gd name="connsiteX3" fmla="*/ 27680 w 78234"/>
                <a:gd name="connsiteY3" fmla="*/ 34834 h 245864"/>
                <a:gd name="connsiteX4" fmla="*/ 27680 w 78234"/>
                <a:gd name="connsiteY4" fmla="*/ 219055 h 245864"/>
                <a:gd name="connsiteX5" fmla="*/ 192 w 78234"/>
                <a:gd name="connsiteY5" fmla="*/ 234998 h 245864"/>
                <a:gd name="connsiteX6" fmla="*/ 192 w 78234"/>
                <a:gd name="connsiteY6" fmla="*/ 245980 h 245864"/>
                <a:gd name="connsiteX7" fmla="*/ 39309 w 78234"/>
                <a:gd name="connsiteY7" fmla="*/ 244917 h 245864"/>
                <a:gd name="connsiteX8" fmla="*/ 78426 w 78234"/>
                <a:gd name="connsiteY8" fmla="*/ 245980 h 245864"/>
                <a:gd name="connsiteX9" fmla="*/ 78426 w 78234"/>
                <a:gd name="connsiteY9" fmla="*/ 234998 h 245864"/>
                <a:gd name="connsiteX10" fmla="*/ 50939 w 78234"/>
                <a:gd name="connsiteY10" fmla="*/ 219055 h 245864"/>
                <a:gd name="connsiteX11" fmla="*/ 50939 w 78234"/>
                <a:gd name="connsiteY11" fmla="*/ 116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234" h="245864">
                  <a:moveTo>
                    <a:pt x="50939" y="116"/>
                  </a:moveTo>
                  <a:lnTo>
                    <a:pt x="192" y="4013"/>
                  </a:lnTo>
                  <a:lnTo>
                    <a:pt x="192" y="14995"/>
                  </a:lnTo>
                  <a:cubicBezTo>
                    <a:pt x="24861" y="14995"/>
                    <a:pt x="27680" y="17475"/>
                    <a:pt x="27680" y="34834"/>
                  </a:cubicBezTo>
                  <a:lnTo>
                    <a:pt x="27680" y="219055"/>
                  </a:lnTo>
                  <a:cubicBezTo>
                    <a:pt x="27680" y="234998"/>
                    <a:pt x="23803" y="234998"/>
                    <a:pt x="192" y="234998"/>
                  </a:cubicBezTo>
                  <a:lnTo>
                    <a:pt x="192" y="245980"/>
                  </a:lnTo>
                  <a:cubicBezTo>
                    <a:pt x="11821" y="245626"/>
                    <a:pt x="30499" y="244917"/>
                    <a:pt x="39309" y="244917"/>
                  </a:cubicBezTo>
                  <a:cubicBezTo>
                    <a:pt x="48119" y="244917"/>
                    <a:pt x="65387" y="245626"/>
                    <a:pt x="78426" y="245980"/>
                  </a:cubicBezTo>
                  <a:lnTo>
                    <a:pt x="78426" y="234998"/>
                  </a:lnTo>
                  <a:cubicBezTo>
                    <a:pt x="54815" y="234998"/>
                    <a:pt x="50939" y="234998"/>
                    <a:pt x="50939" y="219055"/>
                  </a:cubicBezTo>
                  <a:lnTo>
                    <a:pt x="50939" y="116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C03EBFB1-5CAA-3B8A-F768-D98BE05BB8D6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1459865" y="8255547"/>
              <a:ext cx="156116" cy="162610"/>
            </a:xfrm>
            <a:custGeom>
              <a:avLst/>
              <a:gdLst>
                <a:gd name="connsiteX0" fmla="*/ 156311 w 156116"/>
                <a:gd name="connsiteY0" fmla="*/ 83015 h 162610"/>
                <a:gd name="connsiteX1" fmla="*/ 78429 w 156116"/>
                <a:gd name="connsiteY1" fmla="*/ 116 h 162610"/>
                <a:gd name="connsiteX2" fmla="*/ 195 w 156116"/>
                <a:gd name="connsiteY2" fmla="*/ 83015 h 162610"/>
                <a:gd name="connsiteX3" fmla="*/ 78077 w 156116"/>
                <a:gd name="connsiteY3" fmla="*/ 162726 h 162610"/>
                <a:gd name="connsiteX4" fmla="*/ 156311 w 156116"/>
                <a:gd name="connsiteY4" fmla="*/ 83015 h 162610"/>
                <a:gd name="connsiteX5" fmla="*/ 78429 w 156116"/>
                <a:gd name="connsiteY5" fmla="*/ 153869 h 162610"/>
                <a:gd name="connsiteX6" fmla="*/ 38255 w 156116"/>
                <a:gd name="connsiteY6" fmla="*/ 130133 h 162610"/>
                <a:gd name="connsiteX7" fmla="*/ 29445 w 156116"/>
                <a:gd name="connsiteY7" fmla="*/ 80181 h 162610"/>
                <a:gd name="connsiteX8" fmla="*/ 37902 w 156116"/>
                <a:gd name="connsiteY8" fmla="*/ 31646 h 162610"/>
                <a:gd name="connsiteX9" fmla="*/ 78077 w 156116"/>
                <a:gd name="connsiteY9" fmla="*/ 7910 h 162610"/>
                <a:gd name="connsiteX10" fmla="*/ 117899 w 156116"/>
                <a:gd name="connsiteY10" fmla="*/ 30937 h 162610"/>
                <a:gd name="connsiteX11" fmla="*/ 127061 w 156116"/>
                <a:gd name="connsiteY11" fmla="*/ 80181 h 162610"/>
                <a:gd name="connsiteX12" fmla="*/ 119308 w 156116"/>
                <a:gd name="connsiteY12" fmla="*/ 127653 h 162610"/>
                <a:gd name="connsiteX13" fmla="*/ 78429 w 156116"/>
                <a:gd name="connsiteY13" fmla="*/ 153869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116" h="162610">
                  <a:moveTo>
                    <a:pt x="156311" y="83015"/>
                  </a:moveTo>
                  <a:cubicBezTo>
                    <a:pt x="156311" y="37668"/>
                    <a:pt x="121070" y="116"/>
                    <a:pt x="78429" y="116"/>
                  </a:cubicBezTo>
                  <a:cubicBezTo>
                    <a:pt x="34378" y="116"/>
                    <a:pt x="195" y="38731"/>
                    <a:pt x="195" y="83015"/>
                  </a:cubicBezTo>
                  <a:cubicBezTo>
                    <a:pt x="195" y="128716"/>
                    <a:pt x="36845" y="162726"/>
                    <a:pt x="78077" y="162726"/>
                  </a:cubicBezTo>
                  <a:cubicBezTo>
                    <a:pt x="120718" y="162726"/>
                    <a:pt x="156311" y="128008"/>
                    <a:pt x="156311" y="83015"/>
                  </a:cubicBezTo>
                  <a:close/>
                  <a:moveTo>
                    <a:pt x="78429" y="153869"/>
                  </a:moveTo>
                  <a:cubicBezTo>
                    <a:pt x="63276" y="153869"/>
                    <a:pt x="47770" y="146430"/>
                    <a:pt x="38255" y="130133"/>
                  </a:cubicBezTo>
                  <a:cubicBezTo>
                    <a:pt x="29445" y="114545"/>
                    <a:pt x="29445" y="92935"/>
                    <a:pt x="29445" y="80181"/>
                  </a:cubicBezTo>
                  <a:cubicBezTo>
                    <a:pt x="29445" y="66364"/>
                    <a:pt x="29445" y="47234"/>
                    <a:pt x="37902" y="31646"/>
                  </a:cubicBezTo>
                  <a:cubicBezTo>
                    <a:pt x="47417" y="15349"/>
                    <a:pt x="63980" y="7910"/>
                    <a:pt x="78077" y="7910"/>
                  </a:cubicBezTo>
                  <a:cubicBezTo>
                    <a:pt x="93583" y="7910"/>
                    <a:pt x="108736" y="15703"/>
                    <a:pt x="117899" y="30937"/>
                  </a:cubicBezTo>
                  <a:cubicBezTo>
                    <a:pt x="127061" y="46171"/>
                    <a:pt x="127061" y="66719"/>
                    <a:pt x="127061" y="80181"/>
                  </a:cubicBezTo>
                  <a:cubicBezTo>
                    <a:pt x="127061" y="92935"/>
                    <a:pt x="127061" y="112065"/>
                    <a:pt x="119308" y="127653"/>
                  </a:cubicBezTo>
                  <a:cubicBezTo>
                    <a:pt x="111555" y="143596"/>
                    <a:pt x="96050" y="153869"/>
                    <a:pt x="78429" y="153869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5B20F79F-CF6A-8B7E-5E6B-9F7055CFF01B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1637831" y="8255547"/>
              <a:ext cx="115237" cy="162610"/>
            </a:xfrm>
            <a:custGeom>
              <a:avLst/>
              <a:gdLst>
                <a:gd name="connsiteX0" fmla="*/ 61871 w 115237"/>
                <a:gd name="connsiteY0" fmla="*/ 90101 h 162610"/>
                <a:gd name="connsiteX1" fmla="*/ 98521 w 115237"/>
                <a:gd name="connsiteY1" fmla="*/ 122694 h 162610"/>
                <a:gd name="connsiteX2" fmla="*/ 58699 w 115237"/>
                <a:gd name="connsiteY2" fmla="*/ 154932 h 162610"/>
                <a:gd name="connsiteX3" fmla="*/ 9715 w 115237"/>
                <a:gd name="connsiteY3" fmla="*/ 104626 h 162610"/>
                <a:gd name="connsiteX4" fmla="*/ 4781 w 115237"/>
                <a:gd name="connsiteY4" fmla="*/ 98603 h 162610"/>
                <a:gd name="connsiteX5" fmla="*/ 200 w 115237"/>
                <a:gd name="connsiteY5" fmla="*/ 107460 h 162610"/>
                <a:gd name="connsiteX6" fmla="*/ 200 w 115237"/>
                <a:gd name="connsiteY6" fmla="*/ 154224 h 162610"/>
                <a:gd name="connsiteX7" fmla="*/ 4076 w 115237"/>
                <a:gd name="connsiteY7" fmla="*/ 162726 h 162610"/>
                <a:gd name="connsiteX8" fmla="*/ 12886 w 115237"/>
                <a:gd name="connsiteY8" fmla="*/ 155641 h 162610"/>
                <a:gd name="connsiteX9" fmla="*/ 19935 w 115237"/>
                <a:gd name="connsiteY9" fmla="*/ 147493 h 162610"/>
                <a:gd name="connsiteX10" fmla="*/ 58699 w 115237"/>
                <a:gd name="connsiteY10" fmla="*/ 162726 h 162610"/>
                <a:gd name="connsiteX11" fmla="*/ 115437 w 115237"/>
                <a:gd name="connsiteY11" fmla="*/ 113482 h 162610"/>
                <a:gd name="connsiteX12" fmla="*/ 100636 w 115237"/>
                <a:gd name="connsiteY12" fmla="*/ 79827 h 162610"/>
                <a:gd name="connsiteX13" fmla="*/ 60461 w 115237"/>
                <a:gd name="connsiteY13" fmla="*/ 62822 h 162610"/>
                <a:gd name="connsiteX14" fmla="*/ 17115 w 115237"/>
                <a:gd name="connsiteY14" fmla="*/ 33771 h 162610"/>
                <a:gd name="connsiteX15" fmla="*/ 56585 w 115237"/>
                <a:gd name="connsiteY15" fmla="*/ 6847 h 162610"/>
                <a:gd name="connsiteX16" fmla="*/ 97817 w 115237"/>
                <a:gd name="connsiteY16" fmla="*/ 49714 h 162610"/>
                <a:gd name="connsiteX17" fmla="*/ 102045 w 115237"/>
                <a:gd name="connsiteY17" fmla="*/ 52902 h 162610"/>
                <a:gd name="connsiteX18" fmla="*/ 106627 w 115237"/>
                <a:gd name="connsiteY18" fmla="*/ 44399 h 162610"/>
                <a:gd name="connsiteX19" fmla="*/ 106627 w 115237"/>
                <a:gd name="connsiteY19" fmla="*/ 8618 h 162610"/>
                <a:gd name="connsiteX20" fmla="*/ 102750 w 115237"/>
                <a:gd name="connsiteY20" fmla="*/ 116 h 162610"/>
                <a:gd name="connsiteX21" fmla="*/ 95702 w 115237"/>
                <a:gd name="connsiteY21" fmla="*/ 4367 h 162610"/>
                <a:gd name="connsiteX22" fmla="*/ 89711 w 115237"/>
                <a:gd name="connsiteY22" fmla="*/ 10035 h 162610"/>
                <a:gd name="connsiteX23" fmla="*/ 56585 w 115237"/>
                <a:gd name="connsiteY23" fmla="*/ 116 h 162610"/>
                <a:gd name="connsiteX24" fmla="*/ 200 w 115237"/>
                <a:gd name="connsiteY24" fmla="*/ 43691 h 162610"/>
                <a:gd name="connsiteX25" fmla="*/ 15353 w 115237"/>
                <a:gd name="connsiteY25" fmla="*/ 73804 h 162610"/>
                <a:gd name="connsiteX26" fmla="*/ 61871 w 115237"/>
                <a:gd name="connsiteY26" fmla="*/ 90101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237" h="162610">
                  <a:moveTo>
                    <a:pt x="61871" y="90101"/>
                  </a:moveTo>
                  <a:cubicBezTo>
                    <a:pt x="69624" y="91518"/>
                    <a:pt x="98521" y="97186"/>
                    <a:pt x="98521" y="122694"/>
                  </a:cubicBezTo>
                  <a:cubicBezTo>
                    <a:pt x="98521" y="140761"/>
                    <a:pt x="86187" y="154932"/>
                    <a:pt x="58699" y="154932"/>
                  </a:cubicBezTo>
                  <a:cubicBezTo>
                    <a:pt x="29097" y="154932"/>
                    <a:pt x="16411" y="134739"/>
                    <a:pt x="9715" y="104626"/>
                  </a:cubicBezTo>
                  <a:cubicBezTo>
                    <a:pt x="8658" y="100020"/>
                    <a:pt x="8305" y="98603"/>
                    <a:pt x="4781" y="98603"/>
                  </a:cubicBezTo>
                  <a:cubicBezTo>
                    <a:pt x="200" y="98603"/>
                    <a:pt x="200" y="101083"/>
                    <a:pt x="200" y="107460"/>
                  </a:cubicBezTo>
                  <a:lnTo>
                    <a:pt x="200" y="154224"/>
                  </a:lnTo>
                  <a:cubicBezTo>
                    <a:pt x="200" y="160246"/>
                    <a:pt x="200" y="162726"/>
                    <a:pt x="4076" y="162726"/>
                  </a:cubicBezTo>
                  <a:cubicBezTo>
                    <a:pt x="5838" y="162726"/>
                    <a:pt x="6191" y="162372"/>
                    <a:pt x="12886" y="155641"/>
                  </a:cubicBezTo>
                  <a:cubicBezTo>
                    <a:pt x="13591" y="154932"/>
                    <a:pt x="13591" y="154224"/>
                    <a:pt x="19935" y="147493"/>
                  </a:cubicBezTo>
                  <a:cubicBezTo>
                    <a:pt x="35440" y="162372"/>
                    <a:pt x="51299" y="162726"/>
                    <a:pt x="58699" y="162726"/>
                  </a:cubicBezTo>
                  <a:cubicBezTo>
                    <a:pt x="99226" y="162726"/>
                    <a:pt x="115437" y="138990"/>
                    <a:pt x="115437" y="113482"/>
                  </a:cubicBezTo>
                  <a:cubicBezTo>
                    <a:pt x="115437" y="94706"/>
                    <a:pt x="104865" y="84078"/>
                    <a:pt x="100636" y="79827"/>
                  </a:cubicBezTo>
                  <a:cubicBezTo>
                    <a:pt x="89006" y="68490"/>
                    <a:pt x="75262" y="65656"/>
                    <a:pt x="60461" y="62822"/>
                  </a:cubicBezTo>
                  <a:cubicBezTo>
                    <a:pt x="40727" y="58925"/>
                    <a:pt x="17115" y="54319"/>
                    <a:pt x="17115" y="33771"/>
                  </a:cubicBezTo>
                  <a:cubicBezTo>
                    <a:pt x="17115" y="21372"/>
                    <a:pt x="26278" y="6847"/>
                    <a:pt x="56585" y="6847"/>
                  </a:cubicBezTo>
                  <a:cubicBezTo>
                    <a:pt x="95350" y="6847"/>
                    <a:pt x="97112" y="38731"/>
                    <a:pt x="97817" y="49714"/>
                  </a:cubicBezTo>
                  <a:cubicBezTo>
                    <a:pt x="98169" y="52902"/>
                    <a:pt x="101341" y="52902"/>
                    <a:pt x="102045" y="52902"/>
                  </a:cubicBezTo>
                  <a:cubicBezTo>
                    <a:pt x="106627" y="52902"/>
                    <a:pt x="106627" y="51131"/>
                    <a:pt x="106627" y="44399"/>
                  </a:cubicBezTo>
                  <a:lnTo>
                    <a:pt x="106627" y="8618"/>
                  </a:lnTo>
                  <a:cubicBezTo>
                    <a:pt x="106627" y="2595"/>
                    <a:pt x="106627" y="116"/>
                    <a:pt x="102750" y="116"/>
                  </a:cubicBezTo>
                  <a:cubicBezTo>
                    <a:pt x="100988" y="116"/>
                    <a:pt x="100283" y="116"/>
                    <a:pt x="95702" y="4367"/>
                  </a:cubicBezTo>
                  <a:cubicBezTo>
                    <a:pt x="94645" y="5784"/>
                    <a:pt x="91121" y="8972"/>
                    <a:pt x="89711" y="10035"/>
                  </a:cubicBezTo>
                  <a:cubicBezTo>
                    <a:pt x="76320" y="116"/>
                    <a:pt x="61871" y="116"/>
                    <a:pt x="56585" y="116"/>
                  </a:cubicBezTo>
                  <a:cubicBezTo>
                    <a:pt x="13591" y="116"/>
                    <a:pt x="200" y="23852"/>
                    <a:pt x="200" y="43691"/>
                  </a:cubicBezTo>
                  <a:cubicBezTo>
                    <a:pt x="200" y="56090"/>
                    <a:pt x="5838" y="66010"/>
                    <a:pt x="15353" y="73804"/>
                  </a:cubicBezTo>
                  <a:cubicBezTo>
                    <a:pt x="26630" y="83015"/>
                    <a:pt x="36498" y="85141"/>
                    <a:pt x="61871" y="90101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0001C86-061F-97CE-AD2A-63AF975E4DF9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1776836" y="8255547"/>
              <a:ext cx="115237" cy="162610"/>
            </a:xfrm>
            <a:custGeom>
              <a:avLst/>
              <a:gdLst>
                <a:gd name="connsiteX0" fmla="*/ 61875 w 115237"/>
                <a:gd name="connsiteY0" fmla="*/ 90101 h 162610"/>
                <a:gd name="connsiteX1" fmla="*/ 98525 w 115237"/>
                <a:gd name="connsiteY1" fmla="*/ 122694 h 162610"/>
                <a:gd name="connsiteX2" fmla="*/ 58703 w 115237"/>
                <a:gd name="connsiteY2" fmla="*/ 154932 h 162610"/>
                <a:gd name="connsiteX3" fmla="*/ 9719 w 115237"/>
                <a:gd name="connsiteY3" fmla="*/ 104626 h 162610"/>
                <a:gd name="connsiteX4" fmla="*/ 4785 w 115237"/>
                <a:gd name="connsiteY4" fmla="*/ 98603 h 162610"/>
                <a:gd name="connsiteX5" fmla="*/ 204 w 115237"/>
                <a:gd name="connsiteY5" fmla="*/ 107460 h 162610"/>
                <a:gd name="connsiteX6" fmla="*/ 204 w 115237"/>
                <a:gd name="connsiteY6" fmla="*/ 154224 h 162610"/>
                <a:gd name="connsiteX7" fmla="*/ 4080 w 115237"/>
                <a:gd name="connsiteY7" fmla="*/ 162726 h 162610"/>
                <a:gd name="connsiteX8" fmla="*/ 12890 w 115237"/>
                <a:gd name="connsiteY8" fmla="*/ 155641 h 162610"/>
                <a:gd name="connsiteX9" fmla="*/ 19939 w 115237"/>
                <a:gd name="connsiteY9" fmla="*/ 147493 h 162610"/>
                <a:gd name="connsiteX10" fmla="*/ 58703 w 115237"/>
                <a:gd name="connsiteY10" fmla="*/ 162726 h 162610"/>
                <a:gd name="connsiteX11" fmla="*/ 115441 w 115237"/>
                <a:gd name="connsiteY11" fmla="*/ 113482 h 162610"/>
                <a:gd name="connsiteX12" fmla="*/ 100640 w 115237"/>
                <a:gd name="connsiteY12" fmla="*/ 79827 h 162610"/>
                <a:gd name="connsiteX13" fmla="*/ 60465 w 115237"/>
                <a:gd name="connsiteY13" fmla="*/ 62822 h 162610"/>
                <a:gd name="connsiteX14" fmla="*/ 17119 w 115237"/>
                <a:gd name="connsiteY14" fmla="*/ 33771 h 162610"/>
                <a:gd name="connsiteX15" fmla="*/ 56589 w 115237"/>
                <a:gd name="connsiteY15" fmla="*/ 6847 h 162610"/>
                <a:gd name="connsiteX16" fmla="*/ 97820 w 115237"/>
                <a:gd name="connsiteY16" fmla="*/ 49714 h 162610"/>
                <a:gd name="connsiteX17" fmla="*/ 102049 w 115237"/>
                <a:gd name="connsiteY17" fmla="*/ 52902 h 162610"/>
                <a:gd name="connsiteX18" fmla="*/ 106631 w 115237"/>
                <a:gd name="connsiteY18" fmla="*/ 44399 h 162610"/>
                <a:gd name="connsiteX19" fmla="*/ 106631 w 115237"/>
                <a:gd name="connsiteY19" fmla="*/ 8618 h 162610"/>
                <a:gd name="connsiteX20" fmla="*/ 102754 w 115237"/>
                <a:gd name="connsiteY20" fmla="*/ 116 h 162610"/>
                <a:gd name="connsiteX21" fmla="*/ 95706 w 115237"/>
                <a:gd name="connsiteY21" fmla="*/ 4367 h 162610"/>
                <a:gd name="connsiteX22" fmla="*/ 89715 w 115237"/>
                <a:gd name="connsiteY22" fmla="*/ 10035 h 162610"/>
                <a:gd name="connsiteX23" fmla="*/ 56589 w 115237"/>
                <a:gd name="connsiteY23" fmla="*/ 116 h 162610"/>
                <a:gd name="connsiteX24" fmla="*/ 204 w 115237"/>
                <a:gd name="connsiteY24" fmla="*/ 43691 h 162610"/>
                <a:gd name="connsiteX25" fmla="*/ 15357 w 115237"/>
                <a:gd name="connsiteY25" fmla="*/ 73804 h 162610"/>
                <a:gd name="connsiteX26" fmla="*/ 61875 w 115237"/>
                <a:gd name="connsiteY26" fmla="*/ 90101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237" h="162610">
                  <a:moveTo>
                    <a:pt x="61875" y="90101"/>
                  </a:moveTo>
                  <a:cubicBezTo>
                    <a:pt x="69628" y="91518"/>
                    <a:pt x="98525" y="97186"/>
                    <a:pt x="98525" y="122694"/>
                  </a:cubicBezTo>
                  <a:cubicBezTo>
                    <a:pt x="98525" y="140761"/>
                    <a:pt x="86191" y="154932"/>
                    <a:pt x="58703" y="154932"/>
                  </a:cubicBezTo>
                  <a:cubicBezTo>
                    <a:pt x="29101" y="154932"/>
                    <a:pt x="16414" y="134739"/>
                    <a:pt x="9719" y="104626"/>
                  </a:cubicBezTo>
                  <a:cubicBezTo>
                    <a:pt x="8661" y="100020"/>
                    <a:pt x="8309" y="98603"/>
                    <a:pt x="4785" y="98603"/>
                  </a:cubicBezTo>
                  <a:cubicBezTo>
                    <a:pt x="204" y="98603"/>
                    <a:pt x="204" y="101083"/>
                    <a:pt x="204" y="107460"/>
                  </a:cubicBezTo>
                  <a:lnTo>
                    <a:pt x="204" y="154224"/>
                  </a:lnTo>
                  <a:cubicBezTo>
                    <a:pt x="204" y="160246"/>
                    <a:pt x="204" y="162726"/>
                    <a:pt x="4080" y="162726"/>
                  </a:cubicBezTo>
                  <a:cubicBezTo>
                    <a:pt x="5842" y="162726"/>
                    <a:pt x="6195" y="162372"/>
                    <a:pt x="12890" y="155641"/>
                  </a:cubicBezTo>
                  <a:cubicBezTo>
                    <a:pt x="13595" y="154932"/>
                    <a:pt x="13595" y="154224"/>
                    <a:pt x="19939" y="147493"/>
                  </a:cubicBezTo>
                  <a:cubicBezTo>
                    <a:pt x="35444" y="162372"/>
                    <a:pt x="51303" y="162726"/>
                    <a:pt x="58703" y="162726"/>
                  </a:cubicBezTo>
                  <a:cubicBezTo>
                    <a:pt x="99230" y="162726"/>
                    <a:pt x="115441" y="138990"/>
                    <a:pt x="115441" y="113482"/>
                  </a:cubicBezTo>
                  <a:cubicBezTo>
                    <a:pt x="115441" y="94706"/>
                    <a:pt x="104869" y="84078"/>
                    <a:pt x="100640" y="79827"/>
                  </a:cubicBezTo>
                  <a:cubicBezTo>
                    <a:pt x="89010" y="68490"/>
                    <a:pt x="75266" y="65656"/>
                    <a:pt x="60465" y="62822"/>
                  </a:cubicBezTo>
                  <a:cubicBezTo>
                    <a:pt x="40731" y="58925"/>
                    <a:pt x="17119" y="54319"/>
                    <a:pt x="17119" y="33771"/>
                  </a:cubicBezTo>
                  <a:cubicBezTo>
                    <a:pt x="17119" y="21372"/>
                    <a:pt x="26282" y="6847"/>
                    <a:pt x="56589" y="6847"/>
                  </a:cubicBezTo>
                  <a:cubicBezTo>
                    <a:pt x="95354" y="6847"/>
                    <a:pt x="97116" y="38731"/>
                    <a:pt x="97820" y="49714"/>
                  </a:cubicBezTo>
                  <a:cubicBezTo>
                    <a:pt x="98173" y="52902"/>
                    <a:pt x="101345" y="52902"/>
                    <a:pt x="102049" y="52902"/>
                  </a:cubicBezTo>
                  <a:cubicBezTo>
                    <a:pt x="106631" y="52902"/>
                    <a:pt x="106631" y="51131"/>
                    <a:pt x="106631" y="44399"/>
                  </a:cubicBezTo>
                  <a:lnTo>
                    <a:pt x="106631" y="8618"/>
                  </a:lnTo>
                  <a:cubicBezTo>
                    <a:pt x="106631" y="2595"/>
                    <a:pt x="106631" y="116"/>
                    <a:pt x="102754" y="116"/>
                  </a:cubicBezTo>
                  <a:cubicBezTo>
                    <a:pt x="100992" y="116"/>
                    <a:pt x="100287" y="116"/>
                    <a:pt x="95706" y="4367"/>
                  </a:cubicBezTo>
                  <a:cubicBezTo>
                    <a:pt x="94649" y="5784"/>
                    <a:pt x="91125" y="8972"/>
                    <a:pt x="89715" y="10035"/>
                  </a:cubicBezTo>
                  <a:cubicBezTo>
                    <a:pt x="76324" y="116"/>
                    <a:pt x="61875" y="116"/>
                    <a:pt x="56589" y="116"/>
                  </a:cubicBezTo>
                  <a:cubicBezTo>
                    <a:pt x="13595" y="116"/>
                    <a:pt x="204" y="23852"/>
                    <a:pt x="204" y="43691"/>
                  </a:cubicBezTo>
                  <a:cubicBezTo>
                    <a:pt x="204" y="56090"/>
                    <a:pt x="5842" y="66010"/>
                    <a:pt x="15357" y="73804"/>
                  </a:cubicBezTo>
                  <a:cubicBezTo>
                    <a:pt x="26634" y="83015"/>
                    <a:pt x="36502" y="85141"/>
                    <a:pt x="61875" y="90101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4383648D-3717-0709-8BBA-1071955AFB86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1145434" y="8558275"/>
              <a:ext cx="758776" cy="14170"/>
            </a:xfrm>
            <a:custGeom>
              <a:avLst/>
              <a:gdLst>
                <a:gd name="connsiteX0" fmla="*/ 0 w 758776"/>
                <a:gd name="connsiteY0" fmla="*/ 0 h 14170"/>
                <a:gd name="connsiteX1" fmla="*/ 758777 w 758776"/>
                <a:gd name="connsiteY1" fmla="*/ 0 h 14170"/>
                <a:gd name="connsiteX2" fmla="*/ 758777 w 758776"/>
                <a:gd name="connsiteY2" fmla="*/ 14170 h 14170"/>
                <a:gd name="connsiteX3" fmla="*/ 0 w 758776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776" h="14170">
                  <a:moveTo>
                    <a:pt x="0" y="0"/>
                  </a:moveTo>
                  <a:lnTo>
                    <a:pt x="758777" y="0"/>
                  </a:lnTo>
                  <a:lnTo>
                    <a:pt x="758777" y="14170"/>
                  </a:lnTo>
                  <a:lnTo>
                    <a:pt x="0" y="14170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45800F20-B089-EF54-2AE0-7D55ADFCA177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1260971" y="8643282"/>
              <a:ext cx="185366" cy="261452"/>
            </a:xfrm>
            <a:custGeom>
              <a:avLst/>
              <a:gdLst>
                <a:gd name="connsiteX0" fmla="*/ 149257 w 185366"/>
                <a:gd name="connsiteY0" fmla="*/ 133689 h 261452"/>
                <a:gd name="connsiteX1" fmla="*/ 103797 w 185366"/>
                <a:gd name="connsiteY1" fmla="*/ 91885 h 261452"/>
                <a:gd name="connsiteX2" fmla="*/ 31906 w 185366"/>
                <a:gd name="connsiteY2" fmla="*/ 125187 h 261452"/>
                <a:gd name="connsiteX3" fmla="*/ 189 w 185366"/>
                <a:gd name="connsiteY3" fmla="*/ 198521 h 261452"/>
                <a:gd name="connsiteX4" fmla="*/ 65032 w 185366"/>
                <a:gd name="connsiteY4" fmla="*/ 261581 h 261452"/>
                <a:gd name="connsiteX5" fmla="*/ 185555 w 185366"/>
                <a:gd name="connsiteY5" fmla="*/ 91885 h 261452"/>
                <a:gd name="connsiteX6" fmla="*/ 109435 w 185366"/>
                <a:gd name="connsiteY6" fmla="*/ 129 h 261452"/>
                <a:gd name="connsiteX7" fmla="*/ 42125 w 185366"/>
                <a:gd name="connsiteY7" fmla="*/ 56104 h 261452"/>
                <a:gd name="connsiteX8" fmla="*/ 55517 w 185366"/>
                <a:gd name="connsiteY8" fmla="*/ 68504 h 261452"/>
                <a:gd name="connsiteX9" fmla="*/ 74547 w 185366"/>
                <a:gd name="connsiteY9" fmla="*/ 49727 h 261452"/>
                <a:gd name="connsiteX10" fmla="*/ 57984 w 185366"/>
                <a:gd name="connsiteY10" fmla="*/ 37328 h 261452"/>
                <a:gd name="connsiteX11" fmla="*/ 108730 w 185366"/>
                <a:gd name="connsiteY11" fmla="*/ 8986 h 261452"/>
                <a:gd name="connsiteX12" fmla="*/ 159125 w 185366"/>
                <a:gd name="connsiteY12" fmla="*/ 73109 h 261452"/>
                <a:gd name="connsiteX13" fmla="*/ 149610 w 185366"/>
                <a:gd name="connsiteY13" fmla="*/ 133689 h 261452"/>
                <a:gd name="connsiteX14" fmla="*/ 149257 w 185366"/>
                <a:gd name="connsiteY14" fmla="*/ 133689 h 261452"/>
                <a:gd name="connsiteX15" fmla="*/ 66089 w 185366"/>
                <a:gd name="connsiteY15" fmla="*/ 251662 h 261452"/>
                <a:gd name="connsiteX16" fmla="*/ 27324 w 185366"/>
                <a:gd name="connsiteY16" fmla="*/ 211629 h 261452"/>
                <a:gd name="connsiteX17" fmla="*/ 50583 w 185366"/>
                <a:gd name="connsiteY17" fmla="*/ 131210 h 261452"/>
                <a:gd name="connsiteX18" fmla="*/ 103797 w 185366"/>
                <a:gd name="connsiteY18" fmla="*/ 99679 h 261452"/>
                <a:gd name="connsiteX19" fmla="*/ 142914 w 185366"/>
                <a:gd name="connsiteY19" fmla="*/ 146443 h 261452"/>
                <a:gd name="connsiteX20" fmla="*/ 66089 w 185366"/>
                <a:gd name="connsiteY20" fmla="*/ 251662 h 26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5366" h="261452">
                  <a:moveTo>
                    <a:pt x="149257" y="133689"/>
                  </a:moveTo>
                  <a:cubicBezTo>
                    <a:pt x="145733" y="111725"/>
                    <a:pt x="131284" y="91885"/>
                    <a:pt x="103797" y="91885"/>
                  </a:cubicBezTo>
                  <a:cubicBezTo>
                    <a:pt x="82300" y="91885"/>
                    <a:pt x="59393" y="97554"/>
                    <a:pt x="31906" y="125187"/>
                  </a:cubicBezTo>
                  <a:cubicBezTo>
                    <a:pt x="2656" y="154591"/>
                    <a:pt x="189" y="187539"/>
                    <a:pt x="189" y="198521"/>
                  </a:cubicBezTo>
                  <a:cubicBezTo>
                    <a:pt x="189" y="220486"/>
                    <a:pt x="15695" y="261581"/>
                    <a:pt x="65032" y="261581"/>
                  </a:cubicBezTo>
                  <a:cubicBezTo>
                    <a:pt x="148905" y="261581"/>
                    <a:pt x="185555" y="142546"/>
                    <a:pt x="185555" y="91885"/>
                  </a:cubicBezTo>
                  <a:cubicBezTo>
                    <a:pt x="185555" y="35556"/>
                    <a:pt x="152781" y="129"/>
                    <a:pt x="109435" y="129"/>
                  </a:cubicBezTo>
                  <a:cubicBezTo>
                    <a:pt x="58336" y="129"/>
                    <a:pt x="42125" y="46184"/>
                    <a:pt x="42125" y="56104"/>
                  </a:cubicBezTo>
                  <a:cubicBezTo>
                    <a:pt x="42125" y="61064"/>
                    <a:pt x="44945" y="68504"/>
                    <a:pt x="55517" y="68504"/>
                  </a:cubicBezTo>
                  <a:cubicBezTo>
                    <a:pt x="67146" y="68504"/>
                    <a:pt x="74547" y="57875"/>
                    <a:pt x="74547" y="49727"/>
                  </a:cubicBezTo>
                  <a:cubicBezTo>
                    <a:pt x="74547" y="37328"/>
                    <a:pt x="63622" y="37328"/>
                    <a:pt x="57984" y="37328"/>
                  </a:cubicBezTo>
                  <a:cubicBezTo>
                    <a:pt x="73490" y="11112"/>
                    <a:pt x="98511" y="8986"/>
                    <a:pt x="108730" y="8986"/>
                  </a:cubicBezTo>
                  <a:cubicBezTo>
                    <a:pt x="134456" y="8986"/>
                    <a:pt x="159125" y="27408"/>
                    <a:pt x="159125" y="73109"/>
                  </a:cubicBezTo>
                  <a:cubicBezTo>
                    <a:pt x="159125" y="86926"/>
                    <a:pt x="157010" y="104993"/>
                    <a:pt x="149610" y="133689"/>
                  </a:cubicBezTo>
                  <a:lnTo>
                    <a:pt x="149257" y="133689"/>
                  </a:lnTo>
                  <a:close/>
                  <a:moveTo>
                    <a:pt x="66089" y="251662"/>
                  </a:moveTo>
                  <a:cubicBezTo>
                    <a:pt x="27324" y="251662"/>
                    <a:pt x="27324" y="215172"/>
                    <a:pt x="27324" y="211629"/>
                  </a:cubicBezTo>
                  <a:cubicBezTo>
                    <a:pt x="27324" y="202064"/>
                    <a:pt x="36135" y="152466"/>
                    <a:pt x="50583" y="131210"/>
                  </a:cubicBezTo>
                  <a:cubicBezTo>
                    <a:pt x="64680" y="111016"/>
                    <a:pt x="81947" y="99679"/>
                    <a:pt x="103797" y="99679"/>
                  </a:cubicBezTo>
                  <a:cubicBezTo>
                    <a:pt x="142209" y="99679"/>
                    <a:pt x="142914" y="139358"/>
                    <a:pt x="142914" y="146443"/>
                  </a:cubicBezTo>
                  <a:cubicBezTo>
                    <a:pt x="142914" y="171951"/>
                    <a:pt x="120360" y="251662"/>
                    <a:pt x="66089" y="251662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E0B4FE2B-BB73-CD81-AF7F-978E1DBDCFE2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1469405" y="8651076"/>
              <a:ext cx="200872" cy="245864"/>
            </a:xfrm>
            <a:custGeom>
              <a:avLst/>
              <a:gdLst>
                <a:gd name="connsiteX0" fmla="*/ 24511 w 200872"/>
                <a:gd name="connsiteY0" fmla="*/ 229343 h 245864"/>
                <a:gd name="connsiteX1" fmla="*/ 195 w 200872"/>
                <a:gd name="connsiteY1" fmla="*/ 229343 h 245864"/>
                <a:gd name="connsiteX2" fmla="*/ 195 w 200872"/>
                <a:gd name="connsiteY2" fmla="*/ 245994 h 245864"/>
                <a:gd name="connsiteX3" fmla="*/ 44598 w 200872"/>
                <a:gd name="connsiteY3" fmla="*/ 244931 h 245864"/>
                <a:gd name="connsiteX4" fmla="*/ 89001 w 200872"/>
                <a:gd name="connsiteY4" fmla="*/ 245994 h 245864"/>
                <a:gd name="connsiteX5" fmla="*/ 89001 w 200872"/>
                <a:gd name="connsiteY5" fmla="*/ 229343 h 245864"/>
                <a:gd name="connsiteX6" fmla="*/ 64685 w 200872"/>
                <a:gd name="connsiteY6" fmla="*/ 229343 h 245864"/>
                <a:gd name="connsiteX7" fmla="*/ 64685 w 200872"/>
                <a:gd name="connsiteY7" fmla="*/ 155300 h 245864"/>
                <a:gd name="connsiteX8" fmla="*/ 117194 w 200872"/>
                <a:gd name="connsiteY8" fmla="*/ 99325 h 245864"/>
                <a:gd name="connsiteX9" fmla="*/ 136576 w 200872"/>
                <a:gd name="connsiteY9" fmla="*/ 133689 h 245864"/>
                <a:gd name="connsiteX10" fmla="*/ 136576 w 200872"/>
                <a:gd name="connsiteY10" fmla="*/ 229343 h 245864"/>
                <a:gd name="connsiteX11" fmla="*/ 112260 w 200872"/>
                <a:gd name="connsiteY11" fmla="*/ 229343 h 245864"/>
                <a:gd name="connsiteX12" fmla="*/ 112260 w 200872"/>
                <a:gd name="connsiteY12" fmla="*/ 245994 h 245864"/>
                <a:gd name="connsiteX13" fmla="*/ 156664 w 200872"/>
                <a:gd name="connsiteY13" fmla="*/ 244931 h 245864"/>
                <a:gd name="connsiteX14" fmla="*/ 201067 w 200872"/>
                <a:gd name="connsiteY14" fmla="*/ 245994 h 245864"/>
                <a:gd name="connsiteX15" fmla="*/ 201067 w 200872"/>
                <a:gd name="connsiteY15" fmla="*/ 229343 h 245864"/>
                <a:gd name="connsiteX16" fmla="*/ 176751 w 200872"/>
                <a:gd name="connsiteY16" fmla="*/ 229343 h 245864"/>
                <a:gd name="connsiteX17" fmla="*/ 176751 w 200872"/>
                <a:gd name="connsiteY17" fmla="*/ 137586 h 245864"/>
                <a:gd name="connsiteX18" fmla="*/ 122480 w 200872"/>
                <a:gd name="connsiteY18" fmla="*/ 86571 h 245864"/>
                <a:gd name="connsiteX19" fmla="*/ 62571 w 200872"/>
                <a:gd name="connsiteY19" fmla="*/ 121290 h 245864"/>
                <a:gd name="connsiteX20" fmla="*/ 62571 w 200872"/>
                <a:gd name="connsiteY20" fmla="*/ 129 h 245864"/>
                <a:gd name="connsiteX21" fmla="*/ 195 w 200872"/>
                <a:gd name="connsiteY21" fmla="*/ 2963 h 245864"/>
                <a:gd name="connsiteX22" fmla="*/ 195 w 200872"/>
                <a:gd name="connsiteY22" fmla="*/ 19614 h 245864"/>
                <a:gd name="connsiteX23" fmla="*/ 24511 w 200872"/>
                <a:gd name="connsiteY23" fmla="*/ 33431 h 245864"/>
                <a:gd name="connsiteX24" fmla="*/ 24511 w 200872"/>
                <a:gd name="connsiteY24" fmla="*/ 229343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0872" h="245864">
                  <a:moveTo>
                    <a:pt x="24511" y="229343"/>
                  </a:moveTo>
                  <a:lnTo>
                    <a:pt x="195" y="229343"/>
                  </a:lnTo>
                  <a:lnTo>
                    <a:pt x="195" y="245994"/>
                  </a:lnTo>
                  <a:cubicBezTo>
                    <a:pt x="10062" y="245639"/>
                    <a:pt x="31207" y="244931"/>
                    <a:pt x="44598" y="244931"/>
                  </a:cubicBezTo>
                  <a:cubicBezTo>
                    <a:pt x="58342" y="244931"/>
                    <a:pt x="79134" y="245639"/>
                    <a:pt x="89001" y="245994"/>
                  </a:cubicBezTo>
                  <a:lnTo>
                    <a:pt x="89001" y="229343"/>
                  </a:lnTo>
                  <a:lnTo>
                    <a:pt x="64685" y="229343"/>
                  </a:lnTo>
                  <a:lnTo>
                    <a:pt x="64685" y="155300"/>
                  </a:lnTo>
                  <a:cubicBezTo>
                    <a:pt x="64685" y="116684"/>
                    <a:pt x="94992" y="99325"/>
                    <a:pt x="117194" y="99325"/>
                  </a:cubicBezTo>
                  <a:cubicBezTo>
                    <a:pt x="129176" y="99325"/>
                    <a:pt x="136576" y="106765"/>
                    <a:pt x="136576" y="133689"/>
                  </a:cubicBezTo>
                  <a:lnTo>
                    <a:pt x="136576" y="229343"/>
                  </a:lnTo>
                  <a:lnTo>
                    <a:pt x="112260" y="229343"/>
                  </a:lnTo>
                  <a:lnTo>
                    <a:pt x="112260" y="245994"/>
                  </a:lnTo>
                  <a:cubicBezTo>
                    <a:pt x="122128" y="245639"/>
                    <a:pt x="143272" y="244931"/>
                    <a:pt x="156664" y="244931"/>
                  </a:cubicBezTo>
                  <a:cubicBezTo>
                    <a:pt x="170407" y="244931"/>
                    <a:pt x="191200" y="245639"/>
                    <a:pt x="201067" y="245994"/>
                  </a:cubicBezTo>
                  <a:lnTo>
                    <a:pt x="201067" y="229343"/>
                  </a:lnTo>
                  <a:lnTo>
                    <a:pt x="176751" y="229343"/>
                  </a:lnTo>
                  <a:lnTo>
                    <a:pt x="176751" y="137586"/>
                  </a:lnTo>
                  <a:cubicBezTo>
                    <a:pt x="176751" y="100388"/>
                    <a:pt x="157721" y="86571"/>
                    <a:pt x="122480" y="86571"/>
                  </a:cubicBezTo>
                  <a:cubicBezTo>
                    <a:pt x="88649" y="86571"/>
                    <a:pt x="70676" y="107119"/>
                    <a:pt x="62571" y="121290"/>
                  </a:cubicBezTo>
                  <a:lnTo>
                    <a:pt x="62571" y="129"/>
                  </a:lnTo>
                  <a:lnTo>
                    <a:pt x="195" y="2963"/>
                  </a:lnTo>
                  <a:lnTo>
                    <a:pt x="195" y="19614"/>
                  </a:lnTo>
                  <a:cubicBezTo>
                    <a:pt x="22044" y="19614"/>
                    <a:pt x="24511" y="19614"/>
                    <a:pt x="24511" y="33431"/>
                  </a:cubicBezTo>
                  <a:lnTo>
                    <a:pt x="24511" y="229343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2E5758E-AAEE-8000-5E01-0C90A08DB8EA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1689055" y="8795087"/>
              <a:ext cx="83379" cy="157473"/>
            </a:xfrm>
            <a:custGeom>
              <a:avLst/>
              <a:gdLst>
                <a:gd name="connsiteX0" fmla="*/ 50525 w 83379"/>
                <a:gd name="connsiteY0" fmla="*/ 57168 h 157473"/>
                <a:gd name="connsiteX1" fmla="*/ 75687 w 83379"/>
                <a:gd name="connsiteY1" fmla="*/ 57168 h 157473"/>
                <a:gd name="connsiteX2" fmla="*/ 83581 w 83379"/>
                <a:gd name="connsiteY2" fmla="*/ 51713 h 157473"/>
                <a:gd name="connsiteX3" fmla="*/ 76180 w 83379"/>
                <a:gd name="connsiteY3" fmla="*/ 48241 h 157473"/>
                <a:gd name="connsiteX4" fmla="*/ 52745 w 83379"/>
                <a:gd name="connsiteY4" fmla="*/ 48241 h 157473"/>
                <a:gd name="connsiteX5" fmla="*/ 61872 w 83379"/>
                <a:gd name="connsiteY5" fmla="*/ 11538 h 157473"/>
                <a:gd name="connsiteX6" fmla="*/ 62613 w 83379"/>
                <a:gd name="connsiteY6" fmla="*/ 8066 h 157473"/>
                <a:gd name="connsiteX7" fmla="*/ 54225 w 83379"/>
                <a:gd name="connsiteY7" fmla="*/ 131 h 157473"/>
                <a:gd name="connsiteX8" fmla="*/ 42631 w 83379"/>
                <a:gd name="connsiteY8" fmla="*/ 10794 h 157473"/>
                <a:gd name="connsiteX9" fmla="*/ 33257 w 83379"/>
                <a:gd name="connsiteY9" fmla="*/ 48241 h 157473"/>
                <a:gd name="connsiteX10" fmla="*/ 8095 w 83379"/>
                <a:gd name="connsiteY10" fmla="*/ 48241 h 157473"/>
                <a:gd name="connsiteX11" fmla="*/ 201 w 83379"/>
                <a:gd name="connsiteY11" fmla="*/ 53696 h 157473"/>
                <a:gd name="connsiteX12" fmla="*/ 7602 w 83379"/>
                <a:gd name="connsiteY12" fmla="*/ 57168 h 157473"/>
                <a:gd name="connsiteX13" fmla="*/ 31037 w 83379"/>
                <a:gd name="connsiteY13" fmla="*/ 57168 h 157473"/>
                <a:gd name="connsiteX14" fmla="*/ 16482 w 83379"/>
                <a:gd name="connsiteY14" fmla="*/ 115694 h 157473"/>
                <a:gd name="connsiteX15" fmla="*/ 12782 w 83379"/>
                <a:gd name="connsiteY15" fmla="*/ 134045 h 157473"/>
                <a:gd name="connsiteX16" fmla="*/ 39177 w 83379"/>
                <a:gd name="connsiteY16" fmla="*/ 157604 h 157473"/>
                <a:gd name="connsiteX17" fmla="*/ 82101 w 83379"/>
                <a:gd name="connsiteY17" fmla="*/ 119662 h 157473"/>
                <a:gd name="connsiteX18" fmla="*/ 78154 w 83379"/>
                <a:gd name="connsiteY18" fmla="*/ 116438 h 157473"/>
                <a:gd name="connsiteX19" fmla="*/ 72973 w 83379"/>
                <a:gd name="connsiteY19" fmla="*/ 121150 h 157473"/>
                <a:gd name="connsiteX20" fmla="*/ 39918 w 83379"/>
                <a:gd name="connsiteY20" fmla="*/ 150661 h 157473"/>
                <a:gd name="connsiteX21" fmla="*/ 31284 w 83379"/>
                <a:gd name="connsiteY21" fmla="*/ 138509 h 157473"/>
                <a:gd name="connsiteX22" fmla="*/ 32764 w 83379"/>
                <a:gd name="connsiteY22" fmla="*/ 128341 h 157473"/>
                <a:gd name="connsiteX23" fmla="*/ 50525 w 83379"/>
                <a:gd name="connsiteY23" fmla="*/ 57168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379" h="157473">
                  <a:moveTo>
                    <a:pt x="50525" y="57168"/>
                  </a:moveTo>
                  <a:lnTo>
                    <a:pt x="75687" y="57168"/>
                  </a:lnTo>
                  <a:cubicBezTo>
                    <a:pt x="80374" y="57168"/>
                    <a:pt x="83581" y="57168"/>
                    <a:pt x="83581" y="51713"/>
                  </a:cubicBezTo>
                  <a:cubicBezTo>
                    <a:pt x="83581" y="48241"/>
                    <a:pt x="80374" y="48241"/>
                    <a:pt x="76180" y="48241"/>
                  </a:cubicBezTo>
                  <a:lnTo>
                    <a:pt x="52745" y="48241"/>
                  </a:lnTo>
                  <a:lnTo>
                    <a:pt x="61872" y="11538"/>
                  </a:lnTo>
                  <a:cubicBezTo>
                    <a:pt x="62119" y="10298"/>
                    <a:pt x="62613" y="9058"/>
                    <a:pt x="62613" y="8066"/>
                  </a:cubicBezTo>
                  <a:cubicBezTo>
                    <a:pt x="62613" y="3602"/>
                    <a:pt x="59159" y="131"/>
                    <a:pt x="54225" y="131"/>
                  </a:cubicBezTo>
                  <a:cubicBezTo>
                    <a:pt x="48058" y="131"/>
                    <a:pt x="44358" y="4346"/>
                    <a:pt x="42631" y="10794"/>
                  </a:cubicBezTo>
                  <a:cubicBezTo>
                    <a:pt x="40904" y="16994"/>
                    <a:pt x="44111" y="5090"/>
                    <a:pt x="33257" y="48241"/>
                  </a:cubicBezTo>
                  <a:lnTo>
                    <a:pt x="8095" y="48241"/>
                  </a:lnTo>
                  <a:cubicBezTo>
                    <a:pt x="3408" y="48241"/>
                    <a:pt x="201" y="48241"/>
                    <a:pt x="201" y="53696"/>
                  </a:cubicBezTo>
                  <a:cubicBezTo>
                    <a:pt x="201" y="57168"/>
                    <a:pt x="3161" y="57168"/>
                    <a:pt x="7602" y="57168"/>
                  </a:cubicBezTo>
                  <a:lnTo>
                    <a:pt x="31037" y="57168"/>
                  </a:lnTo>
                  <a:lnTo>
                    <a:pt x="16482" y="115694"/>
                  </a:lnTo>
                  <a:cubicBezTo>
                    <a:pt x="15002" y="121894"/>
                    <a:pt x="12782" y="130821"/>
                    <a:pt x="12782" y="134045"/>
                  </a:cubicBezTo>
                  <a:cubicBezTo>
                    <a:pt x="12782" y="148677"/>
                    <a:pt x="25116" y="157604"/>
                    <a:pt x="39177" y="157604"/>
                  </a:cubicBezTo>
                  <a:cubicBezTo>
                    <a:pt x="66560" y="157604"/>
                    <a:pt x="82101" y="122886"/>
                    <a:pt x="82101" y="119662"/>
                  </a:cubicBezTo>
                  <a:cubicBezTo>
                    <a:pt x="82101" y="116438"/>
                    <a:pt x="78894" y="116438"/>
                    <a:pt x="78154" y="116438"/>
                  </a:cubicBezTo>
                  <a:cubicBezTo>
                    <a:pt x="75193" y="116438"/>
                    <a:pt x="74947" y="116934"/>
                    <a:pt x="72973" y="121150"/>
                  </a:cubicBezTo>
                  <a:cubicBezTo>
                    <a:pt x="66066" y="136773"/>
                    <a:pt x="53485" y="150661"/>
                    <a:pt x="39918" y="150661"/>
                  </a:cubicBezTo>
                  <a:cubicBezTo>
                    <a:pt x="34737" y="150661"/>
                    <a:pt x="31284" y="147437"/>
                    <a:pt x="31284" y="138509"/>
                  </a:cubicBezTo>
                  <a:cubicBezTo>
                    <a:pt x="31284" y="136029"/>
                    <a:pt x="32270" y="130821"/>
                    <a:pt x="32764" y="128341"/>
                  </a:cubicBezTo>
                  <a:lnTo>
                    <a:pt x="50525" y="57168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0C8798C6-8519-795B-489F-2AB978AED07A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2064123" y="8523911"/>
              <a:ext cx="234350" cy="82899"/>
            </a:xfrm>
            <a:custGeom>
              <a:avLst/>
              <a:gdLst>
                <a:gd name="connsiteX0" fmla="*/ 222580 w 234350"/>
                <a:gd name="connsiteY0" fmla="*/ 14293 h 82899"/>
                <a:gd name="connsiteX1" fmla="*/ 234562 w 234350"/>
                <a:gd name="connsiteY1" fmla="*/ 7208 h 82899"/>
                <a:gd name="connsiteX2" fmla="*/ 222933 w 234350"/>
                <a:gd name="connsiteY2" fmla="*/ 122 h 82899"/>
                <a:gd name="connsiteX3" fmla="*/ 11841 w 234350"/>
                <a:gd name="connsiteY3" fmla="*/ 122 h 82899"/>
                <a:gd name="connsiteX4" fmla="*/ 212 w 234350"/>
                <a:gd name="connsiteY4" fmla="*/ 7208 h 82899"/>
                <a:gd name="connsiteX5" fmla="*/ 12193 w 234350"/>
                <a:gd name="connsiteY5" fmla="*/ 14293 h 82899"/>
                <a:gd name="connsiteX6" fmla="*/ 222580 w 234350"/>
                <a:gd name="connsiteY6" fmla="*/ 14293 h 82899"/>
                <a:gd name="connsiteX7" fmla="*/ 222933 w 234350"/>
                <a:gd name="connsiteY7" fmla="*/ 83022 h 82899"/>
                <a:gd name="connsiteX8" fmla="*/ 234562 w 234350"/>
                <a:gd name="connsiteY8" fmla="*/ 75936 h 82899"/>
                <a:gd name="connsiteX9" fmla="*/ 222580 w 234350"/>
                <a:gd name="connsiteY9" fmla="*/ 68851 h 82899"/>
                <a:gd name="connsiteX10" fmla="*/ 12193 w 234350"/>
                <a:gd name="connsiteY10" fmla="*/ 68851 h 82899"/>
                <a:gd name="connsiteX11" fmla="*/ 212 w 234350"/>
                <a:gd name="connsiteY11" fmla="*/ 75936 h 82899"/>
                <a:gd name="connsiteX12" fmla="*/ 11841 w 234350"/>
                <a:gd name="connsiteY12" fmla="*/ 83022 h 82899"/>
                <a:gd name="connsiteX13" fmla="*/ 222933 w 234350"/>
                <a:gd name="connsiteY13" fmla="*/ 83022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50" h="82899">
                  <a:moveTo>
                    <a:pt x="222580" y="14293"/>
                  </a:moveTo>
                  <a:cubicBezTo>
                    <a:pt x="227867" y="14293"/>
                    <a:pt x="234562" y="14293"/>
                    <a:pt x="234562" y="7208"/>
                  </a:cubicBezTo>
                  <a:cubicBezTo>
                    <a:pt x="234562" y="122"/>
                    <a:pt x="227867" y="122"/>
                    <a:pt x="222933" y="122"/>
                  </a:cubicBezTo>
                  <a:lnTo>
                    <a:pt x="11841" y="122"/>
                  </a:lnTo>
                  <a:cubicBezTo>
                    <a:pt x="6907" y="122"/>
                    <a:pt x="212" y="122"/>
                    <a:pt x="212" y="7208"/>
                  </a:cubicBezTo>
                  <a:cubicBezTo>
                    <a:pt x="212" y="14293"/>
                    <a:pt x="6907" y="14293"/>
                    <a:pt x="12193" y="14293"/>
                  </a:cubicBezTo>
                  <a:lnTo>
                    <a:pt x="222580" y="14293"/>
                  </a:lnTo>
                  <a:close/>
                  <a:moveTo>
                    <a:pt x="222933" y="83022"/>
                  </a:moveTo>
                  <a:cubicBezTo>
                    <a:pt x="227867" y="83022"/>
                    <a:pt x="234562" y="83022"/>
                    <a:pt x="234562" y="75936"/>
                  </a:cubicBezTo>
                  <a:cubicBezTo>
                    <a:pt x="234562" y="68851"/>
                    <a:pt x="227867" y="68851"/>
                    <a:pt x="222580" y="68851"/>
                  </a:cubicBezTo>
                  <a:lnTo>
                    <a:pt x="12193" y="68851"/>
                  </a:lnTo>
                  <a:cubicBezTo>
                    <a:pt x="6907" y="68851"/>
                    <a:pt x="212" y="68851"/>
                    <a:pt x="212" y="75936"/>
                  </a:cubicBezTo>
                  <a:cubicBezTo>
                    <a:pt x="212" y="83022"/>
                    <a:pt x="6907" y="83022"/>
                    <a:pt x="11841" y="83022"/>
                  </a:cubicBezTo>
                  <a:lnTo>
                    <a:pt x="222933" y="83022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1DC3E5DF-3C83-469F-6E32-363EEA48700D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2549724" y="8160603"/>
              <a:ext cx="185366" cy="261452"/>
            </a:xfrm>
            <a:custGeom>
              <a:avLst/>
              <a:gdLst>
                <a:gd name="connsiteX0" fmla="*/ 149294 w 185366"/>
                <a:gd name="connsiteY0" fmla="*/ 133676 h 261452"/>
                <a:gd name="connsiteX1" fmla="*/ 103833 w 185366"/>
                <a:gd name="connsiteY1" fmla="*/ 91872 h 261452"/>
                <a:gd name="connsiteX2" fmla="*/ 31942 w 185366"/>
                <a:gd name="connsiteY2" fmla="*/ 125173 h 261452"/>
                <a:gd name="connsiteX3" fmla="*/ 225 w 185366"/>
                <a:gd name="connsiteY3" fmla="*/ 198508 h 261452"/>
                <a:gd name="connsiteX4" fmla="*/ 65068 w 185366"/>
                <a:gd name="connsiteY4" fmla="*/ 261568 h 261452"/>
                <a:gd name="connsiteX5" fmla="*/ 185592 w 185366"/>
                <a:gd name="connsiteY5" fmla="*/ 91872 h 261452"/>
                <a:gd name="connsiteX6" fmla="*/ 109472 w 185366"/>
                <a:gd name="connsiteY6" fmla="*/ 116 h 261452"/>
                <a:gd name="connsiteX7" fmla="*/ 42162 w 185366"/>
                <a:gd name="connsiteY7" fmla="*/ 56090 h 261452"/>
                <a:gd name="connsiteX8" fmla="*/ 55553 w 185366"/>
                <a:gd name="connsiteY8" fmla="*/ 68490 h 261452"/>
                <a:gd name="connsiteX9" fmla="*/ 74583 w 185366"/>
                <a:gd name="connsiteY9" fmla="*/ 49714 h 261452"/>
                <a:gd name="connsiteX10" fmla="*/ 58020 w 185366"/>
                <a:gd name="connsiteY10" fmla="*/ 37314 h 261452"/>
                <a:gd name="connsiteX11" fmla="*/ 108767 w 185366"/>
                <a:gd name="connsiteY11" fmla="*/ 8972 h 261452"/>
                <a:gd name="connsiteX12" fmla="*/ 159161 w 185366"/>
                <a:gd name="connsiteY12" fmla="*/ 73095 h 261452"/>
                <a:gd name="connsiteX13" fmla="*/ 149646 w 185366"/>
                <a:gd name="connsiteY13" fmla="*/ 133676 h 261452"/>
                <a:gd name="connsiteX14" fmla="*/ 149294 w 185366"/>
                <a:gd name="connsiteY14" fmla="*/ 133676 h 261452"/>
                <a:gd name="connsiteX15" fmla="*/ 66126 w 185366"/>
                <a:gd name="connsiteY15" fmla="*/ 251648 h 261452"/>
                <a:gd name="connsiteX16" fmla="*/ 27361 w 185366"/>
                <a:gd name="connsiteY16" fmla="*/ 211616 h 261452"/>
                <a:gd name="connsiteX17" fmla="*/ 50620 w 185366"/>
                <a:gd name="connsiteY17" fmla="*/ 131196 h 261452"/>
                <a:gd name="connsiteX18" fmla="*/ 103833 w 185366"/>
                <a:gd name="connsiteY18" fmla="*/ 99666 h 261452"/>
                <a:gd name="connsiteX19" fmla="*/ 142950 w 185366"/>
                <a:gd name="connsiteY19" fmla="*/ 146430 h 261452"/>
                <a:gd name="connsiteX20" fmla="*/ 66126 w 185366"/>
                <a:gd name="connsiteY20" fmla="*/ 251648 h 26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5366" h="261452">
                  <a:moveTo>
                    <a:pt x="149294" y="133676"/>
                  </a:moveTo>
                  <a:cubicBezTo>
                    <a:pt x="145770" y="111711"/>
                    <a:pt x="131321" y="91872"/>
                    <a:pt x="103833" y="91872"/>
                  </a:cubicBezTo>
                  <a:cubicBezTo>
                    <a:pt x="82336" y="91872"/>
                    <a:pt x="59430" y="97540"/>
                    <a:pt x="31942" y="125173"/>
                  </a:cubicBezTo>
                  <a:cubicBezTo>
                    <a:pt x="2692" y="154578"/>
                    <a:pt x="225" y="187525"/>
                    <a:pt x="225" y="198508"/>
                  </a:cubicBezTo>
                  <a:cubicBezTo>
                    <a:pt x="225" y="220472"/>
                    <a:pt x="15731" y="261568"/>
                    <a:pt x="65068" y="261568"/>
                  </a:cubicBezTo>
                  <a:cubicBezTo>
                    <a:pt x="148941" y="261568"/>
                    <a:pt x="185592" y="142533"/>
                    <a:pt x="185592" y="91872"/>
                  </a:cubicBezTo>
                  <a:cubicBezTo>
                    <a:pt x="185592" y="35543"/>
                    <a:pt x="152818" y="116"/>
                    <a:pt x="109472" y="116"/>
                  </a:cubicBezTo>
                  <a:cubicBezTo>
                    <a:pt x="58373" y="116"/>
                    <a:pt x="42162" y="46171"/>
                    <a:pt x="42162" y="56090"/>
                  </a:cubicBezTo>
                  <a:cubicBezTo>
                    <a:pt x="42162" y="61050"/>
                    <a:pt x="44981" y="68490"/>
                    <a:pt x="55553" y="68490"/>
                  </a:cubicBezTo>
                  <a:cubicBezTo>
                    <a:pt x="67183" y="68490"/>
                    <a:pt x="74583" y="57862"/>
                    <a:pt x="74583" y="49714"/>
                  </a:cubicBezTo>
                  <a:cubicBezTo>
                    <a:pt x="74583" y="37314"/>
                    <a:pt x="63659" y="37314"/>
                    <a:pt x="58020" y="37314"/>
                  </a:cubicBezTo>
                  <a:cubicBezTo>
                    <a:pt x="73526" y="11098"/>
                    <a:pt x="98547" y="8972"/>
                    <a:pt x="108767" y="8972"/>
                  </a:cubicBezTo>
                  <a:cubicBezTo>
                    <a:pt x="134493" y="8972"/>
                    <a:pt x="159161" y="27394"/>
                    <a:pt x="159161" y="73095"/>
                  </a:cubicBezTo>
                  <a:cubicBezTo>
                    <a:pt x="159161" y="86912"/>
                    <a:pt x="157047" y="104980"/>
                    <a:pt x="149646" y="133676"/>
                  </a:cubicBezTo>
                  <a:lnTo>
                    <a:pt x="149294" y="133676"/>
                  </a:lnTo>
                  <a:close/>
                  <a:moveTo>
                    <a:pt x="66126" y="251648"/>
                  </a:moveTo>
                  <a:cubicBezTo>
                    <a:pt x="27361" y="251648"/>
                    <a:pt x="27361" y="215158"/>
                    <a:pt x="27361" y="211616"/>
                  </a:cubicBezTo>
                  <a:cubicBezTo>
                    <a:pt x="27361" y="202050"/>
                    <a:pt x="36171" y="152452"/>
                    <a:pt x="50620" y="131196"/>
                  </a:cubicBezTo>
                  <a:cubicBezTo>
                    <a:pt x="64716" y="111003"/>
                    <a:pt x="81984" y="99666"/>
                    <a:pt x="103833" y="99666"/>
                  </a:cubicBezTo>
                  <a:cubicBezTo>
                    <a:pt x="142246" y="99666"/>
                    <a:pt x="142950" y="139344"/>
                    <a:pt x="142950" y="146430"/>
                  </a:cubicBezTo>
                  <a:cubicBezTo>
                    <a:pt x="142950" y="171937"/>
                    <a:pt x="120396" y="251648"/>
                    <a:pt x="66126" y="251648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005704C4-1BB4-9AC2-6FA6-1CA4A9336ABE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2753929" y="8168397"/>
              <a:ext cx="78234" cy="245864"/>
            </a:xfrm>
            <a:custGeom>
              <a:avLst/>
              <a:gdLst>
                <a:gd name="connsiteX0" fmla="*/ 50978 w 78234"/>
                <a:gd name="connsiteY0" fmla="*/ 116 h 245864"/>
                <a:gd name="connsiteX1" fmla="*/ 231 w 78234"/>
                <a:gd name="connsiteY1" fmla="*/ 4013 h 245864"/>
                <a:gd name="connsiteX2" fmla="*/ 231 w 78234"/>
                <a:gd name="connsiteY2" fmla="*/ 14995 h 245864"/>
                <a:gd name="connsiteX3" fmla="*/ 27719 w 78234"/>
                <a:gd name="connsiteY3" fmla="*/ 34834 h 245864"/>
                <a:gd name="connsiteX4" fmla="*/ 27719 w 78234"/>
                <a:gd name="connsiteY4" fmla="*/ 219055 h 245864"/>
                <a:gd name="connsiteX5" fmla="*/ 231 w 78234"/>
                <a:gd name="connsiteY5" fmla="*/ 234998 h 245864"/>
                <a:gd name="connsiteX6" fmla="*/ 231 w 78234"/>
                <a:gd name="connsiteY6" fmla="*/ 245980 h 245864"/>
                <a:gd name="connsiteX7" fmla="*/ 39349 w 78234"/>
                <a:gd name="connsiteY7" fmla="*/ 244917 h 245864"/>
                <a:gd name="connsiteX8" fmla="*/ 78466 w 78234"/>
                <a:gd name="connsiteY8" fmla="*/ 245980 h 245864"/>
                <a:gd name="connsiteX9" fmla="*/ 78466 w 78234"/>
                <a:gd name="connsiteY9" fmla="*/ 234998 h 245864"/>
                <a:gd name="connsiteX10" fmla="*/ 50978 w 78234"/>
                <a:gd name="connsiteY10" fmla="*/ 219055 h 245864"/>
                <a:gd name="connsiteX11" fmla="*/ 50978 w 78234"/>
                <a:gd name="connsiteY11" fmla="*/ 116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234" h="245864">
                  <a:moveTo>
                    <a:pt x="50978" y="116"/>
                  </a:moveTo>
                  <a:lnTo>
                    <a:pt x="231" y="4013"/>
                  </a:lnTo>
                  <a:lnTo>
                    <a:pt x="231" y="14995"/>
                  </a:lnTo>
                  <a:cubicBezTo>
                    <a:pt x="24900" y="14995"/>
                    <a:pt x="27719" y="17475"/>
                    <a:pt x="27719" y="34834"/>
                  </a:cubicBezTo>
                  <a:lnTo>
                    <a:pt x="27719" y="219055"/>
                  </a:lnTo>
                  <a:cubicBezTo>
                    <a:pt x="27719" y="234998"/>
                    <a:pt x="23843" y="234998"/>
                    <a:pt x="231" y="234998"/>
                  </a:cubicBezTo>
                  <a:lnTo>
                    <a:pt x="231" y="245980"/>
                  </a:lnTo>
                  <a:cubicBezTo>
                    <a:pt x="11861" y="245626"/>
                    <a:pt x="30538" y="244917"/>
                    <a:pt x="39349" y="244917"/>
                  </a:cubicBezTo>
                  <a:cubicBezTo>
                    <a:pt x="48159" y="244917"/>
                    <a:pt x="65427" y="245626"/>
                    <a:pt x="78466" y="245980"/>
                  </a:cubicBezTo>
                  <a:lnTo>
                    <a:pt x="78466" y="234998"/>
                  </a:lnTo>
                  <a:cubicBezTo>
                    <a:pt x="54854" y="234998"/>
                    <a:pt x="50978" y="234998"/>
                    <a:pt x="50978" y="219055"/>
                  </a:cubicBezTo>
                  <a:lnTo>
                    <a:pt x="50978" y="116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EB27D3B8-F029-56FE-09C4-39F28755BBD5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2850058" y="8255547"/>
              <a:ext cx="156116" cy="162610"/>
            </a:xfrm>
            <a:custGeom>
              <a:avLst/>
              <a:gdLst>
                <a:gd name="connsiteX0" fmla="*/ 156350 w 156116"/>
                <a:gd name="connsiteY0" fmla="*/ 83015 h 162610"/>
                <a:gd name="connsiteX1" fmla="*/ 78468 w 156116"/>
                <a:gd name="connsiteY1" fmla="*/ 116 h 162610"/>
                <a:gd name="connsiteX2" fmla="*/ 234 w 156116"/>
                <a:gd name="connsiteY2" fmla="*/ 83015 h 162610"/>
                <a:gd name="connsiteX3" fmla="*/ 78116 w 156116"/>
                <a:gd name="connsiteY3" fmla="*/ 162726 h 162610"/>
                <a:gd name="connsiteX4" fmla="*/ 156350 w 156116"/>
                <a:gd name="connsiteY4" fmla="*/ 83015 h 162610"/>
                <a:gd name="connsiteX5" fmla="*/ 78468 w 156116"/>
                <a:gd name="connsiteY5" fmla="*/ 153869 h 162610"/>
                <a:gd name="connsiteX6" fmla="*/ 38294 w 156116"/>
                <a:gd name="connsiteY6" fmla="*/ 130133 h 162610"/>
                <a:gd name="connsiteX7" fmla="*/ 29484 w 156116"/>
                <a:gd name="connsiteY7" fmla="*/ 80181 h 162610"/>
                <a:gd name="connsiteX8" fmla="*/ 37942 w 156116"/>
                <a:gd name="connsiteY8" fmla="*/ 31646 h 162610"/>
                <a:gd name="connsiteX9" fmla="*/ 78116 w 156116"/>
                <a:gd name="connsiteY9" fmla="*/ 7910 h 162610"/>
                <a:gd name="connsiteX10" fmla="*/ 117938 w 156116"/>
                <a:gd name="connsiteY10" fmla="*/ 30937 h 162610"/>
                <a:gd name="connsiteX11" fmla="*/ 127101 w 156116"/>
                <a:gd name="connsiteY11" fmla="*/ 80181 h 162610"/>
                <a:gd name="connsiteX12" fmla="*/ 119348 w 156116"/>
                <a:gd name="connsiteY12" fmla="*/ 127653 h 162610"/>
                <a:gd name="connsiteX13" fmla="*/ 78468 w 156116"/>
                <a:gd name="connsiteY13" fmla="*/ 153869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116" h="162610">
                  <a:moveTo>
                    <a:pt x="156350" y="83015"/>
                  </a:moveTo>
                  <a:cubicBezTo>
                    <a:pt x="156350" y="37668"/>
                    <a:pt x="121110" y="116"/>
                    <a:pt x="78468" y="116"/>
                  </a:cubicBezTo>
                  <a:cubicBezTo>
                    <a:pt x="34418" y="116"/>
                    <a:pt x="234" y="38731"/>
                    <a:pt x="234" y="83015"/>
                  </a:cubicBezTo>
                  <a:cubicBezTo>
                    <a:pt x="234" y="128716"/>
                    <a:pt x="36884" y="162726"/>
                    <a:pt x="78116" y="162726"/>
                  </a:cubicBezTo>
                  <a:cubicBezTo>
                    <a:pt x="120757" y="162726"/>
                    <a:pt x="156350" y="128008"/>
                    <a:pt x="156350" y="83015"/>
                  </a:cubicBezTo>
                  <a:close/>
                  <a:moveTo>
                    <a:pt x="78468" y="153869"/>
                  </a:moveTo>
                  <a:cubicBezTo>
                    <a:pt x="63315" y="153869"/>
                    <a:pt x="47809" y="146430"/>
                    <a:pt x="38294" y="130133"/>
                  </a:cubicBezTo>
                  <a:cubicBezTo>
                    <a:pt x="29484" y="114545"/>
                    <a:pt x="29484" y="92935"/>
                    <a:pt x="29484" y="80181"/>
                  </a:cubicBezTo>
                  <a:cubicBezTo>
                    <a:pt x="29484" y="66364"/>
                    <a:pt x="29484" y="47234"/>
                    <a:pt x="37942" y="31646"/>
                  </a:cubicBezTo>
                  <a:cubicBezTo>
                    <a:pt x="47457" y="15349"/>
                    <a:pt x="64020" y="7910"/>
                    <a:pt x="78116" y="7910"/>
                  </a:cubicBezTo>
                  <a:cubicBezTo>
                    <a:pt x="93622" y="7910"/>
                    <a:pt x="108775" y="15703"/>
                    <a:pt x="117938" y="30937"/>
                  </a:cubicBezTo>
                  <a:cubicBezTo>
                    <a:pt x="127101" y="46171"/>
                    <a:pt x="127101" y="66719"/>
                    <a:pt x="127101" y="80181"/>
                  </a:cubicBezTo>
                  <a:cubicBezTo>
                    <a:pt x="127101" y="92935"/>
                    <a:pt x="127101" y="112065"/>
                    <a:pt x="119348" y="127653"/>
                  </a:cubicBezTo>
                  <a:cubicBezTo>
                    <a:pt x="111595" y="143596"/>
                    <a:pt x="96089" y="153869"/>
                    <a:pt x="78468" y="153869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ACF00AAD-1712-D8EA-CC2F-06EBB257C088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3028025" y="8255547"/>
              <a:ext cx="115237" cy="162610"/>
            </a:xfrm>
            <a:custGeom>
              <a:avLst/>
              <a:gdLst>
                <a:gd name="connsiteX0" fmla="*/ 61910 w 115237"/>
                <a:gd name="connsiteY0" fmla="*/ 90101 h 162610"/>
                <a:gd name="connsiteX1" fmla="*/ 98561 w 115237"/>
                <a:gd name="connsiteY1" fmla="*/ 122694 h 162610"/>
                <a:gd name="connsiteX2" fmla="*/ 58739 w 115237"/>
                <a:gd name="connsiteY2" fmla="*/ 154932 h 162610"/>
                <a:gd name="connsiteX3" fmla="*/ 9754 w 115237"/>
                <a:gd name="connsiteY3" fmla="*/ 104626 h 162610"/>
                <a:gd name="connsiteX4" fmla="*/ 4820 w 115237"/>
                <a:gd name="connsiteY4" fmla="*/ 98603 h 162610"/>
                <a:gd name="connsiteX5" fmla="*/ 239 w 115237"/>
                <a:gd name="connsiteY5" fmla="*/ 107460 h 162610"/>
                <a:gd name="connsiteX6" fmla="*/ 239 w 115237"/>
                <a:gd name="connsiteY6" fmla="*/ 154224 h 162610"/>
                <a:gd name="connsiteX7" fmla="*/ 4116 w 115237"/>
                <a:gd name="connsiteY7" fmla="*/ 162726 h 162610"/>
                <a:gd name="connsiteX8" fmla="*/ 12926 w 115237"/>
                <a:gd name="connsiteY8" fmla="*/ 155641 h 162610"/>
                <a:gd name="connsiteX9" fmla="*/ 19974 w 115237"/>
                <a:gd name="connsiteY9" fmla="*/ 147493 h 162610"/>
                <a:gd name="connsiteX10" fmla="*/ 58739 w 115237"/>
                <a:gd name="connsiteY10" fmla="*/ 162726 h 162610"/>
                <a:gd name="connsiteX11" fmla="*/ 115476 w 115237"/>
                <a:gd name="connsiteY11" fmla="*/ 113482 h 162610"/>
                <a:gd name="connsiteX12" fmla="*/ 100675 w 115237"/>
                <a:gd name="connsiteY12" fmla="*/ 79827 h 162610"/>
                <a:gd name="connsiteX13" fmla="*/ 60501 w 115237"/>
                <a:gd name="connsiteY13" fmla="*/ 62822 h 162610"/>
                <a:gd name="connsiteX14" fmla="*/ 17155 w 115237"/>
                <a:gd name="connsiteY14" fmla="*/ 33771 h 162610"/>
                <a:gd name="connsiteX15" fmla="*/ 56624 w 115237"/>
                <a:gd name="connsiteY15" fmla="*/ 6847 h 162610"/>
                <a:gd name="connsiteX16" fmla="*/ 97856 w 115237"/>
                <a:gd name="connsiteY16" fmla="*/ 49714 h 162610"/>
                <a:gd name="connsiteX17" fmla="*/ 102085 w 115237"/>
                <a:gd name="connsiteY17" fmla="*/ 52902 h 162610"/>
                <a:gd name="connsiteX18" fmla="*/ 106666 w 115237"/>
                <a:gd name="connsiteY18" fmla="*/ 44399 h 162610"/>
                <a:gd name="connsiteX19" fmla="*/ 106666 w 115237"/>
                <a:gd name="connsiteY19" fmla="*/ 8618 h 162610"/>
                <a:gd name="connsiteX20" fmla="*/ 102790 w 115237"/>
                <a:gd name="connsiteY20" fmla="*/ 116 h 162610"/>
                <a:gd name="connsiteX21" fmla="*/ 95741 w 115237"/>
                <a:gd name="connsiteY21" fmla="*/ 4367 h 162610"/>
                <a:gd name="connsiteX22" fmla="*/ 89750 w 115237"/>
                <a:gd name="connsiteY22" fmla="*/ 10035 h 162610"/>
                <a:gd name="connsiteX23" fmla="*/ 56624 w 115237"/>
                <a:gd name="connsiteY23" fmla="*/ 116 h 162610"/>
                <a:gd name="connsiteX24" fmla="*/ 239 w 115237"/>
                <a:gd name="connsiteY24" fmla="*/ 43691 h 162610"/>
                <a:gd name="connsiteX25" fmla="*/ 15393 w 115237"/>
                <a:gd name="connsiteY25" fmla="*/ 73804 h 162610"/>
                <a:gd name="connsiteX26" fmla="*/ 61910 w 115237"/>
                <a:gd name="connsiteY26" fmla="*/ 90101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237" h="162610">
                  <a:moveTo>
                    <a:pt x="61910" y="90101"/>
                  </a:moveTo>
                  <a:cubicBezTo>
                    <a:pt x="69663" y="91518"/>
                    <a:pt x="98561" y="97186"/>
                    <a:pt x="98561" y="122694"/>
                  </a:cubicBezTo>
                  <a:cubicBezTo>
                    <a:pt x="98561" y="140761"/>
                    <a:pt x="86226" y="154932"/>
                    <a:pt x="58739" y="154932"/>
                  </a:cubicBezTo>
                  <a:cubicBezTo>
                    <a:pt x="29136" y="154932"/>
                    <a:pt x="16450" y="134739"/>
                    <a:pt x="9754" y="104626"/>
                  </a:cubicBezTo>
                  <a:cubicBezTo>
                    <a:pt x="8697" y="100020"/>
                    <a:pt x="8344" y="98603"/>
                    <a:pt x="4820" y="98603"/>
                  </a:cubicBezTo>
                  <a:cubicBezTo>
                    <a:pt x="239" y="98603"/>
                    <a:pt x="239" y="101083"/>
                    <a:pt x="239" y="107460"/>
                  </a:cubicBezTo>
                  <a:lnTo>
                    <a:pt x="239" y="154224"/>
                  </a:lnTo>
                  <a:cubicBezTo>
                    <a:pt x="239" y="160246"/>
                    <a:pt x="239" y="162726"/>
                    <a:pt x="4116" y="162726"/>
                  </a:cubicBezTo>
                  <a:cubicBezTo>
                    <a:pt x="5878" y="162726"/>
                    <a:pt x="6230" y="162372"/>
                    <a:pt x="12926" y="155641"/>
                  </a:cubicBezTo>
                  <a:cubicBezTo>
                    <a:pt x="13631" y="154932"/>
                    <a:pt x="13631" y="154224"/>
                    <a:pt x="19974" y="147493"/>
                  </a:cubicBezTo>
                  <a:cubicBezTo>
                    <a:pt x="35480" y="162372"/>
                    <a:pt x="51338" y="162726"/>
                    <a:pt x="58739" y="162726"/>
                  </a:cubicBezTo>
                  <a:cubicBezTo>
                    <a:pt x="99265" y="162726"/>
                    <a:pt x="115476" y="138990"/>
                    <a:pt x="115476" y="113482"/>
                  </a:cubicBezTo>
                  <a:cubicBezTo>
                    <a:pt x="115476" y="94706"/>
                    <a:pt x="104904" y="84078"/>
                    <a:pt x="100675" y="79827"/>
                  </a:cubicBezTo>
                  <a:cubicBezTo>
                    <a:pt x="89046" y="68490"/>
                    <a:pt x="75302" y="65656"/>
                    <a:pt x="60501" y="62822"/>
                  </a:cubicBezTo>
                  <a:cubicBezTo>
                    <a:pt x="40766" y="58925"/>
                    <a:pt x="17155" y="54319"/>
                    <a:pt x="17155" y="33771"/>
                  </a:cubicBezTo>
                  <a:cubicBezTo>
                    <a:pt x="17155" y="21372"/>
                    <a:pt x="26317" y="6847"/>
                    <a:pt x="56624" y="6847"/>
                  </a:cubicBezTo>
                  <a:cubicBezTo>
                    <a:pt x="95389" y="6847"/>
                    <a:pt x="97151" y="38731"/>
                    <a:pt x="97856" y="49714"/>
                  </a:cubicBezTo>
                  <a:cubicBezTo>
                    <a:pt x="98208" y="52902"/>
                    <a:pt x="101380" y="52902"/>
                    <a:pt x="102085" y="52902"/>
                  </a:cubicBezTo>
                  <a:cubicBezTo>
                    <a:pt x="106666" y="52902"/>
                    <a:pt x="106666" y="51131"/>
                    <a:pt x="106666" y="44399"/>
                  </a:cubicBezTo>
                  <a:lnTo>
                    <a:pt x="106666" y="8618"/>
                  </a:lnTo>
                  <a:cubicBezTo>
                    <a:pt x="106666" y="2595"/>
                    <a:pt x="106666" y="116"/>
                    <a:pt x="102790" y="116"/>
                  </a:cubicBezTo>
                  <a:cubicBezTo>
                    <a:pt x="101027" y="116"/>
                    <a:pt x="100323" y="116"/>
                    <a:pt x="95741" y="4367"/>
                  </a:cubicBezTo>
                  <a:cubicBezTo>
                    <a:pt x="94684" y="5784"/>
                    <a:pt x="91160" y="8972"/>
                    <a:pt x="89750" y="10035"/>
                  </a:cubicBezTo>
                  <a:cubicBezTo>
                    <a:pt x="76359" y="116"/>
                    <a:pt x="61910" y="116"/>
                    <a:pt x="56624" y="116"/>
                  </a:cubicBezTo>
                  <a:cubicBezTo>
                    <a:pt x="13631" y="116"/>
                    <a:pt x="239" y="23852"/>
                    <a:pt x="239" y="43691"/>
                  </a:cubicBezTo>
                  <a:cubicBezTo>
                    <a:pt x="239" y="56090"/>
                    <a:pt x="5878" y="66010"/>
                    <a:pt x="15393" y="73804"/>
                  </a:cubicBezTo>
                  <a:cubicBezTo>
                    <a:pt x="26670" y="83015"/>
                    <a:pt x="36537" y="85141"/>
                    <a:pt x="61910" y="90101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EA5BC375-142F-216D-BFEC-1EA3F80395FF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3167030" y="8255547"/>
              <a:ext cx="115237" cy="162610"/>
            </a:xfrm>
            <a:custGeom>
              <a:avLst/>
              <a:gdLst>
                <a:gd name="connsiteX0" fmla="*/ 61914 w 115237"/>
                <a:gd name="connsiteY0" fmla="*/ 90101 h 162610"/>
                <a:gd name="connsiteX1" fmla="*/ 98565 w 115237"/>
                <a:gd name="connsiteY1" fmla="*/ 122694 h 162610"/>
                <a:gd name="connsiteX2" fmla="*/ 58743 w 115237"/>
                <a:gd name="connsiteY2" fmla="*/ 154932 h 162610"/>
                <a:gd name="connsiteX3" fmla="*/ 9758 w 115237"/>
                <a:gd name="connsiteY3" fmla="*/ 104626 h 162610"/>
                <a:gd name="connsiteX4" fmla="*/ 4824 w 115237"/>
                <a:gd name="connsiteY4" fmla="*/ 98603 h 162610"/>
                <a:gd name="connsiteX5" fmla="*/ 243 w 115237"/>
                <a:gd name="connsiteY5" fmla="*/ 107460 h 162610"/>
                <a:gd name="connsiteX6" fmla="*/ 243 w 115237"/>
                <a:gd name="connsiteY6" fmla="*/ 154224 h 162610"/>
                <a:gd name="connsiteX7" fmla="*/ 4119 w 115237"/>
                <a:gd name="connsiteY7" fmla="*/ 162726 h 162610"/>
                <a:gd name="connsiteX8" fmla="*/ 12930 w 115237"/>
                <a:gd name="connsiteY8" fmla="*/ 155641 h 162610"/>
                <a:gd name="connsiteX9" fmla="*/ 19978 w 115237"/>
                <a:gd name="connsiteY9" fmla="*/ 147493 h 162610"/>
                <a:gd name="connsiteX10" fmla="*/ 58743 w 115237"/>
                <a:gd name="connsiteY10" fmla="*/ 162726 h 162610"/>
                <a:gd name="connsiteX11" fmla="*/ 115480 w 115237"/>
                <a:gd name="connsiteY11" fmla="*/ 113482 h 162610"/>
                <a:gd name="connsiteX12" fmla="*/ 100679 w 115237"/>
                <a:gd name="connsiteY12" fmla="*/ 79827 h 162610"/>
                <a:gd name="connsiteX13" fmla="*/ 60505 w 115237"/>
                <a:gd name="connsiteY13" fmla="*/ 62822 h 162610"/>
                <a:gd name="connsiteX14" fmla="*/ 17159 w 115237"/>
                <a:gd name="connsiteY14" fmla="*/ 33771 h 162610"/>
                <a:gd name="connsiteX15" fmla="*/ 56628 w 115237"/>
                <a:gd name="connsiteY15" fmla="*/ 6847 h 162610"/>
                <a:gd name="connsiteX16" fmla="*/ 97860 w 115237"/>
                <a:gd name="connsiteY16" fmla="*/ 49714 h 162610"/>
                <a:gd name="connsiteX17" fmla="*/ 102089 w 115237"/>
                <a:gd name="connsiteY17" fmla="*/ 52902 h 162610"/>
                <a:gd name="connsiteX18" fmla="*/ 106670 w 115237"/>
                <a:gd name="connsiteY18" fmla="*/ 44399 h 162610"/>
                <a:gd name="connsiteX19" fmla="*/ 106670 w 115237"/>
                <a:gd name="connsiteY19" fmla="*/ 8618 h 162610"/>
                <a:gd name="connsiteX20" fmla="*/ 102793 w 115237"/>
                <a:gd name="connsiteY20" fmla="*/ 116 h 162610"/>
                <a:gd name="connsiteX21" fmla="*/ 95745 w 115237"/>
                <a:gd name="connsiteY21" fmla="*/ 4367 h 162610"/>
                <a:gd name="connsiteX22" fmla="*/ 89754 w 115237"/>
                <a:gd name="connsiteY22" fmla="*/ 10035 h 162610"/>
                <a:gd name="connsiteX23" fmla="*/ 56628 w 115237"/>
                <a:gd name="connsiteY23" fmla="*/ 116 h 162610"/>
                <a:gd name="connsiteX24" fmla="*/ 243 w 115237"/>
                <a:gd name="connsiteY24" fmla="*/ 43691 h 162610"/>
                <a:gd name="connsiteX25" fmla="*/ 15397 w 115237"/>
                <a:gd name="connsiteY25" fmla="*/ 73804 h 162610"/>
                <a:gd name="connsiteX26" fmla="*/ 61914 w 115237"/>
                <a:gd name="connsiteY26" fmla="*/ 90101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237" h="162610">
                  <a:moveTo>
                    <a:pt x="61914" y="90101"/>
                  </a:moveTo>
                  <a:cubicBezTo>
                    <a:pt x="69667" y="91518"/>
                    <a:pt x="98565" y="97186"/>
                    <a:pt x="98565" y="122694"/>
                  </a:cubicBezTo>
                  <a:cubicBezTo>
                    <a:pt x="98565" y="140761"/>
                    <a:pt x="86230" y="154932"/>
                    <a:pt x="58743" y="154932"/>
                  </a:cubicBezTo>
                  <a:cubicBezTo>
                    <a:pt x="29140" y="154932"/>
                    <a:pt x="16454" y="134739"/>
                    <a:pt x="9758" y="104626"/>
                  </a:cubicBezTo>
                  <a:cubicBezTo>
                    <a:pt x="8701" y="100020"/>
                    <a:pt x="8348" y="98603"/>
                    <a:pt x="4824" y="98603"/>
                  </a:cubicBezTo>
                  <a:cubicBezTo>
                    <a:pt x="243" y="98603"/>
                    <a:pt x="243" y="101083"/>
                    <a:pt x="243" y="107460"/>
                  </a:cubicBezTo>
                  <a:lnTo>
                    <a:pt x="243" y="154224"/>
                  </a:lnTo>
                  <a:cubicBezTo>
                    <a:pt x="243" y="160246"/>
                    <a:pt x="243" y="162726"/>
                    <a:pt x="4119" y="162726"/>
                  </a:cubicBezTo>
                  <a:cubicBezTo>
                    <a:pt x="5882" y="162726"/>
                    <a:pt x="6234" y="162372"/>
                    <a:pt x="12930" y="155641"/>
                  </a:cubicBezTo>
                  <a:cubicBezTo>
                    <a:pt x="13634" y="154932"/>
                    <a:pt x="13634" y="154224"/>
                    <a:pt x="19978" y="147493"/>
                  </a:cubicBezTo>
                  <a:cubicBezTo>
                    <a:pt x="35484" y="162372"/>
                    <a:pt x="51342" y="162726"/>
                    <a:pt x="58743" y="162726"/>
                  </a:cubicBezTo>
                  <a:cubicBezTo>
                    <a:pt x="99269" y="162726"/>
                    <a:pt x="115480" y="138990"/>
                    <a:pt x="115480" y="113482"/>
                  </a:cubicBezTo>
                  <a:cubicBezTo>
                    <a:pt x="115480" y="94706"/>
                    <a:pt x="104908" y="84078"/>
                    <a:pt x="100679" y="79827"/>
                  </a:cubicBezTo>
                  <a:cubicBezTo>
                    <a:pt x="89050" y="68490"/>
                    <a:pt x="75306" y="65656"/>
                    <a:pt x="60505" y="62822"/>
                  </a:cubicBezTo>
                  <a:cubicBezTo>
                    <a:pt x="40770" y="58925"/>
                    <a:pt x="17159" y="54319"/>
                    <a:pt x="17159" y="33771"/>
                  </a:cubicBezTo>
                  <a:cubicBezTo>
                    <a:pt x="17159" y="21372"/>
                    <a:pt x="26321" y="6847"/>
                    <a:pt x="56628" y="6847"/>
                  </a:cubicBezTo>
                  <a:cubicBezTo>
                    <a:pt x="95393" y="6847"/>
                    <a:pt x="97155" y="38731"/>
                    <a:pt x="97860" y="49714"/>
                  </a:cubicBezTo>
                  <a:cubicBezTo>
                    <a:pt x="98212" y="52902"/>
                    <a:pt x="101384" y="52902"/>
                    <a:pt x="102089" y="52902"/>
                  </a:cubicBezTo>
                  <a:cubicBezTo>
                    <a:pt x="106670" y="52902"/>
                    <a:pt x="106670" y="51131"/>
                    <a:pt x="106670" y="44399"/>
                  </a:cubicBezTo>
                  <a:lnTo>
                    <a:pt x="106670" y="8618"/>
                  </a:lnTo>
                  <a:cubicBezTo>
                    <a:pt x="106670" y="2595"/>
                    <a:pt x="106670" y="116"/>
                    <a:pt x="102793" y="116"/>
                  </a:cubicBezTo>
                  <a:cubicBezTo>
                    <a:pt x="101031" y="116"/>
                    <a:pt x="100327" y="116"/>
                    <a:pt x="95745" y="4367"/>
                  </a:cubicBezTo>
                  <a:cubicBezTo>
                    <a:pt x="94688" y="5784"/>
                    <a:pt x="91164" y="8972"/>
                    <a:pt x="89754" y="10035"/>
                  </a:cubicBezTo>
                  <a:cubicBezTo>
                    <a:pt x="76363" y="116"/>
                    <a:pt x="61914" y="116"/>
                    <a:pt x="56628" y="116"/>
                  </a:cubicBezTo>
                  <a:cubicBezTo>
                    <a:pt x="13634" y="116"/>
                    <a:pt x="243" y="23852"/>
                    <a:pt x="243" y="43691"/>
                  </a:cubicBezTo>
                  <a:cubicBezTo>
                    <a:pt x="243" y="56090"/>
                    <a:pt x="5882" y="66010"/>
                    <a:pt x="15397" y="73804"/>
                  </a:cubicBezTo>
                  <a:cubicBezTo>
                    <a:pt x="26674" y="83015"/>
                    <a:pt x="36541" y="85141"/>
                    <a:pt x="61914" y="90101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832EF199-5260-200F-70CA-2D35C5766D01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2458661" y="8558275"/>
              <a:ext cx="912710" cy="14170"/>
            </a:xfrm>
            <a:custGeom>
              <a:avLst/>
              <a:gdLst>
                <a:gd name="connsiteX0" fmla="*/ 0 w 912710"/>
                <a:gd name="connsiteY0" fmla="*/ 0 h 14170"/>
                <a:gd name="connsiteX1" fmla="*/ 912710 w 912710"/>
                <a:gd name="connsiteY1" fmla="*/ 0 h 14170"/>
                <a:gd name="connsiteX2" fmla="*/ 912710 w 912710"/>
                <a:gd name="connsiteY2" fmla="*/ 14170 h 14170"/>
                <a:gd name="connsiteX3" fmla="*/ 0 w 912710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2710" h="14170">
                  <a:moveTo>
                    <a:pt x="0" y="0"/>
                  </a:moveTo>
                  <a:lnTo>
                    <a:pt x="912710" y="0"/>
                  </a:lnTo>
                  <a:lnTo>
                    <a:pt x="912710" y="14170"/>
                  </a:lnTo>
                  <a:lnTo>
                    <a:pt x="0" y="14170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88028403-D51A-C017-EA28-F48550BA6046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2472757" y="8643282"/>
              <a:ext cx="185366" cy="261452"/>
            </a:xfrm>
            <a:custGeom>
              <a:avLst/>
              <a:gdLst>
                <a:gd name="connsiteX0" fmla="*/ 149291 w 185366"/>
                <a:gd name="connsiteY0" fmla="*/ 133689 h 261452"/>
                <a:gd name="connsiteX1" fmla="*/ 103831 w 185366"/>
                <a:gd name="connsiteY1" fmla="*/ 91885 h 261452"/>
                <a:gd name="connsiteX2" fmla="*/ 31940 w 185366"/>
                <a:gd name="connsiteY2" fmla="*/ 125187 h 261452"/>
                <a:gd name="connsiteX3" fmla="*/ 223 w 185366"/>
                <a:gd name="connsiteY3" fmla="*/ 198521 h 261452"/>
                <a:gd name="connsiteX4" fmla="*/ 65066 w 185366"/>
                <a:gd name="connsiteY4" fmla="*/ 261581 h 261452"/>
                <a:gd name="connsiteX5" fmla="*/ 185589 w 185366"/>
                <a:gd name="connsiteY5" fmla="*/ 91885 h 261452"/>
                <a:gd name="connsiteX6" fmla="*/ 109469 w 185366"/>
                <a:gd name="connsiteY6" fmla="*/ 129 h 261452"/>
                <a:gd name="connsiteX7" fmla="*/ 42160 w 185366"/>
                <a:gd name="connsiteY7" fmla="*/ 56104 h 261452"/>
                <a:gd name="connsiteX8" fmla="*/ 55551 w 185366"/>
                <a:gd name="connsiteY8" fmla="*/ 68504 h 261452"/>
                <a:gd name="connsiteX9" fmla="*/ 74581 w 185366"/>
                <a:gd name="connsiteY9" fmla="*/ 49727 h 261452"/>
                <a:gd name="connsiteX10" fmla="*/ 58018 w 185366"/>
                <a:gd name="connsiteY10" fmla="*/ 37328 h 261452"/>
                <a:gd name="connsiteX11" fmla="*/ 108765 w 185366"/>
                <a:gd name="connsiteY11" fmla="*/ 8986 h 261452"/>
                <a:gd name="connsiteX12" fmla="*/ 159159 w 185366"/>
                <a:gd name="connsiteY12" fmla="*/ 73109 h 261452"/>
                <a:gd name="connsiteX13" fmla="*/ 149644 w 185366"/>
                <a:gd name="connsiteY13" fmla="*/ 133689 h 261452"/>
                <a:gd name="connsiteX14" fmla="*/ 149291 w 185366"/>
                <a:gd name="connsiteY14" fmla="*/ 133689 h 261452"/>
                <a:gd name="connsiteX15" fmla="*/ 66123 w 185366"/>
                <a:gd name="connsiteY15" fmla="*/ 251662 h 261452"/>
                <a:gd name="connsiteX16" fmla="*/ 27359 w 185366"/>
                <a:gd name="connsiteY16" fmla="*/ 211629 h 261452"/>
                <a:gd name="connsiteX17" fmla="*/ 50618 w 185366"/>
                <a:gd name="connsiteY17" fmla="*/ 131210 h 261452"/>
                <a:gd name="connsiteX18" fmla="*/ 103831 w 185366"/>
                <a:gd name="connsiteY18" fmla="*/ 99679 h 261452"/>
                <a:gd name="connsiteX19" fmla="*/ 142948 w 185366"/>
                <a:gd name="connsiteY19" fmla="*/ 146443 h 261452"/>
                <a:gd name="connsiteX20" fmla="*/ 66123 w 185366"/>
                <a:gd name="connsiteY20" fmla="*/ 251662 h 26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5366" h="261452">
                  <a:moveTo>
                    <a:pt x="149291" y="133689"/>
                  </a:moveTo>
                  <a:cubicBezTo>
                    <a:pt x="145767" y="111725"/>
                    <a:pt x="131319" y="91885"/>
                    <a:pt x="103831" y="91885"/>
                  </a:cubicBezTo>
                  <a:cubicBezTo>
                    <a:pt x="82334" y="91885"/>
                    <a:pt x="59428" y="97554"/>
                    <a:pt x="31940" y="125187"/>
                  </a:cubicBezTo>
                  <a:cubicBezTo>
                    <a:pt x="2690" y="154591"/>
                    <a:pt x="223" y="187539"/>
                    <a:pt x="223" y="198521"/>
                  </a:cubicBezTo>
                  <a:cubicBezTo>
                    <a:pt x="223" y="220486"/>
                    <a:pt x="15729" y="261581"/>
                    <a:pt x="65066" y="261581"/>
                  </a:cubicBezTo>
                  <a:cubicBezTo>
                    <a:pt x="148939" y="261581"/>
                    <a:pt x="185589" y="142546"/>
                    <a:pt x="185589" y="91885"/>
                  </a:cubicBezTo>
                  <a:cubicBezTo>
                    <a:pt x="185589" y="35556"/>
                    <a:pt x="152816" y="129"/>
                    <a:pt x="109469" y="129"/>
                  </a:cubicBezTo>
                  <a:cubicBezTo>
                    <a:pt x="58370" y="129"/>
                    <a:pt x="42160" y="46184"/>
                    <a:pt x="42160" y="56104"/>
                  </a:cubicBezTo>
                  <a:cubicBezTo>
                    <a:pt x="42160" y="61064"/>
                    <a:pt x="44979" y="68504"/>
                    <a:pt x="55551" y="68504"/>
                  </a:cubicBezTo>
                  <a:cubicBezTo>
                    <a:pt x="67181" y="68504"/>
                    <a:pt x="74581" y="57875"/>
                    <a:pt x="74581" y="49727"/>
                  </a:cubicBezTo>
                  <a:cubicBezTo>
                    <a:pt x="74581" y="37328"/>
                    <a:pt x="63657" y="37328"/>
                    <a:pt x="58018" y="37328"/>
                  </a:cubicBezTo>
                  <a:cubicBezTo>
                    <a:pt x="73524" y="11112"/>
                    <a:pt x="98545" y="8986"/>
                    <a:pt x="108765" y="8986"/>
                  </a:cubicBezTo>
                  <a:cubicBezTo>
                    <a:pt x="134490" y="8986"/>
                    <a:pt x="159159" y="27408"/>
                    <a:pt x="159159" y="73109"/>
                  </a:cubicBezTo>
                  <a:cubicBezTo>
                    <a:pt x="159159" y="86926"/>
                    <a:pt x="157044" y="104993"/>
                    <a:pt x="149644" y="133689"/>
                  </a:cubicBezTo>
                  <a:lnTo>
                    <a:pt x="149291" y="133689"/>
                  </a:lnTo>
                  <a:close/>
                  <a:moveTo>
                    <a:pt x="66123" y="251662"/>
                  </a:moveTo>
                  <a:cubicBezTo>
                    <a:pt x="27359" y="251662"/>
                    <a:pt x="27359" y="215172"/>
                    <a:pt x="27359" y="211629"/>
                  </a:cubicBezTo>
                  <a:cubicBezTo>
                    <a:pt x="27359" y="202064"/>
                    <a:pt x="36169" y="152466"/>
                    <a:pt x="50618" y="131210"/>
                  </a:cubicBezTo>
                  <a:cubicBezTo>
                    <a:pt x="64714" y="111016"/>
                    <a:pt x="81982" y="99679"/>
                    <a:pt x="103831" y="99679"/>
                  </a:cubicBezTo>
                  <a:cubicBezTo>
                    <a:pt x="142243" y="99679"/>
                    <a:pt x="142948" y="139358"/>
                    <a:pt x="142948" y="146443"/>
                  </a:cubicBezTo>
                  <a:cubicBezTo>
                    <a:pt x="142948" y="171951"/>
                    <a:pt x="120394" y="251662"/>
                    <a:pt x="66123" y="251662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C8FD63C7-DC87-879F-A07B-90C606248735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2681191" y="8651076"/>
              <a:ext cx="200872" cy="245864"/>
            </a:xfrm>
            <a:custGeom>
              <a:avLst/>
              <a:gdLst>
                <a:gd name="connsiteX0" fmla="*/ 24545 w 200872"/>
                <a:gd name="connsiteY0" fmla="*/ 229343 h 245864"/>
                <a:gd name="connsiteX1" fmla="*/ 229 w 200872"/>
                <a:gd name="connsiteY1" fmla="*/ 229343 h 245864"/>
                <a:gd name="connsiteX2" fmla="*/ 229 w 200872"/>
                <a:gd name="connsiteY2" fmla="*/ 245994 h 245864"/>
                <a:gd name="connsiteX3" fmla="*/ 44632 w 200872"/>
                <a:gd name="connsiteY3" fmla="*/ 244931 h 245864"/>
                <a:gd name="connsiteX4" fmla="*/ 89036 w 200872"/>
                <a:gd name="connsiteY4" fmla="*/ 245994 h 245864"/>
                <a:gd name="connsiteX5" fmla="*/ 89036 w 200872"/>
                <a:gd name="connsiteY5" fmla="*/ 229343 h 245864"/>
                <a:gd name="connsiteX6" fmla="*/ 64720 w 200872"/>
                <a:gd name="connsiteY6" fmla="*/ 229343 h 245864"/>
                <a:gd name="connsiteX7" fmla="*/ 64720 w 200872"/>
                <a:gd name="connsiteY7" fmla="*/ 155300 h 245864"/>
                <a:gd name="connsiteX8" fmla="*/ 117228 w 200872"/>
                <a:gd name="connsiteY8" fmla="*/ 99325 h 245864"/>
                <a:gd name="connsiteX9" fmla="*/ 136611 w 200872"/>
                <a:gd name="connsiteY9" fmla="*/ 133689 h 245864"/>
                <a:gd name="connsiteX10" fmla="*/ 136611 w 200872"/>
                <a:gd name="connsiteY10" fmla="*/ 229343 h 245864"/>
                <a:gd name="connsiteX11" fmla="*/ 112295 w 200872"/>
                <a:gd name="connsiteY11" fmla="*/ 229343 h 245864"/>
                <a:gd name="connsiteX12" fmla="*/ 112295 w 200872"/>
                <a:gd name="connsiteY12" fmla="*/ 245994 h 245864"/>
                <a:gd name="connsiteX13" fmla="*/ 156698 w 200872"/>
                <a:gd name="connsiteY13" fmla="*/ 244931 h 245864"/>
                <a:gd name="connsiteX14" fmla="*/ 201101 w 200872"/>
                <a:gd name="connsiteY14" fmla="*/ 245994 h 245864"/>
                <a:gd name="connsiteX15" fmla="*/ 201101 w 200872"/>
                <a:gd name="connsiteY15" fmla="*/ 229343 h 245864"/>
                <a:gd name="connsiteX16" fmla="*/ 176785 w 200872"/>
                <a:gd name="connsiteY16" fmla="*/ 229343 h 245864"/>
                <a:gd name="connsiteX17" fmla="*/ 176785 w 200872"/>
                <a:gd name="connsiteY17" fmla="*/ 137586 h 245864"/>
                <a:gd name="connsiteX18" fmla="*/ 122514 w 200872"/>
                <a:gd name="connsiteY18" fmla="*/ 86571 h 245864"/>
                <a:gd name="connsiteX19" fmla="*/ 62605 w 200872"/>
                <a:gd name="connsiteY19" fmla="*/ 121290 h 245864"/>
                <a:gd name="connsiteX20" fmla="*/ 62605 w 200872"/>
                <a:gd name="connsiteY20" fmla="*/ 129 h 245864"/>
                <a:gd name="connsiteX21" fmla="*/ 229 w 200872"/>
                <a:gd name="connsiteY21" fmla="*/ 2963 h 245864"/>
                <a:gd name="connsiteX22" fmla="*/ 229 w 200872"/>
                <a:gd name="connsiteY22" fmla="*/ 19614 h 245864"/>
                <a:gd name="connsiteX23" fmla="*/ 24545 w 200872"/>
                <a:gd name="connsiteY23" fmla="*/ 33431 h 245864"/>
                <a:gd name="connsiteX24" fmla="*/ 24545 w 200872"/>
                <a:gd name="connsiteY24" fmla="*/ 229343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0872" h="245864">
                  <a:moveTo>
                    <a:pt x="24545" y="229343"/>
                  </a:moveTo>
                  <a:lnTo>
                    <a:pt x="229" y="229343"/>
                  </a:lnTo>
                  <a:lnTo>
                    <a:pt x="229" y="245994"/>
                  </a:lnTo>
                  <a:cubicBezTo>
                    <a:pt x="10097" y="245639"/>
                    <a:pt x="31241" y="244931"/>
                    <a:pt x="44632" y="244931"/>
                  </a:cubicBezTo>
                  <a:cubicBezTo>
                    <a:pt x="58376" y="244931"/>
                    <a:pt x="79168" y="245639"/>
                    <a:pt x="89036" y="245994"/>
                  </a:cubicBezTo>
                  <a:lnTo>
                    <a:pt x="89036" y="229343"/>
                  </a:lnTo>
                  <a:lnTo>
                    <a:pt x="64720" y="229343"/>
                  </a:lnTo>
                  <a:lnTo>
                    <a:pt x="64720" y="155300"/>
                  </a:lnTo>
                  <a:cubicBezTo>
                    <a:pt x="64720" y="116684"/>
                    <a:pt x="95027" y="99325"/>
                    <a:pt x="117228" y="99325"/>
                  </a:cubicBezTo>
                  <a:cubicBezTo>
                    <a:pt x="129210" y="99325"/>
                    <a:pt x="136611" y="106765"/>
                    <a:pt x="136611" y="133689"/>
                  </a:cubicBezTo>
                  <a:lnTo>
                    <a:pt x="136611" y="229343"/>
                  </a:lnTo>
                  <a:lnTo>
                    <a:pt x="112295" y="229343"/>
                  </a:lnTo>
                  <a:lnTo>
                    <a:pt x="112295" y="245994"/>
                  </a:lnTo>
                  <a:cubicBezTo>
                    <a:pt x="122162" y="245639"/>
                    <a:pt x="143306" y="244931"/>
                    <a:pt x="156698" y="244931"/>
                  </a:cubicBezTo>
                  <a:cubicBezTo>
                    <a:pt x="170442" y="244931"/>
                    <a:pt x="191234" y="245639"/>
                    <a:pt x="201101" y="245994"/>
                  </a:cubicBezTo>
                  <a:lnTo>
                    <a:pt x="201101" y="229343"/>
                  </a:lnTo>
                  <a:lnTo>
                    <a:pt x="176785" y="229343"/>
                  </a:lnTo>
                  <a:lnTo>
                    <a:pt x="176785" y="137586"/>
                  </a:lnTo>
                  <a:cubicBezTo>
                    <a:pt x="176785" y="100388"/>
                    <a:pt x="157755" y="86571"/>
                    <a:pt x="122514" y="86571"/>
                  </a:cubicBezTo>
                  <a:cubicBezTo>
                    <a:pt x="88683" y="86571"/>
                    <a:pt x="70711" y="107119"/>
                    <a:pt x="62605" y="121290"/>
                  </a:cubicBezTo>
                  <a:lnTo>
                    <a:pt x="62605" y="129"/>
                  </a:lnTo>
                  <a:lnTo>
                    <a:pt x="229" y="2963"/>
                  </a:lnTo>
                  <a:lnTo>
                    <a:pt x="229" y="19614"/>
                  </a:lnTo>
                  <a:cubicBezTo>
                    <a:pt x="22078" y="19614"/>
                    <a:pt x="24545" y="19614"/>
                    <a:pt x="24545" y="33431"/>
                  </a:cubicBezTo>
                  <a:lnTo>
                    <a:pt x="24545" y="229343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0B2CC900-5B89-A739-283B-0CA9289C2D87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2900841" y="8795087"/>
              <a:ext cx="83379" cy="157473"/>
            </a:xfrm>
            <a:custGeom>
              <a:avLst/>
              <a:gdLst>
                <a:gd name="connsiteX0" fmla="*/ 50559 w 83379"/>
                <a:gd name="connsiteY0" fmla="*/ 57168 h 157473"/>
                <a:gd name="connsiteX1" fmla="*/ 75721 w 83379"/>
                <a:gd name="connsiteY1" fmla="*/ 57168 h 157473"/>
                <a:gd name="connsiteX2" fmla="*/ 83615 w 83379"/>
                <a:gd name="connsiteY2" fmla="*/ 51713 h 157473"/>
                <a:gd name="connsiteX3" fmla="*/ 76214 w 83379"/>
                <a:gd name="connsiteY3" fmla="*/ 48241 h 157473"/>
                <a:gd name="connsiteX4" fmla="*/ 52779 w 83379"/>
                <a:gd name="connsiteY4" fmla="*/ 48241 h 157473"/>
                <a:gd name="connsiteX5" fmla="*/ 61907 w 83379"/>
                <a:gd name="connsiteY5" fmla="*/ 11538 h 157473"/>
                <a:gd name="connsiteX6" fmla="*/ 62647 w 83379"/>
                <a:gd name="connsiteY6" fmla="*/ 8066 h 157473"/>
                <a:gd name="connsiteX7" fmla="*/ 54259 w 83379"/>
                <a:gd name="connsiteY7" fmla="*/ 131 h 157473"/>
                <a:gd name="connsiteX8" fmla="*/ 42665 w 83379"/>
                <a:gd name="connsiteY8" fmla="*/ 10794 h 157473"/>
                <a:gd name="connsiteX9" fmla="*/ 33291 w 83379"/>
                <a:gd name="connsiteY9" fmla="*/ 48241 h 157473"/>
                <a:gd name="connsiteX10" fmla="*/ 8129 w 83379"/>
                <a:gd name="connsiteY10" fmla="*/ 48241 h 157473"/>
                <a:gd name="connsiteX11" fmla="*/ 236 w 83379"/>
                <a:gd name="connsiteY11" fmla="*/ 53696 h 157473"/>
                <a:gd name="connsiteX12" fmla="*/ 7636 w 83379"/>
                <a:gd name="connsiteY12" fmla="*/ 57168 h 157473"/>
                <a:gd name="connsiteX13" fmla="*/ 31071 w 83379"/>
                <a:gd name="connsiteY13" fmla="*/ 57168 h 157473"/>
                <a:gd name="connsiteX14" fmla="*/ 16517 w 83379"/>
                <a:gd name="connsiteY14" fmla="*/ 115694 h 157473"/>
                <a:gd name="connsiteX15" fmla="*/ 12816 w 83379"/>
                <a:gd name="connsiteY15" fmla="*/ 134045 h 157473"/>
                <a:gd name="connsiteX16" fmla="*/ 39212 w 83379"/>
                <a:gd name="connsiteY16" fmla="*/ 157604 h 157473"/>
                <a:gd name="connsiteX17" fmla="*/ 82135 w 83379"/>
                <a:gd name="connsiteY17" fmla="*/ 119662 h 157473"/>
                <a:gd name="connsiteX18" fmla="*/ 78188 w 83379"/>
                <a:gd name="connsiteY18" fmla="*/ 116438 h 157473"/>
                <a:gd name="connsiteX19" fmla="*/ 73008 w 83379"/>
                <a:gd name="connsiteY19" fmla="*/ 121150 h 157473"/>
                <a:gd name="connsiteX20" fmla="*/ 39952 w 83379"/>
                <a:gd name="connsiteY20" fmla="*/ 150661 h 157473"/>
                <a:gd name="connsiteX21" fmla="*/ 31318 w 83379"/>
                <a:gd name="connsiteY21" fmla="*/ 138509 h 157473"/>
                <a:gd name="connsiteX22" fmla="*/ 32798 w 83379"/>
                <a:gd name="connsiteY22" fmla="*/ 128341 h 157473"/>
                <a:gd name="connsiteX23" fmla="*/ 50559 w 83379"/>
                <a:gd name="connsiteY23" fmla="*/ 57168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379" h="157473">
                  <a:moveTo>
                    <a:pt x="50559" y="57168"/>
                  </a:moveTo>
                  <a:lnTo>
                    <a:pt x="75721" y="57168"/>
                  </a:lnTo>
                  <a:cubicBezTo>
                    <a:pt x="80408" y="57168"/>
                    <a:pt x="83615" y="57168"/>
                    <a:pt x="83615" y="51713"/>
                  </a:cubicBezTo>
                  <a:cubicBezTo>
                    <a:pt x="83615" y="48241"/>
                    <a:pt x="80408" y="48241"/>
                    <a:pt x="76214" y="48241"/>
                  </a:cubicBezTo>
                  <a:lnTo>
                    <a:pt x="52779" y="48241"/>
                  </a:lnTo>
                  <a:lnTo>
                    <a:pt x="61907" y="11538"/>
                  </a:lnTo>
                  <a:cubicBezTo>
                    <a:pt x="62153" y="10298"/>
                    <a:pt x="62647" y="9058"/>
                    <a:pt x="62647" y="8066"/>
                  </a:cubicBezTo>
                  <a:cubicBezTo>
                    <a:pt x="62647" y="3602"/>
                    <a:pt x="59193" y="131"/>
                    <a:pt x="54259" y="131"/>
                  </a:cubicBezTo>
                  <a:cubicBezTo>
                    <a:pt x="48092" y="131"/>
                    <a:pt x="44392" y="4346"/>
                    <a:pt x="42665" y="10794"/>
                  </a:cubicBezTo>
                  <a:cubicBezTo>
                    <a:pt x="40939" y="16994"/>
                    <a:pt x="44145" y="5090"/>
                    <a:pt x="33291" y="48241"/>
                  </a:cubicBezTo>
                  <a:lnTo>
                    <a:pt x="8129" y="48241"/>
                  </a:lnTo>
                  <a:cubicBezTo>
                    <a:pt x="3442" y="48241"/>
                    <a:pt x="236" y="48241"/>
                    <a:pt x="236" y="53696"/>
                  </a:cubicBezTo>
                  <a:cubicBezTo>
                    <a:pt x="236" y="57168"/>
                    <a:pt x="3196" y="57168"/>
                    <a:pt x="7636" y="57168"/>
                  </a:cubicBezTo>
                  <a:lnTo>
                    <a:pt x="31071" y="57168"/>
                  </a:lnTo>
                  <a:lnTo>
                    <a:pt x="16517" y="115694"/>
                  </a:lnTo>
                  <a:cubicBezTo>
                    <a:pt x="15037" y="121894"/>
                    <a:pt x="12816" y="130821"/>
                    <a:pt x="12816" y="134045"/>
                  </a:cubicBezTo>
                  <a:cubicBezTo>
                    <a:pt x="12816" y="148677"/>
                    <a:pt x="25151" y="157604"/>
                    <a:pt x="39212" y="157604"/>
                  </a:cubicBezTo>
                  <a:cubicBezTo>
                    <a:pt x="66594" y="157604"/>
                    <a:pt x="82135" y="122886"/>
                    <a:pt x="82135" y="119662"/>
                  </a:cubicBezTo>
                  <a:cubicBezTo>
                    <a:pt x="82135" y="116438"/>
                    <a:pt x="78928" y="116438"/>
                    <a:pt x="78188" y="116438"/>
                  </a:cubicBezTo>
                  <a:cubicBezTo>
                    <a:pt x="75228" y="116438"/>
                    <a:pt x="74981" y="116934"/>
                    <a:pt x="73008" y="121150"/>
                  </a:cubicBezTo>
                  <a:cubicBezTo>
                    <a:pt x="66100" y="136773"/>
                    <a:pt x="53519" y="150661"/>
                    <a:pt x="39952" y="150661"/>
                  </a:cubicBezTo>
                  <a:cubicBezTo>
                    <a:pt x="34771" y="150661"/>
                    <a:pt x="31318" y="147437"/>
                    <a:pt x="31318" y="138509"/>
                  </a:cubicBezTo>
                  <a:cubicBezTo>
                    <a:pt x="31318" y="136029"/>
                    <a:pt x="32305" y="130821"/>
                    <a:pt x="32798" y="128341"/>
                  </a:cubicBezTo>
                  <a:lnTo>
                    <a:pt x="50559" y="57168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AB693156-75D2-DE1F-71E9-6A99EB7CF69D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3014206" y="8796575"/>
              <a:ext cx="181560" cy="182768"/>
            </a:xfrm>
            <a:custGeom>
              <a:avLst/>
              <a:gdLst>
                <a:gd name="connsiteX0" fmla="*/ 97186 w 181560"/>
                <a:gd name="connsiteY0" fmla="*/ 97591 h 182768"/>
                <a:gd name="connsiteX1" fmla="*/ 172671 w 181560"/>
                <a:gd name="connsiteY1" fmla="*/ 97591 h 182768"/>
                <a:gd name="connsiteX2" fmla="*/ 181799 w 181560"/>
                <a:gd name="connsiteY2" fmla="*/ 91639 h 182768"/>
                <a:gd name="connsiteX3" fmla="*/ 172671 w 181560"/>
                <a:gd name="connsiteY3" fmla="*/ 85439 h 182768"/>
                <a:gd name="connsiteX4" fmla="*/ 97186 w 181560"/>
                <a:gd name="connsiteY4" fmla="*/ 85439 h 182768"/>
                <a:gd name="connsiteX5" fmla="*/ 97186 w 181560"/>
                <a:gd name="connsiteY5" fmla="*/ 9306 h 182768"/>
                <a:gd name="connsiteX6" fmla="*/ 91265 w 181560"/>
                <a:gd name="connsiteY6" fmla="*/ 131 h 182768"/>
                <a:gd name="connsiteX7" fmla="*/ 85098 w 181560"/>
                <a:gd name="connsiteY7" fmla="*/ 9306 h 182768"/>
                <a:gd name="connsiteX8" fmla="*/ 85098 w 181560"/>
                <a:gd name="connsiteY8" fmla="*/ 85439 h 182768"/>
                <a:gd name="connsiteX9" fmla="*/ 9366 w 181560"/>
                <a:gd name="connsiteY9" fmla="*/ 85439 h 182768"/>
                <a:gd name="connsiteX10" fmla="*/ 239 w 181560"/>
                <a:gd name="connsiteY10" fmla="*/ 91391 h 182768"/>
                <a:gd name="connsiteX11" fmla="*/ 9366 w 181560"/>
                <a:gd name="connsiteY11" fmla="*/ 97591 h 182768"/>
                <a:gd name="connsiteX12" fmla="*/ 85098 w 181560"/>
                <a:gd name="connsiteY12" fmla="*/ 97591 h 182768"/>
                <a:gd name="connsiteX13" fmla="*/ 85098 w 181560"/>
                <a:gd name="connsiteY13" fmla="*/ 173724 h 182768"/>
                <a:gd name="connsiteX14" fmla="*/ 91019 w 181560"/>
                <a:gd name="connsiteY14" fmla="*/ 182899 h 182768"/>
                <a:gd name="connsiteX15" fmla="*/ 97186 w 181560"/>
                <a:gd name="connsiteY15" fmla="*/ 173724 h 182768"/>
                <a:gd name="connsiteX16" fmla="*/ 97186 w 181560"/>
                <a:gd name="connsiteY16" fmla="*/ 97591 h 182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81560" h="182768">
                  <a:moveTo>
                    <a:pt x="97186" y="97591"/>
                  </a:moveTo>
                  <a:lnTo>
                    <a:pt x="172671" y="97591"/>
                  </a:lnTo>
                  <a:cubicBezTo>
                    <a:pt x="175878" y="97591"/>
                    <a:pt x="181799" y="97591"/>
                    <a:pt x="181799" y="91639"/>
                  </a:cubicBezTo>
                  <a:cubicBezTo>
                    <a:pt x="181799" y="85439"/>
                    <a:pt x="176125" y="85439"/>
                    <a:pt x="172671" y="85439"/>
                  </a:cubicBezTo>
                  <a:lnTo>
                    <a:pt x="97186" y="85439"/>
                  </a:lnTo>
                  <a:lnTo>
                    <a:pt x="97186" y="9306"/>
                  </a:lnTo>
                  <a:cubicBezTo>
                    <a:pt x="97186" y="6082"/>
                    <a:pt x="97186" y="131"/>
                    <a:pt x="91265" y="131"/>
                  </a:cubicBezTo>
                  <a:cubicBezTo>
                    <a:pt x="85098" y="131"/>
                    <a:pt x="85098" y="5834"/>
                    <a:pt x="85098" y="9306"/>
                  </a:cubicBezTo>
                  <a:lnTo>
                    <a:pt x="85098" y="85439"/>
                  </a:lnTo>
                  <a:lnTo>
                    <a:pt x="9366" y="85439"/>
                  </a:lnTo>
                  <a:cubicBezTo>
                    <a:pt x="6159" y="85439"/>
                    <a:pt x="239" y="85439"/>
                    <a:pt x="239" y="91391"/>
                  </a:cubicBezTo>
                  <a:cubicBezTo>
                    <a:pt x="239" y="97591"/>
                    <a:pt x="5912" y="97591"/>
                    <a:pt x="9366" y="97591"/>
                  </a:cubicBezTo>
                  <a:lnTo>
                    <a:pt x="85098" y="97591"/>
                  </a:lnTo>
                  <a:lnTo>
                    <a:pt x="85098" y="173724"/>
                  </a:lnTo>
                  <a:cubicBezTo>
                    <a:pt x="85098" y="176948"/>
                    <a:pt x="85098" y="182899"/>
                    <a:pt x="91019" y="182899"/>
                  </a:cubicBezTo>
                  <a:cubicBezTo>
                    <a:pt x="97186" y="182899"/>
                    <a:pt x="97186" y="177196"/>
                    <a:pt x="97186" y="173724"/>
                  </a:cubicBezTo>
                  <a:lnTo>
                    <a:pt x="97186" y="97591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CBA244AE-0ACC-A19A-12A0-B425D9FD4F82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3240166" y="8785416"/>
              <a:ext cx="89793" cy="164665"/>
            </a:xfrm>
            <a:custGeom>
              <a:avLst/>
              <a:gdLst>
                <a:gd name="connsiteX0" fmla="*/ 55995 w 89793"/>
                <a:gd name="connsiteY0" fmla="*/ 7074 h 164665"/>
                <a:gd name="connsiteX1" fmla="*/ 48595 w 89793"/>
                <a:gd name="connsiteY1" fmla="*/ 131 h 164665"/>
                <a:gd name="connsiteX2" fmla="*/ 245 w 89793"/>
                <a:gd name="connsiteY2" fmla="*/ 16002 h 164665"/>
                <a:gd name="connsiteX3" fmla="*/ 245 w 89793"/>
                <a:gd name="connsiteY3" fmla="*/ 24930 h 164665"/>
                <a:gd name="connsiteX4" fmla="*/ 36014 w 89793"/>
                <a:gd name="connsiteY4" fmla="*/ 17986 h 164665"/>
                <a:gd name="connsiteX5" fmla="*/ 36014 w 89793"/>
                <a:gd name="connsiteY5" fmla="*/ 144461 h 164665"/>
                <a:gd name="connsiteX6" fmla="*/ 11345 w 89793"/>
                <a:gd name="connsiteY6" fmla="*/ 155868 h 164665"/>
                <a:gd name="connsiteX7" fmla="*/ 1971 w 89793"/>
                <a:gd name="connsiteY7" fmla="*/ 155868 h 164665"/>
                <a:gd name="connsiteX8" fmla="*/ 1971 w 89793"/>
                <a:gd name="connsiteY8" fmla="*/ 164796 h 164665"/>
                <a:gd name="connsiteX9" fmla="*/ 45881 w 89793"/>
                <a:gd name="connsiteY9" fmla="*/ 163804 h 164665"/>
                <a:gd name="connsiteX10" fmla="*/ 90038 w 89793"/>
                <a:gd name="connsiteY10" fmla="*/ 164796 h 164665"/>
                <a:gd name="connsiteX11" fmla="*/ 90038 w 89793"/>
                <a:gd name="connsiteY11" fmla="*/ 155868 h 164665"/>
                <a:gd name="connsiteX12" fmla="*/ 80664 w 89793"/>
                <a:gd name="connsiteY12" fmla="*/ 155868 h 164665"/>
                <a:gd name="connsiteX13" fmla="*/ 55995 w 89793"/>
                <a:gd name="connsiteY13" fmla="*/ 144461 h 164665"/>
                <a:gd name="connsiteX14" fmla="*/ 55995 w 89793"/>
                <a:gd name="connsiteY14" fmla="*/ 7074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9793" h="164665">
                  <a:moveTo>
                    <a:pt x="55995" y="7074"/>
                  </a:moveTo>
                  <a:cubicBezTo>
                    <a:pt x="55995" y="379"/>
                    <a:pt x="55502" y="131"/>
                    <a:pt x="48595" y="131"/>
                  </a:cubicBezTo>
                  <a:cubicBezTo>
                    <a:pt x="32807" y="15754"/>
                    <a:pt x="10359" y="16002"/>
                    <a:pt x="245" y="16002"/>
                  </a:cubicBezTo>
                  <a:lnTo>
                    <a:pt x="245" y="24930"/>
                  </a:lnTo>
                  <a:cubicBezTo>
                    <a:pt x="6165" y="24930"/>
                    <a:pt x="22446" y="24930"/>
                    <a:pt x="36014" y="17986"/>
                  </a:cubicBezTo>
                  <a:lnTo>
                    <a:pt x="36014" y="144461"/>
                  </a:lnTo>
                  <a:cubicBezTo>
                    <a:pt x="36014" y="152644"/>
                    <a:pt x="36014" y="155868"/>
                    <a:pt x="11345" y="155868"/>
                  </a:cubicBezTo>
                  <a:lnTo>
                    <a:pt x="1971" y="155868"/>
                  </a:lnTo>
                  <a:lnTo>
                    <a:pt x="1971" y="164796"/>
                  </a:lnTo>
                  <a:cubicBezTo>
                    <a:pt x="6412" y="164548"/>
                    <a:pt x="36754" y="163804"/>
                    <a:pt x="45881" y="163804"/>
                  </a:cubicBezTo>
                  <a:cubicBezTo>
                    <a:pt x="53529" y="163804"/>
                    <a:pt x="84611" y="164548"/>
                    <a:pt x="90038" y="164796"/>
                  </a:cubicBezTo>
                  <a:lnTo>
                    <a:pt x="90038" y="155868"/>
                  </a:lnTo>
                  <a:lnTo>
                    <a:pt x="80664" y="155868"/>
                  </a:lnTo>
                  <a:cubicBezTo>
                    <a:pt x="55995" y="155868"/>
                    <a:pt x="55995" y="152644"/>
                    <a:pt x="55995" y="144461"/>
                  </a:cubicBezTo>
                  <a:lnTo>
                    <a:pt x="55995" y="7074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C65EF989-56D9-86AA-3235-492B7C6FCE53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13470045" y="8160603"/>
              <a:ext cx="185366" cy="261452"/>
            </a:xfrm>
            <a:custGeom>
              <a:avLst/>
              <a:gdLst>
                <a:gd name="connsiteX0" fmla="*/ 149320 w 185366"/>
                <a:gd name="connsiteY0" fmla="*/ 133676 h 261452"/>
                <a:gd name="connsiteX1" fmla="*/ 103859 w 185366"/>
                <a:gd name="connsiteY1" fmla="*/ 91872 h 261452"/>
                <a:gd name="connsiteX2" fmla="*/ 31968 w 185366"/>
                <a:gd name="connsiteY2" fmla="*/ 125173 h 261452"/>
                <a:gd name="connsiteX3" fmla="*/ 252 w 185366"/>
                <a:gd name="connsiteY3" fmla="*/ 198508 h 261452"/>
                <a:gd name="connsiteX4" fmla="*/ 65094 w 185366"/>
                <a:gd name="connsiteY4" fmla="*/ 261568 h 261452"/>
                <a:gd name="connsiteX5" fmla="*/ 185618 w 185366"/>
                <a:gd name="connsiteY5" fmla="*/ 91872 h 261452"/>
                <a:gd name="connsiteX6" fmla="*/ 109498 w 185366"/>
                <a:gd name="connsiteY6" fmla="*/ 116 h 261452"/>
                <a:gd name="connsiteX7" fmla="*/ 42188 w 185366"/>
                <a:gd name="connsiteY7" fmla="*/ 56090 h 261452"/>
                <a:gd name="connsiteX8" fmla="*/ 55579 w 185366"/>
                <a:gd name="connsiteY8" fmla="*/ 68490 h 261452"/>
                <a:gd name="connsiteX9" fmla="*/ 74609 w 185366"/>
                <a:gd name="connsiteY9" fmla="*/ 49714 h 261452"/>
                <a:gd name="connsiteX10" fmla="*/ 58046 w 185366"/>
                <a:gd name="connsiteY10" fmla="*/ 37314 h 261452"/>
                <a:gd name="connsiteX11" fmla="*/ 108793 w 185366"/>
                <a:gd name="connsiteY11" fmla="*/ 8972 h 261452"/>
                <a:gd name="connsiteX12" fmla="*/ 159187 w 185366"/>
                <a:gd name="connsiteY12" fmla="*/ 73095 h 261452"/>
                <a:gd name="connsiteX13" fmla="*/ 149672 w 185366"/>
                <a:gd name="connsiteY13" fmla="*/ 133676 h 261452"/>
                <a:gd name="connsiteX14" fmla="*/ 149320 w 185366"/>
                <a:gd name="connsiteY14" fmla="*/ 133676 h 261452"/>
                <a:gd name="connsiteX15" fmla="*/ 66152 w 185366"/>
                <a:gd name="connsiteY15" fmla="*/ 251648 h 261452"/>
                <a:gd name="connsiteX16" fmla="*/ 27387 w 185366"/>
                <a:gd name="connsiteY16" fmla="*/ 211616 h 261452"/>
                <a:gd name="connsiteX17" fmla="*/ 50646 w 185366"/>
                <a:gd name="connsiteY17" fmla="*/ 131196 h 261452"/>
                <a:gd name="connsiteX18" fmla="*/ 103859 w 185366"/>
                <a:gd name="connsiteY18" fmla="*/ 99666 h 261452"/>
                <a:gd name="connsiteX19" fmla="*/ 142976 w 185366"/>
                <a:gd name="connsiteY19" fmla="*/ 146430 h 261452"/>
                <a:gd name="connsiteX20" fmla="*/ 66152 w 185366"/>
                <a:gd name="connsiteY20" fmla="*/ 251648 h 26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5366" h="261452">
                  <a:moveTo>
                    <a:pt x="149320" y="133676"/>
                  </a:moveTo>
                  <a:cubicBezTo>
                    <a:pt x="145796" y="111711"/>
                    <a:pt x="131347" y="91872"/>
                    <a:pt x="103859" y="91872"/>
                  </a:cubicBezTo>
                  <a:cubicBezTo>
                    <a:pt x="82362" y="91872"/>
                    <a:pt x="59456" y="97540"/>
                    <a:pt x="31968" y="125173"/>
                  </a:cubicBezTo>
                  <a:cubicBezTo>
                    <a:pt x="2718" y="154578"/>
                    <a:pt x="252" y="187525"/>
                    <a:pt x="252" y="198508"/>
                  </a:cubicBezTo>
                  <a:cubicBezTo>
                    <a:pt x="252" y="220472"/>
                    <a:pt x="15757" y="261568"/>
                    <a:pt x="65094" y="261568"/>
                  </a:cubicBezTo>
                  <a:cubicBezTo>
                    <a:pt x="148967" y="261568"/>
                    <a:pt x="185618" y="142533"/>
                    <a:pt x="185618" y="91872"/>
                  </a:cubicBezTo>
                  <a:cubicBezTo>
                    <a:pt x="185618" y="35543"/>
                    <a:pt x="152844" y="116"/>
                    <a:pt x="109498" y="116"/>
                  </a:cubicBezTo>
                  <a:cubicBezTo>
                    <a:pt x="58399" y="116"/>
                    <a:pt x="42188" y="46171"/>
                    <a:pt x="42188" y="56090"/>
                  </a:cubicBezTo>
                  <a:cubicBezTo>
                    <a:pt x="42188" y="61050"/>
                    <a:pt x="45007" y="68490"/>
                    <a:pt x="55579" y="68490"/>
                  </a:cubicBezTo>
                  <a:cubicBezTo>
                    <a:pt x="67209" y="68490"/>
                    <a:pt x="74609" y="57862"/>
                    <a:pt x="74609" y="49714"/>
                  </a:cubicBezTo>
                  <a:cubicBezTo>
                    <a:pt x="74609" y="37314"/>
                    <a:pt x="63685" y="37314"/>
                    <a:pt x="58046" y="37314"/>
                  </a:cubicBezTo>
                  <a:cubicBezTo>
                    <a:pt x="73552" y="11098"/>
                    <a:pt x="98573" y="8972"/>
                    <a:pt x="108793" y="8972"/>
                  </a:cubicBezTo>
                  <a:cubicBezTo>
                    <a:pt x="134519" y="8972"/>
                    <a:pt x="159187" y="27394"/>
                    <a:pt x="159187" y="73095"/>
                  </a:cubicBezTo>
                  <a:cubicBezTo>
                    <a:pt x="159187" y="86912"/>
                    <a:pt x="157073" y="104980"/>
                    <a:pt x="149672" y="133676"/>
                  </a:cubicBezTo>
                  <a:lnTo>
                    <a:pt x="149320" y="133676"/>
                  </a:lnTo>
                  <a:close/>
                  <a:moveTo>
                    <a:pt x="66152" y="251648"/>
                  </a:moveTo>
                  <a:cubicBezTo>
                    <a:pt x="27387" y="251648"/>
                    <a:pt x="27387" y="215158"/>
                    <a:pt x="27387" y="211616"/>
                  </a:cubicBezTo>
                  <a:cubicBezTo>
                    <a:pt x="27387" y="202050"/>
                    <a:pt x="36197" y="152452"/>
                    <a:pt x="50646" y="131196"/>
                  </a:cubicBezTo>
                  <a:cubicBezTo>
                    <a:pt x="64742" y="111003"/>
                    <a:pt x="82010" y="99666"/>
                    <a:pt x="103859" y="99666"/>
                  </a:cubicBezTo>
                  <a:cubicBezTo>
                    <a:pt x="142272" y="99666"/>
                    <a:pt x="142976" y="139344"/>
                    <a:pt x="142976" y="146430"/>
                  </a:cubicBezTo>
                  <a:cubicBezTo>
                    <a:pt x="142976" y="171937"/>
                    <a:pt x="120422" y="251648"/>
                    <a:pt x="66152" y="251648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42F2BDBF-8268-6384-1CCA-06E85CBFF698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13678479" y="8168397"/>
              <a:ext cx="200872" cy="245864"/>
            </a:xfrm>
            <a:custGeom>
              <a:avLst/>
              <a:gdLst>
                <a:gd name="connsiteX0" fmla="*/ 24573 w 200872"/>
                <a:gd name="connsiteY0" fmla="*/ 229329 h 245864"/>
                <a:gd name="connsiteX1" fmla="*/ 257 w 200872"/>
                <a:gd name="connsiteY1" fmla="*/ 229329 h 245864"/>
                <a:gd name="connsiteX2" fmla="*/ 257 w 200872"/>
                <a:gd name="connsiteY2" fmla="*/ 245980 h 245864"/>
                <a:gd name="connsiteX3" fmla="*/ 44661 w 200872"/>
                <a:gd name="connsiteY3" fmla="*/ 244917 h 245864"/>
                <a:gd name="connsiteX4" fmla="*/ 89064 w 200872"/>
                <a:gd name="connsiteY4" fmla="*/ 245980 h 245864"/>
                <a:gd name="connsiteX5" fmla="*/ 89064 w 200872"/>
                <a:gd name="connsiteY5" fmla="*/ 229329 h 245864"/>
                <a:gd name="connsiteX6" fmla="*/ 64748 w 200872"/>
                <a:gd name="connsiteY6" fmla="*/ 229329 h 245864"/>
                <a:gd name="connsiteX7" fmla="*/ 64748 w 200872"/>
                <a:gd name="connsiteY7" fmla="*/ 155286 h 245864"/>
                <a:gd name="connsiteX8" fmla="*/ 117256 w 200872"/>
                <a:gd name="connsiteY8" fmla="*/ 99312 h 245864"/>
                <a:gd name="connsiteX9" fmla="*/ 136639 w 200872"/>
                <a:gd name="connsiteY9" fmla="*/ 133676 h 245864"/>
                <a:gd name="connsiteX10" fmla="*/ 136639 w 200872"/>
                <a:gd name="connsiteY10" fmla="*/ 229329 h 245864"/>
                <a:gd name="connsiteX11" fmla="*/ 112323 w 200872"/>
                <a:gd name="connsiteY11" fmla="*/ 229329 h 245864"/>
                <a:gd name="connsiteX12" fmla="*/ 112323 w 200872"/>
                <a:gd name="connsiteY12" fmla="*/ 245980 h 245864"/>
                <a:gd name="connsiteX13" fmla="*/ 156726 w 200872"/>
                <a:gd name="connsiteY13" fmla="*/ 244917 h 245864"/>
                <a:gd name="connsiteX14" fmla="*/ 201129 w 200872"/>
                <a:gd name="connsiteY14" fmla="*/ 245980 h 245864"/>
                <a:gd name="connsiteX15" fmla="*/ 201129 w 200872"/>
                <a:gd name="connsiteY15" fmla="*/ 229329 h 245864"/>
                <a:gd name="connsiteX16" fmla="*/ 176813 w 200872"/>
                <a:gd name="connsiteY16" fmla="*/ 229329 h 245864"/>
                <a:gd name="connsiteX17" fmla="*/ 176813 w 200872"/>
                <a:gd name="connsiteY17" fmla="*/ 137573 h 245864"/>
                <a:gd name="connsiteX18" fmla="*/ 122543 w 200872"/>
                <a:gd name="connsiteY18" fmla="*/ 86558 h 245864"/>
                <a:gd name="connsiteX19" fmla="*/ 62633 w 200872"/>
                <a:gd name="connsiteY19" fmla="*/ 121276 h 245864"/>
                <a:gd name="connsiteX20" fmla="*/ 62633 w 200872"/>
                <a:gd name="connsiteY20" fmla="*/ 116 h 245864"/>
                <a:gd name="connsiteX21" fmla="*/ 257 w 200872"/>
                <a:gd name="connsiteY21" fmla="*/ 2950 h 245864"/>
                <a:gd name="connsiteX22" fmla="*/ 257 w 200872"/>
                <a:gd name="connsiteY22" fmla="*/ 19600 h 245864"/>
                <a:gd name="connsiteX23" fmla="*/ 24573 w 200872"/>
                <a:gd name="connsiteY23" fmla="*/ 33417 h 245864"/>
                <a:gd name="connsiteX24" fmla="*/ 24573 w 200872"/>
                <a:gd name="connsiteY24" fmla="*/ 229329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0872" h="245864">
                  <a:moveTo>
                    <a:pt x="24573" y="229329"/>
                  </a:moveTo>
                  <a:lnTo>
                    <a:pt x="257" y="229329"/>
                  </a:lnTo>
                  <a:lnTo>
                    <a:pt x="257" y="245980"/>
                  </a:lnTo>
                  <a:cubicBezTo>
                    <a:pt x="10125" y="245626"/>
                    <a:pt x="31269" y="244917"/>
                    <a:pt x="44661" y="244917"/>
                  </a:cubicBezTo>
                  <a:cubicBezTo>
                    <a:pt x="58404" y="244917"/>
                    <a:pt x="79197" y="245626"/>
                    <a:pt x="89064" y="245980"/>
                  </a:cubicBezTo>
                  <a:lnTo>
                    <a:pt x="89064" y="229329"/>
                  </a:lnTo>
                  <a:lnTo>
                    <a:pt x="64748" y="229329"/>
                  </a:lnTo>
                  <a:lnTo>
                    <a:pt x="64748" y="155286"/>
                  </a:lnTo>
                  <a:cubicBezTo>
                    <a:pt x="64748" y="116671"/>
                    <a:pt x="95055" y="99312"/>
                    <a:pt x="117256" y="99312"/>
                  </a:cubicBezTo>
                  <a:cubicBezTo>
                    <a:pt x="129238" y="99312"/>
                    <a:pt x="136639" y="106751"/>
                    <a:pt x="136639" y="133676"/>
                  </a:cubicBezTo>
                  <a:lnTo>
                    <a:pt x="136639" y="229329"/>
                  </a:lnTo>
                  <a:lnTo>
                    <a:pt x="112323" y="229329"/>
                  </a:lnTo>
                  <a:lnTo>
                    <a:pt x="112323" y="245980"/>
                  </a:lnTo>
                  <a:cubicBezTo>
                    <a:pt x="122190" y="245626"/>
                    <a:pt x="143335" y="244917"/>
                    <a:pt x="156726" y="244917"/>
                  </a:cubicBezTo>
                  <a:cubicBezTo>
                    <a:pt x="170470" y="244917"/>
                    <a:pt x="191262" y="245626"/>
                    <a:pt x="201129" y="245980"/>
                  </a:cubicBezTo>
                  <a:lnTo>
                    <a:pt x="201129" y="229329"/>
                  </a:lnTo>
                  <a:lnTo>
                    <a:pt x="176813" y="229329"/>
                  </a:lnTo>
                  <a:lnTo>
                    <a:pt x="176813" y="137573"/>
                  </a:lnTo>
                  <a:cubicBezTo>
                    <a:pt x="176813" y="100374"/>
                    <a:pt x="157783" y="86558"/>
                    <a:pt x="122543" y="86558"/>
                  </a:cubicBezTo>
                  <a:cubicBezTo>
                    <a:pt x="88711" y="86558"/>
                    <a:pt x="70739" y="107106"/>
                    <a:pt x="62633" y="121276"/>
                  </a:cubicBezTo>
                  <a:lnTo>
                    <a:pt x="62633" y="116"/>
                  </a:lnTo>
                  <a:lnTo>
                    <a:pt x="257" y="2950"/>
                  </a:lnTo>
                  <a:lnTo>
                    <a:pt x="257" y="19600"/>
                  </a:lnTo>
                  <a:cubicBezTo>
                    <a:pt x="22107" y="19600"/>
                    <a:pt x="24573" y="19600"/>
                    <a:pt x="24573" y="33417"/>
                  </a:cubicBezTo>
                  <a:lnTo>
                    <a:pt x="24573" y="229329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A59E39D6-2D1B-6DC7-448F-1B3B9073B023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13898129" y="8312408"/>
              <a:ext cx="83379" cy="157473"/>
            </a:xfrm>
            <a:custGeom>
              <a:avLst/>
              <a:gdLst>
                <a:gd name="connsiteX0" fmla="*/ 50587 w 83379"/>
                <a:gd name="connsiteY0" fmla="*/ 57155 h 157473"/>
                <a:gd name="connsiteX1" fmla="*/ 75749 w 83379"/>
                <a:gd name="connsiteY1" fmla="*/ 57155 h 157473"/>
                <a:gd name="connsiteX2" fmla="*/ 83643 w 83379"/>
                <a:gd name="connsiteY2" fmla="*/ 51699 h 157473"/>
                <a:gd name="connsiteX3" fmla="*/ 76243 w 83379"/>
                <a:gd name="connsiteY3" fmla="*/ 48227 h 157473"/>
                <a:gd name="connsiteX4" fmla="*/ 52808 w 83379"/>
                <a:gd name="connsiteY4" fmla="*/ 48227 h 157473"/>
                <a:gd name="connsiteX5" fmla="*/ 61935 w 83379"/>
                <a:gd name="connsiteY5" fmla="*/ 11525 h 157473"/>
                <a:gd name="connsiteX6" fmla="*/ 62675 w 83379"/>
                <a:gd name="connsiteY6" fmla="*/ 8053 h 157473"/>
                <a:gd name="connsiteX7" fmla="*/ 54288 w 83379"/>
                <a:gd name="connsiteY7" fmla="*/ 117 h 157473"/>
                <a:gd name="connsiteX8" fmla="*/ 42693 w 83379"/>
                <a:gd name="connsiteY8" fmla="*/ 10781 h 157473"/>
                <a:gd name="connsiteX9" fmla="*/ 33319 w 83379"/>
                <a:gd name="connsiteY9" fmla="*/ 48227 h 157473"/>
                <a:gd name="connsiteX10" fmla="*/ 8158 w 83379"/>
                <a:gd name="connsiteY10" fmla="*/ 48227 h 157473"/>
                <a:gd name="connsiteX11" fmla="*/ 264 w 83379"/>
                <a:gd name="connsiteY11" fmla="*/ 53683 h 157473"/>
                <a:gd name="connsiteX12" fmla="*/ 7664 w 83379"/>
                <a:gd name="connsiteY12" fmla="*/ 57155 h 157473"/>
                <a:gd name="connsiteX13" fmla="*/ 31099 w 83379"/>
                <a:gd name="connsiteY13" fmla="*/ 57155 h 157473"/>
                <a:gd name="connsiteX14" fmla="*/ 16545 w 83379"/>
                <a:gd name="connsiteY14" fmla="*/ 115680 h 157473"/>
                <a:gd name="connsiteX15" fmla="*/ 12845 w 83379"/>
                <a:gd name="connsiteY15" fmla="*/ 134032 h 157473"/>
                <a:gd name="connsiteX16" fmla="*/ 39240 w 83379"/>
                <a:gd name="connsiteY16" fmla="*/ 157591 h 157473"/>
                <a:gd name="connsiteX17" fmla="*/ 82163 w 83379"/>
                <a:gd name="connsiteY17" fmla="*/ 119648 h 157473"/>
                <a:gd name="connsiteX18" fmla="*/ 78216 w 83379"/>
                <a:gd name="connsiteY18" fmla="*/ 116424 h 157473"/>
                <a:gd name="connsiteX19" fmla="*/ 73036 w 83379"/>
                <a:gd name="connsiteY19" fmla="*/ 121136 h 157473"/>
                <a:gd name="connsiteX20" fmla="*/ 39980 w 83379"/>
                <a:gd name="connsiteY20" fmla="*/ 150647 h 157473"/>
                <a:gd name="connsiteX21" fmla="*/ 31346 w 83379"/>
                <a:gd name="connsiteY21" fmla="*/ 138495 h 157473"/>
                <a:gd name="connsiteX22" fmla="*/ 32826 w 83379"/>
                <a:gd name="connsiteY22" fmla="*/ 128328 h 157473"/>
                <a:gd name="connsiteX23" fmla="*/ 50587 w 83379"/>
                <a:gd name="connsiteY23" fmla="*/ 57155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379" h="157473">
                  <a:moveTo>
                    <a:pt x="50587" y="57155"/>
                  </a:moveTo>
                  <a:lnTo>
                    <a:pt x="75749" y="57155"/>
                  </a:lnTo>
                  <a:cubicBezTo>
                    <a:pt x="80436" y="57155"/>
                    <a:pt x="83643" y="57155"/>
                    <a:pt x="83643" y="51699"/>
                  </a:cubicBezTo>
                  <a:cubicBezTo>
                    <a:pt x="83643" y="48227"/>
                    <a:pt x="80436" y="48227"/>
                    <a:pt x="76243" y="48227"/>
                  </a:cubicBezTo>
                  <a:lnTo>
                    <a:pt x="52808" y="48227"/>
                  </a:lnTo>
                  <a:lnTo>
                    <a:pt x="61935" y="11525"/>
                  </a:lnTo>
                  <a:cubicBezTo>
                    <a:pt x="62182" y="10285"/>
                    <a:pt x="62675" y="9045"/>
                    <a:pt x="62675" y="8053"/>
                  </a:cubicBezTo>
                  <a:cubicBezTo>
                    <a:pt x="62675" y="3589"/>
                    <a:pt x="59221" y="117"/>
                    <a:pt x="54288" y="117"/>
                  </a:cubicBezTo>
                  <a:cubicBezTo>
                    <a:pt x="48121" y="117"/>
                    <a:pt x="44420" y="4333"/>
                    <a:pt x="42693" y="10781"/>
                  </a:cubicBezTo>
                  <a:cubicBezTo>
                    <a:pt x="40967" y="16980"/>
                    <a:pt x="44174" y="5077"/>
                    <a:pt x="33319" y="48227"/>
                  </a:cubicBezTo>
                  <a:lnTo>
                    <a:pt x="8158" y="48227"/>
                  </a:lnTo>
                  <a:cubicBezTo>
                    <a:pt x="3471" y="48227"/>
                    <a:pt x="264" y="48227"/>
                    <a:pt x="264" y="53683"/>
                  </a:cubicBezTo>
                  <a:cubicBezTo>
                    <a:pt x="264" y="57155"/>
                    <a:pt x="3224" y="57155"/>
                    <a:pt x="7664" y="57155"/>
                  </a:cubicBezTo>
                  <a:lnTo>
                    <a:pt x="31099" y="57155"/>
                  </a:lnTo>
                  <a:lnTo>
                    <a:pt x="16545" y="115680"/>
                  </a:lnTo>
                  <a:cubicBezTo>
                    <a:pt x="15065" y="121880"/>
                    <a:pt x="12845" y="130808"/>
                    <a:pt x="12845" y="134032"/>
                  </a:cubicBezTo>
                  <a:cubicBezTo>
                    <a:pt x="12845" y="148663"/>
                    <a:pt x="25179" y="157591"/>
                    <a:pt x="39240" y="157591"/>
                  </a:cubicBezTo>
                  <a:cubicBezTo>
                    <a:pt x="66622" y="157591"/>
                    <a:pt x="82163" y="122872"/>
                    <a:pt x="82163" y="119648"/>
                  </a:cubicBezTo>
                  <a:cubicBezTo>
                    <a:pt x="82163" y="116424"/>
                    <a:pt x="78956" y="116424"/>
                    <a:pt x="78216" y="116424"/>
                  </a:cubicBezTo>
                  <a:cubicBezTo>
                    <a:pt x="75256" y="116424"/>
                    <a:pt x="75009" y="116920"/>
                    <a:pt x="73036" y="121136"/>
                  </a:cubicBezTo>
                  <a:cubicBezTo>
                    <a:pt x="66129" y="136760"/>
                    <a:pt x="53548" y="150647"/>
                    <a:pt x="39980" y="150647"/>
                  </a:cubicBezTo>
                  <a:cubicBezTo>
                    <a:pt x="34800" y="150647"/>
                    <a:pt x="31346" y="147423"/>
                    <a:pt x="31346" y="138495"/>
                  </a:cubicBezTo>
                  <a:cubicBezTo>
                    <a:pt x="31346" y="136016"/>
                    <a:pt x="32333" y="130808"/>
                    <a:pt x="32826" y="128328"/>
                  </a:cubicBezTo>
                  <a:lnTo>
                    <a:pt x="50587" y="57155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D056CE6C-FDA0-23A6-CA0B-32BD002D5D6F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14011493" y="8313895"/>
              <a:ext cx="181560" cy="182768"/>
            </a:xfrm>
            <a:custGeom>
              <a:avLst/>
              <a:gdLst>
                <a:gd name="connsiteX0" fmla="*/ 97214 w 181560"/>
                <a:gd name="connsiteY0" fmla="*/ 97577 h 182768"/>
                <a:gd name="connsiteX1" fmla="*/ 172699 w 181560"/>
                <a:gd name="connsiteY1" fmla="*/ 97577 h 182768"/>
                <a:gd name="connsiteX2" fmla="*/ 181827 w 181560"/>
                <a:gd name="connsiteY2" fmla="*/ 91625 h 182768"/>
                <a:gd name="connsiteX3" fmla="*/ 172699 w 181560"/>
                <a:gd name="connsiteY3" fmla="*/ 85426 h 182768"/>
                <a:gd name="connsiteX4" fmla="*/ 97214 w 181560"/>
                <a:gd name="connsiteY4" fmla="*/ 85426 h 182768"/>
                <a:gd name="connsiteX5" fmla="*/ 97214 w 181560"/>
                <a:gd name="connsiteY5" fmla="*/ 9293 h 182768"/>
                <a:gd name="connsiteX6" fmla="*/ 91293 w 181560"/>
                <a:gd name="connsiteY6" fmla="*/ 117 h 182768"/>
                <a:gd name="connsiteX7" fmla="*/ 85126 w 181560"/>
                <a:gd name="connsiteY7" fmla="*/ 9293 h 182768"/>
                <a:gd name="connsiteX8" fmla="*/ 85126 w 181560"/>
                <a:gd name="connsiteY8" fmla="*/ 85426 h 182768"/>
                <a:gd name="connsiteX9" fmla="*/ 9394 w 181560"/>
                <a:gd name="connsiteY9" fmla="*/ 85426 h 182768"/>
                <a:gd name="connsiteX10" fmla="*/ 267 w 181560"/>
                <a:gd name="connsiteY10" fmla="*/ 91377 h 182768"/>
                <a:gd name="connsiteX11" fmla="*/ 9394 w 181560"/>
                <a:gd name="connsiteY11" fmla="*/ 97577 h 182768"/>
                <a:gd name="connsiteX12" fmla="*/ 85126 w 181560"/>
                <a:gd name="connsiteY12" fmla="*/ 97577 h 182768"/>
                <a:gd name="connsiteX13" fmla="*/ 85126 w 181560"/>
                <a:gd name="connsiteY13" fmla="*/ 173710 h 182768"/>
                <a:gd name="connsiteX14" fmla="*/ 91047 w 181560"/>
                <a:gd name="connsiteY14" fmla="*/ 182886 h 182768"/>
                <a:gd name="connsiteX15" fmla="*/ 97214 w 181560"/>
                <a:gd name="connsiteY15" fmla="*/ 173710 h 182768"/>
                <a:gd name="connsiteX16" fmla="*/ 97214 w 181560"/>
                <a:gd name="connsiteY16" fmla="*/ 97577 h 182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81560" h="182768">
                  <a:moveTo>
                    <a:pt x="97214" y="97577"/>
                  </a:moveTo>
                  <a:lnTo>
                    <a:pt x="172699" y="97577"/>
                  </a:lnTo>
                  <a:cubicBezTo>
                    <a:pt x="175906" y="97577"/>
                    <a:pt x="181827" y="97577"/>
                    <a:pt x="181827" y="91625"/>
                  </a:cubicBezTo>
                  <a:cubicBezTo>
                    <a:pt x="181827" y="85426"/>
                    <a:pt x="176153" y="85426"/>
                    <a:pt x="172699" y="85426"/>
                  </a:cubicBezTo>
                  <a:lnTo>
                    <a:pt x="97214" y="85426"/>
                  </a:lnTo>
                  <a:lnTo>
                    <a:pt x="97214" y="9293"/>
                  </a:lnTo>
                  <a:cubicBezTo>
                    <a:pt x="97214" y="6069"/>
                    <a:pt x="97214" y="117"/>
                    <a:pt x="91293" y="117"/>
                  </a:cubicBezTo>
                  <a:cubicBezTo>
                    <a:pt x="85126" y="117"/>
                    <a:pt x="85126" y="5821"/>
                    <a:pt x="85126" y="9293"/>
                  </a:cubicBezTo>
                  <a:lnTo>
                    <a:pt x="85126" y="85426"/>
                  </a:lnTo>
                  <a:lnTo>
                    <a:pt x="9394" y="85426"/>
                  </a:lnTo>
                  <a:cubicBezTo>
                    <a:pt x="6187" y="85426"/>
                    <a:pt x="267" y="85426"/>
                    <a:pt x="267" y="91377"/>
                  </a:cubicBezTo>
                  <a:cubicBezTo>
                    <a:pt x="267" y="97577"/>
                    <a:pt x="5940" y="97577"/>
                    <a:pt x="9394" y="97577"/>
                  </a:cubicBezTo>
                  <a:lnTo>
                    <a:pt x="85126" y="97577"/>
                  </a:lnTo>
                  <a:lnTo>
                    <a:pt x="85126" y="173710"/>
                  </a:lnTo>
                  <a:cubicBezTo>
                    <a:pt x="85126" y="176934"/>
                    <a:pt x="85126" y="182886"/>
                    <a:pt x="91047" y="182886"/>
                  </a:cubicBezTo>
                  <a:cubicBezTo>
                    <a:pt x="97214" y="182886"/>
                    <a:pt x="97214" y="177182"/>
                    <a:pt x="97214" y="173710"/>
                  </a:cubicBezTo>
                  <a:lnTo>
                    <a:pt x="97214" y="97577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AC36797A-F7F2-FE48-E67A-3547EA40D3B4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14237454" y="8302736"/>
              <a:ext cx="89793" cy="164665"/>
            </a:xfrm>
            <a:custGeom>
              <a:avLst/>
              <a:gdLst>
                <a:gd name="connsiteX0" fmla="*/ 56024 w 89793"/>
                <a:gd name="connsiteY0" fmla="*/ 7061 h 164665"/>
                <a:gd name="connsiteX1" fmla="*/ 48623 w 89793"/>
                <a:gd name="connsiteY1" fmla="*/ 117 h 164665"/>
                <a:gd name="connsiteX2" fmla="*/ 273 w 89793"/>
                <a:gd name="connsiteY2" fmla="*/ 15988 h 164665"/>
                <a:gd name="connsiteX3" fmla="*/ 273 w 89793"/>
                <a:gd name="connsiteY3" fmla="*/ 24916 h 164665"/>
                <a:gd name="connsiteX4" fmla="*/ 36042 w 89793"/>
                <a:gd name="connsiteY4" fmla="*/ 17972 h 164665"/>
                <a:gd name="connsiteX5" fmla="*/ 36042 w 89793"/>
                <a:gd name="connsiteY5" fmla="*/ 144447 h 164665"/>
                <a:gd name="connsiteX6" fmla="*/ 11374 w 89793"/>
                <a:gd name="connsiteY6" fmla="*/ 155855 h 164665"/>
                <a:gd name="connsiteX7" fmla="*/ 2000 w 89793"/>
                <a:gd name="connsiteY7" fmla="*/ 155855 h 164665"/>
                <a:gd name="connsiteX8" fmla="*/ 2000 w 89793"/>
                <a:gd name="connsiteY8" fmla="*/ 164782 h 164665"/>
                <a:gd name="connsiteX9" fmla="*/ 45910 w 89793"/>
                <a:gd name="connsiteY9" fmla="*/ 163790 h 164665"/>
                <a:gd name="connsiteX10" fmla="*/ 90066 w 89793"/>
                <a:gd name="connsiteY10" fmla="*/ 164782 h 164665"/>
                <a:gd name="connsiteX11" fmla="*/ 90066 w 89793"/>
                <a:gd name="connsiteY11" fmla="*/ 155855 h 164665"/>
                <a:gd name="connsiteX12" fmla="*/ 80692 w 89793"/>
                <a:gd name="connsiteY12" fmla="*/ 155855 h 164665"/>
                <a:gd name="connsiteX13" fmla="*/ 56024 w 89793"/>
                <a:gd name="connsiteY13" fmla="*/ 144447 h 164665"/>
                <a:gd name="connsiteX14" fmla="*/ 56024 w 89793"/>
                <a:gd name="connsiteY14" fmla="*/ 7061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9793" h="164665">
                  <a:moveTo>
                    <a:pt x="56024" y="7061"/>
                  </a:moveTo>
                  <a:cubicBezTo>
                    <a:pt x="56024" y="365"/>
                    <a:pt x="55530" y="117"/>
                    <a:pt x="48623" y="117"/>
                  </a:cubicBezTo>
                  <a:cubicBezTo>
                    <a:pt x="32835" y="15740"/>
                    <a:pt x="10387" y="15988"/>
                    <a:pt x="273" y="15988"/>
                  </a:cubicBezTo>
                  <a:lnTo>
                    <a:pt x="273" y="24916"/>
                  </a:lnTo>
                  <a:cubicBezTo>
                    <a:pt x="6193" y="24916"/>
                    <a:pt x="22475" y="24916"/>
                    <a:pt x="36042" y="17972"/>
                  </a:cubicBezTo>
                  <a:lnTo>
                    <a:pt x="36042" y="144447"/>
                  </a:lnTo>
                  <a:cubicBezTo>
                    <a:pt x="36042" y="152631"/>
                    <a:pt x="36042" y="155855"/>
                    <a:pt x="11374" y="155855"/>
                  </a:cubicBezTo>
                  <a:lnTo>
                    <a:pt x="2000" y="155855"/>
                  </a:lnTo>
                  <a:lnTo>
                    <a:pt x="2000" y="164782"/>
                  </a:lnTo>
                  <a:cubicBezTo>
                    <a:pt x="6440" y="164534"/>
                    <a:pt x="36782" y="163790"/>
                    <a:pt x="45910" y="163790"/>
                  </a:cubicBezTo>
                  <a:cubicBezTo>
                    <a:pt x="53557" y="163790"/>
                    <a:pt x="84639" y="164534"/>
                    <a:pt x="90066" y="164782"/>
                  </a:cubicBezTo>
                  <a:lnTo>
                    <a:pt x="90066" y="155855"/>
                  </a:lnTo>
                  <a:lnTo>
                    <a:pt x="80692" y="155855"/>
                  </a:lnTo>
                  <a:cubicBezTo>
                    <a:pt x="56024" y="155855"/>
                    <a:pt x="56024" y="152631"/>
                    <a:pt x="56024" y="144447"/>
                  </a:cubicBezTo>
                  <a:lnTo>
                    <a:pt x="56024" y="7061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BABF2FF3-DD0F-4695-8AE8-B6E4DEF63BB0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13455949" y="8558275"/>
              <a:ext cx="912710" cy="14170"/>
            </a:xfrm>
            <a:custGeom>
              <a:avLst/>
              <a:gdLst>
                <a:gd name="connsiteX0" fmla="*/ 0 w 912710"/>
                <a:gd name="connsiteY0" fmla="*/ 0 h 14170"/>
                <a:gd name="connsiteX1" fmla="*/ 912710 w 912710"/>
                <a:gd name="connsiteY1" fmla="*/ 0 h 14170"/>
                <a:gd name="connsiteX2" fmla="*/ 912710 w 912710"/>
                <a:gd name="connsiteY2" fmla="*/ 14170 h 14170"/>
                <a:gd name="connsiteX3" fmla="*/ -1 w 912710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2710" h="14170">
                  <a:moveTo>
                    <a:pt x="0" y="0"/>
                  </a:moveTo>
                  <a:lnTo>
                    <a:pt x="912710" y="0"/>
                  </a:lnTo>
                  <a:lnTo>
                    <a:pt x="912710" y="14170"/>
                  </a:lnTo>
                  <a:lnTo>
                    <a:pt x="-1" y="14170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E2A04C0F-5FBF-7E9E-6EBE-4D50B51E573A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13648452" y="8643282"/>
              <a:ext cx="185366" cy="261452"/>
            </a:xfrm>
            <a:custGeom>
              <a:avLst/>
              <a:gdLst>
                <a:gd name="connsiteX0" fmla="*/ 149325 w 185366"/>
                <a:gd name="connsiteY0" fmla="*/ 133689 h 261452"/>
                <a:gd name="connsiteX1" fmla="*/ 103864 w 185366"/>
                <a:gd name="connsiteY1" fmla="*/ 91885 h 261452"/>
                <a:gd name="connsiteX2" fmla="*/ 31973 w 185366"/>
                <a:gd name="connsiteY2" fmla="*/ 125187 h 261452"/>
                <a:gd name="connsiteX3" fmla="*/ 257 w 185366"/>
                <a:gd name="connsiteY3" fmla="*/ 198521 h 261452"/>
                <a:gd name="connsiteX4" fmla="*/ 65099 w 185366"/>
                <a:gd name="connsiteY4" fmla="*/ 261581 h 261452"/>
                <a:gd name="connsiteX5" fmla="*/ 185623 w 185366"/>
                <a:gd name="connsiteY5" fmla="*/ 91885 h 261452"/>
                <a:gd name="connsiteX6" fmla="*/ 109503 w 185366"/>
                <a:gd name="connsiteY6" fmla="*/ 129 h 261452"/>
                <a:gd name="connsiteX7" fmla="*/ 42193 w 185366"/>
                <a:gd name="connsiteY7" fmla="*/ 56104 h 261452"/>
                <a:gd name="connsiteX8" fmla="*/ 55584 w 185366"/>
                <a:gd name="connsiteY8" fmla="*/ 68504 h 261452"/>
                <a:gd name="connsiteX9" fmla="*/ 74614 w 185366"/>
                <a:gd name="connsiteY9" fmla="*/ 49727 h 261452"/>
                <a:gd name="connsiteX10" fmla="*/ 58051 w 185366"/>
                <a:gd name="connsiteY10" fmla="*/ 37328 h 261452"/>
                <a:gd name="connsiteX11" fmla="*/ 108798 w 185366"/>
                <a:gd name="connsiteY11" fmla="*/ 8986 h 261452"/>
                <a:gd name="connsiteX12" fmla="*/ 159192 w 185366"/>
                <a:gd name="connsiteY12" fmla="*/ 73109 h 261452"/>
                <a:gd name="connsiteX13" fmla="*/ 149677 w 185366"/>
                <a:gd name="connsiteY13" fmla="*/ 133689 h 261452"/>
                <a:gd name="connsiteX14" fmla="*/ 149325 w 185366"/>
                <a:gd name="connsiteY14" fmla="*/ 133689 h 261452"/>
                <a:gd name="connsiteX15" fmla="*/ 66157 w 185366"/>
                <a:gd name="connsiteY15" fmla="*/ 251662 h 261452"/>
                <a:gd name="connsiteX16" fmla="*/ 27392 w 185366"/>
                <a:gd name="connsiteY16" fmla="*/ 211629 h 261452"/>
                <a:gd name="connsiteX17" fmla="*/ 50651 w 185366"/>
                <a:gd name="connsiteY17" fmla="*/ 131210 h 261452"/>
                <a:gd name="connsiteX18" fmla="*/ 103864 w 185366"/>
                <a:gd name="connsiteY18" fmla="*/ 99679 h 261452"/>
                <a:gd name="connsiteX19" fmla="*/ 142981 w 185366"/>
                <a:gd name="connsiteY19" fmla="*/ 146443 h 261452"/>
                <a:gd name="connsiteX20" fmla="*/ 66157 w 185366"/>
                <a:gd name="connsiteY20" fmla="*/ 251662 h 26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5366" h="261452">
                  <a:moveTo>
                    <a:pt x="149325" y="133689"/>
                  </a:moveTo>
                  <a:cubicBezTo>
                    <a:pt x="145801" y="111725"/>
                    <a:pt x="131352" y="91885"/>
                    <a:pt x="103864" y="91885"/>
                  </a:cubicBezTo>
                  <a:cubicBezTo>
                    <a:pt x="82367" y="91885"/>
                    <a:pt x="59461" y="97554"/>
                    <a:pt x="31973" y="125187"/>
                  </a:cubicBezTo>
                  <a:cubicBezTo>
                    <a:pt x="2723" y="154591"/>
                    <a:pt x="257" y="187539"/>
                    <a:pt x="257" y="198521"/>
                  </a:cubicBezTo>
                  <a:cubicBezTo>
                    <a:pt x="257" y="220486"/>
                    <a:pt x="15762" y="261581"/>
                    <a:pt x="65099" y="261581"/>
                  </a:cubicBezTo>
                  <a:cubicBezTo>
                    <a:pt x="148972" y="261581"/>
                    <a:pt x="185623" y="142546"/>
                    <a:pt x="185623" y="91885"/>
                  </a:cubicBezTo>
                  <a:cubicBezTo>
                    <a:pt x="185623" y="35556"/>
                    <a:pt x="152849" y="129"/>
                    <a:pt x="109503" y="129"/>
                  </a:cubicBezTo>
                  <a:cubicBezTo>
                    <a:pt x="58404" y="129"/>
                    <a:pt x="42193" y="46184"/>
                    <a:pt x="42193" y="56104"/>
                  </a:cubicBezTo>
                  <a:cubicBezTo>
                    <a:pt x="42193" y="61064"/>
                    <a:pt x="45012" y="68504"/>
                    <a:pt x="55584" y="68504"/>
                  </a:cubicBezTo>
                  <a:cubicBezTo>
                    <a:pt x="67214" y="68504"/>
                    <a:pt x="74614" y="57875"/>
                    <a:pt x="74614" y="49727"/>
                  </a:cubicBezTo>
                  <a:cubicBezTo>
                    <a:pt x="74614" y="37328"/>
                    <a:pt x="63690" y="37328"/>
                    <a:pt x="58051" y="37328"/>
                  </a:cubicBezTo>
                  <a:cubicBezTo>
                    <a:pt x="73557" y="11112"/>
                    <a:pt x="98578" y="8986"/>
                    <a:pt x="108798" y="8986"/>
                  </a:cubicBezTo>
                  <a:cubicBezTo>
                    <a:pt x="134524" y="8986"/>
                    <a:pt x="159192" y="27408"/>
                    <a:pt x="159192" y="73109"/>
                  </a:cubicBezTo>
                  <a:cubicBezTo>
                    <a:pt x="159192" y="86926"/>
                    <a:pt x="157078" y="104993"/>
                    <a:pt x="149677" y="133689"/>
                  </a:cubicBezTo>
                  <a:lnTo>
                    <a:pt x="149325" y="133689"/>
                  </a:lnTo>
                  <a:close/>
                  <a:moveTo>
                    <a:pt x="66157" y="251662"/>
                  </a:moveTo>
                  <a:cubicBezTo>
                    <a:pt x="27392" y="251662"/>
                    <a:pt x="27392" y="215172"/>
                    <a:pt x="27392" y="211629"/>
                  </a:cubicBezTo>
                  <a:cubicBezTo>
                    <a:pt x="27392" y="202064"/>
                    <a:pt x="36202" y="152466"/>
                    <a:pt x="50651" y="131210"/>
                  </a:cubicBezTo>
                  <a:cubicBezTo>
                    <a:pt x="64747" y="111016"/>
                    <a:pt x="82015" y="99679"/>
                    <a:pt x="103864" y="99679"/>
                  </a:cubicBezTo>
                  <a:cubicBezTo>
                    <a:pt x="142277" y="99679"/>
                    <a:pt x="142981" y="139358"/>
                    <a:pt x="142981" y="146443"/>
                  </a:cubicBezTo>
                  <a:cubicBezTo>
                    <a:pt x="142981" y="171951"/>
                    <a:pt x="120427" y="251662"/>
                    <a:pt x="66157" y="251662"/>
                  </a:cubicBez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924A8B49-D321-275B-EB76-570431DD65E2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13856886" y="8651076"/>
              <a:ext cx="200872" cy="245864"/>
            </a:xfrm>
            <a:custGeom>
              <a:avLst/>
              <a:gdLst>
                <a:gd name="connsiteX0" fmla="*/ 24578 w 200872"/>
                <a:gd name="connsiteY0" fmla="*/ 229343 h 245864"/>
                <a:gd name="connsiteX1" fmla="*/ 262 w 200872"/>
                <a:gd name="connsiteY1" fmla="*/ 229343 h 245864"/>
                <a:gd name="connsiteX2" fmla="*/ 262 w 200872"/>
                <a:gd name="connsiteY2" fmla="*/ 245994 h 245864"/>
                <a:gd name="connsiteX3" fmla="*/ 44666 w 200872"/>
                <a:gd name="connsiteY3" fmla="*/ 244931 h 245864"/>
                <a:gd name="connsiteX4" fmla="*/ 89069 w 200872"/>
                <a:gd name="connsiteY4" fmla="*/ 245994 h 245864"/>
                <a:gd name="connsiteX5" fmla="*/ 89069 w 200872"/>
                <a:gd name="connsiteY5" fmla="*/ 229343 h 245864"/>
                <a:gd name="connsiteX6" fmla="*/ 64753 w 200872"/>
                <a:gd name="connsiteY6" fmla="*/ 229343 h 245864"/>
                <a:gd name="connsiteX7" fmla="*/ 64753 w 200872"/>
                <a:gd name="connsiteY7" fmla="*/ 155300 h 245864"/>
                <a:gd name="connsiteX8" fmla="*/ 117262 w 200872"/>
                <a:gd name="connsiteY8" fmla="*/ 99325 h 245864"/>
                <a:gd name="connsiteX9" fmla="*/ 136644 w 200872"/>
                <a:gd name="connsiteY9" fmla="*/ 133689 h 245864"/>
                <a:gd name="connsiteX10" fmla="*/ 136644 w 200872"/>
                <a:gd name="connsiteY10" fmla="*/ 229343 h 245864"/>
                <a:gd name="connsiteX11" fmla="*/ 112328 w 200872"/>
                <a:gd name="connsiteY11" fmla="*/ 229343 h 245864"/>
                <a:gd name="connsiteX12" fmla="*/ 112328 w 200872"/>
                <a:gd name="connsiteY12" fmla="*/ 245994 h 245864"/>
                <a:gd name="connsiteX13" fmla="*/ 156731 w 200872"/>
                <a:gd name="connsiteY13" fmla="*/ 244931 h 245864"/>
                <a:gd name="connsiteX14" fmla="*/ 201134 w 200872"/>
                <a:gd name="connsiteY14" fmla="*/ 245994 h 245864"/>
                <a:gd name="connsiteX15" fmla="*/ 201134 w 200872"/>
                <a:gd name="connsiteY15" fmla="*/ 229343 h 245864"/>
                <a:gd name="connsiteX16" fmla="*/ 176818 w 200872"/>
                <a:gd name="connsiteY16" fmla="*/ 229343 h 245864"/>
                <a:gd name="connsiteX17" fmla="*/ 176818 w 200872"/>
                <a:gd name="connsiteY17" fmla="*/ 137586 h 245864"/>
                <a:gd name="connsiteX18" fmla="*/ 122548 w 200872"/>
                <a:gd name="connsiteY18" fmla="*/ 86571 h 245864"/>
                <a:gd name="connsiteX19" fmla="*/ 62638 w 200872"/>
                <a:gd name="connsiteY19" fmla="*/ 121290 h 245864"/>
                <a:gd name="connsiteX20" fmla="*/ 62638 w 200872"/>
                <a:gd name="connsiteY20" fmla="*/ 129 h 245864"/>
                <a:gd name="connsiteX21" fmla="*/ 262 w 200872"/>
                <a:gd name="connsiteY21" fmla="*/ 2963 h 245864"/>
                <a:gd name="connsiteX22" fmla="*/ 262 w 200872"/>
                <a:gd name="connsiteY22" fmla="*/ 19614 h 245864"/>
                <a:gd name="connsiteX23" fmla="*/ 24578 w 200872"/>
                <a:gd name="connsiteY23" fmla="*/ 33431 h 245864"/>
                <a:gd name="connsiteX24" fmla="*/ 24578 w 200872"/>
                <a:gd name="connsiteY24" fmla="*/ 229343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0872" h="245864">
                  <a:moveTo>
                    <a:pt x="24578" y="229343"/>
                  </a:moveTo>
                  <a:lnTo>
                    <a:pt x="262" y="229343"/>
                  </a:lnTo>
                  <a:lnTo>
                    <a:pt x="262" y="245994"/>
                  </a:lnTo>
                  <a:cubicBezTo>
                    <a:pt x="10130" y="245639"/>
                    <a:pt x="31274" y="244931"/>
                    <a:pt x="44666" y="244931"/>
                  </a:cubicBezTo>
                  <a:cubicBezTo>
                    <a:pt x="58410" y="244931"/>
                    <a:pt x="79202" y="245639"/>
                    <a:pt x="89069" y="245994"/>
                  </a:cubicBezTo>
                  <a:lnTo>
                    <a:pt x="89069" y="229343"/>
                  </a:lnTo>
                  <a:lnTo>
                    <a:pt x="64753" y="229343"/>
                  </a:lnTo>
                  <a:lnTo>
                    <a:pt x="64753" y="155300"/>
                  </a:lnTo>
                  <a:cubicBezTo>
                    <a:pt x="64753" y="116684"/>
                    <a:pt x="95060" y="99325"/>
                    <a:pt x="117262" y="99325"/>
                  </a:cubicBezTo>
                  <a:cubicBezTo>
                    <a:pt x="129243" y="99325"/>
                    <a:pt x="136644" y="106765"/>
                    <a:pt x="136644" y="133689"/>
                  </a:cubicBezTo>
                  <a:lnTo>
                    <a:pt x="136644" y="229343"/>
                  </a:lnTo>
                  <a:lnTo>
                    <a:pt x="112328" y="229343"/>
                  </a:lnTo>
                  <a:lnTo>
                    <a:pt x="112328" y="245994"/>
                  </a:lnTo>
                  <a:cubicBezTo>
                    <a:pt x="122195" y="245639"/>
                    <a:pt x="143340" y="244931"/>
                    <a:pt x="156731" y="244931"/>
                  </a:cubicBezTo>
                  <a:cubicBezTo>
                    <a:pt x="170475" y="244931"/>
                    <a:pt x="191267" y="245639"/>
                    <a:pt x="201134" y="245994"/>
                  </a:cubicBezTo>
                  <a:lnTo>
                    <a:pt x="201134" y="229343"/>
                  </a:lnTo>
                  <a:lnTo>
                    <a:pt x="176818" y="229343"/>
                  </a:lnTo>
                  <a:lnTo>
                    <a:pt x="176818" y="137586"/>
                  </a:lnTo>
                  <a:cubicBezTo>
                    <a:pt x="176818" y="100388"/>
                    <a:pt x="157788" y="86571"/>
                    <a:pt x="122548" y="86571"/>
                  </a:cubicBezTo>
                  <a:cubicBezTo>
                    <a:pt x="88717" y="86571"/>
                    <a:pt x="70744" y="107119"/>
                    <a:pt x="62638" y="121290"/>
                  </a:cubicBezTo>
                  <a:lnTo>
                    <a:pt x="62638" y="129"/>
                  </a:lnTo>
                  <a:lnTo>
                    <a:pt x="262" y="2963"/>
                  </a:lnTo>
                  <a:lnTo>
                    <a:pt x="262" y="19614"/>
                  </a:lnTo>
                  <a:cubicBezTo>
                    <a:pt x="22112" y="19614"/>
                    <a:pt x="24578" y="19614"/>
                    <a:pt x="24578" y="33431"/>
                  </a:cubicBezTo>
                  <a:lnTo>
                    <a:pt x="24578" y="229343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AA170D63-587A-D154-B0CA-31295969F667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4076536" y="8795087"/>
              <a:ext cx="83379" cy="157473"/>
            </a:xfrm>
            <a:custGeom>
              <a:avLst/>
              <a:gdLst>
                <a:gd name="connsiteX0" fmla="*/ 50592 w 83379"/>
                <a:gd name="connsiteY0" fmla="*/ 57168 h 157473"/>
                <a:gd name="connsiteX1" fmla="*/ 75754 w 83379"/>
                <a:gd name="connsiteY1" fmla="*/ 57168 h 157473"/>
                <a:gd name="connsiteX2" fmla="*/ 83648 w 83379"/>
                <a:gd name="connsiteY2" fmla="*/ 51713 h 157473"/>
                <a:gd name="connsiteX3" fmla="*/ 76248 w 83379"/>
                <a:gd name="connsiteY3" fmla="*/ 48241 h 157473"/>
                <a:gd name="connsiteX4" fmla="*/ 52813 w 83379"/>
                <a:gd name="connsiteY4" fmla="*/ 48241 h 157473"/>
                <a:gd name="connsiteX5" fmla="*/ 61940 w 83379"/>
                <a:gd name="connsiteY5" fmla="*/ 11538 h 157473"/>
                <a:gd name="connsiteX6" fmla="*/ 62680 w 83379"/>
                <a:gd name="connsiteY6" fmla="*/ 8066 h 157473"/>
                <a:gd name="connsiteX7" fmla="*/ 54293 w 83379"/>
                <a:gd name="connsiteY7" fmla="*/ 131 h 157473"/>
                <a:gd name="connsiteX8" fmla="*/ 42699 w 83379"/>
                <a:gd name="connsiteY8" fmla="*/ 10794 h 157473"/>
                <a:gd name="connsiteX9" fmla="*/ 33325 w 83379"/>
                <a:gd name="connsiteY9" fmla="*/ 48241 h 157473"/>
                <a:gd name="connsiteX10" fmla="*/ 8163 w 83379"/>
                <a:gd name="connsiteY10" fmla="*/ 48241 h 157473"/>
                <a:gd name="connsiteX11" fmla="*/ 269 w 83379"/>
                <a:gd name="connsiteY11" fmla="*/ 53696 h 157473"/>
                <a:gd name="connsiteX12" fmla="*/ 7669 w 83379"/>
                <a:gd name="connsiteY12" fmla="*/ 57168 h 157473"/>
                <a:gd name="connsiteX13" fmla="*/ 31104 w 83379"/>
                <a:gd name="connsiteY13" fmla="*/ 57168 h 157473"/>
                <a:gd name="connsiteX14" fmla="*/ 16550 w 83379"/>
                <a:gd name="connsiteY14" fmla="*/ 115694 h 157473"/>
                <a:gd name="connsiteX15" fmla="*/ 12850 w 83379"/>
                <a:gd name="connsiteY15" fmla="*/ 134045 h 157473"/>
                <a:gd name="connsiteX16" fmla="*/ 39245 w 83379"/>
                <a:gd name="connsiteY16" fmla="*/ 157604 h 157473"/>
                <a:gd name="connsiteX17" fmla="*/ 82168 w 83379"/>
                <a:gd name="connsiteY17" fmla="*/ 119662 h 157473"/>
                <a:gd name="connsiteX18" fmla="*/ 78221 w 83379"/>
                <a:gd name="connsiteY18" fmla="*/ 116438 h 157473"/>
                <a:gd name="connsiteX19" fmla="*/ 73041 w 83379"/>
                <a:gd name="connsiteY19" fmla="*/ 121150 h 157473"/>
                <a:gd name="connsiteX20" fmla="*/ 39985 w 83379"/>
                <a:gd name="connsiteY20" fmla="*/ 150661 h 157473"/>
                <a:gd name="connsiteX21" fmla="*/ 31351 w 83379"/>
                <a:gd name="connsiteY21" fmla="*/ 138509 h 157473"/>
                <a:gd name="connsiteX22" fmla="*/ 32831 w 83379"/>
                <a:gd name="connsiteY22" fmla="*/ 128341 h 157473"/>
                <a:gd name="connsiteX23" fmla="*/ 50592 w 83379"/>
                <a:gd name="connsiteY23" fmla="*/ 57168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379" h="157473">
                  <a:moveTo>
                    <a:pt x="50592" y="57168"/>
                  </a:moveTo>
                  <a:lnTo>
                    <a:pt x="75754" y="57168"/>
                  </a:lnTo>
                  <a:cubicBezTo>
                    <a:pt x="80441" y="57168"/>
                    <a:pt x="83648" y="57168"/>
                    <a:pt x="83648" y="51713"/>
                  </a:cubicBezTo>
                  <a:cubicBezTo>
                    <a:pt x="83648" y="48241"/>
                    <a:pt x="80441" y="48241"/>
                    <a:pt x="76248" y="48241"/>
                  </a:cubicBezTo>
                  <a:lnTo>
                    <a:pt x="52813" y="48241"/>
                  </a:lnTo>
                  <a:lnTo>
                    <a:pt x="61940" y="11538"/>
                  </a:lnTo>
                  <a:cubicBezTo>
                    <a:pt x="62187" y="10298"/>
                    <a:pt x="62680" y="9058"/>
                    <a:pt x="62680" y="8066"/>
                  </a:cubicBezTo>
                  <a:cubicBezTo>
                    <a:pt x="62680" y="3602"/>
                    <a:pt x="59226" y="131"/>
                    <a:pt x="54293" y="131"/>
                  </a:cubicBezTo>
                  <a:cubicBezTo>
                    <a:pt x="48126" y="131"/>
                    <a:pt x="44425" y="4346"/>
                    <a:pt x="42699" y="10794"/>
                  </a:cubicBezTo>
                  <a:cubicBezTo>
                    <a:pt x="40972" y="16994"/>
                    <a:pt x="44179" y="5090"/>
                    <a:pt x="33325" y="48241"/>
                  </a:cubicBezTo>
                  <a:lnTo>
                    <a:pt x="8163" y="48241"/>
                  </a:lnTo>
                  <a:cubicBezTo>
                    <a:pt x="3476" y="48241"/>
                    <a:pt x="269" y="48241"/>
                    <a:pt x="269" y="53696"/>
                  </a:cubicBezTo>
                  <a:cubicBezTo>
                    <a:pt x="269" y="57168"/>
                    <a:pt x="3229" y="57168"/>
                    <a:pt x="7669" y="57168"/>
                  </a:cubicBezTo>
                  <a:lnTo>
                    <a:pt x="31104" y="57168"/>
                  </a:lnTo>
                  <a:lnTo>
                    <a:pt x="16550" y="115694"/>
                  </a:lnTo>
                  <a:cubicBezTo>
                    <a:pt x="15070" y="121894"/>
                    <a:pt x="12850" y="130821"/>
                    <a:pt x="12850" y="134045"/>
                  </a:cubicBezTo>
                  <a:cubicBezTo>
                    <a:pt x="12850" y="148677"/>
                    <a:pt x="25184" y="157604"/>
                    <a:pt x="39245" y="157604"/>
                  </a:cubicBezTo>
                  <a:cubicBezTo>
                    <a:pt x="66627" y="157604"/>
                    <a:pt x="82168" y="122886"/>
                    <a:pt x="82168" y="119662"/>
                  </a:cubicBezTo>
                  <a:cubicBezTo>
                    <a:pt x="82168" y="116438"/>
                    <a:pt x="78961" y="116438"/>
                    <a:pt x="78221" y="116438"/>
                  </a:cubicBezTo>
                  <a:cubicBezTo>
                    <a:pt x="75261" y="116438"/>
                    <a:pt x="75014" y="116934"/>
                    <a:pt x="73041" y="121150"/>
                  </a:cubicBezTo>
                  <a:cubicBezTo>
                    <a:pt x="66134" y="136773"/>
                    <a:pt x="53553" y="150661"/>
                    <a:pt x="39985" y="150661"/>
                  </a:cubicBezTo>
                  <a:cubicBezTo>
                    <a:pt x="34805" y="150661"/>
                    <a:pt x="31351" y="147437"/>
                    <a:pt x="31351" y="138509"/>
                  </a:cubicBezTo>
                  <a:cubicBezTo>
                    <a:pt x="31351" y="136029"/>
                    <a:pt x="32338" y="130821"/>
                    <a:pt x="32831" y="128341"/>
                  </a:cubicBezTo>
                  <a:lnTo>
                    <a:pt x="50592" y="57168"/>
                  </a:lnTo>
                  <a:close/>
                </a:path>
              </a:pathLst>
            </a:custGeom>
            <a:solidFill>
              <a:srgbClr val="000000"/>
            </a:solidFill>
            <a:ln w="3529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701917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7B0B8-259D-CF7A-0AE7-6456D3865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An important issue of simple RNNs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608E3-9D4A-545D-FBD9-22AFA8AC44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Absolute value of entries grow/vanish exponentially </a:t>
            </a:r>
            <a:r>
              <a:rPr lang="en-CA" dirty="0" err="1"/>
              <a:t>w.r.t.</a:t>
            </a:r>
            <a:r>
              <a:rPr lang="en-CA" dirty="0"/>
              <a:t> sequence length.</a:t>
            </a:r>
          </a:p>
          <a:p>
            <a:endParaRPr lang="en-CA" dirty="0"/>
          </a:p>
          <a:p>
            <a:pPr marL="0" indent="0">
              <a:buNone/>
            </a:pPr>
            <a:r>
              <a:rPr lang="en-CA" dirty="0"/>
              <a:t>This motivates the development of more advanced RNN architectures.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4F9D4F-58CE-537D-F768-4205EA142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15</a:t>
            </a:fld>
            <a:endParaRPr lang="en-CA"/>
          </a:p>
        </p:txBody>
      </p:sp>
      <p:grpSp>
        <p:nvGrpSpPr>
          <p:cNvPr id="5" name="Group 4" descr="\documentclass{article}&#10;\usepackage{amsmath,amssymb}&#10;\pagestyle{empty}&#10;\begin{document}&#10;&#10;\newcommand{\score}{\textrm{score}}&#10;\newcommand{\classify}{\textrm{classify}}&#10;\newcommand{\bx}{\mathbf{x}}&#10;&#10;\begin{align*}&#10;\mathbf{h}_t &amp;= \mathbf{W} [\mathbf{x}_t; \mathbf{h}_{t-1}] +\mathbf{b} \\&#10;&amp;= \mathbf{W} [\mathbf{x}_t; \left(\mathbf{W} [\mathbf{x}_{t-1}; \mathbf{h}_{t-2}] +\mathbf{b}\right)] +\mathbf{b}&#10;\end{align*}&#10;&#10;&#10;\end{document}" title="IguanaTex Vector Display">
            <a:extLst>
              <a:ext uri="{FF2B5EF4-FFF2-40B4-BE49-F238E27FC236}">
                <a16:creationId xmlns:a16="http://schemas.microsoft.com/office/drawing/2014/main" id="{4C476B67-8D87-BC7A-1D2C-D474D7855184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3614118" y="1855309"/>
            <a:ext cx="5714878" cy="876822"/>
            <a:chOff x="10488077" y="4787669"/>
            <a:chExt cx="5714878" cy="876822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B3839B3-3852-466A-25CC-4832A18C87BB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10488077" y="4807310"/>
              <a:ext cx="202248" cy="243405"/>
            </a:xfrm>
            <a:custGeom>
              <a:avLst/>
              <a:gdLst>
                <a:gd name="connsiteX0" fmla="*/ 24636 w 202248"/>
                <a:gd name="connsiteY0" fmla="*/ 227006 h 243405"/>
                <a:gd name="connsiteX1" fmla="*/ 153 w 202248"/>
                <a:gd name="connsiteY1" fmla="*/ 227006 h 243405"/>
                <a:gd name="connsiteX2" fmla="*/ 153 w 202248"/>
                <a:gd name="connsiteY2" fmla="*/ 243490 h 243405"/>
                <a:gd name="connsiteX3" fmla="*/ 44860 w 202248"/>
                <a:gd name="connsiteY3" fmla="*/ 242438 h 243405"/>
                <a:gd name="connsiteX4" fmla="*/ 89568 w 202248"/>
                <a:gd name="connsiteY4" fmla="*/ 243490 h 243405"/>
                <a:gd name="connsiteX5" fmla="*/ 89568 w 202248"/>
                <a:gd name="connsiteY5" fmla="*/ 227006 h 243405"/>
                <a:gd name="connsiteX6" fmla="*/ 65085 w 202248"/>
                <a:gd name="connsiteY6" fmla="*/ 227006 h 243405"/>
                <a:gd name="connsiteX7" fmla="*/ 65085 w 202248"/>
                <a:gd name="connsiteY7" fmla="*/ 153704 h 243405"/>
                <a:gd name="connsiteX8" fmla="*/ 117954 w 202248"/>
                <a:gd name="connsiteY8" fmla="*/ 98289 h 243405"/>
                <a:gd name="connsiteX9" fmla="*/ 137469 w 202248"/>
                <a:gd name="connsiteY9" fmla="*/ 132309 h 243405"/>
                <a:gd name="connsiteX10" fmla="*/ 137469 w 202248"/>
                <a:gd name="connsiteY10" fmla="*/ 227006 h 243405"/>
                <a:gd name="connsiteX11" fmla="*/ 112986 w 202248"/>
                <a:gd name="connsiteY11" fmla="*/ 227006 h 243405"/>
                <a:gd name="connsiteX12" fmla="*/ 112986 w 202248"/>
                <a:gd name="connsiteY12" fmla="*/ 243490 h 243405"/>
                <a:gd name="connsiteX13" fmla="*/ 157694 w 202248"/>
                <a:gd name="connsiteY13" fmla="*/ 242438 h 243405"/>
                <a:gd name="connsiteX14" fmla="*/ 202401 w 202248"/>
                <a:gd name="connsiteY14" fmla="*/ 243490 h 243405"/>
                <a:gd name="connsiteX15" fmla="*/ 202401 w 202248"/>
                <a:gd name="connsiteY15" fmla="*/ 227006 h 243405"/>
                <a:gd name="connsiteX16" fmla="*/ 177919 w 202248"/>
                <a:gd name="connsiteY16" fmla="*/ 227006 h 243405"/>
                <a:gd name="connsiteX17" fmla="*/ 177919 w 202248"/>
                <a:gd name="connsiteY17" fmla="*/ 136167 h 243405"/>
                <a:gd name="connsiteX18" fmla="*/ 123276 w 202248"/>
                <a:gd name="connsiteY18" fmla="*/ 85662 h 243405"/>
                <a:gd name="connsiteX19" fmla="*/ 62956 w 202248"/>
                <a:gd name="connsiteY19" fmla="*/ 120034 h 243405"/>
                <a:gd name="connsiteX20" fmla="*/ 62956 w 202248"/>
                <a:gd name="connsiteY20" fmla="*/ 85 h 243405"/>
                <a:gd name="connsiteX21" fmla="*/ 153 w 202248"/>
                <a:gd name="connsiteY21" fmla="*/ 2891 h 243405"/>
                <a:gd name="connsiteX22" fmla="*/ 153 w 202248"/>
                <a:gd name="connsiteY22" fmla="*/ 19375 h 243405"/>
                <a:gd name="connsiteX23" fmla="*/ 24636 w 202248"/>
                <a:gd name="connsiteY23" fmla="*/ 33053 h 243405"/>
                <a:gd name="connsiteX24" fmla="*/ 24636 w 202248"/>
                <a:gd name="connsiteY24" fmla="*/ 227006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2248" h="243405">
                  <a:moveTo>
                    <a:pt x="24636" y="227006"/>
                  </a:moveTo>
                  <a:lnTo>
                    <a:pt x="153" y="227006"/>
                  </a:lnTo>
                  <a:lnTo>
                    <a:pt x="153" y="243490"/>
                  </a:lnTo>
                  <a:cubicBezTo>
                    <a:pt x="10088" y="243140"/>
                    <a:pt x="31377" y="242438"/>
                    <a:pt x="44860" y="242438"/>
                  </a:cubicBezTo>
                  <a:cubicBezTo>
                    <a:pt x="58699" y="242438"/>
                    <a:pt x="79633" y="243140"/>
                    <a:pt x="89568" y="243490"/>
                  </a:cubicBezTo>
                  <a:lnTo>
                    <a:pt x="89568" y="227006"/>
                  </a:lnTo>
                  <a:lnTo>
                    <a:pt x="65085" y="227006"/>
                  </a:lnTo>
                  <a:lnTo>
                    <a:pt x="65085" y="153704"/>
                  </a:lnTo>
                  <a:cubicBezTo>
                    <a:pt x="65085" y="115474"/>
                    <a:pt x="95600" y="98289"/>
                    <a:pt x="117954" y="98289"/>
                  </a:cubicBezTo>
                  <a:cubicBezTo>
                    <a:pt x="130018" y="98289"/>
                    <a:pt x="137469" y="105654"/>
                    <a:pt x="137469" y="132309"/>
                  </a:cubicBezTo>
                  <a:lnTo>
                    <a:pt x="137469" y="227006"/>
                  </a:lnTo>
                  <a:lnTo>
                    <a:pt x="112986" y="227006"/>
                  </a:lnTo>
                  <a:lnTo>
                    <a:pt x="112986" y="243490"/>
                  </a:lnTo>
                  <a:cubicBezTo>
                    <a:pt x="122921" y="243140"/>
                    <a:pt x="144211" y="242438"/>
                    <a:pt x="157694" y="242438"/>
                  </a:cubicBezTo>
                  <a:cubicBezTo>
                    <a:pt x="171532" y="242438"/>
                    <a:pt x="192466" y="243140"/>
                    <a:pt x="202401" y="243490"/>
                  </a:cubicBezTo>
                  <a:lnTo>
                    <a:pt x="202401" y="227006"/>
                  </a:lnTo>
                  <a:lnTo>
                    <a:pt x="177919" y="227006"/>
                  </a:lnTo>
                  <a:lnTo>
                    <a:pt x="177919" y="136167"/>
                  </a:lnTo>
                  <a:cubicBezTo>
                    <a:pt x="177919" y="99341"/>
                    <a:pt x="158758" y="85662"/>
                    <a:pt x="123276" y="85662"/>
                  </a:cubicBezTo>
                  <a:cubicBezTo>
                    <a:pt x="89213" y="85662"/>
                    <a:pt x="71117" y="106005"/>
                    <a:pt x="62956" y="120034"/>
                  </a:cubicBezTo>
                  <a:lnTo>
                    <a:pt x="62956" y="85"/>
                  </a:lnTo>
                  <a:lnTo>
                    <a:pt x="153" y="2891"/>
                  </a:lnTo>
                  <a:lnTo>
                    <a:pt x="153" y="19375"/>
                  </a:lnTo>
                  <a:cubicBezTo>
                    <a:pt x="22152" y="19375"/>
                    <a:pt x="24636" y="19375"/>
                    <a:pt x="24636" y="33053"/>
                  </a:cubicBezTo>
                  <a:lnTo>
                    <a:pt x="24636" y="227006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E2D05EB-D938-5292-A850-FF6675ACB6D5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10709232" y="4949881"/>
              <a:ext cx="83950" cy="155898"/>
            </a:xfrm>
            <a:custGeom>
              <a:avLst/>
              <a:gdLst>
                <a:gd name="connsiteX0" fmla="*/ 50828 w 83950"/>
                <a:gd name="connsiteY0" fmla="*/ 56554 h 155898"/>
                <a:gd name="connsiteX1" fmla="*/ 76162 w 83950"/>
                <a:gd name="connsiteY1" fmla="*/ 56554 h 155898"/>
                <a:gd name="connsiteX2" fmla="*/ 84110 w 83950"/>
                <a:gd name="connsiteY2" fmla="*/ 51152 h 155898"/>
                <a:gd name="connsiteX3" fmla="*/ 76659 w 83950"/>
                <a:gd name="connsiteY3" fmla="*/ 47715 h 155898"/>
                <a:gd name="connsiteX4" fmla="*/ 53063 w 83950"/>
                <a:gd name="connsiteY4" fmla="*/ 47715 h 155898"/>
                <a:gd name="connsiteX5" fmla="*/ 62253 w 83950"/>
                <a:gd name="connsiteY5" fmla="*/ 11380 h 155898"/>
                <a:gd name="connsiteX6" fmla="*/ 62998 w 83950"/>
                <a:gd name="connsiteY6" fmla="*/ 7943 h 155898"/>
                <a:gd name="connsiteX7" fmla="*/ 54553 w 83950"/>
                <a:gd name="connsiteY7" fmla="*/ 86 h 155898"/>
                <a:gd name="connsiteX8" fmla="*/ 42880 w 83950"/>
                <a:gd name="connsiteY8" fmla="*/ 10643 h 155898"/>
                <a:gd name="connsiteX9" fmla="*/ 33442 w 83950"/>
                <a:gd name="connsiteY9" fmla="*/ 47715 h 155898"/>
                <a:gd name="connsiteX10" fmla="*/ 8107 w 83950"/>
                <a:gd name="connsiteY10" fmla="*/ 47715 h 155898"/>
                <a:gd name="connsiteX11" fmla="*/ 159 w 83950"/>
                <a:gd name="connsiteY11" fmla="*/ 53116 h 155898"/>
                <a:gd name="connsiteX12" fmla="*/ 7611 w 83950"/>
                <a:gd name="connsiteY12" fmla="*/ 56554 h 155898"/>
                <a:gd name="connsiteX13" fmla="*/ 31206 w 83950"/>
                <a:gd name="connsiteY13" fmla="*/ 56554 h 155898"/>
                <a:gd name="connsiteX14" fmla="*/ 16552 w 83950"/>
                <a:gd name="connsiteY14" fmla="*/ 114494 h 155898"/>
                <a:gd name="connsiteX15" fmla="*/ 12826 w 83950"/>
                <a:gd name="connsiteY15" fmla="*/ 132662 h 155898"/>
                <a:gd name="connsiteX16" fmla="*/ 39403 w 83950"/>
                <a:gd name="connsiteY16" fmla="*/ 155985 h 155898"/>
                <a:gd name="connsiteX17" fmla="*/ 82620 w 83950"/>
                <a:gd name="connsiteY17" fmla="*/ 118422 h 155898"/>
                <a:gd name="connsiteX18" fmla="*/ 78646 w 83950"/>
                <a:gd name="connsiteY18" fmla="*/ 115230 h 155898"/>
                <a:gd name="connsiteX19" fmla="*/ 73430 w 83950"/>
                <a:gd name="connsiteY19" fmla="*/ 119895 h 155898"/>
                <a:gd name="connsiteX20" fmla="*/ 40148 w 83950"/>
                <a:gd name="connsiteY20" fmla="*/ 149111 h 155898"/>
                <a:gd name="connsiteX21" fmla="*/ 31455 w 83950"/>
                <a:gd name="connsiteY21" fmla="*/ 137081 h 155898"/>
                <a:gd name="connsiteX22" fmla="*/ 32945 w 83950"/>
                <a:gd name="connsiteY22" fmla="*/ 127015 h 155898"/>
                <a:gd name="connsiteX23" fmla="*/ 50828 w 83950"/>
                <a:gd name="connsiteY23" fmla="*/ 56554 h 155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950" h="155898">
                  <a:moveTo>
                    <a:pt x="50828" y="56554"/>
                  </a:moveTo>
                  <a:lnTo>
                    <a:pt x="76162" y="56554"/>
                  </a:lnTo>
                  <a:cubicBezTo>
                    <a:pt x="80881" y="56554"/>
                    <a:pt x="84110" y="56554"/>
                    <a:pt x="84110" y="51152"/>
                  </a:cubicBezTo>
                  <a:cubicBezTo>
                    <a:pt x="84110" y="47715"/>
                    <a:pt x="80881" y="47715"/>
                    <a:pt x="76659" y="47715"/>
                  </a:cubicBezTo>
                  <a:lnTo>
                    <a:pt x="53063" y="47715"/>
                  </a:lnTo>
                  <a:lnTo>
                    <a:pt x="62253" y="11380"/>
                  </a:lnTo>
                  <a:cubicBezTo>
                    <a:pt x="62501" y="10152"/>
                    <a:pt x="62998" y="8925"/>
                    <a:pt x="62998" y="7943"/>
                  </a:cubicBezTo>
                  <a:cubicBezTo>
                    <a:pt x="62998" y="3523"/>
                    <a:pt x="59521" y="86"/>
                    <a:pt x="54553" y="86"/>
                  </a:cubicBezTo>
                  <a:cubicBezTo>
                    <a:pt x="48344" y="86"/>
                    <a:pt x="44618" y="4260"/>
                    <a:pt x="42880" y="10643"/>
                  </a:cubicBezTo>
                  <a:cubicBezTo>
                    <a:pt x="41141" y="16781"/>
                    <a:pt x="44370" y="4996"/>
                    <a:pt x="33442" y="47715"/>
                  </a:cubicBezTo>
                  <a:lnTo>
                    <a:pt x="8107" y="47715"/>
                  </a:lnTo>
                  <a:cubicBezTo>
                    <a:pt x="3388" y="47715"/>
                    <a:pt x="159" y="47715"/>
                    <a:pt x="159" y="53116"/>
                  </a:cubicBezTo>
                  <a:cubicBezTo>
                    <a:pt x="159" y="56554"/>
                    <a:pt x="3140" y="56554"/>
                    <a:pt x="7611" y="56554"/>
                  </a:cubicBezTo>
                  <a:lnTo>
                    <a:pt x="31206" y="56554"/>
                  </a:lnTo>
                  <a:lnTo>
                    <a:pt x="16552" y="114494"/>
                  </a:lnTo>
                  <a:cubicBezTo>
                    <a:pt x="15062" y="120632"/>
                    <a:pt x="12826" y="129470"/>
                    <a:pt x="12826" y="132662"/>
                  </a:cubicBezTo>
                  <a:cubicBezTo>
                    <a:pt x="12826" y="147147"/>
                    <a:pt x="25245" y="155985"/>
                    <a:pt x="39403" y="155985"/>
                  </a:cubicBezTo>
                  <a:cubicBezTo>
                    <a:pt x="66972" y="155985"/>
                    <a:pt x="82620" y="121614"/>
                    <a:pt x="82620" y="118422"/>
                  </a:cubicBezTo>
                  <a:cubicBezTo>
                    <a:pt x="82620" y="115230"/>
                    <a:pt x="79391" y="115230"/>
                    <a:pt x="78646" y="115230"/>
                  </a:cubicBezTo>
                  <a:cubicBezTo>
                    <a:pt x="75665" y="115230"/>
                    <a:pt x="75417" y="115721"/>
                    <a:pt x="73430" y="119895"/>
                  </a:cubicBezTo>
                  <a:cubicBezTo>
                    <a:pt x="66475" y="135362"/>
                    <a:pt x="53808" y="149111"/>
                    <a:pt x="40148" y="149111"/>
                  </a:cubicBezTo>
                  <a:cubicBezTo>
                    <a:pt x="34932" y="149111"/>
                    <a:pt x="31455" y="145919"/>
                    <a:pt x="31455" y="137081"/>
                  </a:cubicBezTo>
                  <a:cubicBezTo>
                    <a:pt x="31455" y="134626"/>
                    <a:pt x="32448" y="129470"/>
                    <a:pt x="32945" y="127015"/>
                  </a:cubicBezTo>
                  <a:lnTo>
                    <a:pt x="50828" y="56554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AED82729-74CA-7A61-9369-6EF93A27F67E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10942156" y="4921999"/>
              <a:ext cx="235956" cy="82070"/>
            </a:xfrm>
            <a:custGeom>
              <a:avLst/>
              <a:gdLst>
                <a:gd name="connsiteX0" fmla="*/ 224058 w 235956"/>
                <a:gd name="connsiteY0" fmla="*/ 14114 h 82070"/>
                <a:gd name="connsiteX1" fmla="*/ 236122 w 235956"/>
                <a:gd name="connsiteY1" fmla="*/ 7099 h 82070"/>
                <a:gd name="connsiteX2" fmla="*/ 224413 w 235956"/>
                <a:gd name="connsiteY2" fmla="*/ 85 h 82070"/>
                <a:gd name="connsiteX3" fmla="*/ 11875 w 235956"/>
                <a:gd name="connsiteY3" fmla="*/ 85 h 82070"/>
                <a:gd name="connsiteX4" fmla="*/ 166 w 235956"/>
                <a:gd name="connsiteY4" fmla="*/ 7099 h 82070"/>
                <a:gd name="connsiteX5" fmla="*/ 12230 w 235956"/>
                <a:gd name="connsiteY5" fmla="*/ 14114 h 82070"/>
                <a:gd name="connsiteX6" fmla="*/ 224058 w 235956"/>
                <a:gd name="connsiteY6" fmla="*/ 14114 h 82070"/>
                <a:gd name="connsiteX7" fmla="*/ 224413 w 235956"/>
                <a:gd name="connsiteY7" fmla="*/ 82155 h 82070"/>
                <a:gd name="connsiteX8" fmla="*/ 236122 w 235956"/>
                <a:gd name="connsiteY8" fmla="*/ 75141 h 82070"/>
                <a:gd name="connsiteX9" fmla="*/ 224058 w 235956"/>
                <a:gd name="connsiteY9" fmla="*/ 68126 h 82070"/>
                <a:gd name="connsiteX10" fmla="*/ 12230 w 235956"/>
                <a:gd name="connsiteY10" fmla="*/ 68126 h 82070"/>
                <a:gd name="connsiteX11" fmla="*/ 166 w 235956"/>
                <a:gd name="connsiteY11" fmla="*/ 75141 h 82070"/>
                <a:gd name="connsiteX12" fmla="*/ 11875 w 235956"/>
                <a:gd name="connsiteY12" fmla="*/ 82155 h 82070"/>
                <a:gd name="connsiteX13" fmla="*/ 224413 w 235956"/>
                <a:gd name="connsiteY13" fmla="*/ 82155 h 8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956" h="82070">
                  <a:moveTo>
                    <a:pt x="224058" y="14114"/>
                  </a:moveTo>
                  <a:cubicBezTo>
                    <a:pt x="229380" y="14114"/>
                    <a:pt x="236122" y="14114"/>
                    <a:pt x="236122" y="7099"/>
                  </a:cubicBezTo>
                  <a:cubicBezTo>
                    <a:pt x="236122" y="85"/>
                    <a:pt x="229380" y="85"/>
                    <a:pt x="224413" y="85"/>
                  </a:cubicBezTo>
                  <a:lnTo>
                    <a:pt x="11875" y="85"/>
                  </a:lnTo>
                  <a:cubicBezTo>
                    <a:pt x="6907" y="85"/>
                    <a:pt x="166" y="85"/>
                    <a:pt x="166" y="7099"/>
                  </a:cubicBezTo>
                  <a:cubicBezTo>
                    <a:pt x="166" y="14114"/>
                    <a:pt x="6907" y="14114"/>
                    <a:pt x="12230" y="14114"/>
                  </a:cubicBezTo>
                  <a:lnTo>
                    <a:pt x="224058" y="14114"/>
                  </a:lnTo>
                  <a:close/>
                  <a:moveTo>
                    <a:pt x="224413" y="82155"/>
                  </a:moveTo>
                  <a:cubicBezTo>
                    <a:pt x="229380" y="82155"/>
                    <a:pt x="236122" y="82155"/>
                    <a:pt x="236122" y="75141"/>
                  </a:cubicBezTo>
                  <a:cubicBezTo>
                    <a:pt x="236122" y="68126"/>
                    <a:pt x="229380" y="68126"/>
                    <a:pt x="224058" y="68126"/>
                  </a:cubicBezTo>
                  <a:lnTo>
                    <a:pt x="12230" y="68126"/>
                  </a:lnTo>
                  <a:cubicBezTo>
                    <a:pt x="6907" y="68126"/>
                    <a:pt x="166" y="68126"/>
                    <a:pt x="166" y="75141"/>
                  </a:cubicBezTo>
                  <a:cubicBezTo>
                    <a:pt x="166" y="82155"/>
                    <a:pt x="6907" y="82155"/>
                    <a:pt x="11875" y="82155"/>
                  </a:cubicBezTo>
                  <a:lnTo>
                    <a:pt x="224413" y="82155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66EF6F0-8DB2-E3A6-AFDD-0CCFD08F7651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11305334" y="4810116"/>
              <a:ext cx="404496" cy="243405"/>
            </a:xfrm>
            <a:custGeom>
              <a:avLst/>
              <a:gdLst>
                <a:gd name="connsiteX0" fmla="*/ 370965 w 404496"/>
                <a:gd name="connsiteY0" fmla="*/ 24986 h 243405"/>
                <a:gd name="connsiteX1" fmla="*/ 384448 w 404496"/>
                <a:gd name="connsiteY1" fmla="*/ 17270 h 243405"/>
                <a:gd name="connsiteX2" fmla="*/ 404673 w 404496"/>
                <a:gd name="connsiteY2" fmla="*/ 16569 h 243405"/>
                <a:gd name="connsiteX3" fmla="*/ 404673 w 404496"/>
                <a:gd name="connsiteY3" fmla="*/ 85 h 243405"/>
                <a:gd name="connsiteX4" fmla="*/ 366707 w 404496"/>
                <a:gd name="connsiteY4" fmla="*/ 1137 h 243405"/>
                <a:gd name="connsiteX5" fmla="*/ 318451 w 404496"/>
                <a:gd name="connsiteY5" fmla="*/ 85 h 243405"/>
                <a:gd name="connsiteX6" fmla="*/ 318451 w 404496"/>
                <a:gd name="connsiteY6" fmla="*/ 16569 h 243405"/>
                <a:gd name="connsiteX7" fmla="*/ 354643 w 404496"/>
                <a:gd name="connsiteY7" fmla="*/ 20427 h 243405"/>
                <a:gd name="connsiteX8" fmla="*/ 293614 w 404496"/>
                <a:gd name="connsiteY8" fmla="*/ 177203 h 243405"/>
                <a:gd name="connsiteX9" fmla="*/ 230810 w 404496"/>
                <a:gd name="connsiteY9" fmla="*/ 16569 h 243405"/>
                <a:gd name="connsiteX10" fmla="*/ 264873 w 404496"/>
                <a:gd name="connsiteY10" fmla="*/ 16569 h 243405"/>
                <a:gd name="connsiteX11" fmla="*/ 264873 w 404496"/>
                <a:gd name="connsiteY11" fmla="*/ 85 h 243405"/>
                <a:gd name="connsiteX12" fmla="*/ 202779 w 404496"/>
                <a:gd name="connsiteY12" fmla="*/ 1137 h 243405"/>
                <a:gd name="connsiteX13" fmla="*/ 148492 w 404496"/>
                <a:gd name="connsiteY13" fmla="*/ 85 h 243405"/>
                <a:gd name="connsiteX14" fmla="*/ 148492 w 404496"/>
                <a:gd name="connsiteY14" fmla="*/ 16569 h 243405"/>
                <a:gd name="connsiteX15" fmla="*/ 179006 w 404496"/>
                <a:gd name="connsiteY15" fmla="*/ 16569 h 243405"/>
                <a:gd name="connsiteX16" fmla="*/ 193554 w 404496"/>
                <a:gd name="connsiteY16" fmla="*/ 53746 h 243405"/>
                <a:gd name="connsiteX17" fmla="*/ 145298 w 404496"/>
                <a:gd name="connsiteY17" fmla="*/ 177203 h 243405"/>
                <a:gd name="connsiteX18" fmla="*/ 82495 w 404496"/>
                <a:gd name="connsiteY18" fmla="*/ 16569 h 243405"/>
                <a:gd name="connsiteX19" fmla="*/ 116558 w 404496"/>
                <a:gd name="connsiteY19" fmla="*/ 16569 h 243405"/>
                <a:gd name="connsiteX20" fmla="*/ 116558 w 404496"/>
                <a:gd name="connsiteY20" fmla="*/ 85 h 243405"/>
                <a:gd name="connsiteX21" fmla="*/ 54464 w 404496"/>
                <a:gd name="connsiteY21" fmla="*/ 1137 h 243405"/>
                <a:gd name="connsiteX22" fmla="*/ 176 w 404496"/>
                <a:gd name="connsiteY22" fmla="*/ 85 h 243405"/>
                <a:gd name="connsiteX23" fmla="*/ 176 w 404496"/>
                <a:gd name="connsiteY23" fmla="*/ 16569 h 243405"/>
                <a:gd name="connsiteX24" fmla="*/ 30691 w 404496"/>
                <a:gd name="connsiteY24" fmla="*/ 16569 h 243405"/>
                <a:gd name="connsiteX25" fmla="*/ 115848 w 404496"/>
                <a:gd name="connsiteY25" fmla="*/ 234371 h 243405"/>
                <a:gd name="connsiteX26" fmla="*/ 128267 w 404496"/>
                <a:gd name="connsiteY26" fmla="*/ 243490 h 243405"/>
                <a:gd name="connsiteX27" fmla="*/ 140686 w 404496"/>
                <a:gd name="connsiteY27" fmla="*/ 234371 h 243405"/>
                <a:gd name="connsiteX28" fmla="*/ 202424 w 404496"/>
                <a:gd name="connsiteY28" fmla="*/ 76544 h 243405"/>
                <a:gd name="connsiteX29" fmla="*/ 264163 w 404496"/>
                <a:gd name="connsiteY29" fmla="*/ 234371 h 243405"/>
                <a:gd name="connsiteX30" fmla="*/ 276582 w 404496"/>
                <a:gd name="connsiteY30" fmla="*/ 243490 h 243405"/>
                <a:gd name="connsiteX31" fmla="*/ 289001 w 404496"/>
                <a:gd name="connsiteY31" fmla="*/ 234371 h 243405"/>
                <a:gd name="connsiteX32" fmla="*/ 370965 w 404496"/>
                <a:gd name="connsiteY32" fmla="*/ 24986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4496" h="243405">
                  <a:moveTo>
                    <a:pt x="370965" y="24986"/>
                  </a:moveTo>
                  <a:cubicBezTo>
                    <a:pt x="373094" y="19024"/>
                    <a:pt x="373448" y="18323"/>
                    <a:pt x="384448" y="17270"/>
                  </a:cubicBezTo>
                  <a:cubicBezTo>
                    <a:pt x="391544" y="16569"/>
                    <a:pt x="398996" y="16569"/>
                    <a:pt x="404673" y="16569"/>
                  </a:cubicBezTo>
                  <a:lnTo>
                    <a:pt x="404673" y="85"/>
                  </a:lnTo>
                  <a:cubicBezTo>
                    <a:pt x="395093" y="435"/>
                    <a:pt x="382674" y="1137"/>
                    <a:pt x="366707" y="1137"/>
                  </a:cubicBezTo>
                  <a:cubicBezTo>
                    <a:pt x="353224" y="1137"/>
                    <a:pt x="331225" y="1137"/>
                    <a:pt x="318451" y="85"/>
                  </a:cubicBezTo>
                  <a:lnTo>
                    <a:pt x="318451" y="16569"/>
                  </a:lnTo>
                  <a:cubicBezTo>
                    <a:pt x="327322" y="16569"/>
                    <a:pt x="344353" y="16569"/>
                    <a:pt x="354643" y="20427"/>
                  </a:cubicBezTo>
                  <a:lnTo>
                    <a:pt x="293614" y="177203"/>
                  </a:lnTo>
                  <a:lnTo>
                    <a:pt x="230810" y="16569"/>
                  </a:lnTo>
                  <a:lnTo>
                    <a:pt x="264873" y="16569"/>
                  </a:lnTo>
                  <a:lnTo>
                    <a:pt x="264873" y="85"/>
                  </a:lnTo>
                  <a:cubicBezTo>
                    <a:pt x="251390" y="1137"/>
                    <a:pt x="218037" y="1137"/>
                    <a:pt x="202779" y="1137"/>
                  </a:cubicBezTo>
                  <a:cubicBezTo>
                    <a:pt x="188941" y="1137"/>
                    <a:pt x="160910" y="1137"/>
                    <a:pt x="148492" y="85"/>
                  </a:cubicBezTo>
                  <a:lnTo>
                    <a:pt x="148492" y="16569"/>
                  </a:lnTo>
                  <a:lnTo>
                    <a:pt x="179006" y="16569"/>
                  </a:lnTo>
                  <a:lnTo>
                    <a:pt x="193554" y="53746"/>
                  </a:lnTo>
                  <a:lnTo>
                    <a:pt x="145298" y="177203"/>
                  </a:lnTo>
                  <a:lnTo>
                    <a:pt x="82495" y="16569"/>
                  </a:lnTo>
                  <a:lnTo>
                    <a:pt x="116558" y="16569"/>
                  </a:lnTo>
                  <a:lnTo>
                    <a:pt x="116558" y="85"/>
                  </a:lnTo>
                  <a:cubicBezTo>
                    <a:pt x="103074" y="1137"/>
                    <a:pt x="69721" y="1137"/>
                    <a:pt x="54464" y="1137"/>
                  </a:cubicBezTo>
                  <a:cubicBezTo>
                    <a:pt x="40626" y="1137"/>
                    <a:pt x="12595" y="1137"/>
                    <a:pt x="176" y="85"/>
                  </a:cubicBezTo>
                  <a:lnTo>
                    <a:pt x="176" y="16569"/>
                  </a:lnTo>
                  <a:lnTo>
                    <a:pt x="30691" y="16569"/>
                  </a:lnTo>
                  <a:lnTo>
                    <a:pt x="115848" y="234371"/>
                  </a:lnTo>
                  <a:cubicBezTo>
                    <a:pt x="117977" y="239983"/>
                    <a:pt x="119396" y="243490"/>
                    <a:pt x="128267" y="243490"/>
                  </a:cubicBezTo>
                  <a:cubicBezTo>
                    <a:pt x="137137" y="243490"/>
                    <a:pt x="138557" y="239983"/>
                    <a:pt x="140686" y="234371"/>
                  </a:cubicBezTo>
                  <a:lnTo>
                    <a:pt x="202424" y="76544"/>
                  </a:lnTo>
                  <a:lnTo>
                    <a:pt x="264163" y="234371"/>
                  </a:lnTo>
                  <a:cubicBezTo>
                    <a:pt x="266292" y="239983"/>
                    <a:pt x="267712" y="243490"/>
                    <a:pt x="276582" y="243490"/>
                  </a:cubicBezTo>
                  <a:cubicBezTo>
                    <a:pt x="285453" y="243490"/>
                    <a:pt x="286872" y="239983"/>
                    <a:pt x="289001" y="234371"/>
                  </a:cubicBezTo>
                  <a:lnTo>
                    <a:pt x="370965" y="24986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C3FC0C2-EB44-0404-FC4B-0F98C54D48F3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1766196" y="4787669"/>
              <a:ext cx="48610" cy="350728"/>
            </a:xfrm>
            <a:custGeom>
              <a:avLst/>
              <a:gdLst>
                <a:gd name="connsiteX0" fmla="*/ 48799 w 48610"/>
                <a:gd name="connsiteY0" fmla="*/ 350813 h 350728"/>
                <a:gd name="connsiteX1" fmla="*/ 48799 w 48610"/>
                <a:gd name="connsiteY1" fmla="*/ 336784 h 350728"/>
                <a:gd name="connsiteX2" fmla="*/ 14381 w 48610"/>
                <a:gd name="connsiteY2" fmla="*/ 336784 h 350728"/>
                <a:gd name="connsiteX3" fmla="*/ 14381 w 48610"/>
                <a:gd name="connsiteY3" fmla="*/ 14114 h 350728"/>
                <a:gd name="connsiteX4" fmla="*/ 48799 w 48610"/>
                <a:gd name="connsiteY4" fmla="*/ 14114 h 350728"/>
                <a:gd name="connsiteX5" fmla="*/ 48799 w 48610"/>
                <a:gd name="connsiteY5" fmla="*/ 85 h 350728"/>
                <a:gd name="connsiteX6" fmla="*/ 188 w 48610"/>
                <a:gd name="connsiteY6" fmla="*/ 85 h 350728"/>
                <a:gd name="connsiteX7" fmla="*/ 188 w 48610"/>
                <a:gd name="connsiteY7" fmla="*/ 350813 h 350728"/>
                <a:gd name="connsiteX8" fmla="*/ 48799 w 48610"/>
                <a:gd name="connsiteY8" fmla="*/ 350813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10" h="350728">
                  <a:moveTo>
                    <a:pt x="48799" y="350813"/>
                  </a:moveTo>
                  <a:lnTo>
                    <a:pt x="48799" y="336784"/>
                  </a:lnTo>
                  <a:lnTo>
                    <a:pt x="14381" y="336784"/>
                  </a:lnTo>
                  <a:lnTo>
                    <a:pt x="14381" y="14114"/>
                  </a:lnTo>
                  <a:lnTo>
                    <a:pt x="48799" y="14114"/>
                  </a:lnTo>
                  <a:lnTo>
                    <a:pt x="48799" y="85"/>
                  </a:lnTo>
                  <a:lnTo>
                    <a:pt x="188" y="85"/>
                  </a:lnTo>
                  <a:lnTo>
                    <a:pt x="188" y="350813"/>
                  </a:lnTo>
                  <a:lnTo>
                    <a:pt x="48799" y="350813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8E1398C-9591-30B6-88AF-0B4EF0A75CFC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1830695" y="4894992"/>
              <a:ext cx="199764" cy="155723"/>
            </a:xfrm>
            <a:custGeom>
              <a:avLst/>
              <a:gdLst>
                <a:gd name="connsiteX0" fmla="*/ 115153 w 199764"/>
                <a:gd name="connsiteY0" fmla="*/ 69529 h 155723"/>
                <a:gd name="connsiteX1" fmla="*/ 156667 w 199764"/>
                <a:gd name="connsiteY1" fmla="*/ 23934 h 155723"/>
                <a:gd name="connsiteX2" fmla="*/ 192859 w 199764"/>
                <a:gd name="connsiteY2" fmla="*/ 16569 h 155723"/>
                <a:gd name="connsiteX3" fmla="*/ 192859 w 199764"/>
                <a:gd name="connsiteY3" fmla="*/ 85 h 155723"/>
                <a:gd name="connsiteX4" fmla="*/ 160215 w 199764"/>
                <a:gd name="connsiteY4" fmla="*/ 1137 h 155723"/>
                <a:gd name="connsiteX5" fmla="*/ 123669 w 199764"/>
                <a:gd name="connsiteY5" fmla="*/ 85 h 155723"/>
                <a:gd name="connsiteX6" fmla="*/ 123669 w 199764"/>
                <a:gd name="connsiteY6" fmla="*/ 16569 h 155723"/>
                <a:gd name="connsiteX7" fmla="*/ 137152 w 199764"/>
                <a:gd name="connsiteY7" fmla="*/ 19725 h 155723"/>
                <a:gd name="connsiteX8" fmla="*/ 134313 w 199764"/>
                <a:gd name="connsiteY8" fmla="*/ 23934 h 155723"/>
                <a:gd name="connsiteX9" fmla="*/ 104508 w 199764"/>
                <a:gd name="connsiteY9" fmla="*/ 56903 h 155723"/>
                <a:gd name="connsiteX10" fmla="*/ 69736 w 199764"/>
                <a:gd name="connsiteY10" fmla="*/ 16569 h 155723"/>
                <a:gd name="connsiteX11" fmla="*/ 83929 w 199764"/>
                <a:gd name="connsiteY11" fmla="*/ 16569 h 155723"/>
                <a:gd name="connsiteX12" fmla="*/ 83929 w 199764"/>
                <a:gd name="connsiteY12" fmla="*/ 85 h 155723"/>
                <a:gd name="connsiteX13" fmla="*/ 40995 w 199764"/>
                <a:gd name="connsiteY13" fmla="*/ 1137 h 155723"/>
                <a:gd name="connsiteX14" fmla="*/ 1965 w 199764"/>
                <a:gd name="connsiteY14" fmla="*/ 85 h 155723"/>
                <a:gd name="connsiteX15" fmla="*/ 1965 w 199764"/>
                <a:gd name="connsiteY15" fmla="*/ 16569 h 155723"/>
                <a:gd name="connsiteX16" fmla="*/ 27157 w 199764"/>
                <a:gd name="connsiteY16" fmla="*/ 16569 h 155723"/>
                <a:gd name="connsiteX17" fmla="*/ 82510 w 199764"/>
                <a:gd name="connsiteY17" fmla="*/ 81103 h 155723"/>
                <a:gd name="connsiteX18" fmla="*/ 36028 w 199764"/>
                <a:gd name="connsiteY18" fmla="*/ 132660 h 155723"/>
                <a:gd name="connsiteX19" fmla="*/ 191 w 199764"/>
                <a:gd name="connsiteY19" fmla="*/ 139324 h 155723"/>
                <a:gd name="connsiteX20" fmla="*/ 191 w 199764"/>
                <a:gd name="connsiteY20" fmla="*/ 155808 h 155723"/>
                <a:gd name="connsiteX21" fmla="*/ 32834 w 199764"/>
                <a:gd name="connsiteY21" fmla="*/ 154756 h 155723"/>
                <a:gd name="connsiteX22" fmla="*/ 69381 w 199764"/>
                <a:gd name="connsiteY22" fmla="*/ 155808 h 155723"/>
                <a:gd name="connsiteX23" fmla="*/ 69381 w 199764"/>
                <a:gd name="connsiteY23" fmla="*/ 139324 h 155723"/>
                <a:gd name="connsiteX24" fmla="*/ 56253 w 199764"/>
                <a:gd name="connsiteY24" fmla="*/ 135466 h 155723"/>
                <a:gd name="connsiteX25" fmla="*/ 58736 w 199764"/>
                <a:gd name="connsiteY25" fmla="*/ 131959 h 155723"/>
                <a:gd name="connsiteX26" fmla="*/ 93154 w 199764"/>
                <a:gd name="connsiteY26" fmla="*/ 93729 h 155723"/>
                <a:gd name="connsiteX27" fmla="*/ 132185 w 199764"/>
                <a:gd name="connsiteY27" fmla="*/ 139324 h 155723"/>
                <a:gd name="connsiteX28" fmla="*/ 118346 w 199764"/>
                <a:gd name="connsiteY28" fmla="*/ 139324 h 155723"/>
                <a:gd name="connsiteX29" fmla="*/ 118346 w 199764"/>
                <a:gd name="connsiteY29" fmla="*/ 155808 h 155723"/>
                <a:gd name="connsiteX30" fmla="*/ 160925 w 199764"/>
                <a:gd name="connsiteY30" fmla="*/ 154756 h 155723"/>
                <a:gd name="connsiteX31" fmla="*/ 199955 w 199764"/>
                <a:gd name="connsiteY31" fmla="*/ 155808 h 155723"/>
                <a:gd name="connsiteX32" fmla="*/ 199955 w 199764"/>
                <a:gd name="connsiteY32" fmla="*/ 139324 h 155723"/>
                <a:gd name="connsiteX33" fmla="*/ 174763 w 199764"/>
                <a:gd name="connsiteY33" fmla="*/ 139324 h 155723"/>
                <a:gd name="connsiteX34" fmla="*/ 115153 w 199764"/>
                <a:gd name="connsiteY34" fmla="*/ 69529 h 155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764" h="155723">
                  <a:moveTo>
                    <a:pt x="115153" y="69529"/>
                  </a:moveTo>
                  <a:lnTo>
                    <a:pt x="156667" y="23934"/>
                  </a:lnTo>
                  <a:cubicBezTo>
                    <a:pt x="161280" y="19024"/>
                    <a:pt x="163409" y="16569"/>
                    <a:pt x="192859" y="16569"/>
                  </a:cubicBezTo>
                  <a:lnTo>
                    <a:pt x="192859" y="85"/>
                  </a:lnTo>
                  <a:cubicBezTo>
                    <a:pt x="180440" y="786"/>
                    <a:pt x="161990" y="1137"/>
                    <a:pt x="160215" y="1137"/>
                  </a:cubicBezTo>
                  <a:cubicBezTo>
                    <a:pt x="151345" y="1137"/>
                    <a:pt x="133604" y="435"/>
                    <a:pt x="123669" y="85"/>
                  </a:cubicBezTo>
                  <a:lnTo>
                    <a:pt x="123669" y="16569"/>
                  </a:lnTo>
                  <a:cubicBezTo>
                    <a:pt x="128636" y="16569"/>
                    <a:pt x="132894" y="17270"/>
                    <a:pt x="137152" y="19725"/>
                  </a:cubicBezTo>
                  <a:cubicBezTo>
                    <a:pt x="135733" y="21830"/>
                    <a:pt x="135733" y="22531"/>
                    <a:pt x="134313" y="23934"/>
                  </a:cubicBezTo>
                  <a:lnTo>
                    <a:pt x="104508" y="56903"/>
                  </a:lnTo>
                  <a:lnTo>
                    <a:pt x="69736" y="16569"/>
                  </a:lnTo>
                  <a:lnTo>
                    <a:pt x="83929" y="16569"/>
                  </a:lnTo>
                  <a:lnTo>
                    <a:pt x="83929" y="85"/>
                  </a:lnTo>
                  <a:cubicBezTo>
                    <a:pt x="74703" y="435"/>
                    <a:pt x="52350" y="1137"/>
                    <a:pt x="40995" y="1137"/>
                  </a:cubicBezTo>
                  <a:cubicBezTo>
                    <a:pt x="29641" y="1137"/>
                    <a:pt x="13674" y="435"/>
                    <a:pt x="1965" y="85"/>
                  </a:cubicBezTo>
                  <a:lnTo>
                    <a:pt x="1965" y="16569"/>
                  </a:lnTo>
                  <a:lnTo>
                    <a:pt x="27157" y="16569"/>
                  </a:lnTo>
                  <a:lnTo>
                    <a:pt x="82510" y="81103"/>
                  </a:lnTo>
                  <a:lnTo>
                    <a:pt x="36028" y="132660"/>
                  </a:lnTo>
                  <a:cubicBezTo>
                    <a:pt x="29996" y="139324"/>
                    <a:pt x="17222" y="139324"/>
                    <a:pt x="191" y="139324"/>
                  </a:cubicBezTo>
                  <a:lnTo>
                    <a:pt x="191" y="155808"/>
                  </a:lnTo>
                  <a:cubicBezTo>
                    <a:pt x="12610" y="155107"/>
                    <a:pt x="31060" y="154756"/>
                    <a:pt x="32834" y="154756"/>
                  </a:cubicBezTo>
                  <a:cubicBezTo>
                    <a:pt x="41705" y="154756"/>
                    <a:pt x="62285" y="155458"/>
                    <a:pt x="69381" y="155808"/>
                  </a:cubicBezTo>
                  <a:lnTo>
                    <a:pt x="69381" y="139324"/>
                  </a:lnTo>
                  <a:cubicBezTo>
                    <a:pt x="62994" y="139324"/>
                    <a:pt x="56253" y="137570"/>
                    <a:pt x="56253" y="135466"/>
                  </a:cubicBezTo>
                  <a:cubicBezTo>
                    <a:pt x="56253" y="135115"/>
                    <a:pt x="56253" y="134765"/>
                    <a:pt x="58736" y="131959"/>
                  </a:cubicBezTo>
                  <a:lnTo>
                    <a:pt x="93154" y="93729"/>
                  </a:lnTo>
                  <a:lnTo>
                    <a:pt x="132185" y="139324"/>
                  </a:lnTo>
                  <a:lnTo>
                    <a:pt x="118346" y="139324"/>
                  </a:lnTo>
                  <a:lnTo>
                    <a:pt x="118346" y="155808"/>
                  </a:lnTo>
                  <a:cubicBezTo>
                    <a:pt x="127572" y="155458"/>
                    <a:pt x="149216" y="154756"/>
                    <a:pt x="160925" y="154756"/>
                  </a:cubicBezTo>
                  <a:cubicBezTo>
                    <a:pt x="172279" y="154756"/>
                    <a:pt x="188246" y="155458"/>
                    <a:pt x="199955" y="155808"/>
                  </a:cubicBezTo>
                  <a:lnTo>
                    <a:pt x="199955" y="139324"/>
                  </a:lnTo>
                  <a:lnTo>
                    <a:pt x="174763" y="139324"/>
                  </a:lnTo>
                  <a:lnTo>
                    <a:pt x="115153" y="69529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255ED780-D488-2A6C-1855-7D2A85B24456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2048677" y="4949881"/>
              <a:ext cx="83950" cy="155898"/>
            </a:xfrm>
            <a:custGeom>
              <a:avLst/>
              <a:gdLst>
                <a:gd name="connsiteX0" fmla="*/ 50865 w 83950"/>
                <a:gd name="connsiteY0" fmla="*/ 56554 h 155898"/>
                <a:gd name="connsiteX1" fmla="*/ 76200 w 83950"/>
                <a:gd name="connsiteY1" fmla="*/ 56554 h 155898"/>
                <a:gd name="connsiteX2" fmla="*/ 84148 w 83950"/>
                <a:gd name="connsiteY2" fmla="*/ 51152 h 155898"/>
                <a:gd name="connsiteX3" fmla="*/ 76696 w 83950"/>
                <a:gd name="connsiteY3" fmla="*/ 47715 h 155898"/>
                <a:gd name="connsiteX4" fmla="*/ 53101 w 83950"/>
                <a:gd name="connsiteY4" fmla="*/ 47715 h 155898"/>
                <a:gd name="connsiteX5" fmla="*/ 62291 w 83950"/>
                <a:gd name="connsiteY5" fmla="*/ 11380 h 155898"/>
                <a:gd name="connsiteX6" fmla="*/ 63036 w 83950"/>
                <a:gd name="connsiteY6" fmla="*/ 7943 h 155898"/>
                <a:gd name="connsiteX7" fmla="*/ 54591 w 83950"/>
                <a:gd name="connsiteY7" fmla="*/ 86 h 155898"/>
                <a:gd name="connsiteX8" fmla="*/ 42917 w 83950"/>
                <a:gd name="connsiteY8" fmla="*/ 10643 h 155898"/>
                <a:gd name="connsiteX9" fmla="*/ 33479 w 83950"/>
                <a:gd name="connsiteY9" fmla="*/ 47715 h 155898"/>
                <a:gd name="connsiteX10" fmla="*/ 8145 w 83950"/>
                <a:gd name="connsiteY10" fmla="*/ 47715 h 155898"/>
                <a:gd name="connsiteX11" fmla="*/ 197 w 83950"/>
                <a:gd name="connsiteY11" fmla="*/ 53116 h 155898"/>
                <a:gd name="connsiteX12" fmla="*/ 7648 w 83950"/>
                <a:gd name="connsiteY12" fmla="*/ 56554 h 155898"/>
                <a:gd name="connsiteX13" fmla="*/ 31244 w 83950"/>
                <a:gd name="connsiteY13" fmla="*/ 56554 h 155898"/>
                <a:gd name="connsiteX14" fmla="*/ 16590 w 83950"/>
                <a:gd name="connsiteY14" fmla="*/ 114494 h 155898"/>
                <a:gd name="connsiteX15" fmla="*/ 12864 w 83950"/>
                <a:gd name="connsiteY15" fmla="*/ 132662 h 155898"/>
                <a:gd name="connsiteX16" fmla="*/ 39440 w 83950"/>
                <a:gd name="connsiteY16" fmla="*/ 155985 h 155898"/>
                <a:gd name="connsiteX17" fmla="*/ 82657 w 83950"/>
                <a:gd name="connsiteY17" fmla="*/ 118422 h 155898"/>
                <a:gd name="connsiteX18" fmla="*/ 78683 w 83950"/>
                <a:gd name="connsiteY18" fmla="*/ 115230 h 155898"/>
                <a:gd name="connsiteX19" fmla="*/ 73468 w 83950"/>
                <a:gd name="connsiteY19" fmla="*/ 119895 h 155898"/>
                <a:gd name="connsiteX20" fmla="*/ 40185 w 83950"/>
                <a:gd name="connsiteY20" fmla="*/ 149111 h 155898"/>
                <a:gd name="connsiteX21" fmla="*/ 31492 w 83950"/>
                <a:gd name="connsiteY21" fmla="*/ 137081 h 155898"/>
                <a:gd name="connsiteX22" fmla="*/ 32982 w 83950"/>
                <a:gd name="connsiteY22" fmla="*/ 127015 h 155898"/>
                <a:gd name="connsiteX23" fmla="*/ 50865 w 83950"/>
                <a:gd name="connsiteY23" fmla="*/ 56554 h 155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950" h="155898">
                  <a:moveTo>
                    <a:pt x="50865" y="56554"/>
                  </a:moveTo>
                  <a:lnTo>
                    <a:pt x="76200" y="56554"/>
                  </a:lnTo>
                  <a:cubicBezTo>
                    <a:pt x="80919" y="56554"/>
                    <a:pt x="84148" y="56554"/>
                    <a:pt x="84148" y="51152"/>
                  </a:cubicBezTo>
                  <a:cubicBezTo>
                    <a:pt x="84148" y="47715"/>
                    <a:pt x="80919" y="47715"/>
                    <a:pt x="76696" y="47715"/>
                  </a:cubicBezTo>
                  <a:lnTo>
                    <a:pt x="53101" y="47715"/>
                  </a:lnTo>
                  <a:lnTo>
                    <a:pt x="62291" y="11380"/>
                  </a:lnTo>
                  <a:cubicBezTo>
                    <a:pt x="62539" y="10152"/>
                    <a:pt x="63036" y="8925"/>
                    <a:pt x="63036" y="7943"/>
                  </a:cubicBezTo>
                  <a:cubicBezTo>
                    <a:pt x="63036" y="3523"/>
                    <a:pt x="59559" y="86"/>
                    <a:pt x="54591" y="86"/>
                  </a:cubicBezTo>
                  <a:cubicBezTo>
                    <a:pt x="48382" y="86"/>
                    <a:pt x="44656" y="4260"/>
                    <a:pt x="42917" y="10643"/>
                  </a:cubicBezTo>
                  <a:cubicBezTo>
                    <a:pt x="41179" y="16781"/>
                    <a:pt x="44408" y="4996"/>
                    <a:pt x="33479" y="47715"/>
                  </a:cubicBezTo>
                  <a:lnTo>
                    <a:pt x="8145" y="47715"/>
                  </a:lnTo>
                  <a:cubicBezTo>
                    <a:pt x="3426" y="47715"/>
                    <a:pt x="197" y="47715"/>
                    <a:pt x="197" y="53116"/>
                  </a:cubicBezTo>
                  <a:cubicBezTo>
                    <a:pt x="197" y="56554"/>
                    <a:pt x="3177" y="56554"/>
                    <a:pt x="7648" y="56554"/>
                  </a:cubicBezTo>
                  <a:lnTo>
                    <a:pt x="31244" y="56554"/>
                  </a:lnTo>
                  <a:lnTo>
                    <a:pt x="16590" y="114494"/>
                  </a:lnTo>
                  <a:cubicBezTo>
                    <a:pt x="15099" y="120632"/>
                    <a:pt x="12864" y="129470"/>
                    <a:pt x="12864" y="132662"/>
                  </a:cubicBezTo>
                  <a:cubicBezTo>
                    <a:pt x="12864" y="147147"/>
                    <a:pt x="25283" y="155985"/>
                    <a:pt x="39440" y="155985"/>
                  </a:cubicBezTo>
                  <a:cubicBezTo>
                    <a:pt x="67010" y="155985"/>
                    <a:pt x="82657" y="121614"/>
                    <a:pt x="82657" y="118422"/>
                  </a:cubicBezTo>
                  <a:cubicBezTo>
                    <a:pt x="82657" y="115230"/>
                    <a:pt x="79429" y="115230"/>
                    <a:pt x="78683" y="115230"/>
                  </a:cubicBezTo>
                  <a:cubicBezTo>
                    <a:pt x="75703" y="115230"/>
                    <a:pt x="75455" y="115721"/>
                    <a:pt x="73468" y="119895"/>
                  </a:cubicBezTo>
                  <a:cubicBezTo>
                    <a:pt x="66513" y="135362"/>
                    <a:pt x="53846" y="149111"/>
                    <a:pt x="40185" y="149111"/>
                  </a:cubicBezTo>
                  <a:cubicBezTo>
                    <a:pt x="34969" y="149111"/>
                    <a:pt x="31492" y="145919"/>
                    <a:pt x="31492" y="137081"/>
                  </a:cubicBezTo>
                  <a:cubicBezTo>
                    <a:pt x="31492" y="134626"/>
                    <a:pt x="32486" y="129470"/>
                    <a:pt x="32982" y="127015"/>
                  </a:cubicBezTo>
                  <a:lnTo>
                    <a:pt x="50865" y="56554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907867D-AAB7-9495-EBBB-F16060052E80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2193687" y="4899552"/>
              <a:ext cx="38675" cy="218854"/>
            </a:xfrm>
            <a:custGeom>
              <a:avLst/>
              <a:gdLst>
                <a:gd name="connsiteX0" fmla="*/ 37812 w 38675"/>
                <a:gd name="connsiteY0" fmla="*/ 18673 h 218854"/>
                <a:gd name="connsiteX1" fmla="*/ 19006 w 38675"/>
                <a:gd name="connsiteY1" fmla="*/ 85 h 218854"/>
                <a:gd name="connsiteX2" fmla="*/ 200 w 38675"/>
                <a:gd name="connsiteY2" fmla="*/ 18673 h 218854"/>
                <a:gd name="connsiteX3" fmla="*/ 19006 w 38675"/>
                <a:gd name="connsiteY3" fmla="*/ 37262 h 218854"/>
                <a:gd name="connsiteX4" fmla="*/ 37812 w 38675"/>
                <a:gd name="connsiteY4" fmla="*/ 18673 h 218854"/>
                <a:gd name="connsiteX5" fmla="*/ 31070 w 38675"/>
                <a:gd name="connsiteY5" fmla="*/ 147391 h 218854"/>
                <a:gd name="connsiteX6" fmla="*/ 8361 w 38675"/>
                <a:gd name="connsiteY6" fmla="*/ 210522 h 218854"/>
                <a:gd name="connsiteX7" fmla="*/ 5878 w 38675"/>
                <a:gd name="connsiteY7" fmla="*/ 215081 h 218854"/>
                <a:gd name="connsiteX8" fmla="*/ 9426 w 38675"/>
                <a:gd name="connsiteY8" fmla="*/ 218939 h 218854"/>
                <a:gd name="connsiteX9" fmla="*/ 38876 w 38675"/>
                <a:gd name="connsiteY9" fmla="*/ 150197 h 218854"/>
                <a:gd name="connsiteX10" fmla="*/ 19006 w 38675"/>
                <a:gd name="connsiteY10" fmla="*/ 114072 h 218854"/>
                <a:gd name="connsiteX11" fmla="*/ 200 w 38675"/>
                <a:gd name="connsiteY11" fmla="*/ 132660 h 218854"/>
                <a:gd name="connsiteX12" fmla="*/ 19006 w 38675"/>
                <a:gd name="connsiteY12" fmla="*/ 151249 h 218854"/>
                <a:gd name="connsiteX13" fmla="*/ 21845 w 38675"/>
                <a:gd name="connsiteY13" fmla="*/ 150898 h 218854"/>
                <a:gd name="connsiteX14" fmla="*/ 31070 w 38675"/>
                <a:gd name="connsiteY14" fmla="*/ 147391 h 218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675" h="218854">
                  <a:moveTo>
                    <a:pt x="37812" y="18673"/>
                  </a:moveTo>
                  <a:cubicBezTo>
                    <a:pt x="37812" y="8502"/>
                    <a:pt x="29296" y="85"/>
                    <a:pt x="19006" y="85"/>
                  </a:cubicBezTo>
                  <a:cubicBezTo>
                    <a:pt x="8716" y="85"/>
                    <a:pt x="200" y="8502"/>
                    <a:pt x="200" y="18673"/>
                  </a:cubicBezTo>
                  <a:cubicBezTo>
                    <a:pt x="200" y="28844"/>
                    <a:pt x="8716" y="37262"/>
                    <a:pt x="19006" y="37262"/>
                  </a:cubicBezTo>
                  <a:cubicBezTo>
                    <a:pt x="29296" y="37262"/>
                    <a:pt x="37812" y="28844"/>
                    <a:pt x="37812" y="18673"/>
                  </a:cubicBezTo>
                  <a:close/>
                  <a:moveTo>
                    <a:pt x="31070" y="147391"/>
                  </a:moveTo>
                  <a:cubicBezTo>
                    <a:pt x="31070" y="157211"/>
                    <a:pt x="31070" y="184568"/>
                    <a:pt x="8361" y="210522"/>
                  </a:cubicBezTo>
                  <a:cubicBezTo>
                    <a:pt x="5878" y="213328"/>
                    <a:pt x="5878" y="214029"/>
                    <a:pt x="5878" y="215081"/>
                  </a:cubicBezTo>
                  <a:cubicBezTo>
                    <a:pt x="5878" y="217537"/>
                    <a:pt x="7652" y="218939"/>
                    <a:pt x="9426" y="218939"/>
                  </a:cubicBezTo>
                  <a:cubicBezTo>
                    <a:pt x="13329" y="218939"/>
                    <a:pt x="38876" y="190881"/>
                    <a:pt x="38876" y="150197"/>
                  </a:cubicBezTo>
                  <a:cubicBezTo>
                    <a:pt x="38876" y="140025"/>
                    <a:pt x="38166" y="114072"/>
                    <a:pt x="19006" y="114072"/>
                  </a:cubicBezTo>
                  <a:cubicBezTo>
                    <a:pt x="6587" y="114072"/>
                    <a:pt x="200" y="123541"/>
                    <a:pt x="200" y="132660"/>
                  </a:cubicBezTo>
                  <a:cubicBezTo>
                    <a:pt x="200" y="141779"/>
                    <a:pt x="6232" y="151249"/>
                    <a:pt x="19006" y="151249"/>
                  </a:cubicBezTo>
                  <a:cubicBezTo>
                    <a:pt x="20780" y="151249"/>
                    <a:pt x="21490" y="151249"/>
                    <a:pt x="21845" y="150898"/>
                  </a:cubicBezTo>
                  <a:cubicBezTo>
                    <a:pt x="24328" y="150547"/>
                    <a:pt x="28231" y="149846"/>
                    <a:pt x="31070" y="147391"/>
                  </a:cubicBez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2029077-743B-A76C-AEC0-3B2D9F9D0BAB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2336837" y="4807310"/>
              <a:ext cx="202248" cy="243405"/>
            </a:xfrm>
            <a:custGeom>
              <a:avLst/>
              <a:gdLst>
                <a:gd name="connsiteX0" fmla="*/ 24688 w 202248"/>
                <a:gd name="connsiteY0" fmla="*/ 227006 h 243405"/>
                <a:gd name="connsiteX1" fmla="*/ 205 w 202248"/>
                <a:gd name="connsiteY1" fmla="*/ 227006 h 243405"/>
                <a:gd name="connsiteX2" fmla="*/ 205 w 202248"/>
                <a:gd name="connsiteY2" fmla="*/ 243490 h 243405"/>
                <a:gd name="connsiteX3" fmla="*/ 44912 w 202248"/>
                <a:gd name="connsiteY3" fmla="*/ 242438 h 243405"/>
                <a:gd name="connsiteX4" fmla="*/ 89620 w 202248"/>
                <a:gd name="connsiteY4" fmla="*/ 243490 h 243405"/>
                <a:gd name="connsiteX5" fmla="*/ 89620 w 202248"/>
                <a:gd name="connsiteY5" fmla="*/ 227006 h 243405"/>
                <a:gd name="connsiteX6" fmla="*/ 65137 w 202248"/>
                <a:gd name="connsiteY6" fmla="*/ 227006 h 243405"/>
                <a:gd name="connsiteX7" fmla="*/ 65137 w 202248"/>
                <a:gd name="connsiteY7" fmla="*/ 153704 h 243405"/>
                <a:gd name="connsiteX8" fmla="*/ 118006 w 202248"/>
                <a:gd name="connsiteY8" fmla="*/ 98289 h 243405"/>
                <a:gd name="connsiteX9" fmla="*/ 137521 w 202248"/>
                <a:gd name="connsiteY9" fmla="*/ 132309 h 243405"/>
                <a:gd name="connsiteX10" fmla="*/ 137521 w 202248"/>
                <a:gd name="connsiteY10" fmla="*/ 227006 h 243405"/>
                <a:gd name="connsiteX11" fmla="*/ 113038 w 202248"/>
                <a:gd name="connsiteY11" fmla="*/ 227006 h 243405"/>
                <a:gd name="connsiteX12" fmla="*/ 113038 w 202248"/>
                <a:gd name="connsiteY12" fmla="*/ 243490 h 243405"/>
                <a:gd name="connsiteX13" fmla="*/ 157746 w 202248"/>
                <a:gd name="connsiteY13" fmla="*/ 242438 h 243405"/>
                <a:gd name="connsiteX14" fmla="*/ 202453 w 202248"/>
                <a:gd name="connsiteY14" fmla="*/ 243490 h 243405"/>
                <a:gd name="connsiteX15" fmla="*/ 202453 w 202248"/>
                <a:gd name="connsiteY15" fmla="*/ 227006 h 243405"/>
                <a:gd name="connsiteX16" fmla="*/ 177970 w 202248"/>
                <a:gd name="connsiteY16" fmla="*/ 227006 h 243405"/>
                <a:gd name="connsiteX17" fmla="*/ 177970 w 202248"/>
                <a:gd name="connsiteY17" fmla="*/ 136167 h 243405"/>
                <a:gd name="connsiteX18" fmla="*/ 123328 w 202248"/>
                <a:gd name="connsiteY18" fmla="*/ 85662 h 243405"/>
                <a:gd name="connsiteX19" fmla="*/ 63008 w 202248"/>
                <a:gd name="connsiteY19" fmla="*/ 120034 h 243405"/>
                <a:gd name="connsiteX20" fmla="*/ 63008 w 202248"/>
                <a:gd name="connsiteY20" fmla="*/ 85 h 243405"/>
                <a:gd name="connsiteX21" fmla="*/ 205 w 202248"/>
                <a:gd name="connsiteY21" fmla="*/ 2891 h 243405"/>
                <a:gd name="connsiteX22" fmla="*/ 205 w 202248"/>
                <a:gd name="connsiteY22" fmla="*/ 19375 h 243405"/>
                <a:gd name="connsiteX23" fmla="*/ 24688 w 202248"/>
                <a:gd name="connsiteY23" fmla="*/ 33053 h 243405"/>
                <a:gd name="connsiteX24" fmla="*/ 24688 w 202248"/>
                <a:gd name="connsiteY24" fmla="*/ 227006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2248" h="243405">
                  <a:moveTo>
                    <a:pt x="24688" y="227006"/>
                  </a:moveTo>
                  <a:lnTo>
                    <a:pt x="205" y="227006"/>
                  </a:lnTo>
                  <a:lnTo>
                    <a:pt x="205" y="243490"/>
                  </a:lnTo>
                  <a:cubicBezTo>
                    <a:pt x="10140" y="243140"/>
                    <a:pt x="31429" y="242438"/>
                    <a:pt x="44912" y="242438"/>
                  </a:cubicBezTo>
                  <a:cubicBezTo>
                    <a:pt x="58750" y="242438"/>
                    <a:pt x="79685" y="243140"/>
                    <a:pt x="89620" y="243490"/>
                  </a:cubicBezTo>
                  <a:lnTo>
                    <a:pt x="89620" y="227006"/>
                  </a:lnTo>
                  <a:lnTo>
                    <a:pt x="65137" y="227006"/>
                  </a:lnTo>
                  <a:lnTo>
                    <a:pt x="65137" y="153704"/>
                  </a:lnTo>
                  <a:cubicBezTo>
                    <a:pt x="65137" y="115474"/>
                    <a:pt x="95652" y="98289"/>
                    <a:pt x="118006" y="98289"/>
                  </a:cubicBezTo>
                  <a:cubicBezTo>
                    <a:pt x="130070" y="98289"/>
                    <a:pt x="137521" y="105654"/>
                    <a:pt x="137521" y="132309"/>
                  </a:cubicBezTo>
                  <a:lnTo>
                    <a:pt x="137521" y="227006"/>
                  </a:lnTo>
                  <a:lnTo>
                    <a:pt x="113038" y="227006"/>
                  </a:lnTo>
                  <a:lnTo>
                    <a:pt x="113038" y="243490"/>
                  </a:lnTo>
                  <a:cubicBezTo>
                    <a:pt x="122973" y="243140"/>
                    <a:pt x="144262" y="242438"/>
                    <a:pt x="157746" y="242438"/>
                  </a:cubicBezTo>
                  <a:cubicBezTo>
                    <a:pt x="171584" y="242438"/>
                    <a:pt x="192518" y="243140"/>
                    <a:pt x="202453" y="243490"/>
                  </a:cubicBezTo>
                  <a:lnTo>
                    <a:pt x="202453" y="227006"/>
                  </a:lnTo>
                  <a:lnTo>
                    <a:pt x="177970" y="227006"/>
                  </a:lnTo>
                  <a:lnTo>
                    <a:pt x="177970" y="136167"/>
                  </a:lnTo>
                  <a:cubicBezTo>
                    <a:pt x="177970" y="99341"/>
                    <a:pt x="158810" y="85662"/>
                    <a:pt x="123328" y="85662"/>
                  </a:cubicBezTo>
                  <a:cubicBezTo>
                    <a:pt x="89265" y="85662"/>
                    <a:pt x="71169" y="106005"/>
                    <a:pt x="63008" y="120034"/>
                  </a:cubicBezTo>
                  <a:lnTo>
                    <a:pt x="63008" y="85"/>
                  </a:lnTo>
                  <a:lnTo>
                    <a:pt x="205" y="2891"/>
                  </a:lnTo>
                  <a:lnTo>
                    <a:pt x="205" y="19375"/>
                  </a:lnTo>
                  <a:cubicBezTo>
                    <a:pt x="22204" y="19375"/>
                    <a:pt x="24688" y="19375"/>
                    <a:pt x="24688" y="33053"/>
                  </a:cubicBezTo>
                  <a:lnTo>
                    <a:pt x="24688" y="227006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9FB76C6-FC53-F8EB-76B6-3FEF6FA44189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2557992" y="4949881"/>
              <a:ext cx="83950" cy="155898"/>
            </a:xfrm>
            <a:custGeom>
              <a:avLst/>
              <a:gdLst>
                <a:gd name="connsiteX0" fmla="*/ 50880 w 83950"/>
                <a:gd name="connsiteY0" fmla="*/ 56554 h 155898"/>
                <a:gd name="connsiteX1" fmla="*/ 76214 w 83950"/>
                <a:gd name="connsiteY1" fmla="*/ 56554 h 155898"/>
                <a:gd name="connsiteX2" fmla="*/ 84162 w 83950"/>
                <a:gd name="connsiteY2" fmla="*/ 51152 h 155898"/>
                <a:gd name="connsiteX3" fmla="*/ 76711 w 83950"/>
                <a:gd name="connsiteY3" fmla="*/ 47715 h 155898"/>
                <a:gd name="connsiteX4" fmla="*/ 53115 w 83950"/>
                <a:gd name="connsiteY4" fmla="*/ 47715 h 155898"/>
                <a:gd name="connsiteX5" fmla="*/ 62305 w 83950"/>
                <a:gd name="connsiteY5" fmla="*/ 11380 h 155898"/>
                <a:gd name="connsiteX6" fmla="*/ 63050 w 83950"/>
                <a:gd name="connsiteY6" fmla="*/ 7943 h 155898"/>
                <a:gd name="connsiteX7" fmla="*/ 54605 w 83950"/>
                <a:gd name="connsiteY7" fmla="*/ 86 h 155898"/>
                <a:gd name="connsiteX8" fmla="*/ 42932 w 83950"/>
                <a:gd name="connsiteY8" fmla="*/ 10643 h 155898"/>
                <a:gd name="connsiteX9" fmla="*/ 33493 w 83950"/>
                <a:gd name="connsiteY9" fmla="*/ 47715 h 155898"/>
                <a:gd name="connsiteX10" fmla="*/ 8159 w 83950"/>
                <a:gd name="connsiteY10" fmla="*/ 47715 h 155898"/>
                <a:gd name="connsiteX11" fmla="*/ 211 w 83950"/>
                <a:gd name="connsiteY11" fmla="*/ 53116 h 155898"/>
                <a:gd name="connsiteX12" fmla="*/ 7662 w 83950"/>
                <a:gd name="connsiteY12" fmla="*/ 56554 h 155898"/>
                <a:gd name="connsiteX13" fmla="*/ 31258 w 83950"/>
                <a:gd name="connsiteY13" fmla="*/ 56554 h 155898"/>
                <a:gd name="connsiteX14" fmla="*/ 16604 w 83950"/>
                <a:gd name="connsiteY14" fmla="*/ 114494 h 155898"/>
                <a:gd name="connsiteX15" fmla="*/ 12878 w 83950"/>
                <a:gd name="connsiteY15" fmla="*/ 132662 h 155898"/>
                <a:gd name="connsiteX16" fmla="*/ 39455 w 83950"/>
                <a:gd name="connsiteY16" fmla="*/ 155985 h 155898"/>
                <a:gd name="connsiteX17" fmla="*/ 82672 w 83950"/>
                <a:gd name="connsiteY17" fmla="*/ 118422 h 155898"/>
                <a:gd name="connsiteX18" fmla="*/ 78698 w 83950"/>
                <a:gd name="connsiteY18" fmla="*/ 115230 h 155898"/>
                <a:gd name="connsiteX19" fmla="*/ 73482 w 83950"/>
                <a:gd name="connsiteY19" fmla="*/ 119895 h 155898"/>
                <a:gd name="connsiteX20" fmla="*/ 40200 w 83950"/>
                <a:gd name="connsiteY20" fmla="*/ 149111 h 155898"/>
                <a:gd name="connsiteX21" fmla="*/ 31506 w 83950"/>
                <a:gd name="connsiteY21" fmla="*/ 137081 h 155898"/>
                <a:gd name="connsiteX22" fmla="*/ 32997 w 83950"/>
                <a:gd name="connsiteY22" fmla="*/ 127015 h 155898"/>
                <a:gd name="connsiteX23" fmla="*/ 50880 w 83950"/>
                <a:gd name="connsiteY23" fmla="*/ 56554 h 155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950" h="155898">
                  <a:moveTo>
                    <a:pt x="50880" y="56554"/>
                  </a:moveTo>
                  <a:lnTo>
                    <a:pt x="76214" y="56554"/>
                  </a:lnTo>
                  <a:cubicBezTo>
                    <a:pt x="80933" y="56554"/>
                    <a:pt x="84162" y="56554"/>
                    <a:pt x="84162" y="51152"/>
                  </a:cubicBezTo>
                  <a:cubicBezTo>
                    <a:pt x="84162" y="47715"/>
                    <a:pt x="80933" y="47715"/>
                    <a:pt x="76711" y="47715"/>
                  </a:cubicBezTo>
                  <a:lnTo>
                    <a:pt x="53115" y="47715"/>
                  </a:lnTo>
                  <a:lnTo>
                    <a:pt x="62305" y="11380"/>
                  </a:lnTo>
                  <a:cubicBezTo>
                    <a:pt x="62553" y="10152"/>
                    <a:pt x="63050" y="8925"/>
                    <a:pt x="63050" y="7943"/>
                  </a:cubicBezTo>
                  <a:cubicBezTo>
                    <a:pt x="63050" y="3523"/>
                    <a:pt x="59573" y="86"/>
                    <a:pt x="54605" y="86"/>
                  </a:cubicBezTo>
                  <a:cubicBezTo>
                    <a:pt x="48396" y="86"/>
                    <a:pt x="44670" y="4260"/>
                    <a:pt x="42932" y="10643"/>
                  </a:cubicBezTo>
                  <a:cubicBezTo>
                    <a:pt x="41193" y="16781"/>
                    <a:pt x="44422" y="4996"/>
                    <a:pt x="33493" y="47715"/>
                  </a:cubicBezTo>
                  <a:lnTo>
                    <a:pt x="8159" y="47715"/>
                  </a:lnTo>
                  <a:cubicBezTo>
                    <a:pt x="3440" y="47715"/>
                    <a:pt x="211" y="47715"/>
                    <a:pt x="211" y="53116"/>
                  </a:cubicBezTo>
                  <a:cubicBezTo>
                    <a:pt x="211" y="56554"/>
                    <a:pt x="3192" y="56554"/>
                    <a:pt x="7662" y="56554"/>
                  </a:cubicBezTo>
                  <a:lnTo>
                    <a:pt x="31258" y="56554"/>
                  </a:lnTo>
                  <a:lnTo>
                    <a:pt x="16604" y="114494"/>
                  </a:lnTo>
                  <a:cubicBezTo>
                    <a:pt x="15114" y="120632"/>
                    <a:pt x="12878" y="129470"/>
                    <a:pt x="12878" y="132662"/>
                  </a:cubicBezTo>
                  <a:cubicBezTo>
                    <a:pt x="12878" y="147147"/>
                    <a:pt x="25297" y="155985"/>
                    <a:pt x="39455" y="155985"/>
                  </a:cubicBezTo>
                  <a:cubicBezTo>
                    <a:pt x="67024" y="155985"/>
                    <a:pt x="82672" y="121614"/>
                    <a:pt x="82672" y="118422"/>
                  </a:cubicBezTo>
                  <a:cubicBezTo>
                    <a:pt x="82672" y="115230"/>
                    <a:pt x="79443" y="115230"/>
                    <a:pt x="78698" y="115230"/>
                  </a:cubicBezTo>
                  <a:cubicBezTo>
                    <a:pt x="75717" y="115230"/>
                    <a:pt x="75469" y="115721"/>
                    <a:pt x="73482" y="119895"/>
                  </a:cubicBezTo>
                  <a:cubicBezTo>
                    <a:pt x="66527" y="135362"/>
                    <a:pt x="53860" y="149111"/>
                    <a:pt x="40200" y="149111"/>
                  </a:cubicBezTo>
                  <a:cubicBezTo>
                    <a:pt x="34984" y="149111"/>
                    <a:pt x="31506" y="145919"/>
                    <a:pt x="31506" y="137081"/>
                  </a:cubicBezTo>
                  <a:cubicBezTo>
                    <a:pt x="31506" y="134626"/>
                    <a:pt x="32500" y="129470"/>
                    <a:pt x="32997" y="127015"/>
                  </a:cubicBezTo>
                  <a:lnTo>
                    <a:pt x="50880" y="56554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9062D57-2779-5579-4C27-0350475F88A4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2681571" y="5035810"/>
              <a:ext cx="167901" cy="12029"/>
            </a:xfrm>
            <a:custGeom>
              <a:avLst/>
              <a:gdLst>
                <a:gd name="connsiteX0" fmla="*/ 158181 w 167901"/>
                <a:gd name="connsiteY0" fmla="*/ 12116 h 12029"/>
                <a:gd name="connsiteX1" fmla="*/ 168116 w 167901"/>
                <a:gd name="connsiteY1" fmla="*/ 6224 h 12029"/>
                <a:gd name="connsiteX2" fmla="*/ 158181 w 167901"/>
                <a:gd name="connsiteY2" fmla="*/ 86 h 12029"/>
                <a:gd name="connsiteX3" fmla="*/ 10149 w 167901"/>
                <a:gd name="connsiteY3" fmla="*/ 86 h 12029"/>
                <a:gd name="connsiteX4" fmla="*/ 214 w 167901"/>
                <a:gd name="connsiteY4" fmla="*/ 5978 h 12029"/>
                <a:gd name="connsiteX5" fmla="*/ 10149 w 167901"/>
                <a:gd name="connsiteY5" fmla="*/ 12116 h 12029"/>
                <a:gd name="connsiteX6" fmla="*/ 158181 w 167901"/>
                <a:gd name="connsiteY6" fmla="*/ 12116 h 12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901" h="12029">
                  <a:moveTo>
                    <a:pt x="158181" y="12116"/>
                  </a:moveTo>
                  <a:cubicBezTo>
                    <a:pt x="162155" y="12116"/>
                    <a:pt x="168116" y="12116"/>
                    <a:pt x="168116" y="6224"/>
                  </a:cubicBezTo>
                  <a:cubicBezTo>
                    <a:pt x="168116" y="86"/>
                    <a:pt x="162403" y="86"/>
                    <a:pt x="158181" y="86"/>
                  </a:cubicBezTo>
                  <a:lnTo>
                    <a:pt x="10149" y="86"/>
                  </a:lnTo>
                  <a:cubicBezTo>
                    <a:pt x="6175" y="86"/>
                    <a:pt x="214" y="86"/>
                    <a:pt x="214" y="5978"/>
                  </a:cubicBezTo>
                  <a:cubicBezTo>
                    <a:pt x="214" y="12116"/>
                    <a:pt x="5927" y="12116"/>
                    <a:pt x="10149" y="12116"/>
                  </a:cubicBezTo>
                  <a:lnTo>
                    <a:pt x="158181" y="12116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959CC2CC-38A2-E8A7-D498-9DC34036D2C1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2903584" y="4940306"/>
              <a:ext cx="90408" cy="163018"/>
            </a:xfrm>
            <a:custGeom>
              <a:avLst/>
              <a:gdLst>
                <a:gd name="connsiteX0" fmla="*/ 56353 w 90408"/>
                <a:gd name="connsiteY0" fmla="*/ 6960 h 163018"/>
                <a:gd name="connsiteX1" fmla="*/ 48902 w 90408"/>
                <a:gd name="connsiteY1" fmla="*/ 86 h 163018"/>
                <a:gd name="connsiteX2" fmla="*/ 220 w 90408"/>
                <a:gd name="connsiteY2" fmla="*/ 15799 h 163018"/>
                <a:gd name="connsiteX3" fmla="*/ 220 w 90408"/>
                <a:gd name="connsiteY3" fmla="*/ 24637 h 163018"/>
                <a:gd name="connsiteX4" fmla="*/ 36235 w 90408"/>
                <a:gd name="connsiteY4" fmla="*/ 17763 h 163018"/>
                <a:gd name="connsiteX5" fmla="*/ 36235 w 90408"/>
                <a:gd name="connsiteY5" fmla="*/ 142973 h 163018"/>
                <a:gd name="connsiteX6" fmla="*/ 11397 w 90408"/>
                <a:gd name="connsiteY6" fmla="*/ 154267 h 163018"/>
                <a:gd name="connsiteX7" fmla="*/ 1959 w 90408"/>
                <a:gd name="connsiteY7" fmla="*/ 154267 h 163018"/>
                <a:gd name="connsiteX8" fmla="*/ 1959 w 90408"/>
                <a:gd name="connsiteY8" fmla="*/ 163105 h 163018"/>
                <a:gd name="connsiteX9" fmla="*/ 46170 w 90408"/>
                <a:gd name="connsiteY9" fmla="*/ 162123 h 163018"/>
                <a:gd name="connsiteX10" fmla="*/ 90629 w 90408"/>
                <a:gd name="connsiteY10" fmla="*/ 163105 h 163018"/>
                <a:gd name="connsiteX11" fmla="*/ 90629 w 90408"/>
                <a:gd name="connsiteY11" fmla="*/ 154267 h 163018"/>
                <a:gd name="connsiteX12" fmla="*/ 81191 w 90408"/>
                <a:gd name="connsiteY12" fmla="*/ 154267 h 163018"/>
                <a:gd name="connsiteX13" fmla="*/ 56353 w 90408"/>
                <a:gd name="connsiteY13" fmla="*/ 142973 h 163018"/>
                <a:gd name="connsiteX14" fmla="*/ 56353 w 90408"/>
                <a:gd name="connsiteY14" fmla="*/ 6960 h 16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408" h="163018">
                  <a:moveTo>
                    <a:pt x="56353" y="6960"/>
                  </a:moveTo>
                  <a:cubicBezTo>
                    <a:pt x="56353" y="332"/>
                    <a:pt x="55857" y="86"/>
                    <a:pt x="48902" y="86"/>
                  </a:cubicBezTo>
                  <a:cubicBezTo>
                    <a:pt x="33006" y="15553"/>
                    <a:pt x="10404" y="15799"/>
                    <a:pt x="220" y="15799"/>
                  </a:cubicBezTo>
                  <a:lnTo>
                    <a:pt x="220" y="24637"/>
                  </a:lnTo>
                  <a:cubicBezTo>
                    <a:pt x="6182" y="24637"/>
                    <a:pt x="22574" y="24637"/>
                    <a:pt x="36235" y="17763"/>
                  </a:cubicBezTo>
                  <a:lnTo>
                    <a:pt x="36235" y="142973"/>
                  </a:lnTo>
                  <a:cubicBezTo>
                    <a:pt x="36235" y="151075"/>
                    <a:pt x="36235" y="154267"/>
                    <a:pt x="11397" y="154267"/>
                  </a:cubicBezTo>
                  <a:lnTo>
                    <a:pt x="1959" y="154267"/>
                  </a:lnTo>
                  <a:lnTo>
                    <a:pt x="1959" y="163105"/>
                  </a:lnTo>
                  <a:cubicBezTo>
                    <a:pt x="6430" y="162859"/>
                    <a:pt x="36980" y="162123"/>
                    <a:pt x="46170" y="162123"/>
                  </a:cubicBezTo>
                  <a:cubicBezTo>
                    <a:pt x="53870" y="162123"/>
                    <a:pt x="85165" y="162859"/>
                    <a:pt x="90629" y="163105"/>
                  </a:cubicBezTo>
                  <a:lnTo>
                    <a:pt x="90629" y="154267"/>
                  </a:lnTo>
                  <a:lnTo>
                    <a:pt x="81191" y="154267"/>
                  </a:lnTo>
                  <a:cubicBezTo>
                    <a:pt x="56353" y="154267"/>
                    <a:pt x="56353" y="151075"/>
                    <a:pt x="56353" y="142973"/>
                  </a:cubicBezTo>
                  <a:lnTo>
                    <a:pt x="56353" y="6960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830A293-CEF8-7778-392C-7F23BC281E53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3043494" y="4787669"/>
              <a:ext cx="48610" cy="350728"/>
            </a:xfrm>
            <a:custGeom>
              <a:avLst/>
              <a:gdLst>
                <a:gd name="connsiteX0" fmla="*/ 48836 w 48610"/>
                <a:gd name="connsiteY0" fmla="*/ 85 h 350728"/>
                <a:gd name="connsiteX1" fmla="*/ 225 w 48610"/>
                <a:gd name="connsiteY1" fmla="*/ 85 h 350728"/>
                <a:gd name="connsiteX2" fmla="*/ 225 w 48610"/>
                <a:gd name="connsiteY2" fmla="*/ 14114 h 350728"/>
                <a:gd name="connsiteX3" fmla="*/ 34643 w 48610"/>
                <a:gd name="connsiteY3" fmla="*/ 14114 h 350728"/>
                <a:gd name="connsiteX4" fmla="*/ 34643 w 48610"/>
                <a:gd name="connsiteY4" fmla="*/ 336784 h 350728"/>
                <a:gd name="connsiteX5" fmla="*/ 225 w 48610"/>
                <a:gd name="connsiteY5" fmla="*/ 336784 h 350728"/>
                <a:gd name="connsiteX6" fmla="*/ 225 w 48610"/>
                <a:gd name="connsiteY6" fmla="*/ 350813 h 350728"/>
                <a:gd name="connsiteX7" fmla="*/ 48836 w 48610"/>
                <a:gd name="connsiteY7" fmla="*/ 350813 h 350728"/>
                <a:gd name="connsiteX8" fmla="*/ 48836 w 48610"/>
                <a:gd name="connsiteY8" fmla="*/ 85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10" h="350728">
                  <a:moveTo>
                    <a:pt x="48836" y="85"/>
                  </a:moveTo>
                  <a:lnTo>
                    <a:pt x="225" y="85"/>
                  </a:lnTo>
                  <a:lnTo>
                    <a:pt x="225" y="14114"/>
                  </a:lnTo>
                  <a:lnTo>
                    <a:pt x="34643" y="14114"/>
                  </a:lnTo>
                  <a:lnTo>
                    <a:pt x="34643" y="336784"/>
                  </a:lnTo>
                  <a:lnTo>
                    <a:pt x="225" y="336784"/>
                  </a:lnTo>
                  <a:lnTo>
                    <a:pt x="225" y="350813"/>
                  </a:lnTo>
                  <a:lnTo>
                    <a:pt x="48836" y="350813"/>
                  </a:lnTo>
                  <a:lnTo>
                    <a:pt x="48836" y="85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98E08A2-73D1-2D5E-1962-32C781258BB7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3232967" y="4846241"/>
              <a:ext cx="235956" cy="233585"/>
            </a:xfrm>
            <a:custGeom>
              <a:avLst/>
              <a:gdLst>
                <a:gd name="connsiteX0" fmla="*/ 125482 w 235956"/>
                <a:gd name="connsiteY0" fmla="*/ 123892 h 233585"/>
                <a:gd name="connsiteX1" fmla="*/ 224477 w 235956"/>
                <a:gd name="connsiteY1" fmla="*/ 123892 h 233585"/>
                <a:gd name="connsiteX2" fmla="*/ 236186 w 235956"/>
                <a:gd name="connsiteY2" fmla="*/ 116877 h 233585"/>
                <a:gd name="connsiteX3" fmla="*/ 224477 w 235956"/>
                <a:gd name="connsiteY3" fmla="*/ 109863 h 233585"/>
                <a:gd name="connsiteX4" fmla="*/ 125482 w 235956"/>
                <a:gd name="connsiteY4" fmla="*/ 109863 h 233585"/>
                <a:gd name="connsiteX5" fmla="*/ 125482 w 235956"/>
                <a:gd name="connsiteY5" fmla="*/ 11659 h 233585"/>
                <a:gd name="connsiteX6" fmla="*/ 118386 w 235956"/>
                <a:gd name="connsiteY6" fmla="*/ 85 h 233585"/>
                <a:gd name="connsiteX7" fmla="*/ 111289 w 235956"/>
                <a:gd name="connsiteY7" fmla="*/ 11659 h 233585"/>
                <a:gd name="connsiteX8" fmla="*/ 111289 w 235956"/>
                <a:gd name="connsiteY8" fmla="*/ 109863 h 233585"/>
                <a:gd name="connsiteX9" fmla="*/ 11939 w 235956"/>
                <a:gd name="connsiteY9" fmla="*/ 109863 h 233585"/>
                <a:gd name="connsiteX10" fmla="*/ 230 w 235956"/>
                <a:gd name="connsiteY10" fmla="*/ 116877 h 233585"/>
                <a:gd name="connsiteX11" fmla="*/ 11939 w 235956"/>
                <a:gd name="connsiteY11" fmla="*/ 123892 h 233585"/>
                <a:gd name="connsiteX12" fmla="*/ 111289 w 235956"/>
                <a:gd name="connsiteY12" fmla="*/ 123892 h 233585"/>
                <a:gd name="connsiteX13" fmla="*/ 111289 w 235956"/>
                <a:gd name="connsiteY13" fmla="*/ 222096 h 233585"/>
                <a:gd name="connsiteX14" fmla="*/ 118386 w 235956"/>
                <a:gd name="connsiteY14" fmla="*/ 233670 h 233585"/>
                <a:gd name="connsiteX15" fmla="*/ 125482 w 235956"/>
                <a:gd name="connsiteY15" fmla="*/ 222096 h 233585"/>
                <a:gd name="connsiteX16" fmla="*/ 125482 w 235956"/>
                <a:gd name="connsiteY16" fmla="*/ 123892 h 23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956" h="233585">
                  <a:moveTo>
                    <a:pt x="125482" y="123892"/>
                  </a:moveTo>
                  <a:lnTo>
                    <a:pt x="224477" y="123892"/>
                  </a:lnTo>
                  <a:cubicBezTo>
                    <a:pt x="229445" y="123892"/>
                    <a:pt x="236186" y="123892"/>
                    <a:pt x="236186" y="116877"/>
                  </a:cubicBezTo>
                  <a:cubicBezTo>
                    <a:pt x="236186" y="109863"/>
                    <a:pt x="229445" y="109863"/>
                    <a:pt x="224477" y="109863"/>
                  </a:cubicBezTo>
                  <a:lnTo>
                    <a:pt x="125482" y="109863"/>
                  </a:lnTo>
                  <a:lnTo>
                    <a:pt x="125482" y="11659"/>
                  </a:lnTo>
                  <a:cubicBezTo>
                    <a:pt x="125482" y="6749"/>
                    <a:pt x="125482" y="85"/>
                    <a:pt x="118386" y="85"/>
                  </a:cubicBezTo>
                  <a:cubicBezTo>
                    <a:pt x="111289" y="85"/>
                    <a:pt x="111289" y="6749"/>
                    <a:pt x="111289" y="11659"/>
                  </a:cubicBezTo>
                  <a:lnTo>
                    <a:pt x="111289" y="109863"/>
                  </a:lnTo>
                  <a:lnTo>
                    <a:pt x="11939" y="109863"/>
                  </a:lnTo>
                  <a:cubicBezTo>
                    <a:pt x="6972" y="109863"/>
                    <a:pt x="230" y="109863"/>
                    <a:pt x="230" y="116877"/>
                  </a:cubicBezTo>
                  <a:cubicBezTo>
                    <a:pt x="230" y="123892"/>
                    <a:pt x="6972" y="123892"/>
                    <a:pt x="11939" y="123892"/>
                  </a:cubicBezTo>
                  <a:lnTo>
                    <a:pt x="111289" y="123892"/>
                  </a:lnTo>
                  <a:lnTo>
                    <a:pt x="111289" y="222096"/>
                  </a:lnTo>
                  <a:cubicBezTo>
                    <a:pt x="111289" y="227006"/>
                    <a:pt x="111289" y="233670"/>
                    <a:pt x="118386" y="233670"/>
                  </a:cubicBezTo>
                  <a:cubicBezTo>
                    <a:pt x="125482" y="233670"/>
                    <a:pt x="125482" y="227006"/>
                    <a:pt x="125482" y="222096"/>
                  </a:cubicBezTo>
                  <a:lnTo>
                    <a:pt x="125482" y="123892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72C9EDB-8EDA-9FDB-80D1-F12EC2F6EFAC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3581046" y="4807310"/>
              <a:ext cx="199764" cy="245510"/>
            </a:xfrm>
            <a:custGeom>
              <a:avLst/>
              <a:gdLst>
                <a:gd name="connsiteX0" fmla="*/ 63043 w 199764"/>
                <a:gd name="connsiteY0" fmla="*/ 102848 h 245510"/>
                <a:gd name="connsiteX1" fmla="*/ 63043 w 199764"/>
                <a:gd name="connsiteY1" fmla="*/ 85 h 245510"/>
                <a:gd name="connsiteX2" fmla="*/ 240 w 199764"/>
                <a:gd name="connsiteY2" fmla="*/ 2891 h 245510"/>
                <a:gd name="connsiteX3" fmla="*/ 240 w 199764"/>
                <a:gd name="connsiteY3" fmla="*/ 19375 h 245510"/>
                <a:gd name="connsiteX4" fmla="*/ 24723 w 199764"/>
                <a:gd name="connsiteY4" fmla="*/ 33053 h 245510"/>
                <a:gd name="connsiteX5" fmla="*/ 24723 w 199764"/>
                <a:gd name="connsiteY5" fmla="*/ 243490 h 245510"/>
                <a:gd name="connsiteX6" fmla="*/ 41399 w 199764"/>
                <a:gd name="connsiteY6" fmla="*/ 243490 h 245510"/>
                <a:gd name="connsiteX7" fmla="*/ 58785 w 199764"/>
                <a:gd name="connsiteY7" fmla="*/ 223850 h 245510"/>
                <a:gd name="connsiteX8" fmla="*/ 110589 w 199764"/>
                <a:gd name="connsiteY8" fmla="*/ 245595 h 245510"/>
                <a:gd name="connsiteX9" fmla="*/ 200004 w 199764"/>
                <a:gd name="connsiteY9" fmla="*/ 165278 h 245510"/>
                <a:gd name="connsiteX10" fmla="*/ 115202 w 199764"/>
                <a:gd name="connsiteY10" fmla="*/ 85662 h 245510"/>
                <a:gd name="connsiteX11" fmla="*/ 63043 w 199764"/>
                <a:gd name="connsiteY11" fmla="*/ 102848 h 245510"/>
                <a:gd name="connsiteX12" fmla="*/ 65172 w 199764"/>
                <a:gd name="connsiteY12" fmla="*/ 208768 h 245510"/>
                <a:gd name="connsiteX13" fmla="*/ 65172 w 199764"/>
                <a:gd name="connsiteY13" fmla="*/ 120735 h 245510"/>
                <a:gd name="connsiteX14" fmla="*/ 111299 w 199764"/>
                <a:gd name="connsiteY14" fmla="*/ 98289 h 245510"/>
                <a:gd name="connsiteX15" fmla="*/ 154587 w 199764"/>
                <a:gd name="connsiteY15" fmla="*/ 165278 h 245510"/>
                <a:gd name="connsiteX16" fmla="*/ 145362 w 199764"/>
                <a:gd name="connsiteY16" fmla="*/ 214731 h 245510"/>
                <a:gd name="connsiteX17" fmla="*/ 107396 w 199764"/>
                <a:gd name="connsiteY17" fmla="*/ 232969 h 245510"/>
                <a:gd name="connsiteX18" fmla="*/ 65172 w 199764"/>
                <a:gd name="connsiteY18" fmla="*/ 208768 h 2455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764" h="245510">
                  <a:moveTo>
                    <a:pt x="63043" y="102848"/>
                  </a:moveTo>
                  <a:lnTo>
                    <a:pt x="63043" y="85"/>
                  </a:lnTo>
                  <a:lnTo>
                    <a:pt x="240" y="2891"/>
                  </a:lnTo>
                  <a:lnTo>
                    <a:pt x="240" y="19375"/>
                  </a:lnTo>
                  <a:cubicBezTo>
                    <a:pt x="22239" y="19375"/>
                    <a:pt x="24723" y="19375"/>
                    <a:pt x="24723" y="33053"/>
                  </a:cubicBezTo>
                  <a:lnTo>
                    <a:pt x="24723" y="243490"/>
                  </a:lnTo>
                  <a:lnTo>
                    <a:pt x="41399" y="243490"/>
                  </a:lnTo>
                  <a:lnTo>
                    <a:pt x="58785" y="223850"/>
                  </a:lnTo>
                  <a:cubicBezTo>
                    <a:pt x="61624" y="226655"/>
                    <a:pt x="79010" y="245595"/>
                    <a:pt x="110589" y="245595"/>
                  </a:cubicBezTo>
                  <a:cubicBezTo>
                    <a:pt x="163458" y="245595"/>
                    <a:pt x="200004" y="214029"/>
                    <a:pt x="200004" y="165278"/>
                  </a:cubicBezTo>
                  <a:cubicBezTo>
                    <a:pt x="200004" y="118631"/>
                    <a:pt x="166651" y="85662"/>
                    <a:pt x="115202" y="85662"/>
                  </a:cubicBezTo>
                  <a:cubicBezTo>
                    <a:pt x="89300" y="85662"/>
                    <a:pt x="71559" y="95834"/>
                    <a:pt x="63043" y="102848"/>
                  </a:cubicBezTo>
                  <a:close/>
                  <a:moveTo>
                    <a:pt x="65172" y="208768"/>
                  </a:moveTo>
                  <a:lnTo>
                    <a:pt x="65172" y="120735"/>
                  </a:lnTo>
                  <a:cubicBezTo>
                    <a:pt x="74752" y="108460"/>
                    <a:pt x="91784" y="98289"/>
                    <a:pt x="111299" y="98289"/>
                  </a:cubicBezTo>
                  <a:cubicBezTo>
                    <a:pt x="154587" y="98289"/>
                    <a:pt x="154587" y="140727"/>
                    <a:pt x="154587" y="165278"/>
                  </a:cubicBezTo>
                  <a:cubicBezTo>
                    <a:pt x="154587" y="181762"/>
                    <a:pt x="154587" y="201052"/>
                    <a:pt x="145362" y="214731"/>
                  </a:cubicBezTo>
                  <a:cubicBezTo>
                    <a:pt x="135072" y="229111"/>
                    <a:pt x="118750" y="232969"/>
                    <a:pt x="107396" y="232969"/>
                  </a:cubicBezTo>
                  <a:cubicBezTo>
                    <a:pt x="82558" y="232969"/>
                    <a:pt x="68720" y="214029"/>
                    <a:pt x="65172" y="208768"/>
                  </a:cubicBez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9E063FB3-3C95-8099-03BA-C5903FB3415F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0942156" y="5448092"/>
              <a:ext cx="235956" cy="82070"/>
            </a:xfrm>
            <a:custGeom>
              <a:avLst/>
              <a:gdLst>
                <a:gd name="connsiteX0" fmla="*/ 224058 w 235956"/>
                <a:gd name="connsiteY0" fmla="*/ 14129 h 82070"/>
                <a:gd name="connsiteX1" fmla="*/ 236122 w 235956"/>
                <a:gd name="connsiteY1" fmla="*/ 7114 h 82070"/>
                <a:gd name="connsiteX2" fmla="*/ 224413 w 235956"/>
                <a:gd name="connsiteY2" fmla="*/ 100 h 82070"/>
                <a:gd name="connsiteX3" fmla="*/ 11875 w 235956"/>
                <a:gd name="connsiteY3" fmla="*/ 100 h 82070"/>
                <a:gd name="connsiteX4" fmla="*/ 166 w 235956"/>
                <a:gd name="connsiteY4" fmla="*/ 7114 h 82070"/>
                <a:gd name="connsiteX5" fmla="*/ 12230 w 235956"/>
                <a:gd name="connsiteY5" fmla="*/ 14129 h 82070"/>
                <a:gd name="connsiteX6" fmla="*/ 224058 w 235956"/>
                <a:gd name="connsiteY6" fmla="*/ 14129 h 82070"/>
                <a:gd name="connsiteX7" fmla="*/ 224413 w 235956"/>
                <a:gd name="connsiteY7" fmla="*/ 82170 h 82070"/>
                <a:gd name="connsiteX8" fmla="*/ 236122 w 235956"/>
                <a:gd name="connsiteY8" fmla="*/ 75156 h 82070"/>
                <a:gd name="connsiteX9" fmla="*/ 224058 w 235956"/>
                <a:gd name="connsiteY9" fmla="*/ 68141 h 82070"/>
                <a:gd name="connsiteX10" fmla="*/ 12230 w 235956"/>
                <a:gd name="connsiteY10" fmla="*/ 68141 h 82070"/>
                <a:gd name="connsiteX11" fmla="*/ 166 w 235956"/>
                <a:gd name="connsiteY11" fmla="*/ 75156 h 82070"/>
                <a:gd name="connsiteX12" fmla="*/ 11875 w 235956"/>
                <a:gd name="connsiteY12" fmla="*/ 82170 h 82070"/>
                <a:gd name="connsiteX13" fmla="*/ 224413 w 235956"/>
                <a:gd name="connsiteY13" fmla="*/ 82170 h 8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956" h="82070">
                  <a:moveTo>
                    <a:pt x="224058" y="14129"/>
                  </a:moveTo>
                  <a:cubicBezTo>
                    <a:pt x="229380" y="14129"/>
                    <a:pt x="236122" y="14129"/>
                    <a:pt x="236122" y="7114"/>
                  </a:cubicBezTo>
                  <a:cubicBezTo>
                    <a:pt x="236122" y="100"/>
                    <a:pt x="229380" y="100"/>
                    <a:pt x="224413" y="100"/>
                  </a:cubicBezTo>
                  <a:lnTo>
                    <a:pt x="11875" y="100"/>
                  </a:lnTo>
                  <a:cubicBezTo>
                    <a:pt x="6907" y="100"/>
                    <a:pt x="166" y="100"/>
                    <a:pt x="166" y="7114"/>
                  </a:cubicBezTo>
                  <a:cubicBezTo>
                    <a:pt x="166" y="14129"/>
                    <a:pt x="6907" y="14129"/>
                    <a:pt x="12230" y="14129"/>
                  </a:cubicBezTo>
                  <a:lnTo>
                    <a:pt x="224058" y="14129"/>
                  </a:lnTo>
                  <a:close/>
                  <a:moveTo>
                    <a:pt x="224413" y="82170"/>
                  </a:moveTo>
                  <a:cubicBezTo>
                    <a:pt x="229380" y="82170"/>
                    <a:pt x="236122" y="82170"/>
                    <a:pt x="236122" y="75156"/>
                  </a:cubicBezTo>
                  <a:cubicBezTo>
                    <a:pt x="236122" y="68141"/>
                    <a:pt x="229380" y="68141"/>
                    <a:pt x="224058" y="68141"/>
                  </a:cubicBezTo>
                  <a:lnTo>
                    <a:pt x="12230" y="68141"/>
                  </a:lnTo>
                  <a:cubicBezTo>
                    <a:pt x="6907" y="68141"/>
                    <a:pt x="166" y="68141"/>
                    <a:pt x="166" y="75156"/>
                  </a:cubicBezTo>
                  <a:cubicBezTo>
                    <a:pt x="166" y="82170"/>
                    <a:pt x="6907" y="82170"/>
                    <a:pt x="11875" y="82170"/>
                  </a:cubicBezTo>
                  <a:lnTo>
                    <a:pt x="224413" y="82170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D27B6D74-A720-467C-5B9F-D27764215028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1305334" y="5336209"/>
              <a:ext cx="404496" cy="243405"/>
            </a:xfrm>
            <a:custGeom>
              <a:avLst/>
              <a:gdLst>
                <a:gd name="connsiteX0" fmla="*/ 370965 w 404496"/>
                <a:gd name="connsiteY0" fmla="*/ 25001 h 243405"/>
                <a:gd name="connsiteX1" fmla="*/ 384448 w 404496"/>
                <a:gd name="connsiteY1" fmla="*/ 17285 h 243405"/>
                <a:gd name="connsiteX2" fmla="*/ 404673 w 404496"/>
                <a:gd name="connsiteY2" fmla="*/ 16584 h 243405"/>
                <a:gd name="connsiteX3" fmla="*/ 404673 w 404496"/>
                <a:gd name="connsiteY3" fmla="*/ 100 h 243405"/>
                <a:gd name="connsiteX4" fmla="*/ 366707 w 404496"/>
                <a:gd name="connsiteY4" fmla="*/ 1152 h 243405"/>
                <a:gd name="connsiteX5" fmla="*/ 318451 w 404496"/>
                <a:gd name="connsiteY5" fmla="*/ 100 h 243405"/>
                <a:gd name="connsiteX6" fmla="*/ 318451 w 404496"/>
                <a:gd name="connsiteY6" fmla="*/ 16584 h 243405"/>
                <a:gd name="connsiteX7" fmla="*/ 354643 w 404496"/>
                <a:gd name="connsiteY7" fmla="*/ 20442 h 243405"/>
                <a:gd name="connsiteX8" fmla="*/ 293614 w 404496"/>
                <a:gd name="connsiteY8" fmla="*/ 177218 h 243405"/>
                <a:gd name="connsiteX9" fmla="*/ 230810 w 404496"/>
                <a:gd name="connsiteY9" fmla="*/ 16584 h 243405"/>
                <a:gd name="connsiteX10" fmla="*/ 264873 w 404496"/>
                <a:gd name="connsiteY10" fmla="*/ 16584 h 243405"/>
                <a:gd name="connsiteX11" fmla="*/ 264873 w 404496"/>
                <a:gd name="connsiteY11" fmla="*/ 100 h 243405"/>
                <a:gd name="connsiteX12" fmla="*/ 202779 w 404496"/>
                <a:gd name="connsiteY12" fmla="*/ 1152 h 243405"/>
                <a:gd name="connsiteX13" fmla="*/ 148492 w 404496"/>
                <a:gd name="connsiteY13" fmla="*/ 100 h 243405"/>
                <a:gd name="connsiteX14" fmla="*/ 148492 w 404496"/>
                <a:gd name="connsiteY14" fmla="*/ 16584 h 243405"/>
                <a:gd name="connsiteX15" fmla="*/ 179006 w 404496"/>
                <a:gd name="connsiteY15" fmla="*/ 16584 h 243405"/>
                <a:gd name="connsiteX16" fmla="*/ 193554 w 404496"/>
                <a:gd name="connsiteY16" fmla="*/ 53761 h 243405"/>
                <a:gd name="connsiteX17" fmla="*/ 145298 w 404496"/>
                <a:gd name="connsiteY17" fmla="*/ 177218 h 243405"/>
                <a:gd name="connsiteX18" fmla="*/ 82495 w 404496"/>
                <a:gd name="connsiteY18" fmla="*/ 16584 h 243405"/>
                <a:gd name="connsiteX19" fmla="*/ 116558 w 404496"/>
                <a:gd name="connsiteY19" fmla="*/ 16584 h 243405"/>
                <a:gd name="connsiteX20" fmla="*/ 116558 w 404496"/>
                <a:gd name="connsiteY20" fmla="*/ 100 h 243405"/>
                <a:gd name="connsiteX21" fmla="*/ 54464 w 404496"/>
                <a:gd name="connsiteY21" fmla="*/ 1152 h 243405"/>
                <a:gd name="connsiteX22" fmla="*/ 176 w 404496"/>
                <a:gd name="connsiteY22" fmla="*/ 100 h 243405"/>
                <a:gd name="connsiteX23" fmla="*/ 176 w 404496"/>
                <a:gd name="connsiteY23" fmla="*/ 16584 h 243405"/>
                <a:gd name="connsiteX24" fmla="*/ 30691 w 404496"/>
                <a:gd name="connsiteY24" fmla="*/ 16584 h 243405"/>
                <a:gd name="connsiteX25" fmla="*/ 115848 w 404496"/>
                <a:gd name="connsiteY25" fmla="*/ 234386 h 243405"/>
                <a:gd name="connsiteX26" fmla="*/ 128267 w 404496"/>
                <a:gd name="connsiteY26" fmla="*/ 243505 h 243405"/>
                <a:gd name="connsiteX27" fmla="*/ 140686 w 404496"/>
                <a:gd name="connsiteY27" fmla="*/ 234386 h 243405"/>
                <a:gd name="connsiteX28" fmla="*/ 202424 w 404496"/>
                <a:gd name="connsiteY28" fmla="*/ 76558 h 243405"/>
                <a:gd name="connsiteX29" fmla="*/ 264163 w 404496"/>
                <a:gd name="connsiteY29" fmla="*/ 234386 h 243405"/>
                <a:gd name="connsiteX30" fmla="*/ 276582 w 404496"/>
                <a:gd name="connsiteY30" fmla="*/ 243505 h 243405"/>
                <a:gd name="connsiteX31" fmla="*/ 289001 w 404496"/>
                <a:gd name="connsiteY31" fmla="*/ 234386 h 243405"/>
                <a:gd name="connsiteX32" fmla="*/ 370965 w 404496"/>
                <a:gd name="connsiteY32" fmla="*/ 25001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4496" h="243405">
                  <a:moveTo>
                    <a:pt x="370965" y="25001"/>
                  </a:moveTo>
                  <a:cubicBezTo>
                    <a:pt x="373094" y="19039"/>
                    <a:pt x="373448" y="18338"/>
                    <a:pt x="384448" y="17285"/>
                  </a:cubicBezTo>
                  <a:cubicBezTo>
                    <a:pt x="391544" y="16584"/>
                    <a:pt x="398996" y="16584"/>
                    <a:pt x="404673" y="16584"/>
                  </a:cubicBezTo>
                  <a:lnTo>
                    <a:pt x="404673" y="100"/>
                  </a:lnTo>
                  <a:cubicBezTo>
                    <a:pt x="395093" y="450"/>
                    <a:pt x="382674" y="1152"/>
                    <a:pt x="366707" y="1152"/>
                  </a:cubicBezTo>
                  <a:cubicBezTo>
                    <a:pt x="353224" y="1152"/>
                    <a:pt x="331225" y="1152"/>
                    <a:pt x="318451" y="100"/>
                  </a:cubicBezTo>
                  <a:lnTo>
                    <a:pt x="318451" y="16584"/>
                  </a:lnTo>
                  <a:cubicBezTo>
                    <a:pt x="327322" y="16584"/>
                    <a:pt x="344353" y="16584"/>
                    <a:pt x="354643" y="20442"/>
                  </a:cubicBezTo>
                  <a:lnTo>
                    <a:pt x="293614" y="177218"/>
                  </a:lnTo>
                  <a:lnTo>
                    <a:pt x="230810" y="16584"/>
                  </a:lnTo>
                  <a:lnTo>
                    <a:pt x="264873" y="16584"/>
                  </a:lnTo>
                  <a:lnTo>
                    <a:pt x="264873" y="100"/>
                  </a:lnTo>
                  <a:cubicBezTo>
                    <a:pt x="251390" y="1152"/>
                    <a:pt x="218037" y="1152"/>
                    <a:pt x="202779" y="1152"/>
                  </a:cubicBezTo>
                  <a:cubicBezTo>
                    <a:pt x="188941" y="1152"/>
                    <a:pt x="160910" y="1152"/>
                    <a:pt x="148492" y="100"/>
                  </a:cubicBezTo>
                  <a:lnTo>
                    <a:pt x="148492" y="16584"/>
                  </a:lnTo>
                  <a:lnTo>
                    <a:pt x="179006" y="16584"/>
                  </a:lnTo>
                  <a:lnTo>
                    <a:pt x="193554" y="53761"/>
                  </a:lnTo>
                  <a:lnTo>
                    <a:pt x="145298" y="177218"/>
                  </a:lnTo>
                  <a:lnTo>
                    <a:pt x="82495" y="16584"/>
                  </a:lnTo>
                  <a:lnTo>
                    <a:pt x="116558" y="16584"/>
                  </a:lnTo>
                  <a:lnTo>
                    <a:pt x="116558" y="100"/>
                  </a:lnTo>
                  <a:cubicBezTo>
                    <a:pt x="103074" y="1152"/>
                    <a:pt x="69721" y="1152"/>
                    <a:pt x="54464" y="1152"/>
                  </a:cubicBezTo>
                  <a:cubicBezTo>
                    <a:pt x="40626" y="1152"/>
                    <a:pt x="12595" y="1152"/>
                    <a:pt x="176" y="100"/>
                  </a:cubicBezTo>
                  <a:lnTo>
                    <a:pt x="176" y="16584"/>
                  </a:lnTo>
                  <a:lnTo>
                    <a:pt x="30691" y="16584"/>
                  </a:lnTo>
                  <a:lnTo>
                    <a:pt x="115848" y="234386"/>
                  </a:lnTo>
                  <a:cubicBezTo>
                    <a:pt x="117977" y="239998"/>
                    <a:pt x="119396" y="243505"/>
                    <a:pt x="128267" y="243505"/>
                  </a:cubicBezTo>
                  <a:cubicBezTo>
                    <a:pt x="137137" y="243505"/>
                    <a:pt x="138557" y="239998"/>
                    <a:pt x="140686" y="234386"/>
                  </a:cubicBezTo>
                  <a:lnTo>
                    <a:pt x="202424" y="76558"/>
                  </a:lnTo>
                  <a:lnTo>
                    <a:pt x="264163" y="234386"/>
                  </a:lnTo>
                  <a:cubicBezTo>
                    <a:pt x="266292" y="239998"/>
                    <a:pt x="267712" y="243505"/>
                    <a:pt x="276582" y="243505"/>
                  </a:cubicBezTo>
                  <a:cubicBezTo>
                    <a:pt x="285453" y="243505"/>
                    <a:pt x="286872" y="239998"/>
                    <a:pt x="289001" y="234386"/>
                  </a:cubicBezTo>
                  <a:lnTo>
                    <a:pt x="370965" y="25001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D033CA6-7A1D-D706-60E0-B83F88D6DF52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1766196" y="5313763"/>
              <a:ext cx="48610" cy="350728"/>
            </a:xfrm>
            <a:custGeom>
              <a:avLst/>
              <a:gdLst>
                <a:gd name="connsiteX0" fmla="*/ 48799 w 48610"/>
                <a:gd name="connsiteY0" fmla="*/ 350828 h 350728"/>
                <a:gd name="connsiteX1" fmla="*/ 48799 w 48610"/>
                <a:gd name="connsiteY1" fmla="*/ 336799 h 350728"/>
                <a:gd name="connsiteX2" fmla="*/ 14381 w 48610"/>
                <a:gd name="connsiteY2" fmla="*/ 336799 h 350728"/>
                <a:gd name="connsiteX3" fmla="*/ 14381 w 48610"/>
                <a:gd name="connsiteY3" fmla="*/ 14129 h 350728"/>
                <a:gd name="connsiteX4" fmla="*/ 48799 w 48610"/>
                <a:gd name="connsiteY4" fmla="*/ 14129 h 350728"/>
                <a:gd name="connsiteX5" fmla="*/ 48799 w 48610"/>
                <a:gd name="connsiteY5" fmla="*/ 100 h 350728"/>
                <a:gd name="connsiteX6" fmla="*/ 188 w 48610"/>
                <a:gd name="connsiteY6" fmla="*/ 100 h 350728"/>
                <a:gd name="connsiteX7" fmla="*/ 188 w 48610"/>
                <a:gd name="connsiteY7" fmla="*/ 350828 h 350728"/>
                <a:gd name="connsiteX8" fmla="*/ 48799 w 48610"/>
                <a:gd name="connsiteY8" fmla="*/ 350828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10" h="350728">
                  <a:moveTo>
                    <a:pt x="48799" y="350828"/>
                  </a:moveTo>
                  <a:lnTo>
                    <a:pt x="48799" y="336799"/>
                  </a:lnTo>
                  <a:lnTo>
                    <a:pt x="14381" y="336799"/>
                  </a:lnTo>
                  <a:lnTo>
                    <a:pt x="14381" y="14129"/>
                  </a:lnTo>
                  <a:lnTo>
                    <a:pt x="48799" y="14129"/>
                  </a:lnTo>
                  <a:lnTo>
                    <a:pt x="48799" y="100"/>
                  </a:lnTo>
                  <a:lnTo>
                    <a:pt x="188" y="100"/>
                  </a:lnTo>
                  <a:lnTo>
                    <a:pt x="188" y="350828"/>
                  </a:lnTo>
                  <a:lnTo>
                    <a:pt x="48799" y="350828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79A5534-7A5B-D134-43F0-178CDBD43E43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1830695" y="5421086"/>
              <a:ext cx="199764" cy="155723"/>
            </a:xfrm>
            <a:custGeom>
              <a:avLst/>
              <a:gdLst>
                <a:gd name="connsiteX0" fmla="*/ 115153 w 199764"/>
                <a:gd name="connsiteY0" fmla="*/ 69544 h 155723"/>
                <a:gd name="connsiteX1" fmla="*/ 156667 w 199764"/>
                <a:gd name="connsiteY1" fmla="*/ 23949 h 155723"/>
                <a:gd name="connsiteX2" fmla="*/ 192859 w 199764"/>
                <a:gd name="connsiteY2" fmla="*/ 16584 h 155723"/>
                <a:gd name="connsiteX3" fmla="*/ 192859 w 199764"/>
                <a:gd name="connsiteY3" fmla="*/ 100 h 155723"/>
                <a:gd name="connsiteX4" fmla="*/ 160215 w 199764"/>
                <a:gd name="connsiteY4" fmla="*/ 1152 h 155723"/>
                <a:gd name="connsiteX5" fmla="*/ 123669 w 199764"/>
                <a:gd name="connsiteY5" fmla="*/ 100 h 155723"/>
                <a:gd name="connsiteX6" fmla="*/ 123669 w 199764"/>
                <a:gd name="connsiteY6" fmla="*/ 16584 h 155723"/>
                <a:gd name="connsiteX7" fmla="*/ 137152 w 199764"/>
                <a:gd name="connsiteY7" fmla="*/ 19740 h 155723"/>
                <a:gd name="connsiteX8" fmla="*/ 134313 w 199764"/>
                <a:gd name="connsiteY8" fmla="*/ 23949 h 155723"/>
                <a:gd name="connsiteX9" fmla="*/ 104508 w 199764"/>
                <a:gd name="connsiteY9" fmla="*/ 56918 h 155723"/>
                <a:gd name="connsiteX10" fmla="*/ 69736 w 199764"/>
                <a:gd name="connsiteY10" fmla="*/ 16584 h 155723"/>
                <a:gd name="connsiteX11" fmla="*/ 83929 w 199764"/>
                <a:gd name="connsiteY11" fmla="*/ 16584 h 155723"/>
                <a:gd name="connsiteX12" fmla="*/ 83929 w 199764"/>
                <a:gd name="connsiteY12" fmla="*/ 100 h 155723"/>
                <a:gd name="connsiteX13" fmla="*/ 40995 w 199764"/>
                <a:gd name="connsiteY13" fmla="*/ 1152 h 155723"/>
                <a:gd name="connsiteX14" fmla="*/ 1965 w 199764"/>
                <a:gd name="connsiteY14" fmla="*/ 100 h 155723"/>
                <a:gd name="connsiteX15" fmla="*/ 1965 w 199764"/>
                <a:gd name="connsiteY15" fmla="*/ 16584 h 155723"/>
                <a:gd name="connsiteX16" fmla="*/ 27157 w 199764"/>
                <a:gd name="connsiteY16" fmla="*/ 16584 h 155723"/>
                <a:gd name="connsiteX17" fmla="*/ 82510 w 199764"/>
                <a:gd name="connsiteY17" fmla="*/ 81118 h 155723"/>
                <a:gd name="connsiteX18" fmla="*/ 36028 w 199764"/>
                <a:gd name="connsiteY18" fmla="*/ 132675 h 155723"/>
                <a:gd name="connsiteX19" fmla="*/ 191 w 199764"/>
                <a:gd name="connsiteY19" fmla="*/ 139339 h 155723"/>
                <a:gd name="connsiteX20" fmla="*/ 191 w 199764"/>
                <a:gd name="connsiteY20" fmla="*/ 155823 h 155723"/>
                <a:gd name="connsiteX21" fmla="*/ 32834 w 199764"/>
                <a:gd name="connsiteY21" fmla="*/ 154771 h 155723"/>
                <a:gd name="connsiteX22" fmla="*/ 69381 w 199764"/>
                <a:gd name="connsiteY22" fmla="*/ 155823 h 155723"/>
                <a:gd name="connsiteX23" fmla="*/ 69381 w 199764"/>
                <a:gd name="connsiteY23" fmla="*/ 139339 h 155723"/>
                <a:gd name="connsiteX24" fmla="*/ 56253 w 199764"/>
                <a:gd name="connsiteY24" fmla="*/ 135481 h 155723"/>
                <a:gd name="connsiteX25" fmla="*/ 58736 w 199764"/>
                <a:gd name="connsiteY25" fmla="*/ 131974 h 155723"/>
                <a:gd name="connsiteX26" fmla="*/ 93154 w 199764"/>
                <a:gd name="connsiteY26" fmla="*/ 93744 h 155723"/>
                <a:gd name="connsiteX27" fmla="*/ 132185 w 199764"/>
                <a:gd name="connsiteY27" fmla="*/ 139339 h 155723"/>
                <a:gd name="connsiteX28" fmla="*/ 118346 w 199764"/>
                <a:gd name="connsiteY28" fmla="*/ 139339 h 155723"/>
                <a:gd name="connsiteX29" fmla="*/ 118346 w 199764"/>
                <a:gd name="connsiteY29" fmla="*/ 155823 h 155723"/>
                <a:gd name="connsiteX30" fmla="*/ 160925 w 199764"/>
                <a:gd name="connsiteY30" fmla="*/ 154771 h 155723"/>
                <a:gd name="connsiteX31" fmla="*/ 199955 w 199764"/>
                <a:gd name="connsiteY31" fmla="*/ 155823 h 155723"/>
                <a:gd name="connsiteX32" fmla="*/ 199955 w 199764"/>
                <a:gd name="connsiteY32" fmla="*/ 139339 h 155723"/>
                <a:gd name="connsiteX33" fmla="*/ 174763 w 199764"/>
                <a:gd name="connsiteY33" fmla="*/ 139339 h 155723"/>
                <a:gd name="connsiteX34" fmla="*/ 115153 w 199764"/>
                <a:gd name="connsiteY34" fmla="*/ 69544 h 155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764" h="155723">
                  <a:moveTo>
                    <a:pt x="115153" y="69544"/>
                  </a:moveTo>
                  <a:lnTo>
                    <a:pt x="156667" y="23949"/>
                  </a:lnTo>
                  <a:cubicBezTo>
                    <a:pt x="161280" y="19039"/>
                    <a:pt x="163409" y="16584"/>
                    <a:pt x="192859" y="16584"/>
                  </a:cubicBezTo>
                  <a:lnTo>
                    <a:pt x="192859" y="100"/>
                  </a:lnTo>
                  <a:cubicBezTo>
                    <a:pt x="180440" y="801"/>
                    <a:pt x="161990" y="1152"/>
                    <a:pt x="160215" y="1152"/>
                  </a:cubicBezTo>
                  <a:cubicBezTo>
                    <a:pt x="151345" y="1152"/>
                    <a:pt x="133604" y="450"/>
                    <a:pt x="123669" y="100"/>
                  </a:cubicBezTo>
                  <a:lnTo>
                    <a:pt x="123669" y="16584"/>
                  </a:lnTo>
                  <a:cubicBezTo>
                    <a:pt x="128636" y="16584"/>
                    <a:pt x="132894" y="17285"/>
                    <a:pt x="137152" y="19740"/>
                  </a:cubicBezTo>
                  <a:cubicBezTo>
                    <a:pt x="135733" y="21845"/>
                    <a:pt x="135733" y="22546"/>
                    <a:pt x="134313" y="23949"/>
                  </a:cubicBezTo>
                  <a:lnTo>
                    <a:pt x="104508" y="56918"/>
                  </a:lnTo>
                  <a:lnTo>
                    <a:pt x="69736" y="16584"/>
                  </a:lnTo>
                  <a:lnTo>
                    <a:pt x="83929" y="16584"/>
                  </a:lnTo>
                  <a:lnTo>
                    <a:pt x="83929" y="100"/>
                  </a:lnTo>
                  <a:cubicBezTo>
                    <a:pt x="74703" y="450"/>
                    <a:pt x="52350" y="1152"/>
                    <a:pt x="40995" y="1152"/>
                  </a:cubicBezTo>
                  <a:cubicBezTo>
                    <a:pt x="29641" y="1152"/>
                    <a:pt x="13674" y="450"/>
                    <a:pt x="1965" y="100"/>
                  </a:cubicBezTo>
                  <a:lnTo>
                    <a:pt x="1965" y="16584"/>
                  </a:lnTo>
                  <a:lnTo>
                    <a:pt x="27157" y="16584"/>
                  </a:lnTo>
                  <a:lnTo>
                    <a:pt x="82510" y="81118"/>
                  </a:lnTo>
                  <a:lnTo>
                    <a:pt x="36028" y="132675"/>
                  </a:lnTo>
                  <a:cubicBezTo>
                    <a:pt x="29996" y="139339"/>
                    <a:pt x="17222" y="139339"/>
                    <a:pt x="191" y="139339"/>
                  </a:cubicBezTo>
                  <a:lnTo>
                    <a:pt x="191" y="155823"/>
                  </a:lnTo>
                  <a:cubicBezTo>
                    <a:pt x="12610" y="155122"/>
                    <a:pt x="31060" y="154771"/>
                    <a:pt x="32834" y="154771"/>
                  </a:cubicBezTo>
                  <a:cubicBezTo>
                    <a:pt x="41705" y="154771"/>
                    <a:pt x="62285" y="155472"/>
                    <a:pt x="69381" y="155823"/>
                  </a:cubicBezTo>
                  <a:lnTo>
                    <a:pt x="69381" y="139339"/>
                  </a:lnTo>
                  <a:cubicBezTo>
                    <a:pt x="62994" y="139339"/>
                    <a:pt x="56253" y="137585"/>
                    <a:pt x="56253" y="135481"/>
                  </a:cubicBezTo>
                  <a:cubicBezTo>
                    <a:pt x="56253" y="135130"/>
                    <a:pt x="56253" y="134779"/>
                    <a:pt x="58736" y="131974"/>
                  </a:cubicBezTo>
                  <a:lnTo>
                    <a:pt x="93154" y="93744"/>
                  </a:lnTo>
                  <a:lnTo>
                    <a:pt x="132185" y="139339"/>
                  </a:lnTo>
                  <a:lnTo>
                    <a:pt x="118346" y="139339"/>
                  </a:lnTo>
                  <a:lnTo>
                    <a:pt x="118346" y="155823"/>
                  </a:lnTo>
                  <a:cubicBezTo>
                    <a:pt x="127572" y="155472"/>
                    <a:pt x="149216" y="154771"/>
                    <a:pt x="160925" y="154771"/>
                  </a:cubicBezTo>
                  <a:cubicBezTo>
                    <a:pt x="172279" y="154771"/>
                    <a:pt x="188246" y="155472"/>
                    <a:pt x="199955" y="155823"/>
                  </a:cubicBezTo>
                  <a:lnTo>
                    <a:pt x="199955" y="139339"/>
                  </a:lnTo>
                  <a:lnTo>
                    <a:pt x="174763" y="139339"/>
                  </a:lnTo>
                  <a:lnTo>
                    <a:pt x="115153" y="69544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4AA46C9-B594-43EB-658A-BD0CEF3B0A6D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2048677" y="5475974"/>
              <a:ext cx="83950" cy="155898"/>
            </a:xfrm>
            <a:custGeom>
              <a:avLst/>
              <a:gdLst>
                <a:gd name="connsiteX0" fmla="*/ 50865 w 83950"/>
                <a:gd name="connsiteY0" fmla="*/ 56568 h 155898"/>
                <a:gd name="connsiteX1" fmla="*/ 76200 w 83950"/>
                <a:gd name="connsiteY1" fmla="*/ 56568 h 155898"/>
                <a:gd name="connsiteX2" fmla="*/ 84148 w 83950"/>
                <a:gd name="connsiteY2" fmla="*/ 51167 h 155898"/>
                <a:gd name="connsiteX3" fmla="*/ 76696 w 83950"/>
                <a:gd name="connsiteY3" fmla="*/ 47730 h 155898"/>
                <a:gd name="connsiteX4" fmla="*/ 53101 w 83950"/>
                <a:gd name="connsiteY4" fmla="*/ 47730 h 155898"/>
                <a:gd name="connsiteX5" fmla="*/ 62291 w 83950"/>
                <a:gd name="connsiteY5" fmla="*/ 11395 h 155898"/>
                <a:gd name="connsiteX6" fmla="*/ 63036 w 83950"/>
                <a:gd name="connsiteY6" fmla="*/ 7957 h 155898"/>
                <a:gd name="connsiteX7" fmla="*/ 54591 w 83950"/>
                <a:gd name="connsiteY7" fmla="*/ 101 h 155898"/>
                <a:gd name="connsiteX8" fmla="*/ 42917 w 83950"/>
                <a:gd name="connsiteY8" fmla="*/ 10658 h 155898"/>
                <a:gd name="connsiteX9" fmla="*/ 33479 w 83950"/>
                <a:gd name="connsiteY9" fmla="*/ 47730 h 155898"/>
                <a:gd name="connsiteX10" fmla="*/ 8145 w 83950"/>
                <a:gd name="connsiteY10" fmla="*/ 47730 h 155898"/>
                <a:gd name="connsiteX11" fmla="*/ 197 w 83950"/>
                <a:gd name="connsiteY11" fmla="*/ 53131 h 155898"/>
                <a:gd name="connsiteX12" fmla="*/ 7648 w 83950"/>
                <a:gd name="connsiteY12" fmla="*/ 56568 h 155898"/>
                <a:gd name="connsiteX13" fmla="*/ 31244 w 83950"/>
                <a:gd name="connsiteY13" fmla="*/ 56568 h 155898"/>
                <a:gd name="connsiteX14" fmla="*/ 16590 w 83950"/>
                <a:gd name="connsiteY14" fmla="*/ 114509 h 155898"/>
                <a:gd name="connsiteX15" fmla="*/ 12864 w 83950"/>
                <a:gd name="connsiteY15" fmla="*/ 132677 h 155898"/>
                <a:gd name="connsiteX16" fmla="*/ 39440 w 83950"/>
                <a:gd name="connsiteY16" fmla="*/ 156000 h 155898"/>
                <a:gd name="connsiteX17" fmla="*/ 82657 w 83950"/>
                <a:gd name="connsiteY17" fmla="*/ 118437 h 155898"/>
                <a:gd name="connsiteX18" fmla="*/ 78683 w 83950"/>
                <a:gd name="connsiteY18" fmla="*/ 115245 h 155898"/>
                <a:gd name="connsiteX19" fmla="*/ 73468 w 83950"/>
                <a:gd name="connsiteY19" fmla="*/ 119910 h 155898"/>
                <a:gd name="connsiteX20" fmla="*/ 40185 w 83950"/>
                <a:gd name="connsiteY20" fmla="*/ 149126 h 155898"/>
                <a:gd name="connsiteX21" fmla="*/ 31492 w 83950"/>
                <a:gd name="connsiteY21" fmla="*/ 137096 h 155898"/>
                <a:gd name="connsiteX22" fmla="*/ 32982 w 83950"/>
                <a:gd name="connsiteY22" fmla="*/ 127030 h 155898"/>
                <a:gd name="connsiteX23" fmla="*/ 50865 w 83950"/>
                <a:gd name="connsiteY23" fmla="*/ 56568 h 155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950" h="155898">
                  <a:moveTo>
                    <a:pt x="50865" y="56568"/>
                  </a:moveTo>
                  <a:lnTo>
                    <a:pt x="76200" y="56568"/>
                  </a:lnTo>
                  <a:cubicBezTo>
                    <a:pt x="80919" y="56568"/>
                    <a:pt x="84148" y="56568"/>
                    <a:pt x="84148" y="51167"/>
                  </a:cubicBezTo>
                  <a:cubicBezTo>
                    <a:pt x="84148" y="47730"/>
                    <a:pt x="80919" y="47730"/>
                    <a:pt x="76696" y="47730"/>
                  </a:cubicBezTo>
                  <a:lnTo>
                    <a:pt x="53101" y="47730"/>
                  </a:lnTo>
                  <a:lnTo>
                    <a:pt x="62291" y="11395"/>
                  </a:lnTo>
                  <a:cubicBezTo>
                    <a:pt x="62539" y="10167"/>
                    <a:pt x="63036" y="8939"/>
                    <a:pt x="63036" y="7957"/>
                  </a:cubicBezTo>
                  <a:cubicBezTo>
                    <a:pt x="63036" y="3538"/>
                    <a:pt x="59559" y="101"/>
                    <a:pt x="54591" y="101"/>
                  </a:cubicBezTo>
                  <a:cubicBezTo>
                    <a:pt x="48382" y="101"/>
                    <a:pt x="44656" y="4275"/>
                    <a:pt x="42917" y="10658"/>
                  </a:cubicBezTo>
                  <a:cubicBezTo>
                    <a:pt x="41179" y="16796"/>
                    <a:pt x="44408" y="5011"/>
                    <a:pt x="33479" y="47730"/>
                  </a:cubicBezTo>
                  <a:lnTo>
                    <a:pt x="8145" y="47730"/>
                  </a:lnTo>
                  <a:cubicBezTo>
                    <a:pt x="3426" y="47730"/>
                    <a:pt x="197" y="47730"/>
                    <a:pt x="197" y="53131"/>
                  </a:cubicBezTo>
                  <a:cubicBezTo>
                    <a:pt x="197" y="56568"/>
                    <a:pt x="3177" y="56568"/>
                    <a:pt x="7648" y="56568"/>
                  </a:cubicBezTo>
                  <a:lnTo>
                    <a:pt x="31244" y="56568"/>
                  </a:lnTo>
                  <a:lnTo>
                    <a:pt x="16590" y="114509"/>
                  </a:lnTo>
                  <a:cubicBezTo>
                    <a:pt x="15099" y="120647"/>
                    <a:pt x="12864" y="129485"/>
                    <a:pt x="12864" y="132677"/>
                  </a:cubicBezTo>
                  <a:cubicBezTo>
                    <a:pt x="12864" y="147162"/>
                    <a:pt x="25283" y="156000"/>
                    <a:pt x="39440" y="156000"/>
                  </a:cubicBezTo>
                  <a:cubicBezTo>
                    <a:pt x="67010" y="156000"/>
                    <a:pt x="82657" y="121629"/>
                    <a:pt x="82657" y="118437"/>
                  </a:cubicBezTo>
                  <a:cubicBezTo>
                    <a:pt x="82657" y="115245"/>
                    <a:pt x="79429" y="115245"/>
                    <a:pt x="78683" y="115245"/>
                  </a:cubicBezTo>
                  <a:cubicBezTo>
                    <a:pt x="75703" y="115245"/>
                    <a:pt x="75455" y="115736"/>
                    <a:pt x="73468" y="119910"/>
                  </a:cubicBezTo>
                  <a:cubicBezTo>
                    <a:pt x="66513" y="135377"/>
                    <a:pt x="53846" y="149126"/>
                    <a:pt x="40185" y="149126"/>
                  </a:cubicBezTo>
                  <a:cubicBezTo>
                    <a:pt x="34969" y="149126"/>
                    <a:pt x="31492" y="145934"/>
                    <a:pt x="31492" y="137096"/>
                  </a:cubicBezTo>
                  <a:cubicBezTo>
                    <a:pt x="31492" y="134641"/>
                    <a:pt x="32486" y="129485"/>
                    <a:pt x="32982" y="127030"/>
                  </a:cubicBezTo>
                  <a:lnTo>
                    <a:pt x="50865" y="56568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7B40FFB-3A24-AB3C-8509-57FDDA2FD6F2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2193687" y="5425645"/>
              <a:ext cx="38675" cy="218854"/>
            </a:xfrm>
            <a:custGeom>
              <a:avLst/>
              <a:gdLst>
                <a:gd name="connsiteX0" fmla="*/ 37812 w 38675"/>
                <a:gd name="connsiteY0" fmla="*/ 18688 h 218854"/>
                <a:gd name="connsiteX1" fmla="*/ 19006 w 38675"/>
                <a:gd name="connsiteY1" fmla="*/ 100 h 218854"/>
                <a:gd name="connsiteX2" fmla="*/ 200 w 38675"/>
                <a:gd name="connsiteY2" fmla="*/ 18688 h 218854"/>
                <a:gd name="connsiteX3" fmla="*/ 19006 w 38675"/>
                <a:gd name="connsiteY3" fmla="*/ 37277 h 218854"/>
                <a:gd name="connsiteX4" fmla="*/ 37812 w 38675"/>
                <a:gd name="connsiteY4" fmla="*/ 18688 h 218854"/>
                <a:gd name="connsiteX5" fmla="*/ 31070 w 38675"/>
                <a:gd name="connsiteY5" fmla="*/ 147406 h 218854"/>
                <a:gd name="connsiteX6" fmla="*/ 8361 w 38675"/>
                <a:gd name="connsiteY6" fmla="*/ 210537 h 218854"/>
                <a:gd name="connsiteX7" fmla="*/ 5878 w 38675"/>
                <a:gd name="connsiteY7" fmla="*/ 215096 h 218854"/>
                <a:gd name="connsiteX8" fmla="*/ 9426 w 38675"/>
                <a:gd name="connsiteY8" fmla="*/ 218954 h 218854"/>
                <a:gd name="connsiteX9" fmla="*/ 38876 w 38675"/>
                <a:gd name="connsiteY9" fmla="*/ 150212 h 218854"/>
                <a:gd name="connsiteX10" fmla="*/ 19006 w 38675"/>
                <a:gd name="connsiteY10" fmla="*/ 114086 h 218854"/>
                <a:gd name="connsiteX11" fmla="*/ 200 w 38675"/>
                <a:gd name="connsiteY11" fmla="*/ 132675 h 218854"/>
                <a:gd name="connsiteX12" fmla="*/ 19006 w 38675"/>
                <a:gd name="connsiteY12" fmla="*/ 151264 h 218854"/>
                <a:gd name="connsiteX13" fmla="*/ 21845 w 38675"/>
                <a:gd name="connsiteY13" fmla="*/ 150913 h 218854"/>
                <a:gd name="connsiteX14" fmla="*/ 31070 w 38675"/>
                <a:gd name="connsiteY14" fmla="*/ 147406 h 218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675" h="218854">
                  <a:moveTo>
                    <a:pt x="37812" y="18688"/>
                  </a:moveTo>
                  <a:cubicBezTo>
                    <a:pt x="37812" y="8517"/>
                    <a:pt x="29296" y="100"/>
                    <a:pt x="19006" y="100"/>
                  </a:cubicBezTo>
                  <a:cubicBezTo>
                    <a:pt x="8716" y="100"/>
                    <a:pt x="200" y="8517"/>
                    <a:pt x="200" y="18688"/>
                  </a:cubicBezTo>
                  <a:cubicBezTo>
                    <a:pt x="200" y="28859"/>
                    <a:pt x="8716" y="37277"/>
                    <a:pt x="19006" y="37277"/>
                  </a:cubicBezTo>
                  <a:cubicBezTo>
                    <a:pt x="29296" y="37277"/>
                    <a:pt x="37812" y="28859"/>
                    <a:pt x="37812" y="18688"/>
                  </a:cubicBezTo>
                  <a:close/>
                  <a:moveTo>
                    <a:pt x="31070" y="147406"/>
                  </a:moveTo>
                  <a:cubicBezTo>
                    <a:pt x="31070" y="157226"/>
                    <a:pt x="31070" y="184583"/>
                    <a:pt x="8361" y="210537"/>
                  </a:cubicBezTo>
                  <a:cubicBezTo>
                    <a:pt x="5878" y="213343"/>
                    <a:pt x="5878" y="214044"/>
                    <a:pt x="5878" y="215096"/>
                  </a:cubicBezTo>
                  <a:cubicBezTo>
                    <a:pt x="5878" y="217551"/>
                    <a:pt x="7652" y="218954"/>
                    <a:pt x="9426" y="218954"/>
                  </a:cubicBezTo>
                  <a:cubicBezTo>
                    <a:pt x="13329" y="218954"/>
                    <a:pt x="38876" y="190896"/>
                    <a:pt x="38876" y="150212"/>
                  </a:cubicBezTo>
                  <a:cubicBezTo>
                    <a:pt x="38876" y="140040"/>
                    <a:pt x="38166" y="114086"/>
                    <a:pt x="19006" y="114086"/>
                  </a:cubicBezTo>
                  <a:cubicBezTo>
                    <a:pt x="6587" y="114086"/>
                    <a:pt x="200" y="123556"/>
                    <a:pt x="200" y="132675"/>
                  </a:cubicBezTo>
                  <a:cubicBezTo>
                    <a:pt x="200" y="141794"/>
                    <a:pt x="6232" y="151264"/>
                    <a:pt x="19006" y="151264"/>
                  </a:cubicBezTo>
                  <a:cubicBezTo>
                    <a:pt x="20780" y="151264"/>
                    <a:pt x="21490" y="151264"/>
                    <a:pt x="21845" y="150913"/>
                  </a:cubicBezTo>
                  <a:cubicBezTo>
                    <a:pt x="24328" y="150562"/>
                    <a:pt x="28231" y="149861"/>
                    <a:pt x="31070" y="147406"/>
                  </a:cubicBez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B8E9288-7F17-FD04-1CA9-CDF116A582F4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2355997" y="5313763"/>
              <a:ext cx="82318" cy="350728"/>
            </a:xfrm>
            <a:custGeom>
              <a:avLst/>
              <a:gdLst>
                <a:gd name="connsiteX0" fmla="*/ 82524 w 82318"/>
                <a:gd name="connsiteY0" fmla="*/ 347321 h 350728"/>
                <a:gd name="connsiteX1" fmla="*/ 76492 w 82318"/>
                <a:gd name="connsiteY1" fmla="*/ 339605 h 350728"/>
                <a:gd name="connsiteX2" fmla="*/ 20785 w 82318"/>
                <a:gd name="connsiteY2" fmla="*/ 175464 h 350728"/>
                <a:gd name="connsiteX3" fmla="*/ 77911 w 82318"/>
                <a:gd name="connsiteY3" fmla="*/ 9569 h 350728"/>
                <a:gd name="connsiteX4" fmla="*/ 82524 w 82318"/>
                <a:gd name="connsiteY4" fmla="*/ 3607 h 350728"/>
                <a:gd name="connsiteX5" fmla="*/ 78975 w 82318"/>
                <a:gd name="connsiteY5" fmla="*/ 100 h 350728"/>
                <a:gd name="connsiteX6" fmla="*/ 22559 w 82318"/>
                <a:gd name="connsiteY6" fmla="*/ 68492 h 350728"/>
                <a:gd name="connsiteX7" fmla="*/ 205 w 82318"/>
                <a:gd name="connsiteY7" fmla="*/ 175464 h 350728"/>
                <a:gd name="connsiteX8" fmla="*/ 23623 w 82318"/>
                <a:gd name="connsiteY8" fmla="*/ 284891 h 350728"/>
                <a:gd name="connsiteX9" fmla="*/ 78975 w 82318"/>
                <a:gd name="connsiteY9" fmla="*/ 350828 h 350728"/>
                <a:gd name="connsiteX10" fmla="*/ 82524 w 82318"/>
                <a:gd name="connsiteY10" fmla="*/ 347321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318" h="350728">
                  <a:moveTo>
                    <a:pt x="82524" y="347321"/>
                  </a:moveTo>
                  <a:cubicBezTo>
                    <a:pt x="82524" y="346269"/>
                    <a:pt x="82524" y="345567"/>
                    <a:pt x="76492" y="339605"/>
                  </a:cubicBezTo>
                  <a:cubicBezTo>
                    <a:pt x="32139" y="295413"/>
                    <a:pt x="20785" y="229126"/>
                    <a:pt x="20785" y="175464"/>
                  </a:cubicBezTo>
                  <a:cubicBezTo>
                    <a:pt x="20785" y="114437"/>
                    <a:pt x="34268" y="53410"/>
                    <a:pt x="77911" y="9569"/>
                  </a:cubicBezTo>
                  <a:cubicBezTo>
                    <a:pt x="82524" y="5361"/>
                    <a:pt x="82524" y="4659"/>
                    <a:pt x="82524" y="3607"/>
                  </a:cubicBezTo>
                  <a:cubicBezTo>
                    <a:pt x="82524" y="1152"/>
                    <a:pt x="81104" y="100"/>
                    <a:pt x="78975" y="100"/>
                  </a:cubicBezTo>
                  <a:cubicBezTo>
                    <a:pt x="75427" y="100"/>
                    <a:pt x="43493" y="23949"/>
                    <a:pt x="22559" y="68492"/>
                  </a:cubicBezTo>
                  <a:cubicBezTo>
                    <a:pt x="4463" y="107072"/>
                    <a:pt x="205" y="146003"/>
                    <a:pt x="205" y="175464"/>
                  </a:cubicBezTo>
                  <a:cubicBezTo>
                    <a:pt x="205" y="202821"/>
                    <a:pt x="4108" y="245259"/>
                    <a:pt x="23623" y="284891"/>
                  </a:cubicBezTo>
                  <a:cubicBezTo>
                    <a:pt x="44912" y="328031"/>
                    <a:pt x="75427" y="350828"/>
                    <a:pt x="78975" y="350828"/>
                  </a:cubicBezTo>
                  <a:cubicBezTo>
                    <a:pt x="81104" y="350828"/>
                    <a:pt x="82524" y="349776"/>
                    <a:pt x="82524" y="347321"/>
                  </a:cubicBez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E3592FFC-F316-AAF0-D583-8636CBF9F3DC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2467372" y="5336209"/>
              <a:ext cx="404496" cy="243405"/>
            </a:xfrm>
            <a:custGeom>
              <a:avLst/>
              <a:gdLst>
                <a:gd name="connsiteX0" fmla="*/ 370997 w 404496"/>
                <a:gd name="connsiteY0" fmla="*/ 25001 h 243405"/>
                <a:gd name="connsiteX1" fmla="*/ 384481 w 404496"/>
                <a:gd name="connsiteY1" fmla="*/ 17285 h 243405"/>
                <a:gd name="connsiteX2" fmla="*/ 404705 w 404496"/>
                <a:gd name="connsiteY2" fmla="*/ 16584 h 243405"/>
                <a:gd name="connsiteX3" fmla="*/ 404705 w 404496"/>
                <a:gd name="connsiteY3" fmla="*/ 100 h 243405"/>
                <a:gd name="connsiteX4" fmla="*/ 366740 w 404496"/>
                <a:gd name="connsiteY4" fmla="*/ 1152 h 243405"/>
                <a:gd name="connsiteX5" fmla="*/ 318484 w 404496"/>
                <a:gd name="connsiteY5" fmla="*/ 100 h 243405"/>
                <a:gd name="connsiteX6" fmla="*/ 318484 w 404496"/>
                <a:gd name="connsiteY6" fmla="*/ 16584 h 243405"/>
                <a:gd name="connsiteX7" fmla="*/ 354676 w 404496"/>
                <a:gd name="connsiteY7" fmla="*/ 20442 h 243405"/>
                <a:gd name="connsiteX8" fmla="*/ 293646 w 404496"/>
                <a:gd name="connsiteY8" fmla="*/ 177218 h 243405"/>
                <a:gd name="connsiteX9" fmla="*/ 230843 w 404496"/>
                <a:gd name="connsiteY9" fmla="*/ 16584 h 243405"/>
                <a:gd name="connsiteX10" fmla="*/ 264906 w 404496"/>
                <a:gd name="connsiteY10" fmla="*/ 16584 h 243405"/>
                <a:gd name="connsiteX11" fmla="*/ 264906 w 404496"/>
                <a:gd name="connsiteY11" fmla="*/ 100 h 243405"/>
                <a:gd name="connsiteX12" fmla="*/ 202812 w 404496"/>
                <a:gd name="connsiteY12" fmla="*/ 1152 h 243405"/>
                <a:gd name="connsiteX13" fmla="*/ 148524 w 404496"/>
                <a:gd name="connsiteY13" fmla="*/ 100 h 243405"/>
                <a:gd name="connsiteX14" fmla="*/ 148524 w 404496"/>
                <a:gd name="connsiteY14" fmla="*/ 16584 h 243405"/>
                <a:gd name="connsiteX15" fmla="*/ 179039 w 404496"/>
                <a:gd name="connsiteY15" fmla="*/ 16584 h 243405"/>
                <a:gd name="connsiteX16" fmla="*/ 193587 w 404496"/>
                <a:gd name="connsiteY16" fmla="*/ 53761 h 243405"/>
                <a:gd name="connsiteX17" fmla="*/ 145331 w 404496"/>
                <a:gd name="connsiteY17" fmla="*/ 177218 h 243405"/>
                <a:gd name="connsiteX18" fmla="*/ 82527 w 404496"/>
                <a:gd name="connsiteY18" fmla="*/ 16584 h 243405"/>
                <a:gd name="connsiteX19" fmla="*/ 116590 w 404496"/>
                <a:gd name="connsiteY19" fmla="*/ 16584 h 243405"/>
                <a:gd name="connsiteX20" fmla="*/ 116590 w 404496"/>
                <a:gd name="connsiteY20" fmla="*/ 100 h 243405"/>
                <a:gd name="connsiteX21" fmla="*/ 54496 w 404496"/>
                <a:gd name="connsiteY21" fmla="*/ 1152 h 243405"/>
                <a:gd name="connsiteX22" fmla="*/ 209 w 404496"/>
                <a:gd name="connsiteY22" fmla="*/ 100 h 243405"/>
                <a:gd name="connsiteX23" fmla="*/ 209 w 404496"/>
                <a:gd name="connsiteY23" fmla="*/ 16584 h 243405"/>
                <a:gd name="connsiteX24" fmla="*/ 30723 w 404496"/>
                <a:gd name="connsiteY24" fmla="*/ 16584 h 243405"/>
                <a:gd name="connsiteX25" fmla="*/ 115881 w 404496"/>
                <a:gd name="connsiteY25" fmla="*/ 234386 h 243405"/>
                <a:gd name="connsiteX26" fmla="*/ 128299 w 404496"/>
                <a:gd name="connsiteY26" fmla="*/ 243505 h 243405"/>
                <a:gd name="connsiteX27" fmla="*/ 140718 w 404496"/>
                <a:gd name="connsiteY27" fmla="*/ 234386 h 243405"/>
                <a:gd name="connsiteX28" fmla="*/ 202457 w 404496"/>
                <a:gd name="connsiteY28" fmla="*/ 76558 h 243405"/>
                <a:gd name="connsiteX29" fmla="*/ 264196 w 404496"/>
                <a:gd name="connsiteY29" fmla="*/ 234386 h 243405"/>
                <a:gd name="connsiteX30" fmla="*/ 276615 w 404496"/>
                <a:gd name="connsiteY30" fmla="*/ 243505 h 243405"/>
                <a:gd name="connsiteX31" fmla="*/ 289034 w 404496"/>
                <a:gd name="connsiteY31" fmla="*/ 234386 h 243405"/>
                <a:gd name="connsiteX32" fmla="*/ 370997 w 404496"/>
                <a:gd name="connsiteY32" fmla="*/ 25001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4496" h="243405">
                  <a:moveTo>
                    <a:pt x="370997" y="25001"/>
                  </a:moveTo>
                  <a:cubicBezTo>
                    <a:pt x="373126" y="19039"/>
                    <a:pt x="373481" y="18338"/>
                    <a:pt x="384481" y="17285"/>
                  </a:cubicBezTo>
                  <a:cubicBezTo>
                    <a:pt x="391577" y="16584"/>
                    <a:pt x="399028" y="16584"/>
                    <a:pt x="404705" y="16584"/>
                  </a:cubicBezTo>
                  <a:lnTo>
                    <a:pt x="404705" y="100"/>
                  </a:lnTo>
                  <a:cubicBezTo>
                    <a:pt x="395125" y="450"/>
                    <a:pt x="382706" y="1152"/>
                    <a:pt x="366740" y="1152"/>
                  </a:cubicBezTo>
                  <a:cubicBezTo>
                    <a:pt x="353256" y="1152"/>
                    <a:pt x="331257" y="1152"/>
                    <a:pt x="318484" y="100"/>
                  </a:cubicBezTo>
                  <a:lnTo>
                    <a:pt x="318484" y="16584"/>
                  </a:lnTo>
                  <a:cubicBezTo>
                    <a:pt x="327354" y="16584"/>
                    <a:pt x="344386" y="16584"/>
                    <a:pt x="354676" y="20442"/>
                  </a:cubicBezTo>
                  <a:lnTo>
                    <a:pt x="293646" y="177218"/>
                  </a:lnTo>
                  <a:lnTo>
                    <a:pt x="230843" y="16584"/>
                  </a:lnTo>
                  <a:lnTo>
                    <a:pt x="264906" y="16584"/>
                  </a:lnTo>
                  <a:lnTo>
                    <a:pt x="264906" y="100"/>
                  </a:lnTo>
                  <a:cubicBezTo>
                    <a:pt x="251422" y="1152"/>
                    <a:pt x="218069" y="1152"/>
                    <a:pt x="202812" y="1152"/>
                  </a:cubicBezTo>
                  <a:cubicBezTo>
                    <a:pt x="188974" y="1152"/>
                    <a:pt x="160943" y="1152"/>
                    <a:pt x="148524" y="100"/>
                  </a:cubicBezTo>
                  <a:lnTo>
                    <a:pt x="148524" y="16584"/>
                  </a:lnTo>
                  <a:lnTo>
                    <a:pt x="179039" y="16584"/>
                  </a:lnTo>
                  <a:lnTo>
                    <a:pt x="193587" y="53761"/>
                  </a:lnTo>
                  <a:lnTo>
                    <a:pt x="145331" y="177218"/>
                  </a:lnTo>
                  <a:lnTo>
                    <a:pt x="82527" y="16584"/>
                  </a:lnTo>
                  <a:lnTo>
                    <a:pt x="116590" y="16584"/>
                  </a:lnTo>
                  <a:lnTo>
                    <a:pt x="116590" y="100"/>
                  </a:lnTo>
                  <a:cubicBezTo>
                    <a:pt x="103107" y="1152"/>
                    <a:pt x="69754" y="1152"/>
                    <a:pt x="54496" y="1152"/>
                  </a:cubicBezTo>
                  <a:cubicBezTo>
                    <a:pt x="40658" y="1152"/>
                    <a:pt x="12628" y="1152"/>
                    <a:pt x="209" y="100"/>
                  </a:cubicBezTo>
                  <a:lnTo>
                    <a:pt x="209" y="16584"/>
                  </a:lnTo>
                  <a:lnTo>
                    <a:pt x="30723" y="16584"/>
                  </a:lnTo>
                  <a:lnTo>
                    <a:pt x="115881" y="234386"/>
                  </a:lnTo>
                  <a:cubicBezTo>
                    <a:pt x="118010" y="239998"/>
                    <a:pt x="119429" y="243505"/>
                    <a:pt x="128299" y="243505"/>
                  </a:cubicBezTo>
                  <a:cubicBezTo>
                    <a:pt x="137170" y="243505"/>
                    <a:pt x="138589" y="239998"/>
                    <a:pt x="140718" y="234386"/>
                  </a:cubicBezTo>
                  <a:lnTo>
                    <a:pt x="202457" y="76558"/>
                  </a:lnTo>
                  <a:lnTo>
                    <a:pt x="264196" y="234386"/>
                  </a:lnTo>
                  <a:cubicBezTo>
                    <a:pt x="266325" y="239998"/>
                    <a:pt x="267744" y="243505"/>
                    <a:pt x="276615" y="243505"/>
                  </a:cubicBezTo>
                  <a:cubicBezTo>
                    <a:pt x="285485" y="243505"/>
                    <a:pt x="286905" y="239998"/>
                    <a:pt x="289034" y="234386"/>
                  </a:cubicBezTo>
                  <a:lnTo>
                    <a:pt x="370997" y="25001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B31BDC0-CCFB-3390-CF9D-4982FB81DB74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2928234" y="5313763"/>
              <a:ext cx="48610" cy="350728"/>
            </a:xfrm>
            <a:custGeom>
              <a:avLst/>
              <a:gdLst>
                <a:gd name="connsiteX0" fmla="*/ 48831 w 48610"/>
                <a:gd name="connsiteY0" fmla="*/ 350828 h 350728"/>
                <a:gd name="connsiteX1" fmla="*/ 48831 w 48610"/>
                <a:gd name="connsiteY1" fmla="*/ 336799 h 350728"/>
                <a:gd name="connsiteX2" fmla="*/ 14414 w 48610"/>
                <a:gd name="connsiteY2" fmla="*/ 336799 h 350728"/>
                <a:gd name="connsiteX3" fmla="*/ 14414 w 48610"/>
                <a:gd name="connsiteY3" fmla="*/ 14129 h 350728"/>
                <a:gd name="connsiteX4" fmla="*/ 48831 w 48610"/>
                <a:gd name="connsiteY4" fmla="*/ 14129 h 350728"/>
                <a:gd name="connsiteX5" fmla="*/ 48831 w 48610"/>
                <a:gd name="connsiteY5" fmla="*/ 100 h 350728"/>
                <a:gd name="connsiteX6" fmla="*/ 221 w 48610"/>
                <a:gd name="connsiteY6" fmla="*/ 100 h 350728"/>
                <a:gd name="connsiteX7" fmla="*/ 221 w 48610"/>
                <a:gd name="connsiteY7" fmla="*/ 350828 h 350728"/>
                <a:gd name="connsiteX8" fmla="*/ 48831 w 48610"/>
                <a:gd name="connsiteY8" fmla="*/ 350828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10" h="350728">
                  <a:moveTo>
                    <a:pt x="48831" y="350828"/>
                  </a:moveTo>
                  <a:lnTo>
                    <a:pt x="48831" y="336799"/>
                  </a:lnTo>
                  <a:lnTo>
                    <a:pt x="14414" y="336799"/>
                  </a:lnTo>
                  <a:lnTo>
                    <a:pt x="14414" y="14129"/>
                  </a:lnTo>
                  <a:lnTo>
                    <a:pt x="48831" y="14129"/>
                  </a:lnTo>
                  <a:lnTo>
                    <a:pt x="48831" y="100"/>
                  </a:lnTo>
                  <a:lnTo>
                    <a:pt x="221" y="100"/>
                  </a:lnTo>
                  <a:lnTo>
                    <a:pt x="221" y="350828"/>
                  </a:lnTo>
                  <a:lnTo>
                    <a:pt x="48831" y="350828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8F3CE48-E2B4-B9D2-02B0-53856FEC2F58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2992733" y="5421086"/>
              <a:ext cx="199764" cy="155723"/>
            </a:xfrm>
            <a:custGeom>
              <a:avLst/>
              <a:gdLst>
                <a:gd name="connsiteX0" fmla="*/ 115186 w 199764"/>
                <a:gd name="connsiteY0" fmla="*/ 69544 h 155723"/>
                <a:gd name="connsiteX1" fmla="*/ 156700 w 199764"/>
                <a:gd name="connsiteY1" fmla="*/ 23949 h 155723"/>
                <a:gd name="connsiteX2" fmla="*/ 192892 w 199764"/>
                <a:gd name="connsiteY2" fmla="*/ 16584 h 155723"/>
                <a:gd name="connsiteX3" fmla="*/ 192892 w 199764"/>
                <a:gd name="connsiteY3" fmla="*/ 100 h 155723"/>
                <a:gd name="connsiteX4" fmla="*/ 160248 w 199764"/>
                <a:gd name="connsiteY4" fmla="*/ 1152 h 155723"/>
                <a:gd name="connsiteX5" fmla="*/ 123701 w 199764"/>
                <a:gd name="connsiteY5" fmla="*/ 100 h 155723"/>
                <a:gd name="connsiteX6" fmla="*/ 123701 w 199764"/>
                <a:gd name="connsiteY6" fmla="*/ 16584 h 155723"/>
                <a:gd name="connsiteX7" fmla="*/ 137185 w 199764"/>
                <a:gd name="connsiteY7" fmla="*/ 19740 h 155723"/>
                <a:gd name="connsiteX8" fmla="*/ 134346 w 199764"/>
                <a:gd name="connsiteY8" fmla="*/ 23949 h 155723"/>
                <a:gd name="connsiteX9" fmla="*/ 104541 w 199764"/>
                <a:gd name="connsiteY9" fmla="*/ 56918 h 155723"/>
                <a:gd name="connsiteX10" fmla="*/ 69769 w 199764"/>
                <a:gd name="connsiteY10" fmla="*/ 16584 h 155723"/>
                <a:gd name="connsiteX11" fmla="*/ 83961 w 199764"/>
                <a:gd name="connsiteY11" fmla="*/ 16584 h 155723"/>
                <a:gd name="connsiteX12" fmla="*/ 83961 w 199764"/>
                <a:gd name="connsiteY12" fmla="*/ 100 h 155723"/>
                <a:gd name="connsiteX13" fmla="*/ 41028 w 199764"/>
                <a:gd name="connsiteY13" fmla="*/ 1152 h 155723"/>
                <a:gd name="connsiteX14" fmla="*/ 1998 w 199764"/>
                <a:gd name="connsiteY14" fmla="*/ 100 h 155723"/>
                <a:gd name="connsiteX15" fmla="*/ 1998 w 199764"/>
                <a:gd name="connsiteY15" fmla="*/ 16584 h 155723"/>
                <a:gd name="connsiteX16" fmla="*/ 27190 w 199764"/>
                <a:gd name="connsiteY16" fmla="*/ 16584 h 155723"/>
                <a:gd name="connsiteX17" fmla="*/ 82542 w 199764"/>
                <a:gd name="connsiteY17" fmla="*/ 81118 h 155723"/>
                <a:gd name="connsiteX18" fmla="*/ 36061 w 199764"/>
                <a:gd name="connsiteY18" fmla="*/ 132675 h 155723"/>
                <a:gd name="connsiteX19" fmla="*/ 224 w 199764"/>
                <a:gd name="connsiteY19" fmla="*/ 139339 h 155723"/>
                <a:gd name="connsiteX20" fmla="*/ 224 w 199764"/>
                <a:gd name="connsiteY20" fmla="*/ 155823 h 155723"/>
                <a:gd name="connsiteX21" fmla="*/ 32867 w 199764"/>
                <a:gd name="connsiteY21" fmla="*/ 154771 h 155723"/>
                <a:gd name="connsiteX22" fmla="*/ 69414 w 199764"/>
                <a:gd name="connsiteY22" fmla="*/ 155823 h 155723"/>
                <a:gd name="connsiteX23" fmla="*/ 69414 w 199764"/>
                <a:gd name="connsiteY23" fmla="*/ 139339 h 155723"/>
                <a:gd name="connsiteX24" fmla="*/ 56285 w 199764"/>
                <a:gd name="connsiteY24" fmla="*/ 135481 h 155723"/>
                <a:gd name="connsiteX25" fmla="*/ 58769 w 199764"/>
                <a:gd name="connsiteY25" fmla="*/ 131974 h 155723"/>
                <a:gd name="connsiteX26" fmla="*/ 93187 w 199764"/>
                <a:gd name="connsiteY26" fmla="*/ 93744 h 155723"/>
                <a:gd name="connsiteX27" fmla="*/ 132217 w 199764"/>
                <a:gd name="connsiteY27" fmla="*/ 139339 h 155723"/>
                <a:gd name="connsiteX28" fmla="*/ 118379 w 199764"/>
                <a:gd name="connsiteY28" fmla="*/ 139339 h 155723"/>
                <a:gd name="connsiteX29" fmla="*/ 118379 w 199764"/>
                <a:gd name="connsiteY29" fmla="*/ 155823 h 155723"/>
                <a:gd name="connsiteX30" fmla="*/ 160958 w 199764"/>
                <a:gd name="connsiteY30" fmla="*/ 154771 h 155723"/>
                <a:gd name="connsiteX31" fmla="*/ 199988 w 199764"/>
                <a:gd name="connsiteY31" fmla="*/ 155823 h 155723"/>
                <a:gd name="connsiteX32" fmla="*/ 199988 w 199764"/>
                <a:gd name="connsiteY32" fmla="*/ 139339 h 155723"/>
                <a:gd name="connsiteX33" fmla="*/ 174796 w 199764"/>
                <a:gd name="connsiteY33" fmla="*/ 139339 h 155723"/>
                <a:gd name="connsiteX34" fmla="*/ 115186 w 199764"/>
                <a:gd name="connsiteY34" fmla="*/ 69544 h 155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764" h="155723">
                  <a:moveTo>
                    <a:pt x="115186" y="69544"/>
                  </a:moveTo>
                  <a:lnTo>
                    <a:pt x="156700" y="23949"/>
                  </a:lnTo>
                  <a:cubicBezTo>
                    <a:pt x="161313" y="19039"/>
                    <a:pt x="163441" y="16584"/>
                    <a:pt x="192892" y="16584"/>
                  </a:cubicBezTo>
                  <a:lnTo>
                    <a:pt x="192892" y="100"/>
                  </a:lnTo>
                  <a:cubicBezTo>
                    <a:pt x="180473" y="801"/>
                    <a:pt x="162022" y="1152"/>
                    <a:pt x="160248" y="1152"/>
                  </a:cubicBezTo>
                  <a:cubicBezTo>
                    <a:pt x="151378" y="1152"/>
                    <a:pt x="133636" y="450"/>
                    <a:pt x="123701" y="100"/>
                  </a:cubicBezTo>
                  <a:lnTo>
                    <a:pt x="123701" y="16584"/>
                  </a:lnTo>
                  <a:cubicBezTo>
                    <a:pt x="128669" y="16584"/>
                    <a:pt x="132927" y="17285"/>
                    <a:pt x="137185" y="19740"/>
                  </a:cubicBezTo>
                  <a:cubicBezTo>
                    <a:pt x="135765" y="21845"/>
                    <a:pt x="135765" y="22546"/>
                    <a:pt x="134346" y="23949"/>
                  </a:cubicBezTo>
                  <a:lnTo>
                    <a:pt x="104541" y="56918"/>
                  </a:lnTo>
                  <a:lnTo>
                    <a:pt x="69769" y="16584"/>
                  </a:lnTo>
                  <a:lnTo>
                    <a:pt x="83961" y="16584"/>
                  </a:lnTo>
                  <a:lnTo>
                    <a:pt x="83961" y="100"/>
                  </a:lnTo>
                  <a:cubicBezTo>
                    <a:pt x="74736" y="450"/>
                    <a:pt x="52382" y="1152"/>
                    <a:pt x="41028" y="1152"/>
                  </a:cubicBezTo>
                  <a:cubicBezTo>
                    <a:pt x="29674" y="1152"/>
                    <a:pt x="13707" y="450"/>
                    <a:pt x="1998" y="100"/>
                  </a:cubicBezTo>
                  <a:lnTo>
                    <a:pt x="1998" y="16584"/>
                  </a:lnTo>
                  <a:lnTo>
                    <a:pt x="27190" y="16584"/>
                  </a:lnTo>
                  <a:lnTo>
                    <a:pt x="82542" y="81118"/>
                  </a:lnTo>
                  <a:lnTo>
                    <a:pt x="36061" y="132675"/>
                  </a:lnTo>
                  <a:cubicBezTo>
                    <a:pt x="30029" y="139339"/>
                    <a:pt x="17255" y="139339"/>
                    <a:pt x="224" y="139339"/>
                  </a:cubicBezTo>
                  <a:lnTo>
                    <a:pt x="224" y="155823"/>
                  </a:lnTo>
                  <a:cubicBezTo>
                    <a:pt x="12642" y="155122"/>
                    <a:pt x="31093" y="154771"/>
                    <a:pt x="32867" y="154771"/>
                  </a:cubicBezTo>
                  <a:cubicBezTo>
                    <a:pt x="41738" y="154771"/>
                    <a:pt x="62317" y="155472"/>
                    <a:pt x="69414" y="155823"/>
                  </a:cubicBezTo>
                  <a:lnTo>
                    <a:pt x="69414" y="139339"/>
                  </a:lnTo>
                  <a:cubicBezTo>
                    <a:pt x="63027" y="139339"/>
                    <a:pt x="56285" y="137585"/>
                    <a:pt x="56285" y="135481"/>
                  </a:cubicBezTo>
                  <a:cubicBezTo>
                    <a:pt x="56285" y="135130"/>
                    <a:pt x="56285" y="134779"/>
                    <a:pt x="58769" y="131974"/>
                  </a:cubicBezTo>
                  <a:lnTo>
                    <a:pt x="93187" y="93744"/>
                  </a:lnTo>
                  <a:lnTo>
                    <a:pt x="132217" y="139339"/>
                  </a:lnTo>
                  <a:lnTo>
                    <a:pt x="118379" y="139339"/>
                  </a:lnTo>
                  <a:lnTo>
                    <a:pt x="118379" y="155823"/>
                  </a:lnTo>
                  <a:cubicBezTo>
                    <a:pt x="127604" y="155472"/>
                    <a:pt x="149249" y="154771"/>
                    <a:pt x="160958" y="154771"/>
                  </a:cubicBezTo>
                  <a:cubicBezTo>
                    <a:pt x="172312" y="154771"/>
                    <a:pt x="188279" y="155472"/>
                    <a:pt x="199988" y="155823"/>
                  </a:cubicBezTo>
                  <a:lnTo>
                    <a:pt x="199988" y="139339"/>
                  </a:lnTo>
                  <a:lnTo>
                    <a:pt x="174796" y="139339"/>
                  </a:lnTo>
                  <a:lnTo>
                    <a:pt x="115186" y="69544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175A890-44DB-4103-BE68-197E8B4A64B6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3210715" y="5475974"/>
              <a:ext cx="83950" cy="155898"/>
            </a:xfrm>
            <a:custGeom>
              <a:avLst/>
              <a:gdLst>
                <a:gd name="connsiteX0" fmla="*/ 50898 w 83950"/>
                <a:gd name="connsiteY0" fmla="*/ 56568 h 155898"/>
                <a:gd name="connsiteX1" fmla="*/ 76232 w 83950"/>
                <a:gd name="connsiteY1" fmla="*/ 56568 h 155898"/>
                <a:gd name="connsiteX2" fmla="*/ 84180 w 83950"/>
                <a:gd name="connsiteY2" fmla="*/ 51167 h 155898"/>
                <a:gd name="connsiteX3" fmla="*/ 76729 w 83950"/>
                <a:gd name="connsiteY3" fmla="*/ 47730 h 155898"/>
                <a:gd name="connsiteX4" fmla="*/ 53133 w 83950"/>
                <a:gd name="connsiteY4" fmla="*/ 47730 h 155898"/>
                <a:gd name="connsiteX5" fmla="*/ 62323 w 83950"/>
                <a:gd name="connsiteY5" fmla="*/ 11395 h 155898"/>
                <a:gd name="connsiteX6" fmla="*/ 63068 w 83950"/>
                <a:gd name="connsiteY6" fmla="*/ 7957 h 155898"/>
                <a:gd name="connsiteX7" fmla="*/ 54624 w 83950"/>
                <a:gd name="connsiteY7" fmla="*/ 101 h 155898"/>
                <a:gd name="connsiteX8" fmla="*/ 42950 w 83950"/>
                <a:gd name="connsiteY8" fmla="*/ 10658 h 155898"/>
                <a:gd name="connsiteX9" fmla="*/ 33512 w 83950"/>
                <a:gd name="connsiteY9" fmla="*/ 47730 h 155898"/>
                <a:gd name="connsiteX10" fmla="*/ 8178 w 83950"/>
                <a:gd name="connsiteY10" fmla="*/ 47730 h 155898"/>
                <a:gd name="connsiteX11" fmla="*/ 230 w 83950"/>
                <a:gd name="connsiteY11" fmla="*/ 53131 h 155898"/>
                <a:gd name="connsiteX12" fmla="*/ 7681 w 83950"/>
                <a:gd name="connsiteY12" fmla="*/ 56568 h 155898"/>
                <a:gd name="connsiteX13" fmla="*/ 31276 w 83950"/>
                <a:gd name="connsiteY13" fmla="*/ 56568 h 155898"/>
                <a:gd name="connsiteX14" fmla="*/ 16622 w 83950"/>
                <a:gd name="connsiteY14" fmla="*/ 114509 h 155898"/>
                <a:gd name="connsiteX15" fmla="*/ 12897 w 83950"/>
                <a:gd name="connsiteY15" fmla="*/ 132677 h 155898"/>
                <a:gd name="connsiteX16" fmla="*/ 39473 w 83950"/>
                <a:gd name="connsiteY16" fmla="*/ 156000 h 155898"/>
                <a:gd name="connsiteX17" fmla="*/ 82690 w 83950"/>
                <a:gd name="connsiteY17" fmla="*/ 118437 h 155898"/>
                <a:gd name="connsiteX18" fmla="*/ 78716 w 83950"/>
                <a:gd name="connsiteY18" fmla="*/ 115245 h 155898"/>
                <a:gd name="connsiteX19" fmla="*/ 73500 w 83950"/>
                <a:gd name="connsiteY19" fmla="*/ 119910 h 155898"/>
                <a:gd name="connsiteX20" fmla="*/ 40218 w 83950"/>
                <a:gd name="connsiteY20" fmla="*/ 149126 h 155898"/>
                <a:gd name="connsiteX21" fmla="*/ 31525 w 83950"/>
                <a:gd name="connsiteY21" fmla="*/ 137096 h 155898"/>
                <a:gd name="connsiteX22" fmla="*/ 33015 w 83950"/>
                <a:gd name="connsiteY22" fmla="*/ 127030 h 155898"/>
                <a:gd name="connsiteX23" fmla="*/ 50898 w 83950"/>
                <a:gd name="connsiteY23" fmla="*/ 56568 h 155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950" h="155898">
                  <a:moveTo>
                    <a:pt x="50898" y="56568"/>
                  </a:moveTo>
                  <a:lnTo>
                    <a:pt x="76232" y="56568"/>
                  </a:lnTo>
                  <a:cubicBezTo>
                    <a:pt x="80951" y="56568"/>
                    <a:pt x="84180" y="56568"/>
                    <a:pt x="84180" y="51167"/>
                  </a:cubicBezTo>
                  <a:cubicBezTo>
                    <a:pt x="84180" y="47730"/>
                    <a:pt x="80951" y="47730"/>
                    <a:pt x="76729" y="47730"/>
                  </a:cubicBezTo>
                  <a:lnTo>
                    <a:pt x="53133" y="47730"/>
                  </a:lnTo>
                  <a:lnTo>
                    <a:pt x="62323" y="11395"/>
                  </a:lnTo>
                  <a:cubicBezTo>
                    <a:pt x="62572" y="10167"/>
                    <a:pt x="63068" y="8939"/>
                    <a:pt x="63068" y="7957"/>
                  </a:cubicBezTo>
                  <a:cubicBezTo>
                    <a:pt x="63068" y="3538"/>
                    <a:pt x="59591" y="101"/>
                    <a:pt x="54624" y="101"/>
                  </a:cubicBezTo>
                  <a:cubicBezTo>
                    <a:pt x="48414" y="101"/>
                    <a:pt x="44689" y="4275"/>
                    <a:pt x="42950" y="10658"/>
                  </a:cubicBezTo>
                  <a:cubicBezTo>
                    <a:pt x="41211" y="16796"/>
                    <a:pt x="44440" y="5011"/>
                    <a:pt x="33512" y="47730"/>
                  </a:cubicBezTo>
                  <a:lnTo>
                    <a:pt x="8178" y="47730"/>
                  </a:lnTo>
                  <a:cubicBezTo>
                    <a:pt x="3458" y="47730"/>
                    <a:pt x="230" y="47730"/>
                    <a:pt x="230" y="53131"/>
                  </a:cubicBezTo>
                  <a:cubicBezTo>
                    <a:pt x="230" y="56568"/>
                    <a:pt x="3210" y="56568"/>
                    <a:pt x="7681" y="56568"/>
                  </a:cubicBezTo>
                  <a:lnTo>
                    <a:pt x="31276" y="56568"/>
                  </a:lnTo>
                  <a:lnTo>
                    <a:pt x="16622" y="114509"/>
                  </a:lnTo>
                  <a:cubicBezTo>
                    <a:pt x="15132" y="120647"/>
                    <a:pt x="12897" y="129485"/>
                    <a:pt x="12897" y="132677"/>
                  </a:cubicBezTo>
                  <a:cubicBezTo>
                    <a:pt x="12897" y="147162"/>
                    <a:pt x="25315" y="156000"/>
                    <a:pt x="39473" y="156000"/>
                  </a:cubicBezTo>
                  <a:cubicBezTo>
                    <a:pt x="67042" y="156000"/>
                    <a:pt x="82690" y="121629"/>
                    <a:pt x="82690" y="118437"/>
                  </a:cubicBezTo>
                  <a:cubicBezTo>
                    <a:pt x="82690" y="115245"/>
                    <a:pt x="79461" y="115245"/>
                    <a:pt x="78716" y="115245"/>
                  </a:cubicBezTo>
                  <a:cubicBezTo>
                    <a:pt x="75736" y="115245"/>
                    <a:pt x="75487" y="115736"/>
                    <a:pt x="73500" y="119910"/>
                  </a:cubicBezTo>
                  <a:cubicBezTo>
                    <a:pt x="66546" y="135377"/>
                    <a:pt x="53879" y="149126"/>
                    <a:pt x="40218" y="149126"/>
                  </a:cubicBezTo>
                  <a:cubicBezTo>
                    <a:pt x="35002" y="149126"/>
                    <a:pt x="31525" y="145934"/>
                    <a:pt x="31525" y="137096"/>
                  </a:cubicBezTo>
                  <a:cubicBezTo>
                    <a:pt x="31525" y="134641"/>
                    <a:pt x="32518" y="129485"/>
                    <a:pt x="33015" y="127030"/>
                  </a:cubicBezTo>
                  <a:lnTo>
                    <a:pt x="50898" y="56568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0F786E2-5636-990F-7E5B-44B79808D99B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3334294" y="5561903"/>
              <a:ext cx="167901" cy="12029"/>
            </a:xfrm>
            <a:custGeom>
              <a:avLst/>
              <a:gdLst>
                <a:gd name="connsiteX0" fmla="*/ 158199 w 167901"/>
                <a:gd name="connsiteY0" fmla="*/ 12131 h 12029"/>
                <a:gd name="connsiteX1" fmla="*/ 168134 w 167901"/>
                <a:gd name="connsiteY1" fmla="*/ 6239 h 12029"/>
                <a:gd name="connsiteX2" fmla="*/ 158199 w 167901"/>
                <a:gd name="connsiteY2" fmla="*/ 101 h 12029"/>
                <a:gd name="connsiteX3" fmla="*/ 10168 w 167901"/>
                <a:gd name="connsiteY3" fmla="*/ 101 h 12029"/>
                <a:gd name="connsiteX4" fmla="*/ 233 w 167901"/>
                <a:gd name="connsiteY4" fmla="*/ 5993 h 12029"/>
                <a:gd name="connsiteX5" fmla="*/ 10168 w 167901"/>
                <a:gd name="connsiteY5" fmla="*/ 12131 h 12029"/>
                <a:gd name="connsiteX6" fmla="*/ 158199 w 167901"/>
                <a:gd name="connsiteY6" fmla="*/ 12131 h 12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901" h="12029">
                  <a:moveTo>
                    <a:pt x="158199" y="12131"/>
                  </a:moveTo>
                  <a:cubicBezTo>
                    <a:pt x="162173" y="12131"/>
                    <a:pt x="168134" y="12131"/>
                    <a:pt x="168134" y="6239"/>
                  </a:cubicBezTo>
                  <a:cubicBezTo>
                    <a:pt x="168134" y="101"/>
                    <a:pt x="162422" y="101"/>
                    <a:pt x="158199" y="101"/>
                  </a:cubicBezTo>
                  <a:lnTo>
                    <a:pt x="10168" y="101"/>
                  </a:lnTo>
                  <a:cubicBezTo>
                    <a:pt x="6194" y="101"/>
                    <a:pt x="233" y="101"/>
                    <a:pt x="233" y="5993"/>
                  </a:cubicBezTo>
                  <a:cubicBezTo>
                    <a:pt x="233" y="12131"/>
                    <a:pt x="5945" y="12131"/>
                    <a:pt x="10168" y="12131"/>
                  </a:cubicBezTo>
                  <a:lnTo>
                    <a:pt x="158199" y="12131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D7F3B08-165C-C1F8-4F0C-D77F2B2C814C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3556307" y="5466399"/>
              <a:ext cx="90408" cy="163018"/>
            </a:xfrm>
            <a:custGeom>
              <a:avLst/>
              <a:gdLst>
                <a:gd name="connsiteX0" fmla="*/ 56372 w 90408"/>
                <a:gd name="connsiteY0" fmla="*/ 6975 h 163018"/>
                <a:gd name="connsiteX1" fmla="*/ 48920 w 90408"/>
                <a:gd name="connsiteY1" fmla="*/ 101 h 163018"/>
                <a:gd name="connsiteX2" fmla="*/ 239 w 90408"/>
                <a:gd name="connsiteY2" fmla="*/ 15814 h 163018"/>
                <a:gd name="connsiteX3" fmla="*/ 239 w 90408"/>
                <a:gd name="connsiteY3" fmla="*/ 24652 h 163018"/>
                <a:gd name="connsiteX4" fmla="*/ 36253 w 90408"/>
                <a:gd name="connsiteY4" fmla="*/ 17778 h 163018"/>
                <a:gd name="connsiteX5" fmla="*/ 36253 w 90408"/>
                <a:gd name="connsiteY5" fmla="*/ 142988 h 163018"/>
                <a:gd name="connsiteX6" fmla="*/ 11416 w 90408"/>
                <a:gd name="connsiteY6" fmla="*/ 154281 h 163018"/>
                <a:gd name="connsiteX7" fmla="*/ 1977 w 90408"/>
                <a:gd name="connsiteY7" fmla="*/ 154281 h 163018"/>
                <a:gd name="connsiteX8" fmla="*/ 1977 w 90408"/>
                <a:gd name="connsiteY8" fmla="*/ 163120 h 163018"/>
                <a:gd name="connsiteX9" fmla="*/ 46188 w 90408"/>
                <a:gd name="connsiteY9" fmla="*/ 162138 h 163018"/>
                <a:gd name="connsiteX10" fmla="*/ 90647 w 90408"/>
                <a:gd name="connsiteY10" fmla="*/ 163120 h 163018"/>
                <a:gd name="connsiteX11" fmla="*/ 90647 w 90408"/>
                <a:gd name="connsiteY11" fmla="*/ 154281 h 163018"/>
                <a:gd name="connsiteX12" fmla="*/ 81209 w 90408"/>
                <a:gd name="connsiteY12" fmla="*/ 154281 h 163018"/>
                <a:gd name="connsiteX13" fmla="*/ 56372 w 90408"/>
                <a:gd name="connsiteY13" fmla="*/ 142988 h 163018"/>
                <a:gd name="connsiteX14" fmla="*/ 56372 w 90408"/>
                <a:gd name="connsiteY14" fmla="*/ 6975 h 16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408" h="163018">
                  <a:moveTo>
                    <a:pt x="56372" y="6975"/>
                  </a:moveTo>
                  <a:cubicBezTo>
                    <a:pt x="56372" y="347"/>
                    <a:pt x="55875" y="101"/>
                    <a:pt x="48920" y="101"/>
                  </a:cubicBezTo>
                  <a:cubicBezTo>
                    <a:pt x="33024" y="15568"/>
                    <a:pt x="10422" y="15814"/>
                    <a:pt x="239" y="15814"/>
                  </a:cubicBezTo>
                  <a:lnTo>
                    <a:pt x="239" y="24652"/>
                  </a:lnTo>
                  <a:cubicBezTo>
                    <a:pt x="6200" y="24652"/>
                    <a:pt x="22593" y="24652"/>
                    <a:pt x="36253" y="17778"/>
                  </a:cubicBezTo>
                  <a:lnTo>
                    <a:pt x="36253" y="142988"/>
                  </a:lnTo>
                  <a:cubicBezTo>
                    <a:pt x="36253" y="151090"/>
                    <a:pt x="36253" y="154281"/>
                    <a:pt x="11416" y="154281"/>
                  </a:cubicBezTo>
                  <a:lnTo>
                    <a:pt x="1977" y="154281"/>
                  </a:lnTo>
                  <a:lnTo>
                    <a:pt x="1977" y="163120"/>
                  </a:lnTo>
                  <a:cubicBezTo>
                    <a:pt x="6448" y="162874"/>
                    <a:pt x="36998" y="162138"/>
                    <a:pt x="46188" y="162138"/>
                  </a:cubicBezTo>
                  <a:cubicBezTo>
                    <a:pt x="53888" y="162138"/>
                    <a:pt x="85183" y="162874"/>
                    <a:pt x="90647" y="163120"/>
                  </a:cubicBezTo>
                  <a:lnTo>
                    <a:pt x="90647" y="154281"/>
                  </a:lnTo>
                  <a:lnTo>
                    <a:pt x="81209" y="154281"/>
                  </a:lnTo>
                  <a:cubicBezTo>
                    <a:pt x="56372" y="154281"/>
                    <a:pt x="56372" y="151090"/>
                    <a:pt x="56372" y="142988"/>
                  </a:cubicBezTo>
                  <a:lnTo>
                    <a:pt x="56372" y="6975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81B8617D-CB1C-B028-A89D-4EEFF829E74D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3718925" y="5425645"/>
              <a:ext cx="38675" cy="218854"/>
            </a:xfrm>
            <a:custGeom>
              <a:avLst/>
              <a:gdLst>
                <a:gd name="connsiteX0" fmla="*/ 37854 w 38675"/>
                <a:gd name="connsiteY0" fmla="*/ 18688 h 218854"/>
                <a:gd name="connsiteX1" fmla="*/ 19049 w 38675"/>
                <a:gd name="connsiteY1" fmla="*/ 100 h 218854"/>
                <a:gd name="connsiteX2" fmla="*/ 243 w 38675"/>
                <a:gd name="connsiteY2" fmla="*/ 18688 h 218854"/>
                <a:gd name="connsiteX3" fmla="*/ 19049 w 38675"/>
                <a:gd name="connsiteY3" fmla="*/ 37277 h 218854"/>
                <a:gd name="connsiteX4" fmla="*/ 37854 w 38675"/>
                <a:gd name="connsiteY4" fmla="*/ 18688 h 218854"/>
                <a:gd name="connsiteX5" fmla="*/ 31113 w 38675"/>
                <a:gd name="connsiteY5" fmla="*/ 147406 h 218854"/>
                <a:gd name="connsiteX6" fmla="*/ 8404 w 38675"/>
                <a:gd name="connsiteY6" fmla="*/ 210537 h 218854"/>
                <a:gd name="connsiteX7" fmla="*/ 5920 w 38675"/>
                <a:gd name="connsiteY7" fmla="*/ 215096 h 218854"/>
                <a:gd name="connsiteX8" fmla="*/ 9469 w 38675"/>
                <a:gd name="connsiteY8" fmla="*/ 218954 h 218854"/>
                <a:gd name="connsiteX9" fmla="*/ 38919 w 38675"/>
                <a:gd name="connsiteY9" fmla="*/ 150212 h 218854"/>
                <a:gd name="connsiteX10" fmla="*/ 19049 w 38675"/>
                <a:gd name="connsiteY10" fmla="*/ 114086 h 218854"/>
                <a:gd name="connsiteX11" fmla="*/ 243 w 38675"/>
                <a:gd name="connsiteY11" fmla="*/ 132675 h 218854"/>
                <a:gd name="connsiteX12" fmla="*/ 19049 w 38675"/>
                <a:gd name="connsiteY12" fmla="*/ 151264 h 218854"/>
                <a:gd name="connsiteX13" fmla="*/ 21887 w 38675"/>
                <a:gd name="connsiteY13" fmla="*/ 150913 h 218854"/>
                <a:gd name="connsiteX14" fmla="*/ 31113 w 38675"/>
                <a:gd name="connsiteY14" fmla="*/ 147406 h 218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675" h="218854">
                  <a:moveTo>
                    <a:pt x="37854" y="18688"/>
                  </a:moveTo>
                  <a:cubicBezTo>
                    <a:pt x="37854" y="8517"/>
                    <a:pt x="29339" y="100"/>
                    <a:pt x="19049" y="100"/>
                  </a:cubicBezTo>
                  <a:cubicBezTo>
                    <a:pt x="8759" y="100"/>
                    <a:pt x="243" y="8517"/>
                    <a:pt x="243" y="18688"/>
                  </a:cubicBezTo>
                  <a:cubicBezTo>
                    <a:pt x="243" y="28859"/>
                    <a:pt x="8759" y="37277"/>
                    <a:pt x="19049" y="37277"/>
                  </a:cubicBezTo>
                  <a:cubicBezTo>
                    <a:pt x="29339" y="37277"/>
                    <a:pt x="37854" y="28859"/>
                    <a:pt x="37854" y="18688"/>
                  </a:cubicBezTo>
                  <a:close/>
                  <a:moveTo>
                    <a:pt x="31113" y="147406"/>
                  </a:moveTo>
                  <a:cubicBezTo>
                    <a:pt x="31113" y="157226"/>
                    <a:pt x="31113" y="184583"/>
                    <a:pt x="8404" y="210537"/>
                  </a:cubicBezTo>
                  <a:cubicBezTo>
                    <a:pt x="5920" y="213343"/>
                    <a:pt x="5920" y="214044"/>
                    <a:pt x="5920" y="215096"/>
                  </a:cubicBezTo>
                  <a:cubicBezTo>
                    <a:pt x="5920" y="217551"/>
                    <a:pt x="7695" y="218954"/>
                    <a:pt x="9469" y="218954"/>
                  </a:cubicBezTo>
                  <a:cubicBezTo>
                    <a:pt x="13372" y="218954"/>
                    <a:pt x="38919" y="190896"/>
                    <a:pt x="38919" y="150212"/>
                  </a:cubicBezTo>
                  <a:cubicBezTo>
                    <a:pt x="38919" y="140040"/>
                    <a:pt x="38209" y="114086"/>
                    <a:pt x="19049" y="114086"/>
                  </a:cubicBezTo>
                  <a:cubicBezTo>
                    <a:pt x="6630" y="114086"/>
                    <a:pt x="243" y="123556"/>
                    <a:pt x="243" y="132675"/>
                  </a:cubicBezTo>
                  <a:cubicBezTo>
                    <a:pt x="243" y="141794"/>
                    <a:pt x="6275" y="151264"/>
                    <a:pt x="19049" y="151264"/>
                  </a:cubicBezTo>
                  <a:cubicBezTo>
                    <a:pt x="20823" y="151264"/>
                    <a:pt x="21533" y="151264"/>
                    <a:pt x="21887" y="150913"/>
                  </a:cubicBezTo>
                  <a:cubicBezTo>
                    <a:pt x="24371" y="150562"/>
                    <a:pt x="28274" y="149861"/>
                    <a:pt x="31113" y="147406"/>
                  </a:cubicBez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6B6EE128-5D89-5AD8-1674-2F08884C3F69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3862075" y="5333403"/>
              <a:ext cx="202248" cy="243405"/>
            </a:xfrm>
            <a:custGeom>
              <a:avLst/>
              <a:gdLst>
                <a:gd name="connsiteX0" fmla="*/ 24730 w 202248"/>
                <a:gd name="connsiteY0" fmla="*/ 227021 h 243405"/>
                <a:gd name="connsiteX1" fmla="*/ 248 w 202248"/>
                <a:gd name="connsiteY1" fmla="*/ 227021 h 243405"/>
                <a:gd name="connsiteX2" fmla="*/ 248 w 202248"/>
                <a:gd name="connsiteY2" fmla="*/ 243505 h 243405"/>
                <a:gd name="connsiteX3" fmla="*/ 44955 w 202248"/>
                <a:gd name="connsiteY3" fmla="*/ 242453 h 243405"/>
                <a:gd name="connsiteX4" fmla="*/ 89663 w 202248"/>
                <a:gd name="connsiteY4" fmla="*/ 243505 h 243405"/>
                <a:gd name="connsiteX5" fmla="*/ 89663 w 202248"/>
                <a:gd name="connsiteY5" fmla="*/ 227021 h 243405"/>
                <a:gd name="connsiteX6" fmla="*/ 65180 w 202248"/>
                <a:gd name="connsiteY6" fmla="*/ 227021 h 243405"/>
                <a:gd name="connsiteX7" fmla="*/ 65180 w 202248"/>
                <a:gd name="connsiteY7" fmla="*/ 153719 h 243405"/>
                <a:gd name="connsiteX8" fmla="*/ 118048 w 202248"/>
                <a:gd name="connsiteY8" fmla="*/ 98304 h 243405"/>
                <a:gd name="connsiteX9" fmla="*/ 137564 w 202248"/>
                <a:gd name="connsiteY9" fmla="*/ 132324 h 243405"/>
                <a:gd name="connsiteX10" fmla="*/ 137564 w 202248"/>
                <a:gd name="connsiteY10" fmla="*/ 227021 h 243405"/>
                <a:gd name="connsiteX11" fmla="*/ 113081 w 202248"/>
                <a:gd name="connsiteY11" fmla="*/ 227021 h 243405"/>
                <a:gd name="connsiteX12" fmla="*/ 113081 w 202248"/>
                <a:gd name="connsiteY12" fmla="*/ 243505 h 243405"/>
                <a:gd name="connsiteX13" fmla="*/ 157788 w 202248"/>
                <a:gd name="connsiteY13" fmla="*/ 242453 h 243405"/>
                <a:gd name="connsiteX14" fmla="*/ 202496 w 202248"/>
                <a:gd name="connsiteY14" fmla="*/ 243505 h 243405"/>
                <a:gd name="connsiteX15" fmla="*/ 202496 w 202248"/>
                <a:gd name="connsiteY15" fmla="*/ 227021 h 243405"/>
                <a:gd name="connsiteX16" fmla="*/ 178013 w 202248"/>
                <a:gd name="connsiteY16" fmla="*/ 227021 h 243405"/>
                <a:gd name="connsiteX17" fmla="*/ 178013 w 202248"/>
                <a:gd name="connsiteY17" fmla="*/ 136182 h 243405"/>
                <a:gd name="connsiteX18" fmla="*/ 123371 w 202248"/>
                <a:gd name="connsiteY18" fmla="*/ 85677 h 243405"/>
                <a:gd name="connsiteX19" fmla="*/ 63051 w 202248"/>
                <a:gd name="connsiteY19" fmla="*/ 120049 h 243405"/>
                <a:gd name="connsiteX20" fmla="*/ 63051 w 202248"/>
                <a:gd name="connsiteY20" fmla="*/ 100 h 243405"/>
                <a:gd name="connsiteX21" fmla="*/ 248 w 202248"/>
                <a:gd name="connsiteY21" fmla="*/ 2905 h 243405"/>
                <a:gd name="connsiteX22" fmla="*/ 248 w 202248"/>
                <a:gd name="connsiteY22" fmla="*/ 19390 h 243405"/>
                <a:gd name="connsiteX23" fmla="*/ 24730 w 202248"/>
                <a:gd name="connsiteY23" fmla="*/ 33068 h 243405"/>
                <a:gd name="connsiteX24" fmla="*/ 24730 w 202248"/>
                <a:gd name="connsiteY24" fmla="*/ 227021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2248" h="243405">
                  <a:moveTo>
                    <a:pt x="24730" y="227021"/>
                  </a:moveTo>
                  <a:lnTo>
                    <a:pt x="248" y="227021"/>
                  </a:lnTo>
                  <a:lnTo>
                    <a:pt x="248" y="243505"/>
                  </a:lnTo>
                  <a:cubicBezTo>
                    <a:pt x="10183" y="243155"/>
                    <a:pt x="31472" y="242453"/>
                    <a:pt x="44955" y="242453"/>
                  </a:cubicBezTo>
                  <a:cubicBezTo>
                    <a:pt x="58793" y="242453"/>
                    <a:pt x="79728" y="243155"/>
                    <a:pt x="89663" y="243505"/>
                  </a:cubicBezTo>
                  <a:lnTo>
                    <a:pt x="89663" y="227021"/>
                  </a:lnTo>
                  <a:lnTo>
                    <a:pt x="65180" y="227021"/>
                  </a:lnTo>
                  <a:lnTo>
                    <a:pt x="65180" y="153719"/>
                  </a:lnTo>
                  <a:cubicBezTo>
                    <a:pt x="65180" y="115489"/>
                    <a:pt x="95695" y="98304"/>
                    <a:pt x="118048" y="98304"/>
                  </a:cubicBezTo>
                  <a:cubicBezTo>
                    <a:pt x="130112" y="98304"/>
                    <a:pt x="137564" y="105669"/>
                    <a:pt x="137564" y="132324"/>
                  </a:cubicBezTo>
                  <a:lnTo>
                    <a:pt x="137564" y="227021"/>
                  </a:lnTo>
                  <a:lnTo>
                    <a:pt x="113081" y="227021"/>
                  </a:lnTo>
                  <a:lnTo>
                    <a:pt x="113081" y="243505"/>
                  </a:lnTo>
                  <a:cubicBezTo>
                    <a:pt x="123016" y="243155"/>
                    <a:pt x="144305" y="242453"/>
                    <a:pt x="157788" y="242453"/>
                  </a:cubicBezTo>
                  <a:cubicBezTo>
                    <a:pt x="171627" y="242453"/>
                    <a:pt x="192561" y="243155"/>
                    <a:pt x="202496" y="243505"/>
                  </a:cubicBezTo>
                  <a:lnTo>
                    <a:pt x="202496" y="227021"/>
                  </a:lnTo>
                  <a:lnTo>
                    <a:pt x="178013" y="227021"/>
                  </a:lnTo>
                  <a:lnTo>
                    <a:pt x="178013" y="136182"/>
                  </a:lnTo>
                  <a:cubicBezTo>
                    <a:pt x="178013" y="99356"/>
                    <a:pt x="158853" y="85677"/>
                    <a:pt x="123371" y="85677"/>
                  </a:cubicBezTo>
                  <a:cubicBezTo>
                    <a:pt x="89308" y="85677"/>
                    <a:pt x="71212" y="106020"/>
                    <a:pt x="63051" y="120049"/>
                  </a:cubicBezTo>
                  <a:lnTo>
                    <a:pt x="63051" y="100"/>
                  </a:lnTo>
                  <a:lnTo>
                    <a:pt x="248" y="2905"/>
                  </a:lnTo>
                  <a:lnTo>
                    <a:pt x="248" y="19390"/>
                  </a:lnTo>
                  <a:cubicBezTo>
                    <a:pt x="22247" y="19390"/>
                    <a:pt x="24730" y="19390"/>
                    <a:pt x="24730" y="33068"/>
                  </a:cubicBezTo>
                  <a:lnTo>
                    <a:pt x="24730" y="227021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9684721B-2C95-F805-4449-28EBC119BA95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4083230" y="5475974"/>
              <a:ext cx="83950" cy="155898"/>
            </a:xfrm>
            <a:custGeom>
              <a:avLst/>
              <a:gdLst>
                <a:gd name="connsiteX0" fmla="*/ 50923 w 83950"/>
                <a:gd name="connsiteY0" fmla="*/ 56568 h 155898"/>
                <a:gd name="connsiteX1" fmla="*/ 76257 w 83950"/>
                <a:gd name="connsiteY1" fmla="*/ 56568 h 155898"/>
                <a:gd name="connsiteX2" fmla="*/ 84205 w 83950"/>
                <a:gd name="connsiteY2" fmla="*/ 51167 h 155898"/>
                <a:gd name="connsiteX3" fmla="*/ 76754 w 83950"/>
                <a:gd name="connsiteY3" fmla="*/ 47730 h 155898"/>
                <a:gd name="connsiteX4" fmla="*/ 53158 w 83950"/>
                <a:gd name="connsiteY4" fmla="*/ 47730 h 155898"/>
                <a:gd name="connsiteX5" fmla="*/ 62348 w 83950"/>
                <a:gd name="connsiteY5" fmla="*/ 11395 h 155898"/>
                <a:gd name="connsiteX6" fmla="*/ 63093 w 83950"/>
                <a:gd name="connsiteY6" fmla="*/ 7957 h 155898"/>
                <a:gd name="connsiteX7" fmla="*/ 54648 w 83950"/>
                <a:gd name="connsiteY7" fmla="*/ 101 h 155898"/>
                <a:gd name="connsiteX8" fmla="*/ 42975 w 83950"/>
                <a:gd name="connsiteY8" fmla="*/ 10658 h 155898"/>
                <a:gd name="connsiteX9" fmla="*/ 33536 w 83950"/>
                <a:gd name="connsiteY9" fmla="*/ 47730 h 155898"/>
                <a:gd name="connsiteX10" fmla="*/ 8202 w 83950"/>
                <a:gd name="connsiteY10" fmla="*/ 47730 h 155898"/>
                <a:gd name="connsiteX11" fmla="*/ 254 w 83950"/>
                <a:gd name="connsiteY11" fmla="*/ 53131 h 155898"/>
                <a:gd name="connsiteX12" fmla="*/ 7705 w 83950"/>
                <a:gd name="connsiteY12" fmla="*/ 56568 h 155898"/>
                <a:gd name="connsiteX13" fmla="*/ 31301 w 83950"/>
                <a:gd name="connsiteY13" fmla="*/ 56568 h 155898"/>
                <a:gd name="connsiteX14" fmla="*/ 16647 w 83950"/>
                <a:gd name="connsiteY14" fmla="*/ 114509 h 155898"/>
                <a:gd name="connsiteX15" fmla="*/ 12921 w 83950"/>
                <a:gd name="connsiteY15" fmla="*/ 132677 h 155898"/>
                <a:gd name="connsiteX16" fmla="*/ 39497 w 83950"/>
                <a:gd name="connsiteY16" fmla="*/ 156000 h 155898"/>
                <a:gd name="connsiteX17" fmla="*/ 82715 w 83950"/>
                <a:gd name="connsiteY17" fmla="*/ 118437 h 155898"/>
                <a:gd name="connsiteX18" fmla="*/ 78741 w 83950"/>
                <a:gd name="connsiteY18" fmla="*/ 115245 h 155898"/>
                <a:gd name="connsiteX19" fmla="*/ 73525 w 83950"/>
                <a:gd name="connsiteY19" fmla="*/ 119910 h 155898"/>
                <a:gd name="connsiteX20" fmla="*/ 40242 w 83950"/>
                <a:gd name="connsiteY20" fmla="*/ 149126 h 155898"/>
                <a:gd name="connsiteX21" fmla="*/ 31549 w 83950"/>
                <a:gd name="connsiteY21" fmla="*/ 137096 h 155898"/>
                <a:gd name="connsiteX22" fmla="*/ 33040 w 83950"/>
                <a:gd name="connsiteY22" fmla="*/ 127030 h 155898"/>
                <a:gd name="connsiteX23" fmla="*/ 50923 w 83950"/>
                <a:gd name="connsiteY23" fmla="*/ 56568 h 155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950" h="155898">
                  <a:moveTo>
                    <a:pt x="50923" y="56568"/>
                  </a:moveTo>
                  <a:lnTo>
                    <a:pt x="76257" y="56568"/>
                  </a:lnTo>
                  <a:cubicBezTo>
                    <a:pt x="80976" y="56568"/>
                    <a:pt x="84205" y="56568"/>
                    <a:pt x="84205" y="51167"/>
                  </a:cubicBezTo>
                  <a:cubicBezTo>
                    <a:pt x="84205" y="47730"/>
                    <a:pt x="80976" y="47730"/>
                    <a:pt x="76754" y="47730"/>
                  </a:cubicBezTo>
                  <a:lnTo>
                    <a:pt x="53158" y="47730"/>
                  </a:lnTo>
                  <a:lnTo>
                    <a:pt x="62348" y="11395"/>
                  </a:lnTo>
                  <a:cubicBezTo>
                    <a:pt x="62596" y="10167"/>
                    <a:pt x="63093" y="8939"/>
                    <a:pt x="63093" y="7957"/>
                  </a:cubicBezTo>
                  <a:cubicBezTo>
                    <a:pt x="63093" y="3538"/>
                    <a:pt x="59616" y="101"/>
                    <a:pt x="54648" y="101"/>
                  </a:cubicBezTo>
                  <a:cubicBezTo>
                    <a:pt x="48439" y="101"/>
                    <a:pt x="44713" y="4275"/>
                    <a:pt x="42975" y="10658"/>
                  </a:cubicBezTo>
                  <a:cubicBezTo>
                    <a:pt x="41236" y="16796"/>
                    <a:pt x="44465" y="5011"/>
                    <a:pt x="33536" y="47730"/>
                  </a:cubicBezTo>
                  <a:lnTo>
                    <a:pt x="8202" y="47730"/>
                  </a:lnTo>
                  <a:cubicBezTo>
                    <a:pt x="3483" y="47730"/>
                    <a:pt x="254" y="47730"/>
                    <a:pt x="254" y="53131"/>
                  </a:cubicBezTo>
                  <a:cubicBezTo>
                    <a:pt x="254" y="56568"/>
                    <a:pt x="3235" y="56568"/>
                    <a:pt x="7705" y="56568"/>
                  </a:cubicBezTo>
                  <a:lnTo>
                    <a:pt x="31301" y="56568"/>
                  </a:lnTo>
                  <a:lnTo>
                    <a:pt x="16647" y="114509"/>
                  </a:lnTo>
                  <a:cubicBezTo>
                    <a:pt x="15157" y="120647"/>
                    <a:pt x="12921" y="129485"/>
                    <a:pt x="12921" y="132677"/>
                  </a:cubicBezTo>
                  <a:cubicBezTo>
                    <a:pt x="12921" y="147162"/>
                    <a:pt x="25340" y="156000"/>
                    <a:pt x="39497" y="156000"/>
                  </a:cubicBezTo>
                  <a:cubicBezTo>
                    <a:pt x="67067" y="156000"/>
                    <a:pt x="82715" y="121629"/>
                    <a:pt x="82715" y="118437"/>
                  </a:cubicBezTo>
                  <a:cubicBezTo>
                    <a:pt x="82715" y="115245"/>
                    <a:pt x="79486" y="115245"/>
                    <a:pt x="78741" y="115245"/>
                  </a:cubicBezTo>
                  <a:cubicBezTo>
                    <a:pt x="75760" y="115245"/>
                    <a:pt x="75512" y="115736"/>
                    <a:pt x="73525" y="119910"/>
                  </a:cubicBezTo>
                  <a:cubicBezTo>
                    <a:pt x="66570" y="135377"/>
                    <a:pt x="53903" y="149126"/>
                    <a:pt x="40242" y="149126"/>
                  </a:cubicBezTo>
                  <a:cubicBezTo>
                    <a:pt x="35027" y="149126"/>
                    <a:pt x="31549" y="145934"/>
                    <a:pt x="31549" y="137096"/>
                  </a:cubicBezTo>
                  <a:cubicBezTo>
                    <a:pt x="31549" y="134641"/>
                    <a:pt x="32543" y="129485"/>
                    <a:pt x="33040" y="127030"/>
                  </a:cubicBezTo>
                  <a:lnTo>
                    <a:pt x="50923" y="56568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82F989F-F8CD-6342-54B8-0C964A7CA651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4206809" y="5561903"/>
              <a:ext cx="167901" cy="12029"/>
            </a:xfrm>
            <a:custGeom>
              <a:avLst/>
              <a:gdLst>
                <a:gd name="connsiteX0" fmla="*/ 158224 w 167901"/>
                <a:gd name="connsiteY0" fmla="*/ 12131 h 12029"/>
                <a:gd name="connsiteX1" fmla="*/ 168159 w 167901"/>
                <a:gd name="connsiteY1" fmla="*/ 6239 h 12029"/>
                <a:gd name="connsiteX2" fmla="*/ 158224 w 167901"/>
                <a:gd name="connsiteY2" fmla="*/ 101 h 12029"/>
                <a:gd name="connsiteX3" fmla="*/ 10192 w 167901"/>
                <a:gd name="connsiteY3" fmla="*/ 101 h 12029"/>
                <a:gd name="connsiteX4" fmla="*/ 257 w 167901"/>
                <a:gd name="connsiteY4" fmla="*/ 5993 h 12029"/>
                <a:gd name="connsiteX5" fmla="*/ 10192 w 167901"/>
                <a:gd name="connsiteY5" fmla="*/ 12131 h 12029"/>
                <a:gd name="connsiteX6" fmla="*/ 158224 w 167901"/>
                <a:gd name="connsiteY6" fmla="*/ 12131 h 12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901" h="12029">
                  <a:moveTo>
                    <a:pt x="158224" y="12131"/>
                  </a:moveTo>
                  <a:cubicBezTo>
                    <a:pt x="162198" y="12131"/>
                    <a:pt x="168159" y="12131"/>
                    <a:pt x="168159" y="6239"/>
                  </a:cubicBezTo>
                  <a:cubicBezTo>
                    <a:pt x="168159" y="101"/>
                    <a:pt x="162446" y="101"/>
                    <a:pt x="158224" y="101"/>
                  </a:cubicBezTo>
                  <a:lnTo>
                    <a:pt x="10192" y="101"/>
                  </a:lnTo>
                  <a:cubicBezTo>
                    <a:pt x="6218" y="101"/>
                    <a:pt x="257" y="101"/>
                    <a:pt x="257" y="5993"/>
                  </a:cubicBezTo>
                  <a:cubicBezTo>
                    <a:pt x="257" y="12131"/>
                    <a:pt x="5970" y="12131"/>
                    <a:pt x="10192" y="12131"/>
                  </a:cubicBezTo>
                  <a:lnTo>
                    <a:pt x="158224" y="12131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2049F3A-B0AC-1C3D-59D9-7DB5A7B57C56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4417397" y="5466399"/>
              <a:ext cx="109781" cy="163018"/>
            </a:xfrm>
            <a:custGeom>
              <a:avLst/>
              <a:gdLst>
                <a:gd name="connsiteX0" fmla="*/ 110045 w 109781"/>
                <a:gd name="connsiteY0" fmla="*/ 118437 h 163018"/>
                <a:gd name="connsiteX1" fmla="*/ 101600 w 109781"/>
                <a:gd name="connsiteY1" fmla="*/ 118437 h 163018"/>
                <a:gd name="connsiteX2" fmla="*/ 95143 w 109781"/>
                <a:gd name="connsiteY2" fmla="*/ 140778 h 163018"/>
                <a:gd name="connsiteX3" fmla="*/ 70553 w 109781"/>
                <a:gd name="connsiteY3" fmla="*/ 142251 h 163018"/>
                <a:gd name="connsiteX4" fmla="*/ 24852 w 109781"/>
                <a:gd name="connsiteY4" fmla="*/ 142251 h 163018"/>
                <a:gd name="connsiteX5" fmla="*/ 74527 w 109781"/>
                <a:gd name="connsiteY5" fmla="*/ 101006 h 163018"/>
                <a:gd name="connsiteX6" fmla="*/ 110045 w 109781"/>
                <a:gd name="connsiteY6" fmla="*/ 47976 h 163018"/>
                <a:gd name="connsiteX7" fmla="*/ 51925 w 109781"/>
                <a:gd name="connsiteY7" fmla="*/ 101 h 163018"/>
                <a:gd name="connsiteX8" fmla="*/ 263 w 109781"/>
                <a:gd name="connsiteY8" fmla="*/ 44047 h 163018"/>
                <a:gd name="connsiteX9" fmla="*/ 13427 w 109781"/>
                <a:gd name="connsiteY9" fmla="*/ 57796 h 163018"/>
                <a:gd name="connsiteX10" fmla="*/ 26591 w 109781"/>
                <a:gd name="connsiteY10" fmla="*/ 44784 h 163018"/>
                <a:gd name="connsiteX11" fmla="*/ 11937 w 109781"/>
                <a:gd name="connsiteY11" fmla="*/ 31772 h 163018"/>
                <a:gd name="connsiteX12" fmla="*/ 48200 w 109781"/>
                <a:gd name="connsiteY12" fmla="*/ 8939 h 163018"/>
                <a:gd name="connsiteX13" fmla="*/ 85953 w 109781"/>
                <a:gd name="connsiteY13" fmla="*/ 47976 h 163018"/>
                <a:gd name="connsiteX14" fmla="*/ 62605 w 109781"/>
                <a:gd name="connsiteY14" fmla="*/ 95114 h 163018"/>
                <a:gd name="connsiteX15" fmla="*/ 2747 w 109781"/>
                <a:gd name="connsiteY15" fmla="*/ 153545 h 163018"/>
                <a:gd name="connsiteX16" fmla="*/ 263 w 109781"/>
                <a:gd name="connsiteY16" fmla="*/ 163120 h 163018"/>
                <a:gd name="connsiteX17" fmla="*/ 102594 w 109781"/>
                <a:gd name="connsiteY17" fmla="*/ 163120 h 163018"/>
                <a:gd name="connsiteX18" fmla="*/ 110045 w 109781"/>
                <a:gd name="connsiteY18" fmla="*/ 118437 h 16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781" h="163018">
                  <a:moveTo>
                    <a:pt x="110045" y="118437"/>
                  </a:moveTo>
                  <a:lnTo>
                    <a:pt x="101600" y="118437"/>
                  </a:lnTo>
                  <a:cubicBezTo>
                    <a:pt x="100855" y="123838"/>
                    <a:pt x="98371" y="138323"/>
                    <a:pt x="95143" y="140778"/>
                  </a:cubicBezTo>
                  <a:cubicBezTo>
                    <a:pt x="93156" y="142251"/>
                    <a:pt x="74031" y="142251"/>
                    <a:pt x="70553" y="142251"/>
                  </a:cubicBezTo>
                  <a:lnTo>
                    <a:pt x="24852" y="142251"/>
                  </a:lnTo>
                  <a:cubicBezTo>
                    <a:pt x="50932" y="119419"/>
                    <a:pt x="59625" y="112545"/>
                    <a:pt x="74527" y="101006"/>
                  </a:cubicBezTo>
                  <a:cubicBezTo>
                    <a:pt x="92907" y="86521"/>
                    <a:pt x="110045" y="71299"/>
                    <a:pt x="110045" y="47976"/>
                  </a:cubicBezTo>
                  <a:cubicBezTo>
                    <a:pt x="110045" y="18269"/>
                    <a:pt x="83717" y="101"/>
                    <a:pt x="51925" y="101"/>
                  </a:cubicBezTo>
                  <a:cubicBezTo>
                    <a:pt x="21127" y="101"/>
                    <a:pt x="263" y="21461"/>
                    <a:pt x="263" y="44047"/>
                  </a:cubicBezTo>
                  <a:cubicBezTo>
                    <a:pt x="263" y="56568"/>
                    <a:pt x="10943" y="57796"/>
                    <a:pt x="13427" y="57796"/>
                  </a:cubicBezTo>
                  <a:cubicBezTo>
                    <a:pt x="19388" y="57796"/>
                    <a:pt x="26591" y="53622"/>
                    <a:pt x="26591" y="44784"/>
                  </a:cubicBezTo>
                  <a:cubicBezTo>
                    <a:pt x="26591" y="40365"/>
                    <a:pt x="24852" y="31772"/>
                    <a:pt x="11937" y="31772"/>
                  </a:cubicBezTo>
                  <a:cubicBezTo>
                    <a:pt x="19637" y="14341"/>
                    <a:pt x="36526" y="8939"/>
                    <a:pt x="48200" y="8939"/>
                  </a:cubicBezTo>
                  <a:cubicBezTo>
                    <a:pt x="73037" y="8939"/>
                    <a:pt x="85953" y="28089"/>
                    <a:pt x="85953" y="47976"/>
                  </a:cubicBezTo>
                  <a:cubicBezTo>
                    <a:pt x="85953" y="69335"/>
                    <a:pt x="70553" y="86275"/>
                    <a:pt x="62605" y="95114"/>
                  </a:cubicBezTo>
                  <a:lnTo>
                    <a:pt x="2747" y="153545"/>
                  </a:lnTo>
                  <a:cubicBezTo>
                    <a:pt x="263" y="155755"/>
                    <a:pt x="263" y="156246"/>
                    <a:pt x="263" y="163120"/>
                  </a:cubicBezTo>
                  <a:lnTo>
                    <a:pt x="102594" y="163120"/>
                  </a:lnTo>
                  <a:lnTo>
                    <a:pt x="110045" y="118437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4E39B3EA-F2B9-D89A-6748-4F3EDB7C6DC3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4568732" y="5313763"/>
              <a:ext cx="48610" cy="350728"/>
            </a:xfrm>
            <a:custGeom>
              <a:avLst/>
              <a:gdLst>
                <a:gd name="connsiteX0" fmla="*/ 48878 w 48610"/>
                <a:gd name="connsiteY0" fmla="*/ 100 h 350728"/>
                <a:gd name="connsiteX1" fmla="*/ 268 w 48610"/>
                <a:gd name="connsiteY1" fmla="*/ 100 h 350728"/>
                <a:gd name="connsiteX2" fmla="*/ 268 w 48610"/>
                <a:gd name="connsiteY2" fmla="*/ 14129 h 350728"/>
                <a:gd name="connsiteX3" fmla="*/ 34685 w 48610"/>
                <a:gd name="connsiteY3" fmla="*/ 14129 h 350728"/>
                <a:gd name="connsiteX4" fmla="*/ 34685 w 48610"/>
                <a:gd name="connsiteY4" fmla="*/ 336799 h 350728"/>
                <a:gd name="connsiteX5" fmla="*/ 268 w 48610"/>
                <a:gd name="connsiteY5" fmla="*/ 336799 h 350728"/>
                <a:gd name="connsiteX6" fmla="*/ 268 w 48610"/>
                <a:gd name="connsiteY6" fmla="*/ 350828 h 350728"/>
                <a:gd name="connsiteX7" fmla="*/ 48878 w 48610"/>
                <a:gd name="connsiteY7" fmla="*/ 350828 h 350728"/>
                <a:gd name="connsiteX8" fmla="*/ 48878 w 48610"/>
                <a:gd name="connsiteY8" fmla="*/ 100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10" h="350728">
                  <a:moveTo>
                    <a:pt x="48878" y="100"/>
                  </a:moveTo>
                  <a:lnTo>
                    <a:pt x="268" y="100"/>
                  </a:lnTo>
                  <a:lnTo>
                    <a:pt x="268" y="14129"/>
                  </a:lnTo>
                  <a:lnTo>
                    <a:pt x="34685" y="14129"/>
                  </a:lnTo>
                  <a:lnTo>
                    <a:pt x="34685" y="336799"/>
                  </a:lnTo>
                  <a:lnTo>
                    <a:pt x="268" y="336799"/>
                  </a:lnTo>
                  <a:lnTo>
                    <a:pt x="268" y="350828"/>
                  </a:lnTo>
                  <a:lnTo>
                    <a:pt x="48878" y="350828"/>
                  </a:lnTo>
                  <a:lnTo>
                    <a:pt x="48878" y="100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5156F5F6-6C62-F1DC-D356-9D21E232EDD5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4758205" y="5372334"/>
              <a:ext cx="235956" cy="233585"/>
            </a:xfrm>
            <a:custGeom>
              <a:avLst/>
              <a:gdLst>
                <a:gd name="connsiteX0" fmla="*/ 125525 w 235956"/>
                <a:gd name="connsiteY0" fmla="*/ 123907 h 233585"/>
                <a:gd name="connsiteX1" fmla="*/ 224520 w 235956"/>
                <a:gd name="connsiteY1" fmla="*/ 123907 h 233585"/>
                <a:gd name="connsiteX2" fmla="*/ 236229 w 235956"/>
                <a:gd name="connsiteY2" fmla="*/ 116892 h 233585"/>
                <a:gd name="connsiteX3" fmla="*/ 224520 w 235956"/>
                <a:gd name="connsiteY3" fmla="*/ 109878 h 233585"/>
                <a:gd name="connsiteX4" fmla="*/ 125525 w 235956"/>
                <a:gd name="connsiteY4" fmla="*/ 109878 h 233585"/>
                <a:gd name="connsiteX5" fmla="*/ 125525 w 235956"/>
                <a:gd name="connsiteY5" fmla="*/ 11674 h 233585"/>
                <a:gd name="connsiteX6" fmla="*/ 118428 w 235956"/>
                <a:gd name="connsiteY6" fmla="*/ 100 h 233585"/>
                <a:gd name="connsiteX7" fmla="*/ 111332 w 235956"/>
                <a:gd name="connsiteY7" fmla="*/ 11674 h 233585"/>
                <a:gd name="connsiteX8" fmla="*/ 111332 w 235956"/>
                <a:gd name="connsiteY8" fmla="*/ 109878 h 233585"/>
                <a:gd name="connsiteX9" fmla="*/ 11982 w 235956"/>
                <a:gd name="connsiteY9" fmla="*/ 109878 h 233585"/>
                <a:gd name="connsiteX10" fmla="*/ 273 w 235956"/>
                <a:gd name="connsiteY10" fmla="*/ 116892 h 233585"/>
                <a:gd name="connsiteX11" fmla="*/ 11982 w 235956"/>
                <a:gd name="connsiteY11" fmla="*/ 123907 h 233585"/>
                <a:gd name="connsiteX12" fmla="*/ 111332 w 235956"/>
                <a:gd name="connsiteY12" fmla="*/ 123907 h 233585"/>
                <a:gd name="connsiteX13" fmla="*/ 111332 w 235956"/>
                <a:gd name="connsiteY13" fmla="*/ 222111 h 233585"/>
                <a:gd name="connsiteX14" fmla="*/ 118428 w 235956"/>
                <a:gd name="connsiteY14" fmla="*/ 233685 h 233585"/>
                <a:gd name="connsiteX15" fmla="*/ 125525 w 235956"/>
                <a:gd name="connsiteY15" fmla="*/ 222111 h 233585"/>
                <a:gd name="connsiteX16" fmla="*/ 125525 w 235956"/>
                <a:gd name="connsiteY16" fmla="*/ 123907 h 23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956" h="233585">
                  <a:moveTo>
                    <a:pt x="125525" y="123907"/>
                  </a:moveTo>
                  <a:lnTo>
                    <a:pt x="224520" y="123907"/>
                  </a:lnTo>
                  <a:cubicBezTo>
                    <a:pt x="229488" y="123907"/>
                    <a:pt x="236229" y="123907"/>
                    <a:pt x="236229" y="116892"/>
                  </a:cubicBezTo>
                  <a:cubicBezTo>
                    <a:pt x="236229" y="109878"/>
                    <a:pt x="229488" y="109878"/>
                    <a:pt x="224520" y="109878"/>
                  </a:cubicBezTo>
                  <a:lnTo>
                    <a:pt x="125525" y="109878"/>
                  </a:lnTo>
                  <a:lnTo>
                    <a:pt x="125525" y="11674"/>
                  </a:lnTo>
                  <a:cubicBezTo>
                    <a:pt x="125525" y="6763"/>
                    <a:pt x="125525" y="100"/>
                    <a:pt x="118428" y="100"/>
                  </a:cubicBezTo>
                  <a:cubicBezTo>
                    <a:pt x="111332" y="100"/>
                    <a:pt x="111332" y="6763"/>
                    <a:pt x="111332" y="11674"/>
                  </a:cubicBezTo>
                  <a:lnTo>
                    <a:pt x="111332" y="109878"/>
                  </a:lnTo>
                  <a:lnTo>
                    <a:pt x="11982" y="109878"/>
                  </a:lnTo>
                  <a:cubicBezTo>
                    <a:pt x="7014" y="109878"/>
                    <a:pt x="273" y="109878"/>
                    <a:pt x="273" y="116892"/>
                  </a:cubicBezTo>
                  <a:cubicBezTo>
                    <a:pt x="273" y="123907"/>
                    <a:pt x="7014" y="123907"/>
                    <a:pt x="11982" y="123907"/>
                  </a:cubicBezTo>
                  <a:lnTo>
                    <a:pt x="111332" y="123907"/>
                  </a:lnTo>
                  <a:lnTo>
                    <a:pt x="111332" y="222111"/>
                  </a:lnTo>
                  <a:cubicBezTo>
                    <a:pt x="111332" y="227021"/>
                    <a:pt x="111332" y="233685"/>
                    <a:pt x="118428" y="233685"/>
                  </a:cubicBezTo>
                  <a:cubicBezTo>
                    <a:pt x="125525" y="233685"/>
                    <a:pt x="125525" y="227021"/>
                    <a:pt x="125525" y="222111"/>
                  </a:cubicBezTo>
                  <a:lnTo>
                    <a:pt x="125525" y="123907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B695C9CA-77CE-6117-1A34-EEC00F3A4BFA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5106284" y="5333403"/>
              <a:ext cx="199764" cy="245510"/>
            </a:xfrm>
            <a:custGeom>
              <a:avLst/>
              <a:gdLst>
                <a:gd name="connsiteX0" fmla="*/ 63086 w 199764"/>
                <a:gd name="connsiteY0" fmla="*/ 102863 h 245510"/>
                <a:gd name="connsiteX1" fmla="*/ 63086 w 199764"/>
                <a:gd name="connsiteY1" fmla="*/ 100 h 245510"/>
                <a:gd name="connsiteX2" fmla="*/ 283 w 199764"/>
                <a:gd name="connsiteY2" fmla="*/ 2905 h 245510"/>
                <a:gd name="connsiteX3" fmla="*/ 283 w 199764"/>
                <a:gd name="connsiteY3" fmla="*/ 19390 h 245510"/>
                <a:gd name="connsiteX4" fmla="*/ 24765 w 199764"/>
                <a:gd name="connsiteY4" fmla="*/ 33068 h 245510"/>
                <a:gd name="connsiteX5" fmla="*/ 24765 w 199764"/>
                <a:gd name="connsiteY5" fmla="*/ 243505 h 245510"/>
                <a:gd name="connsiteX6" fmla="*/ 41442 w 199764"/>
                <a:gd name="connsiteY6" fmla="*/ 243505 h 245510"/>
                <a:gd name="connsiteX7" fmla="*/ 58828 w 199764"/>
                <a:gd name="connsiteY7" fmla="*/ 223865 h 245510"/>
                <a:gd name="connsiteX8" fmla="*/ 110632 w 199764"/>
                <a:gd name="connsiteY8" fmla="*/ 245610 h 245510"/>
                <a:gd name="connsiteX9" fmla="*/ 200047 w 199764"/>
                <a:gd name="connsiteY9" fmla="*/ 165293 h 245510"/>
                <a:gd name="connsiteX10" fmla="*/ 115245 w 199764"/>
                <a:gd name="connsiteY10" fmla="*/ 85677 h 245510"/>
                <a:gd name="connsiteX11" fmla="*/ 63086 w 199764"/>
                <a:gd name="connsiteY11" fmla="*/ 102863 h 245510"/>
                <a:gd name="connsiteX12" fmla="*/ 65215 w 199764"/>
                <a:gd name="connsiteY12" fmla="*/ 208783 h 245510"/>
                <a:gd name="connsiteX13" fmla="*/ 65215 w 199764"/>
                <a:gd name="connsiteY13" fmla="*/ 120750 h 245510"/>
                <a:gd name="connsiteX14" fmla="*/ 111342 w 199764"/>
                <a:gd name="connsiteY14" fmla="*/ 98304 h 245510"/>
                <a:gd name="connsiteX15" fmla="*/ 154630 w 199764"/>
                <a:gd name="connsiteY15" fmla="*/ 165293 h 245510"/>
                <a:gd name="connsiteX16" fmla="*/ 145405 w 199764"/>
                <a:gd name="connsiteY16" fmla="*/ 214746 h 245510"/>
                <a:gd name="connsiteX17" fmla="*/ 107439 w 199764"/>
                <a:gd name="connsiteY17" fmla="*/ 232984 h 245510"/>
                <a:gd name="connsiteX18" fmla="*/ 65215 w 199764"/>
                <a:gd name="connsiteY18" fmla="*/ 208783 h 2455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764" h="245510">
                  <a:moveTo>
                    <a:pt x="63086" y="102863"/>
                  </a:moveTo>
                  <a:lnTo>
                    <a:pt x="63086" y="100"/>
                  </a:lnTo>
                  <a:lnTo>
                    <a:pt x="283" y="2905"/>
                  </a:lnTo>
                  <a:lnTo>
                    <a:pt x="283" y="19390"/>
                  </a:lnTo>
                  <a:cubicBezTo>
                    <a:pt x="22282" y="19390"/>
                    <a:pt x="24765" y="19390"/>
                    <a:pt x="24765" y="33068"/>
                  </a:cubicBezTo>
                  <a:lnTo>
                    <a:pt x="24765" y="243505"/>
                  </a:lnTo>
                  <a:lnTo>
                    <a:pt x="41442" y="243505"/>
                  </a:lnTo>
                  <a:lnTo>
                    <a:pt x="58828" y="223865"/>
                  </a:lnTo>
                  <a:cubicBezTo>
                    <a:pt x="61667" y="226670"/>
                    <a:pt x="79053" y="245610"/>
                    <a:pt x="110632" y="245610"/>
                  </a:cubicBezTo>
                  <a:cubicBezTo>
                    <a:pt x="163501" y="245610"/>
                    <a:pt x="200047" y="214044"/>
                    <a:pt x="200047" y="165293"/>
                  </a:cubicBezTo>
                  <a:cubicBezTo>
                    <a:pt x="200047" y="118646"/>
                    <a:pt x="166694" y="85677"/>
                    <a:pt x="115245" y="85677"/>
                  </a:cubicBezTo>
                  <a:cubicBezTo>
                    <a:pt x="89343" y="85677"/>
                    <a:pt x="71602" y="95849"/>
                    <a:pt x="63086" y="102863"/>
                  </a:cubicBezTo>
                  <a:close/>
                  <a:moveTo>
                    <a:pt x="65215" y="208783"/>
                  </a:moveTo>
                  <a:lnTo>
                    <a:pt x="65215" y="120750"/>
                  </a:lnTo>
                  <a:cubicBezTo>
                    <a:pt x="74795" y="108475"/>
                    <a:pt x="91827" y="98304"/>
                    <a:pt x="111342" y="98304"/>
                  </a:cubicBezTo>
                  <a:cubicBezTo>
                    <a:pt x="154630" y="98304"/>
                    <a:pt x="154630" y="140742"/>
                    <a:pt x="154630" y="165293"/>
                  </a:cubicBezTo>
                  <a:cubicBezTo>
                    <a:pt x="154630" y="181777"/>
                    <a:pt x="154630" y="201067"/>
                    <a:pt x="145405" y="214746"/>
                  </a:cubicBezTo>
                  <a:cubicBezTo>
                    <a:pt x="135115" y="229126"/>
                    <a:pt x="118793" y="232984"/>
                    <a:pt x="107439" y="232984"/>
                  </a:cubicBezTo>
                  <a:cubicBezTo>
                    <a:pt x="82601" y="232984"/>
                    <a:pt x="68763" y="214044"/>
                    <a:pt x="65215" y="208783"/>
                  </a:cubicBez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18775C1-4CCE-FEA5-B4AC-828CB14E14EB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5340071" y="5313763"/>
              <a:ext cx="82318" cy="350728"/>
            </a:xfrm>
            <a:custGeom>
              <a:avLst/>
              <a:gdLst>
                <a:gd name="connsiteX0" fmla="*/ 82608 w 82318"/>
                <a:gd name="connsiteY0" fmla="*/ 175464 h 350728"/>
                <a:gd name="connsiteX1" fmla="*/ 59190 w 82318"/>
                <a:gd name="connsiteY1" fmla="*/ 66037 h 350728"/>
                <a:gd name="connsiteX2" fmla="*/ 3837 w 82318"/>
                <a:gd name="connsiteY2" fmla="*/ 100 h 350728"/>
                <a:gd name="connsiteX3" fmla="*/ 289 w 82318"/>
                <a:gd name="connsiteY3" fmla="*/ 3607 h 350728"/>
                <a:gd name="connsiteX4" fmla="*/ 7031 w 82318"/>
                <a:gd name="connsiteY4" fmla="*/ 11674 h 350728"/>
                <a:gd name="connsiteX5" fmla="*/ 62028 w 82318"/>
                <a:gd name="connsiteY5" fmla="*/ 175464 h 350728"/>
                <a:gd name="connsiteX6" fmla="*/ 4902 w 82318"/>
                <a:gd name="connsiteY6" fmla="*/ 341359 h 350728"/>
                <a:gd name="connsiteX7" fmla="*/ 289 w 82318"/>
                <a:gd name="connsiteY7" fmla="*/ 347321 h 350728"/>
                <a:gd name="connsiteX8" fmla="*/ 3837 w 82318"/>
                <a:gd name="connsiteY8" fmla="*/ 350828 h 350728"/>
                <a:gd name="connsiteX9" fmla="*/ 60254 w 82318"/>
                <a:gd name="connsiteY9" fmla="*/ 282436 h 350728"/>
                <a:gd name="connsiteX10" fmla="*/ 82608 w 82318"/>
                <a:gd name="connsiteY10" fmla="*/ 175464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318" h="350728">
                  <a:moveTo>
                    <a:pt x="82608" y="175464"/>
                  </a:moveTo>
                  <a:cubicBezTo>
                    <a:pt x="82608" y="148107"/>
                    <a:pt x="78705" y="105669"/>
                    <a:pt x="59190" y="66037"/>
                  </a:cubicBezTo>
                  <a:cubicBezTo>
                    <a:pt x="37900" y="22897"/>
                    <a:pt x="7386" y="100"/>
                    <a:pt x="3837" y="100"/>
                  </a:cubicBezTo>
                  <a:cubicBezTo>
                    <a:pt x="1708" y="100"/>
                    <a:pt x="289" y="1503"/>
                    <a:pt x="289" y="3607"/>
                  </a:cubicBezTo>
                  <a:cubicBezTo>
                    <a:pt x="289" y="4659"/>
                    <a:pt x="289" y="5361"/>
                    <a:pt x="7031" y="11674"/>
                  </a:cubicBezTo>
                  <a:cubicBezTo>
                    <a:pt x="41803" y="46396"/>
                    <a:pt x="62028" y="102162"/>
                    <a:pt x="62028" y="175464"/>
                  </a:cubicBezTo>
                  <a:cubicBezTo>
                    <a:pt x="62028" y="235439"/>
                    <a:pt x="48900" y="297167"/>
                    <a:pt x="4902" y="341359"/>
                  </a:cubicBezTo>
                  <a:cubicBezTo>
                    <a:pt x="289" y="345567"/>
                    <a:pt x="289" y="346269"/>
                    <a:pt x="289" y="347321"/>
                  </a:cubicBezTo>
                  <a:cubicBezTo>
                    <a:pt x="289" y="349425"/>
                    <a:pt x="1708" y="350828"/>
                    <a:pt x="3837" y="350828"/>
                  </a:cubicBezTo>
                  <a:cubicBezTo>
                    <a:pt x="7386" y="350828"/>
                    <a:pt x="39319" y="326979"/>
                    <a:pt x="60254" y="282436"/>
                  </a:cubicBezTo>
                  <a:cubicBezTo>
                    <a:pt x="78350" y="243856"/>
                    <a:pt x="82608" y="204925"/>
                    <a:pt x="82608" y="175464"/>
                  </a:cubicBez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15F474CE-71E4-FB90-1D55-42111503FF7A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5465638" y="5313763"/>
              <a:ext cx="48610" cy="350728"/>
            </a:xfrm>
            <a:custGeom>
              <a:avLst/>
              <a:gdLst>
                <a:gd name="connsiteX0" fmla="*/ 48904 w 48610"/>
                <a:gd name="connsiteY0" fmla="*/ 100 h 350728"/>
                <a:gd name="connsiteX1" fmla="*/ 293 w 48610"/>
                <a:gd name="connsiteY1" fmla="*/ 100 h 350728"/>
                <a:gd name="connsiteX2" fmla="*/ 293 w 48610"/>
                <a:gd name="connsiteY2" fmla="*/ 14129 h 350728"/>
                <a:gd name="connsiteX3" fmla="*/ 34711 w 48610"/>
                <a:gd name="connsiteY3" fmla="*/ 14129 h 350728"/>
                <a:gd name="connsiteX4" fmla="*/ 34711 w 48610"/>
                <a:gd name="connsiteY4" fmla="*/ 336799 h 350728"/>
                <a:gd name="connsiteX5" fmla="*/ 293 w 48610"/>
                <a:gd name="connsiteY5" fmla="*/ 336799 h 350728"/>
                <a:gd name="connsiteX6" fmla="*/ 293 w 48610"/>
                <a:gd name="connsiteY6" fmla="*/ 350828 h 350728"/>
                <a:gd name="connsiteX7" fmla="*/ 48904 w 48610"/>
                <a:gd name="connsiteY7" fmla="*/ 350828 h 350728"/>
                <a:gd name="connsiteX8" fmla="*/ 48904 w 48610"/>
                <a:gd name="connsiteY8" fmla="*/ 100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10" h="350728">
                  <a:moveTo>
                    <a:pt x="48904" y="100"/>
                  </a:moveTo>
                  <a:lnTo>
                    <a:pt x="293" y="100"/>
                  </a:lnTo>
                  <a:lnTo>
                    <a:pt x="293" y="14129"/>
                  </a:lnTo>
                  <a:lnTo>
                    <a:pt x="34711" y="14129"/>
                  </a:lnTo>
                  <a:lnTo>
                    <a:pt x="34711" y="336799"/>
                  </a:lnTo>
                  <a:lnTo>
                    <a:pt x="293" y="336799"/>
                  </a:lnTo>
                  <a:lnTo>
                    <a:pt x="293" y="350828"/>
                  </a:lnTo>
                  <a:lnTo>
                    <a:pt x="48904" y="350828"/>
                  </a:lnTo>
                  <a:lnTo>
                    <a:pt x="48904" y="100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8D3CE1CE-1551-488F-87BA-0A277BF01B14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5655112" y="5372334"/>
              <a:ext cx="235956" cy="233585"/>
            </a:xfrm>
            <a:custGeom>
              <a:avLst/>
              <a:gdLst>
                <a:gd name="connsiteX0" fmla="*/ 125550 w 235956"/>
                <a:gd name="connsiteY0" fmla="*/ 123907 h 233585"/>
                <a:gd name="connsiteX1" fmla="*/ 224545 w 235956"/>
                <a:gd name="connsiteY1" fmla="*/ 123907 h 233585"/>
                <a:gd name="connsiteX2" fmla="*/ 236254 w 235956"/>
                <a:gd name="connsiteY2" fmla="*/ 116892 h 233585"/>
                <a:gd name="connsiteX3" fmla="*/ 224545 w 235956"/>
                <a:gd name="connsiteY3" fmla="*/ 109878 h 233585"/>
                <a:gd name="connsiteX4" fmla="*/ 125550 w 235956"/>
                <a:gd name="connsiteY4" fmla="*/ 109878 h 233585"/>
                <a:gd name="connsiteX5" fmla="*/ 125550 w 235956"/>
                <a:gd name="connsiteY5" fmla="*/ 11674 h 233585"/>
                <a:gd name="connsiteX6" fmla="*/ 118454 w 235956"/>
                <a:gd name="connsiteY6" fmla="*/ 100 h 233585"/>
                <a:gd name="connsiteX7" fmla="*/ 111357 w 235956"/>
                <a:gd name="connsiteY7" fmla="*/ 11674 h 233585"/>
                <a:gd name="connsiteX8" fmla="*/ 111357 w 235956"/>
                <a:gd name="connsiteY8" fmla="*/ 109878 h 233585"/>
                <a:gd name="connsiteX9" fmla="*/ 12007 w 235956"/>
                <a:gd name="connsiteY9" fmla="*/ 109878 h 233585"/>
                <a:gd name="connsiteX10" fmla="*/ 298 w 235956"/>
                <a:gd name="connsiteY10" fmla="*/ 116892 h 233585"/>
                <a:gd name="connsiteX11" fmla="*/ 12007 w 235956"/>
                <a:gd name="connsiteY11" fmla="*/ 123907 h 233585"/>
                <a:gd name="connsiteX12" fmla="*/ 111357 w 235956"/>
                <a:gd name="connsiteY12" fmla="*/ 123907 h 233585"/>
                <a:gd name="connsiteX13" fmla="*/ 111357 w 235956"/>
                <a:gd name="connsiteY13" fmla="*/ 222111 h 233585"/>
                <a:gd name="connsiteX14" fmla="*/ 118454 w 235956"/>
                <a:gd name="connsiteY14" fmla="*/ 233685 h 233585"/>
                <a:gd name="connsiteX15" fmla="*/ 125550 w 235956"/>
                <a:gd name="connsiteY15" fmla="*/ 222111 h 233585"/>
                <a:gd name="connsiteX16" fmla="*/ 125550 w 235956"/>
                <a:gd name="connsiteY16" fmla="*/ 123907 h 23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956" h="233585">
                  <a:moveTo>
                    <a:pt x="125550" y="123907"/>
                  </a:moveTo>
                  <a:lnTo>
                    <a:pt x="224545" y="123907"/>
                  </a:lnTo>
                  <a:cubicBezTo>
                    <a:pt x="229513" y="123907"/>
                    <a:pt x="236254" y="123907"/>
                    <a:pt x="236254" y="116892"/>
                  </a:cubicBezTo>
                  <a:cubicBezTo>
                    <a:pt x="236254" y="109878"/>
                    <a:pt x="229513" y="109878"/>
                    <a:pt x="224545" y="109878"/>
                  </a:cubicBezTo>
                  <a:lnTo>
                    <a:pt x="125550" y="109878"/>
                  </a:lnTo>
                  <a:lnTo>
                    <a:pt x="125550" y="11674"/>
                  </a:lnTo>
                  <a:cubicBezTo>
                    <a:pt x="125550" y="6763"/>
                    <a:pt x="125550" y="100"/>
                    <a:pt x="118454" y="100"/>
                  </a:cubicBezTo>
                  <a:cubicBezTo>
                    <a:pt x="111357" y="100"/>
                    <a:pt x="111357" y="6763"/>
                    <a:pt x="111357" y="11674"/>
                  </a:cubicBezTo>
                  <a:lnTo>
                    <a:pt x="111357" y="109878"/>
                  </a:lnTo>
                  <a:lnTo>
                    <a:pt x="12007" y="109878"/>
                  </a:lnTo>
                  <a:cubicBezTo>
                    <a:pt x="7040" y="109878"/>
                    <a:pt x="298" y="109878"/>
                    <a:pt x="298" y="116892"/>
                  </a:cubicBezTo>
                  <a:cubicBezTo>
                    <a:pt x="298" y="123907"/>
                    <a:pt x="7040" y="123907"/>
                    <a:pt x="12007" y="123907"/>
                  </a:cubicBezTo>
                  <a:lnTo>
                    <a:pt x="111357" y="123907"/>
                  </a:lnTo>
                  <a:lnTo>
                    <a:pt x="111357" y="222111"/>
                  </a:lnTo>
                  <a:cubicBezTo>
                    <a:pt x="111357" y="227021"/>
                    <a:pt x="111357" y="233685"/>
                    <a:pt x="118454" y="233685"/>
                  </a:cubicBezTo>
                  <a:cubicBezTo>
                    <a:pt x="125550" y="233685"/>
                    <a:pt x="125550" y="227021"/>
                    <a:pt x="125550" y="222111"/>
                  </a:cubicBezTo>
                  <a:lnTo>
                    <a:pt x="125550" y="123907"/>
                  </a:ln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3964CD-7BEA-336E-4B6D-E8F0DE019818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6003191" y="5333403"/>
              <a:ext cx="199764" cy="245510"/>
            </a:xfrm>
            <a:custGeom>
              <a:avLst/>
              <a:gdLst>
                <a:gd name="connsiteX0" fmla="*/ 63111 w 199764"/>
                <a:gd name="connsiteY0" fmla="*/ 102863 h 245510"/>
                <a:gd name="connsiteX1" fmla="*/ 63111 w 199764"/>
                <a:gd name="connsiteY1" fmla="*/ 100 h 245510"/>
                <a:gd name="connsiteX2" fmla="*/ 308 w 199764"/>
                <a:gd name="connsiteY2" fmla="*/ 2905 h 245510"/>
                <a:gd name="connsiteX3" fmla="*/ 308 w 199764"/>
                <a:gd name="connsiteY3" fmla="*/ 19390 h 245510"/>
                <a:gd name="connsiteX4" fmla="*/ 24791 w 199764"/>
                <a:gd name="connsiteY4" fmla="*/ 33068 h 245510"/>
                <a:gd name="connsiteX5" fmla="*/ 24791 w 199764"/>
                <a:gd name="connsiteY5" fmla="*/ 243505 h 245510"/>
                <a:gd name="connsiteX6" fmla="*/ 41467 w 199764"/>
                <a:gd name="connsiteY6" fmla="*/ 243505 h 245510"/>
                <a:gd name="connsiteX7" fmla="*/ 58853 w 199764"/>
                <a:gd name="connsiteY7" fmla="*/ 223865 h 245510"/>
                <a:gd name="connsiteX8" fmla="*/ 110657 w 199764"/>
                <a:gd name="connsiteY8" fmla="*/ 245610 h 245510"/>
                <a:gd name="connsiteX9" fmla="*/ 200072 w 199764"/>
                <a:gd name="connsiteY9" fmla="*/ 165293 h 245510"/>
                <a:gd name="connsiteX10" fmla="*/ 115270 w 199764"/>
                <a:gd name="connsiteY10" fmla="*/ 85677 h 245510"/>
                <a:gd name="connsiteX11" fmla="*/ 63111 w 199764"/>
                <a:gd name="connsiteY11" fmla="*/ 102863 h 245510"/>
                <a:gd name="connsiteX12" fmla="*/ 65240 w 199764"/>
                <a:gd name="connsiteY12" fmla="*/ 208783 h 245510"/>
                <a:gd name="connsiteX13" fmla="*/ 65240 w 199764"/>
                <a:gd name="connsiteY13" fmla="*/ 120750 h 245510"/>
                <a:gd name="connsiteX14" fmla="*/ 111367 w 199764"/>
                <a:gd name="connsiteY14" fmla="*/ 98304 h 245510"/>
                <a:gd name="connsiteX15" fmla="*/ 154655 w 199764"/>
                <a:gd name="connsiteY15" fmla="*/ 165293 h 245510"/>
                <a:gd name="connsiteX16" fmla="*/ 145430 w 199764"/>
                <a:gd name="connsiteY16" fmla="*/ 214746 h 245510"/>
                <a:gd name="connsiteX17" fmla="*/ 107464 w 199764"/>
                <a:gd name="connsiteY17" fmla="*/ 232984 h 245510"/>
                <a:gd name="connsiteX18" fmla="*/ 65240 w 199764"/>
                <a:gd name="connsiteY18" fmla="*/ 208783 h 2455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764" h="245510">
                  <a:moveTo>
                    <a:pt x="63111" y="102863"/>
                  </a:moveTo>
                  <a:lnTo>
                    <a:pt x="63111" y="100"/>
                  </a:lnTo>
                  <a:lnTo>
                    <a:pt x="308" y="2905"/>
                  </a:lnTo>
                  <a:lnTo>
                    <a:pt x="308" y="19390"/>
                  </a:lnTo>
                  <a:cubicBezTo>
                    <a:pt x="22307" y="19390"/>
                    <a:pt x="24791" y="19390"/>
                    <a:pt x="24791" y="33068"/>
                  </a:cubicBezTo>
                  <a:lnTo>
                    <a:pt x="24791" y="243505"/>
                  </a:lnTo>
                  <a:lnTo>
                    <a:pt x="41467" y="243505"/>
                  </a:lnTo>
                  <a:lnTo>
                    <a:pt x="58853" y="223865"/>
                  </a:lnTo>
                  <a:cubicBezTo>
                    <a:pt x="61692" y="226670"/>
                    <a:pt x="79078" y="245610"/>
                    <a:pt x="110657" y="245610"/>
                  </a:cubicBezTo>
                  <a:cubicBezTo>
                    <a:pt x="163526" y="245610"/>
                    <a:pt x="200072" y="214044"/>
                    <a:pt x="200072" y="165293"/>
                  </a:cubicBezTo>
                  <a:cubicBezTo>
                    <a:pt x="200072" y="118646"/>
                    <a:pt x="166719" y="85677"/>
                    <a:pt x="115270" y="85677"/>
                  </a:cubicBezTo>
                  <a:cubicBezTo>
                    <a:pt x="89368" y="85677"/>
                    <a:pt x="71627" y="95849"/>
                    <a:pt x="63111" y="102863"/>
                  </a:cubicBezTo>
                  <a:close/>
                  <a:moveTo>
                    <a:pt x="65240" y="208783"/>
                  </a:moveTo>
                  <a:lnTo>
                    <a:pt x="65240" y="120750"/>
                  </a:lnTo>
                  <a:cubicBezTo>
                    <a:pt x="74820" y="108475"/>
                    <a:pt x="91852" y="98304"/>
                    <a:pt x="111367" y="98304"/>
                  </a:cubicBezTo>
                  <a:cubicBezTo>
                    <a:pt x="154655" y="98304"/>
                    <a:pt x="154655" y="140742"/>
                    <a:pt x="154655" y="165293"/>
                  </a:cubicBezTo>
                  <a:cubicBezTo>
                    <a:pt x="154655" y="181777"/>
                    <a:pt x="154655" y="201067"/>
                    <a:pt x="145430" y="214746"/>
                  </a:cubicBezTo>
                  <a:cubicBezTo>
                    <a:pt x="135140" y="229126"/>
                    <a:pt x="118818" y="232984"/>
                    <a:pt x="107464" y="232984"/>
                  </a:cubicBezTo>
                  <a:cubicBezTo>
                    <a:pt x="82627" y="232984"/>
                    <a:pt x="68788" y="214044"/>
                    <a:pt x="65240" y="208783"/>
                  </a:cubicBezTo>
                  <a:close/>
                </a:path>
              </a:pathLst>
            </a:custGeom>
            <a:solidFill>
              <a:schemeClr val="tx1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526356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51B1B-343C-09AD-16E1-BBE1DBC3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The Long Short-Term Memory Networks (LSTMs)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6C5D3-24AA-C125-C0F8-F93BB73A9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16</a:t>
            </a:fld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AE7DB94-B1AA-F9A1-2AA4-1980D69D86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992" y="1439050"/>
                <a:ext cx="10515600" cy="497215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CA" dirty="0"/>
                  <a:t>Designed to tackle the gradient vanishing problem </a:t>
                </a:r>
                <a:br>
                  <a:rPr lang="en-CA" dirty="0"/>
                </a:br>
                <a:r>
                  <a:rPr lang="en-CA" dirty="0"/>
                  <a:t>[</a:t>
                </a:r>
                <a:r>
                  <a:rPr lang="en-CA" dirty="0" err="1"/>
                  <a:t>Hochreiter</a:t>
                </a:r>
                <a:r>
                  <a:rPr lang="en-CA" dirty="0"/>
                  <a:t> and </a:t>
                </a:r>
                <a:r>
                  <a:rPr lang="en-CA" dirty="0" err="1"/>
                  <a:t>Schmidhuber</a:t>
                </a:r>
                <a:r>
                  <a:rPr lang="en-CA" dirty="0"/>
                  <a:t>, 1997] </a:t>
                </a:r>
              </a:p>
              <a:p>
                <a:r>
                  <a:rPr lang="en-CA" dirty="0"/>
                  <a:t>Forget gate: </a:t>
                </a:r>
              </a:p>
              <a:p>
                <a:r>
                  <a:rPr lang="en-CA" dirty="0"/>
                  <a:t>Input gate: </a:t>
                </a:r>
              </a:p>
              <a:p>
                <a:r>
                  <a:rPr lang="en-CA" dirty="0"/>
                  <a:t>Cell: </a:t>
                </a:r>
              </a:p>
              <a:p>
                <a:r>
                  <a:rPr lang="en-CA" dirty="0"/>
                  <a:t>Update: </a:t>
                </a:r>
              </a:p>
              <a:p>
                <a:r>
                  <a:rPr lang="en-CA" dirty="0"/>
                  <a:t>Output gate: </a:t>
                </a:r>
              </a:p>
              <a:p>
                <a:r>
                  <a:rPr lang="en-CA" dirty="0"/>
                  <a:t>Hidden state: </a:t>
                </a:r>
              </a:p>
              <a:p>
                <a:pPr marL="0" indent="0">
                  <a:buNone/>
                </a:pPr>
                <a:r>
                  <a:rPr lang="en-CA" dirty="0"/>
                  <a:t>Idea: keep entries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CA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CA" b="1">
                                <a:latin typeface="Cambria Math" panose="02040503050406030204" pitchFamily="18" charset="0"/>
                              </a:rPr>
                              <m:t>𝐜</m:t>
                            </m:r>
                          </m:e>
                        </m:acc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CA" b="1" dirty="0"/>
                  <a:t> </a:t>
                </a:r>
                <a:r>
                  <a:rPr lang="en-CA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CA" b="1" dirty="0"/>
                  <a:t> </a:t>
                </a:r>
                <a:r>
                  <a:rPr lang="en-CA" dirty="0"/>
                  <a:t>in the range of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−1, 1</m:t>
                        </m:r>
                      </m:e>
                    </m:d>
                    <m:r>
                      <a:rPr lang="en-CA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CA" b="1" dirty="0"/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AE7DB94-B1AA-F9A1-2AA4-1980D69D86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992" y="1439050"/>
                <a:ext cx="10515600" cy="4972158"/>
              </a:xfrm>
              <a:blipFill>
                <a:blip r:embed="rId123"/>
                <a:stretch>
                  <a:fillRect l="-928" t="-98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 descr="\documentclass{article}&#10;\usepackage{amsmath,amssymb}&#10;\pagestyle{empty}&#10;\begin{document}&#10;&#10;\newcommand{\score}{\textrm{score}}&#10;\newcommand{\classify}{\textrm{classify}}&#10;\newcommand{\bx}{\mathbf{x}}&#10;&#10;\begin{align*}&#10;\mathbf{f}_t = \sigma\left(\mathbf{W}_\textit{f}[\mathbf{x}_t; \mathbf{h}_{t-1}] + \mathbf{b}_\textit{f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F5954759-C9A8-E515-C120-3ACD1D5B7CB8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3100535" y="2399870"/>
            <a:ext cx="3918612" cy="387904"/>
            <a:chOff x="9469182" y="5651484"/>
            <a:chExt cx="3918612" cy="387904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1BC8C5A-8259-A63F-6C54-4E4B757004B1}"/>
                </a:ext>
              </a:extLst>
            </p:cNvPr>
            <p:cNvSpPr/>
            <p:nvPr>
              <p:custDataLst>
                <p:tags r:id="rId102"/>
              </p:custDataLst>
            </p:nvPr>
          </p:nvSpPr>
          <p:spPr>
            <a:xfrm>
              <a:off x="9469182" y="5670083"/>
              <a:ext cx="139624" cy="260389"/>
            </a:xfrm>
            <a:custGeom>
              <a:avLst/>
              <a:gdLst>
                <a:gd name="connsiteX0" fmla="*/ 26689 w 139624"/>
                <a:gd name="connsiteY0" fmla="*/ 95313 h 260389"/>
                <a:gd name="connsiteX1" fmla="*/ 178 w 139624"/>
                <a:gd name="connsiteY1" fmla="*/ 95313 h 260389"/>
                <a:gd name="connsiteX2" fmla="*/ 178 w 139624"/>
                <a:gd name="connsiteY2" fmla="*/ 112796 h 260389"/>
                <a:gd name="connsiteX3" fmla="*/ 26689 w 139624"/>
                <a:gd name="connsiteY3" fmla="*/ 112796 h 260389"/>
                <a:gd name="connsiteX4" fmla="*/ 26689 w 139624"/>
                <a:gd name="connsiteY4" fmla="*/ 242991 h 260389"/>
                <a:gd name="connsiteX5" fmla="*/ 2299 w 139624"/>
                <a:gd name="connsiteY5" fmla="*/ 242991 h 260389"/>
                <a:gd name="connsiteX6" fmla="*/ 2299 w 139624"/>
                <a:gd name="connsiteY6" fmla="*/ 260474 h 260389"/>
                <a:gd name="connsiteX7" fmla="*/ 46837 w 139624"/>
                <a:gd name="connsiteY7" fmla="*/ 259358 h 260389"/>
                <a:gd name="connsiteX8" fmla="*/ 95617 w 139624"/>
                <a:gd name="connsiteY8" fmla="*/ 260474 h 260389"/>
                <a:gd name="connsiteX9" fmla="*/ 95617 w 139624"/>
                <a:gd name="connsiteY9" fmla="*/ 242991 h 260389"/>
                <a:gd name="connsiteX10" fmla="*/ 64865 w 139624"/>
                <a:gd name="connsiteY10" fmla="*/ 242991 h 260389"/>
                <a:gd name="connsiteX11" fmla="*/ 64865 w 139624"/>
                <a:gd name="connsiteY11" fmla="*/ 112796 h 260389"/>
                <a:gd name="connsiteX12" fmla="*/ 105515 w 139624"/>
                <a:gd name="connsiteY12" fmla="*/ 112796 h 260389"/>
                <a:gd name="connsiteX13" fmla="*/ 105515 w 139624"/>
                <a:gd name="connsiteY13" fmla="*/ 95313 h 260389"/>
                <a:gd name="connsiteX14" fmla="*/ 62744 w 139624"/>
                <a:gd name="connsiteY14" fmla="*/ 95313 h 260389"/>
                <a:gd name="connsiteX15" fmla="*/ 62744 w 139624"/>
                <a:gd name="connsiteY15" fmla="*/ 57742 h 260389"/>
                <a:gd name="connsiteX16" fmla="*/ 98445 w 139624"/>
                <a:gd name="connsiteY16" fmla="*/ 13476 h 260389"/>
                <a:gd name="connsiteX17" fmla="*/ 104454 w 139624"/>
                <a:gd name="connsiteY17" fmla="*/ 14220 h 260389"/>
                <a:gd name="connsiteX18" fmla="*/ 96324 w 139624"/>
                <a:gd name="connsiteY18" fmla="*/ 32447 h 260389"/>
                <a:gd name="connsiteX19" fmla="*/ 117887 w 139624"/>
                <a:gd name="connsiteY19" fmla="*/ 55510 h 260389"/>
                <a:gd name="connsiteX20" fmla="*/ 139803 w 139624"/>
                <a:gd name="connsiteY20" fmla="*/ 32447 h 260389"/>
                <a:gd name="connsiteX21" fmla="*/ 99506 w 139624"/>
                <a:gd name="connsiteY21" fmla="*/ 85 h 260389"/>
                <a:gd name="connsiteX22" fmla="*/ 26689 w 139624"/>
                <a:gd name="connsiteY22" fmla="*/ 57742 h 260389"/>
                <a:gd name="connsiteX23" fmla="*/ 26689 w 139624"/>
                <a:gd name="connsiteY23" fmla="*/ 95313 h 2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39624" h="260389">
                  <a:moveTo>
                    <a:pt x="26689" y="95313"/>
                  </a:moveTo>
                  <a:lnTo>
                    <a:pt x="178" y="95313"/>
                  </a:lnTo>
                  <a:lnTo>
                    <a:pt x="178" y="112796"/>
                  </a:lnTo>
                  <a:lnTo>
                    <a:pt x="26689" y="112796"/>
                  </a:lnTo>
                  <a:lnTo>
                    <a:pt x="26689" y="242991"/>
                  </a:lnTo>
                  <a:lnTo>
                    <a:pt x="2299" y="242991"/>
                  </a:lnTo>
                  <a:lnTo>
                    <a:pt x="2299" y="260474"/>
                  </a:lnTo>
                  <a:cubicBezTo>
                    <a:pt x="14670" y="260102"/>
                    <a:pt x="30577" y="259358"/>
                    <a:pt x="46837" y="259358"/>
                  </a:cubicBezTo>
                  <a:cubicBezTo>
                    <a:pt x="60269" y="259358"/>
                    <a:pt x="82892" y="259358"/>
                    <a:pt x="95617" y="260474"/>
                  </a:cubicBezTo>
                  <a:lnTo>
                    <a:pt x="95617" y="242991"/>
                  </a:lnTo>
                  <a:lnTo>
                    <a:pt x="64865" y="242991"/>
                  </a:lnTo>
                  <a:lnTo>
                    <a:pt x="64865" y="112796"/>
                  </a:lnTo>
                  <a:lnTo>
                    <a:pt x="105515" y="112796"/>
                  </a:lnTo>
                  <a:lnTo>
                    <a:pt x="105515" y="95313"/>
                  </a:lnTo>
                  <a:lnTo>
                    <a:pt x="62744" y="95313"/>
                  </a:lnTo>
                  <a:lnTo>
                    <a:pt x="62744" y="57742"/>
                  </a:lnTo>
                  <a:cubicBezTo>
                    <a:pt x="62744" y="16824"/>
                    <a:pt x="89608" y="13476"/>
                    <a:pt x="98445" y="13476"/>
                  </a:cubicBezTo>
                  <a:cubicBezTo>
                    <a:pt x="100213" y="13476"/>
                    <a:pt x="101980" y="13476"/>
                    <a:pt x="104454" y="14220"/>
                  </a:cubicBezTo>
                  <a:cubicBezTo>
                    <a:pt x="99152" y="18312"/>
                    <a:pt x="96324" y="25380"/>
                    <a:pt x="96324" y="32447"/>
                  </a:cubicBezTo>
                  <a:cubicBezTo>
                    <a:pt x="96324" y="48443"/>
                    <a:pt x="108696" y="55510"/>
                    <a:pt x="117887" y="55510"/>
                  </a:cubicBezTo>
                  <a:cubicBezTo>
                    <a:pt x="128491" y="55510"/>
                    <a:pt x="139803" y="47699"/>
                    <a:pt x="139803" y="32447"/>
                  </a:cubicBezTo>
                  <a:cubicBezTo>
                    <a:pt x="139803" y="16824"/>
                    <a:pt x="127077" y="85"/>
                    <a:pt x="99506" y="85"/>
                  </a:cubicBezTo>
                  <a:cubicBezTo>
                    <a:pt x="64865" y="85"/>
                    <a:pt x="26689" y="15708"/>
                    <a:pt x="26689" y="57742"/>
                  </a:cubicBezTo>
                  <a:lnTo>
                    <a:pt x="26689" y="95313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56AE301-1651-9F8D-D47D-D5972F551FF9}"/>
                </a:ext>
              </a:extLst>
            </p:cNvPr>
            <p:cNvSpPr/>
            <p:nvPr>
              <p:custDataLst>
                <p:tags r:id="rId103"/>
              </p:custDataLst>
            </p:nvPr>
          </p:nvSpPr>
          <p:spPr>
            <a:xfrm>
              <a:off x="9588937" y="5823526"/>
              <a:ext cx="83633" cy="165347"/>
            </a:xfrm>
            <a:custGeom>
              <a:avLst/>
              <a:gdLst>
                <a:gd name="connsiteX0" fmla="*/ 50658 w 83633"/>
                <a:gd name="connsiteY0" fmla="*/ 59976 h 165347"/>
                <a:gd name="connsiteX1" fmla="*/ 75897 w 83633"/>
                <a:gd name="connsiteY1" fmla="*/ 59976 h 165347"/>
                <a:gd name="connsiteX2" fmla="*/ 83815 w 83633"/>
                <a:gd name="connsiteY2" fmla="*/ 54247 h 165347"/>
                <a:gd name="connsiteX3" fmla="*/ 76392 w 83633"/>
                <a:gd name="connsiteY3" fmla="*/ 50602 h 165347"/>
                <a:gd name="connsiteX4" fmla="*/ 52885 w 83633"/>
                <a:gd name="connsiteY4" fmla="*/ 50602 h 165347"/>
                <a:gd name="connsiteX5" fmla="*/ 62040 w 83633"/>
                <a:gd name="connsiteY5" fmla="*/ 12064 h 165347"/>
                <a:gd name="connsiteX6" fmla="*/ 62783 w 83633"/>
                <a:gd name="connsiteY6" fmla="*/ 8419 h 165347"/>
                <a:gd name="connsiteX7" fmla="*/ 54370 w 83633"/>
                <a:gd name="connsiteY7" fmla="*/ 86 h 165347"/>
                <a:gd name="connsiteX8" fmla="*/ 42740 w 83633"/>
                <a:gd name="connsiteY8" fmla="*/ 11283 h 165347"/>
                <a:gd name="connsiteX9" fmla="*/ 33338 w 83633"/>
                <a:gd name="connsiteY9" fmla="*/ 50602 h 165347"/>
                <a:gd name="connsiteX10" fmla="*/ 8099 w 83633"/>
                <a:gd name="connsiteY10" fmla="*/ 50602 h 165347"/>
                <a:gd name="connsiteX11" fmla="*/ 181 w 83633"/>
                <a:gd name="connsiteY11" fmla="*/ 56330 h 165347"/>
                <a:gd name="connsiteX12" fmla="*/ 7604 w 83633"/>
                <a:gd name="connsiteY12" fmla="*/ 59976 h 165347"/>
                <a:gd name="connsiteX13" fmla="*/ 31111 w 83633"/>
                <a:gd name="connsiteY13" fmla="*/ 59976 h 165347"/>
                <a:gd name="connsiteX14" fmla="*/ 16512 w 83633"/>
                <a:gd name="connsiteY14" fmla="*/ 121428 h 165347"/>
                <a:gd name="connsiteX15" fmla="*/ 12800 w 83633"/>
                <a:gd name="connsiteY15" fmla="*/ 140697 h 165347"/>
                <a:gd name="connsiteX16" fmla="*/ 39276 w 83633"/>
                <a:gd name="connsiteY16" fmla="*/ 165434 h 165347"/>
                <a:gd name="connsiteX17" fmla="*/ 82330 w 83633"/>
                <a:gd name="connsiteY17" fmla="*/ 125594 h 165347"/>
                <a:gd name="connsiteX18" fmla="*/ 78371 w 83633"/>
                <a:gd name="connsiteY18" fmla="*/ 122209 h 165347"/>
                <a:gd name="connsiteX19" fmla="*/ 73175 w 83633"/>
                <a:gd name="connsiteY19" fmla="*/ 127156 h 165347"/>
                <a:gd name="connsiteX20" fmla="*/ 40018 w 83633"/>
                <a:gd name="connsiteY20" fmla="*/ 158143 h 165347"/>
                <a:gd name="connsiteX21" fmla="*/ 31358 w 83633"/>
                <a:gd name="connsiteY21" fmla="*/ 145384 h 165347"/>
                <a:gd name="connsiteX22" fmla="*/ 32843 w 83633"/>
                <a:gd name="connsiteY22" fmla="*/ 134708 h 165347"/>
                <a:gd name="connsiteX23" fmla="*/ 50658 w 83633"/>
                <a:gd name="connsiteY23" fmla="*/ 59976 h 16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33" h="165347">
                  <a:moveTo>
                    <a:pt x="50658" y="59976"/>
                  </a:moveTo>
                  <a:lnTo>
                    <a:pt x="75897" y="59976"/>
                  </a:lnTo>
                  <a:cubicBezTo>
                    <a:pt x="80598" y="59976"/>
                    <a:pt x="83815" y="59976"/>
                    <a:pt x="83815" y="54247"/>
                  </a:cubicBezTo>
                  <a:cubicBezTo>
                    <a:pt x="83815" y="50602"/>
                    <a:pt x="80598" y="50602"/>
                    <a:pt x="76392" y="50602"/>
                  </a:cubicBezTo>
                  <a:lnTo>
                    <a:pt x="52885" y="50602"/>
                  </a:lnTo>
                  <a:lnTo>
                    <a:pt x="62040" y="12064"/>
                  </a:lnTo>
                  <a:cubicBezTo>
                    <a:pt x="62288" y="10762"/>
                    <a:pt x="62783" y="9460"/>
                    <a:pt x="62783" y="8419"/>
                  </a:cubicBezTo>
                  <a:cubicBezTo>
                    <a:pt x="62783" y="3732"/>
                    <a:pt x="59318" y="86"/>
                    <a:pt x="54370" y="86"/>
                  </a:cubicBezTo>
                  <a:cubicBezTo>
                    <a:pt x="48184" y="86"/>
                    <a:pt x="44472" y="4513"/>
                    <a:pt x="42740" y="11283"/>
                  </a:cubicBezTo>
                  <a:cubicBezTo>
                    <a:pt x="41008" y="17793"/>
                    <a:pt x="44225" y="5294"/>
                    <a:pt x="33338" y="50602"/>
                  </a:cubicBezTo>
                  <a:lnTo>
                    <a:pt x="8099" y="50602"/>
                  </a:lnTo>
                  <a:cubicBezTo>
                    <a:pt x="3398" y="50602"/>
                    <a:pt x="181" y="50602"/>
                    <a:pt x="181" y="56330"/>
                  </a:cubicBezTo>
                  <a:cubicBezTo>
                    <a:pt x="181" y="59976"/>
                    <a:pt x="3150" y="59976"/>
                    <a:pt x="7604" y="59976"/>
                  </a:cubicBezTo>
                  <a:lnTo>
                    <a:pt x="31111" y="59976"/>
                  </a:lnTo>
                  <a:lnTo>
                    <a:pt x="16512" y="121428"/>
                  </a:lnTo>
                  <a:cubicBezTo>
                    <a:pt x="15027" y="127937"/>
                    <a:pt x="12800" y="137311"/>
                    <a:pt x="12800" y="140697"/>
                  </a:cubicBezTo>
                  <a:cubicBezTo>
                    <a:pt x="12800" y="156060"/>
                    <a:pt x="25172" y="165434"/>
                    <a:pt x="39276" y="165434"/>
                  </a:cubicBezTo>
                  <a:cubicBezTo>
                    <a:pt x="66742" y="165434"/>
                    <a:pt x="82330" y="128979"/>
                    <a:pt x="82330" y="125594"/>
                  </a:cubicBezTo>
                  <a:cubicBezTo>
                    <a:pt x="82330" y="122209"/>
                    <a:pt x="79113" y="122209"/>
                    <a:pt x="78371" y="122209"/>
                  </a:cubicBezTo>
                  <a:cubicBezTo>
                    <a:pt x="75402" y="122209"/>
                    <a:pt x="75154" y="122730"/>
                    <a:pt x="73175" y="127156"/>
                  </a:cubicBezTo>
                  <a:cubicBezTo>
                    <a:pt x="66247" y="143561"/>
                    <a:pt x="53627" y="158143"/>
                    <a:pt x="40018" y="158143"/>
                  </a:cubicBezTo>
                  <a:cubicBezTo>
                    <a:pt x="34822" y="158143"/>
                    <a:pt x="31358" y="154758"/>
                    <a:pt x="31358" y="145384"/>
                  </a:cubicBezTo>
                  <a:cubicBezTo>
                    <a:pt x="31358" y="142780"/>
                    <a:pt x="32348" y="137311"/>
                    <a:pt x="32843" y="134708"/>
                  </a:cubicBezTo>
                  <a:lnTo>
                    <a:pt x="50658" y="5997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76801A0-E591-AF7A-7010-57F7D341EFBE}"/>
                </a:ext>
              </a:extLst>
            </p:cNvPr>
            <p:cNvSpPr/>
            <p:nvPr>
              <p:custDataLst>
                <p:tags r:id="rId104"/>
              </p:custDataLst>
            </p:nvPr>
          </p:nvSpPr>
          <p:spPr>
            <a:xfrm>
              <a:off x="9820981" y="5793954"/>
              <a:ext cx="235064" cy="87044"/>
            </a:xfrm>
            <a:custGeom>
              <a:avLst/>
              <a:gdLst>
                <a:gd name="connsiteX0" fmla="*/ 223234 w 235064"/>
                <a:gd name="connsiteY0" fmla="*/ 14964 h 87044"/>
                <a:gd name="connsiteX1" fmla="*/ 235252 w 235064"/>
                <a:gd name="connsiteY1" fmla="*/ 7524 h 87044"/>
                <a:gd name="connsiteX2" fmla="*/ 223587 w 235064"/>
                <a:gd name="connsiteY2" fmla="*/ 85 h 87044"/>
                <a:gd name="connsiteX3" fmla="*/ 11852 w 235064"/>
                <a:gd name="connsiteY3" fmla="*/ 85 h 87044"/>
                <a:gd name="connsiteX4" fmla="*/ 187 w 235064"/>
                <a:gd name="connsiteY4" fmla="*/ 7524 h 87044"/>
                <a:gd name="connsiteX5" fmla="*/ 12206 w 235064"/>
                <a:gd name="connsiteY5" fmla="*/ 14964 h 87044"/>
                <a:gd name="connsiteX6" fmla="*/ 223234 w 235064"/>
                <a:gd name="connsiteY6" fmla="*/ 14964 h 87044"/>
                <a:gd name="connsiteX7" fmla="*/ 223587 w 235064"/>
                <a:gd name="connsiteY7" fmla="*/ 87129 h 87044"/>
                <a:gd name="connsiteX8" fmla="*/ 235252 w 235064"/>
                <a:gd name="connsiteY8" fmla="*/ 79689 h 87044"/>
                <a:gd name="connsiteX9" fmla="*/ 223234 w 235064"/>
                <a:gd name="connsiteY9" fmla="*/ 72250 h 87044"/>
                <a:gd name="connsiteX10" fmla="*/ 12206 w 235064"/>
                <a:gd name="connsiteY10" fmla="*/ 72250 h 87044"/>
                <a:gd name="connsiteX11" fmla="*/ 187 w 235064"/>
                <a:gd name="connsiteY11" fmla="*/ 79689 h 87044"/>
                <a:gd name="connsiteX12" fmla="*/ 11852 w 235064"/>
                <a:gd name="connsiteY12" fmla="*/ 87129 h 87044"/>
                <a:gd name="connsiteX13" fmla="*/ 223587 w 235064"/>
                <a:gd name="connsiteY13" fmla="*/ 87129 h 87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064" h="87044">
                  <a:moveTo>
                    <a:pt x="223234" y="14964"/>
                  </a:moveTo>
                  <a:cubicBezTo>
                    <a:pt x="228536" y="14964"/>
                    <a:pt x="235252" y="14964"/>
                    <a:pt x="235252" y="7524"/>
                  </a:cubicBezTo>
                  <a:cubicBezTo>
                    <a:pt x="235252" y="85"/>
                    <a:pt x="228536" y="85"/>
                    <a:pt x="223587" y="85"/>
                  </a:cubicBezTo>
                  <a:lnTo>
                    <a:pt x="11852" y="85"/>
                  </a:lnTo>
                  <a:cubicBezTo>
                    <a:pt x="6904" y="85"/>
                    <a:pt x="187" y="85"/>
                    <a:pt x="187" y="7524"/>
                  </a:cubicBezTo>
                  <a:cubicBezTo>
                    <a:pt x="187" y="14964"/>
                    <a:pt x="6904" y="14964"/>
                    <a:pt x="12206" y="14964"/>
                  </a:cubicBezTo>
                  <a:lnTo>
                    <a:pt x="223234" y="14964"/>
                  </a:lnTo>
                  <a:close/>
                  <a:moveTo>
                    <a:pt x="223587" y="87129"/>
                  </a:moveTo>
                  <a:cubicBezTo>
                    <a:pt x="228536" y="87129"/>
                    <a:pt x="235252" y="87129"/>
                    <a:pt x="235252" y="79689"/>
                  </a:cubicBezTo>
                  <a:cubicBezTo>
                    <a:pt x="235252" y="72250"/>
                    <a:pt x="228536" y="72250"/>
                    <a:pt x="223234" y="72250"/>
                  </a:cubicBezTo>
                  <a:lnTo>
                    <a:pt x="12206" y="72250"/>
                  </a:lnTo>
                  <a:cubicBezTo>
                    <a:pt x="6904" y="72250"/>
                    <a:pt x="187" y="72250"/>
                    <a:pt x="187" y="79689"/>
                  </a:cubicBezTo>
                  <a:cubicBezTo>
                    <a:pt x="187" y="87129"/>
                    <a:pt x="6904" y="87129"/>
                    <a:pt x="11852" y="87129"/>
                  </a:cubicBezTo>
                  <a:lnTo>
                    <a:pt x="223587" y="8712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44064B0-3DC4-D327-3E97-B1DD9557380A}"/>
                </a:ext>
              </a:extLst>
            </p:cNvPr>
            <p:cNvSpPr/>
            <p:nvPr>
              <p:custDataLst>
                <p:tags r:id="rId105"/>
              </p:custDataLst>
            </p:nvPr>
          </p:nvSpPr>
          <p:spPr>
            <a:xfrm>
              <a:off x="10187735" y="5770147"/>
              <a:ext cx="186991" cy="164417"/>
            </a:xfrm>
            <a:custGeom>
              <a:avLst/>
              <a:gdLst>
                <a:gd name="connsiteX0" fmla="*/ 169869 w 186991"/>
                <a:gd name="connsiteY0" fmla="*/ 21660 h 164417"/>
                <a:gd name="connsiteX1" fmla="*/ 187189 w 186991"/>
                <a:gd name="connsiteY1" fmla="*/ 9012 h 164417"/>
                <a:gd name="connsiteX2" fmla="*/ 173404 w 186991"/>
                <a:gd name="connsiteY2" fmla="*/ 85 h 164417"/>
                <a:gd name="connsiteX3" fmla="*/ 92810 w 186991"/>
                <a:gd name="connsiteY3" fmla="*/ 85 h 164417"/>
                <a:gd name="connsiteX4" fmla="*/ 198 w 186991"/>
                <a:gd name="connsiteY4" fmla="*/ 105728 h 164417"/>
                <a:gd name="connsiteX5" fmla="*/ 53220 w 186991"/>
                <a:gd name="connsiteY5" fmla="*/ 164502 h 164417"/>
                <a:gd name="connsiteX6" fmla="*/ 141944 w 186991"/>
                <a:gd name="connsiteY6" fmla="*/ 62206 h 164417"/>
                <a:gd name="connsiteX7" fmla="*/ 130986 w 186991"/>
                <a:gd name="connsiteY7" fmla="*/ 21660 h 164417"/>
                <a:gd name="connsiteX8" fmla="*/ 169869 w 186991"/>
                <a:gd name="connsiteY8" fmla="*/ 21660 h 164417"/>
                <a:gd name="connsiteX9" fmla="*/ 53574 w 186991"/>
                <a:gd name="connsiteY9" fmla="*/ 156318 h 164417"/>
                <a:gd name="connsiteX10" fmla="*/ 22114 w 186991"/>
                <a:gd name="connsiteY10" fmla="*/ 116144 h 164417"/>
                <a:gd name="connsiteX11" fmla="*/ 38727 w 186991"/>
                <a:gd name="connsiteY11" fmla="*/ 52535 h 164417"/>
                <a:gd name="connsiteX12" fmla="*/ 86801 w 186991"/>
                <a:gd name="connsiteY12" fmla="*/ 21660 h 164417"/>
                <a:gd name="connsiteX13" fmla="*/ 119321 w 186991"/>
                <a:gd name="connsiteY13" fmla="*/ 57742 h 164417"/>
                <a:gd name="connsiteX14" fmla="*/ 100233 w 186991"/>
                <a:gd name="connsiteY14" fmla="*/ 124700 h 164417"/>
                <a:gd name="connsiteX15" fmla="*/ 53574 w 186991"/>
                <a:gd name="connsiteY15" fmla="*/ 156318 h 164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6991" h="164417">
                  <a:moveTo>
                    <a:pt x="169869" y="21660"/>
                  </a:moveTo>
                  <a:cubicBezTo>
                    <a:pt x="174464" y="21660"/>
                    <a:pt x="187189" y="21660"/>
                    <a:pt x="187189" y="9012"/>
                  </a:cubicBezTo>
                  <a:cubicBezTo>
                    <a:pt x="187189" y="85"/>
                    <a:pt x="179766" y="85"/>
                    <a:pt x="173404" y="85"/>
                  </a:cubicBezTo>
                  <a:lnTo>
                    <a:pt x="92810" y="85"/>
                  </a:lnTo>
                  <a:cubicBezTo>
                    <a:pt x="39434" y="85"/>
                    <a:pt x="198" y="61462"/>
                    <a:pt x="198" y="105728"/>
                  </a:cubicBezTo>
                  <a:cubicBezTo>
                    <a:pt x="198" y="138463"/>
                    <a:pt x="21053" y="164502"/>
                    <a:pt x="53220" y="164502"/>
                  </a:cubicBezTo>
                  <a:cubicBezTo>
                    <a:pt x="94931" y="164502"/>
                    <a:pt x="141944" y="119492"/>
                    <a:pt x="141944" y="62206"/>
                  </a:cubicBezTo>
                  <a:cubicBezTo>
                    <a:pt x="141944" y="55882"/>
                    <a:pt x="141944" y="38027"/>
                    <a:pt x="130986" y="21660"/>
                  </a:cubicBezTo>
                  <a:lnTo>
                    <a:pt x="169869" y="21660"/>
                  </a:lnTo>
                  <a:close/>
                  <a:moveTo>
                    <a:pt x="53574" y="156318"/>
                  </a:moveTo>
                  <a:cubicBezTo>
                    <a:pt x="36253" y="156318"/>
                    <a:pt x="22114" y="142927"/>
                    <a:pt x="22114" y="116144"/>
                  </a:cubicBezTo>
                  <a:cubicBezTo>
                    <a:pt x="22114" y="104984"/>
                    <a:pt x="26356" y="74482"/>
                    <a:pt x="38727" y="52535"/>
                  </a:cubicBezTo>
                  <a:cubicBezTo>
                    <a:pt x="53574" y="26868"/>
                    <a:pt x="74782" y="21660"/>
                    <a:pt x="86801" y="21660"/>
                  </a:cubicBezTo>
                  <a:cubicBezTo>
                    <a:pt x="116493" y="21660"/>
                    <a:pt x="119321" y="46211"/>
                    <a:pt x="119321" y="57742"/>
                  </a:cubicBezTo>
                  <a:cubicBezTo>
                    <a:pt x="119321" y="75226"/>
                    <a:pt x="112251" y="105728"/>
                    <a:pt x="100233" y="124700"/>
                  </a:cubicBezTo>
                  <a:cubicBezTo>
                    <a:pt x="86447" y="146647"/>
                    <a:pt x="67359" y="156318"/>
                    <a:pt x="53574" y="156318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E206165B-4E7D-DE8F-B9AB-D05B33F7A5DA}"/>
                </a:ext>
              </a:extLst>
            </p:cNvPr>
            <p:cNvSpPr/>
            <p:nvPr>
              <p:custDataLst>
                <p:tags r:id="rId106"/>
              </p:custDataLst>
            </p:nvPr>
          </p:nvSpPr>
          <p:spPr>
            <a:xfrm>
              <a:off x="10482875" y="5651484"/>
              <a:ext cx="82007" cy="371985"/>
            </a:xfrm>
            <a:custGeom>
              <a:avLst/>
              <a:gdLst>
                <a:gd name="connsiteX0" fmla="*/ 82213 w 82007"/>
                <a:gd name="connsiteY0" fmla="*/ 368350 h 371985"/>
                <a:gd name="connsiteX1" fmla="*/ 76204 w 82007"/>
                <a:gd name="connsiteY1" fmla="*/ 360166 h 371985"/>
                <a:gd name="connsiteX2" fmla="*/ 20708 w 82007"/>
                <a:gd name="connsiteY2" fmla="*/ 186077 h 371985"/>
                <a:gd name="connsiteX3" fmla="*/ 77618 w 82007"/>
                <a:gd name="connsiteY3" fmla="*/ 10128 h 371985"/>
                <a:gd name="connsiteX4" fmla="*/ 82213 w 82007"/>
                <a:gd name="connsiteY4" fmla="*/ 3805 h 371985"/>
                <a:gd name="connsiteX5" fmla="*/ 78678 w 82007"/>
                <a:gd name="connsiteY5" fmla="*/ 85 h 371985"/>
                <a:gd name="connsiteX6" fmla="*/ 22475 w 82007"/>
                <a:gd name="connsiteY6" fmla="*/ 72622 h 371985"/>
                <a:gd name="connsiteX7" fmla="*/ 206 w 82007"/>
                <a:gd name="connsiteY7" fmla="*/ 186077 h 371985"/>
                <a:gd name="connsiteX8" fmla="*/ 23535 w 82007"/>
                <a:gd name="connsiteY8" fmla="*/ 302137 h 371985"/>
                <a:gd name="connsiteX9" fmla="*/ 78678 w 82007"/>
                <a:gd name="connsiteY9" fmla="*/ 372070 h 371985"/>
                <a:gd name="connsiteX10" fmla="*/ 82213 w 82007"/>
                <a:gd name="connsiteY10" fmla="*/ 368350 h 37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07" h="371985">
                  <a:moveTo>
                    <a:pt x="82213" y="368350"/>
                  </a:moveTo>
                  <a:cubicBezTo>
                    <a:pt x="82213" y="367234"/>
                    <a:pt x="82213" y="366490"/>
                    <a:pt x="76204" y="360166"/>
                  </a:cubicBezTo>
                  <a:cubicBezTo>
                    <a:pt x="32019" y="313296"/>
                    <a:pt x="20708" y="242991"/>
                    <a:pt x="20708" y="186077"/>
                  </a:cubicBezTo>
                  <a:cubicBezTo>
                    <a:pt x="20708" y="121352"/>
                    <a:pt x="34140" y="56626"/>
                    <a:pt x="77618" y="10128"/>
                  </a:cubicBezTo>
                  <a:cubicBezTo>
                    <a:pt x="82213" y="5664"/>
                    <a:pt x="82213" y="4920"/>
                    <a:pt x="82213" y="3805"/>
                  </a:cubicBezTo>
                  <a:cubicBezTo>
                    <a:pt x="82213" y="1201"/>
                    <a:pt x="80799" y="85"/>
                    <a:pt x="78678" y="85"/>
                  </a:cubicBezTo>
                  <a:cubicBezTo>
                    <a:pt x="75144" y="85"/>
                    <a:pt x="43330" y="25380"/>
                    <a:pt x="22475" y="72622"/>
                  </a:cubicBezTo>
                  <a:cubicBezTo>
                    <a:pt x="4447" y="113540"/>
                    <a:pt x="206" y="154830"/>
                    <a:pt x="206" y="186077"/>
                  </a:cubicBezTo>
                  <a:cubicBezTo>
                    <a:pt x="206" y="215092"/>
                    <a:pt x="4094" y="260102"/>
                    <a:pt x="23535" y="302137"/>
                  </a:cubicBezTo>
                  <a:cubicBezTo>
                    <a:pt x="44744" y="347891"/>
                    <a:pt x="75144" y="372070"/>
                    <a:pt x="78678" y="372070"/>
                  </a:cubicBezTo>
                  <a:cubicBezTo>
                    <a:pt x="80799" y="372070"/>
                    <a:pt x="82213" y="370954"/>
                    <a:pt x="82213" y="368350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1259962-DD95-29D9-90B5-97A5E4B14FBF}"/>
                </a:ext>
              </a:extLst>
            </p:cNvPr>
            <p:cNvSpPr/>
            <p:nvPr>
              <p:custDataLst>
                <p:tags r:id="rId107"/>
              </p:custDataLst>
            </p:nvPr>
          </p:nvSpPr>
          <p:spPr>
            <a:xfrm>
              <a:off x="10593829" y="5675291"/>
              <a:ext cx="402967" cy="258157"/>
            </a:xfrm>
            <a:custGeom>
              <a:avLst/>
              <a:gdLst>
                <a:gd name="connsiteX0" fmla="*/ 369597 w 402967"/>
                <a:gd name="connsiteY0" fmla="*/ 26496 h 258157"/>
                <a:gd name="connsiteX1" fmla="*/ 383029 w 402967"/>
                <a:gd name="connsiteY1" fmla="*/ 18312 h 258157"/>
                <a:gd name="connsiteX2" fmla="*/ 403177 w 402967"/>
                <a:gd name="connsiteY2" fmla="*/ 17568 h 258157"/>
                <a:gd name="connsiteX3" fmla="*/ 403177 w 402967"/>
                <a:gd name="connsiteY3" fmla="*/ 85 h 258157"/>
                <a:gd name="connsiteX4" fmla="*/ 365355 w 402967"/>
                <a:gd name="connsiteY4" fmla="*/ 1201 h 258157"/>
                <a:gd name="connsiteX5" fmla="*/ 317282 w 402967"/>
                <a:gd name="connsiteY5" fmla="*/ 85 h 258157"/>
                <a:gd name="connsiteX6" fmla="*/ 317282 w 402967"/>
                <a:gd name="connsiteY6" fmla="*/ 17568 h 258157"/>
                <a:gd name="connsiteX7" fmla="*/ 353337 w 402967"/>
                <a:gd name="connsiteY7" fmla="*/ 21660 h 258157"/>
                <a:gd name="connsiteX8" fmla="*/ 292538 w 402967"/>
                <a:gd name="connsiteY8" fmla="*/ 187937 h 258157"/>
                <a:gd name="connsiteX9" fmla="*/ 229972 w 402967"/>
                <a:gd name="connsiteY9" fmla="*/ 17568 h 258157"/>
                <a:gd name="connsiteX10" fmla="*/ 263906 w 402967"/>
                <a:gd name="connsiteY10" fmla="*/ 17568 h 258157"/>
                <a:gd name="connsiteX11" fmla="*/ 263906 w 402967"/>
                <a:gd name="connsiteY11" fmla="*/ 85 h 258157"/>
                <a:gd name="connsiteX12" fmla="*/ 202047 w 402967"/>
                <a:gd name="connsiteY12" fmla="*/ 1201 h 258157"/>
                <a:gd name="connsiteX13" fmla="*/ 147964 w 402967"/>
                <a:gd name="connsiteY13" fmla="*/ 85 h 258157"/>
                <a:gd name="connsiteX14" fmla="*/ 147964 w 402967"/>
                <a:gd name="connsiteY14" fmla="*/ 17568 h 258157"/>
                <a:gd name="connsiteX15" fmla="*/ 178364 w 402967"/>
                <a:gd name="connsiteY15" fmla="*/ 17568 h 258157"/>
                <a:gd name="connsiteX16" fmla="*/ 192857 w 402967"/>
                <a:gd name="connsiteY16" fmla="*/ 56998 h 258157"/>
                <a:gd name="connsiteX17" fmla="*/ 144783 w 402967"/>
                <a:gd name="connsiteY17" fmla="*/ 187937 h 258157"/>
                <a:gd name="connsiteX18" fmla="*/ 82217 w 402967"/>
                <a:gd name="connsiteY18" fmla="*/ 17568 h 258157"/>
                <a:gd name="connsiteX19" fmla="*/ 116151 w 402967"/>
                <a:gd name="connsiteY19" fmla="*/ 17568 h 258157"/>
                <a:gd name="connsiteX20" fmla="*/ 116151 w 402967"/>
                <a:gd name="connsiteY20" fmla="*/ 85 h 258157"/>
                <a:gd name="connsiteX21" fmla="*/ 54292 w 402967"/>
                <a:gd name="connsiteY21" fmla="*/ 1201 h 258157"/>
                <a:gd name="connsiteX22" fmla="*/ 210 w 402967"/>
                <a:gd name="connsiteY22" fmla="*/ 85 h 258157"/>
                <a:gd name="connsiteX23" fmla="*/ 210 w 402967"/>
                <a:gd name="connsiteY23" fmla="*/ 17568 h 258157"/>
                <a:gd name="connsiteX24" fmla="*/ 30609 w 402967"/>
                <a:gd name="connsiteY24" fmla="*/ 17568 h 258157"/>
                <a:gd name="connsiteX25" fmla="*/ 115444 w 402967"/>
                <a:gd name="connsiteY25" fmla="*/ 248571 h 258157"/>
                <a:gd name="connsiteX26" fmla="*/ 127816 w 402967"/>
                <a:gd name="connsiteY26" fmla="*/ 258242 h 258157"/>
                <a:gd name="connsiteX27" fmla="*/ 140188 w 402967"/>
                <a:gd name="connsiteY27" fmla="*/ 248571 h 258157"/>
                <a:gd name="connsiteX28" fmla="*/ 201694 w 402967"/>
                <a:gd name="connsiteY28" fmla="*/ 81177 h 258157"/>
                <a:gd name="connsiteX29" fmla="*/ 263199 w 402967"/>
                <a:gd name="connsiteY29" fmla="*/ 248571 h 258157"/>
                <a:gd name="connsiteX30" fmla="*/ 275571 w 402967"/>
                <a:gd name="connsiteY30" fmla="*/ 258242 h 258157"/>
                <a:gd name="connsiteX31" fmla="*/ 287943 w 402967"/>
                <a:gd name="connsiteY31" fmla="*/ 248571 h 258157"/>
                <a:gd name="connsiteX32" fmla="*/ 369597 w 402967"/>
                <a:gd name="connsiteY32" fmla="*/ 26496 h 258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2967" h="258157">
                  <a:moveTo>
                    <a:pt x="369597" y="26496"/>
                  </a:moveTo>
                  <a:cubicBezTo>
                    <a:pt x="371718" y="20172"/>
                    <a:pt x="372071" y="19428"/>
                    <a:pt x="383029" y="18312"/>
                  </a:cubicBezTo>
                  <a:cubicBezTo>
                    <a:pt x="390099" y="17568"/>
                    <a:pt x="397522" y="17568"/>
                    <a:pt x="403177" y="17568"/>
                  </a:cubicBezTo>
                  <a:lnTo>
                    <a:pt x="403177" y="85"/>
                  </a:lnTo>
                  <a:cubicBezTo>
                    <a:pt x="393634" y="457"/>
                    <a:pt x="381262" y="1201"/>
                    <a:pt x="365355" y="1201"/>
                  </a:cubicBezTo>
                  <a:cubicBezTo>
                    <a:pt x="351923" y="1201"/>
                    <a:pt x="330007" y="1201"/>
                    <a:pt x="317282" y="85"/>
                  </a:cubicBezTo>
                  <a:lnTo>
                    <a:pt x="317282" y="17568"/>
                  </a:lnTo>
                  <a:cubicBezTo>
                    <a:pt x="326119" y="17568"/>
                    <a:pt x="343086" y="17568"/>
                    <a:pt x="353337" y="21660"/>
                  </a:cubicBezTo>
                  <a:lnTo>
                    <a:pt x="292538" y="187937"/>
                  </a:lnTo>
                  <a:lnTo>
                    <a:pt x="229972" y="17568"/>
                  </a:lnTo>
                  <a:lnTo>
                    <a:pt x="263906" y="17568"/>
                  </a:lnTo>
                  <a:lnTo>
                    <a:pt x="263906" y="85"/>
                  </a:lnTo>
                  <a:cubicBezTo>
                    <a:pt x="250474" y="1201"/>
                    <a:pt x="217247" y="1201"/>
                    <a:pt x="202047" y="1201"/>
                  </a:cubicBezTo>
                  <a:cubicBezTo>
                    <a:pt x="188261" y="1201"/>
                    <a:pt x="160336" y="1201"/>
                    <a:pt x="147964" y="85"/>
                  </a:cubicBezTo>
                  <a:lnTo>
                    <a:pt x="147964" y="17568"/>
                  </a:lnTo>
                  <a:lnTo>
                    <a:pt x="178364" y="17568"/>
                  </a:lnTo>
                  <a:lnTo>
                    <a:pt x="192857" y="56998"/>
                  </a:lnTo>
                  <a:lnTo>
                    <a:pt x="144783" y="187937"/>
                  </a:lnTo>
                  <a:lnTo>
                    <a:pt x="82217" y="17568"/>
                  </a:lnTo>
                  <a:lnTo>
                    <a:pt x="116151" y="17568"/>
                  </a:lnTo>
                  <a:lnTo>
                    <a:pt x="116151" y="85"/>
                  </a:lnTo>
                  <a:cubicBezTo>
                    <a:pt x="102719" y="1201"/>
                    <a:pt x="69492" y="1201"/>
                    <a:pt x="54292" y="1201"/>
                  </a:cubicBezTo>
                  <a:cubicBezTo>
                    <a:pt x="40506" y="1201"/>
                    <a:pt x="12581" y="1201"/>
                    <a:pt x="210" y="85"/>
                  </a:cubicBezTo>
                  <a:lnTo>
                    <a:pt x="210" y="17568"/>
                  </a:lnTo>
                  <a:lnTo>
                    <a:pt x="30609" y="17568"/>
                  </a:lnTo>
                  <a:lnTo>
                    <a:pt x="115444" y="248571"/>
                  </a:lnTo>
                  <a:cubicBezTo>
                    <a:pt x="117565" y="254522"/>
                    <a:pt x="118979" y="258242"/>
                    <a:pt x="127816" y="258242"/>
                  </a:cubicBezTo>
                  <a:cubicBezTo>
                    <a:pt x="136653" y="258242"/>
                    <a:pt x="138067" y="254522"/>
                    <a:pt x="140188" y="248571"/>
                  </a:cubicBezTo>
                  <a:lnTo>
                    <a:pt x="201694" y="81177"/>
                  </a:lnTo>
                  <a:lnTo>
                    <a:pt x="263199" y="248571"/>
                  </a:lnTo>
                  <a:cubicBezTo>
                    <a:pt x="265320" y="254522"/>
                    <a:pt x="266734" y="258242"/>
                    <a:pt x="275571" y="258242"/>
                  </a:cubicBezTo>
                  <a:cubicBezTo>
                    <a:pt x="284408" y="258242"/>
                    <a:pt x="285822" y="254522"/>
                    <a:pt x="287943" y="248571"/>
                  </a:cubicBezTo>
                  <a:lnTo>
                    <a:pt x="369597" y="2649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355B082-68D2-9976-076A-154C3DA5B90E}"/>
                </a:ext>
              </a:extLst>
            </p:cNvPr>
            <p:cNvSpPr/>
            <p:nvPr>
              <p:custDataLst>
                <p:tags r:id="rId108"/>
              </p:custDataLst>
            </p:nvPr>
          </p:nvSpPr>
          <p:spPr>
            <a:xfrm>
              <a:off x="11001387" y="5802955"/>
              <a:ext cx="128419" cy="236433"/>
            </a:xfrm>
            <a:custGeom>
              <a:avLst/>
              <a:gdLst>
                <a:gd name="connsiteX0" fmla="*/ 80886 w 128419"/>
                <a:gd name="connsiteY0" fmla="*/ 80547 h 236433"/>
                <a:gd name="connsiteX1" fmla="*/ 104145 w 128419"/>
                <a:gd name="connsiteY1" fmla="*/ 80547 h 236433"/>
                <a:gd name="connsiteX2" fmla="*/ 111815 w 128419"/>
                <a:gd name="connsiteY2" fmla="*/ 74818 h 236433"/>
                <a:gd name="connsiteX3" fmla="*/ 104640 w 128419"/>
                <a:gd name="connsiteY3" fmla="*/ 71172 h 236433"/>
                <a:gd name="connsiteX4" fmla="*/ 82618 w 128419"/>
                <a:gd name="connsiteY4" fmla="*/ 71172 h 236433"/>
                <a:gd name="connsiteX5" fmla="*/ 89546 w 128419"/>
                <a:gd name="connsiteY5" fmla="*/ 32635 h 236433"/>
                <a:gd name="connsiteX6" fmla="*/ 104392 w 128419"/>
                <a:gd name="connsiteY6" fmla="*/ 7377 h 236433"/>
                <a:gd name="connsiteX7" fmla="*/ 115279 w 128419"/>
                <a:gd name="connsiteY7" fmla="*/ 11023 h 236433"/>
                <a:gd name="connsiteX8" fmla="*/ 107361 w 128419"/>
                <a:gd name="connsiteY8" fmla="*/ 23000 h 236433"/>
                <a:gd name="connsiteX9" fmla="*/ 116022 w 128419"/>
                <a:gd name="connsiteY9" fmla="*/ 31854 h 236433"/>
                <a:gd name="connsiteX10" fmla="*/ 128641 w 128419"/>
                <a:gd name="connsiteY10" fmla="*/ 17532 h 236433"/>
                <a:gd name="connsiteX11" fmla="*/ 104392 w 128419"/>
                <a:gd name="connsiteY11" fmla="*/ 86 h 236433"/>
                <a:gd name="connsiteX12" fmla="*/ 70246 w 128419"/>
                <a:gd name="connsiteY12" fmla="*/ 38884 h 236433"/>
                <a:gd name="connsiteX13" fmla="*/ 64307 w 128419"/>
                <a:gd name="connsiteY13" fmla="*/ 71172 h 236433"/>
                <a:gd name="connsiteX14" fmla="*/ 45502 w 128419"/>
                <a:gd name="connsiteY14" fmla="*/ 71172 h 236433"/>
                <a:gd name="connsiteX15" fmla="*/ 38079 w 128419"/>
                <a:gd name="connsiteY15" fmla="*/ 76901 h 236433"/>
                <a:gd name="connsiteX16" fmla="*/ 45007 w 128419"/>
                <a:gd name="connsiteY16" fmla="*/ 80547 h 236433"/>
                <a:gd name="connsiteX17" fmla="*/ 62575 w 128419"/>
                <a:gd name="connsiteY17" fmla="*/ 80547 h 236433"/>
                <a:gd name="connsiteX18" fmla="*/ 46492 w 128419"/>
                <a:gd name="connsiteY18" fmla="*/ 172985 h 236433"/>
                <a:gd name="connsiteX19" fmla="*/ 23975 w 128419"/>
                <a:gd name="connsiteY19" fmla="*/ 229229 h 236433"/>
                <a:gd name="connsiteX20" fmla="*/ 13583 w 128419"/>
                <a:gd name="connsiteY20" fmla="*/ 225323 h 236433"/>
                <a:gd name="connsiteX21" fmla="*/ 21501 w 128419"/>
                <a:gd name="connsiteY21" fmla="*/ 213606 h 236433"/>
                <a:gd name="connsiteX22" fmla="*/ 12841 w 128419"/>
                <a:gd name="connsiteY22" fmla="*/ 204752 h 236433"/>
                <a:gd name="connsiteX23" fmla="*/ 221 w 128419"/>
                <a:gd name="connsiteY23" fmla="*/ 219074 h 236433"/>
                <a:gd name="connsiteX24" fmla="*/ 23728 w 128419"/>
                <a:gd name="connsiteY24" fmla="*/ 236520 h 236433"/>
                <a:gd name="connsiteX25" fmla="*/ 60348 w 128419"/>
                <a:gd name="connsiteY25" fmla="*/ 190691 h 236433"/>
                <a:gd name="connsiteX26" fmla="*/ 66287 w 128419"/>
                <a:gd name="connsiteY26" fmla="*/ 164132 h 236433"/>
                <a:gd name="connsiteX27" fmla="*/ 80886 w 128419"/>
                <a:gd name="connsiteY27" fmla="*/ 80547 h 236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28419" h="236433">
                  <a:moveTo>
                    <a:pt x="80886" y="80547"/>
                  </a:moveTo>
                  <a:lnTo>
                    <a:pt x="104145" y="80547"/>
                  </a:lnTo>
                  <a:cubicBezTo>
                    <a:pt x="108599" y="80547"/>
                    <a:pt x="111815" y="80547"/>
                    <a:pt x="111815" y="74818"/>
                  </a:cubicBezTo>
                  <a:cubicBezTo>
                    <a:pt x="111815" y="71172"/>
                    <a:pt x="108351" y="71172"/>
                    <a:pt x="104640" y="71172"/>
                  </a:cubicBezTo>
                  <a:lnTo>
                    <a:pt x="82618" y="71172"/>
                  </a:lnTo>
                  <a:cubicBezTo>
                    <a:pt x="85340" y="53987"/>
                    <a:pt x="88309" y="38103"/>
                    <a:pt x="89546" y="32635"/>
                  </a:cubicBezTo>
                  <a:cubicBezTo>
                    <a:pt x="92020" y="19876"/>
                    <a:pt x="94495" y="7377"/>
                    <a:pt x="104392" y="7377"/>
                  </a:cubicBezTo>
                  <a:cubicBezTo>
                    <a:pt x="108351" y="7377"/>
                    <a:pt x="112310" y="8419"/>
                    <a:pt x="115279" y="11023"/>
                  </a:cubicBezTo>
                  <a:cubicBezTo>
                    <a:pt x="110578" y="13106"/>
                    <a:pt x="107361" y="17793"/>
                    <a:pt x="107361" y="23000"/>
                  </a:cubicBezTo>
                  <a:cubicBezTo>
                    <a:pt x="107361" y="30552"/>
                    <a:pt x="113300" y="31854"/>
                    <a:pt x="116022" y="31854"/>
                  </a:cubicBezTo>
                  <a:cubicBezTo>
                    <a:pt x="123197" y="31854"/>
                    <a:pt x="128641" y="25604"/>
                    <a:pt x="128641" y="17532"/>
                  </a:cubicBezTo>
                  <a:cubicBezTo>
                    <a:pt x="128641" y="6336"/>
                    <a:pt x="117259" y="86"/>
                    <a:pt x="104392" y="86"/>
                  </a:cubicBezTo>
                  <a:cubicBezTo>
                    <a:pt x="77422" y="86"/>
                    <a:pt x="71731" y="30812"/>
                    <a:pt x="70246" y="38884"/>
                  </a:cubicBezTo>
                  <a:lnTo>
                    <a:pt x="64307" y="71172"/>
                  </a:lnTo>
                  <a:lnTo>
                    <a:pt x="45502" y="71172"/>
                  </a:lnTo>
                  <a:cubicBezTo>
                    <a:pt x="41048" y="71172"/>
                    <a:pt x="38079" y="71172"/>
                    <a:pt x="38079" y="76901"/>
                  </a:cubicBezTo>
                  <a:cubicBezTo>
                    <a:pt x="38079" y="80547"/>
                    <a:pt x="41048" y="80547"/>
                    <a:pt x="45007" y="80547"/>
                  </a:cubicBezTo>
                  <a:lnTo>
                    <a:pt x="62575" y="80547"/>
                  </a:lnTo>
                  <a:lnTo>
                    <a:pt x="46492" y="172985"/>
                  </a:lnTo>
                  <a:cubicBezTo>
                    <a:pt x="36595" y="229229"/>
                    <a:pt x="29419" y="229229"/>
                    <a:pt x="23975" y="229229"/>
                  </a:cubicBezTo>
                  <a:cubicBezTo>
                    <a:pt x="22986" y="229229"/>
                    <a:pt x="17789" y="229229"/>
                    <a:pt x="13583" y="225323"/>
                  </a:cubicBezTo>
                  <a:cubicBezTo>
                    <a:pt x="21501" y="221938"/>
                    <a:pt x="21501" y="214647"/>
                    <a:pt x="21501" y="213606"/>
                  </a:cubicBezTo>
                  <a:cubicBezTo>
                    <a:pt x="21501" y="206054"/>
                    <a:pt x="15562" y="204752"/>
                    <a:pt x="12841" y="204752"/>
                  </a:cubicBezTo>
                  <a:cubicBezTo>
                    <a:pt x="5665" y="204752"/>
                    <a:pt x="221" y="211002"/>
                    <a:pt x="221" y="219074"/>
                  </a:cubicBezTo>
                  <a:cubicBezTo>
                    <a:pt x="221" y="230791"/>
                    <a:pt x="12346" y="236520"/>
                    <a:pt x="23728" y="236520"/>
                  </a:cubicBezTo>
                  <a:cubicBezTo>
                    <a:pt x="47482" y="236520"/>
                    <a:pt x="57132" y="203190"/>
                    <a:pt x="60348" y="190691"/>
                  </a:cubicBezTo>
                  <a:cubicBezTo>
                    <a:pt x="62575" y="181838"/>
                    <a:pt x="64802" y="172985"/>
                    <a:pt x="66287" y="164132"/>
                  </a:cubicBezTo>
                  <a:lnTo>
                    <a:pt x="80886" y="80547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655659-6AC2-0C02-781E-FED6FF863BCE}"/>
                </a:ext>
              </a:extLst>
            </p:cNvPr>
            <p:cNvSpPr/>
            <p:nvPr>
              <p:custDataLst>
                <p:tags r:id="rId109"/>
              </p:custDataLst>
            </p:nvPr>
          </p:nvSpPr>
          <p:spPr>
            <a:xfrm>
              <a:off x="11156099" y="5651484"/>
              <a:ext cx="48426" cy="371985"/>
            </a:xfrm>
            <a:custGeom>
              <a:avLst/>
              <a:gdLst>
                <a:gd name="connsiteX0" fmla="*/ 48651 w 48426"/>
                <a:gd name="connsiteY0" fmla="*/ 372070 h 371985"/>
                <a:gd name="connsiteX1" fmla="*/ 48651 w 48426"/>
                <a:gd name="connsiteY1" fmla="*/ 357190 h 371985"/>
                <a:gd name="connsiteX2" fmla="*/ 14364 w 48426"/>
                <a:gd name="connsiteY2" fmla="*/ 357190 h 371985"/>
                <a:gd name="connsiteX3" fmla="*/ 14364 w 48426"/>
                <a:gd name="connsiteY3" fmla="*/ 14964 h 371985"/>
                <a:gd name="connsiteX4" fmla="*/ 48651 w 48426"/>
                <a:gd name="connsiteY4" fmla="*/ 14964 h 371985"/>
                <a:gd name="connsiteX5" fmla="*/ 48651 w 48426"/>
                <a:gd name="connsiteY5" fmla="*/ 85 h 371985"/>
                <a:gd name="connsiteX6" fmla="*/ 224 w 48426"/>
                <a:gd name="connsiteY6" fmla="*/ 85 h 371985"/>
                <a:gd name="connsiteX7" fmla="*/ 224 w 48426"/>
                <a:gd name="connsiteY7" fmla="*/ 372070 h 371985"/>
                <a:gd name="connsiteX8" fmla="*/ 48651 w 48426"/>
                <a:gd name="connsiteY8" fmla="*/ 372070 h 37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26" h="371985">
                  <a:moveTo>
                    <a:pt x="48651" y="372070"/>
                  </a:moveTo>
                  <a:lnTo>
                    <a:pt x="48651" y="357190"/>
                  </a:lnTo>
                  <a:lnTo>
                    <a:pt x="14364" y="357190"/>
                  </a:lnTo>
                  <a:lnTo>
                    <a:pt x="14364" y="14964"/>
                  </a:lnTo>
                  <a:lnTo>
                    <a:pt x="48651" y="14964"/>
                  </a:lnTo>
                  <a:lnTo>
                    <a:pt x="48651" y="85"/>
                  </a:lnTo>
                  <a:lnTo>
                    <a:pt x="224" y="85"/>
                  </a:lnTo>
                  <a:lnTo>
                    <a:pt x="224" y="372070"/>
                  </a:lnTo>
                  <a:lnTo>
                    <a:pt x="48651" y="372070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31D0343-8679-D1D9-3741-9A195CE3BE3B}"/>
                </a:ext>
              </a:extLst>
            </p:cNvPr>
            <p:cNvSpPr/>
            <p:nvPr>
              <p:custDataLst>
                <p:tags r:id="rId110"/>
              </p:custDataLst>
            </p:nvPr>
          </p:nvSpPr>
          <p:spPr>
            <a:xfrm>
              <a:off x="11220354" y="5765311"/>
              <a:ext cx="199009" cy="165161"/>
            </a:xfrm>
            <a:custGeom>
              <a:avLst/>
              <a:gdLst>
                <a:gd name="connsiteX0" fmla="*/ 114755 w 199009"/>
                <a:gd name="connsiteY0" fmla="*/ 73738 h 165161"/>
                <a:gd name="connsiteX1" fmla="*/ 156112 w 199009"/>
                <a:gd name="connsiteY1" fmla="*/ 25380 h 165161"/>
                <a:gd name="connsiteX2" fmla="*/ 192167 w 199009"/>
                <a:gd name="connsiteY2" fmla="*/ 17568 h 165161"/>
                <a:gd name="connsiteX3" fmla="*/ 192167 w 199009"/>
                <a:gd name="connsiteY3" fmla="*/ 85 h 165161"/>
                <a:gd name="connsiteX4" fmla="*/ 159647 w 199009"/>
                <a:gd name="connsiteY4" fmla="*/ 1201 h 165161"/>
                <a:gd name="connsiteX5" fmla="*/ 123239 w 199009"/>
                <a:gd name="connsiteY5" fmla="*/ 85 h 165161"/>
                <a:gd name="connsiteX6" fmla="*/ 123239 w 199009"/>
                <a:gd name="connsiteY6" fmla="*/ 17568 h 165161"/>
                <a:gd name="connsiteX7" fmla="*/ 136671 w 199009"/>
                <a:gd name="connsiteY7" fmla="*/ 20916 h 165161"/>
                <a:gd name="connsiteX8" fmla="*/ 133843 w 199009"/>
                <a:gd name="connsiteY8" fmla="*/ 25380 h 165161"/>
                <a:gd name="connsiteX9" fmla="*/ 104151 w 199009"/>
                <a:gd name="connsiteY9" fmla="*/ 60346 h 165161"/>
                <a:gd name="connsiteX10" fmla="*/ 69509 w 199009"/>
                <a:gd name="connsiteY10" fmla="*/ 17568 h 165161"/>
                <a:gd name="connsiteX11" fmla="*/ 83649 w 199009"/>
                <a:gd name="connsiteY11" fmla="*/ 17568 h 165161"/>
                <a:gd name="connsiteX12" fmla="*/ 83649 w 199009"/>
                <a:gd name="connsiteY12" fmla="*/ 85 h 165161"/>
                <a:gd name="connsiteX13" fmla="*/ 40878 w 199009"/>
                <a:gd name="connsiteY13" fmla="*/ 1201 h 165161"/>
                <a:gd name="connsiteX14" fmla="*/ 1995 w 199009"/>
                <a:gd name="connsiteY14" fmla="*/ 85 h 165161"/>
                <a:gd name="connsiteX15" fmla="*/ 1995 w 199009"/>
                <a:gd name="connsiteY15" fmla="*/ 17568 h 165161"/>
                <a:gd name="connsiteX16" fmla="*/ 27092 w 199009"/>
                <a:gd name="connsiteY16" fmla="*/ 17568 h 165161"/>
                <a:gd name="connsiteX17" fmla="*/ 82235 w 199009"/>
                <a:gd name="connsiteY17" fmla="*/ 86013 h 165161"/>
                <a:gd name="connsiteX18" fmla="*/ 35929 w 199009"/>
                <a:gd name="connsiteY18" fmla="*/ 140695 h 165161"/>
                <a:gd name="connsiteX19" fmla="*/ 227 w 199009"/>
                <a:gd name="connsiteY19" fmla="*/ 147763 h 165161"/>
                <a:gd name="connsiteX20" fmla="*/ 227 w 199009"/>
                <a:gd name="connsiteY20" fmla="*/ 165246 h 165161"/>
                <a:gd name="connsiteX21" fmla="*/ 32747 w 199009"/>
                <a:gd name="connsiteY21" fmla="*/ 164130 h 165161"/>
                <a:gd name="connsiteX22" fmla="*/ 69156 w 199009"/>
                <a:gd name="connsiteY22" fmla="*/ 165246 h 165161"/>
                <a:gd name="connsiteX23" fmla="*/ 69156 w 199009"/>
                <a:gd name="connsiteY23" fmla="*/ 147763 h 165161"/>
                <a:gd name="connsiteX24" fmla="*/ 56077 w 199009"/>
                <a:gd name="connsiteY24" fmla="*/ 143671 h 165161"/>
                <a:gd name="connsiteX25" fmla="*/ 58552 w 199009"/>
                <a:gd name="connsiteY25" fmla="*/ 139951 h 165161"/>
                <a:gd name="connsiteX26" fmla="*/ 92839 w 199009"/>
                <a:gd name="connsiteY26" fmla="*/ 99405 h 165161"/>
                <a:gd name="connsiteX27" fmla="*/ 131722 w 199009"/>
                <a:gd name="connsiteY27" fmla="*/ 147763 h 165161"/>
                <a:gd name="connsiteX28" fmla="*/ 117936 w 199009"/>
                <a:gd name="connsiteY28" fmla="*/ 147763 h 165161"/>
                <a:gd name="connsiteX29" fmla="*/ 117936 w 199009"/>
                <a:gd name="connsiteY29" fmla="*/ 165246 h 165161"/>
                <a:gd name="connsiteX30" fmla="*/ 160354 w 199009"/>
                <a:gd name="connsiteY30" fmla="*/ 164130 h 165161"/>
                <a:gd name="connsiteX31" fmla="*/ 199237 w 199009"/>
                <a:gd name="connsiteY31" fmla="*/ 165246 h 165161"/>
                <a:gd name="connsiteX32" fmla="*/ 199237 w 199009"/>
                <a:gd name="connsiteY32" fmla="*/ 147763 h 165161"/>
                <a:gd name="connsiteX33" fmla="*/ 174140 w 199009"/>
                <a:gd name="connsiteY33" fmla="*/ 147763 h 165161"/>
                <a:gd name="connsiteX34" fmla="*/ 114755 w 199009"/>
                <a:gd name="connsiteY34" fmla="*/ 73738 h 165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009" h="165161">
                  <a:moveTo>
                    <a:pt x="114755" y="73738"/>
                  </a:moveTo>
                  <a:lnTo>
                    <a:pt x="156112" y="25380"/>
                  </a:lnTo>
                  <a:cubicBezTo>
                    <a:pt x="160707" y="20172"/>
                    <a:pt x="162828" y="17568"/>
                    <a:pt x="192167" y="17568"/>
                  </a:cubicBezTo>
                  <a:lnTo>
                    <a:pt x="192167" y="85"/>
                  </a:lnTo>
                  <a:cubicBezTo>
                    <a:pt x="179795" y="829"/>
                    <a:pt x="161414" y="1201"/>
                    <a:pt x="159647" y="1201"/>
                  </a:cubicBezTo>
                  <a:cubicBezTo>
                    <a:pt x="150810" y="1201"/>
                    <a:pt x="133136" y="457"/>
                    <a:pt x="123239" y="85"/>
                  </a:cubicBezTo>
                  <a:lnTo>
                    <a:pt x="123239" y="17568"/>
                  </a:lnTo>
                  <a:cubicBezTo>
                    <a:pt x="128187" y="17568"/>
                    <a:pt x="132429" y="18312"/>
                    <a:pt x="136671" y="20916"/>
                  </a:cubicBezTo>
                  <a:cubicBezTo>
                    <a:pt x="135257" y="23148"/>
                    <a:pt x="135257" y="23892"/>
                    <a:pt x="133843" y="25380"/>
                  </a:cubicBezTo>
                  <a:lnTo>
                    <a:pt x="104151" y="60346"/>
                  </a:lnTo>
                  <a:lnTo>
                    <a:pt x="69509" y="17568"/>
                  </a:lnTo>
                  <a:lnTo>
                    <a:pt x="83649" y="17568"/>
                  </a:lnTo>
                  <a:lnTo>
                    <a:pt x="83649" y="85"/>
                  </a:lnTo>
                  <a:cubicBezTo>
                    <a:pt x="74458" y="457"/>
                    <a:pt x="52189" y="1201"/>
                    <a:pt x="40878" y="1201"/>
                  </a:cubicBezTo>
                  <a:cubicBezTo>
                    <a:pt x="29566" y="1201"/>
                    <a:pt x="13660" y="457"/>
                    <a:pt x="1995" y="85"/>
                  </a:cubicBezTo>
                  <a:lnTo>
                    <a:pt x="1995" y="17568"/>
                  </a:lnTo>
                  <a:lnTo>
                    <a:pt x="27092" y="17568"/>
                  </a:lnTo>
                  <a:lnTo>
                    <a:pt x="82235" y="86013"/>
                  </a:lnTo>
                  <a:lnTo>
                    <a:pt x="35929" y="140695"/>
                  </a:lnTo>
                  <a:cubicBezTo>
                    <a:pt x="29920" y="147763"/>
                    <a:pt x="17194" y="147763"/>
                    <a:pt x="227" y="147763"/>
                  </a:cubicBezTo>
                  <a:lnTo>
                    <a:pt x="227" y="165246"/>
                  </a:lnTo>
                  <a:cubicBezTo>
                    <a:pt x="12599" y="164502"/>
                    <a:pt x="30980" y="164130"/>
                    <a:pt x="32747" y="164130"/>
                  </a:cubicBezTo>
                  <a:cubicBezTo>
                    <a:pt x="41584" y="164130"/>
                    <a:pt x="62086" y="164874"/>
                    <a:pt x="69156" y="165246"/>
                  </a:cubicBezTo>
                  <a:lnTo>
                    <a:pt x="69156" y="147763"/>
                  </a:lnTo>
                  <a:cubicBezTo>
                    <a:pt x="62793" y="147763"/>
                    <a:pt x="56077" y="145903"/>
                    <a:pt x="56077" y="143671"/>
                  </a:cubicBezTo>
                  <a:cubicBezTo>
                    <a:pt x="56077" y="143299"/>
                    <a:pt x="56077" y="142927"/>
                    <a:pt x="58552" y="139951"/>
                  </a:cubicBezTo>
                  <a:lnTo>
                    <a:pt x="92839" y="99405"/>
                  </a:lnTo>
                  <a:lnTo>
                    <a:pt x="131722" y="147763"/>
                  </a:lnTo>
                  <a:lnTo>
                    <a:pt x="117936" y="147763"/>
                  </a:lnTo>
                  <a:lnTo>
                    <a:pt x="117936" y="165246"/>
                  </a:lnTo>
                  <a:cubicBezTo>
                    <a:pt x="127127" y="164874"/>
                    <a:pt x="148689" y="164130"/>
                    <a:pt x="160354" y="164130"/>
                  </a:cubicBezTo>
                  <a:cubicBezTo>
                    <a:pt x="171665" y="164130"/>
                    <a:pt x="187572" y="164874"/>
                    <a:pt x="199237" y="165246"/>
                  </a:cubicBezTo>
                  <a:lnTo>
                    <a:pt x="199237" y="147763"/>
                  </a:lnTo>
                  <a:lnTo>
                    <a:pt x="174140" y="147763"/>
                  </a:lnTo>
                  <a:lnTo>
                    <a:pt x="114755" y="7373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1779AB9-1827-3887-AC73-88B889E434FF}"/>
                </a:ext>
              </a:extLst>
            </p:cNvPr>
            <p:cNvSpPr/>
            <p:nvPr>
              <p:custDataLst>
                <p:tags r:id="rId111"/>
              </p:custDataLst>
            </p:nvPr>
          </p:nvSpPr>
          <p:spPr>
            <a:xfrm>
              <a:off x="11437512" y="5823526"/>
              <a:ext cx="83633" cy="165347"/>
            </a:xfrm>
            <a:custGeom>
              <a:avLst/>
              <a:gdLst>
                <a:gd name="connsiteX0" fmla="*/ 50710 w 83633"/>
                <a:gd name="connsiteY0" fmla="*/ 59976 h 165347"/>
                <a:gd name="connsiteX1" fmla="*/ 75949 w 83633"/>
                <a:gd name="connsiteY1" fmla="*/ 59976 h 165347"/>
                <a:gd name="connsiteX2" fmla="*/ 83867 w 83633"/>
                <a:gd name="connsiteY2" fmla="*/ 54247 h 165347"/>
                <a:gd name="connsiteX3" fmla="*/ 76444 w 83633"/>
                <a:gd name="connsiteY3" fmla="*/ 50602 h 165347"/>
                <a:gd name="connsiteX4" fmla="*/ 52937 w 83633"/>
                <a:gd name="connsiteY4" fmla="*/ 50602 h 165347"/>
                <a:gd name="connsiteX5" fmla="*/ 62092 w 83633"/>
                <a:gd name="connsiteY5" fmla="*/ 12064 h 165347"/>
                <a:gd name="connsiteX6" fmla="*/ 62835 w 83633"/>
                <a:gd name="connsiteY6" fmla="*/ 8419 h 165347"/>
                <a:gd name="connsiteX7" fmla="*/ 54422 w 83633"/>
                <a:gd name="connsiteY7" fmla="*/ 86 h 165347"/>
                <a:gd name="connsiteX8" fmla="*/ 42792 w 83633"/>
                <a:gd name="connsiteY8" fmla="*/ 11283 h 165347"/>
                <a:gd name="connsiteX9" fmla="*/ 33390 w 83633"/>
                <a:gd name="connsiteY9" fmla="*/ 50602 h 165347"/>
                <a:gd name="connsiteX10" fmla="*/ 8151 w 83633"/>
                <a:gd name="connsiteY10" fmla="*/ 50602 h 165347"/>
                <a:gd name="connsiteX11" fmla="*/ 233 w 83633"/>
                <a:gd name="connsiteY11" fmla="*/ 56330 h 165347"/>
                <a:gd name="connsiteX12" fmla="*/ 7656 w 83633"/>
                <a:gd name="connsiteY12" fmla="*/ 59976 h 165347"/>
                <a:gd name="connsiteX13" fmla="*/ 31163 w 83633"/>
                <a:gd name="connsiteY13" fmla="*/ 59976 h 165347"/>
                <a:gd name="connsiteX14" fmla="*/ 16564 w 83633"/>
                <a:gd name="connsiteY14" fmla="*/ 121428 h 165347"/>
                <a:gd name="connsiteX15" fmla="*/ 12853 w 83633"/>
                <a:gd name="connsiteY15" fmla="*/ 140697 h 165347"/>
                <a:gd name="connsiteX16" fmla="*/ 39328 w 83633"/>
                <a:gd name="connsiteY16" fmla="*/ 165434 h 165347"/>
                <a:gd name="connsiteX17" fmla="*/ 82382 w 83633"/>
                <a:gd name="connsiteY17" fmla="*/ 125594 h 165347"/>
                <a:gd name="connsiteX18" fmla="*/ 78423 w 83633"/>
                <a:gd name="connsiteY18" fmla="*/ 122209 h 165347"/>
                <a:gd name="connsiteX19" fmla="*/ 73227 w 83633"/>
                <a:gd name="connsiteY19" fmla="*/ 127156 h 165347"/>
                <a:gd name="connsiteX20" fmla="*/ 40071 w 83633"/>
                <a:gd name="connsiteY20" fmla="*/ 158143 h 165347"/>
                <a:gd name="connsiteX21" fmla="*/ 31410 w 83633"/>
                <a:gd name="connsiteY21" fmla="*/ 145384 h 165347"/>
                <a:gd name="connsiteX22" fmla="*/ 32895 w 83633"/>
                <a:gd name="connsiteY22" fmla="*/ 134708 h 165347"/>
                <a:gd name="connsiteX23" fmla="*/ 50710 w 83633"/>
                <a:gd name="connsiteY23" fmla="*/ 59976 h 16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33" h="165347">
                  <a:moveTo>
                    <a:pt x="50710" y="59976"/>
                  </a:moveTo>
                  <a:lnTo>
                    <a:pt x="75949" y="59976"/>
                  </a:lnTo>
                  <a:cubicBezTo>
                    <a:pt x="80650" y="59976"/>
                    <a:pt x="83867" y="59976"/>
                    <a:pt x="83867" y="54247"/>
                  </a:cubicBezTo>
                  <a:cubicBezTo>
                    <a:pt x="83867" y="50602"/>
                    <a:pt x="80650" y="50602"/>
                    <a:pt x="76444" y="50602"/>
                  </a:cubicBezTo>
                  <a:lnTo>
                    <a:pt x="52937" y="50602"/>
                  </a:lnTo>
                  <a:lnTo>
                    <a:pt x="62092" y="12064"/>
                  </a:lnTo>
                  <a:cubicBezTo>
                    <a:pt x="62340" y="10762"/>
                    <a:pt x="62835" y="9460"/>
                    <a:pt x="62835" y="8419"/>
                  </a:cubicBezTo>
                  <a:cubicBezTo>
                    <a:pt x="62835" y="3732"/>
                    <a:pt x="59371" y="86"/>
                    <a:pt x="54422" y="86"/>
                  </a:cubicBezTo>
                  <a:cubicBezTo>
                    <a:pt x="48236" y="86"/>
                    <a:pt x="44524" y="4513"/>
                    <a:pt x="42792" y="11283"/>
                  </a:cubicBezTo>
                  <a:cubicBezTo>
                    <a:pt x="41060" y="17793"/>
                    <a:pt x="44277" y="5294"/>
                    <a:pt x="33390" y="50602"/>
                  </a:cubicBezTo>
                  <a:lnTo>
                    <a:pt x="8151" y="50602"/>
                  </a:lnTo>
                  <a:cubicBezTo>
                    <a:pt x="3450" y="50602"/>
                    <a:pt x="233" y="50602"/>
                    <a:pt x="233" y="56330"/>
                  </a:cubicBezTo>
                  <a:cubicBezTo>
                    <a:pt x="233" y="59976"/>
                    <a:pt x="3203" y="59976"/>
                    <a:pt x="7656" y="59976"/>
                  </a:cubicBezTo>
                  <a:lnTo>
                    <a:pt x="31163" y="59976"/>
                  </a:lnTo>
                  <a:lnTo>
                    <a:pt x="16564" y="121428"/>
                  </a:lnTo>
                  <a:cubicBezTo>
                    <a:pt x="15079" y="127937"/>
                    <a:pt x="12853" y="137311"/>
                    <a:pt x="12853" y="140697"/>
                  </a:cubicBezTo>
                  <a:cubicBezTo>
                    <a:pt x="12853" y="156060"/>
                    <a:pt x="25224" y="165434"/>
                    <a:pt x="39328" y="165434"/>
                  </a:cubicBezTo>
                  <a:cubicBezTo>
                    <a:pt x="66794" y="165434"/>
                    <a:pt x="82382" y="128979"/>
                    <a:pt x="82382" y="125594"/>
                  </a:cubicBezTo>
                  <a:cubicBezTo>
                    <a:pt x="82382" y="122209"/>
                    <a:pt x="79166" y="122209"/>
                    <a:pt x="78423" y="122209"/>
                  </a:cubicBezTo>
                  <a:cubicBezTo>
                    <a:pt x="75454" y="122209"/>
                    <a:pt x="75207" y="122730"/>
                    <a:pt x="73227" y="127156"/>
                  </a:cubicBezTo>
                  <a:cubicBezTo>
                    <a:pt x="66299" y="143561"/>
                    <a:pt x="53680" y="158143"/>
                    <a:pt x="40071" y="158143"/>
                  </a:cubicBezTo>
                  <a:cubicBezTo>
                    <a:pt x="34874" y="158143"/>
                    <a:pt x="31410" y="154758"/>
                    <a:pt x="31410" y="145384"/>
                  </a:cubicBezTo>
                  <a:cubicBezTo>
                    <a:pt x="31410" y="142780"/>
                    <a:pt x="32400" y="137311"/>
                    <a:pt x="32895" y="134708"/>
                  </a:cubicBezTo>
                  <a:lnTo>
                    <a:pt x="50710" y="5997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6DB93857-8876-A066-3A80-6C2048A92B54}"/>
                </a:ext>
              </a:extLst>
            </p:cNvPr>
            <p:cNvSpPr/>
            <p:nvPr>
              <p:custDataLst>
                <p:tags r:id="rId112"/>
              </p:custDataLst>
            </p:nvPr>
          </p:nvSpPr>
          <p:spPr>
            <a:xfrm>
              <a:off x="11581974" y="5770147"/>
              <a:ext cx="38529" cy="232118"/>
            </a:xfrm>
            <a:custGeom>
              <a:avLst/>
              <a:gdLst>
                <a:gd name="connsiteX0" fmla="*/ 37706 w 38529"/>
                <a:gd name="connsiteY0" fmla="*/ 19800 h 232118"/>
                <a:gd name="connsiteX1" fmla="*/ 18971 w 38529"/>
                <a:gd name="connsiteY1" fmla="*/ 85 h 232118"/>
                <a:gd name="connsiteX2" fmla="*/ 237 w 38529"/>
                <a:gd name="connsiteY2" fmla="*/ 19800 h 232118"/>
                <a:gd name="connsiteX3" fmla="*/ 18971 w 38529"/>
                <a:gd name="connsiteY3" fmla="*/ 39515 h 232118"/>
                <a:gd name="connsiteX4" fmla="*/ 37706 w 38529"/>
                <a:gd name="connsiteY4" fmla="*/ 19800 h 232118"/>
                <a:gd name="connsiteX5" fmla="*/ 30990 w 38529"/>
                <a:gd name="connsiteY5" fmla="*/ 156318 h 232118"/>
                <a:gd name="connsiteX6" fmla="*/ 8367 w 38529"/>
                <a:gd name="connsiteY6" fmla="*/ 223276 h 232118"/>
                <a:gd name="connsiteX7" fmla="*/ 5892 w 38529"/>
                <a:gd name="connsiteY7" fmla="*/ 228112 h 232118"/>
                <a:gd name="connsiteX8" fmla="*/ 9427 w 38529"/>
                <a:gd name="connsiteY8" fmla="*/ 232203 h 232118"/>
                <a:gd name="connsiteX9" fmla="*/ 38766 w 38529"/>
                <a:gd name="connsiteY9" fmla="*/ 159294 h 232118"/>
                <a:gd name="connsiteX10" fmla="*/ 18971 w 38529"/>
                <a:gd name="connsiteY10" fmla="*/ 120980 h 232118"/>
                <a:gd name="connsiteX11" fmla="*/ 237 w 38529"/>
                <a:gd name="connsiteY11" fmla="*/ 140695 h 232118"/>
                <a:gd name="connsiteX12" fmla="*/ 18971 w 38529"/>
                <a:gd name="connsiteY12" fmla="*/ 160410 h 232118"/>
                <a:gd name="connsiteX13" fmla="*/ 21799 w 38529"/>
                <a:gd name="connsiteY13" fmla="*/ 160038 h 232118"/>
                <a:gd name="connsiteX14" fmla="*/ 30990 w 38529"/>
                <a:gd name="connsiteY14" fmla="*/ 156318 h 232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29" h="232118">
                  <a:moveTo>
                    <a:pt x="37706" y="19800"/>
                  </a:moveTo>
                  <a:cubicBezTo>
                    <a:pt x="37706" y="9012"/>
                    <a:pt x="29222" y="85"/>
                    <a:pt x="18971" y="85"/>
                  </a:cubicBezTo>
                  <a:cubicBezTo>
                    <a:pt x="8720" y="85"/>
                    <a:pt x="237" y="9012"/>
                    <a:pt x="237" y="19800"/>
                  </a:cubicBezTo>
                  <a:cubicBezTo>
                    <a:pt x="237" y="30587"/>
                    <a:pt x="8720" y="39515"/>
                    <a:pt x="18971" y="39515"/>
                  </a:cubicBezTo>
                  <a:cubicBezTo>
                    <a:pt x="29222" y="39515"/>
                    <a:pt x="37706" y="30587"/>
                    <a:pt x="37706" y="19800"/>
                  </a:cubicBezTo>
                  <a:close/>
                  <a:moveTo>
                    <a:pt x="30990" y="156318"/>
                  </a:moveTo>
                  <a:cubicBezTo>
                    <a:pt x="30990" y="166734"/>
                    <a:pt x="30990" y="195749"/>
                    <a:pt x="8367" y="223276"/>
                  </a:cubicBezTo>
                  <a:cubicBezTo>
                    <a:pt x="5892" y="226252"/>
                    <a:pt x="5892" y="226996"/>
                    <a:pt x="5892" y="228112"/>
                  </a:cubicBezTo>
                  <a:cubicBezTo>
                    <a:pt x="5892" y="230715"/>
                    <a:pt x="7660" y="232203"/>
                    <a:pt x="9427" y="232203"/>
                  </a:cubicBezTo>
                  <a:cubicBezTo>
                    <a:pt x="13316" y="232203"/>
                    <a:pt x="38766" y="202445"/>
                    <a:pt x="38766" y="159294"/>
                  </a:cubicBezTo>
                  <a:cubicBezTo>
                    <a:pt x="38766" y="148507"/>
                    <a:pt x="38059" y="120980"/>
                    <a:pt x="18971" y="120980"/>
                  </a:cubicBezTo>
                  <a:cubicBezTo>
                    <a:pt x="6599" y="120980"/>
                    <a:pt x="237" y="131023"/>
                    <a:pt x="237" y="140695"/>
                  </a:cubicBezTo>
                  <a:cubicBezTo>
                    <a:pt x="237" y="150367"/>
                    <a:pt x="6246" y="160410"/>
                    <a:pt x="18971" y="160410"/>
                  </a:cubicBezTo>
                  <a:cubicBezTo>
                    <a:pt x="20739" y="160410"/>
                    <a:pt x="21446" y="160410"/>
                    <a:pt x="21799" y="160038"/>
                  </a:cubicBezTo>
                  <a:cubicBezTo>
                    <a:pt x="24274" y="159666"/>
                    <a:pt x="28162" y="158922"/>
                    <a:pt x="30990" y="156318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3E698007-D515-63A4-E08D-259CC15AAB39}"/>
                </a:ext>
              </a:extLst>
            </p:cNvPr>
            <p:cNvSpPr/>
            <p:nvPr>
              <p:custDataLst>
                <p:tags r:id="rId113"/>
              </p:custDataLst>
            </p:nvPr>
          </p:nvSpPr>
          <p:spPr>
            <a:xfrm>
              <a:off x="11724582" y="5672315"/>
              <a:ext cx="201483" cy="258157"/>
            </a:xfrm>
            <a:custGeom>
              <a:avLst/>
              <a:gdLst>
                <a:gd name="connsiteX0" fmla="*/ 24631 w 201483"/>
                <a:gd name="connsiteY0" fmla="*/ 240759 h 258157"/>
                <a:gd name="connsiteX1" fmla="*/ 241 w 201483"/>
                <a:gd name="connsiteY1" fmla="*/ 240759 h 258157"/>
                <a:gd name="connsiteX2" fmla="*/ 241 w 201483"/>
                <a:gd name="connsiteY2" fmla="*/ 258242 h 258157"/>
                <a:gd name="connsiteX3" fmla="*/ 44780 w 201483"/>
                <a:gd name="connsiteY3" fmla="*/ 257126 h 258157"/>
                <a:gd name="connsiteX4" fmla="*/ 89318 w 201483"/>
                <a:gd name="connsiteY4" fmla="*/ 258242 h 258157"/>
                <a:gd name="connsiteX5" fmla="*/ 89318 w 201483"/>
                <a:gd name="connsiteY5" fmla="*/ 240759 h 258157"/>
                <a:gd name="connsiteX6" fmla="*/ 64928 w 201483"/>
                <a:gd name="connsiteY6" fmla="*/ 240759 h 258157"/>
                <a:gd name="connsiteX7" fmla="*/ 64928 w 201483"/>
                <a:gd name="connsiteY7" fmla="*/ 163014 h 258157"/>
                <a:gd name="connsiteX8" fmla="*/ 117597 w 201483"/>
                <a:gd name="connsiteY8" fmla="*/ 104240 h 258157"/>
                <a:gd name="connsiteX9" fmla="*/ 137038 w 201483"/>
                <a:gd name="connsiteY9" fmla="*/ 140323 h 258157"/>
                <a:gd name="connsiteX10" fmla="*/ 137038 w 201483"/>
                <a:gd name="connsiteY10" fmla="*/ 240759 h 258157"/>
                <a:gd name="connsiteX11" fmla="*/ 112648 w 201483"/>
                <a:gd name="connsiteY11" fmla="*/ 240759 h 258157"/>
                <a:gd name="connsiteX12" fmla="*/ 112648 w 201483"/>
                <a:gd name="connsiteY12" fmla="*/ 258242 h 258157"/>
                <a:gd name="connsiteX13" fmla="*/ 157187 w 201483"/>
                <a:gd name="connsiteY13" fmla="*/ 257126 h 258157"/>
                <a:gd name="connsiteX14" fmla="*/ 201725 w 201483"/>
                <a:gd name="connsiteY14" fmla="*/ 258242 h 258157"/>
                <a:gd name="connsiteX15" fmla="*/ 201725 w 201483"/>
                <a:gd name="connsiteY15" fmla="*/ 240759 h 258157"/>
                <a:gd name="connsiteX16" fmla="*/ 177335 w 201483"/>
                <a:gd name="connsiteY16" fmla="*/ 240759 h 258157"/>
                <a:gd name="connsiteX17" fmla="*/ 177335 w 201483"/>
                <a:gd name="connsiteY17" fmla="*/ 144415 h 258157"/>
                <a:gd name="connsiteX18" fmla="*/ 122899 w 201483"/>
                <a:gd name="connsiteY18" fmla="*/ 90849 h 258157"/>
                <a:gd name="connsiteX19" fmla="*/ 62807 w 201483"/>
                <a:gd name="connsiteY19" fmla="*/ 127304 h 258157"/>
                <a:gd name="connsiteX20" fmla="*/ 62807 w 201483"/>
                <a:gd name="connsiteY20" fmla="*/ 85 h 258157"/>
                <a:gd name="connsiteX21" fmla="*/ 241 w 201483"/>
                <a:gd name="connsiteY21" fmla="*/ 3061 h 258157"/>
                <a:gd name="connsiteX22" fmla="*/ 241 w 201483"/>
                <a:gd name="connsiteY22" fmla="*/ 20544 h 258157"/>
                <a:gd name="connsiteX23" fmla="*/ 24631 w 201483"/>
                <a:gd name="connsiteY23" fmla="*/ 35051 h 258157"/>
                <a:gd name="connsiteX24" fmla="*/ 24631 w 201483"/>
                <a:gd name="connsiteY24" fmla="*/ 240759 h 258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483" h="258157">
                  <a:moveTo>
                    <a:pt x="24631" y="240759"/>
                  </a:moveTo>
                  <a:lnTo>
                    <a:pt x="241" y="240759"/>
                  </a:lnTo>
                  <a:lnTo>
                    <a:pt x="241" y="258242"/>
                  </a:lnTo>
                  <a:cubicBezTo>
                    <a:pt x="10139" y="257870"/>
                    <a:pt x="31348" y="257126"/>
                    <a:pt x="44780" y="257126"/>
                  </a:cubicBezTo>
                  <a:cubicBezTo>
                    <a:pt x="58566" y="257126"/>
                    <a:pt x="79421" y="257870"/>
                    <a:pt x="89318" y="258242"/>
                  </a:cubicBezTo>
                  <a:lnTo>
                    <a:pt x="89318" y="240759"/>
                  </a:lnTo>
                  <a:lnTo>
                    <a:pt x="64928" y="240759"/>
                  </a:lnTo>
                  <a:lnTo>
                    <a:pt x="64928" y="163014"/>
                  </a:lnTo>
                  <a:cubicBezTo>
                    <a:pt x="64928" y="122468"/>
                    <a:pt x="95328" y="104240"/>
                    <a:pt x="117597" y="104240"/>
                  </a:cubicBezTo>
                  <a:cubicBezTo>
                    <a:pt x="129615" y="104240"/>
                    <a:pt x="137038" y="112052"/>
                    <a:pt x="137038" y="140323"/>
                  </a:cubicBezTo>
                  <a:lnTo>
                    <a:pt x="137038" y="240759"/>
                  </a:lnTo>
                  <a:lnTo>
                    <a:pt x="112648" y="240759"/>
                  </a:lnTo>
                  <a:lnTo>
                    <a:pt x="112648" y="258242"/>
                  </a:lnTo>
                  <a:cubicBezTo>
                    <a:pt x="122546" y="257870"/>
                    <a:pt x="143754" y="257126"/>
                    <a:pt x="157187" y="257126"/>
                  </a:cubicBezTo>
                  <a:cubicBezTo>
                    <a:pt x="170972" y="257126"/>
                    <a:pt x="191828" y="257870"/>
                    <a:pt x="201725" y="258242"/>
                  </a:cubicBezTo>
                  <a:lnTo>
                    <a:pt x="201725" y="240759"/>
                  </a:lnTo>
                  <a:lnTo>
                    <a:pt x="177335" y="240759"/>
                  </a:lnTo>
                  <a:lnTo>
                    <a:pt x="177335" y="144415"/>
                  </a:lnTo>
                  <a:cubicBezTo>
                    <a:pt x="177335" y="105356"/>
                    <a:pt x="158247" y="90849"/>
                    <a:pt x="122899" y="90849"/>
                  </a:cubicBezTo>
                  <a:cubicBezTo>
                    <a:pt x="88965" y="90849"/>
                    <a:pt x="70937" y="112424"/>
                    <a:pt x="62807" y="127304"/>
                  </a:cubicBezTo>
                  <a:lnTo>
                    <a:pt x="62807" y="85"/>
                  </a:lnTo>
                  <a:lnTo>
                    <a:pt x="241" y="3061"/>
                  </a:lnTo>
                  <a:lnTo>
                    <a:pt x="241" y="20544"/>
                  </a:lnTo>
                  <a:cubicBezTo>
                    <a:pt x="22157" y="20544"/>
                    <a:pt x="24631" y="20544"/>
                    <a:pt x="24631" y="35051"/>
                  </a:cubicBezTo>
                  <a:lnTo>
                    <a:pt x="24631" y="24075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D48B49D9-9A46-EBE5-70AB-43F34C2308C9}"/>
                </a:ext>
              </a:extLst>
            </p:cNvPr>
            <p:cNvSpPr/>
            <p:nvPr>
              <p:custDataLst>
                <p:tags r:id="rId114"/>
              </p:custDataLst>
            </p:nvPr>
          </p:nvSpPr>
          <p:spPr>
            <a:xfrm>
              <a:off x="11944902" y="5823526"/>
              <a:ext cx="83633" cy="165347"/>
            </a:xfrm>
            <a:custGeom>
              <a:avLst/>
              <a:gdLst>
                <a:gd name="connsiteX0" fmla="*/ 50725 w 83633"/>
                <a:gd name="connsiteY0" fmla="*/ 59976 h 165347"/>
                <a:gd name="connsiteX1" fmla="*/ 75963 w 83633"/>
                <a:gd name="connsiteY1" fmla="*/ 59976 h 165347"/>
                <a:gd name="connsiteX2" fmla="*/ 83881 w 83633"/>
                <a:gd name="connsiteY2" fmla="*/ 54247 h 165347"/>
                <a:gd name="connsiteX3" fmla="*/ 76458 w 83633"/>
                <a:gd name="connsiteY3" fmla="*/ 50602 h 165347"/>
                <a:gd name="connsiteX4" fmla="*/ 52952 w 83633"/>
                <a:gd name="connsiteY4" fmla="*/ 50602 h 165347"/>
                <a:gd name="connsiteX5" fmla="*/ 62107 w 83633"/>
                <a:gd name="connsiteY5" fmla="*/ 12064 h 165347"/>
                <a:gd name="connsiteX6" fmla="*/ 62849 w 83633"/>
                <a:gd name="connsiteY6" fmla="*/ 8419 h 165347"/>
                <a:gd name="connsiteX7" fmla="*/ 54436 w 83633"/>
                <a:gd name="connsiteY7" fmla="*/ 86 h 165347"/>
                <a:gd name="connsiteX8" fmla="*/ 42807 w 83633"/>
                <a:gd name="connsiteY8" fmla="*/ 11283 h 165347"/>
                <a:gd name="connsiteX9" fmla="*/ 33404 w 83633"/>
                <a:gd name="connsiteY9" fmla="*/ 50602 h 165347"/>
                <a:gd name="connsiteX10" fmla="*/ 8166 w 83633"/>
                <a:gd name="connsiteY10" fmla="*/ 50602 h 165347"/>
                <a:gd name="connsiteX11" fmla="*/ 248 w 83633"/>
                <a:gd name="connsiteY11" fmla="*/ 56330 h 165347"/>
                <a:gd name="connsiteX12" fmla="*/ 7671 w 83633"/>
                <a:gd name="connsiteY12" fmla="*/ 59976 h 165347"/>
                <a:gd name="connsiteX13" fmla="*/ 31177 w 83633"/>
                <a:gd name="connsiteY13" fmla="*/ 59976 h 165347"/>
                <a:gd name="connsiteX14" fmla="*/ 16578 w 83633"/>
                <a:gd name="connsiteY14" fmla="*/ 121428 h 165347"/>
                <a:gd name="connsiteX15" fmla="*/ 12867 w 83633"/>
                <a:gd name="connsiteY15" fmla="*/ 140697 h 165347"/>
                <a:gd name="connsiteX16" fmla="*/ 39343 w 83633"/>
                <a:gd name="connsiteY16" fmla="*/ 165434 h 165347"/>
                <a:gd name="connsiteX17" fmla="*/ 82396 w 83633"/>
                <a:gd name="connsiteY17" fmla="*/ 125594 h 165347"/>
                <a:gd name="connsiteX18" fmla="*/ 78438 w 83633"/>
                <a:gd name="connsiteY18" fmla="*/ 122209 h 165347"/>
                <a:gd name="connsiteX19" fmla="*/ 73241 w 83633"/>
                <a:gd name="connsiteY19" fmla="*/ 127156 h 165347"/>
                <a:gd name="connsiteX20" fmla="*/ 40085 w 83633"/>
                <a:gd name="connsiteY20" fmla="*/ 158143 h 165347"/>
                <a:gd name="connsiteX21" fmla="*/ 31425 w 83633"/>
                <a:gd name="connsiteY21" fmla="*/ 145384 h 165347"/>
                <a:gd name="connsiteX22" fmla="*/ 32909 w 83633"/>
                <a:gd name="connsiteY22" fmla="*/ 134708 h 165347"/>
                <a:gd name="connsiteX23" fmla="*/ 50725 w 83633"/>
                <a:gd name="connsiteY23" fmla="*/ 59976 h 16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33" h="165347">
                  <a:moveTo>
                    <a:pt x="50725" y="59976"/>
                  </a:moveTo>
                  <a:lnTo>
                    <a:pt x="75963" y="59976"/>
                  </a:lnTo>
                  <a:cubicBezTo>
                    <a:pt x="80664" y="59976"/>
                    <a:pt x="83881" y="59976"/>
                    <a:pt x="83881" y="54247"/>
                  </a:cubicBezTo>
                  <a:cubicBezTo>
                    <a:pt x="83881" y="50602"/>
                    <a:pt x="80664" y="50602"/>
                    <a:pt x="76458" y="50602"/>
                  </a:cubicBezTo>
                  <a:lnTo>
                    <a:pt x="52952" y="50602"/>
                  </a:lnTo>
                  <a:lnTo>
                    <a:pt x="62107" y="12064"/>
                  </a:lnTo>
                  <a:cubicBezTo>
                    <a:pt x="62354" y="10762"/>
                    <a:pt x="62849" y="9460"/>
                    <a:pt x="62849" y="8419"/>
                  </a:cubicBezTo>
                  <a:cubicBezTo>
                    <a:pt x="62849" y="3732"/>
                    <a:pt x="59385" y="86"/>
                    <a:pt x="54436" y="86"/>
                  </a:cubicBezTo>
                  <a:cubicBezTo>
                    <a:pt x="48250" y="86"/>
                    <a:pt x="44539" y="4513"/>
                    <a:pt x="42807" y="11283"/>
                  </a:cubicBezTo>
                  <a:cubicBezTo>
                    <a:pt x="41075" y="17793"/>
                    <a:pt x="44291" y="5294"/>
                    <a:pt x="33404" y="50602"/>
                  </a:cubicBezTo>
                  <a:lnTo>
                    <a:pt x="8166" y="50602"/>
                  </a:lnTo>
                  <a:cubicBezTo>
                    <a:pt x="3464" y="50602"/>
                    <a:pt x="248" y="50602"/>
                    <a:pt x="248" y="56330"/>
                  </a:cubicBezTo>
                  <a:cubicBezTo>
                    <a:pt x="248" y="59976"/>
                    <a:pt x="3217" y="59976"/>
                    <a:pt x="7671" y="59976"/>
                  </a:cubicBezTo>
                  <a:lnTo>
                    <a:pt x="31177" y="59976"/>
                  </a:lnTo>
                  <a:lnTo>
                    <a:pt x="16578" y="121428"/>
                  </a:lnTo>
                  <a:cubicBezTo>
                    <a:pt x="15094" y="127937"/>
                    <a:pt x="12867" y="137311"/>
                    <a:pt x="12867" y="140697"/>
                  </a:cubicBezTo>
                  <a:cubicBezTo>
                    <a:pt x="12867" y="156060"/>
                    <a:pt x="25239" y="165434"/>
                    <a:pt x="39343" y="165434"/>
                  </a:cubicBezTo>
                  <a:cubicBezTo>
                    <a:pt x="66808" y="165434"/>
                    <a:pt x="82396" y="128979"/>
                    <a:pt x="82396" y="125594"/>
                  </a:cubicBezTo>
                  <a:cubicBezTo>
                    <a:pt x="82396" y="122209"/>
                    <a:pt x="79180" y="122209"/>
                    <a:pt x="78438" y="122209"/>
                  </a:cubicBezTo>
                  <a:cubicBezTo>
                    <a:pt x="75468" y="122209"/>
                    <a:pt x="75221" y="122730"/>
                    <a:pt x="73241" y="127156"/>
                  </a:cubicBezTo>
                  <a:cubicBezTo>
                    <a:pt x="66313" y="143561"/>
                    <a:pt x="53694" y="158143"/>
                    <a:pt x="40085" y="158143"/>
                  </a:cubicBezTo>
                  <a:cubicBezTo>
                    <a:pt x="34889" y="158143"/>
                    <a:pt x="31425" y="154758"/>
                    <a:pt x="31425" y="145384"/>
                  </a:cubicBezTo>
                  <a:cubicBezTo>
                    <a:pt x="31425" y="142780"/>
                    <a:pt x="32414" y="137311"/>
                    <a:pt x="32909" y="134708"/>
                  </a:cubicBezTo>
                  <a:lnTo>
                    <a:pt x="50725" y="5997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738224D-7110-EC9A-B8FE-CF9D60926A89}"/>
                </a:ext>
              </a:extLst>
            </p:cNvPr>
            <p:cNvSpPr/>
            <p:nvPr>
              <p:custDataLst>
                <p:tags r:id="rId115"/>
              </p:custDataLst>
            </p:nvPr>
          </p:nvSpPr>
          <p:spPr>
            <a:xfrm>
              <a:off x="12068014" y="5914663"/>
              <a:ext cx="167267" cy="12759"/>
            </a:xfrm>
            <a:custGeom>
              <a:avLst/>
              <a:gdLst>
                <a:gd name="connsiteX0" fmla="*/ 157620 w 167267"/>
                <a:gd name="connsiteY0" fmla="*/ 12845 h 12759"/>
                <a:gd name="connsiteX1" fmla="*/ 167518 w 167267"/>
                <a:gd name="connsiteY1" fmla="*/ 6596 h 12759"/>
                <a:gd name="connsiteX2" fmla="*/ 157620 w 167267"/>
                <a:gd name="connsiteY2" fmla="*/ 86 h 12759"/>
                <a:gd name="connsiteX3" fmla="*/ 10148 w 167267"/>
                <a:gd name="connsiteY3" fmla="*/ 86 h 12759"/>
                <a:gd name="connsiteX4" fmla="*/ 251 w 167267"/>
                <a:gd name="connsiteY4" fmla="*/ 6336 h 12759"/>
                <a:gd name="connsiteX5" fmla="*/ 10148 w 167267"/>
                <a:gd name="connsiteY5" fmla="*/ 12845 h 12759"/>
                <a:gd name="connsiteX6" fmla="*/ 157620 w 167267"/>
                <a:gd name="connsiteY6" fmla="*/ 12845 h 12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267" h="12759">
                  <a:moveTo>
                    <a:pt x="157620" y="12845"/>
                  </a:moveTo>
                  <a:cubicBezTo>
                    <a:pt x="161579" y="12845"/>
                    <a:pt x="167518" y="12845"/>
                    <a:pt x="167518" y="6596"/>
                  </a:cubicBezTo>
                  <a:cubicBezTo>
                    <a:pt x="167518" y="86"/>
                    <a:pt x="161827" y="86"/>
                    <a:pt x="157620" y="86"/>
                  </a:cubicBezTo>
                  <a:lnTo>
                    <a:pt x="10148" y="86"/>
                  </a:lnTo>
                  <a:cubicBezTo>
                    <a:pt x="6189" y="86"/>
                    <a:pt x="251" y="86"/>
                    <a:pt x="251" y="6336"/>
                  </a:cubicBezTo>
                  <a:cubicBezTo>
                    <a:pt x="251" y="12845"/>
                    <a:pt x="5942" y="12845"/>
                    <a:pt x="10148" y="12845"/>
                  </a:cubicBezTo>
                  <a:lnTo>
                    <a:pt x="157620" y="12845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86C2BB2-D4AB-9F88-3821-573C1D0ECFAA}"/>
                </a:ext>
              </a:extLst>
            </p:cNvPr>
            <p:cNvSpPr/>
            <p:nvPr>
              <p:custDataLst>
                <p:tags r:id="rId116"/>
              </p:custDataLst>
            </p:nvPr>
          </p:nvSpPr>
          <p:spPr>
            <a:xfrm>
              <a:off x="12289188" y="5813371"/>
              <a:ext cx="90066" cy="172898"/>
            </a:xfrm>
            <a:custGeom>
              <a:avLst/>
              <a:gdLst>
                <a:gd name="connsiteX0" fmla="*/ 56177 w 90066"/>
                <a:gd name="connsiteY0" fmla="*/ 7377 h 172898"/>
                <a:gd name="connsiteX1" fmla="*/ 48754 w 90066"/>
                <a:gd name="connsiteY1" fmla="*/ 86 h 172898"/>
                <a:gd name="connsiteX2" fmla="*/ 257 w 90066"/>
                <a:gd name="connsiteY2" fmla="*/ 16751 h 172898"/>
                <a:gd name="connsiteX3" fmla="*/ 257 w 90066"/>
                <a:gd name="connsiteY3" fmla="*/ 26125 h 172898"/>
                <a:gd name="connsiteX4" fmla="*/ 36135 w 90066"/>
                <a:gd name="connsiteY4" fmla="*/ 18834 h 172898"/>
                <a:gd name="connsiteX5" fmla="*/ 36135 w 90066"/>
                <a:gd name="connsiteY5" fmla="*/ 151633 h 172898"/>
                <a:gd name="connsiteX6" fmla="*/ 11392 w 90066"/>
                <a:gd name="connsiteY6" fmla="*/ 163611 h 172898"/>
                <a:gd name="connsiteX7" fmla="*/ 1989 w 90066"/>
                <a:gd name="connsiteY7" fmla="*/ 163611 h 172898"/>
                <a:gd name="connsiteX8" fmla="*/ 1989 w 90066"/>
                <a:gd name="connsiteY8" fmla="*/ 172985 h 172898"/>
                <a:gd name="connsiteX9" fmla="*/ 46033 w 90066"/>
                <a:gd name="connsiteY9" fmla="*/ 171943 h 172898"/>
                <a:gd name="connsiteX10" fmla="*/ 90324 w 90066"/>
                <a:gd name="connsiteY10" fmla="*/ 172985 h 172898"/>
                <a:gd name="connsiteX11" fmla="*/ 90324 w 90066"/>
                <a:gd name="connsiteY11" fmla="*/ 163611 h 172898"/>
                <a:gd name="connsiteX12" fmla="*/ 80921 w 90066"/>
                <a:gd name="connsiteY12" fmla="*/ 163611 h 172898"/>
                <a:gd name="connsiteX13" fmla="*/ 56177 w 90066"/>
                <a:gd name="connsiteY13" fmla="*/ 151633 h 172898"/>
                <a:gd name="connsiteX14" fmla="*/ 56177 w 90066"/>
                <a:gd name="connsiteY14" fmla="*/ 7377 h 17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066" h="172898">
                  <a:moveTo>
                    <a:pt x="56177" y="7377"/>
                  </a:moveTo>
                  <a:cubicBezTo>
                    <a:pt x="56177" y="347"/>
                    <a:pt x="55683" y="86"/>
                    <a:pt x="48754" y="86"/>
                  </a:cubicBezTo>
                  <a:cubicBezTo>
                    <a:pt x="32918" y="16491"/>
                    <a:pt x="10402" y="16751"/>
                    <a:pt x="257" y="16751"/>
                  </a:cubicBezTo>
                  <a:lnTo>
                    <a:pt x="257" y="26125"/>
                  </a:lnTo>
                  <a:cubicBezTo>
                    <a:pt x="6195" y="26125"/>
                    <a:pt x="22526" y="26125"/>
                    <a:pt x="36135" y="18834"/>
                  </a:cubicBezTo>
                  <a:lnTo>
                    <a:pt x="36135" y="151633"/>
                  </a:lnTo>
                  <a:cubicBezTo>
                    <a:pt x="36135" y="160226"/>
                    <a:pt x="36135" y="163611"/>
                    <a:pt x="11392" y="163611"/>
                  </a:cubicBezTo>
                  <a:lnTo>
                    <a:pt x="1989" y="163611"/>
                  </a:lnTo>
                  <a:lnTo>
                    <a:pt x="1989" y="172985"/>
                  </a:lnTo>
                  <a:cubicBezTo>
                    <a:pt x="6443" y="172724"/>
                    <a:pt x="36877" y="171943"/>
                    <a:pt x="46033" y="171943"/>
                  </a:cubicBezTo>
                  <a:cubicBezTo>
                    <a:pt x="53703" y="171943"/>
                    <a:pt x="84880" y="172724"/>
                    <a:pt x="90324" y="172985"/>
                  </a:cubicBezTo>
                  <a:lnTo>
                    <a:pt x="90324" y="163611"/>
                  </a:lnTo>
                  <a:lnTo>
                    <a:pt x="80921" y="163611"/>
                  </a:lnTo>
                  <a:cubicBezTo>
                    <a:pt x="56177" y="163611"/>
                    <a:pt x="56177" y="160226"/>
                    <a:pt x="56177" y="151633"/>
                  </a:cubicBezTo>
                  <a:lnTo>
                    <a:pt x="56177" y="7377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BA606642-6284-A0E0-20A6-EF1B23D2594D}"/>
                </a:ext>
              </a:extLst>
            </p:cNvPr>
            <p:cNvSpPr/>
            <p:nvPr>
              <p:custDataLst>
                <p:tags r:id="rId117"/>
              </p:custDataLst>
            </p:nvPr>
          </p:nvSpPr>
          <p:spPr>
            <a:xfrm>
              <a:off x="12428569" y="5651484"/>
              <a:ext cx="48426" cy="371985"/>
            </a:xfrm>
            <a:custGeom>
              <a:avLst/>
              <a:gdLst>
                <a:gd name="connsiteX0" fmla="*/ 48688 w 48426"/>
                <a:gd name="connsiteY0" fmla="*/ 85 h 371985"/>
                <a:gd name="connsiteX1" fmla="*/ 261 w 48426"/>
                <a:gd name="connsiteY1" fmla="*/ 85 h 371985"/>
                <a:gd name="connsiteX2" fmla="*/ 261 w 48426"/>
                <a:gd name="connsiteY2" fmla="*/ 14964 h 371985"/>
                <a:gd name="connsiteX3" fmla="*/ 34549 w 48426"/>
                <a:gd name="connsiteY3" fmla="*/ 14964 h 371985"/>
                <a:gd name="connsiteX4" fmla="*/ 34549 w 48426"/>
                <a:gd name="connsiteY4" fmla="*/ 357190 h 371985"/>
                <a:gd name="connsiteX5" fmla="*/ 261 w 48426"/>
                <a:gd name="connsiteY5" fmla="*/ 357190 h 371985"/>
                <a:gd name="connsiteX6" fmla="*/ 261 w 48426"/>
                <a:gd name="connsiteY6" fmla="*/ 372070 h 371985"/>
                <a:gd name="connsiteX7" fmla="*/ 48688 w 48426"/>
                <a:gd name="connsiteY7" fmla="*/ 372070 h 371985"/>
                <a:gd name="connsiteX8" fmla="*/ 48688 w 48426"/>
                <a:gd name="connsiteY8" fmla="*/ 85 h 37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26" h="371985">
                  <a:moveTo>
                    <a:pt x="48688" y="85"/>
                  </a:moveTo>
                  <a:lnTo>
                    <a:pt x="261" y="85"/>
                  </a:lnTo>
                  <a:lnTo>
                    <a:pt x="261" y="14964"/>
                  </a:lnTo>
                  <a:lnTo>
                    <a:pt x="34549" y="14964"/>
                  </a:lnTo>
                  <a:lnTo>
                    <a:pt x="34549" y="357190"/>
                  </a:lnTo>
                  <a:lnTo>
                    <a:pt x="261" y="357190"/>
                  </a:lnTo>
                  <a:lnTo>
                    <a:pt x="261" y="372070"/>
                  </a:lnTo>
                  <a:lnTo>
                    <a:pt x="48688" y="372070"/>
                  </a:lnTo>
                  <a:lnTo>
                    <a:pt x="48688" y="85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EAA86568-F8EC-E2F6-90D8-C728094B60A6}"/>
                </a:ext>
              </a:extLst>
            </p:cNvPr>
            <p:cNvSpPr/>
            <p:nvPr>
              <p:custDataLst>
                <p:tags r:id="rId118"/>
              </p:custDataLst>
            </p:nvPr>
          </p:nvSpPr>
          <p:spPr>
            <a:xfrm>
              <a:off x="12617326" y="5713605"/>
              <a:ext cx="235064" cy="247742"/>
            </a:xfrm>
            <a:custGeom>
              <a:avLst/>
              <a:gdLst>
                <a:gd name="connsiteX0" fmla="*/ 125045 w 235064"/>
                <a:gd name="connsiteY0" fmla="*/ 131395 h 247742"/>
                <a:gd name="connsiteX1" fmla="*/ 223666 w 235064"/>
                <a:gd name="connsiteY1" fmla="*/ 131395 h 247742"/>
                <a:gd name="connsiteX2" fmla="*/ 235331 w 235064"/>
                <a:gd name="connsiteY2" fmla="*/ 123956 h 247742"/>
                <a:gd name="connsiteX3" fmla="*/ 223666 w 235064"/>
                <a:gd name="connsiteY3" fmla="*/ 116516 h 247742"/>
                <a:gd name="connsiteX4" fmla="*/ 125045 w 235064"/>
                <a:gd name="connsiteY4" fmla="*/ 116516 h 247742"/>
                <a:gd name="connsiteX5" fmla="*/ 125045 w 235064"/>
                <a:gd name="connsiteY5" fmla="*/ 12360 h 247742"/>
                <a:gd name="connsiteX6" fmla="*/ 117975 w 235064"/>
                <a:gd name="connsiteY6" fmla="*/ 85 h 247742"/>
                <a:gd name="connsiteX7" fmla="*/ 110906 w 235064"/>
                <a:gd name="connsiteY7" fmla="*/ 12360 h 247742"/>
                <a:gd name="connsiteX8" fmla="*/ 110906 w 235064"/>
                <a:gd name="connsiteY8" fmla="*/ 116516 h 247742"/>
                <a:gd name="connsiteX9" fmla="*/ 11931 w 235064"/>
                <a:gd name="connsiteY9" fmla="*/ 116516 h 247742"/>
                <a:gd name="connsiteX10" fmla="*/ 266 w 235064"/>
                <a:gd name="connsiteY10" fmla="*/ 123956 h 247742"/>
                <a:gd name="connsiteX11" fmla="*/ 11931 w 235064"/>
                <a:gd name="connsiteY11" fmla="*/ 131395 h 247742"/>
                <a:gd name="connsiteX12" fmla="*/ 110906 w 235064"/>
                <a:gd name="connsiteY12" fmla="*/ 131395 h 247742"/>
                <a:gd name="connsiteX13" fmla="*/ 110906 w 235064"/>
                <a:gd name="connsiteY13" fmla="*/ 235551 h 247742"/>
                <a:gd name="connsiteX14" fmla="*/ 117975 w 235064"/>
                <a:gd name="connsiteY14" fmla="*/ 247827 h 247742"/>
                <a:gd name="connsiteX15" fmla="*/ 125045 w 235064"/>
                <a:gd name="connsiteY15" fmla="*/ 235551 h 247742"/>
                <a:gd name="connsiteX16" fmla="*/ 125045 w 235064"/>
                <a:gd name="connsiteY16" fmla="*/ 131395 h 247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064" h="247742">
                  <a:moveTo>
                    <a:pt x="125045" y="131395"/>
                  </a:moveTo>
                  <a:lnTo>
                    <a:pt x="223666" y="131395"/>
                  </a:lnTo>
                  <a:cubicBezTo>
                    <a:pt x="228615" y="131395"/>
                    <a:pt x="235331" y="131395"/>
                    <a:pt x="235331" y="123956"/>
                  </a:cubicBezTo>
                  <a:cubicBezTo>
                    <a:pt x="235331" y="116516"/>
                    <a:pt x="228615" y="116516"/>
                    <a:pt x="223666" y="116516"/>
                  </a:cubicBezTo>
                  <a:lnTo>
                    <a:pt x="125045" y="116516"/>
                  </a:lnTo>
                  <a:lnTo>
                    <a:pt x="125045" y="12360"/>
                  </a:lnTo>
                  <a:cubicBezTo>
                    <a:pt x="125045" y="7152"/>
                    <a:pt x="125045" y="85"/>
                    <a:pt x="117975" y="85"/>
                  </a:cubicBezTo>
                  <a:cubicBezTo>
                    <a:pt x="110906" y="85"/>
                    <a:pt x="110906" y="7152"/>
                    <a:pt x="110906" y="12360"/>
                  </a:cubicBezTo>
                  <a:lnTo>
                    <a:pt x="110906" y="116516"/>
                  </a:lnTo>
                  <a:lnTo>
                    <a:pt x="11931" y="116516"/>
                  </a:lnTo>
                  <a:cubicBezTo>
                    <a:pt x="6982" y="116516"/>
                    <a:pt x="266" y="116516"/>
                    <a:pt x="266" y="123956"/>
                  </a:cubicBezTo>
                  <a:cubicBezTo>
                    <a:pt x="266" y="131395"/>
                    <a:pt x="6982" y="131395"/>
                    <a:pt x="11931" y="131395"/>
                  </a:cubicBezTo>
                  <a:lnTo>
                    <a:pt x="110906" y="131395"/>
                  </a:lnTo>
                  <a:lnTo>
                    <a:pt x="110906" y="235551"/>
                  </a:lnTo>
                  <a:cubicBezTo>
                    <a:pt x="110906" y="240759"/>
                    <a:pt x="110906" y="247827"/>
                    <a:pt x="117975" y="247827"/>
                  </a:cubicBezTo>
                  <a:cubicBezTo>
                    <a:pt x="125045" y="247827"/>
                    <a:pt x="125045" y="240759"/>
                    <a:pt x="125045" y="235551"/>
                  </a:cubicBezTo>
                  <a:lnTo>
                    <a:pt x="125045" y="131395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4630A30-3716-67E1-B37F-E0725361D98E}"/>
                </a:ext>
              </a:extLst>
            </p:cNvPr>
            <p:cNvSpPr/>
            <p:nvPr>
              <p:custDataLst>
                <p:tags r:id="rId119"/>
              </p:custDataLst>
            </p:nvPr>
          </p:nvSpPr>
          <p:spPr>
            <a:xfrm>
              <a:off x="12964089" y="5672315"/>
              <a:ext cx="199009" cy="260389"/>
            </a:xfrm>
            <a:custGeom>
              <a:avLst/>
              <a:gdLst>
                <a:gd name="connsiteX0" fmla="*/ 62842 w 199009"/>
                <a:gd name="connsiteY0" fmla="*/ 109076 h 260389"/>
                <a:gd name="connsiteX1" fmla="*/ 62842 w 199009"/>
                <a:gd name="connsiteY1" fmla="*/ 85 h 260389"/>
                <a:gd name="connsiteX2" fmla="*/ 276 w 199009"/>
                <a:gd name="connsiteY2" fmla="*/ 3061 h 260389"/>
                <a:gd name="connsiteX3" fmla="*/ 276 w 199009"/>
                <a:gd name="connsiteY3" fmla="*/ 20544 h 260389"/>
                <a:gd name="connsiteX4" fmla="*/ 24666 w 199009"/>
                <a:gd name="connsiteY4" fmla="*/ 35051 h 260389"/>
                <a:gd name="connsiteX5" fmla="*/ 24666 w 199009"/>
                <a:gd name="connsiteY5" fmla="*/ 258242 h 260389"/>
                <a:gd name="connsiteX6" fmla="*/ 41280 w 199009"/>
                <a:gd name="connsiteY6" fmla="*/ 258242 h 260389"/>
                <a:gd name="connsiteX7" fmla="*/ 58601 w 199009"/>
                <a:gd name="connsiteY7" fmla="*/ 237411 h 260389"/>
                <a:gd name="connsiteX8" fmla="*/ 110209 w 199009"/>
                <a:gd name="connsiteY8" fmla="*/ 260474 h 260389"/>
                <a:gd name="connsiteX9" fmla="*/ 199286 w 199009"/>
                <a:gd name="connsiteY9" fmla="*/ 175290 h 260389"/>
                <a:gd name="connsiteX10" fmla="*/ 114804 w 199009"/>
                <a:gd name="connsiteY10" fmla="*/ 90849 h 260389"/>
                <a:gd name="connsiteX11" fmla="*/ 62842 w 199009"/>
                <a:gd name="connsiteY11" fmla="*/ 109076 h 260389"/>
                <a:gd name="connsiteX12" fmla="*/ 64963 w 199009"/>
                <a:gd name="connsiteY12" fmla="*/ 221416 h 260389"/>
                <a:gd name="connsiteX13" fmla="*/ 64963 w 199009"/>
                <a:gd name="connsiteY13" fmla="*/ 128048 h 260389"/>
                <a:gd name="connsiteX14" fmla="*/ 110916 w 199009"/>
                <a:gd name="connsiteY14" fmla="*/ 104240 h 260389"/>
                <a:gd name="connsiteX15" fmla="*/ 154040 w 199009"/>
                <a:gd name="connsiteY15" fmla="*/ 175290 h 260389"/>
                <a:gd name="connsiteX16" fmla="*/ 144850 w 199009"/>
                <a:gd name="connsiteY16" fmla="*/ 227740 h 260389"/>
                <a:gd name="connsiteX17" fmla="*/ 107027 w 199009"/>
                <a:gd name="connsiteY17" fmla="*/ 247083 h 260389"/>
                <a:gd name="connsiteX18" fmla="*/ 64963 w 199009"/>
                <a:gd name="connsiteY18" fmla="*/ 221416 h 2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009" h="260389">
                  <a:moveTo>
                    <a:pt x="62842" y="109076"/>
                  </a:moveTo>
                  <a:lnTo>
                    <a:pt x="62842" y="85"/>
                  </a:lnTo>
                  <a:lnTo>
                    <a:pt x="276" y="3061"/>
                  </a:lnTo>
                  <a:lnTo>
                    <a:pt x="276" y="20544"/>
                  </a:lnTo>
                  <a:cubicBezTo>
                    <a:pt x="22192" y="20544"/>
                    <a:pt x="24666" y="20544"/>
                    <a:pt x="24666" y="35051"/>
                  </a:cubicBezTo>
                  <a:lnTo>
                    <a:pt x="24666" y="258242"/>
                  </a:lnTo>
                  <a:lnTo>
                    <a:pt x="41280" y="258242"/>
                  </a:lnTo>
                  <a:lnTo>
                    <a:pt x="58601" y="237411"/>
                  </a:lnTo>
                  <a:cubicBezTo>
                    <a:pt x="61428" y="240387"/>
                    <a:pt x="78749" y="260474"/>
                    <a:pt x="110209" y="260474"/>
                  </a:cubicBezTo>
                  <a:cubicBezTo>
                    <a:pt x="162877" y="260474"/>
                    <a:pt x="199286" y="226996"/>
                    <a:pt x="199286" y="175290"/>
                  </a:cubicBezTo>
                  <a:cubicBezTo>
                    <a:pt x="199286" y="125816"/>
                    <a:pt x="166059" y="90849"/>
                    <a:pt x="114804" y="90849"/>
                  </a:cubicBezTo>
                  <a:cubicBezTo>
                    <a:pt x="89000" y="90849"/>
                    <a:pt x="71326" y="101637"/>
                    <a:pt x="62842" y="109076"/>
                  </a:cubicBezTo>
                  <a:close/>
                  <a:moveTo>
                    <a:pt x="64963" y="221416"/>
                  </a:moveTo>
                  <a:lnTo>
                    <a:pt x="64963" y="128048"/>
                  </a:lnTo>
                  <a:cubicBezTo>
                    <a:pt x="74507" y="115028"/>
                    <a:pt x="91474" y="104240"/>
                    <a:pt x="110916" y="104240"/>
                  </a:cubicBezTo>
                  <a:cubicBezTo>
                    <a:pt x="154040" y="104240"/>
                    <a:pt x="154040" y="149251"/>
                    <a:pt x="154040" y="175290"/>
                  </a:cubicBezTo>
                  <a:cubicBezTo>
                    <a:pt x="154040" y="192773"/>
                    <a:pt x="154040" y="213232"/>
                    <a:pt x="144850" y="227740"/>
                  </a:cubicBezTo>
                  <a:cubicBezTo>
                    <a:pt x="134599" y="242991"/>
                    <a:pt x="118339" y="247083"/>
                    <a:pt x="107027" y="247083"/>
                  </a:cubicBezTo>
                  <a:cubicBezTo>
                    <a:pt x="82284" y="247083"/>
                    <a:pt x="68498" y="226996"/>
                    <a:pt x="64963" y="221416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02740A1-4AAE-01F5-6A33-32DFDC37B402}"/>
                </a:ext>
              </a:extLst>
            </p:cNvPr>
            <p:cNvSpPr/>
            <p:nvPr>
              <p:custDataLst>
                <p:tags r:id="rId120"/>
              </p:custDataLst>
            </p:nvPr>
          </p:nvSpPr>
          <p:spPr>
            <a:xfrm>
              <a:off x="13172638" y="5802955"/>
              <a:ext cx="128419" cy="236433"/>
            </a:xfrm>
            <a:custGeom>
              <a:avLst/>
              <a:gdLst>
                <a:gd name="connsiteX0" fmla="*/ 80947 w 128419"/>
                <a:gd name="connsiteY0" fmla="*/ 80547 h 236433"/>
                <a:gd name="connsiteX1" fmla="*/ 104206 w 128419"/>
                <a:gd name="connsiteY1" fmla="*/ 80547 h 236433"/>
                <a:gd name="connsiteX2" fmla="*/ 111876 w 128419"/>
                <a:gd name="connsiteY2" fmla="*/ 74818 h 236433"/>
                <a:gd name="connsiteX3" fmla="*/ 104701 w 128419"/>
                <a:gd name="connsiteY3" fmla="*/ 71172 h 236433"/>
                <a:gd name="connsiteX4" fmla="*/ 82679 w 128419"/>
                <a:gd name="connsiteY4" fmla="*/ 71172 h 236433"/>
                <a:gd name="connsiteX5" fmla="*/ 89607 w 128419"/>
                <a:gd name="connsiteY5" fmla="*/ 32635 h 236433"/>
                <a:gd name="connsiteX6" fmla="*/ 104453 w 128419"/>
                <a:gd name="connsiteY6" fmla="*/ 7377 h 236433"/>
                <a:gd name="connsiteX7" fmla="*/ 115341 w 128419"/>
                <a:gd name="connsiteY7" fmla="*/ 11023 h 236433"/>
                <a:gd name="connsiteX8" fmla="*/ 107423 w 128419"/>
                <a:gd name="connsiteY8" fmla="*/ 23000 h 236433"/>
                <a:gd name="connsiteX9" fmla="*/ 116083 w 128419"/>
                <a:gd name="connsiteY9" fmla="*/ 31854 h 236433"/>
                <a:gd name="connsiteX10" fmla="*/ 128702 w 128419"/>
                <a:gd name="connsiteY10" fmla="*/ 17532 h 236433"/>
                <a:gd name="connsiteX11" fmla="*/ 104453 w 128419"/>
                <a:gd name="connsiteY11" fmla="*/ 86 h 236433"/>
                <a:gd name="connsiteX12" fmla="*/ 70307 w 128419"/>
                <a:gd name="connsiteY12" fmla="*/ 38884 h 236433"/>
                <a:gd name="connsiteX13" fmla="*/ 64369 w 128419"/>
                <a:gd name="connsiteY13" fmla="*/ 71172 h 236433"/>
                <a:gd name="connsiteX14" fmla="*/ 45563 w 128419"/>
                <a:gd name="connsiteY14" fmla="*/ 71172 h 236433"/>
                <a:gd name="connsiteX15" fmla="*/ 38140 w 128419"/>
                <a:gd name="connsiteY15" fmla="*/ 76901 h 236433"/>
                <a:gd name="connsiteX16" fmla="*/ 45069 w 128419"/>
                <a:gd name="connsiteY16" fmla="*/ 80547 h 236433"/>
                <a:gd name="connsiteX17" fmla="*/ 62637 w 128419"/>
                <a:gd name="connsiteY17" fmla="*/ 80547 h 236433"/>
                <a:gd name="connsiteX18" fmla="*/ 46553 w 128419"/>
                <a:gd name="connsiteY18" fmla="*/ 172985 h 236433"/>
                <a:gd name="connsiteX19" fmla="*/ 24036 w 128419"/>
                <a:gd name="connsiteY19" fmla="*/ 229229 h 236433"/>
                <a:gd name="connsiteX20" fmla="*/ 13644 w 128419"/>
                <a:gd name="connsiteY20" fmla="*/ 225323 h 236433"/>
                <a:gd name="connsiteX21" fmla="*/ 21562 w 128419"/>
                <a:gd name="connsiteY21" fmla="*/ 213606 h 236433"/>
                <a:gd name="connsiteX22" fmla="*/ 12902 w 128419"/>
                <a:gd name="connsiteY22" fmla="*/ 204752 h 236433"/>
                <a:gd name="connsiteX23" fmla="*/ 283 w 128419"/>
                <a:gd name="connsiteY23" fmla="*/ 219074 h 236433"/>
                <a:gd name="connsiteX24" fmla="*/ 23789 w 128419"/>
                <a:gd name="connsiteY24" fmla="*/ 236520 h 236433"/>
                <a:gd name="connsiteX25" fmla="*/ 60410 w 128419"/>
                <a:gd name="connsiteY25" fmla="*/ 190691 h 236433"/>
                <a:gd name="connsiteX26" fmla="*/ 66348 w 128419"/>
                <a:gd name="connsiteY26" fmla="*/ 164132 h 236433"/>
                <a:gd name="connsiteX27" fmla="*/ 80947 w 128419"/>
                <a:gd name="connsiteY27" fmla="*/ 80547 h 236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28419" h="236433">
                  <a:moveTo>
                    <a:pt x="80947" y="80547"/>
                  </a:moveTo>
                  <a:lnTo>
                    <a:pt x="104206" y="80547"/>
                  </a:lnTo>
                  <a:cubicBezTo>
                    <a:pt x="108660" y="80547"/>
                    <a:pt x="111876" y="80547"/>
                    <a:pt x="111876" y="74818"/>
                  </a:cubicBezTo>
                  <a:cubicBezTo>
                    <a:pt x="111876" y="71172"/>
                    <a:pt x="108412" y="71172"/>
                    <a:pt x="104701" y="71172"/>
                  </a:cubicBezTo>
                  <a:lnTo>
                    <a:pt x="82679" y="71172"/>
                  </a:lnTo>
                  <a:cubicBezTo>
                    <a:pt x="85401" y="53987"/>
                    <a:pt x="88370" y="38103"/>
                    <a:pt x="89607" y="32635"/>
                  </a:cubicBezTo>
                  <a:cubicBezTo>
                    <a:pt x="92082" y="19876"/>
                    <a:pt x="94556" y="7377"/>
                    <a:pt x="104453" y="7377"/>
                  </a:cubicBezTo>
                  <a:cubicBezTo>
                    <a:pt x="108412" y="7377"/>
                    <a:pt x="112371" y="8419"/>
                    <a:pt x="115341" y="11023"/>
                  </a:cubicBezTo>
                  <a:cubicBezTo>
                    <a:pt x="110639" y="13106"/>
                    <a:pt x="107423" y="17793"/>
                    <a:pt x="107423" y="23000"/>
                  </a:cubicBezTo>
                  <a:cubicBezTo>
                    <a:pt x="107423" y="30552"/>
                    <a:pt x="113361" y="31854"/>
                    <a:pt x="116083" y="31854"/>
                  </a:cubicBezTo>
                  <a:cubicBezTo>
                    <a:pt x="123258" y="31854"/>
                    <a:pt x="128702" y="25604"/>
                    <a:pt x="128702" y="17532"/>
                  </a:cubicBezTo>
                  <a:cubicBezTo>
                    <a:pt x="128702" y="6336"/>
                    <a:pt x="117320" y="86"/>
                    <a:pt x="104453" y="86"/>
                  </a:cubicBezTo>
                  <a:cubicBezTo>
                    <a:pt x="77483" y="86"/>
                    <a:pt x="71792" y="30812"/>
                    <a:pt x="70307" y="38884"/>
                  </a:cubicBezTo>
                  <a:lnTo>
                    <a:pt x="64369" y="71172"/>
                  </a:lnTo>
                  <a:lnTo>
                    <a:pt x="45563" y="71172"/>
                  </a:lnTo>
                  <a:cubicBezTo>
                    <a:pt x="41110" y="71172"/>
                    <a:pt x="38140" y="71172"/>
                    <a:pt x="38140" y="76901"/>
                  </a:cubicBezTo>
                  <a:cubicBezTo>
                    <a:pt x="38140" y="80547"/>
                    <a:pt x="41110" y="80547"/>
                    <a:pt x="45069" y="80547"/>
                  </a:cubicBezTo>
                  <a:lnTo>
                    <a:pt x="62637" y="80547"/>
                  </a:lnTo>
                  <a:lnTo>
                    <a:pt x="46553" y="172985"/>
                  </a:lnTo>
                  <a:cubicBezTo>
                    <a:pt x="36656" y="229229"/>
                    <a:pt x="29480" y="229229"/>
                    <a:pt x="24036" y="229229"/>
                  </a:cubicBezTo>
                  <a:cubicBezTo>
                    <a:pt x="23047" y="229229"/>
                    <a:pt x="17851" y="229229"/>
                    <a:pt x="13644" y="225323"/>
                  </a:cubicBezTo>
                  <a:cubicBezTo>
                    <a:pt x="21562" y="221938"/>
                    <a:pt x="21562" y="214647"/>
                    <a:pt x="21562" y="213606"/>
                  </a:cubicBezTo>
                  <a:cubicBezTo>
                    <a:pt x="21562" y="206054"/>
                    <a:pt x="15624" y="204752"/>
                    <a:pt x="12902" y="204752"/>
                  </a:cubicBezTo>
                  <a:cubicBezTo>
                    <a:pt x="5726" y="204752"/>
                    <a:pt x="283" y="211002"/>
                    <a:pt x="283" y="219074"/>
                  </a:cubicBezTo>
                  <a:cubicBezTo>
                    <a:pt x="283" y="230791"/>
                    <a:pt x="12407" y="236520"/>
                    <a:pt x="23789" y="236520"/>
                  </a:cubicBezTo>
                  <a:cubicBezTo>
                    <a:pt x="47543" y="236520"/>
                    <a:pt x="57193" y="203190"/>
                    <a:pt x="60410" y="190691"/>
                  </a:cubicBezTo>
                  <a:cubicBezTo>
                    <a:pt x="62637" y="181838"/>
                    <a:pt x="64864" y="172985"/>
                    <a:pt x="66348" y="164132"/>
                  </a:cubicBezTo>
                  <a:lnTo>
                    <a:pt x="80947" y="80547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B9B2679-4F78-B163-72F3-D442E8063B42}"/>
                </a:ext>
              </a:extLst>
            </p:cNvPr>
            <p:cNvSpPr/>
            <p:nvPr>
              <p:custDataLst>
                <p:tags r:id="rId121"/>
              </p:custDataLst>
            </p:nvPr>
          </p:nvSpPr>
          <p:spPr>
            <a:xfrm>
              <a:off x="13305787" y="5651484"/>
              <a:ext cx="82007" cy="371985"/>
            </a:xfrm>
            <a:custGeom>
              <a:avLst/>
              <a:gdLst>
                <a:gd name="connsiteX0" fmla="*/ 82293 w 82007"/>
                <a:gd name="connsiteY0" fmla="*/ 186077 h 371985"/>
                <a:gd name="connsiteX1" fmla="*/ 58963 w 82007"/>
                <a:gd name="connsiteY1" fmla="*/ 70018 h 371985"/>
                <a:gd name="connsiteX2" fmla="*/ 3821 w 82007"/>
                <a:gd name="connsiteY2" fmla="*/ 85 h 371985"/>
                <a:gd name="connsiteX3" fmla="*/ 286 w 82007"/>
                <a:gd name="connsiteY3" fmla="*/ 3805 h 371985"/>
                <a:gd name="connsiteX4" fmla="*/ 7002 w 82007"/>
                <a:gd name="connsiteY4" fmla="*/ 12360 h 371985"/>
                <a:gd name="connsiteX5" fmla="*/ 61791 w 82007"/>
                <a:gd name="connsiteY5" fmla="*/ 186077 h 371985"/>
                <a:gd name="connsiteX6" fmla="*/ 4881 w 82007"/>
                <a:gd name="connsiteY6" fmla="*/ 362026 h 371985"/>
                <a:gd name="connsiteX7" fmla="*/ 286 w 82007"/>
                <a:gd name="connsiteY7" fmla="*/ 368350 h 371985"/>
                <a:gd name="connsiteX8" fmla="*/ 3821 w 82007"/>
                <a:gd name="connsiteY8" fmla="*/ 372070 h 371985"/>
                <a:gd name="connsiteX9" fmla="*/ 60024 w 82007"/>
                <a:gd name="connsiteY9" fmla="*/ 299533 h 371985"/>
                <a:gd name="connsiteX10" fmla="*/ 82293 w 82007"/>
                <a:gd name="connsiteY10" fmla="*/ 186077 h 37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07" h="371985">
                  <a:moveTo>
                    <a:pt x="82293" y="186077"/>
                  </a:moveTo>
                  <a:cubicBezTo>
                    <a:pt x="82293" y="157062"/>
                    <a:pt x="78405" y="112052"/>
                    <a:pt x="58963" y="70018"/>
                  </a:cubicBezTo>
                  <a:cubicBezTo>
                    <a:pt x="37755" y="24264"/>
                    <a:pt x="7355" y="85"/>
                    <a:pt x="3821" y="85"/>
                  </a:cubicBezTo>
                  <a:cubicBezTo>
                    <a:pt x="1700" y="85"/>
                    <a:pt x="286" y="1573"/>
                    <a:pt x="286" y="3805"/>
                  </a:cubicBezTo>
                  <a:cubicBezTo>
                    <a:pt x="286" y="4920"/>
                    <a:pt x="286" y="5664"/>
                    <a:pt x="7002" y="12360"/>
                  </a:cubicBezTo>
                  <a:cubicBezTo>
                    <a:pt x="41643" y="49187"/>
                    <a:pt x="61791" y="108332"/>
                    <a:pt x="61791" y="186077"/>
                  </a:cubicBezTo>
                  <a:cubicBezTo>
                    <a:pt x="61791" y="249687"/>
                    <a:pt x="48713" y="315156"/>
                    <a:pt x="4881" y="362026"/>
                  </a:cubicBezTo>
                  <a:cubicBezTo>
                    <a:pt x="286" y="366490"/>
                    <a:pt x="286" y="367234"/>
                    <a:pt x="286" y="368350"/>
                  </a:cubicBezTo>
                  <a:cubicBezTo>
                    <a:pt x="286" y="370582"/>
                    <a:pt x="1700" y="372070"/>
                    <a:pt x="3821" y="372070"/>
                  </a:cubicBezTo>
                  <a:cubicBezTo>
                    <a:pt x="7355" y="372070"/>
                    <a:pt x="39169" y="346775"/>
                    <a:pt x="60024" y="299533"/>
                  </a:cubicBezTo>
                  <a:cubicBezTo>
                    <a:pt x="78051" y="258614"/>
                    <a:pt x="82293" y="217324"/>
                    <a:pt x="82293" y="186077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28" name="Group 27" descr="\documentclass{article}&#10;\usepackage{amsmath,amssymb}&#10;\pagestyle{empty}&#10;\begin{document}&#10;&#10;\newcommand{\score}{\textrm{score}}&#10;\newcommand{\classify}{\textrm{classify}}&#10;\newcommand{\bx}{\mathbf{x}}&#10;&#10;\begin{align*}&#10;\mathbf{i}_t = \sigma\left(\mathbf{W}_\textit{i}[\mathbf{x}_t; \mathbf{h}_{t-1}] + \mathbf{b}_\textit{i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17BAE3E4-4272-3AFE-5C70-204A3A73FCE0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3120998" y="2936252"/>
            <a:ext cx="3905552" cy="345414"/>
            <a:chOff x="9620076" y="5615807"/>
            <a:chExt cx="3905552" cy="345414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BAD83F-B8D9-9323-7BB2-64AB55429C4E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9620076" y="5634805"/>
              <a:ext cx="84481" cy="240063"/>
            </a:xfrm>
            <a:custGeom>
              <a:avLst/>
              <a:gdLst>
                <a:gd name="connsiteX0" fmla="*/ 62744 w 84481"/>
                <a:gd name="connsiteY0" fmla="*/ 84711 h 240063"/>
                <a:gd name="connsiteX1" fmla="*/ 1238 w 84481"/>
                <a:gd name="connsiteY1" fmla="*/ 87475 h 240063"/>
                <a:gd name="connsiteX2" fmla="*/ 1238 w 84481"/>
                <a:gd name="connsiteY2" fmla="*/ 103709 h 240063"/>
                <a:gd name="connsiteX3" fmla="*/ 24568 w 84481"/>
                <a:gd name="connsiteY3" fmla="*/ 117180 h 240063"/>
                <a:gd name="connsiteX4" fmla="*/ 24568 w 84481"/>
                <a:gd name="connsiteY4" fmla="*/ 223913 h 240063"/>
                <a:gd name="connsiteX5" fmla="*/ 178 w 84481"/>
                <a:gd name="connsiteY5" fmla="*/ 223913 h 240063"/>
                <a:gd name="connsiteX6" fmla="*/ 178 w 84481"/>
                <a:gd name="connsiteY6" fmla="*/ 240148 h 240063"/>
                <a:gd name="connsiteX7" fmla="*/ 43302 w 84481"/>
                <a:gd name="connsiteY7" fmla="*/ 239112 h 240063"/>
                <a:gd name="connsiteX8" fmla="*/ 84660 w 84481"/>
                <a:gd name="connsiteY8" fmla="*/ 240148 h 240063"/>
                <a:gd name="connsiteX9" fmla="*/ 84660 w 84481"/>
                <a:gd name="connsiteY9" fmla="*/ 223913 h 240063"/>
                <a:gd name="connsiteX10" fmla="*/ 62744 w 84481"/>
                <a:gd name="connsiteY10" fmla="*/ 223913 h 240063"/>
                <a:gd name="connsiteX11" fmla="*/ 62744 w 84481"/>
                <a:gd name="connsiteY11" fmla="*/ 84711 h 240063"/>
                <a:gd name="connsiteX12" fmla="*/ 66279 w 84481"/>
                <a:gd name="connsiteY12" fmla="*/ 27027 h 240063"/>
                <a:gd name="connsiteX13" fmla="*/ 38707 w 84481"/>
                <a:gd name="connsiteY13" fmla="*/ 85 h 240063"/>
                <a:gd name="connsiteX14" fmla="*/ 11136 w 84481"/>
                <a:gd name="connsiteY14" fmla="*/ 27027 h 240063"/>
                <a:gd name="connsiteX15" fmla="*/ 38707 w 84481"/>
                <a:gd name="connsiteY15" fmla="*/ 53969 h 240063"/>
                <a:gd name="connsiteX16" fmla="*/ 66279 w 84481"/>
                <a:gd name="connsiteY16" fmla="*/ 27027 h 240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4481" h="240063">
                  <a:moveTo>
                    <a:pt x="62744" y="84711"/>
                  </a:moveTo>
                  <a:lnTo>
                    <a:pt x="1238" y="87475"/>
                  </a:lnTo>
                  <a:lnTo>
                    <a:pt x="1238" y="103709"/>
                  </a:lnTo>
                  <a:cubicBezTo>
                    <a:pt x="22094" y="103709"/>
                    <a:pt x="24568" y="103709"/>
                    <a:pt x="24568" y="117180"/>
                  </a:cubicBezTo>
                  <a:lnTo>
                    <a:pt x="24568" y="223913"/>
                  </a:lnTo>
                  <a:lnTo>
                    <a:pt x="178" y="223913"/>
                  </a:lnTo>
                  <a:lnTo>
                    <a:pt x="178" y="240148"/>
                  </a:lnTo>
                  <a:cubicBezTo>
                    <a:pt x="11136" y="239802"/>
                    <a:pt x="28456" y="239112"/>
                    <a:pt x="43302" y="239112"/>
                  </a:cubicBezTo>
                  <a:cubicBezTo>
                    <a:pt x="53907" y="239112"/>
                    <a:pt x="71934" y="239802"/>
                    <a:pt x="84660" y="240148"/>
                  </a:cubicBezTo>
                  <a:lnTo>
                    <a:pt x="84660" y="223913"/>
                  </a:lnTo>
                  <a:lnTo>
                    <a:pt x="62744" y="223913"/>
                  </a:lnTo>
                  <a:lnTo>
                    <a:pt x="62744" y="84711"/>
                  </a:lnTo>
                  <a:close/>
                  <a:moveTo>
                    <a:pt x="66279" y="27027"/>
                  </a:moveTo>
                  <a:cubicBezTo>
                    <a:pt x="66279" y="11829"/>
                    <a:pt x="53553" y="85"/>
                    <a:pt x="38707" y="85"/>
                  </a:cubicBezTo>
                  <a:cubicBezTo>
                    <a:pt x="23508" y="85"/>
                    <a:pt x="11136" y="12174"/>
                    <a:pt x="11136" y="27027"/>
                  </a:cubicBezTo>
                  <a:cubicBezTo>
                    <a:pt x="11136" y="41880"/>
                    <a:pt x="23508" y="53969"/>
                    <a:pt x="38707" y="53969"/>
                  </a:cubicBezTo>
                  <a:cubicBezTo>
                    <a:pt x="53553" y="53969"/>
                    <a:pt x="66279" y="42225"/>
                    <a:pt x="66279" y="27027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BCD59E4-30CF-C675-52FA-193B43E33464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9726772" y="5775561"/>
              <a:ext cx="83633" cy="153536"/>
            </a:xfrm>
            <a:custGeom>
              <a:avLst/>
              <a:gdLst>
                <a:gd name="connsiteX0" fmla="*/ 50658 w 83633"/>
                <a:gd name="connsiteY0" fmla="*/ 55698 h 153536"/>
                <a:gd name="connsiteX1" fmla="*/ 75897 w 83633"/>
                <a:gd name="connsiteY1" fmla="*/ 55698 h 153536"/>
                <a:gd name="connsiteX2" fmla="*/ 83815 w 83633"/>
                <a:gd name="connsiteY2" fmla="*/ 50379 h 153536"/>
                <a:gd name="connsiteX3" fmla="*/ 76391 w 83633"/>
                <a:gd name="connsiteY3" fmla="*/ 46993 h 153536"/>
                <a:gd name="connsiteX4" fmla="*/ 52885 w 83633"/>
                <a:gd name="connsiteY4" fmla="*/ 46993 h 153536"/>
                <a:gd name="connsiteX5" fmla="*/ 62040 w 83633"/>
                <a:gd name="connsiteY5" fmla="*/ 11209 h 153536"/>
                <a:gd name="connsiteX6" fmla="*/ 62782 w 83633"/>
                <a:gd name="connsiteY6" fmla="*/ 7823 h 153536"/>
                <a:gd name="connsiteX7" fmla="*/ 54370 w 83633"/>
                <a:gd name="connsiteY7" fmla="*/ 86 h 153536"/>
                <a:gd name="connsiteX8" fmla="*/ 42740 w 83633"/>
                <a:gd name="connsiteY8" fmla="*/ 10483 h 153536"/>
                <a:gd name="connsiteX9" fmla="*/ 33338 w 83633"/>
                <a:gd name="connsiteY9" fmla="*/ 46993 h 153536"/>
                <a:gd name="connsiteX10" fmla="*/ 8099 w 83633"/>
                <a:gd name="connsiteY10" fmla="*/ 46993 h 153536"/>
                <a:gd name="connsiteX11" fmla="*/ 181 w 83633"/>
                <a:gd name="connsiteY11" fmla="*/ 52313 h 153536"/>
                <a:gd name="connsiteX12" fmla="*/ 7604 w 83633"/>
                <a:gd name="connsiteY12" fmla="*/ 55698 h 153536"/>
                <a:gd name="connsiteX13" fmla="*/ 31111 w 83633"/>
                <a:gd name="connsiteY13" fmla="*/ 55698 h 153536"/>
                <a:gd name="connsiteX14" fmla="*/ 16512 w 83633"/>
                <a:gd name="connsiteY14" fmla="*/ 112760 h 153536"/>
                <a:gd name="connsiteX15" fmla="*/ 12800 w 83633"/>
                <a:gd name="connsiteY15" fmla="*/ 130653 h 153536"/>
                <a:gd name="connsiteX16" fmla="*/ 39276 w 83633"/>
                <a:gd name="connsiteY16" fmla="*/ 153623 h 153536"/>
                <a:gd name="connsiteX17" fmla="*/ 82330 w 83633"/>
                <a:gd name="connsiteY17" fmla="*/ 116629 h 153536"/>
                <a:gd name="connsiteX18" fmla="*/ 78371 w 83633"/>
                <a:gd name="connsiteY18" fmla="*/ 113486 h 153536"/>
                <a:gd name="connsiteX19" fmla="*/ 73175 w 83633"/>
                <a:gd name="connsiteY19" fmla="*/ 118080 h 153536"/>
                <a:gd name="connsiteX20" fmla="*/ 40018 w 83633"/>
                <a:gd name="connsiteY20" fmla="*/ 146853 h 153536"/>
                <a:gd name="connsiteX21" fmla="*/ 31358 w 83633"/>
                <a:gd name="connsiteY21" fmla="*/ 135005 h 153536"/>
                <a:gd name="connsiteX22" fmla="*/ 32843 w 83633"/>
                <a:gd name="connsiteY22" fmla="*/ 125092 h 153536"/>
                <a:gd name="connsiteX23" fmla="*/ 50658 w 83633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33" h="153536">
                  <a:moveTo>
                    <a:pt x="50658" y="55698"/>
                  </a:moveTo>
                  <a:lnTo>
                    <a:pt x="75897" y="55698"/>
                  </a:lnTo>
                  <a:cubicBezTo>
                    <a:pt x="80598" y="55698"/>
                    <a:pt x="83815" y="55698"/>
                    <a:pt x="83815" y="50379"/>
                  </a:cubicBezTo>
                  <a:cubicBezTo>
                    <a:pt x="83815" y="46993"/>
                    <a:pt x="80598" y="46993"/>
                    <a:pt x="76391" y="46993"/>
                  </a:cubicBezTo>
                  <a:lnTo>
                    <a:pt x="52885" y="46993"/>
                  </a:lnTo>
                  <a:lnTo>
                    <a:pt x="62040" y="11209"/>
                  </a:lnTo>
                  <a:cubicBezTo>
                    <a:pt x="62288" y="10000"/>
                    <a:pt x="62782" y="8791"/>
                    <a:pt x="62782" y="7823"/>
                  </a:cubicBezTo>
                  <a:cubicBezTo>
                    <a:pt x="62782" y="3471"/>
                    <a:pt x="59318" y="86"/>
                    <a:pt x="54370" y="86"/>
                  </a:cubicBezTo>
                  <a:cubicBezTo>
                    <a:pt x="48184" y="86"/>
                    <a:pt x="44472" y="4197"/>
                    <a:pt x="42740" y="10483"/>
                  </a:cubicBezTo>
                  <a:cubicBezTo>
                    <a:pt x="41008" y="16528"/>
                    <a:pt x="44225" y="4922"/>
                    <a:pt x="33338" y="46993"/>
                  </a:cubicBezTo>
                  <a:lnTo>
                    <a:pt x="8099" y="46993"/>
                  </a:lnTo>
                  <a:cubicBezTo>
                    <a:pt x="3398" y="46993"/>
                    <a:pt x="181" y="46993"/>
                    <a:pt x="181" y="52313"/>
                  </a:cubicBezTo>
                  <a:cubicBezTo>
                    <a:pt x="181" y="55698"/>
                    <a:pt x="3150" y="55698"/>
                    <a:pt x="7604" y="55698"/>
                  </a:cubicBezTo>
                  <a:lnTo>
                    <a:pt x="31111" y="55698"/>
                  </a:lnTo>
                  <a:lnTo>
                    <a:pt x="16512" y="112760"/>
                  </a:lnTo>
                  <a:cubicBezTo>
                    <a:pt x="15027" y="118805"/>
                    <a:pt x="12800" y="127510"/>
                    <a:pt x="12800" y="130653"/>
                  </a:cubicBezTo>
                  <a:cubicBezTo>
                    <a:pt x="12800" y="144919"/>
                    <a:pt x="25172" y="153623"/>
                    <a:pt x="39276" y="153623"/>
                  </a:cubicBezTo>
                  <a:cubicBezTo>
                    <a:pt x="66741" y="153623"/>
                    <a:pt x="82330" y="119772"/>
                    <a:pt x="82330" y="116629"/>
                  </a:cubicBezTo>
                  <a:cubicBezTo>
                    <a:pt x="82330" y="113486"/>
                    <a:pt x="79113" y="113486"/>
                    <a:pt x="78371" y="113486"/>
                  </a:cubicBezTo>
                  <a:cubicBezTo>
                    <a:pt x="75402" y="113486"/>
                    <a:pt x="75154" y="113969"/>
                    <a:pt x="73175" y="118080"/>
                  </a:cubicBezTo>
                  <a:cubicBezTo>
                    <a:pt x="66247" y="133313"/>
                    <a:pt x="53627" y="146853"/>
                    <a:pt x="40018" y="146853"/>
                  </a:cubicBezTo>
                  <a:cubicBezTo>
                    <a:pt x="34822" y="146853"/>
                    <a:pt x="31358" y="143710"/>
                    <a:pt x="31358" y="135005"/>
                  </a:cubicBezTo>
                  <a:cubicBezTo>
                    <a:pt x="31358" y="132587"/>
                    <a:pt x="32348" y="127510"/>
                    <a:pt x="32843" y="125092"/>
                  </a:cubicBezTo>
                  <a:lnTo>
                    <a:pt x="50658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A6CA9C4-6608-1CB3-CA3F-EA5A8634A133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9958816" y="5748101"/>
              <a:ext cx="235064" cy="80827"/>
            </a:xfrm>
            <a:custGeom>
              <a:avLst/>
              <a:gdLst>
                <a:gd name="connsiteX0" fmla="*/ 223234 w 235064"/>
                <a:gd name="connsiteY0" fmla="*/ 13901 h 80827"/>
                <a:gd name="connsiteX1" fmla="*/ 235252 w 235064"/>
                <a:gd name="connsiteY1" fmla="*/ 6993 h 80827"/>
                <a:gd name="connsiteX2" fmla="*/ 223587 w 235064"/>
                <a:gd name="connsiteY2" fmla="*/ 85 h 80827"/>
                <a:gd name="connsiteX3" fmla="*/ 11852 w 235064"/>
                <a:gd name="connsiteY3" fmla="*/ 85 h 80827"/>
                <a:gd name="connsiteX4" fmla="*/ 187 w 235064"/>
                <a:gd name="connsiteY4" fmla="*/ 6993 h 80827"/>
                <a:gd name="connsiteX5" fmla="*/ 12206 w 235064"/>
                <a:gd name="connsiteY5" fmla="*/ 13901 h 80827"/>
                <a:gd name="connsiteX6" fmla="*/ 223234 w 235064"/>
                <a:gd name="connsiteY6" fmla="*/ 13901 h 80827"/>
                <a:gd name="connsiteX7" fmla="*/ 223587 w 235064"/>
                <a:gd name="connsiteY7" fmla="*/ 80912 h 80827"/>
                <a:gd name="connsiteX8" fmla="*/ 235252 w 235064"/>
                <a:gd name="connsiteY8" fmla="*/ 74003 h 80827"/>
                <a:gd name="connsiteX9" fmla="*/ 223234 w 235064"/>
                <a:gd name="connsiteY9" fmla="*/ 67095 h 80827"/>
                <a:gd name="connsiteX10" fmla="*/ 12206 w 235064"/>
                <a:gd name="connsiteY10" fmla="*/ 67095 h 80827"/>
                <a:gd name="connsiteX11" fmla="*/ 187 w 235064"/>
                <a:gd name="connsiteY11" fmla="*/ 74003 h 80827"/>
                <a:gd name="connsiteX12" fmla="*/ 11852 w 235064"/>
                <a:gd name="connsiteY12" fmla="*/ 80912 h 80827"/>
                <a:gd name="connsiteX13" fmla="*/ 223587 w 235064"/>
                <a:gd name="connsiteY13" fmla="*/ 80912 h 8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064" h="80827">
                  <a:moveTo>
                    <a:pt x="223234" y="13901"/>
                  </a:moveTo>
                  <a:cubicBezTo>
                    <a:pt x="228536" y="13901"/>
                    <a:pt x="235252" y="13901"/>
                    <a:pt x="235252" y="6993"/>
                  </a:cubicBezTo>
                  <a:cubicBezTo>
                    <a:pt x="235252" y="85"/>
                    <a:pt x="228536" y="85"/>
                    <a:pt x="223587" y="85"/>
                  </a:cubicBezTo>
                  <a:lnTo>
                    <a:pt x="11852" y="85"/>
                  </a:lnTo>
                  <a:cubicBezTo>
                    <a:pt x="6903" y="85"/>
                    <a:pt x="187" y="85"/>
                    <a:pt x="187" y="6993"/>
                  </a:cubicBezTo>
                  <a:cubicBezTo>
                    <a:pt x="187" y="13901"/>
                    <a:pt x="6903" y="13901"/>
                    <a:pt x="12206" y="13901"/>
                  </a:cubicBezTo>
                  <a:lnTo>
                    <a:pt x="223234" y="13901"/>
                  </a:lnTo>
                  <a:close/>
                  <a:moveTo>
                    <a:pt x="223587" y="80912"/>
                  </a:moveTo>
                  <a:cubicBezTo>
                    <a:pt x="228536" y="80912"/>
                    <a:pt x="235252" y="80912"/>
                    <a:pt x="235252" y="74003"/>
                  </a:cubicBezTo>
                  <a:cubicBezTo>
                    <a:pt x="235252" y="67095"/>
                    <a:pt x="228536" y="67095"/>
                    <a:pt x="223234" y="67095"/>
                  </a:cubicBezTo>
                  <a:lnTo>
                    <a:pt x="12206" y="67095"/>
                  </a:lnTo>
                  <a:cubicBezTo>
                    <a:pt x="6903" y="67095"/>
                    <a:pt x="187" y="67095"/>
                    <a:pt x="187" y="74003"/>
                  </a:cubicBezTo>
                  <a:cubicBezTo>
                    <a:pt x="187" y="80912"/>
                    <a:pt x="6903" y="80912"/>
                    <a:pt x="11852" y="80912"/>
                  </a:cubicBezTo>
                  <a:lnTo>
                    <a:pt x="223587" y="80912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79EE846-1F72-B79A-C2D6-D6471977C41C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10325570" y="5725995"/>
              <a:ext cx="186991" cy="152673"/>
            </a:xfrm>
            <a:custGeom>
              <a:avLst/>
              <a:gdLst>
                <a:gd name="connsiteX0" fmla="*/ 169869 w 186991"/>
                <a:gd name="connsiteY0" fmla="*/ 20119 h 152673"/>
                <a:gd name="connsiteX1" fmla="*/ 187189 w 186991"/>
                <a:gd name="connsiteY1" fmla="*/ 8375 h 152673"/>
                <a:gd name="connsiteX2" fmla="*/ 173403 w 186991"/>
                <a:gd name="connsiteY2" fmla="*/ 85 h 152673"/>
                <a:gd name="connsiteX3" fmla="*/ 92810 w 186991"/>
                <a:gd name="connsiteY3" fmla="*/ 85 h 152673"/>
                <a:gd name="connsiteX4" fmla="*/ 198 w 186991"/>
                <a:gd name="connsiteY4" fmla="*/ 98182 h 152673"/>
                <a:gd name="connsiteX5" fmla="*/ 53220 w 186991"/>
                <a:gd name="connsiteY5" fmla="*/ 152758 h 152673"/>
                <a:gd name="connsiteX6" fmla="*/ 141944 w 186991"/>
                <a:gd name="connsiteY6" fmla="*/ 57769 h 152673"/>
                <a:gd name="connsiteX7" fmla="*/ 130986 w 186991"/>
                <a:gd name="connsiteY7" fmla="*/ 20119 h 152673"/>
                <a:gd name="connsiteX8" fmla="*/ 169869 w 186991"/>
                <a:gd name="connsiteY8" fmla="*/ 20119 h 152673"/>
                <a:gd name="connsiteX9" fmla="*/ 53573 w 186991"/>
                <a:gd name="connsiteY9" fmla="*/ 145159 h 152673"/>
                <a:gd name="connsiteX10" fmla="*/ 22114 w 186991"/>
                <a:gd name="connsiteY10" fmla="*/ 107854 h 152673"/>
                <a:gd name="connsiteX11" fmla="*/ 38727 w 186991"/>
                <a:gd name="connsiteY11" fmla="*/ 48788 h 152673"/>
                <a:gd name="connsiteX12" fmla="*/ 86801 w 186991"/>
                <a:gd name="connsiteY12" fmla="*/ 20119 h 152673"/>
                <a:gd name="connsiteX13" fmla="*/ 119321 w 186991"/>
                <a:gd name="connsiteY13" fmla="*/ 53624 h 152673"/>
                <a:gd name="connsiteX14" fmla="*/ 100233 w 186991"/>
                <a:gd name="connsiteY14" fmla="*/ 115799 h 152673"/>
                <a:gd name="connsiteX15" fmla="*/ 53573 w 186991"/>
                <a:gd name="connsiteY15" fmla="*/ 145159 h 152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6991" h="152673">
                  <a:moveTo>
                    <a:pt x="169869" y="20119"/>
                  </a:moveTo>
                  <a:cubicBezTo>
                    <a:pt x="174464" y="20119"/>
                    <a:pt x="187189" y="20119"/>
                    <a:pt x="187189" y="8375"/>
                  </a:cubicBezTo>
                  <a:cubicBezTo>
                    <a:pt x="187189" y="85"/>
                    <a:pt x="179766" y="85"/>
                    <a:pt x="173403" y="85"/>
                  </a:cubicBezTo>
                  <a:lnTo>
                    <a:pt x="92810" y="85"/>
                  </a:lnTo>
                  <a:cubicBezTo>
                    <a:pt x="39434" y="85"/>
                    <a:pt x="198" y="57078"/>
                    <a:pt x="198" y="98182"/>
                  </a:cubicBezTo>
                  <a:cubicBezTo>
                    <a:pt x="198" y="128579"/>
                    <a:pt x="21053" y="152758"/>
                    <a:pt x="53220" y="152758"/>
                  </a:cubicBezTo>
                  <a:cubicBezTo>
                    <a:pt x="94931" y="152758"/>
                    <a:pt x="141944" y="110963"/>
                    <a:pt x="141944" y="57769"/>
                  </a:cubicBezTo>
                  <a:cubicBezTo>
                    <a:pt x="141944" y="51897"/>
                    <a:pt x="141944" y="35317"/>
                    <a:pt x="130986" y="20119"/>
                  </a:cubicBezTo>
                  <a:lnTo>
                    <a:pt x="169869" y="20119"/>
                  </a:lnTo>
                  <a:close/>
                  <a:moveTo>
                    <a:pt x="53573" y="145159"/>
                  </a:moveTo>
                  <a:cubicBezTo>
                    <a:pt x="36253" y="145159"/>
                    <a:pt x="22114" y="132724"/>
                    <a:pt x="22114" y="107854"/>
                  </a:cubicBezTo>
                  <a:cubicBezTo>
                    <a:pt x="22114" y="97492"/>
                    <a:pt x="26355" y="69168"/>
                    <a:pt x="38727" y="48788"/>
                  </a:cubicBezTo>
                  <a:cubicBezTo>
                    <a:pt x="53573" y="24955"/>
                    <a:pt x="74782" y="20119"/>
                    <a:pt x="86801" y="20119"/>
                  </a:cubicBezTo>
                  <a:cubicBezTo>
                    <a:pt x="116493" y="20119"/>
                    <a:pt x="119321" y="42916"/>
                    <a:pt x="119321" y="53624"/>
                  </a:cubicBezTo>
                  <a:cubicBezTo>
                    <a:pt x="119321" y="69858"/>
                    <a:pt x="112251" y="98182"/>
                    <a:pt x="100233" y="115799"/>
                  </a:cubicBezTo>
                  <a:cubicBezTo>
                    <a:pt x="86447" y="136178"/>
                    <a:pt x="67359" y="145159"/>
                    <a:pt x="53573" y="145159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0A44BE9F-4788-85DB-A50F-3CD742F860A8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10620711" y="5615807"/>
              <a:ext cx="82007" cy="345414"/>
            </a:xfrm>
            <a:custGeom>
              <a:avLst/>
              <a:gdLst>
                <a:gd name="connsiteX0" fmla="*/ 82213 w 82007"/>
                <a:gd name="connsiteY0" fmla="*/ 342045 h 345414"/>
                <a:gd name="connsiteX1" fmla="*/ 76204 w 82007"/>
                <a:gd name="connsiteY1" fmla="*/ 334446 h 345414"/>
                <a:gd name="connsiteX2" fmla="*/ 20707 w 82007"/>
                <a:gd name="connsiteY2" fmla="*/ 172792 h 345414"/>
                <a:gd name="connsiteX3" fmla="*/ 77618 w 82007"/>
                <a:gd name="connsiteY3" fmla="*/ 9411 h 345414"/>
                <a:gd name="connsiteX4" fmla="*/ 82213 w 82007"/>
                <a:gd name="connsiteY4" fmla="*/ 3539 h 345414"/>
                <a:gd name="connsiteX5" fmla="*/ 78678 w 82007"/>
                <a:gd name="connsiteY5" fmla="*/ 85 h 345414"/>
                <a:gd name="connsiteX6" fmla="*/ 22475 w 82007"/>
                <a:gd name="connsiteY6" fmla="*/ 67441 h 345414"/>
                <a:gd name="connsiteX7" fmla="*/ 206 w 82007"/>
                <a:gd name="connsiteY7" fmla="*/ 172792 h 345414"/>
                <a:gd name="connsiteX8" fmla="*/ 23535 w 82007"/>
                <a:gd name="connsiteY8" fmla="*/ 280561 h 345414"/>
                <a:gd name="connsiteX9" fmla="*/ 78678 w 82007"/>
                <a:gd name="connsiteY9" fmla="*/ 345499 h 345414"/>
                <a:gd name="connsiteX10" fmla="*/ 82213 w 82007"/>
                <a:gd name="connsiteY10" fmla="*/ 34204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07" h="345414">
                  <a:moveTo>
                    <a:pt x="82213" y="342045"/>
                  </a:moveTo>
                  <a:cubicBezTo>
                    <a:pt x="82213" y="341009"/>
                    <a:pt x="82213" y="340318"/>
                    <a:pt x="76204" y="334446"/>
                  </a:cubicBezTo>
                  <a:cubicBezTo>
                    <a:pt x="32019" y="290924"/>
                    <a:pt x="20707" y="225640"/>
                    <a:pt x="20707" y="172792"/>
                  </a:cubicBezTo>
                  <a:cubicBezTo>
                    <a:pt x="20707" y="112690"/>
                    <a:pt x="34140" y="52588"/>
                    <a:pt x="77618" y="9411"/>
                  </a:cubicBezTo>
                  <a:cubicBezTo>
                    <a:pt x="82213" y="5266"/>
                    <a:pt x="82213" y="4575"/>
                    <a:pt x="82213" y="3539"/>
                  </a:cubicBezTo>
                  <a:cubicBezTo>
                    <a:pt x="82213" y="1121"/>
                    <a:pt x="80799" y="85"/>
                    <a:pt x="78678" y="85"/>
                  </a:cubicBezTo>
                  <a:cubicBezTo>
                    <a:pt x="75143" y="85"/>
                    <a:pt x="43330" y="23573"/>
                    <a:pt x="22475" y="67441"/>
                  </a:cubicBezTo>
                  <a:cubicBezTo>
                    <a:pt x="4447" y="105436"/>
                    <a:pt x="206" y="143777"/>
                    <a:pt x="206" y="172792"/>
                  </a:cubicBezTo>
                  <a:cubicBezTo>
                    <a:pt x="206" y="199734"/>
                    <a:pt x="4094" y="241530"/>
                    <a:pt x="23535" y="280561"/>
                  </a:cubicBezTo>
                  <a:cubicBezTo>
                    <a:pt x="44744" y="323047"/>
                    <a:pt x="75143" y="345499"/>
                    <a:pt x="78678" y="345499"/>
                  </a:cubicBezTo>
                  <a:cubicBezTo>
                    <a:pt x="80799" y="345499"/>
                    <a:pt x="82213" y="344463"/>
                    <a:pt x="82213" y="342045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6065582-1A83-9BA7-8735-E13B78C55DB8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10731665" y="5637914"/>
              <a:ext cx="402967" cy="239717"/>
            </a:xfrm>
            <a:custGeom>
              <a:avLst/>
              <a:gdLst>
                <a:gd name="connsiteX0" fmla="*/ 369597 w 402967"/>
                <a:gd name="connsiteY0" fmla="*/ 24609 h 239717"/>
                <a:gd name="connsiteX1" fmla="*/ 383029 w 402967"/>
                <a:gd name="connsiteY1" fmla="*/ 17010 h 239717"/>
                <a:gd name="connsiteX2" fmla="*/ 403177 w 402967"/>
                <a:gd name="connsiteY2" fmla="*/ 16319 h 239717"/>
                <a:gd name="connsiteX3" fmla="*/ 403177 w 402967"/>
                <a:gd name="connsiteY3" fmla="*/ 85 h 239717"/>
                <a:gd name="connsiteX4" fmla="*/ 365355 w 402967"/>
                <a:gd name="connsiteY4" fmla="*/ 1121 h 239717"/>
                <a:gd name="connsiteX5" fmla="*/ 317282 w 402967"/>
                <a:gd name="connsiteY5" fmla="*/ 85 h 239717"/>
                <a:gd name="connsiteX6" fmla="*/ 317282 w 402967"/>
                <a:gd name="connsiteY6" fmla="*/ 16319 h 239717"/>
                <a:gd name="connsiteX7" fmla="*/ 353337 w 402967"/>
                <a:gd name="connsiteY7" fmla="*/ 20119 h 239717"/>
                <a:gd name="connsiteX8" fmla="*/ 292538 w 402967"/>
                <a:gd name="connsiteY8" fmla="*/ 174519 h 239717"/>
                <a:gd name="connsiteX9" fmla="*/ 229972 w 402967"/>
                <a:gd name="connsiteY9" fmla="*/ 16319 h 239717"/>
                <a:gd name="connsiteX10" fmla="*/ 263906 w 402967"/>
                <a:gd name="connsiteY10" fmla="*/ 16319 h 239717"/>
                <a:gd name="connsiteX11" fmla="*/ 263906 w 402967"/>
                <a:gd name="connsiteY11" fmla="*/ 85 h 239717"/>
                <a:gd name="connsiteX12" fmla="*/ 202047 w 402967"/>
                <a:gd name="connsiteY12" fmla="*/ 1121 h 239717"/>
                <a:gd name="connsiteX13" fmla="*/ 147964 w 402967"/>
                <a:gd name="connsiteY13" fmla="*/ 85 h 239717"/>
                <a:gd name="connsiteX14" fmla="*/ 147964 w 402967"/>
                <a:gd name="connsiteY14" fmla="*/ 16319 h 239717"/>
                <a:gd name="connsiteX15" fmla="*/ 178364 w 402967"/>
                <a:gd name="connsiteY15" fmla="*/ 16319 h 239717"/>
                <a:gd name="connsiteX16" fmla="*/ 192856 w 402967"/>
                <a:gd name="connsiteY16" fmla="*/ 52933 h 239717"/>
                <a:gd name="connsiteX17" fmla="*/ 144783 w 402967"/>
                <a:gd name="connsiteY17" fmla="*/ 174519 h 239717"/>
                <a:gd name="connsiteX18" fmla="*/ 82217 w 402967"/>
                <a:gd name="connsiteY18" fmla="*/ 16319 h 239717"/>
                <a:gd name="connsiteX19" fmla="*/ 116151 w 402967"/>
                <a:gd name="connsiteY19" fmla="*/ 16319 h 239717"/>
                <a:gd name="connsiteX20" fmla="*/ 116151 w 402967"/>
                <a:gd name="connsiteY20" fmla="*/ 85 h 239717"/>
                <a:gd name="connsiteX21" fmla="*/ 54292 w 402967"/>
                <a:gd name="connsiteY21" fmla="*/ 1121 h 239717"/>
                <a:gd name="connsiteX22" fmla="*/ 209 w 402967"/>
                <a:gd name="connsiteY22" fmla="*/ 85 h 239717"/>
                <a:gd name="connsiteX23" fmla="*/ 209 w 402967"/>
                <a:gd name="connsiteY23" fmla="*/ 16319 h 239717"/>
                <a:gd name="connsiteX24" fmla="*/ 30609 w 402967"/>
                <a:gd name="connsiteY24" fmla="*/ 16319 h 239717"/>
                <a:gd name="connsiteX25" fmla="*/ 115444 w 402967"/>
                <a:gd name="connsiteY25" fmla="*/ 230822 h 239717"/>
                <a:gd name="connsiteX26" fmla="*/ 127816 w 402967"/>
                <a:gd name="connsiteY26" fmla="*/ 239802 h 239717"/>
                <a:gd name="connsiteX27" fmla="*/ 140188 w 402967"/>
                <a:gd name="connsiteY27" fmla="*/ 230822 h 239717"/>
                <a:gd name="connsiteX28" fmla="*/ 201693 w 402967"/>
                <a:gd name="connsiteY28" fmla="*/ 75385 h 239717"/>
                <a:gd name="connsiteX29" fmla="*/ 263199 w 402967"/>
                <a:gd name="connsiteY29" fmla="*/ 230822 h 239717"/>
                <a:gd name="connsiteX30" fmla="*/ 275571 w 402967"/>
                <a:gd name="connsiteY30" fmla="*/ 239802 h 239717"/>
                <a:gd name="connsiteX31" fmla="*/ 287943 w 402967"/>
                <a:gd name="connsiteY31" fmla="*/ 230822 h 239717"/>
                <a:gd name="connsiteX32" fmla="*/ 369597 w 402967"/>
                <a:gd name="connsiteY32" fmla="*/ 24609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2967" h="239717">
                  <a:moveTo>
                    <a:pt x="369597" y="24609"/>
                  </a:moveTo>
                  <a:cubicBezTo>
                    <a:pt x="371718" y="18737"/>
                    <a:pt x="372071" y="18046"/>
                    <a:pt x="383029" y="17010"/>
                  </a:cubicBezTo>
                  <a:cubicBezTo>
                    <a:pt x="390099" y="16319"/>
                    <a:pt x="397522" y="16319"/>
                    <a:pt x="403177" y="16319"/>
                  </a:cubicBezTo>
                  <a:lnTo>
                    <a:pt x="403177" y="85"/>
                  </a:lnTo>
                  <a:cubicBezTo>
                    <a:pt x="393633" y="430"/>
                    <a:pt x="381262" y="1121"/>
                    <a:pt x="365355" y="1121"/>
                  </a:cubicBezTo>
                  <a:cubicBezTo>
                    <a:pt x="351923" y="1121"/>
                    <a:pt x="330007" y="1121"/>
                    <a:pt x="317282" y="85"/>
                  </a:cubicBezTo>
                  <a:lnTo>
                    <a:pt x="317282" y="16319"/>
                  </a:lnTo>
                  <a:cubicBezTo>
                    <a:pt x="326119" y="16319"/>
                    <a:pt x="343086" y="16319"/>
                    <a:pt x="353337" y="20119"/>
                  </a:cubicBezTo>
                  <a:lnTo>
                    <a:pt x="292538" y="174519"/>
                  </a:lnTo>
                  <a:lnTo>
                    <a:pt x="229972" y="16319"/>
                  </a:lnTo>
                  <a:lnTo>
                    <a:pt x="263906" y="16319"/>
                  </a:lnTo>
                  <a:lnTo>
                    <a:pt x="263906" y="85"/>
                  </a:lnTo>
                  <a:cubicBezTo>
                    <a:pt x="250474" y="1121"/>
                    <a:pt x="217247" y="1121"/>
                    <a:pt x="202047" y="1121"/>
                  </a:cubicBezTo>
                  <a:cubicBezTo>
                    <a:pt x="188261" y="1121"/>
                    <a:pt x="160336" y="1121"/>
                    <a:pt x="147964" y="85"/>
                  </a:cubicBezTo>
                  <a:lnTo>
                    <a:pt x="147964" y="16319"/>
                  </a:lnTo>
                  <a:lnTo>
                    <a:pt x="178364" y="16319"/>
                  </a:lnTo>
                  <a:lnTo>
                    <a:pt x="192856" y="52933"/>
                  </a:lnTo>
                  <a:lnTo>
                    <a:pt x="144783" y="174519"/>
                  </a:lnTo>
                  <a:lnTo>
                    <a:pt x="82217" y="16319"/>
                  </a:lnTo>
                  <a:lnTo>
                    <a:pt x="116151" y="16319"/>
                  </a:lnTo>
                  <a:lnTo>
                    <a:pt x="116151" y="85"/>
                  </a:lnTo>
                  <a:cubicBezTo>
                    <a:pt x="102719" y="1121"/>
                    <a:pt x="69492" y="1121"/>
                    <a:pt x="54292" y="1121"/>
                  </a:cubicBezTo>
                  <a:cubicBezTo>
                    <a:pt x="40506" y="1121"/>
                    <a:pt x="12581" y="1121"/>
                    <a:pt x="209" y="85"/>
                  </a:cubicBezTo>
                  <a:lnTo>
                    <a:pt x="209" y="16319"/>
                  </a:lnTo>
                  <a:lnTo>
                    <a:pt x="30609" y="16319"/>
                  </a:lnTo>
                  <a:lnTo>
                    <a:pt x="115444" y="230822"/>
                  </a:lnTo>
                  <a:cubicBezTo>
                    <a:pt x="117565" y="236348"/>
                    <a:pt x="118979" y="239802"/>
                    <a:pt x="127816" y="239802"/>
                  </a:cubicBezTo>
                  <a:cubicBezTo>
                    <a:pt x="136653" y="239802"/>
                    <a:pt x="138067" y="236348"/>
                    <a:pt x="140188" y="230822"/>
                  </a:cubicBezTo>
                  <a:lnTo>
                    <a:pt x="201693" y="75385"/>
                  </a:lnTo>
                  <a:lnTo>
                    <a:pt x="263199" y="230822"/>
                  </a:lnTo>
                  <a:cubicBezTo>
                    <a:pt x="265320" y="236348"/>
                    <a:pt x="266734" y="239802"/>
                    <a:pt x="275571" y="239802"/>
                  </a:cubicBezTo>
                  <a:cubicBezTo>
                    <a:pt x="284408" y="239802"/>
                    <a:pt x="285822" y="236348"/>
                    <a:pt x="287943" y="230822"/>
                  </a:cubicBezTo>
                  <a:lnTo>
                    <a:pt x="369597" y="2460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608C47E6-5A51-CE82-ED55-5DB63BA47096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11165203" y="5767582"/>
              <a:ext cx="73736" cy="161515"/>
            </a:xfrm>
            <a:custGeom>
              <a:avLst/>
              <a:gdLst>
                <a:gd name="connsiteX0" fmla="*/ 66782 w 73736"/>
                <a:gd name="connsiteY0" fmla="*/ 8549 h 161515"/>
                <a:gd name="connsiteX1" fmla="*/ 58121 w 73736"/>
                <a:gd name="connsiteY1" fmla="*/ 86 h 161515"/>
                <a:gd name="connsiteX2" fmla="*/ 45750 w 73736"/>
                <a:gd name="connsiteY2" fmla="*/ 11692 h 161515"/>
                <a:gd name="connsiteX3" fmla="*/ 54657 w 73736"/>
                <a:gd name="connsiteY3" fmla="*/ 20155 h 161515"/>
                <a:gd name="connsiteX4" fmla="*/ 66782 w 73736"/>
                <a:gd name="connsiteY4" fmla="*/ 8549 h 161515"/>
                <a:gd name="connsiteX5" fmla="*/ 30656 w 73736"/>
                <a:gd name="connsiteY5" fmla="*/ 99462 h 161515"/>
                <a:gd name="connsiteX6" fmla="*/ 21996 w 73736"/>
                <a:gd name="connsiteY6" fmla="*/ 121948 h 161515"/>
                <a:gd name="connsiteX7" fmla="*/ 16057 w 73736"/>
                <a:gd name="connsiteY7" fmla="*/ 141292 h 161515"/>
                <a:gd name="connsiteX8" fmla="*/ 38079 w 73736"/>
                <a:gd name="connsiteY8" fmla="*/ 161602 h 161515"/>
                <a:gd name="connsiteX9" fmla="*/ 73957 w 73736"/>
                <a:gd name="connsiteY9" fmla="*/ 124608 h 161515"/>
                <a:gd name="connsiteX10" fmla="*/ 68761 w 73736"/>
                <a:gd name="connsiteY10" fmla="*/ 121465 h 161515"/>
                <a:gd name="connsiteX11" fmla="*/ 62823 w 73736"/>
                <a:gd name="connsiteY11" fmla="*/ 126543 h 161515"/>
                <a:gd name="connsiteX12" fmla="*/ 38821 w 73736"/>
                <a:gd name="connsiteY12" fmla="*/ 154832 h 161515"/>
                <a:gd name="connsiteX13" fmla="*/ 32883 w 73736"/>
                <a:gd name="connsiteY13" fmla="*/ 146611 h 161515"/>
                <a:gd name="connsiteX14" fmla="*/ 40306 w 73736"/>
                <a:gd name="connsiteY14" fmla="*/ 122674 h 161515"/>
                <a:gd name="connsiteX15" fmla="*/ 56637 w 73736"/>
                <a:gd name="connsiteY15" fmla="*/ 80844 h 161515"/>
                <a:gd name="connsiteX16" fmla="*/ 58121 w 73736"/>
                <a:gd name="connsiteY16" fmla="*/ 72865 h 161515"/>
                <a:gd name="connsiteX17" fmla="*/ 35852 w 73736"/>
                <a:gd name="connsiteY17" fmla="*/ 52555 h 161515"/>
                <a:gd name="connsiteX18" fmla="*/ 221 w 73736"/>
                <a:gd name="connsiteY18" fmla="*/ 89549 h 161515"/>
                <a:gd name="connsiteX19" fmla="*/ 5417 w 73736"/>
                <a:gd name="connsiteY19" fmla="*/ 92692 h 161515"/>
                <a:gd name="connsiteX20" fmla="*/ 10614 w 73736"/>
                <a:gd name="connsiteY20" fmla="*/ 89549 h 161515"/>
                <a:gd name="connsiteX21" fmla="*/ 35110 w 73736"/>
                <a:gd name="connsiteY21" fmla="*/ 59325 h 161515"/>
                <a:gd name="connsiteX22" fmla="*/ 41296 w 73736"/>
                <a:gd name="connsiteY22" fmla="*/ 67546 h 161515"/>
                <a:gd name="connsiteX23" fmla="*/ 37337 w 73736"/>
                <a:gd name="connsiteY23" fmla="*/ 82778 h 161515"/>
                <a:gd name="connsiteX24" fmla="*/ 30656 w 73736"/>
                <a:gd name="connsiteY24" fmla="*/ 99462 h 16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3736" h="161515">
                  <a:moveTo>
                    <a:pt x="66782" y="8549"/>
                  </a:moveTo>
                  <a:cubicBezTo>
                    <a:pt x="66782" y="3471"/>
                    <a:pt x="63070" y="86"/>
                    <a:pt x="58121" y="86"/>
                  </a:cubicBezTo>
                  <a:cubicBezTo>
                    <a:pt x="51193" y="86"/>
                    <a:pt x="45750" y="6373"/>
                    <a:pt x="45750" y="11692"/>
                  </a:cubicBezTo>
                  <a:cubicBezTo>
                    <a:pt x="45750" y="16044"/>
                    <a:pt x="48719" y="20155"/>
                    <a:pt x="54657" y="20155"/>
                  </a:cubicBezTo>
                  <a:cubicBezTo>
                    <a:pt x="60843" y="20155"/>
                    <a:pt x="66782" y="14352"/>
                    <a:pt x="66782" y="8549"/>
                  </a:cubicBezTo>
                  <a:close/>
                  <a:moveTo>
                    <a:pt x="30656" y="99462"/>
                  </a:moveTo>
                  <a:cubicBezTo>
                    <a:pt x="28924" y="104056"/>
                    <a:pt x="24470" y="115178"/>
                    <a:pt x="21996" y="121948"/>
                  </a:cubicBezTo>
                  <a:cubicBezTo>
                    <a:pt x="19521" y="128235"/>
                    <a:pt x="16057" y="136939"/>
                    <a:pt x="16057" y="141292"/>
                  </a:cubicBezTo>
                  <a:cubicBezTo>
                    <a:pt x="16057" y="152414"/>
                    <a:pt x="24965" y="161602"/>
                    <a:pt x="38079" y="161602"/>
                  </a:cubicBezTo>
                  <a:cubicBezTo>
                    <a:pt x="62823" y="161602"/>
                    <a:pt x="73957" y="128477"/>
                    <a:pt x="73957" y="124608"/>
                  </a:cubicBezTo>
                  <a:cubicBezTo>
                    <a:pt x="73957" y="121465"/>
                    <a:pt x="70741" y="121465"/>
                    <a:pt x="68761" y="121465"/>
                  </a:cubicBezTo>
                  <a:cubicBezTo>
                    <a:pt x="64307" y="121465"/>
                    <a:pt x="64060" y="122190"/>
                    <a:pt x="62823" y="126543"/>
                  </a:cubicBezTo>
                  <a:cubicBezTo>
                    <a:pt x="59606" y="138148"/>
                    <a:pt x="51441" y="154832"/>
                    <a:pt x="38821" y="154832"/>
                  </a:cubicBezTo>
                  <a:cubicBezTo>
                    <a:pt x="32883" y="154832"/>
                    <a:pt x="32883" y="149029"/>
                    <a:pt x="32883" y="146611"/>
                  </a:cubicBezTo>
                  <a:cubicBezTo>
                    <a:pt x="32883" y="140808"/>
                    <a:pt x="37089" y="130411"/>
                    <a:pt x="40306" y="122674"/>
                  </a:cubicBezTo>
                  <a:cubicBezTo>
                    <a:pt x="43028" y="115178"/>
                    <a:pt x="55400" y="84471"/>
                    <a:pt x="56637" y="80844"/>
                  </a:cubicBezTo>
                  <a:cubicBezTo>
                    <a:pt x="58121" y="76734"/>
                    <a:pt x="58121" y="76008"/>
                    <a:pt x="58121" y="72865"/>
                  </a:cubicBezTo>
                  <a:cubicBezTo>
                    <a:pt x="58121" y="61984"/>
                    <a:pt x="49461" y="52555"/>
                    <a:pt x="35852" y="52555"/>
                  </a:cubicBezTo>
                  <a:cubicBezTo>
                    <a:pt x="11603" y="52555"/>
                    <a:pt x="221" y="85196"/>
                    <a:pt x="221" y="89549"/>
                  </a:cubicBezTo>
                  <a:cubicBezTo>
                    <a:pt x="221" y="92692"/>
                    <a:pt x="3438" y="92692"/>
                    <a:pt x="5417" y="92692"/>
                  </a:cubicBezTo>
                  <a:cubicBezTo>
                    <a:pt x="8387" y="92692"/>
                    <a:pt x="9871" y="92692"/>
                    <a:pt x="10614" y="89549"/>
                  </a:cubicBezTo>
                  <a:cubicBezTo>
                    <a:pt x="18779" y="61501"/>
                    <a:pt x="30656" y="59325"/>
                    <a:pt x="35110" y="59325"/>
                  </a:cubicBezTo>
                  <a:cubicBezTo>
                    <a:pt x="38079" y="59325"/>
                    <a:pt x="41296" y="60050"/>
                    <a:pt x="41296" y="67546"/>
                  </a:cubicBezTo>
                  <a:cubicBezTo>
                    <a:pt x="41296" y="72865"/>
                    <a:pt x="39316" y="77701"/>
                    <a:pt x="37337" y="82778"/>
                  </a:cubicBezTo>
                  <a:lnTo>
                    <a:pt x="30656" y="99462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74ACC9A-A606-680B-55C0-2CB04E49FE64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11293933" y="5615807"/>
              <a:ext cx="48426" cy="345414"/>
            </a:xfrm>
            <a:custGeom>
              <a:avLst/>
              <a:gdLst>
                <a:gd name="connsiteX0" fmla="*/ 48651 w 48426"/>
                <a:gd name="connsiteY0" fmla="*/ 345499 h 345414"/>
                <a:gd name="connsiteX1" fmla="*/ 48651 w 48426"/>
                <a:gd name="connsiteY1" fmla="*/ 331683 h 345414"/>
                <a:gd name="connsiteX2" fmla="*/ 14364 w 48426"/>
                <a:gd name="connsiteY2" fmla="*/ 331683 h 345414"/>
                <a:gd name="connsiteX3" fmla="*/ 14364 w 48426"/>
                <a:gd name="connsiteY3" fmla="*/ 13901 h 345414"/>
                <a:gd name="connsiteX4" fmla="*/ 48651 w 48426"/>
                <a:gd name="connsiteY4" fmla="*/ 13901 h 345414"/>
                <a:gd name="connsiteX5" fmla="*/ 48651 w 48426"/>
                <a:gd name="connsiteY5" fmla="*/ 85 h 345414"/>
                <a:gd name="connsiteX6" fmla="*/ 224 w 48426"/>
                <a:gd name="connsiteY6" fmla="*/ 85 h 345414"/>
                <a:gd name="connsiteX7" fmla="*/ 224 w 48426"/>
                <a:gd name="connsiteY7" fmla="*/ 345499 h 345414"/>
                <a:gd name="connsiteX8" fmla="*/ 48651 w 48426"/>
                <a:gd name="connsiteY8" fmla="*/ 345499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26" h="345414">
                  <a:moveTo>
                    <a:pt x="48651" y="345499"/>
                  </a:moveTo>
                  <a:lnTo>
                    <a:pt x="48651" y="331683"/>
                  </a:lnTo>
                  <a:lnTo>
                    <a:pt x="14364" y="331683"/>
                  </a:lnTo>
                  <a:lnTo>
                    <a:pt x="14364" y="13901"/>
                  </a:lnTo>
                  <a:lnTo>
                    <a:pt x="48651" y="13901"/>
                  </a:lnTo>
                  <a:lnTo>
                    <a:pt x="48651" y="85"/>
                  </a:lnTo>
                  <a:lnTo>
                    <a:pt x="224" y="85"/>
                  </a:lnTo>
                  <a:lnTo>
                    <a:pt x="224" y="345499"/>
                  </a:lnTo>
                  <a:lnTo>
                    <a:pt x="48651" y="34549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3218035A-9661-9110-48C5-473B4B6E2E6E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11358188" y="5721504"/>
              <a:ext cx="199009" cy="153364"/>
            </a:xfrm>
            <a:custGeom>
              <a:avLst/>
              <a:gdLst>
                <a:gd name="connsiteX0" fmla="*/ 114755 w 199009"/>
                <a:gd name="connsiteY0" fmla="*/ 68477 h 153364"/>
                <a:gd name="connsiteX1" fmla="*/ 156112 w 199009"/>
                <a:gd name="connsiteY1" fmla="*/ 23573 h 153364"/>
                <a:gd name="connsiteX2" fmla="*/ 192167 w 199009"/>
                <a:gd name="connsiteY2" fmla="*/ 16319 h 153364"/>
                <a:gd name="connsiteX3" fmla="*/ 192167 w 199009"/>
                <a:gd name="connsiteY3" fmla="*/ 85 h 153364"/>
                <a:gd name="connsiteX4" fmla="*/ 159647 w 199009"/>
                <a:gd name="connsiteY4" fmla="*/ 1121 h 153364"/>
                <a:gd name="connsiteX5" fmla="*/ 123238 w 199009"/>
                <a:gd name="connsiteY5" fmla="*/ 85 h 153364"/>
                <a:gd name="connsiteX6" fmla="*/ 123238 w 199009"/>
                <a:gd name="connsiteY6" fmla="*/ 16319 h 153364"/>
                <a:gd name="connsiteX7" fmla="*/ 136671 w 199009"/>
                <a:gd name="connsiteY7" fmla="*/ 19428 h 153364"/>
                <a:gd name="connsiteX8" fmla="*/ 133843 w 199009"/>
                <a:gd name="connsiteY8" fmla="*/ 23573 h 153364"/>
                <a:gd name="connsiteX9" fmla="*/ 104150 w 199009"/>
                <a:gd name="connsiteY9" fmla="*/ 56042 h 153364"/>
                <a:gd name="connsiteX10" fmla="*/ 69509 w 199009"/>
                <a:gd name="connsiteY10" fmla="*/ 16319 h 153364"/>
                <a:gd name="connsiteX11" fmla="*/ 83649 w 199009"/>
                <a:gd name="connsiteY11" fmla="*/ 16319 h 153364"/>
                <a:gd name="connsiteX12" fmla="*/ 83649 w 199009"/>
                <a:gd name="connsiteY12" fmla="*/ 85 h 153364"/>
                <a:gd name="connsiteX13" fmla="*/ 40877 w 199009"/>
                <a:gd name="connsiteY13" fmla="*/ 1121 h 153364"/>
                <a:gd name="connsiteX14" fmla="*/ 1994 w 199009"/>
                <a:gd name="connsiteY14" fmla="*/ 85 h 153364"/>
                <a:gd name="connsiteX15" fmla="*/ 1994 w 199009"/>
                <a:gd name="connsiteY15" fmla="*/ 16319 h 153364"/>
                <a:gd name="connsiteX16" fmla="*/ 27092 w 199009"/>
                <a:gd name="connsiteY16" fmla="*/ 16319 h 153364"/>
                <a:gd name="connsiteX17" fmla="*/ 82235 w 199009"/>
                <a:gd name="connsiteY17" fmla="*/ 79875 h 153364"/>
                <a:gd name="connsiteX18" fmla="*/ 35929 w 199009"/>
                <a:gd name="connsiteY18" fmla="*/ 130651 h 153364"/>
                <a:gd name="connsiteX19" fmla="*/ 227 w 199009"/>
                <a:gd name="connsiteY19" fmla="*/ 137214 h 153364"/>
                <a:gd name="connsiteX20" fmla="*/ 227 w 199009"/>
                <a:gd name="connsiteY20" fmla="*/ 153449 h 153364"/>
                <a:gd name="connsiteX21" fmla="*/ 32747 w 199009"/>
                <a:gd name="connsiteY21" fmla="*/ 152413 h 153364"/>
                <a:gd name="connsiteX22" fmla="*/ 69156 w 199009"/>
                <a:gd name="connsiteY22" fmla="*/ 153449 h 153364"/>
                <a:gd name="connsiteX23" fmla="*/ 69156 w 199009"/>
                <a:gd name="connsiteY23" fmla="*/ 137214 h 153364"/>
                <a:gd name="connsiteX24" fmla="*/ 56077 w 199009"/>
                <a:gd name="connsiteY24" fmla="*/ 133415 h 153364"/>
                <a:gd name="connsiteX25" fmla="*/ 58551 w 199009"/>
                <a:gd name="connsiteY25" fmla="*/ 129961 h 153364"/>
                <a:gd name="connsiteX26" fmla="*/ 92839 w 199009"/>
                <a:gd name="connsiteY26" fmla="*/ 92310 h 153364"/>
                <a:gd name="connsiteX27" fmla="*/ 131722 w 199009"/>
                <a:gd name="connsiteY27" fmla="*/ 137214 h 153364"/>
                <a:gd name="connsiteX28" fmla="*/ 117936 w 199009"/>
                <a:gd name="connsiteY28" fmla="*/ 137214 h 153364"/>
                <a:gd name="connsiteX29" fmla="*/ 117936 w 199009"/>
                <a:gd name="connsiteY29" fmla="*/ 153449 h 153364"/>
                <a:gd name="connsiteX30" fmla="*/ 160354 w 199009"/>
                <a:gd name="connsiteY30" fmla="*/ 152413 h 153364"/>
                <a:gd name="connsiteX31" fmla="*/ 199237 w 199009"/>
                <a:gd name="connsiteY31" fmla="*/ 153449 h 153364"/>
                <a:gd name="connsiteX32" fmla="*/ 199237 w 199009"/>
                <a:gd name="connsiteY32" fmla="*/ 137214 h 153364"/>
                <a:gd name="connsiteX33" fmla="*/ 174140 w 199009"/>
                <a:gd name="connsiteY33" fmla="*/ 137214 h 153364"/>
                <a:gd name="connsiteX34" fmla="*/ 114755 w 199009"/>
                <a:gd name="connsiteY34" fmla="*/ 68477 h 153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009" h="153364">
                  <a:moveTo>
                    <a:pt x="114755" y="68477"/>
                  </a:moveTo>
                  <a:lnTo>
                    <a:pt x="156112" y="23573"/>
                  </a:lnTo>
                  <a:cubicBezTo>
                    <a:pt x="160707" y="18737"/>
                    <a:pt x="162828" y="16319"/>
                    <a:pt x="192167" y="16319"/>
                  </a:cubicBezTo>
                  <a:lnTo>
                    <a:pt x="192167" y="85"/>
                  </a:lnTo>
                  <a:cubicBezTo>
                    <a:pt x="179795" y="775"/>
                    <a:pt x="161414" y="1121"/>
                    <a:pt x="159647" y="1121"/>
                  </a:cubicBezTo>
                  <a:cubicBezTo>
                    <a:pt x="150810" y="1121"/>
                    <a:pt x="133136" y="430"/>
                    <a:pt x="123238" y="85"/>
                  </a:cubicBezTo>
                  <a:lnTo>
                    <a:pt x="123238" y="16319"/>
                  </a:lnTo>
                  <a:cubicBezTo>
                    <a:pt x="128187" y="16319"/>
                    <a:pt x="132429" y="17010"/>
                    <a:pt x="136671" y="19428"/>
                  </a:cubicBezTo>
                  <a:cubicBezTo>
                    <a:pt x="135257" y="21500"/>
                    <a:pt x="135257" y="22191"/>
                    <a:pt x="133843" y="23573"/>
                  </a:cubicBezTo>
                  <a:lnTo>
                    <a:pt x="104150" y="56042"/>
                  </a:lnTo>
                  <a:lnTo>
                    <a:pt x="69509" y="16319"/>
                  </a:lnTo>
                  <a:lnTo>
                    <a:pt x="83649" y="16319"/>
                  </a:lnTo>
                  <a:lnTo>
                    <a:pt x="83649" y="85"/>
                  </a:lnTo>
                  <a:cubicBezTo>
                    <a:pt x="74458" y="430"/>
                    <a:pt x="52189" y="1121"/>
                    <a:pt x="40877" y="1121"/>
                  </a:cubicBezTo>
                  <a:cubicBezTo>
                    <a:pt x="29566" y="1121"/>
                    <a:pt x="13659" y="430"/>
                    <a:pt x="1994" y="85"/>
                  </a:cubicBezTo>
                  <a:lnTo>
                    <a:pt x="1994" y="16319"/>
                  </a:lnTo>
                  <a:lnTo>
                    <a:pt x="27092" y="16319"/>
                  </a:lnTo>
                  <a:lnTo>
                    <a:pt x="82235" y="79875"/>
                  </a:lnTo>
                  <a:lnTo>
                    <a:pt x="35929" y="130651"/>
                  </a:lnTo>
                  <a:cubicBezTo>
                    <a:pt x="29919" y="137214"/>
                    <a:pt x="17194" y="137214"/>
                    <a:pt x="227" y="137214"/>
                  </a:cubicBezTo>
                  <a:lnTo>
                    <a:pt x="227" y="153449"/>
                  </a:lnTo>
                  <a:cubicBezTo>
                    <a:pt x="12599" y="152758"/>
                    <a:pt x="30980" y="152413"/>
                    <a:pt x="32747" y="152413"/>
                  </a:cubicBezTo>
                  <a:cubicBezTo>
                    <a:pt x="41584" y="152413"/>
                    <a:pt x="62086" y="153103"/>
                    <a:pt x="69156" y="153449"/>
                  </a:cubicBezTo>
                  <a:lnTo>
                    <a:pt x="69156" y="137214"/>
                  </a:lnTo>
                  <a:cubicBezTo>
                    <a:pt x="62793" y="137214"/>
                    <a:pt x="56077" y="135487"/>
                    <a:pt x="56077" y="133415"/>
                  </a:cubicBezTo>
                  <a:cubicBezTo>
                    <a:pt x="56077" y="133069"/>
                    <a:pt x="56077" y="132724"/>
                    <a:pt x="58551" y="129961"/>
                  </a:cubicBezTo>
                  <a:lnTo>
                    <a:pt x="92839" y="92310"/>
                  </a:lnTo>
                  <a:lnTo>
                    <a:pt x="131722" y="137214"/>
                  </a:lnTo>
                  <a:lnTo>
                    <a:pt x="117936" y="137214"/>
                  </a:lnTo>
                  <a:lnTo>
                    <a:pt x="117936" y="153449"/>
                  </a:lnTo>
                  <a:cubicBezTo>
                    <a:pt x="127127" y="153103"/>
                    <a:pt x="148689" y="152413"/>
                    <a:pt x="160354" y="152413"/>
                  </a:cubicBezTo>
                  <a:cubicBezTo>
                    <a:pt x="171665" y="152413"/>
                    <a:pt x="187572" y="153103"/>
                    <a:pt x="199237" y="153449"/>
                  </a:cubicBezTo>
                  <a:lnTo>
                    <a:pt x="199237" y="137214"/>
                  </a:lnTo>
                  <a:lnTo>
                    <a:pt x="174140" y="137214"/>
                  </a:lnTo>
                  <a:lnTo>
                    <a:pt x="114755" y="68477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38F27B9-29FD-95D9-3006-58D127982E24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11575346" y="5775561"/>
              <a:ext cx="83633" cy="153536"/>
            </a:xfrm>
            <a:custGeom>
              <a:avLst/>
              <a:gdLst>
                <a:gd name="connsiteX0" fmla="*/ 50710 w 83633"/>
                <a:gd name="connsiteY0" fmla="*/ 55698 h 153536"/>
                <a:gd name="connsiteX1" fmla="*/ 75949 w 83633"/>
                <a:gd name="connsiteY1" fmla="*/ 55698 h 153536"/>
                <a:gd name="connsiteX2" fmla="*/ 83867 w 83633"/>
                <a:gd name="connsiteY2" fmla="*/ 50379 h 153536"/>
                <a:gd name="connsiteX3" fmla="*/ 76444 w 83633"/>
                <a:gd name="connsiteY3" fmla="*/ 46993 h 153536"/>
                <a:gd name="connsiteX4" fmla="*/ 52937 w 83633"/>
                <a:gd name="connsiteY4" fmla="*/ 46993 h 153536"/>
                <a:gd name="connsiteX5" fmla="*/ 62092 w 83633"/>
                <a:gd name="connsiteY5" fmla="*/ 11209 h 153536"/>
                <a:gd name="connsiteX6" fmla="*/ 62835 w 83633"/>
                <a:gd name="connsiteY6" fmla="*/ 7823 h 153536"/>
                <a:gd name="connsiteX7" fmla="*/ 54422 w 83633"/>
                <a:gd name="connsiteY7" fmla="*/ 86 h 153536"/>
                <a:gd name="connsiteX8" fmla="*/ 42792 w 83633"/>
                <a:gd name="connsiteY8" fmla="*/ 10483 h 153536"/>
                <a:gd name="connsiteX9" fmla="*/ 33390 w 83633"/>
                <a:gd name="connsiteY9" fmla="*/ 46993 h 153536"/>
                <a:gd name="connsiteX10" fmla="*/ 8151 w 83633"/>
                <a:gd name="connsiteY10" fmla="*/ 46993 h 153536"/>
                <a:gd name="connsiteX11" fmla="*/ 233 w 83633"/>
                <a:gd name="connsiteY11" fmla="*/ 52313 h 153536"/>
                <a:gd name="connsiteX12" fmla="*/ 7656 w 83633"/>
                <a:gd name="connsiteY12" fmla="*/ 55698 h 153536"/>
                <a:gd name="connsiteX13" fmla="*/ 31163 w 83633"/>
                <a:gd name="connsiteY13" fmla="*/ 55698 h 153536"/>
                <a:gd name="connsiteX14" fmla="*/ 16564 w 83633"/>
                <a:gd name="connsiteY14" fmla="*/ 112760 h 153536"/>
                <a:gd name="connsiteX15" fmla="*/ 12852 w 83633"/>
                <a:gd name="connsiteY15" fmla="*/ 130653 h 153536"/>
                <a:gd name="connsiteX16" fmla="*/ 39328 w 83633"/>
                <a:gd name="connsiteY16" fmla="*/ 153623 h 153536"/>
                <a:gd name="connsiteX17" fmla="*/ 82382 w 83633"/>
                <a:gd name="connsiteY17" fmla="*/ 116629 h 153536"/>
                <a:gd name="connsiteX18" fmla="*/ 78423 w 83633"/>
                <a:gd name="connsiteY18" fmla="*/ 113486 h 153536"/>
                <a:gd name="connsiteX19" fmla="*/ 73227 w 83633"/>
                <a:gd name="connsiteY19" fmla="*/ 118080 h 153536"/>
                <a:gd name="connsiteX20" fmla="*/ 40070 w 83633"/>
                <a:gd name="connsiteY20" fmla="*/ 146853 h 153536"/>
                <a:gd name="connsiteX21" fmla="*/ 31410 w 83633"/>
                <a:gd name="connsiteY21" fmla="*/ 135005 h 153536"/>
                <a:gd name="connsiteX22" fmla="*/ 32895 w 83633"/>
                <a:gd name="connsiteY22" fmla="*/ 125092 h 153536"/>
                <a:gd name="connsiteX23" fmla="*/ 50710 w 83633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33" h="153536">
                  <a:moveTo>
                    <a:pt x="50710" y="55698"/>
                  </a:moveTo>
                  <a:lnTo>
                    <a:pt x="75949" y="55698"/>
                  </a:lnTo>
                  <a:cubicBezTo>
                    <a:pt x="80650" y="55698"/>
                    <a:pt x="83867" y="55698"/>
                    <a:pt x="83867" y="50379"/>
                  </a:cubicBezTo>
                  <a:cubicBezTo>
                    <a:pt x="83867" y="46993"/>
                    <a:pt x="80650" y="46993"/>
                    <a:pt x="76444" y="46993"/>
                  </a:cubicBezTo>
                  <a:lnTo>
                    <a:pt x="52937" y="46993"/>
                  </a:lnTo>
                  <a:lnTo>
                    <a:pt x="62092" y="11209"/>
                  </a:lnTo>
                  <a:cubicBezTo>
                    <a:pt x="62340" y="10000"/>
                    <a:pt x="62835" y="8791"/>
                    <a:pt x="62835" y="7823"/>
                  </a:cubicBezTo>
                  <a:cubicBezTo>
                    <a:pt x="62835" y="3471"/>
                    <a:pt x="59370" y="86"/>
                    <a:pt x="54422" y="86"/>
                  </a:cubicBezTo>
                  <a:cubicBezTo>
                    <a:pt x="48236" y="86"/>
                    <a:pt x="44524" y="4197"/>
                    <a:pt x="42792" y="10483"/>
                  </a:cubicBezTo>
                  <a:cubicBezTo>
                    <a:pt x="41060" y="16528"/>
                    <a:pt x="44277" y="4922"/>
                    <a:pt x="33390" y="46993"/>
                  </a:cubicBezTo>
                  <a:lnTo>
                    <a:pt x="8151" y="46993"/>
                  </a:lnTo>
                  <a:cubicBezTo>
                    <a:pt x="3450" y="46993"/>
                    <a:pt x="233" y="46993"/>
                    <a:pt x="233" y="52313"/>
                  </a:cubicBezTo>
                  <a:cubicBezTo>
                    <a:pt x="233" y="55698"/>
                    <a:pt x="3202" y="55698"/>
                    <a:pt x="7656" y="55698"/>
                  </a:cubicBezTo>
                  <a:lnTo>
                    <a:pt x="31163" y="55698"/>
                  </a:lnTo>
                  <a:lnTo>
                    <a:pt x="16564" y="112760"/>
                  </a:lnTo>
                  <a:cubicBezTo>
                    <a:pt x="15079" y="118805"/>
                    <a:pt x="12852" y="127510"/>
                    <a:pt x="12852" y="130653"/>
                  </a:cubicBezTo>
                  <a:cubicBezTo>
                    <a:pt x="12852" y="144919"/>
                    <a:pt x="25224" y="153623"/>
                    <a:pt x="39328" y="153623"/>
                  </a:cubicBezTo>
                  <a:cubicBezTo>
                    <a:pt x="66794" y="153623"/>
                    <a:pt x="82382" y="119772"/>
                    <a:pt x="82382" y="116629"/>
                  </a:cubicBezTo>
                  <a:cubicBezTo>
                    <a:pt x="82382" y="113486"/>
                    <a:pt x="79165" y="113486"/>
                    <a:pt x="78423" y="113486"/>
                  </a:cubicBezTo>
                  <a:cubicBezTo>
                    <a:pt x="75454" y="113486"/>
                    <a:pt x="75206" y="113969"/>
                    <a:pt x="73227" y="118080"/>
                  </a:cubicBezTo>
                  <a:cubicBezTo>
                    <a:pt x="66299" y="133313"/>
                    <a:pt x="53679" y="146853"/>
                    <a:pt x="40070" y="146853"/>
                  </a:cubicBezTo>
                  <a:cubicBezTo>
                    <a:pt x="34874" y="146853"/>
                    <a:pt x="31410" y="143710"/>
                    <a:pt x="31410" y="135005"/>
                  </a:cubicBezTo>
                  <a:cubicBezTo>
                    <a:pt x="31410" y="132587"/>
                    <a:pt x="32400" y="127510"/>
                    <a:pt x="32895" y="125092"/>
                  </a:cubicBezTo>
                  <a:lnTo>
                    <a:pt x="50710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8D46D263-E617-535E-1D0B-1A93315CD580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11719808" y="5725995"/>
              <a:ext cx="38529" cy="215538"/>
            </a:xfrm>
            <a:custGeom>
              <a:avLst/>
              <a:gdLst>
                <a:gd name="connsiteX0" fmla="*/ 37706 w 38529"/>
                <a:gd name="connsiteY0" fmla="*/ 18392 h 215538"/>
                <a:gd name="connsiteX1" fmla="*/ 18971 w 38529"/>
                <a:gd name="connsiteY1" fmla="*/ 85 h 215538"/>
                <a:gd name="connsiteX2" fmla="*/ 237 w 38529"/>
                <a:gd name="connsiteY2" fmla="*/ 18392 h 215538"/>
                <a:gd name="connsiteX3" fmla="*/ 18971 w 38529"/>
                <a:gd name="connsiteY3" fmla="*/ 36699 h 215538"/>
                <a:gd name="connsiteX4" fmla="*/ 37706 w 38529"/>
                <a:gd name="connsiteY4" fmla="*/ 18392 h 215538"/>
                <a:gd name="connsiteX5" fmla="*/ 30989 w 38529"/>
                <a:gd name="connsiteY5" fmla="*/ 145159 h 215538"/>
                <a:gd name="connsiteX6" fmla="*/ 8367 w 38529"/>
                <a:gd name="connsiteY6" fmla="*/ 207334 h 215538"/>
                <a:gd name="connsiteX7" fmla="*/ 5892 w 38529"/>
                <a:gd name="connsiteY7" fmla="*/ 211824 h 215538"/>
                <a:gd name="connsiteX8" fmla="*/ 9427 w 38529"/>
                <a:gd name="connsiteY8" fmla="*/ 215623 h 215538"/>
                <a:gd name="connsiteX9" fmla="*/ 38766 w 38529"/>
                <a:gd name="connsiteY9" fmla="*/ 147922 h 215538"/>
                <a:gd name="connsiteX10" fmla="*/ 18971 w 38529"/>
                <a:gd name="connsiteY10" fmla="*/ 112344 h 215538"/>
                <a:gd name="connsiteX11" fmla="*/ 237 w 38529"/>
                <a:gd name="connsiteY11" fmla="*/ 130651 h 215538"/>
                <a:gd name="connsiteX12" fmla="*/ 18971 w 38529"/>
                <a:gd name="connsiteY12" fmla="*/ 148958 h 215538"/>
                <a:gd name="connsiteX13" fmla="*/ 21799 w 38529"/>
                <a:gd name="connsiteY13" fmla="*/ 148613 h 215538"/>
                <a:gd name="connsiteX14" fmla="*/ 30989 w 38529"/>
                <a:gd name="connsiteY14" fmla="*/ 145159 h 215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29" h="215538">
                  <a:moveTo>
                    <a:pt x="37706" y="18392"/>
                  </a:moveTo>
                  <a:cubicBezTo>
                    <a:pt x="37706" y="8375"/>
                    <a:pt x="29222" y="85"/>
                    <a:pt x="18971" y="85"/>
                  </a:cubicBezTo>
                  <a:cubicBezTo>
                    <a:pt x="8720" y="85"/>
                    <a:pt x="237" y="8375"/>
                    <a:pt x="237" y="18392"/>
                  </a:cubicBezTo>
                  <a:cubicBezTo>
                    <a:pt x="237" y="28409"/>
                    <a:pt x="8720" y="36699"/>
                    <a:pt x="18971" y="36699"/>
                  </a:cubicBezTo>
                  <a:cubicBezTo>
                    <a:pt x="29222" y="36699"/>
                    <a:pt x="37706" y="28409"/>
                    <a:pt x="37706" y="18392"/>
                  </a:cubicBezTo>
                  <a:close/>
                  <a:moveTo>
                    <a:pt x="30989" y="145159"/>
                  </a:moveTo>
                  <a:cubicBezTo>
                    <a:pt x="30989" y="154830"/>
                    <a:pt x="30989" y="181773"/>
                    <a:pt x="8367" y="207334"/>
                  </a:cubicBezTo>
                  <a:cubicBezTo>
                    <a:pt x="5892" y="210097"/>
                    <a:pt x="5892" y="210788"/>
                    <a:pt x="5892" y="211824"/>
                  </a:cubicBezTo>
                  <a:cubicBezTo>
                    <a:pt x="5892" y="214242"/>
                    <a:pt x="7660" y="215623"/>
                    <a:pt x="9427" y="215623"/>
                  </a:cubicBezTo>
                  <a:cubicBezTo>
                    <a:pt x="13315" y="215623"/>
                    <a:pt x="38766" y="187990"/>
                    <a:pt x="38766" y="147922"/>
                  </a:cubicBezTo>
                  <a:cubicBezTo>
                    <a:pt x="38766" y="137905"/>
                    <a:pt x="38059" y="112344"/>
                    <a:pt x="18971" y="112344"/>
                  </a:cubicBezTo>
                  <a:cubicBezTo>
                    <a:pt x="6599" y="112344"/>
                    <a:pt x="237" y="121671"/>
                    <a:pt x="237" y="130651"/>
                  </a:cubicBezTo>
                  <a:cubicBezTo>
                    <a:pt x="237" y="139632"/>
                    <a:pt x="6246" y="148958"/>
                    <a:pt x="18971" y="148958"/>
                  </a:cubicBezTo>
                  <a:cubicBezTo>
                    <a:pt x="20739" y="148958"/>
                    <a:pt x="21445" y="148958"/>
                    <a:pt x="21799" y="148613"/>
                  </a:cubicBezTo>
                  <a:cubicBezTo>
                    <a:pt x="24273" y="148268"/>
                    <a:pt x="28162" y="147577"/>
                    <a:pt x="30989" y="145159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2F6BFF8-5CAE-BCA5-6B1C-492BFDEA875B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11862417" y="5635151"/>
              <a:ext cx="201484" cy="239717"/>
            </a:xfrm>
            <a:custGeom>
              <a:avLst/>
              <a:gdLst>
                <a:gd name="connsiteX0" fmla="*/ 24631 w 201484"/>
                <a:gd name="connsiteY0" fmla="*/ 223568 h 239717"/>
                <a:gd name="connsiteX1" fmla="*/ 241 w 201484"/>
                <a:gd name="connsiteY1" fmla="*/ 223568 h 239717"/>
                <a:gd name="connsiteX2" fmla="*/ 241 w 201484"/>
                <a:gd name="connsiteY2" fmla="*/ 239802 h 239717"/>
                <a:gd name="connsiteX3" fmla="*/ 44780 w 201484"/>
                <a:gd name="connsiteY3" fmla="*/ 238766 h 239717"/>
                <a:gd name="connsiteX4" fmla="*/ 89318 w 201484"/>
                <a:gd name="connsiteY4" fmla="*/ 239802 h 239717"/>
                <a:gd name="connsiteX5" fmla="*/ 89318 w 201484"/>
                <a:gd name="connsiteY5" fmla="*/ 223568 h 239717"/>
                <a:gd name="connsiteX6" fmla="*/ 64928 w 201484"/>
                <a:gd name="connsiteY6" fmla="*/ 223568 h 239717"/>
                <a:gd name="connsiteX7" fmla="*/ 64928 w 201484"/>
                <a:gd name="connsiteY7" fmla="*/ 151376 h 239717"/>
                <a:gd name="connsiteX8" fmla="*/ 117597 w 201484"/>
                <a:gd name="connsiteY8" fmla="*/ 96801 h 239717"/>
                <a:gd name="connsiteX9" fmla="*/ 137038 w 201484"/>
                <a:gd name="connsiteY9" fmla="*/ 130306 h 239717"/>
                <a:gd name="connsiteX10" fmla="*/ 137038 w 201484"/>
                <a:gd name="connsiteY10" fmla="*/ 223568 h 239717"/>
                <a:gd name="connsiteX11" fmla="*/ 112648 w 201484"/>
                <a:gd name="connsiteY11" fmla="*/ 223568 h 239717"/>
                <a:gd name="connsiteX12" fmla="*/ 112648 w 201484"/>
                <a:gd name="connsiteY12" fmla="*/ 239802 h 239717"/>
                <a:gd name="connsiteX13" fmla="*/ 157186 w 201484"/>
                <a:gd name="connsiteY13" fmla="*/ 238766 h 239717"/>
                <a:gd name="connsiteX14" fmla="*/ 201725 w 201484"/>
                <a:gd name="connsiteY14" fmla="*/ 239802 h 239717"/>
                <a:gd name="connsiteX15" fmla="*/ 201725 w 201484"/>
                <a:gd name="connsiteY15" fmla="*/ 223568 h 239717"/>
                <a:gd name="connsiteX16" fmla="*/ 177335 w 201484"/>
                <a:gd name="connsiteY16" fmla="*/ 223568 h 239717"/>
                <a:gd name="connsiteX17" fmla="*/ 177335 w 201484"/>
                <a:gd name="connsiteY17" fmla="*/ 134106 h 239717"/>
                <a:gd name="connsiteX18" fmla="*/ 122899 w 201484"/>
                <a:gd name="connsiteY18" fmla="*/ 84366 h 239717"/>
                <a:gd name="connsiteX19" fmla="*/ 62807 w 201484"/>
                <a:gd name="connsiteY19" fmla="*/ 118217 h 239717"/>
                <a:gd name="connsiteX20" fmla="*/ 62807 w 201484"/>
                <a:gd name="connsiteY20" fmla="*/ 85 h 239717"/>
                <a:gd name="connsiteX21" fmla="*/ 241 w 201484"/>
                <a:gd name="connsiteY21" fmla="*/ 2848 h 239717"/>
                <a:gd name="connsiteX22" fmla="*/ 241 w 201484"/>
                <a:gd name="connsiteY22" fmla="*/ 19082 h 239717"/>
                <a:gd name="connsiteX23" fmla="*/ 24631 w 201484"/>
                <a:gd name="connsiteY23" fmla="*/ 32554 h 239717"/>
                <a:gd name="connsiteX24" fmla="*/ 24631 w 201484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484" h="239717">
                  <a:moveTo>
                    <a:pt x="24631" y="223568"/>
                  </a:moveTo>
                  <a:lnTo>
                    <a:pt x="241" y="223568"/>
                  </a:lnTo>
                  <a:lnTo>
                    <a:pt x="241" y="239802"/>
                  </a:lnTo>
                  <a:cubicBezTo>
                    <a:pt x="10139" y="239457"/>
                    <a:pt x="31347" y="238766"/>
                    <a:pt x="44780" y="238766"/>
                  </a:cubicBezTo>
                  <a:cubicBezTo>
                    <a:pt x="58565" y="238766"/>
                    <a:pt x="79421" y="239457"/>
                    <a:pt x="89318" y="239802"/>
                  </a:cubicBezTo>
                  <a:lnTo>
                    <a:pt x="89318" y="223568"/>
                  </a:lnTo>
                  <a:lnTo>
                    <a:pt x="64928" y="223568"/>
                  </a:lnTo>
                  <a:lnTo>
                    <a:pt x="64928" y="151376"/>
                  </a:lnTo>
                  <a:cubicBezTo>
                    <a:pt x="64928" y="113726"/>
                    <a:pt x="95327" y="96801"/>
                    <a:pt x="117597" y="96801"/>
                  </a:cubicBezTo>
                  <a:cubicBezTo>
                    <a:pt x="129615" y="96801"/>
                    <a:pt x="137038" y="104054"/>
                    <a:pt x="137038" y="130306"/>
                  </a:cubicBezTo>
                  <a:lnTo>
                    <a:pt x="137038" y="223568"/>
                  </a:lnTo>
                  <a:lnTo>
                    <a:pt x="112648" y="223568"/>
                  </a:lnTo>
                  <a:lnTo>
                    <a:pt x="112648" y="239802"/>
                  </a:lnTo>
                  <a:cubicBezTo>
                    <a:pt x="122545" y="239457"/>
                    <a:pt x="143754" y="238766"/>
                    <a:pt x="157186" y="238766"/>
                  </a:cubicBezTo>
                  <a:cubicBezTo>
                    <a:pt x="170972" y="238766"/>
                    <a:pt x="191828" y="239457"/>
                    <a:pt x="201725" y="239802"/>
                  </a:cubicBezTo>
                  <a:lnTo>
                    <a:pt x="201725" y="223568"/>
                  </a:lnTo>
                  <a:lnTo>
                    <a:pt x="177335" y="223568"/>
                  </a:lnTo>
                  <a:lnTo>
                    <a:pt x="177335" y="134106"/>
                  </a:lnTo>
                  <a:cubicBezTo>
                    <a:pt x="177335" y="97837"/>
                    <a:pt x="158247" y="84366"/>
                    <a:pt x="122899" y="84366"/>
                  </a:cubicBezTo>
                  <a:cubicBezTo>
                    <a:pt x="88965" y="84366"/>
                    <a:pt x="70937" y="104400"/>
                    <a:pt x="62807" y="118217"/>
                  </a:cubicBezTo>
                  <a:lnTo>
                    <a:pt x="62807" y="85"/>
                  </a:lnTo>
                  <a:lnTo>
                    <a:pt x="241" y="2848"/>
                  </a:lnTo>
                  <a:lnTo>
                    <a:pt x="241" y="19082"/>
                  </a:lnTo>
                  <a:cubicBezTo>
                    <a:pt x="22157" y="19082"/>
                    <a:pt x="24631" y="19082"/>
                    <a:pt x="24631" y="32554"/>
                  </a:cubicBezTo>
                  <a:lnTo>
                    <a:pt x="24631" y="22356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0D8D0161-ADB1-F880-CCE2-6987C726958E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12082736" y="5775561"/>
              <a:ext cx="83633" cy="153536"/>
            </a:xfrm>
            <a:custGeom>
              <a:avLst/>
              <a:gdLst>
                <a:gd name="connsiteX0" fmla="*/ 50724 w 83633"/>
                <a:gd name="connsiteY0" fmla="*/ 55698 h 153536"/>
                <a:gd name="connsiteX1" fmla="*/ 75963 w 83633"/>
                <a:gd name="connsiteY1" fmla="*/ 55698 h 153536"/>
                <a:gd name="connsiteX2" fmla="*/ 83881 w 83633"/>
                <a:gd name="connsiteY2" fmla="*/ 50379 h 153536"/>
                <a:gd name="connsiteX3" fmla="*/ 76458 w 83633"/>
                <a:gd name="connsiteY3" fmla="*/ 46993 h 153536"/>
                <a:gd name="connsiteX4" fmla="*/ 52951 w 83633"/>
                <a:gd name="connsiteY4" fmla="*/ 46993 h 153536"/>
                <a:gd name="connsiteX5" fmla="*/ 62107 w 83633"/>
                <a:gd name="connsiteY5" fmla="*/ 11209 h 153536"/>
                <a:gd name="connsiteX6" fmla="*/ 62849 w 83633"/>
                <a:gd name="connsiteY6" fmla="*/ 7823 h 153536"/>
                <a:gd name="connsiteX7" fmla="*/ 54436 w 83633"/>
                <a:gd name="connsiteY7" fmla="*/ 86 h 153536"/>
                <a:gd name="connsiteX8" fmla="*/ 42806 w 83633"/>
                <a:gd name="connsiteY8" fmla="*/ 10483 h 153536"/>
                <a:gd name="connsiteX9" fmla="*/ 33404 w 83633"/>
                <a:gd name="connsiteY9" fmla="*/ 46993 h 153536"/>
                <a:gd name="connsiteX10" fmla="*/ 8165 w 83633"/>
                <a:gd name="connsiteY10" fmla="*/ 46993 h 153536"/>
                <a:gd name="connsiteX11" fmla="*/ 247 w 83633"/>
                <a:gd name="connsiteY11" fmla="*/ 52313 h 153536"/>
                <a:gd name="connsiteX12" fmla="*/ 7671 w 83633"/>
                <a:gd name="connsiteY12" fmla="*/ 55698 h 153536"/>
                <a:gd name="connsiteX13" fmla="*/ 31177 w 83633"/>
                <a:gd name="connsiteY13" fmla="*/ 55698 h 153536"/>
                <a:gd name="connsiteX14" fmla="*/ 16578 w 83633"/>
                <a:gd name="connsiteY14" fmla="*/ 112760 h 153536"/>
                <a:gd name="connsiteX15" fmla="*/ 12867 w 83633"/>
                <a:gd name="connsiteY15" fmla="*/ 130653 h 153536"/>
                <a:gd name="connsiteX16" fmla="*/ 39342 w 83633"/>
                <a:gd name="connsiteY16" fmla="*/ 153623 h 153536"/>
                <a:gd name="connsiteX17" fmla="*/ 82396 w 83633"/>
                <a:gd name="connsiteY17" fmla="*/ 116629 h 153536"/>
                <a:gd name="connsiteX18" fmla="*/ 78437 w 83633"/>
                <a:gd name="connsiteY18" fmla="*/ 113486 h 153536"/>
                <a:gd name="connsiteX19" fmla="*/ 73241 w 83633"/>
                <a:gd name="connsiteY19" fmla="*/ 118080 h 153536"/>
                <a:gd name="connsiteX20" fmla="*/ 40085 w 83633"/>
                <a:gd name="connsiteY20" fmla="*/ 146853 h 153536"/>
                <a:gd name="connsiteX21" fmla="*/ 31424 w 83633"/>
                <a:gd name="connsiteY21" fmla="*/ 135005 h 153536"/>
                <a:gd name="connsiteX22" fmla="*/ 32909 w 83633"/>
                <a:gd name="connsiteY22" fmla="*/ 125092 h 153536"/>
                <a:gd name="connsiteX23" fmla="*/ 50724 w 83633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33" h="153536">
                  <a:moveTo>
                    <a:pt x="50724" y="55698"/>
                  </a:moveTo>
                  <a:lnTo>
                    <a:pt x="75963" y="55698"/>
                  </a:lnTo>
                  <a:cubicBezTo>
                    <a:pt x="80664" y="55698"/>
                    <a:pt x="83881" y="55698"/>
                    <a:pt x="83881" y="50379"/>
                  </a:cubicBezTo>
                  <a:cubicBezTo>
                    <a:pt x="83881" y="46993"/>
                    <a:pt x="80664" y="46993"/>
                    <a:pt x="76458" y="46993"/>
                  </a:cubicBezTo>
                  <a:lnTo>
                    <a:pt x="52951" y="46993"/>
                  </a:lnTo>
                  <a:lnTo>
                    <a:pt x="62107" y="11209"/>
                  </a:lnTo>
                  <a:cubicBezTo>
                    <a:pt x="62354" y="10000"/>
                    <a:pt x="62849" y="8791"/>
                    <a:pt x="62849" y="7823"/>
                  </a:cubicBezTo>
                  <a:cubicBezTo>
                    <a:pt x="62849" y="3471"/>
                    <a:pt x="59385" y="86"/>
                    <a:pt x="54436" y="86"/>
                  </a:cubicBezTo>
                  <a:cubicBezTo>
                    <a:pt x="48250" y="86"/>
                    <a:pt x="44539" y="4197"/>
                    <a:pt x="42806" y="10483"/>
                  </a:cubicBezTo>
                  <a:cubicBezTo>
                    <a:pt x="41074" y="16528"/>
                    <a:pt x="44291" y="4922"/>
                    <a:pt x="33404" y="46993"/>
                  </a:cubicBezTo>
                  <a:lnTo>
                    <a:pt x="8165" y="46993"/>
                  </a:lnTo>
                  <a:cubicBezTo>
                    <a:pt x="3464" y="46993"/>
                    <a:pt x="247" y="46993"/>
                    <a:pt x="247" y="52313"/>
                  </a:cubicBezTo>
                  <a:cubicBezTo>
                    <a:pt x="247" y="55698"/>
                    <a:pt x="3217" y="55698"/>
                    <a:pt x="7671" y="55698"/>
                  </a:cubicBezTo>
                  <a:lnTo>
                    <a:pt x="31177" y="55698"/>
                  </a:lnTo>
                  <a:lnTo>
                    <a:pt x="16578" y="112760"/>
                  </a:lnTo>
                  <a:cubicBezTo>
                    <a:pt x="15094" y="118805"/>
                    <a:pt x="12867" y="127510"/>
                    <a:pt x="12867" y="130653"/>
                  </a:cubicBezTo>
                  <a:cubicBezTo>
                    <a:pt x="12867" y="144919"/>
                    <a:pt x="25239" y="153623"/>
                    <a:pt x="39342" y="153623"/>
                  </a:cubicBezTo>
                  <a:cubicBezTo>
                    <a:pt x="66808" y="153623"/>
                    <a:pt x="82396" y="119772"/>
                    <a:pt x="82396" y="116629"/>
                  </a:cubicBezTo>
                  <a:cubicBezTo>
                    <a:pt x="82396" y="113486"/>
                    <a:pt x="79180" y="113486"/>
                    <a:pt x="78437" y="113486"/>
                  </a:cubicBezTo>
                  <a:cubicBezTo>
                    <a:pt x="75468" y="113486"/>
                    <a:pt x="75221" y="113969"/>
                    <a:pt x="73241" y="118080"/>
                  </a:cubicBezTo>
                  <a:cubicBezTo>
                    <a:pt x="66313" y="133313"/>
                    <a:pt x="53694" y="146853"/>
                    <a:pt x="40085" y="146853"/>
                  </a:cubicBezTo>
                  <a:cubicBezTo>
                    <a:pt x="34889" y="146853"/>
                    <a:pt x="31424" y="143710"/>
                    <a:pt x="31424" y="135005"/>
                  </a:cubicBezTo>
                  <a:cubicBezTo>
                    <a:pt x="31424" y="132587"/>
                    <a:pt x="32414" y="127510"/>
                    <a:pt x="32909" y="125092"/>
                  </a:cubicBezTo>
                  <a:lnTo>
                    <a:pt x="50724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E5BF25F9-CC47-A16D-F403-37029FC4C44D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12205848" y="5860188"/>
              <a:ext cx="167267" cy="11847"/>
            </a:xfrm>
            <a:custGeom>
              <a:avLst/>
              <a:gdLst>
                <a:gd name="connsiteX0" fmla="*/ 157620 w 167267"/>
                <a:gd name="connsiteY0" fmla="*/ 11934 h 11847"/>
                <a:gd name="connsiteX1" fmla="*/ 167518 w 167267"/>
                <a:gd name="connsiteY1" fmla="*/ 6131 h 11847"/>
                <a:gd name="connsiteX2" fmla="*/ 157620 w 167267"/>
                <a:gd name="connsiteY2" fmla="*/ 86 h 11847"/>
                <a:gd name="connsiteX3" fmla="*/ 10148 w 167267"/>
                <a:gd name="connsiteY3" fmla="*/ 86 h 11847"/>
                <a:gd name="connsiteX4" fmla="*/ 250 w 167267"/>
                <a:gd name="connsiteY4" fmla="*/ 5889 h 11847"/>
                <a:gd name="connsiteX5" fmla="*/ 10148 w 167267"/>
                <a:gd name="connsiteY5" fmla="*/ 11934 h 11847"/>
                <a:gd name="connsiteX6" fmla="*/ 157620 w 167267"/>
                <a:gd name="connsiteY6" fmla="*/ 11934 h 11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267" h="11847">
                  <a:moveTo>
                    <a:pt x="157620" y="11934"/>
                  </a:moveTo>
                  <a:cubicBezTo>
                    <a:pt x="161579" y="11934"/>
                    <a:pt x="167518" y="11934"/>
                    <a:pt x="167518" y="6131"/>
                  </a:cubicBezTo>
                  <a:cubicBezTo>
                    <a:pt x="167518" y="86"/>
                    <a:pt x="161826" y="86"/>
                    <a:pt x="157620" y="86"/>
                  </a:cubicBezTo>
                  <a:lnTo>
                    <a:pt x="10148" y="86"/>
                  </a:lnTo>
                  <a:cubicBezTo>
                    <a:pt x="6189" y="86"/>
                    <a:pt x="250" y="86"/>
                    <a:pt x="250" y="5889"/>
                  </a:cubicBezTo>
                  <a:cubicBezTo>
                    <a:pt x="250" y="11934"/>
                    <a:pt x="5941" y="11934"/>
                    <a:pt x="10148" y="11934"/>
                  </a:cubicBezTo>
                  <a:lnTo>
                    <a:pt x="157620" y="11934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17D08E15-DAC7-1A3C-E614-75546AC663A3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12427022" y="5766131"/>
              <a:ext cx="90066" cy="160548"/>
            </a:xfrm>
            <a:custGeom>
              <a:avLst/>
              <a:gdLst>
                <a:gd name="connsiteX0" fmla="*/ 56177 w 90066"/>
                <a:gd name="connsiteY0" fmla="*/ 6856 h 160548"/>
                <a:gd name="connsiteX1" fmla="*/ 48754 w 90066"/>
                <a:gd name="connsiteY1" fmla="*/ 86 h 160548"/>
                <a:gd name="connsiteX2" fmla="*/ 257 w 90066"/>
                <a:gd name="connsiteY2" fmla="*/ 15561 h 160548"/>
                <a:gd name="connsiteX3" fmla="*/ 257 w 90066"/>
                <a:gd name="connsiteY3" fmla="*/ 24265 h 160548"/>
                <a:gd name="connsiteX4" fmla="*/ 36135 w 90066"/>
                <a:gd name="connsiteY4" fmla="*/ 17495 h 160548"/>
                <a:gd name="connsiteX5" fmla="*/ 36135 w 90066"/>
                <a:gd name="connsiteY5" fmla="*/ 140808 h 160548"/>
                <a:gd name="connsiteX6" fmla="*/ 11391 w 90066"/>
                <a:gd name="connsiteY6" fmla="*/ 151930 h 160548"/>
                <a:gd name="connsiteX7" fmla="*/ 1989 w 90066"/>
                <a:gd name="connsiteY7" fmla="*/ 151930 h 160548"/>
                <a:gd name="connsiteX8" fmla="*/ 1989 w 90066"/>
                <a:gd name="connsiteY8" fmla="*/ 160635 h 160548"/>
                <a:gd name="connsiteX9" fmla="*/ 46032 w 90066"/>
                <a:gd name="connsiteY9" fmla="*/ 159668 h 160548"/>
                <a:gd name="connsiteX10" fmla="*/ 90324 w 90066"/>
                <a:gd name="connsiteY10" fmla="*/ 160635 h 160548"/>
                <a:gd name="connsiteX11" fmla="*/ 90324 w 90066"/>
                <a:gd name="connsiteY11" fmla="*/ 151930 h 160548"/>
                <a:gd name="connsiteX12" fmla="*/ 80921 w 90066"/>
                <a:gd name="connsiteY12" fmla="*/ 151930 h 160548"/>
                <a:gd name="connsiteX13" fmla="*/ 56177 w 90066"/>
                <a:gd name="connsiteY13" fmla="*/ 140808 h 160548"/>
                <a:gd name="connsiteX14" fmla="*/ 56177 w 90066"/>
                <a:gd name="connsiteY14" fmla="*/ 6856 h 160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066" h="160548">
                  <a:moveTo>
                    <a:pt x="56177" y="6856"/>
                  </a:moveTo>
                  <a:cubicBezTo>
                    <a:pt x="56177" y="328"/>
                    <a:pt x="55682" y="86"/>
                    <a:pt x="48754" y="86"/>
                  </a:cubicBezTo>
                  <a:cubicBezTo>
                    <a:pt x="32918" y="15319"/>
                    <a:pt x="10402" y="15561"/>
                    <a:pt x="257" y="15561"/>
                  </a:cubicBezTo>
                  <a:lnTo>
                    <a:pt x="257" y="24265"/>
                  </a:lnTo>
                  <a:cubicBezTo>
                    <a:pt x="6195" y="24265"/>
                    <a:pt x="22526" y="24265"/>
                    <a:pt x="36135" y="17495"/>
                  </a:cubicBezTo>
                  <a:lnTo>
                    <a:pt x="36135" y="140808"/>
                  </a:lnTo>
                  <a:cubicBezTo>
                    <a:pt x="36135" y="148787"/>
                    <a:pt x="36135" y="151930"/>
                    <a:pt x="11391" y="151930"/>
                  </a:cubicBezTo>
                  <a:lnTo>
                    <a:pt x="1989" y="151930"/>
                  </a:lnTo>
                  <a:lnTo>
                    <a:pt x="1989" y="160635"/>
                  </a:lnTo>
                  <a:cubicBezTo>
                    <a:pt x="6443" y="160393"/>
                    <a:pt x="36877" y="159668"/>
                    <a:pt x="46032" y="159668"/>
                  </a:cubicBezTo>
                  <a:cubicBezTo>
                    <a:pt x="53703" y="159668"/>
                    <a:pt x="84880" y="160393"/>
                    <a:pt x="90324" y="160635"/>
                  </a:cubicBezTo>
                  <a:lnTo>
                    <a:pt x="90324" y="151930"/>
                  </a:lnTo>
                  <a:lnTo>
                    <a:pt x="80921" y="151930"/>
                  </a:lnTo>
                  <a:cubicBezTo>
                    <a:pt x="56177" y="151930"/>
                    <a:pt x="56177" y="148787"/>
                    <a:pt x="56177" y="140808"/>
                  </a:cubicBezTo>
                  <a:lnTo>
                    <a:pt x="56177" y="685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C28D4441-42F3-D9A7-A602-44A5899708EB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12566403" y="5615807"/>
              <a:ext cx="48426" cy="345414"/>
            </a:xfrm>
            <a:custGeom>
              <a:avLst/>
              <a:gdLst>
                <a:gd name="connsiteX0" fmla="*/ 48688 w 48426"/>
                <a:gd name="connsiteY0" fmla="*/ 85 h 345414"/>
                <a:gd name="connsiteX1" fmla="*/ 261 w 48426"/>
                <a:gd name="connsiteY1" fmla="*/ 85 h 345414"/>
                <a:gd name="connsiteX2" fmla="*/ 261 w 48426"/>
                <a:gd name="connsiteY2" fmla="*/ 13901 h 345414"/>
                <a:gd name="connsiteX3" fmla="*/ 34549 w 48426"/>
                <a:gd name="connsiteY3" fmla="*/ 13901 h 345414"/>
                <a:gd name="connsiteX4" fmla="*/ 34549 w 48426"/>
                <a:gd name="connsiteY4" fmla="*/ 331683 h 345414"/>
                <a:gd name="connsiteX5" fmla="*/ 261 w 48426"/>
                <a:gd name="connsiteY5" fmla="*/ 331683 h 345414"/>
                <a:gd name="connsiteX6" fmla="*/ 261 w 48426"/>
                <a:gd name="connsiteY6" fmla="*/ 345499 h 345414"/>
                <a:gd name="connsiteX7" fmla="*/ 48688 w 48426"/>
                <a:gd name="connsiteY7" fmla="*/ 345499 h 345414"/>
                <a:gd name="connsiteX8" fmla="*/ 48688 w 48426"/>
                <a:gd name="connsiteY8" fmla="*/ 8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26" h="345414">
                  <a:moveTo>
                    <a:pt x="48688" y="85"/>
                  </a:moveTo>
                  <a:lnTo>
                    <a:pt x="261" y="85"/>
                  </a:lnTo>
                  <a:lnTo>
                    <a:pt x="261" y="13901"/>
                  </a:lnTo>
                  <a:lnTo>
                    <a:pt x="34549" y="13901"/>
                  </a:lnTo>
                  <a:lnTo>
                    <a:pt x="34549" y="331683"/>
                  </a:lnTo>
                  <a:lnTo>
                    <a:pt x="261" y="331683"/>
                  </a:lnTo>
                  <a:lnTo>
                    <a:pt x="261" y="345499"/>
                  </a:lnTo>
                  <a:lnTo>
                    <a:pt x="48688" y="345499"/>
                  </a:lnTo>
                  <a:lnTo>
                    <a:pt x="48688" y="85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7045166-0C5C-A155-1206-D184E7F1ED95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12755160" y="5673492"/>
              <a:ext cx="235064" cy="230046"/>
            </a:xfrm>
            <a:custGeom>
              <a:avLst/>
              <a:gdLst>
                <a:gd name="connsiteX0" fmla="*/ 125045 w 235064"/>
                <a:gd name="connsiteY0" fmla="*/ 122016 h 230046"/>
                <a:gd name="connsiteX1" fmla="*/ 223666 w 235064"/>
                <a:gd name="connsiteY1" fmla="*/ 122016 h 230046"/>
                <a:gd name="connsiteX2" fmla="*/ 235331 w 235064"/>
                <a:gd name="connsiteY2" fmla="*/ 115108 h 230046"/>
                <a:gd name="connsiteX3" fmla="*/ 223666 w 235064"/>
                <a:gd name="connsiteY3" fmla="*/ 108199 h 230046"/>
                <a:gd name="connsiteX4" fmla="*/ 125045 w 235064"/>
                <a:gd name="connsiteY4" fmla="*/ 108199 h 230046"/>
                <a:gd name="connsiteX5" fmla="*/ 125045 w 235064"/>
                <a:gd name="connsiteY5" fmla="*/ 11483 h 230046"/>
                <a:gd name="connsiteX6" fmla="*/ 117975 w 235064"/>
                <a:gd name="connsiteY6" fmla="*/ 85 h 230046"/>
                <a:gd name="connsiteX7" fmla="*/ 110906 w 235064"/>
                <a:gd name="connsiteY7" fmla="*/ 11483 h 230046"/>
                <a:gd name="connsiteX8" fmla="*/ 110906 w 235064"/>
                <a:gd name="connsiteY8" fmla="*/ 108199 h 230046"/>
                <a:gd name="connsiteX9" fmla="*/ 11931 w 235064"/>
                <a:gd name="connsiteY9" fmla="*/ 108199 h 230046"/>
                <a:gd name="connsiteX10" fmla="*/ 266 w 235064"/>
                <a:gd name="connsiteY10" fmla="*/ 115108 h 230046"/>
                <a:gd name="connsiteX11" fmla="*/ 11931 w 235064"/>
                <a:gd name="connsiteY11" fmla="*/ 122016 h 230046"/>
                <a:gd name="connsiteX12" fmla="*/ 110906 w 235064"/>
                <a:gd name="connsiteY12" fmla="*/ 122016 h 230046"/>
                <a:gd name="connsiteX13" fmla="*/ 110906 w 235064"/>
                <a:gd name="connsiteY13" fmla="*/ 218732 h 230046"/>
                <a:gd name="connsiteX14" fmla="*/ 117975 w 235064"/>
                <a:gd name="connsiteY14" fmla="*/ 230131 h 230046"/>
                <a:gd name="connsiteX15" fmla="*/ 125045 w 235064"/>
                <a:gd name="connsiteY15" fmla="*/ 218732 h 230046"/>
                <a:gd name="connsiteX16" fmla="*/ 125045 w 235064"/>
                <a:gd name="connsiteY16" fmla="*/ 122016 h 23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064" h="230046">
                  <a:moveTo>
                    <a:pt x="125045" y="122016"/>
                  </a:moveTo>
                  <a:lnTo>
                    <a:pt x="223666" y="122016"/>
                  </a:lnTo>
                  <a:cubicBezTo>
                    <a:pt x="228615" y="122016"/>
                    <a:pt x="235331" y="122016"/>
                    <a:pt x="235331" y="115108"/>
                  </a:cubicBezTo>
                  <a:cubicBezTo>
                    <a:pt x="235331" y="108199"/>
                    <a:pt x="228615" y="108199"/>
                    <a:pt x="223666" y="108199"/>
                  </a:cubicBezTo>
                  <a:lnTo>
                    <a:pt x="125045" y="108199"/>
                  </a:lnTo>
                  <a:lnTo>
                    <a:pt x="125045" y="11483"/>
                  </a:lnTo>
                  <a:cubicBezTo>
                    <a:pt x="125045" y="6648"/>
                    <a:pt x="125045" y="85"/>
                    <a:pt x="117975" y="85"/>
                  </a:cubicBezTo>
                  <a:cubicBezTo>
                    <a:pt x="110906" y="85"/>
                    <a:pt x="110906" y="6648"/>
                    <a:pt x="110906" y="11483"/>
                  </a:cubicBezTo>
                  <a:lnTo>
                    <a:pt x="110906" y="108199"/>
                  </a:lnTo>
                  <a:lnTo>
                    <a:pt x="11931" y="108199"/>
                  </a:lnTo>
                  <a:cubicBezTo>
                    <a:pt x="6982" y="108199"/>
                    <a:pt x="266" y="108199"/>
                    <a:pt x="266" y="115108"/>
                  </a:cubicBezTo>
                  <a:cubicBezTo>
                    <a:pt x="266" y="122016"/>
                    <a:pt x="6982" y="122016"/>
                    <a:pt x="11931" y="122016"/>
                  </a:cubicBezTo>
                  <a:lnTo>
                    <a:pt x="110906" y="122016"/>
                  </a:lnTo>
                  <a:lnTo>
                    <a:pt x="110906" y="218732"/>
                  </a:lnTo>
                  <a:cubicBezTo>
                    <a:pt x="110906" y="223568"/>
                    <a:pt x="110906" y="230131"/>
                    <a:pt x="117975" y="230131"/>
                  </a:cubicBezTo>
                  <a:cubicBezTo>
                    <a:pt x="125045" y="230131"/>
                    <a:pt x="125045" y="223568"/>
                    <a:pt x="125045" y="218732"/>
                  </a:cubicBezTo>
                  <a:lnTo>
                    <a:pt x="125045" y="12201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C2FADE6F-D10F-78B7-1102-3B3FAF3D32AC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13101924" y="5635151"/>
              <a:ext cx="199009" cy="241790"/>
            </a:xfrm>
            <a:custGeom>
              <a:avLst/>
              <a:gdLst>
                <a:gd name="connsiteX0" fmla="*/ 62842 w 199009"/>
                <a:gd name="connsiteY0" fmla="*/ 101291 h 241790"/>
                <a:gd name="connsiteX1" fmla="*/ 62842 w 199009"/>
                <a:gd name="connsiteY1" fmla="*/ 85 h 241790"/>
                <a:gd name="connsiteX2" fmla="*/ 276 w 199009"/>
                <a:gd name="connsiteY2" fmla="*/ 2848 h 241790"/>
                <a:gd name="connsiteX3" fmla="*/ 276 w 199009"/>
                <a:gd name="connsiteY3" fmla="*/ 19082 h 241790"/>
                <a:gd name="connsiteX4" fmla="*/ 24666 w 199009"/>
                <a:gd name="connsiteY4" fmla="*/ 32554 h 241790"/>
                <a:gd name="connsiteX5" fmla="*/ 24666 w 199009"/>
                <a:gd name="connsiteY5" fmla="*/ 239802 h 241790"/>
                <a:gd name="connsiteX6" fmla="*/ 41280 w 199009"/>
                <a:gd name="connsiteY6" fmla="*/ 239802 h 241790"/>
                <a:gd name="connsiteX7" fmla="*/ 58600 w 199009"/>
                <a:gd name="connsiteY7" fmla="*/ 220459 h 241790"/>
                <a:gd name="connsiteX8" fmla="*/ 110209 w 199009"/>
                <a:gd name="connsiteY8" fmla="*/ 241875 h 241790"/>
                <a:gd name="connsiteX9" fmla="*/ 199286 w 199009"/>
                <a:gd name="connsiteY9" fmla="*/ 162775 h 241790"/>
                <a:gd name="connsiteX10" fmla="*/ 114804 w 199009"/>
                <a:gd name="connsiteY10" fmla="*/ 84366 h 241790"/>
                <a:gd name="connsiteX11" fmla="*/ 62842 w 199009"/>
                <a:gd name="connsiteY11" fmla="*/ 101291 h 241790"/>
                <a:gd name="connsiteX12" fmla="*/ 64963 w 199009"/>
                <a:gd name="connsiteY12" fmla="*/ 205606 h 241790"/>
                <a:gd name="connsiteX13" fmla="*/ 64963 w 199009"/>
                <a:gd name="connsiteY13" fmla="*/ 118907 h 241790"/>
                <a:gd name="connsiteX14" fmla="*/ 110916 w 199009"/>
                <a:gd name="connsiteY14" fmla="*/ 96801 h 241790"/>
                <a:gd name="connsiteX15" fmla="*/ 154040 w 199009"/>
                <a:gd name="connsiteY15" fmla="*/ 162775 h 241790"/>
                <a:gd name="connsiteX16" fmla="*/ 144850 w 199009"/>
                <a:gd name="connsiteY16" fmla="*/ 211478 h 241790"/>
                <a:gd name="connsiteX17" fmla="*/ 107027 w 199009"/>
                <a:gd name="connsiteY17" fmla="*/ 229440 h 241790"/>
                <a:gd name="connsiteX18" fmla="*/ 64963 w 199009"/>
                <a:gd name="connsiteY18" fmla="*/ 205606 h 241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009" h="241790">
                  <a:moveTo>
                    <a:pt x="62842" y="101291"/>
                  </a:moveTo>
                  <a:lnTo>
                    <a:pt x="62842" y="85"/>
                  </a:lnTo>
                  <a:lnTo>
                    <a:pt x="276" y="2848"/>
                  </a:lnTo>
                  <a:lnTo>
                    <a:pt x="276" y="19082"/>
                  </a:lnTo>
                  <a:cubicBezTo>
                    <a:pt x="22192" y="19082"/>
                    <a:pt x="24666" y="19082"/>
                    <a:pt x="24666" y="32554"/>
                  </a:cubicBezTo>
                  <a:lnTo>
                    <a:pt x="24666" y="239802"/>
                  </a:lnTo>
                  <a:lnTo>
                    <a:pt x="41280" y="239802"/>
                  </a:lnTo>
                  <a:lnTo>
                    <a:pt x="58600" y="220459"/>
                  </a:lnTo>
                  <a:cubicBezTo>
                    <a:pt x="61428" y="223223"/>
                    <a:pt x="78749" y="241875"/>
                    <a:pt x="110209" y="241875"/>
                  </a:cubicBezTo>
                  <a:cubicBezTo>
                    <a:pt x="162877" y="241875"/>
                    <a:pt x="199286" y="210788"/>
                    <a:pt x="199286" y="162775"/>
                  </a:cubicBezTo>
                  <a:cubicBezTo>
                    <a:pt x="199286" y="116835"/>
                    <a:pt x="166059" y="84366"/>
                    <a:pt x="114804" y="84366"/>
                  </a:cubicBezTo>
                  <a:cubicBezTo>
                    <a:pt x="89000" y="84366"/>
                    <a:pt x="71326" y="94383"/>
                    <a:pt x="62842" y="101291"/>
                  </a:cubicBezTo>
                  <a:close/>
                  <a:moveTo>
                    <a:pt x="64963" y="205606"/>
                  </a:moveTo>
                  <a:lnTo>
                    <a:pt x="64963" y="118907"/>
                  </a:lnTo>
                  <a:cubicBezTo>
                    <a:pt x="74507" y="106818"/>
                    <a:pt x="91474" y="96801"/>
                    <a:pt x="110916" y="96801"/>
                  </a:cubicBezTo>
                  <a:cubicBezTo>
                    <a:pt x="154040" y="96801"/>
                    <a:pt x="154040" y="138596"/>
                    <a:pt x="154040" y="162775"/>
                  </a:cubicBezTo>
                  <a:cubicBezTo>
                    <a:pt x="154040" y="179009"/>
                    <a:pt x="154040" y="198007"/>
                    <a:pt x="144850" y="211478"/>
                  </a:cubicBezTo>
                  <a:cubicBezTo>
                    <a:pt x="134599" y="225640"/>
                    <a:pt x="118339" y="229440"/>
                    <a:pt x="107027" y="229440"/>
                  </a:cubicBezTo>
                  <a:cubicBezTo>
                    <a:pt x="82284" y="229440"/>
                    <a:pt x="68498" y="210788"/>
                    <a:pt x="64963" y="205606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1F68D6AB-B260-3E0A-CFCE-A01171E122A7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13336453" y="5767582"/>
              <a:ext cx="73736" cy="161515"/>
            </a:xfrm>
            <a:custGeom>
              <a:avLst/>
              <a:gdLst>
                <a:gd name="connsiteX0" fmla="*/ 66843 w 73736"/>
                <a:gd name="connsiteY0" fmla="*/ 8549 h 161515"/>
                <a:gd name="connsiteX1" fmla="*/ 58183 w 73736"/>
                <a:gd name="connsiteY1" fmla="*/ 86 h 161515"/>
                <a:gd name="connsiteX2" fmla="*/ 45811 w 73736"/>
                <a:gd name="connsiteY2" fmla="*/ 11692 h 161515"/>
                <a:gd name="connsiteX3" fmla="*/ 54718 w 73736"/>
                <a:gd name="connsiteY3" fmla="*/ 20155 h 161515"/>
                <a:gd name="connsiteX4" fmla="*/ 66843 w 73736"/>
                <a:gd name="connsiteY4" fmla="*/ 8549 h 161515"/>
                <a:gd name="connsiteX5" fmla="*/ 30717 w 73736"/>
                <a:gd name="connsiteY5" fmla="*/ 99462 h 161515"/>
                <a:gd name="connsiteX6" fmla="*/ 22057 w 73736"/>
                <a:gd name="connsiteY6" fmla="*/ 121948 h 161515"/>
                <a:gd name="connsiteX7" fmla="*/ 16118 w 73736"/>
                <a:gd name="connsiteY7" fmla="*/ 141292 h 161515"/>
                <a:gd name="connsiteX8" fmla="*/ 38140 w 73736"/>
                <a:gd name="connsiteY8" fmla="*/ 161602 h 161515"/>
                <a:gd name="connsiteX9" fmla="*/ 74019 w 73736"/>
                <a:gd name="connsiteY9" fmla="*/ 124608 h 161515"/>
                <a:gd name="connsiteX10" fmla="*/ 68822 w 73736"/>
                <a:gd name="connsiteY10" fmla="*/ 121465 h 161515"/>
                <a:gd name="connsiteX11" fmla="*/ 62884 w 73736"/>
                <a:gd name="connsiteY11" fmla="*/ 126543 h 161515"/>
                <a:gd name="connsiteX12" fmla="*/ 38883 w 73736"/>
                <a:gd name="connsiteY12" fmla="*/ 154832 h 161515"/>
                <a:gd name="connsiteX13" fmla="*/ 32944 w 73736"/>
                <a:gd name="connsiteY13" fmla="*/ 146611 h 161515"/>
                <a:gd name="connsiteX14" fmla="*/ 40367 w 73736"/>
                <a:gd name="connsiteY14" fmla="*/ 122674 h 161515"/>
                <a:gd name="connsiteX15" fmla="*/ 56698 w 73736"/>
                <a:gd name="connsiteY15" fmla="*/ 80844 h 161515"/>
                <a:gd name="connsiteX16" fmla="*/ 58183 w 73736"/>
                <a:gd name="connsiteY16" fmla="*/ 72865 h 161515"/>
                <a:gd name="connsiteX17" fmla="*/ 35913 w 73736"/>
                <a:gd name="connsiteY17" fmla="*/ 52555 h 161515"/>
                <a:gd name="connsiteX18" fmla="*/ 282 w 73736"/>
                <a:gd name="connsiteY18" fmla="*/ 89549 h 161515"/>
                <a:gd name="connsiteX19" fmla="*/ 5479 w 73736"/>
                <a:gd name="connsiteY19" fmla="*/ 92692 h 161515"/>
                <a:gd name="connsiteX20" fmla="*/ 10675 w 73736"/>
                <a:gd name="connsiteY20" fmla="*/ 89549 h 161515"/>
                <a:gd name="connsiteX21" fmla="*/ 35171 w 73736"/>
                <a:gd name="connsiteY21" fmla="*/ 59325 h 161515"/>
                <a:gd name="connsiteX22" fmla="*/ 41357 w 73736"/>
                <a:gd name="connsiteY22" fmla="*/ 67546 h 161515"/>
                <a:gd name="connsiteX23" fmla="*/ 37398 w 73736"/>
                <a:gd name="connsiteY23" fmla="*/ 82778 h 161515"/>
                <a:gd name="connsiteX24" fmla="*/ 30717 w 73736"/>
                <a:gd name="connsiteY24" fmla="*/ 99462 h 16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3736" h="161515">
                  <a:moveTo>
                    <a:pt x="66843" y="8549"/>
                  </a:moveTo>
                  <a:cubicBezTo>
                    <a:pt x="66843" y="3471"/>
                    <a:pt x="63131" y="86"/>
                    <a:pt x="58183" y="86"/>
                  </a:cubicBezTo>
                  <a:cubicBezTo>
                    <a:pt x="51254" y="86"/>
                    <a:pt x="45811" y="6373"/>
                    <a:pt x="45811" y="11692"/>
                  </a:cubicBezTo>
                  <a:cubicBezTo>
                    <a:pt x="45811" y="16044"/>
                    <a:pt x="48780" y="20155"/>
                    <a:pt x="54718" y="20155"/>
                  </a:cubicBezTo>
                  <a:cubicBezTo>
                    <a:pt x="60904" y="20155"/>
                    <a:pt x="66843" y="14352"/>
                    <a:pt x="66843" y="8549"/>
                  </a:cubicBezTo>
                  <a:close/>
                  <a:moveTo>
                    <a:pt x="30717" y="99462"/>
                  </a:moveTo>
                  <a:cubicBezTo>
                    <a:pt x="28985" y="104056"/>
                    <a:pt x="24531" y="115178"/>
                    <a:pt x="22057" y="121948"/>
                  </a:cubicBezTo>
                  <a:cubicBezTo>
                    <a:pt x="19582" y="128235"/>
                    <a:pt x="16118" y="136939"/>
                    <a:pt x="16118" y="141292"/>
                  </a:cubicBezTo>
                  <a:cubicBezTo>
                    <a:pt x="16118" y="152414"/>
                    <a:pt x="25026" y="161602"/>
                    <a:pt x="38140" y="161602"/>
                  </a:cubicBezTo>
                  <a:cubicBezTo>
                    <a:pt x="62884" y="161602"/>
                    <a:pt x="74019" y="128477"/>
                    <a:pt x="74019" y="124608"/>
                  </a:cubicBezTo>
                  <a:cubicBezTo>
                    <a:pt x="74019" y="121465"/>
                    <a:pt x="70802" y="121465"/>
                    <a:pt x="68822" y="121465"/>
                  </a:cubicBezTo>
                  <a:cubicBezTo>
                    <a:pt x="64368" y="121465"/>
                    <a:pt x="64121" y="122190"/>
                    <a:pt x="62884" y="126543"/>
                  </a:cubicBezTo>
                  <a:cubicBezTo>
                    <a:pt x="59667" y="138148"/>
                    <a:pt x="51502" y="154832"/>
                    <a:pt x="38883" y="154832"/>
                  </a:cubicBezTo>
                  <a:cubicBezTo>
                    <a:pt x="32944" y="154832"/>
                    <a:pt x="32944" y="149029"/>
                    <a:pt x="32944" y="146611"/>
                  </a:cubicBezTo>
                  <a:cubicBezTo>
                    <a:pt x="32944" y="140808"/>
                    <a:pt x="37150" y="130411"/>
                    <a:pt x="40367" y="122674"/>
                  </a:cubicBezTo>
                  <a:cubicBezTo>
                    <a:pt x="43089" y="115178"/>
                    <a:pt x="55461" y="84471"/>
                    <a:pt x="56698" y="80844"/>
                  </a:cubicBezTo>
                  <a:cubicBezTo>
                    <a:pt x="58183" y="76734"/>
                    <a:pt x="58183" y="76008"/>
                    <a:pt x="58183" y="72865"/>
                  </a:cubicBezTo>
                  <a:cubicBezTo>
                    <a:pt x="58183" y="61984"/>
                    <a:pt x="49522" y="52555"/>
                    <a:pt x="35913" y="52555"/>
                  </a:cubicBezTo>
                  <a:cubicBezTo>
                    <a:pt x="11665" y="52555"/>
                    <a:pt x="282" y="85196"/>
                    <a:pt x="282" y="89549"/>
                  </a:cubicBezTo>
                  <a:cubicBezTo>
                    <a:pt x="282" y="92692"/>
                    <a:pt x="3499" y="92692"/>
                    <a:pt x="5479" y="92692"/>
                  </a:cubicBezTo>
                  <a:cubicBezTo>
                    <a:pt x="8448" y="92692"/>
                    <a:pt x="9932" y="92692"/>
                    <a:pt x="10675" y="89549"/>
                  </a:cubicBezTo>
                  <a:cubicBezTo>
                    <a:pt x="18840" y="61501"/>
                    <a:pt x="30717" y="59325"/>
                    <a:pt x="35171" y="59325"/>
                  </a:cubicBezTo>
                  <a:cubicBezTo>
                    <a:pt x="38140" y="59325"/>
                    <a:pt x="41357" y="60050"/>
                    <a:pt x="41357" y="67546"/>
                  </a:cubicBezTo>
                  <a:cubicBezTo>
                    <a:pt x="41357" y="72865"/>
                    <a:pt x="39377" y="77701"/>
                    <a:pt x="37398" y="82778"/>
                  </a:cubicBezTo>
                  <a:lnTo>
                    <a:pt x="30717" y="99462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AA004EE1-2D22-42E5-66C7-1FDA2E1939FB}"/>
                </a:ext>
              </a:extLst>
            </p:cNvPr>
            <p:cNvSpPr/>
            <p:nvPr>
              <p:custDataLst>
                <p:tags r:id="rId101"/>
              </p:custDataLst>
            </p:nvPr>
          </p:nvSpPr>
          <p:spPr>
            <a:xfrm>
              <a:off x="13443621" y="5615807"/>
              <a:ext cx="82007" cy="345414"/>
            </a:xfrm>
            <a:custGeom>
              <a:avLst/>
              <a:gdLst>
                <a:gd name="connsiteX0" fmla="*/ 82293 w 82007"/>
                <a:gd name="connsiteY0" fmla="*/ 172792 h 345414"/>
                <a:gd name="connsiteX1" fmla="*/ 58963 w 82007"/>
                <a:gd name="connsiteY1" fmla="*/ 65023 h 345414"/>
                <a:gd name="connsiteX2" fmla="*/ 3820 w 82007"/>
                <a:gd name="connsiteY2" fmla="*/ 85 h 345414"/>
                <a:gd name="connsiteX3" fmla="*/ 286 w 82007"/>
                <a:gd name="connsiteY3" fmla="*/ 3539 h 345414"/>
                <a:gd name="connsiteX4" fmla="*/ 7002 w 82007"/>
                <a:gd name="connsiteY4" fmla="*/ 11483 h 345414"/>
                <a:gd name="connsiteX5" fmla="*/ 61791 w 82007"/>
                <a:gd name="connsiteY5" fmla="*/ 172792 h 345414"/>
                <a:gd name="connsiteX6" fmla="*/ 4881 w 82007"/>
                <a:gd name="connsiteY6" fmla="*/ 336173 h 345414"/>
                <a:gd name="connsiteX7" fmla="*/ 286 w 82007"/>
                <a:gd name="connsiteY7" fmla="*/ 342045 h 345414"/>
                <a:gd name="connsiteX8" fmla="*/ 3820 w 82007"/>
                <a:gd name="connsiteY8" fmla="*/ 345499 h 345414"/>
                <a:gd name="connsiteX9" fmla="*/ 60024 w 82007"/>
                <a:gd name="connsiteY9" fmla="*/ 278144 h 345414"/>
                <a:gd name="connsiteX10" fmla="*/ 82293 w 82007"/>
                <a:gd name="connsiteY10" fmla="*/ 172792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07" h="345414">
                  <a:moveTo>
                    <a:pt x="82293" y="172792"/>
                  </a:moveTo>
                  <a:cubicBezTo>
                    <a:pt x="82293" y="145850"/>
                    <a:pt x="78405" y="104055"/>
                    <a:pt x="58963" y="65023"/>
                  </a:cubicBezTo>
                  <a:cubicBezTo>
                    <a:pt x="37754" y="22537"/>
                    <a:pt x="7355" y="85"/>
                    <a:pt x="3820" y="85"/>
                  </a:cubicBezTo>
                  <a:cubicBezTo>
                    <a:pt x="1699" y="85"/>
                    <a:pt x="286" y="1466"/>
                    <a:pt x="286" y="3539"/>
                  </a:cubicBezTo>
                  <a:cubicBezTo>
                    <a:pt x="286" y="4575"/>
                    <a:pt x="286" y="5266"/>
                    <a:pt x="7002" y="11483"/>
                  </a:cubicBezTo>
                  <a:cubicBezTo>
                    <a:pt x="41643" y="45679"/>
                    <a:pt x="61791" y="100600"/>
                    <a:pt x="61791" y="172792"/>
                  </a:cubicBezTo>
                  <a:cubicBezTo>
                    <a:pt x="61791" y="231858"/>
                    <a:pt x="48712" y="292651"/>
                    <a:pt x="4881" y="336173"/>
                  </a:cubicBezTo>
                  <a:cubicBezTo>
                    <a:pt x="286" y="340318"/>
                    <a:pt x="286" y="341009"/>
                    <a:pt x="286" y="342045"/>
                  </a:cubicBezTo>
                  <a:cubicBezTo>
                    <a:pt x="286" y="344118"/>
                    <a:pt x="1699" y="345499"/>
                    <a:pt x="3820" y="345499"/>
                  </a:cubicBezTo>
                  <a:cubicBezTo>
                    <a:pt x="7355" y="345499"/>
                    <a:pt x="39168" y="322011"/>
                    <a:pt x="60024" y="278144"/>
                  </a:cubicBezTo>
                  <a:cubicBezTo>
                    <a:pt x="78051" y="240148"/>
                    <a:pt x="82293" y="201807"/>
                    <a:pt x="82293" y="172792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49" name="Group 48" descr="\documentclass{article}&#10;\usepackage{amsmath,amssymb}&#10;\pagestyle{empty}&#10;\begin{document}&#10;&#10;\newcommand{\score}{\textrm{score}}&#10;\newcommand{\classify}{\textrm{classify}}&#10;\newcommand{\bx}{\mathbf{x}}&#10;&#10;\begin{align*}&#10;\tilde{\mathbf{c}}_t = \tanh\left(\mathbf{W}_\textit{c}[\mathbf{x}_t; \mathbf{h}_{t-1}] + \mathbf{b}_\textit{c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3D228BE9-7222-869B-5794-7ACF303C9782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3061000" y="3427761"/>
            <a:ext cx="4557386" cy="345414"/>
            <a:chOff x="8967842" y="6460111"/>
            <a:chExt cx="4557386" cy="345414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72B93536-559C-BF3F-A54A-40A3EFAFEC31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8985717" y="6483638"/>
              <a:ext cx="117745" cy="32123"/>
            </a:xfrm>
            <a:custGeom>
              <a:avLst/>
              <a:gdLst>
                <a:gd name="connsiteX0" fmla="*/ 117914 w 117745"/>
                <a:gd name="connsiteY0" fmla="*/ 5266 h 32123"/>
                <a:gd name="connsiteX1" fmla="*/ 112257 w 117745"/>
                <a:gd name="connsiteY1" fmla="*/ 85 h 32123"/>
                <a:gd name="connsiteX2" fmla="*/ 83263 w 117745"/>
                <a:gd name="connsiteY2" fmla="*/ 16664 h 32123"/>
                <a:gd name="connsiteX3" fmla="*/ 60279 w 117745"/>
                <a:gd name="connsiteY3" fmla="*/ 8029 h 32123"/>
                <a:gd name="connsiteX4" fmla="*/ 38357 w 117745"/>
                <a:gd name="connsiteY4" fmla="*/ 85 h 32123"/>
                <a:gd name="connsiteX5" fmla="*/ 169 w 117745"/>
                <a:gd name="connsiteY5" fmla="*/ 27027 h 32123"/>
                <a:gd name="connsiteX6" fmla="*/ 5826 w 117745"/>
                <a:gd name="connsiteY6" fmla="*/ 32208 h 32123"/>
                <a:gd name="connsiteX7" fmla="*/ 34821 w 117745"/>
                <a:gd name="connsiteY7" fmla="*/ 15628 h 32123"/>
                <a:gd name="connsiteX8" fmla="*/ 57804 w 117745"/>
                <a:gd name="connsiteY8" fmla="*/ 24264 h 32123"/>
                <a:gd name="connsiteX9" fmla="*/ 79727 w 117745"/>
                <a:gd name="connsiteY9" fmla="*/ 32208 h 32123"/>
                <a:gd name="connsiteX10" fmla="*/ 117914 w 117745"/>
                <a:gd name="connsiteY10" fmla="*/ 5266 h 32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7745" h="32123">
                  <a:moveTo>
                    <a:pt x="117914" y="5266"/>
                  </a:moveTo>
                  <a:lnTo>
                    <a:pt x="112257" y="85"/>
                  </a:lnTo>
                  <a:cubicBezTo>
                    <a:pt x="112257" y="430"/>
                    <a:pt x="98820" y="16664"/>
                    <a:pt x="83263" y="16664"/>
                  </a:cubicBezTo>
                  <a:cubicBezTo>
                    <a:pt x="75130" y="16664"/>
                    <a:pt x="66290" y="11483"/>
                    <a:pt x="60279" y="8029"/>
                  </a:cubicBezTo>
                  <a:cubicBezTo>
                    <a:pt x="50732" y="2502"/>
                    <a:pt x="44368" y="85"/>
                    <a:pt x="38357" y="85"/>
                  </a:cubicBezTo>
                  <a:cubicBezTo>
                    <a:pt x="24920" y="85"/>
                    <a:pt x="18202" y="7684"/>
                    <a:pt x="169" y="27027"/>
                  </a:cubicBezTo>
                  <a:lnTo>
                    <a:pt x="5826" y="32208"/>
                  </a:lnTo>
                  <a:cubicBezTo>
                    <a:pt x="5826" y="31863"/>
                    <a:pt x="19263" y="15628"/>
                    <a:pt x="34821" y="15628"/>
                  </a:cubicBezTo>
                  <a:cubicBezTo>
                    <a:pt x="42953" y="15628"/>
                    <a:pt x="51793" y="20809"/>
                    <a:pt x="57804" y="24264"/>
                  </a:cubicBezTo>
                  <a:cubicBezTo>
                    <a:pt x="67351" y="29790"/>
                    <a:pt x="73716" y="32208"/>
                    <a:pt x="79727" y="32208"/>
                  </a:cubicBezTo>
                  <a:cubicBezTo>
                    <a:pt x="93163" y="32208"/>
                    <a:pt x="99881" y="24609"/>
                    <a:pt x="117914" y="5266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40DCEBD2-F748-963D-6299-4BC4349B5CBE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8967842" y="6562700"/>
              <a:ext cx="155579" cy="158545"/>
            </a:xfrm>
            <a:custGeom>
              <a:avLst/>
              <a:gdLst>
                <a:gd name="connsiteX0" fmla="*/ 114025 w 155579"/>
                <a:gd name="connsiteY0" fmla="*/ 15974 h 158545"/>
                <a:gd name="connsiteX1" fmla="*/ 106953 w 155579"/>
                <a:gd name="connsiteY1" fmla="*/ 31863 h 158545"/>
                <a:gd name="connsiteX2" fmla="*/ 128876 w 155579"/>
                <a:gd name="connsiteY2" fmla="*/ 53624 h 158545"/>
                <a:gd name="connsiteX3" fmla="*/ 151152 w 155579"/>
                <a:gd name="connsiteY3" fmla="*/ 31863 h 158545"/>
                <a:gd name="connsiteX4" fmla="*/ 89627 w 155579"/>
                <a:gd name="connsiteY4" fmla="*/ 85 h 158545"/>
                <a:gd name="connsiteX5" fmla="*/ 169 w 155579"/>
                <a:gd name="connsiteY5" fmla="*/ 79875 h 158545"/>
                <a:gd name="connsiteX6" fmla="*/ 87859 w 155579"/>
                <a:gd name="connsiteY6" fmla="*/ 158630 h 158545"/>
                <a:gd name="connsiteX7" fmla="*/ 155748 w 155579"/>
                <a:gd name="connsiteY7" fmla="*/ 116144 h 158545"/>
                <a:gd name="connsiteX8" fmla="*/ 147262 w 155579"/>
                <a:gd name="connsiteY8" fmla="*/ 111308 h 158545"/>
                <a:gd name="connsiteX9" fmla="*/ 138776 w 155579"/>
                <a:gd name="connsiteY9" fmla="*/ 116489 h 158545"/>
                <a:gd name="connsiteX10" fmla="*/ 94577 w 155579"/>
                <a:gd name="connsiteY10" fmla="*/ 144813 h 158545"/>
                <a:gd name="connsiteX11" fmla="*/ 45428 w 155579"/>
                <a:gd name="connsiteY11" fmla="*/ 78148 h 158545"/>
                <a:gd name="connsiteX12" fmla="*/ 91041 w 155579"/>
                <a:gd name="connsiteY12" fmla="*/ 13901 h 158545"/>
                <a:gd name="connsiteX13" fmla="*/ 114025 w 155579"/>
                <a:gd name="connsiteY13" fmla="*/ 15974 h 158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5579" h="158545">
                  <a:moveTo>
                    <a:pt x="114025" y="15974"/>
                  </a:moveTo>
                  <a:cubicBezTo>
                    <a:pt x="107660" y="21500"/>
                    <a:pt x="106953" y="28754"/>
                    <a:pt x="106953" y="31863"/>
                  </a:cubicBezTo>
                  <a:cubicBezTo>
                    <a:pt x="106953" y="47061"/>
                    <a:pt x="119329" y="53624"/>
                    <a:pt x="128876" y="53624"/>
                  </a:cubicBezTo>
                  <a:cubicBezTo>
                    <a:pt x="139837" y="53624"/>
                    <a:pt x="151152" y="46370"/>
                    <a:pt x="151152" y="31863"/>
                  </a:cubicBezTo>
                  <a:cubicBezTo>
                    <a:pt x="151152" y="2157"/>
                    <a:pt x="110135" y="85"/>
                    <a:pt x="89627" y="85"/>
                  </a:cubicBezTo>
                  <a:cubicBezTo>
                    <a:pt x="26334" y="85"/>
                    <a:pt x="169" y="39807"/>
                    <a:pt x="169" y="79875"/>
                  </a:cubicBezTo>
                  <a:cubicBezTo>
                    <a:pt x="169" y="125816"/>
                    <a:pt x="33406" y="158630"/>
                    <a:pt x="87859" y="158630"/>
                  </a:cubicBezTo>
                  <a:cubicBezTo>
                    <a:pt x="145141" y="158630"/>
                    <a:pt x="155748" y="118562"/>
                    <a:pt x="155748" y="116144"/>
                  </a:cubicBezTo>
                  <a:cubicBezTo>
                    <a:pt x="155748" y="111308"/>
                    <a:pt x="150798" y="111308"/>
                    <a:pt x="147262" y="111308"/>
                  </a:cubicBezTo>
                  <a:cubicBezTo>
                    <a:pt x="140898" y="111308"/>
                    <a:pt x="140544" y="111999"/>
                    <a:pt x="138776" y="116489"/>
                  </a:cubicBezTo>
                  <a:cubicBezTo>
                    <a:pt x="129583" y="138251"/>
                    <a:pt x="112610" y="144813"/>
                    <a:pt x="94577" y="144813"/>
                  </a:cubicBezTo>
                  <a:cubicBezTo>
                    <a:pt x="45428" y="144813"/>
                    <a:pt x="45428" y="94037"/>
                    <a:pt x="45428" y="78148"/>
                  </a:cubicBezTo>
                  <a:cubicBezTo>
                    <a:pt x="45428" y="58805"/>
                    <a:pt x="45428" y="13901"/>
                    <a:pt x="91041" y="13901"/>
                  </a:cubicBezTo>
                  <a:cubicBezTo>
                    <a:pt x="103417" y="13901"/>
                    <a:pt x="109428" y="14938"/>
                    <a:pt x="114025" y="15974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629790A7-9DBA-19F8-4301-6EA2DE3CC4D9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9145524" y="6619865"/>
              <a:ext cx="83659" cy="153536"/>
            </a:xfrm>
            <a:custGeom>
              <a:avLst/>
              <a:gdLst>
                <a:gd name="connsiteX0" fmla="*/ 50667 w 83659"/>
                <a:gd name="connsiteY0" fmla="*/ 55698 h 153536"/>
                <a:gd name="connsiteX1" fmla="*/ 75913 w 83659"/>
                <a:gd name="connsiteY1" fmla="*/ 55698 h 153536"/>
                <a:gd name="connsiteX2" fmla="*/ 83833 w 83659"/>
                <a:gd name="connsiteY2" fmla="*/ 50379 h 153536"/>
                <a:gd name="connsiteX3" fmla="*/ 76408 w 83659"/>
                <a:gd name="connsiteY3" fmla="*/ 46993 h 153536"/>
                <a:gd name="connsiteX4" fmla="*/ 52894 w 83659"/>
                <a:gd name="connsiteY4" fmla="*/ 46993 h 153536"/>
                <a:gd name="connsiteX5" fmla="*/ 62052 w 83659"/>
                <a:gd name="connsiteY5" fmla="*/ 11209 h 153536"/>
                <a:gd name="connsiteX6" fmla="*/ 62795 w 83659"/>
                <a:gd name="connsiteY6" fmla="*/ 7823 h 153536"/>
                <a:gd name="connsiteX7" fmla="*/ 54379 w 83659"/>
                <a:gd name="connsiteY7" fmla="*/ 86 h 153536"/>
                <a:gd name="connsiteX8" fmla="*/ 42746 w 83659"/>
                <a:gd name="connsiteY8" fmla="*/ 10483 h 153536"/>
                <a:gd name="connsiteX9" fmla="*/ 33341 w 83659"/>
                <a:gd name="connsiteY9" fmla="*/ 46993 h 153536"/>
                <a:gd name="connsiteX10" fmla="*/ 8094 w 83659"/>
                <a:gd name="connsiteY10" fmla="*/ 46993 h 153536"/>
                <a:gd name="connsiteX11" fmla="*/ 174 w 83659"/>
                <a:gd name="connsiteY11" fmla="*/ 52313 h 153536"/>
                <a:gd name="connsiteX12" fmla="*/ 7599 w 83659"/>
                <a:gd name="connsiteY12" fmla="*/ 55698 h 153536"/>
                <a:gd name="connsiteX13" fmla="*/ 31113 w 83659"/>
                <a:gd name="connsiteY13" fmla="*/ 55698 h 153536"/>
                <a:gd name="connsiteX14" fmla="*/ 16510 w 83659"/>
                <a:gd name="connsiteY14" fmla="*/ 112760 h 153536"/>
                <a:gd name="connsiteX15" fmla="*/ 12797 w 83659"/>
                <a:gd name="connsiteY15" fmla="*/ 130653 h 153536"/>
                <a:gd name="connsiteX16" fmla="*/ 39281 w 83659"/>
                <a:gd name="connsiteY16" fmla="*/ 153623 h 153536"/>
                <a:gd name="connsiteX17" fmla="*/ 82348 w 83659"/>
                <a:gd name="connsiteY17" fmla="*/ 116629 h 153536"/>
                <a:gd name="connsiteX18" fmla="*/ 78388 w 83659"/>
                <a:gd name="connsiteY18" fmla="*/ 113486 h 153536"/>
                <a:gd name="connsiteX19" fmla="*/ 73190 w 83659"/>
                <a:gd name="connsiteY19" fmla="*/ 118080 h 153536"/>
                <a:gd name="connsiteX20" fmla="*/ 40023 w 83659"/>
                <a:gd name="connsiteY20" fmla="*/ 146853 h 153536"/>
                <a:gd name="connsiteX21" fmla="*/ 31360 w 83659"/>
                <a:gd name="connsiteY21" fmla="*/ 135005 h 153536"/>
                <a:gd name="connsiteX22" fmla="*/ 32846 w 83659"/>
                <a:gd name="connsiteY22" fmla="*/ 125092 h 153536"/>
                <a:gd name="connsiteX23" fmla="*/ 50667 w 83659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59" h="153536">
                  <a:moveTo>
                    <a:pt x="50667" y="55698"/>
                  </a:moveTo>
                  <a:lnTo>
                    <a:pt x="75913" y="55698"/>
                  </a:lnTo>
                  <a:cubicBezTo>
                    <a:pt x="80616" y="55698"/>
                    <a:pt x="83833" y="55698"/>
                    <a:pt x="83833" y="50379"/>
                  </a:cubicBezTo>
                  <a:cubicBezTo>
                    <a:pt x="83833" y="46993"/>
                    <a:pt x="80616" y="46993"/>
                    <a:pt x="76408" y="46993"/>
                  </a:cubicBezTo>
                  <a:lnTo>
                    <a:pt x="52894" y="46993"/>
                  </a:lnTo>
                  <a:lnTo>
                    <a:pt x="62052" y="11209"/>
                  </a:lnTo>
                  <a:cubicBezTo>
                    <a:pt x="62300" y="10000"/>
                    <a:pt x="62795" y="8791"/>
                    <a:pt x="62795" y="7823"/>
                  </a:cubicBezTo>
                  <a:cubicBezTo>
                    <a:pt x="62795" y="3471"/>
                    <a:pt x="59329" y="86"/>
                    <a:pt x="54379" y="86"/>
                  </a:cubicBezTo>
                  <a:cubicBezTo>
                    <a:pt x="48191" y="86"/>
                    <a:pt x="44479" y="4197"/>
                    <a:pt x="42746" y="10483"/>
                  </a:cubicBezTo>
                  <a:cubicBezTo>
                    <a:pt x="41014" y="16528"/>
                    <a:pt x="44231" y="4922"/>
                    <a:pt x="33341" y="46993"/>
                  </a:cubicBezTo>
                  <a:lnTo>
                    <a:pt x="8094" y="46993"/>
                  </a:lnTo>
                  <a:cubicBezTo>
                    <a:pt x="3391" y="46993"/>
                    <a:pt x="174" y="46993"/>
                    <a:pt x="174" y="52313"/>
                  </a:cubicBezTo>
                  <a:cubicBezTo>
                    <a:pt x="174" y="55698"/>
                    <a:pt x="3144" y="55698"/>
                    <a:pt x="7599" y="55698"/>
                  </a:cubicBezTo>
                  <a:lnTo>
                    <a:pt x="31113" y="55698"/>
                  </a:lnTo>
                  <a:lnTo>
                    <a:pt x="16510" y="112760"/>
                  </a:lnTo>
                  <a:cubicBezTo>
                    <a:pt x="15025" y="118805"/>
                    <a:pt x="12797" y="127510"/>
                    <a:pt x="12797" y="130653"/>
                  </a:cubicBezTo>
                  <a:cubicBezTo>
                    <a:pt x="12797" y="144919"/>
                    <a:pt x="25173" y="153623"/>
                    <a:pt x="39281" y="153623"/>
                  </a:cubicBezTo>
                  <a:cubicBezTo>
                    <a:pt x="66755" y="153623"/>
                    <a:pt x="82348" y="119772"/>
                    <a:pt x="82348" y="116629"/>
                  </a:cubicBezTo>
                  <a:cubicBezTo>
                    <a:pt x="82348" y="113486"/>
                    <a:pt x="79131" y="113486"/>
                    <a:pt x="78388" y="113486"/>
                  </a:cubicBezTo>
                  <a:cubicBezTo>
                    <a:pt x="75418" y="113486"/>
                    <a:pt x="75170" y="113969"/>
                    <a:pt x="73190" y="118080"/>
                  </a:cubicBezTo>
                  <a:cubicBezTo>
                    <a:pt x="66260" y="133313"/>
                    <a:pt x="53637" y="146853"/>
                    <a:pt x="40023" y="146853"/>
                  </a:cubicBezTo>
                  <a:cubicBezTo>
                    <a:pt x="34826" y="146853"/>
                    <a:pt x="31360" y="143710"/>
                    <a:pt x="31360" y="135005"/>
                  </a:cubicBezTo>
                  <a:cubicBezTo>
                    <a:pt x="31360" y="132587"/>
                    <a:pt x="32351" y="127510"/>
                    <a:pt x="32846" y="125092"/>
                  </a:cubicBezTo>
                  <a:lnTo>
                    <a:pt x="50667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7172597-A4BC-8D10-B6F1-448941AE4092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9377640" y="6592405"/>
              <a:ext cx="235137" cy="80827"/>
            </a:xfrm>
            <a:custGeom>
              <a:avLst/>
              <a:gdLst>
                <a:gd name="connsiteX0" fmla="*/ 223296 w 235137"/>
                <a:gd name="connsiteY0" fmla="*/ 13901 h 80827"/>
                <a:gd name="connsiteX1" fmla="*/ 235318 w 235137"/>
                <a:gd name="connsiteY1" fmla="*/ 6993 h 80827"/>
                <a:gd name="connsiteX2" fmla="*/ 223649 w 235137"/>
                <a:gd name="connsiteY2" fmla="*/ 85 h 80827"/>
                <a:gd name="connsiteX3" fmla="*/ 11849 w 235137"/>
                <a:gd name="connsiteY3" fmla="*/ 85 h 80827"/>
                <a:gd name="connsiteX4" fmla="*/ 180 w 235137"/>
                <a:gd name="connsiteY4" fmla="*/ 6993 h 80827"/>
                <a:gd name="connsiteX5" fmla="*/ 12202 w 235137"/>
                <a:gd name="connsiteY5" fmla="*/ 13901 h 80827"/>
                <a:gd name="connsiteX6" fmla="*/ 223296 w 235137"/>
                <a:gd name="connsiteY6" fmla="*/ 13901 h 80827"/>
                <a:gd name="connsiteX7" fmla="*/ 223649 w 235137"/>
                <a:gd name="connsiteY7" fmla="*/ 80912 h 80827"/>
                <a:gd name="connsiteX8" fmla="*/ 235318 w 235137"/>
                <a:gd name="connsiteY8" fmla="*/ 74003 h 80827"/>
                <a:gd name="connsiteX9" fmla="*/ 223296 w 235137"/>
                <a:gd name="connsiteY9" fmla="*/ 67095 h 80827"/>
                <a:gd name="connsiteX10" fmla="*/ 12202 w 235137"/>
                <a:gd name="connsiteY10" fmla="*/ 67095 h 80827"/>
                <a:gd name="connsiteX11" fmla="*/ 180 w 235137"/>
                <a:gd name="connsiteY11" fmla="*/ 74003 h 80827"/>
                <a:gd name="connsiteX12" fmla="*/ 11849 w 235137"/>
                <a:gd name="connsiteY12" fmla="*/ 80912 h 80827"/>
                <a:gd name="connsiteX13" fmla="*/ 223649 w 235137"/>
                <a:gd name="connsiteY13" fmla="*/ 80912 h 8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137" h="80827">
                  <a:moveTo>
                    <a:pt x="223296" y="13901"/>
                  </a:moveTo>
                  <a:cubicBezTo>
                    <a:pt x="228599" y="13901"/>
                    <a:pt x="235318" y="13901"/>
                    <a:pt x="235318" y="6993"/>
                  </a:cubicBezTo>
                  <a:cubicBezTo>
                    <a:pt x="235318" y="85"/>
                    <a:pt x="228599" y="85"/>
                    <a:pt x="223649" y="85"/>
                  </a:cubicBezTo>
                  <a:lnTo>
                    <a:pt x="11849" y="85"/>
                  </a:lnTo>
                  <a:cubicBezTo>
                    <a:pt x="6898" y="85"/>
                    <a:pt x="180" y="85"/>
                    <a:pt x="180" y="6993"/>
                  </a:cubicBezTo>
                  <a:cubicBezTo>
                    <a:pt x="180" y="13901"/>
                    <a:pt x="6898" y="13901"/>
                    <a:pt x="12202" y="13901"/>
                  </a:cubicBezTo>
                  <a:lnTo>
                    <a:pt x="223296" y="13901"/>
                  </a:lnTo>
                  <a:close/>
                  <a:moveTo>
                    <a:pt x="223649" y="80912"/>
                  </a:moveTo>
                  <a:cubicBezTo>
                    <a:pt x="228599" y="80912"/>
                    <a:pt x="235318" y="80912"/>
                    <a:pt x="235318" y="74003"/>
                  </a:cubicBezTo>
                  <a:cubicBezTo>
                    <a:pt x="235318" y="67095"/>
                    <a:pt x="228599" y="67095"/>
                    <a:pt x="223296" y="67095"/>
                  </a:cubicBezTo>
                  <a:lnTo>
                    <a:pt x="12202" y="67095"/>
                  </a:lnTo>
                  <a:cubicBezTo>
                    <a:pt x="6898" y="67095"/>
                    <a:pt x="180" y="67095"/>
                    <a:pt x="180" y="74003"/>
                  </a:cubicBezTo>
                  <a:cubicBezTo>
                    <a:pt x="180" y="80912"/>
                    <a:pt x="6898" y="80912"/>
                    <a:pt x="11849" y="80912"/>
                  </a:cubicBezTo>
                  <a:lnTo>
                    <a:pt x="223649" y="80912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E8BA0EA1-3BAE-E1C6-581F-DE82C1C55545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9737790" y="6506742"/>
              <a:ext cx="110673" cy="216229"/>
            </a:xfrm>
            <a:custGeom>
              <a:avLst/>
              <a:gdLst>
                <a:gd name="connsiteX0" fmla="*/ 54644 w 110673"/>
                <a:gd name="connsiteY0" fmla="*/ 74349 h 216229"/>
                <a:gd name="connsiteX1" fmla="*/ 105207 w 110673"/>
                <a:gd name="connsiteY1" fmla="*/ 74349 h 216229"/>
                <a:gd name="connsiteX2" fmla="*/ 105207 w 110673"/>
                <a:gd name="connsiteY2" fmla="*/ 63641 h 216229"/>
                <a:gd name="connsiteX3" fmla="*/ 54644 w 110673"/>
                <a:gd name="connsiteY3" fmla="*/ 63641 h 216229"/>
                <a:gd name="connsiteX4" fmla="*/ 54644 w 110673"/>
                <a:gd name="connsiteY4" fmla="*/ 85 h 216229"/>
                <a:gd name="connsiteX5" fmla="*/ 45804 w 110673"/>
                <a:gd name="connsiteY5" fmla="*/ 85 h 216229"/>
                <a:gd name="connsiteX6" fmla="*/ 191 w 110673"/>
                <a:gd name="connsiteY6" fmla="*/ 66750 h 216229"/>
                <a:gd name="connsiteX7" fmla="*/ 191 w 110673"/>
                <a:gd name="connsiteY7" fmla="*/ 74349 h 216229"/>
                <a:gd name="connsiteX8" fmla="*/ 30246 w 110673"/>
                <a:gd name="connsiteY8" fmla="*/ 74349 h 216229"/>
                <a:gd name="connsiteX9" fmla="*/ 30246 w 110673"/>
                <a:gd name="connsiteY9" fmla="*/ 169683 h 216229"/>
                <a:gd name="connsiteX10" fmla="*/ 75859 w 110673"/>
                <a:gd name="connsiteY10" fmla="*/ 216314 h 216229"/>
                <a:gd name="connsiteX11" fmla="*/ 110864 w 110673"/>
                <a:gd name="connsiteY11" fmla="*/ 169683 h 216229"/>
                <a:gd name="connsiteX12" fmla="*/ 110864 w 110673"/>
                <a:gd name="connsiteY12" fmla="*/ 149995 h 216229"/>
                <a:gd name="connsiteX13" fmla="*/ 102025 w 110673"/>
                <a:gd name="connsiteY13" fmla="*/ 149995 h 216229"/>
                <a:gd name="connsiteX14" fmla="*/ 102025 w 110673"/>
                <a:gd name="connsiteY14" fmla="*/ 168992 h 216229"/>
                <a:gd name="connsiteX15" fmla="*/ 78334 w 110673"/>
                <a:gd name="connsiteY15" fmla="*/ 207679 h 216229"/>
                <a:gd name="connsiteX16" fmla="*/ 54644 w 110673"/>
                <a:gd name="connsiteY16" fmla="*/ 170374 h 216229"/>
                <a:gd name="connsiteX17" fmla="*/ 54644 w 110673"/>
                <a:gd name="connsiteY17" fmla="*/ 74349 h 216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0673" h="216229">
                  <a:moveTo>
                    <a:pt x="54644" y="74349"/>
                  </a:moveTo>
                  <a:lnTo>
                    <a:pt x="105207" y="74349"/>
                  </a:lnTo>
                  <a:lnTo>
                    <a:pt x="105207" y="63641"/>
                  </a:lnTo>
                  <a:lnTo>
                    <a:pt x="54644" y="63641"/>
                  </a:lnTo>
                  <a:lnTo>
                    <a:pt x="54644" y="85"/>
                  </a:lnTo>
                  <a:lnTo>
                    <a:pt x="45804" y="85"/>
                  </a:lnTo>
                  <a:cubicBezTo>
                    <a:pt x="45450" y="28409"/>
                    <a:pt x="34842" y="65368"/>
                    <a:pt x="191" y="66750"/>
                  </a:cubicBezTo>
                  <a:lnTo>
                    <a:pt x="191" y="74349"/>
                  </a:lnTo>
                  <a:lnTo>
                    <a:pt x="30246" y="74349"/>
                  </a:lnTo>
                  <a:lnTo>
                    <a:pt x="30246" y="169683"/>
                  </a:lnTo>
                  <a:cubicBezTo>
                    <a:pt x="30246" y="212169"/>
                    <a:pt x="63130" y="216314"/>
                    <a:pt x="75859" y="216314"/>
                  </a:cubicBezTo>
                  <a:cubicBezTo>
                    <a:pt x="100964" y="216314"/>
                    <a:pt x="110864" y="191790"/>
                    <a:pt x="110864" y="169683"/>
                  </a:cubicBezTo>
                  <a:lnTo>
                    <a:pt x="110864" y="149995"/>
                  </a:lnTo>
                  <a:lnTo>
                    <a:pt x="102025" y="149995"/>
                  </a:lnTo>
                  <a:lnTo>
                    <a:pt x="102025" y="168992"/>
                  </a:lnTo>
                  <a:cubicBezTo>
                    <a:pt x="102025" y="194553"/>
                    <a:pt x="91417" y="207679"/>
                    <a:pt x="78334" y="207679"/>
                  </a:cubicBezTo>
                  <a:cubicBezTo>
                    <a:pt x="54644" y="207679"/>
                    <a:pt x="54644" y="176246"/>
                    <a:pt x="54644" y="170374"/>
                  </a:cubicBezTo>
                  <a:lnTo>
                    <a:pt x="54644" y="7434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6B3E0F2-EDAE-EDCB-2E11-08E43419590A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9883431" y="6564427"/>
              <a:ext cx="159469" cy="158545"/>
            </a:xfrm>
            <a:custGeom>
              <a:avLst/>
              <a:gdLst>
                <a:gd name="connsiteX0" fmla="*/ 103089 w 159469"/>
                <a:gd name="connsiteY0" fmla="*/ 128579 h 158545"/>
                <a:gd name="connsiteX1" fmla="*/ 130669 w 159469"/>
                <a:gd name="connsiteY1" fmla="*/ 156903 h 158545"/>
                <a:gd name="connsiteX2" fmla="*/ 159664 w 159469"/>
                <a:gd name="connsiteY2" fmla="*/ 124089 h 158545"/>
                <a:gd name="connsiteX3" fmla="*/ 159664 w 159469"/>
                <a:gd name="connsiteY3" fmla="*/ 104745 h 158545"/>
                <a:gd name="connsiteX4" fmla="*/ 150824 w 159469"/>
                <a:gd name="connsiteY4" fmla="*/ 104745 h 158545"/>
                <a:gd name="connsiteX5" fmla="*/ 150824 w 159469"/>
                <a:gd name="connsiteY5" fmla="*/ 124089 h 158545"/>
                <a:gd name="connsiteX6" fmla="*/ 138095 w 159469"/>
                <a:gd name="connsiteY6" fmla="*/ 146195 h 158545"/>
                <a:gd name="connsiteX7" fmla="*/ 125012 w 159469"/>
                <a:gd name="connsiteY7" fmla="*/ 128924 h 158545"/>
                <a:gd name="connsiteX8" fmla="*/ 125012 w 159469"/>
                <a:gd name="connsiteY8" fmla="*/ 59841 h 158545"/>
                <a:gd name="connsiteX9" fmla="*/ 112283 w 159469"/>
                <a:gd name="connsiteY9" fmla="*/ 19082 h 158545"/>
                <a:gd name="connsiteX10" fmla="*/ 63841 w 159469"/>
                <a:gd name="connsiteY10" fmla="*/ 85 h 158545"/>
                <a:gd name="connsiteX11" fmla="*/ 10449 w 159469"/>
                <a:gd name="connsiteY11" fmla="*/ 39117 h 158545"/>
                <a:gd name="connsiteX12" fmla="*/ 26714 w 159469"/>
                <a:gd name="connsiteY12" fmla="*/ 55351 h 158545"/>
                <a:gd name="connsiteX13" fmla="*/ 42979 w 159469"/>
                <a:gd name="connsiteY13" fmla="*/ 39462 h 158545"/>
                <a:gd name="connsiteX14" fmla="*/ 24946 w 159469"/>
                <a:gd name="connsiteY14" fmla="*/ 23573 h 158545"/>
                <a:gd name="connsiteX15" fmla="*/ 63134 w 159469"/>
                <a:gd name="connsiteY15" fmla="*/ 7684 h 158545"/>
                <a:gd name="connsiteX16" fmla="*/ 100614 w 159469"/>
                <a:gd name="connsiteY16" fmla="*/ 51897 h 158545"/>
                <a:gd name="connsiteX17" fmla="*/ 100614 w 159469"/>
                <a:gd name="connsiteY17" fmla="*/ 64677 h 158545"/>
                <a:gd name="connsiteX18" fmla="*/ 35554 w 159469"/>
                <a:gd name="connsiteY18" fmla="*/ 77112 h 158545"/>
                <a:gd name="connsiteX19" fmla="*/ 194 w 159469"/>
                <a:gd name="connsiteY19" fmla="*/ 122016 h 158545"/>
                <a:gd name="connsiteX20" fmla="*/ 56769 w 159469"/>
                <a:gd name="connsiteY20" fmla="*/ 158630 h 158545"/>
                <a:gd name="connsiteX21" fmla="*/ 103089 w 159469"/>
                <a:gd name="connsiteY21" fmla="*/ 128579 h 158545"/>
                <a:gd name="connsiteX22" fmla="*/ 100614 w 159469"/>
                <a:gd name="connsiteY22" fmla="*/ 71931 h 158545"/>
                <a:gd name="connsiteX23" fmla="*/ 100614 w 159469"/>
                <a:gd name="connsiteY23" fmla="*/ 106472 h 158545"/>
                <a:gd name="connsiteX24" fmla="*/ 59244 w 159469"/>
                <a:gd name="connsiteY24" fmla="*/ 151031 h 158545"/>
                <a:gd name="connsiteX25" fmla="*/ 27421 w 159469"/>
                <a:gd name="connsiteY25" fmla="*/ 121671 h 158545"/>
                <a:gd name="connsiteX26" fmla="*/ 100614 w 159469"/>
                <a:gd name="connsiteY26" fmla="*/ 71931 h 158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59469" h="158545">
                  <a:moveTo>
                    <a:pt x="103089" y="128579"/>
                  </a:moveTo>
                  <a:cubicBezTo>
                    <a:pt x="104504" y="142396"/>
                    <a:pt x="114051" y="156903"/>
                    <a:pt x="130669" y="156903"/>
                  </a:cubicBezTo>
                  <a:cubicBezTo>
                    <a:pt x="138095" y="156903"/>
                    <a:pt x="159664" y="152067"/>
                    <a:pt x="159664" y="124089"/>
                  </a:cubicBezTo>
                  <a:lnTo>
                    <a:pt x="159664" y="104745"/>
                  </a:lnTo>
                  <a:lnTo>
                    <a:pt x="150824" y="104745"/>
                  </a:lnTo>
                  <a:lnTo>
                    <a:pt x="150824" y="124089"/>
                  </a:lnTo>
                  <a:cubicBezTo>
                    <a:pt x="150824" y="144123"/>
                    <a:pt x="141984" y="146195"/>
                    <a:pt x="138095" y="146195"/>
                  </a:cubicBezTo>
                  <a:cubicBezTo>
                    <a:pt x="126426" y="146195"/>
                    <a:pt x="125012" y="130651"/>
                    <a:pt x="125012" y="128924"/>
                  </a:cubicBezTo>
                  <a:lnTo>
                    <a:pt x="125012" y="59841"/>
                  </a:lnTo>
                  <a:cubicBezTo>
                    <a:pt x="125012" y="45334"/>
                    <a:pt x="125012" y="31863"/>
                    <a:pt x="112283" y="19082"/>
                  </a:cubicBezTo>
                  <a:cubicBezTo>
                    <a:pt x="98493" y="5611"/>
                    <a:pt x="80813" y="85"/>
                    <a:pt x="63841" y="85"/>
                  </a:cubicBezTo>
                  <a:cubicBezTo>
                    <a:pt x="34846" y="85"/>
                    <a:pt x="10449" y="16319"/>
                    <a:pt x="10449" y="39117"/>
                  </a:cubicBezTo>
                  <a:cubicBezTo>
                    <a:pt x="10449" y="49479"/>
                    <a:pt x="17520" y="55351"/>
                    <a:pt x="26714" y="55351"/>
                  </a:cubicBezTo>
                  <a:cubicBezTo>
                    <a:pt x="36614" y="55351"/>
                    <a:pt x="42979" y="48443"/>
                    <a:pt x="42979" y="39462"/>
                  </a:cubicBezTo>
                  <a:cubicBezTo>
                    <a:pt x="42979" y="35317"/>
                    <a:pt x="41211" y="23918"/>
                    <a:pt x="24946" y="23573"/>
                  </a:cubicBezTo>
                  <a:cubicBezTo>
                    <a:pt x="34493" y="11483"/>
                    <a:pt x="51819" y="7684"/>
                    <a:pt x="63134" y="7684"/>
                  </a:cubicBezTo>
                  <a:cubicBezTo>
                    <a:pt x="80459" y="7684"/>
                    <a:pt x="100614" y="21155"/>
                    <a:pt x="100614" y="51897"/>
                  </a:cubicBezTo>
                  <a:lnTo>
                    <a:pt x="100614" y="64677"/>
                  </a:lnTo>
                  <a:cubicBezTo>
                    <a:pt x="82581" y="65713"/>
                    <a:pt x="57830" y="66750"/>
                    <a:pt x="35554" y="77112"/>
                  </a:cubicBezTo>
                  <a:cubicBezTo>
                    <a:pt x="9034" y="88856"/>
                    <a:pt x="194" y="106818"/>
                    <a:pt x="194" y="122016"/>
                  </a:cubicBezTo>
                  <a:cubicBezTo>
                    <a:pt x="194" y="149995"/>
                    <a:pt x="34493" y="158630"/>
                    <a:pt x="56769" y="158630"/>
                  </a:cubicBezTo>
                  <a:cubicBezTo>
                    <a:pt x="80106" y="158630"/>
                    <a:pt x="96371" y="144813"/>
                    <a:pt x="103089" y="128579"/>
                  </a:cubicBezTo>
                  <a:close/>
                  <a:moveTo>
                    <a:pt x="100614" y="71931"/>
                  </a:moveTo>
                  <a:lnTo>
                    <a:pt x="100614" y="106472"/>
                  </a:lnTo>
                  <a:cubicBezTo>
                    <a:pt x="100614" y="139287"/>
                    <a:pt x="75156" y="151031"/>
                    <a:pt x="59244" y="151031"/>
                  </a:cubicBezTo>
                  <a:cubicBezTo>
                    <a:pt x="41918" y="151031"/>
                    <a:pt x="27421" y="138941"/>
                    <a:pt x="27421" y="121671"/>
                  </a:cubicBezTo>
                  <a:cubicBezTo>
                    <a:pt x="27421" y="102673"/>
                    <a:pt x="42272" y="74003"/>
                    <a:pt x="100614" y="71931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E49B59C8-DDAF-BB2C-075A-49396518426A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10056690" y="6566499"/>
              <a:ext cx="177855" cy="152673"/>
            </a:xfrm>
            <a:custGeom>
              <a:avLst/>
              <a:gdLst>
                <a:gd name="connsiteX0" fmla="*/ 27780 w 177855"/>
                <a:gd name="connsiteY0" fmla="*/ 33935 h 152673"/>
                <a:gd name="connsiteX1" fmla="*/ 27780 w 177855"/>
                <a:gd name="connsiteY1" fmla="*/ 126506 h 152673"/>
                <a:gd name="connsiteX2" fmla="*/ 199 w 177855"/>
                <a:gd name="connsiteY2" fmla="*/ 142050 h 152673"/>
                <a:gd name="connsiteX3" fmla="*/ 199 w 177855"/>
                <a:gd name="connsiteY3" fmla="*/ 152758 h 152673"/>
                <a:gd name="connsiteX4" fmla="*/ 40155 w 177855"/>
                <a:gd name="connsiteY4" fmla="*/ 151722 h 152673"/>
                <a:gd name="connsiteX5" fmla="*/ 79757 w 177855"/>
                <a:gd name="connsiteY5" fmla="*/ 152758 h 152673"/>
                <a:gd name="connsiteX6" fmla="*/ 79757 w 177855"/>
                <a:gd name="connsiteY6" fmla="*/ 142050 h 152673"/>
                <a:gd name="connsiteX7" fmla="*/ 52177 w 177855"/>
                <a:gd name="connsiteY7" fmla="*/ 126506 h 152673"/>
                <a:gd name="connsiteX8" fmla="*/ 52177 w 177855"/>
                <a:gd name="connsiteY8" fmla="*/ 62950 h 152673"/>
                <a:gd name="connsiteX9" fmla="*/ 99912 w 177855"/>
                <a:gd name="connsiteY9" fmla="*/ 7684 h 152673"/>
                <a:gd name="connsiteX10" fmla="*/ 126078 w 177855"/>
                <a:gd name="connsiteY10" fmla="*/ 46025 h 152673"/>
                <a:gd name="connsiteX11" fmla="*/ 126078 w 177855"/>
                <a:gd name="connsiteY11" fmla="*/ 126506 h 152673"/>
                <a:gd name="connsiteX12" fmla="*/ 98498 w 177855"/>
                <a:gd name="connsiteY12" fmla="*/ 142050 h 152673"/>
                <a:gd name="connsiteX13" fmla="*/ 98498 w 177855"/>
                <a:gd name="connsiteY13" fmla="*/ 152758 h 152673"/>
                <a:gd name="connsiteX14" fmla="*/ 138453 w 177855"/>
                <a:gd name="connsiteY14" fmla="*/ 151722 h 152673"/>
                <a:gd name="connsiteX15" fmla="*/ 178055 w 177855"/>
                <a:gd name="connsiteY15" fmla="*/ 152758 h 152673"/>
                <a:gd name="connsiteX16" fmla="*/ 178055 w 177855"/>
                <a:gd name="connsiteY16" fmla="*/ 142050 h 152673"/>
                <a:gd name="connsiteX17" fmla="*/ 150475 w 177855"/>
                <a:gd name="connsiteY17" fmla="*/ 131688 h 152673"/>
                <a:gd name="connsiteX18" fmla="*/ 150475 w 177855"/>
                <a:gd name="connsiteY18" fmla="*/ 65713 h 152673"/>
                <a:gd name="connsiteX19" fmla="*/ 139514 w 177855"/>
                <a:gd name="connsiteY19" fmla="*/ 12865 h 152673"/>
                <a:gd name="connsiteX20" fmla="*/ 102387 w 177855"/>
                <a:gd name="connsiteY20" fmla="*/ 85 h 152673"/>
                <a:gd name="connsiteX21" fmla="*/ 50056 w 177855"/>
                <a:gd name="connsiteY21" fmla="*/ 36353 h 152673"/>
                <a:gd name="connsiteX22" fmla="*/ 50056 w 177855"/>
                <a:gd name="connsiteY22" fmla="*/ 85 h 152673"/>
                <a:gd name="connsiteX23" fmla="*/ 199 w 177855"/>
                <a:gd name="connsiteY23" fmla="*/ 3884 h 152673"/>
                <a:gd name="connsiteX24" fmla="*/ 199 w 177855"/>
                <a:gd name="connsiteY24" fmla="*/ 14592 h 152673"/>
                <a:gd name="connsiteX25" fmla="*/ 27780 w 177855"/>
                <a:gd name="connsiteY25" fmla="*/ 33935 h 152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855" h="152673">
                  <a:moveTo>
                    <a:pt x="27780" y="33935"/>
                  </a:moveTo>
                  <a:lnTo>
                    <a:pt x="27780" y="126506"/>
                  </a:lnTo>
                  <a:cubicBezTo>
                    <a:pt x="27780" y="142050"/>
                    <a:pt x="23890" y="142050"/>
                    <a:pt x="199" y="142050"/>
                  </a:cubicBezTo>
                  <a:lnTo>
                    <a:pt x="199" y="152758"/>
                  </a:lnTo>
                  <a:cubicBezTo>
                    <a:pt x="12575" y="152413"/>
                    <a:pt x="30608" y="151722"/>
                    <a:pt x="40155" y="151722"/>
                  </a:cubicBezTo>
                  <a:cubicBezTo>
                    <a:pt x="49349" y="151722"/>
                    <a:pt x="67735" y="152413"/>
                    <a:pt x="79757" y="152758"/>
                  </a:cubicBezTo>
                  <a:lnTo>
                    <a:pt x="79757" y="142050"/>
                  </a:lnTo>
                  <a:cubicBezTo>
                    <a:pt x="56067" y="142050"/>
                    <a:pt x="52177" y="142050"/>
                    <a:pt x="52177" y="126506"/>
                  </a:cubicBezTo>
                  <a:lnTo>
                    <a:pt x="52177" y="62950"/>
                  </a:lnTo>
                  <a:cubicBezTo>
                    <a:pt x="52177" y="27027"/>
                    <a:pt x="77282" y="7684"/>
                    <a:pt x="99912" y="7684"/>
                  </a:cubicBezTo>
                  <a:cubicBezTo>
                    <a:pt x="122188" y="7684"/>
                    <a:pt x="126078" y="26336"/>
                    <a:pt x="126078" y="46025"/>
                  </a:cubicBezTo>
                  <a:lnTo>
                    <a:pt x="126078" y="126506"/>
                  </a:lnTo>
                  <a:cubicBezTo>
                    <a:pt x="126078" y="142050"/>
                    <a:pt x="122188" y="142050"/>
                    <a:pt x="98498" y="142050"/>
                  </a:cubicBezTo>
                  <a:lnTo>
                    <a:pt x="98498" y="152758"/>
                  </a:lnTo>
                  <a:cubicBezTo>
                    <a:pt x="110873" y="152413"/>
                    <a:pt x="128906" y="151722"/>
                    <a:pt x="138453" y="151722"/>
                  </a:cubicBezTo>
                  <a:cubicBezTo>
                    <a:pt x="147647" y="151722"/>
                    <a:pt x="166033" y="152413"/>
                    <a:pt x="178055" y="152758"/>
                  </a:cubicBezTo>
                  <a:lnTo>
                    <a:pt x="178055" y="142050"/>
                  </a:lnTo>
                  <a:cubicBezTo>
                    <a:pt x="159669" y="142050"/>
                    <a:pt x="150829" y="142050"/>
                    <a:pt x="150475" y="131688"/>
                  </a:cubicBezTo>
                  <a:lnTo>
                    <a:pt x="150475" y="65713"/>
                  </a:lnTo>
                  <a:cubicBezTo>
                    <a:pt x="150475" y="36008"/>
                    <a:pt x="150475" y="25300"/>
                    <a:pt x="139514" y="12865"/>
                  </a:cubicBezTo>
                  <a:cubicBezTo>
                    <a:pt x="134564" y="6993"/>
                    <a:pt x="122895" y="85"/>
                    <a:pt x="102387" y="85"/>
                  </a:cubicBezTo>
                  <a:cubicBezTo>
                    <a:pt x="76575" y="85"/>
                    <a:pt x="59956" y="14938"/>
                    <a:pt x="50056" y="36353"/>
                  </a:cubicBezTo>
                  <a:lnTo>
                    <a:pt x="50056" y="85"/>
                  </a:lnTo>
                  <a:lnTo>
                    <a:pt x="199" y="3884"/>
                  </a:lnTo>
                  <a:lnTo>
                    <a:pt x="199" y="14592"/>
                  </a:lnTo>
                  <a:cubicBezTo>
                    <a:pt x="24951" y="14592"/>
                    <a:pt x="27780" y="17010"/>
                    <a:pt x="27780" y="33935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7894CF11-3689-EB40-7209-019FE60661CF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0253130" y="6479455"/>
              <a:ext cx="177855" cy="239717"/>
            </a:xfrm>
            <a:custGeom>
              <a:avLst/>
              <a:gdLst>
                <a:gd name="connsiteX0" fmla="*/ 27785 w 177855"/>
                <a:gd name="connsiteY0" fmla="*/ 213551 h 239717"/>
                <a:gd name="connsiteX1" fmla="*/ 205 w 177855"/>
                <a:gd name="connsiteY1" fmla="*/ 229095 h 239717"/>
                <a:gd name="connsiteX2" fmla="*/ 205 w 177855"/>
                <a:gd name="connsiteY2" fmla="*/ 239802 h 239717"/>
                <a:gd name="connsiteX3" fmla="*/ 40161 w 177855"/>
                <a:gd name="connsiteY3" fmla="*/ 238766 h 239717"/>
                <a:gd name="connsiteX4" fmla="*/ 79763 w 177855"/>
                <a:gd name="connsiteY4" fmla="*/ 239802 h 239717"/>
                <a:gd name="connsiteX5" fmla="*/ 79763 w 177855"/>
                <a:gd name="connsiteY5" fmla="*/ 229095 h 239717"/>
                <a:gd name="connsiteX6" fmla="*/ 52183 w 177855"/>
                <a:gd name="connsiteY6" fmla="*/ 213551 h 239717"/>
                <a:gd name="connsiteX7" fmla="*/ 52183 w 177855"/>
                <a:gd name="connsiteY7" fmla="*/ 149995 h 239717"/>
                <a:gd name="connsiteX8" fmla="*/ 99917 w 177855"/>
                <a:gd name="connsiteY8" fmla="*/ 94728 h 239717"/>
                <a:gd name="connsiteX9" fmla="*/ 126083 w 177855"/>
                <a:gd name="connsiteY9" fmla="*/ 133069 h 239717"/>
                <a:gd name="connsiteX10" fmla="*/ 126083 w 177855"/>
                <a:gd name="connsiteY10" fmla="*/ 213551 h 239717"/>
                <a:gd name="connsiteX11" fmla="*/ 98503 w 177855"/>
                <a:gd name="connsiteY11" fmla="*/ 229095 h 239717"/>
                <a:gd name="connsiteX12" fmla="*/ 98503 w 177855"/>
                <a:gd name="connsiteY12" fmla="*/ 239802 h 239717"/>
                <a:gd name="connsiteX13" fmla="*/ 138459 w 177855"/>
                <a:gd name="connsiteY13" fmla="*/ 238766 h 239717"/>
                <a:gd name="connsiteX14" fmla="*/ 178061 w 177855"/>
                <a:gd name="connsiteY14" fmla="*/ 239802 h 239717"/>
                <a:gd name="connsiteX15" fmla="*/ 178061 w 177855"/>
                <a:gd name="connsiteY15" fmla="*/ 229095 h 239717"/>
                <a:gd name="connsiteX16" fmla="*/ 150481 w 177855"/>
                <a:gd name="connsiteY16" fmla="*/ 218732 h 239717"/>
                <a:gd name="connsiteX17" fmla="*/ 150481 w 177855"/>
                <a:gd name="connsiteY17" fmla="*/ 152758 h 239717"/>
                <a:gd name="connsiteX18" fmla="*/ 139520 w 177855"/>
                <a:gd name="connsiteY18" fmla="*/ 99910 h 239717"/>
                <a:gd name="connsiteX19" fmla="*/ 102393 w 177855"/>
                <a:gd name="connsiteY19" fmla="*/ 87129 h 239717"/>
                <a:gd name="connsiteX20" fmla="*/ 51122 w 177855"/>
                <a:gd name="connsiteY20" fmla="*/ 120980 h 239717"/>
                <a:gd name="connsiteX21" fmla="*/ 51122 w 177855"/>
                <a:gd name="connsiteY21" fmla="*/ 85 h 239717"/>
                <a:gd name="connsiteX22" fmla="*/ 205 w 177855"/>
                <a:gd name="connsiteY22" fmla="*/ 3884 h 239717"/>
                <a:gd name="connsiteX23" fmla="*/ 205 w 177855"/>
                <a:gd name="connsiteY23" fmla="*/ 14592 h 239717"/>
                <a:gd name="connsiteX24" fmla="*/ 27785 w 177855"/>
                <a:gd name="connsiteY24" fmla="*/ 33935 h 239717"/>
                <a:gd name="connsiteX25" fmla="*/ 27785 w 177855"/>
                <a:gd name="connsiteY25" fmla="*/ 213551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855" h="239717">
                  <a:moveTo>
                    <a:pt x="27785" y="213551"/>
                  </a:moveTo>
                  <a:cubicBezTo>
                    <a:pt x="27785" y="229095"/>
                    <a:pt x="23896" y="229095"/>
                    <a:pt x="205" y="229095"/>
                  </a:cubicBezTo>
                  <a:lnTo>
                    <a:pt x="205" y="239802"/>
                  </a:lnTo>
                  <a:cubicBezTo>
                    <a:pt x="12581" y="239457"/>
                    <a:pt x="30614" y="238766"/>
                    <a:pt x="40161" y="238766"/>
                  </a:cubicBezTo>
                  <a:cubicBezTo>
                    <a:pt x="49354" y="238766"/>
                    <a:pt x="67741" y="239457"/>
                    <a:pt x="79763" y="239802"/>
                  </a:cubicBezTo>
                  <a:lnTo>
                    <a:pt x="79763" y="229095"/>
                  </a:lnTo>
                  <a:cubicBezTo>
                    <a:pt x="56072" y="229095"/>
                    <a:pt x="52183" y="229095"/>
                    <a:pt x="52183" y="213551"/>
                  </a:cubicBezTo>
                  <a:lnTo>
                    <a:pt x="52183" y="149995"/>
                  </a:lnTo>
                  <a:cubicBezTo>
                    <a:pt x="52183" y="114072"/>
                    <a:pt x="77288" y="94728"/>
                    <a:pt x="99917" y="94728"/>
                  </a:cubicBezTo>
                  <a:cubicBezTo>
                    <a:pt x="122194" y="94728"/>
                    <a:pt x="126083" y="113381"/>
                    <a:pt x="126083" y="133069"/>
                  </a:cubicBezTo>
                  <a:lnTo>
                    <a:pt x="126083" y="213551"/>
                  </a:lnTo>
                  <a:cubicBezTo>
                    <a:pt x="126083" y="229095"/>
                    <a:pt x="122194" y="229095"/>
                    <a:pt x="98503" y="229095"/>
                  </a:cubicBezTo>
                  <a:lnTo>
                    <a:pt x="98503" y="239802"/>
                  </a:lnTo>
                  <a:cubicBezTo>
                    <a:pt x="110879" y="239457"/>
                    <a:pt x="128912" y="238766"/>
                    <a:pt x="138459" y="238766"/>
                  </a:cubicBezTo>
                  <a:cubicBezTo>
                    <a:pt x="147652" y="238766"/>
                    <a:pt x="166039" y="239457"/>
                    <a:pt x="178061" y="239802"/>
                  </a:cubicBezTo>
                  <a:lnTo>
                    <a:pt x="178061" y="229095"/>
                  </a:lnTo>
                  <a:cubicBezTo>
                    <a:pt x="159674" y="229095"/>
                    <a:pt x="150834" y="229095"/>
                    <a:pt x="150481" y="218732"/>
                  </a:cubicBezTo>
                  <a:lnTo>
                    <a:pt x="150481" y="152758"/>
                  </a:lnTo>
                  <a:cubicBezTo>
                    <a:pt x="150481" y="123052"/>
                    <a:pt x="150481" y="112344"/>
                    <a:pt x="139520" y="99910"/>
                  </a:cubicBezTo>
                  <a:cubicBezTo>
                    <a:pt x="134569" y="94037"/>
                    <a:pt x="122901" y="87129"/>
                    <a:pt x="102393" y="87129"/>
                  </a:cubicBezTo>
                  <a:cubicBezTo>
                    <a:pt x="72691" y="87129"/>
                    <a:pt x="57133" y="107854"/>
                    <a:pt x="51122" y="120980"/>
                  </a:cubicBezTo>
                  <a:lnTo>
                    <a:pt x="51122" y="85"/>
                  </a:lnTo>
                  <a:lnTo>
                    <a:pt x="205" y="3884"/>
                  </a:lnTo>
                  <a:lnTo>
                    <a:pt x="205" y="14592"/>
                  </a:lnTo>
                  <a:cubicBezTo>
                    <a:pt x="24956" y="14592"/>
                    <a:pt x="27785" y="17010"/>
                    <a:pt x="27785" y="33935"/>
                  </a:cubicBezTo>
                  <a:lnTo>
                    <a:pt x="27785" y="213551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42EF4DD-22B0-EA53-31E6-2D95B68B13F2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0532190" y="6460111"/>
              <a:ext cx="82032" cy="345414"/>
            </a:xfrm>
            <a:custGeom>
              <a:avLst/>
              <a:gdLst>
                <a:gd name="connsiteX0" fmla="*/ 82245 w 82032"/>
                <a:gd name="connsiteY0" fmla="*/ 342045 h 345414"/>
                <a:gd name="connsiteX1" fmla="*/ 76234 w 82032"/>
                <a:gd name="connsiteY1" fmla="*/ 334446 h 345414"/>
                <a:gd name="connsiteX2" fmla="*/ 20720 w 82032"/>
                <a:gd name="connsiteY2" fmla="*/ 172792 h 345414"/>
                <a:gd name="connsiteX3" fmla="*/ 77649 w 82032"/>
                <a:gd name="connsiteY3" fmla="*/ 9411 h 345414"/>
                <a:gd name="connsiteX4" fmla="*/ 82245 w 82032"/>
                <a:gd name="connsiteY4" fmla="*/ 3539 h 345414"/>
                <a:gd name="connsiteX5" fmla="*/ 78709 w 82032"/>
                <a:gd name="connsiteY5" fmla="*/ 85 h 345414"/>
                <a:gd name="connsiteX6" fmla="*/ 22488 w 82032"/>
                <a:gd name="connsiteY6" fmla="*/ 67441 h 345414"/>
                <a:gd name="connsiteX7" fmla="*/ 212 w 82032"/>
                <a:gd name="connsiteY7" fmla="*/ 172792 h 345414"/>
                <a:gd name="connsiteX8" fmla="*/ 23549 w 82032"/>
                <a:gd name="connsiteY8" fmla="*/ 280561 h 345414"/>
                <a:gd name="connsiteX9" fmla="*/ 78709 w 82032"/>
                <a:gd name="connsiteY9" fmla="*/ 345499 h 345414"/>
                <a:gd name="connsiteX10" fmla="*/ 82245 w 82032"/>
                <a:gd name="connsiteY10" fmla="*/ 34204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32" h="345414">
                  <a:moveTo>
                    <a:pt x="82245" y="342045"/>
                  </a:moveTo>
                  <a:cubicBezTo>
                    <a:pt x="82245" y="341009"/>
                    <a:pt x="82245" y="340318"/>
                    <a:pt x="76234" y="334446"/>
                  </a:cubicBezTo>
                  <a:cubicBezTo>
                    <a:pt x="32035" y="290924"/>
                    <a:pt x="20720" y="225640"/>
                    <a:pt x="20720" y="172792"/>
                  </a:cubicBezTo>
                  <a:cubicBezTo>
                    <a:pt x="20720" y="112690"/>
                    <a:pt x="34157" y="52588"/>
                    <a:pt x="77649" y="9411"/>
                  </a:cubicBezTo>
                  <a:cubicBezTo>
                    <a:pt x="82245" y="5266"/>
                    <a:pt x="82245" y="4575"/>
                    <a:pt x="82245" y="3539"/>
                  </a:cubicBezTo>
                  <a:cubicBezTo>
                    <a:pt x="82245" y="1121"/>
                    <a:pt x="80831" y="85"/>
                    <a:pt x="78709" y="85"/>
                  </a:cubicBezTo>
                  <a:cubicBezTo>
                    <a:pt x="75173" y="85"/>
                    <a:pt x="43350" y="23573"/>
                    <a:pt x="22488" y="67441"/>
                  </a:cubicBezTo>
                  <a:cubicBezTo>
                    <a:pt x="4455" y="105436"/>
                    <a:pt x="212" y="143777"/>
                    <a:pt x="212" y="172792"/>
                  </a:cubicBezTo>
                  <a:cubicBezTo>
                    <a:pt x="212" y="199734"/>
                    <a:pt x="4102" y="241530"/>
                    <a:pt x="23549" y="280561"/>
                  </a:cubicBezTo>
                  <a:cubicBezTo>
                    <a:pt x="44765" y="323047"/>
                    <a:pt x="75173" y="345499"/>
                    <a:pt x="78709" y="345499"/>
                  </a:cubicBezTo>
                  <a:cubicBezTo>
                    <a:pt x="80831" y="345499"/>
                    <a:pt x="82245" y="344463"/>
                    <a:pt x="82245" y="342045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696FF9B-71E6-9F6F-EE38-9801B5DB81EE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10643179" y="6482218"/>
              <a:ext cx="403092" cy="239717"/>
            </a:xfrm>
            <a:custGeom>
              <a:avLst/>
              <a:gdLst>
                <a:gd name="connsiteX0" fmla="*/ 369718 w 403092"/>
                <a:gd name="connsiteY0" fmla="*/ 24609 h 239717"/>
                <a:gd name="connsiteX1" fmla="*/ 383154 w 403092"/>
                <a:gd name="connsiteY1" fmla="*/ 17010 h 239717"/>
                <a:gd name="connsiteX2" fmla="*/ 403309 w 403092"/>
                <a:gd name="connsiteY2" fmla="*/ 16319 h 239717"/>
                <a:gd name="connsiteX3" fmla="*/ 403309 w 403092"/>
                <a:gd name="connsiteY3" fmla="*/ 85 h 239717"/>
                <a:gd name="connsiteX4" fmla="*/ 365475 w 403092"/>
                <a:gd name="connsiteY4" fmla="*/ 1121 h 239717"/>
                <a:gd name="connsiteX5" fmla="*/ 317387 w 403092"/>
                <a:gd name="connsiteY5" fmla="*/ 85 h 239717"/>
                <a:gd name="connsiteX6" fmla="*/ 317387 w 403092"/>
                <a:gd name="connsiteY6" fmla="*/ 16319 h 239717"/>
                <a:gd name="connsiteX7" fmla="*/ 353453 w 403092"/>
                <a:gd name="connsiteY7" fmla="*/ 20119 h 239717"/>
                <a:gd name="connsiteX8" fmla="*/ 292635 w 403092"/>
                <a:gd name="connsiteY8" fmla="*/ 174519 h 239717"/>
                <a:gd name="connsiteX9" fmla="*/ 230050 w 403092"/>
                <a:gd name="connsiteY9" fmla="*/ 16319 h 239717"/>
                <a:gd name="connsiteX10" fmla="*/ 263994 w 403092"/>
                <a:gd name="connsiteY10" fmla="*/ 16319 h 239717"/>
                <a:gd name="connsiteX11" fmla="*/ 263994 w 403092"/>
                <a:gd name="connsiteY11" fmla="*/ 85 h 239717"/>
                <a:gd name="connsiteX12" fmla="*/ 202116 w 403092"/>
                <a:gd name="connsiteY12" fmla="*/ 1121 h 239717"/>
                <a:gd name="connsiteX13" fmla="*/ 148017 w 403092"/>
                <a:gd name="connsiteY13" fmla="*/ 85 h 239717"/>
                <a:gd name="connsiteX14" fmla="*/ 148017 w 403092"/>
                <a:gd name="connsiteY14" fmla="*/ 16319 h 239717"/>
                <a:gd name="connsiteX15" fmla="*/ 178426 w 403092"/>
                <a:gd name="connsiteY15" fmla="*/ 16319 h 239717"/>
                <a:gd name="connsiteX16" fmla="*/ 192923 w 403092"/>
                <a:gd name="connsiteY16" fmla="*/ 52933 h 239717"/>
                <a:gd name="connsiteX17" fmla="*/ 144835 w 403092"/>
                <a:gd name="connsiteY17" fmla="*/ 174519 h 239717"/>
                <a:gd name="connsiteX18" fmla="*/ 82249 w 403092"/>
                <a:gd name="connsiteY18" fmla="*/ 16319 h 239717"/>
                <a:gd name="connsiteX19" fmla="*/ 116194 w 403092"/>
                <a:gd name="connsiteY19" fmla="*/ 16319 h 239717"/>
                <a:gd name="connsiteX20" fmla="*/ 116194 w 403092"/>
                <a:gd name="connsiteY20" fmla="*/ 85 h 239717"/>
                <a:gd name="connsiteX21" fmla="*/ 54315 w 403092"/>
                <a:gd name="connsiteY21" fmla="*/ 1121 h 239717"/>
                <a:gd name="connsiteX22" fmla="*/ 216 w 403092"/>
                <a:gd name="connsiteY22" fmla="*/ 85 h 239717"/>
                <a:gd name="connsiteX23" fmla="*/ 216 w 403092"/>
                <a:gd name="connsiteY23" fmla="*/ 16319 h 239717"/>
                <a:gd name="connsiteX24" fmla="*/ 30625 w 403092"/>
                <a:gd name="connsiteY24" fmla="*/ 16319 h 239717"/>
                <a:gd name="connsiteX25" fmla="*/ 115487 w 403092"/>
                <a:gd name="connsiteY25" fmla="*/ 230822 h 239717"/>
                <a:gd name="connsiteX26" fmla="*/ 127862 w 403092"/>
                <a:gd name="connsiteY26" fmla="*/ 239802 h 239717"/>
                <a:gd name="connsiteX27" fmla="*/ 140238 w 403092"/>
                <a:gd name="connsiteY27" fmla="*/ 230822 h 239717"/>
                <a:gd name="connsiteX28" fmla="*/ 201763 w 403092"/>
                <a:gd name="connsiteY28" fmla="*/ 75385 h 239717"/>
                <a:gd name="connsiteX29" fmla="*/ 263287 w 403092"/>
                <a:gd name="connsiteY29" fmla="*/ 230822 h 239717"/>
                <a:gd name="connsiteX30" fmla="*/ 275663 w 403092"/>
                <a:gd name="connsiteY30" fmla="*/ 239802 h 239717"/>
                <a:gd name="connsiteX31" fmla="*/ 288039 w 403092"/>
                <a:gd name="connsiteY31" fmla="*/ 230822 h 239717"/>
                <a:gd name="connsiteX32" fmla="*/ 369718 w 403092"/>
                <a:gd name="connsiteY32" fmla="*/ 24609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3092" h="239717">
                  <a:moveTo>
                    <a:pt x="369718" y="24609"/>
                  </a:moveTo>
                  <a:cubicBezTo>
                    <a:pt x="371839" y="18737"/>
                    <a:pt x="372193" y="18046"/>
                    <a:pt x="383154" y="17010"/>
                  </a:cubicBezTo>
                  <a:cubicBezTo>
                    <a:pt x="390226" y="16319"/>
                    <a:pt x="397652" y="16319"/>
                    <a:pt x="403309" y="16319"/>
                  </a:cubicBezTo>
                  <a:lnTo>
                    <a:pt x="403309" y="85"/>
                  </a:lnTo>
                  <a:cubicBezTo>
                    <a:pt x="393762" y="430"/>
                    <a:pt x="381386" y="1121"/>
                    <a:pt x="365475" y="1121"/>
                  </a:cubicBezTo>
                  <a:cubicBezTo>
                    <a:pt x="352038" y="1121"/>
                    <a:pt x="330116" y="1121"/>
                    <a:pt x="317387" y="85"/>
                  </a:cubicBezTo>
                  <a:lnTo>
                    <a:pt x="317387" y="16319"/>
                  </a:lnTo>
                  <a:cubicBezTo>
                    <a:pt x="326226" y="16319"/>
                    <a:pt x="343199" y="16319"/>
                    <a:pt x="353453" y="20119"/>
                  </a:cubicBezTo>
                  <a:lnTo>
                    <a:pt x="292635" y="174519"/>
                  </a:lnTo>
                  <a:lnTo>
                    <a:pt x="230050" y="16319"/>
                  </a:lnTo>
                  <a:lnTo>
                    <a:pt x="263994" y="16319"/>
                  </a:lnTo>
                  <a:lnTo>
                    <a:pt x="263994" y="85"/>
                  </a:lnTo>
                  <a:cubicBezTo>
                    <a:pt x="250558" y="1121"/>
                    <a:pt x="217321" y="1121"/>
                    <a:pt x="202116" y="1121"/>
                  </a:cubicBezTo>
                  <a:cubicBezTo>
                    <a:pt x="188326" y="1121"/>
                    <a:pt x="160392" y="1121"/>
                    <a:pt x="148017" y="85"/>
                  </a:cubicBezTo>
                  <a:lnTo>
                    <a:pt x="148017" y="16319"/>
                  </a:lnTo>
                  <a:lnTo>
                    <a:pt x="178426" y="16319"/>
                  </a:lnTo>
                  <a:lnTo>
                    <a:pt x="192923" y="52933"/>
                  </a:lnTo>
                  <a:lnTo>
                    <a:pt x="144835" y="174519"/>
                  </a:lnTo>
                  <a:lnTo>
                    <a:pt x="82249" y="16319"/>
                  </a:lnTo>
                  <a:lnTo>
                    <a:pt x="116194" y="16319"/>
                  </a:lnTo>
                  <a:lnTo>
                    <a:pt x="116194" y="85"/>
                  </a:lnTo>
                  <a:cubicBezTo>
                    <a:pt x="102757" y="1121"/>
                    <a:pt x="69520" y="1121"/>
                    <a:pt x="54315" y="1121"/>
                  </a:cubicBezTo>
                  <a:cubicBezTo>
                    <a:pt x="40525" y="1121"/>
                    <a:pt x="12592" y="1121"/>
                    <a:pt x="216" y="85"/>
                  </a:cubicBezTo>
                  <a:lnTo>
                    <a:pt x="216" y="16319"/>
                  </a:lnTo>
                  <a:lnTo>
                    <a:pt x="30625" y="16319"/>
                  </a:lnTo>
                  <a:lnTo>
                    <a:pt x="115487" y="230822"/>
                  </a:lnTo>
                  <a:cubicBezTo>
                    <a:pt x="117608" y="236348"/>
                    <a:pt x="119022" y="239802"/>
                    <a:pt x="127862" y="239802"/>
                  </a:cubicBezTo>
                  <a:cubicBezTo>
                    <a:pt x="136702" y="239802"/>
                    <a:pt x="138116" y="236348"/>
                    <a:pt x="140238" y="230822"/>
                  </a:cubicBezTo>
                  <a:lnTo>
                    <a:pt x="201763" y="75385"/>
                  </a:lnTo>
                  <a:lnTo>
                    <a:pt x="263287" y="230822"/>
                  </a:lnTo>
                  <a:cubicBezTo>
                    <a:pt x="265409" y="236348"/>
                    <a:pt x="266823" y="239802"/>
                    <a:pt x="275663" y="239802"/>
                  </a:cubicBezTo>
                  <a:cubicBezTo>
                    <a:pt x="284503" y="239802"/>
                    <a:pt x="285917" y="236348"/>
                    <a:pt x="288039" y="230822"/>
                  </a:cubicBezTo>
                  <a:lnTo>
                    <a:pt x="369718" y="2460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8BB4083E-83A0-42C1-3677-0824A1489B22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11087247" y="6664355"/>
              <a:ext cx="101727" cy="109047"/>
            </a:xfrm>
            <a:custGeom>
              <a:avLst/>
              <a:gdLst>
                <a:gd name="connsiteX0" fmla="*/ 88095 w 101727"/>
                <a:gd name="connsiteY0" fmla="*/ 15561 h 109047"/>
                <a:gd name="connsiteX1" fmla="*/ 78442 w 101727"/>
                <a:gd name="connsiteY1" fmla="*/ 27408 h 109047"/>
                <a:gd name="connsiteX2" fmla="*/ 87353 w 101727"/>
                <a:gd name="connsiteY2" fmla="*/ 35388 h 109047"/>
                <a:gd name="connsiteX3" fmla="*/ 99728 w 101727"/>
                <a:gd name="connsiteY3" fmla="*/ 21122 h 109047"/>
                <a:gd name="connsiteX4" fmla="*/ 68789 w 101727"/>
                <a:gd name="connsiteY4" fmla="*/ 86 h 109047"/>
                <a:gd name="connsiteX5" fmla="*/ 228 w 101727"/>
                <a:gd name="connsiteY5" fmla="*/ 67546 h 109047"/>
                <a:gd name="connsiteX6" fmla="*/ 43295 w 101727"/>
                <a:gd name="connsiteY6" fmla="*/ 109134 h 109047"/>
                <a:gd name="connsiteX7" fmla="*/ 101956 w 101727"/>
                <a:gd name="connsiteY7" fmla="*/ 83262 h 109047"/>
                <a:gd name="connsiteX8" fmla="*/ 96263 w 101727"/>
                <a:gd name="connsiteY8" fmla="*/ 77459 h 109047"/>
                <a:gd name="connsiteX9" fmla="*/ 92550 w 101727"/>
                <a:gd name="connsiteY9" fmla="*/ 80119 h 109047"/>
                <a:gd name="connsiteX10" fmla="*/ 43543 w 101727"/>
                <a:gd name="connsiteY10" fmla="*/ 102363 h 109047"/>
                <a:gd name="connsiteX11" fmla="*/ 19781 w 101727"/>
                <a:gd name="connsiteY11" fmla="*/ 75767 h 109047"/>
                <a:gd name="connsiteX12" fmla="*/ 36612 w 101727"/>
                <a:gd name="connsiteY12" fmla="*/ 24749 h 109047"/>
                <a:gd name="connsiteX13" fmla="*/ 69037 w 101727"/>
                <a:gd name="connsiteY13" fmla="*/ 6856 h 109047"/>
                <a:gd name="connsiteX14" fmla="*/ 88095 w 101727"/>
                <a:gd name="connsiteY14" fmla="*/ 15561 h 109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1727" h="109047">
                  <a:moveTo>
                    <a:pt x="88095" y="15561"/>
                  </a:moveTo>
                  <a:cubicBezTo>
                    <a:pt x="80917" y="17495"/>
                    <a:pt x="78442" y="23298"/>
                    <a:pt x="78442" y="27408"/>
                  </a:cubicBezTo>
                  <a:cubicBezTo>
                    <a:pt x="78442" y="31277"/>
                    <a:pt x="81165" y="35388"/>
                    <a:pt x="87353" y="35388"/>
                  </a:cubicBezTo>
                  <a:cubicBezTo>
                    <a:pt x="91560" y="35388"/>
                    <a:pt x="99728" y="32728"/>
                    <a:pt x="99728" y="21122"/>
                  </a:cubicBezTo>
                  <a:cubicBezTo>
                    <a:pt x="99728" y="5406"/>
                    <a:pt x="82402" y="86"/>
                    <a:pt x="68789" y="86"/>
                  </a:cubicBezTo>
                  <a:cubicBezTo>
                    <a:pt x="34137" y="86"/>
                    <a:pt x="228" y="33211"/>
                    <a:pt x="228" y="67546"/>
                  </a:cubicBezTo>
                  <a:cubicBezTo>
                    <a:pt x="228" y="90274"/>
                    <a:pt x="15821" y="109134"/>
                    <a:pt x="43295" y="109134"/>
                  </a:cubicBezTo>
                  <a:cubicBezTo>
                    <a:pt x="83145" y="109134"/>
                    <a:pt x="101956" y="86405"/>
                    <a:pt x="101956" y="83262"/>
                  </a:cubicBezTo>
                  <a:cubicBezTo>
                    <a:pt x="101956" y="81328"/>
                    <a:pt x="98491" y="77459"/>
                    <a:pt x="96263" y="77459"/>
                  </a:cubicBezTo>
                  <a:cubicBezTo>
                    <a:pt x="95025" y="77459"/>
                    <a:pt x="94283" y="78184"/>
                    <a:pt x="92550" y="80119"/>
                  </a:cubicBezTo>
                  <a:cubicBezTo>
                    <a:pt x="77452" y="97769"/>
                    <a:pt x="55918" y="102363"/>
                    <a:pt x="43543" y="102363"/>
                  </a:cubicBezTo>
                  <a:cubicBezTo>
                    <a:pt x="31167" y="102363"/>
                    <a:pt x="19781" y="95352"/>
                    <a:pt x="19781" y="75767"/>
                  </a:cubicBezTo>
                  <a:cubicBezTo>
                    <a:pt x="19781" y="64402"/>
                    <a:pt x="25227" y="38773"/>
                    <a:pt x="36612" y="24749"/>
                  </a:cubicBezTo>
                  <a:cubicBezTo>
                    <a:pt x="46513" y="12417"/>
                    <a:pt x="58394" y="6856"/>
                    <a:pt x="69037" y="6856"/>
                  </a:cubicBezTo>
                  <a:cubicBezTo>
                    <a:pt x="73244" y="6856"/>
                    <a:pt x="83887" y="8065"/>
                    <a:pt x="88095" y="15561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B88E751B-2B58-83E9-CBB8-E98E0FB6547E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11249232" y="6460111"/>
              <a:ext cx="48441" cy="345414"/>
            </a:xfrm>
            <a:custGeom>
              <a:avLst/>
              <a:gdLst>
                <a:gd name="connsiteX0" fmla="*/ 48674 w 48441"/>
                <a:gd name="connsiteY0" fmla="*/ 345499 h 345414"/>
                <a:gd name="connsiteX1" fmla="*/ 48674 w 48441"/>
                <a:gd name="connsiteY1" fmla="*/ 331683 h 345414"/>
                <a:gd name="connsiteX2" fmla="*/ 14376 w 48441"/>
                <a:gd name="connsiteY2" fmla="*/ 331683 h 345414"/>
                <a:gd name="connsiteX3" fmla="*/ 14376 w 48441"/>
                <a:gd name="connsiteY3" fmla="*/ 13901 h 345414"/>
                <a:gd name="connsiteX4" fmla="*/ 48674 w 48441"/>
                <a:gd name="connsiteY4" fmla="*/ 13901 h 345414"/>
                <a:gd name="connsiteX5" fmla="*/ 48674 w 48441"/>
                <a:gd name="connsiteY5" fmla="*/ 85 h 345414"/>
                <a:gd name="connsiteX6" fmla="*/ 232 w 48441"/>
                <a:gd name="connsiteY6" fmla="*/ 85 h 345414"/>
                <a:gd name="connsiteX7" fmla="*/ 232 w 48441"/>
                <a:gd name="connsiteY7" fmla="*/ 345499 h 345414"/>
                <a:gd name="connsiteX8" fmla="*/ 48674 w 48441"/>
                <a:gd name="connsiteY8" fmla="*/ 345499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41" h="345414">
                  <a:moveTo>
                    <a:pt x="48674" y="345499"/>
                  </a:moveTo>
                  <a:lnTo>
                    <a:pt x="48674" y="331683"/>
                  </a:lnTo>
                  <a:lnTo>
                    <a:pt x="14376" y="331683"/>
                  </a:lnTo>
                  <a:lnTo>
                    <a:pt x="14376" y="13901"/>
                  </a:lnTo>
                  <a:lnTo>
                    <a:pt x="48674" y="13901"/>
                  </a:lnTo>
                  <a:lnTo>
                    <a:pt x="48674" y="85"/>
                  </a:lnTo>
                  <a:lnTo>
                    <a:pt x="232" y="85"/>
                  </a:lnTo>
                  <a:lnTo>
                    <a:pt x="232" y="345499"/>
                  </a:lnTo>
                  <a:lnTo>
                    <a:pt x="48674" y="34549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CA0A8EEC-E42C-B4BA-3076-72C09B4884E9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11313507" y="6565808"/>
              <a:ext cx="199071" cy="153364"/>
            </a:xfrm>
            <a:custGeom>
              <a:avLst/>
              <a:gdLst>
                <a:gd name="connsiteX0" fmla="*/ 114798 w 199071"/>
                <a:gd name="connsiteY0" fmla="*/ 68477 h 153364"/>
                <a:gd name="connsiteX1" fmla="*/ 156168 w 199071"/>
                <a:gd name="connsiteY1" fmla="*/ 23573 h 153364"/>
                <a:gd name="connsiteX2" fmla="*/ 192235 w 199071"/>
                <a:gd name="connsiteY2" fmla="*/ 16319 h 153364"/>
                <a:gd name="connsiteX3" fmla="*/ 192235 w 199071"/>
                <a:gd name="connsiteY3" fmla="*/ 85 h 153364"/>
                <a:gd name="connsiteX4" fmla="*/ 159704 w 199071"/>
                <a:gd name="connsiteY4" fmla="*/ 1121 h 153364"/>
                <a:gd name="connsiteX5" fmla="*/ 123284 w 199071"/>
                <a:gd name="connsiteY5" fmla="*/ 85 h 153364"/>
                <a:gd name="connsiteX6" fmla="*/ 123284 w 199071"/>
                <a:gd name="connsiteY6" fmla="*/ 16319 h 153364"/>
                <a:gd name="connsiteX7" fmla="*/ 136721 w 199071"/>
                <a:gd name="connsiteY7" fmla="*/ 19428 h 153364"/>
                <a:gd name="connsiteX8" fmla="*/ 133892 w 199071"/>
                <a:gd name="connsiteY8" fmla="*/ 23573 h 153364"/>
                <a:gd name="connsiteX9" fmla="*/ 104191 w 199071"/>
                <a:gd name="connsiteY9" fmla="*/ 56042 h 153364"/>
                <a:gd name="connsiteX10" fmla="*/ 69539 w 199071"/>
                <a:gd name="connsiteY10" fmla="*/ 16319 h 153364"/>
                <a:gd name="connsiteX11" fmla="*/ 83682 w 199071"/>
                <a:gd name="connsiteY11" fmla="*/ 16319 h 153364"/>
                <a:gd name="connsiteX12" fmla="*/ 83682 w 199071"/>
                <a:gd name="connsiteY12" fmla="*/ 85 h 153364"/>
                <a:gd name="connsiteX13" fmla="*/ 40898 w 199071"/>
                <a:gd name="connsiteY13" fmla="*/ 1121 h 153364"/>
                <a:gd name="connsiteX14" fmla="*/ 2003 w 199071"/>
                <a:gd name="connsiteY14" fmla="*/ 85 h 153364"/>
                <a:gd name="connsiteX15" fmla="*/ 2003 w 199071"/>
                <a:gd name="connsiteY15" fmla="*/ 16319 h 153364"/>
                <a:gd name="connsiteX16" fmla="*/ 27108 w 199071"/>
                <a:gd name="connsiteY16" fmla="*/ 16319 h 153364"/>
                <a:gd name="connsiteX17" fmla="*/ 82268 w 199071"/>
                <a:gd name="connsiteY17" fmla="*/ 79875 h 153364"/>
                <a:gd name="connsiteX18" fmla="*/ 35948 w 199071"/>
                <a:gd name="connsiteY18" fmla="*/ 130651 h 153364"/>
                <a:gd name="connsiteX19" fmla="*/ 235 w 199071"/>
                <a:gd name="connsiteY19" fmla="*/ 137214 h 153364"/>
                <a:gd name="connsiteX20" fmla="*/ 235 w 199071"/>
                <a:gd name="connsiteY20" fmla="*/ 153449 h 153364"/>
                <a:gd name="connsiteX21" fmla="*/ 32765 w 199071"/>
                <a:gd name="connsiteY21" fmla="*/ 152413 h 153364"/>
                <a:gd name="connsiteX22" fmla="*/ 69185 w 199071"/>
                <a:gd name="connsiteY22" fmla="*/ 153449 h 153364"/>
                <a:gd name="connsiteX23" fmla="*/ 69185 w 199071"/>
                <a:gd name="connsiteY23" fmla="*/ 137214 h 153364"/>
                <a:gd name="connsiteX24" fmla="*/ 56102 w 199071"/>
                <a:gd name="connsiteY24" fmla="*/ 133415 h 153364"/>
                <a:gd name="connsiteX25" fmla="*/ 58577 w 199071"/>
                <a:gd name="connsiteY25" fmla="*/ 129961 h 153364"/>
                <a:gd name="connsiteX26" fmla="*/ 92876 w 199071"/>
                <a:gd name="connsiteY26" fmla="*/ 92310 h 153364"/>
                <a:gd name="connsiteX27" fmla="*/ 131771 w 199071"/>
                <a:gd name="connsiteY27" fmla="*/ 137214 h 153364"/>
                <a:gd name="connsiteX28" fmla="*/ 117981 w 199071"/>
                <a:gd name="connsiteY28" fmla="*/ 137214 h 153364"/>
                <a:gd name="connsiteX29" fmla="*/ 117981 w 199071"/>
                <a:gd name="connsiteY29" fmla="*/ 153449 h 153364"/>
                <a:gd name="connsiteX30" fmla="*/ 160411 w 199071"/>
                <a:gd name="connsiteY30" fmla="*/ 152413 h 153364"/>
                <a:gd name="connsiteX31" fmla="*/ 199306 w 199071"/>
                <a:gd name="connsiteY31" fmla="*/ 153449 h 153364"/>
                <a:gd name="connsiteX32" fmla="*/ 199306 w 199071"/>
                <a:gd name="connsiteY32" fmla="*/ 137214 h 153364"/>
                <a:gd name="connsiteX33" fmla="*/ 174201 w 199071"/>
                <a:gd name="connsiteY33" fmla="*/ 137214 h 153364"/>
                <a:gd name="connsiteX34" fmla="*/ 114798 w 199071"/>
                <a:gd name="connsiteY34" fmla="*/ 68477 h 153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071" h="153364">
                  <a:moveTo>
                    <a:pt x="114798" y="68477"/>
                  </a:moveTo>
                  <a:lnTo>
                    <a:pt x="156168" y="23573"/>
                  </a:lnTo>
                  <a:cubicBezTo>
                    <a:pt x="160765" y="18737"/>
                    <a:pt x="162887" y="16319"/>
                    <a:pt x="192235" y="16319"/>
                  </a:cubicBezTo>
                  <a:lnTo>
                    <a:pt x="192235" y="85"/>
                  </a:lnTo>
                  <a:cubicBezTo>
                    <a:pt x="179859" y="775"/>
                    <a:pt x="161472" y="1121"/>
                    <a:pt x="159704" y="1121"/>
                  </a:cubicBezTo>
                  <a:cubicBezTo>
                    <a:pt x="150864" y="1121"/>
                    <a:pt x="133185" y="430"/>
                    <a:pt x="123284" y="85"/>
                  </a:cubicBezTo>
                  <a:lnTo>
                    <a:pt x="123284" y="16319"/>
                  </a:lnTo>
                  <a:cubicBezTo>
                    <a:pt x="128235" y="16319"/>
                    <a:pt x="132478" y="17010"/>
                    <a:pt x="136721" y="19428"/>
                  </a:cubicBezTo>
                  <a:cubicBezTo>
                    <a:pt x="135306" y="21500"/>
                    <a:pt x="135306" y="22191"/>
                    <a:pt x="133892" y="23573"/>
                  </a:cubicBezTo>
                  <a:lnTo>
                    <a:pt x="104191" y="56042"/>
                  </a:lnTo>
                  <a:lnTo>
                    <a:pt x="69539" y="16319"/>
                  </a:lnTo>
                  <a:lnTo>
                    <a:pt x="83682" y="16319"/>
                  </a:lnTo>
                  <a:lnTo>
                    <a:pt x="83682" y="85"/>
                  </a:lnTo>
                  <a:cubicBezTo>
                    <a:pt x="74489" y="430"/>
                    <a:pt x="52213" y="1121"/>
                    <a:pt x="40898" y="1121"/>
                  </a:cubicBezTo>
                  <a:cubicBezTo>
                    <a:pt x="29583" y="1121"/>
                    <a:pt x="13671" y="430"/>
                    <a:pt x="2003" y="85"/>
                  </a:cubicBezTo>
                  <a:lnTo>
                    <a:pt x="2003" y="16319"/>
                  </a:lnTo>
                  <a:lnTo>
                    <a:pt x="27108" y="16319"/>
                  </a:lnTo>
                  <a:lnTo>
                    <a:pt x="82268" y="79875"/>
                  </a:lnTo>
                  <a:lnTo>
                    <a:pt x="35948" y="130651"/>
                  </a:lnTo>
                  <a:cubicBezTo>
                    <a:pt x="29937" y="137214"/>
                    <a:pt x="17207" y="137214"/>
                    <a:pt x="235" y="137214"/>
                  </a:cubicBezTo>
                  <a:lnTo>
                    <a:pt x="235" y="153449"/>
                  </a:lnTo>
                  <a:cubicBezTo>
                    <a:pt x="12611" y="152758"/>
                    <a:pt x="30997" y="152413"/>
                    <a:pt x="32765" y="152413"/>
                  </a:cubicBezTo>
                  <a:cubicBezTo>
                    <a:pt x="41605" y="152413"/>
                    <a:pt x="62113" y="153103"/>
                    <a:pt x="69185" y="153449"/>
                  </a:cubicBezTo>
                  <a:lnTo>
                    <a:pt x="69185" y="137214"/>
                  </a:lnTo>
                  <a:cubicBezTo>
                    <a:pt x="62820" y="137214"/>
                    <a:pt x="56102" y="135487"/>
                    <a:pt x="56102" y="133415"/>
                  </a:cubicBezTo>
                  <a:cubicBezTo>
                    <a:pt x="56102" y="133069"/>
                    <a:pt x="56102" y="132724"/>
                    <a:pt x="58577" y="129961"/>
                  </a:cubicBezTo>
                  <a:lnTo>
                    <a:pt x="92876" y="92310"/>
                  </a:lnTo>
                  <a:lnTo>
                    <a:pt x="131771" y="137214"/>
                  </a:lnTo>
                  <a:lnTo>
                    <a:pt x="117981" y="137214"/>
                  </a:lnTo>
                  <a:lnTo>
                    <a:pt x="117981" y="153449"/>
                  </a:lnTo>
                  <a:cubicBezTo>
                    <a:pt x="127174" y="153103"/>
                    <a:pt x="148743" y="152413"/>
                    <a:pt x="160411" y="152413"/>
                  </a:cubicBezTo>
                  <a:cubicBezTo>
                    <a:pt x="171726" y="152413"/>
                    <a:pt x="187638" y="153103"/>
                    <a:pt x="199306" y="153449"/>
                  </a:cubicBezTo>
                  <a:lnTo>
                    <a:pt x="199306" y="137214"/>
                  </a:lnTo>
                  <a:lnTo>
                    <a:pt x="174201" y="137214"/>
                  </a:lnTo>
                  <a:lnTo>
                    <a:pt x="114798" y="68477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1D75AB8-F79F-0734-B6BE-484017A2D641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11530732" y="6619865"/>
              <a:ext cx="83659" cy="153536"/>
            </a:xfrm>
            <a:custGeom>
              <a:avLst/>
              <a:gdLst>
                <a:gd name="connsiteX0" fmla="*/ 50734 w 83659"/>
                <a:gd name="connsiteY0" fmla="*/ 55698 h 153536"/>
                <a:gd name="connsiteX1" fmla="*/ 75980 w 83659"/>
                <a:gd name="connsiteY1" fmla="*/ 55698 h 153536"/>
                <a:gd name="connsiteX2" fmla="*/ 83900 w 83659"/>
                <a:gd name="connsiteY2" fmla="*/ 50379 h 153536"/>
                <a:gd name="connsiteX3" fmla="*/ 76475 w 83659"/>
                <a:gd name="connsiteY3" fmla="*/ 46993 h 153536"/>
                <a:gd name="connsiteX4" fmla="*/ 52961 w 83659"/>
                <a:gd name="connsiteY4" fmla="*/ 46993 h 153536"/>
                <a:gd name="connsiteX5" fmla="*/ 62119 w 83659"/>
                <a:gd name="connsiteY5" fmla="*/ 11209 h 153536"/>
                <a:gd name="connsiteX6" fmla="*/ 62862 w 83659"/>
                <a:gd name="connsiteY6" fmla="*/ 7823 h 153536"/>
                <a:gd name="connsiteX7" fmla="*/ 54446 w 83659"/>
                <a:gd name="connsiteY7" fmla="*/ 86 h 153536"/>
                <a:gd name="connsiteX8" fmla="*/ 42813 w 83659"/>
                <a:gd name="connsiteY8" fmla="*/ 10483 h 153536"/>
                <a:gd name="connsiteX9" fmla="*/ 33408 w 83659"/>
                <a:gd name="connsiteY9" fmla="*/ 46993 h 153536"/>
                <a:gd name="connsiteX10" fmla="*/ 8161 w 83659"/>
                <a:gd name="connsiteY10" fmla="*/ 46993 h 153536"/>
                <a:gd name="connsiteX11" fmla="*/ 241 w 83659"/>
                <a:gd name="connsiteY11" fmla="*/ 52313 h 153536"/>
                <a:gd name="connsiteX12" fmla="*/ 7666 w 83659"/>
                <a:gd name="connsiteY12" fmla="*/ 55698 h 153536"/>
                <a:gd name="connsiteX13" fmla="*/ 31180 w 83659"/>
                <a:gd name="connsiteY13" fmla="*/ 55698 h 153536"/>
                <a:gd name="connsiteX14" fmla="*/ 16577 w 83659"/>
                <a:gd name="connsiteY14" fmla="*/ 112760 h 153536"/>
                <a:gd name="connsiteX15" fmla="*/ 12864 w 83659"/>
                <a:gd name="connsiteY15" fmla="*/ 130653 h 153536"/>
                <a:gd name="connsiteX16" fmla="*/ 39348 w 83659"/>
                <a:gd name="connsiteY16" fmla="*/ 153623 h 153536"/>
                <a:gd name="connsiteX17" fmla="*/ 82415 w 83659"/>
                <a:gd name="connsiteY17" fmla="*/ 116629 h 153536"/>
                <a:gd name="connsiteX18" fmla="*/ 78455 w 83659"/>
                <a:gd name="connsiteY18" fmla="*/ 113486 h 153536"/>
                <a:gd name="connsiteX19" fmla="*/ 73257 w 83659"/>
                <a:gd name="connsiteY19" fmla="*/ 118080 h 153536"/>
                <a:gd name="connsiteX20" fmla="*/ 40091 w 83659"/>
                <a:gd name="connsiteY20" fmla="*/ 146853 h 153536"/>
                <a:gd name="connsiteX21" fmla="*/ 31428 w 83659"/>
                <a:gd name="connsiteY21" fmla="*/ 135005 h 153536"/>
                <a:gd name="connsiteX22" fmla="*/ 32913 w 83659"/>
                <a:gd name="connsiteY22" fmla="*/ 125092 h 153536"/>
                <a:gd name="connsiteX23" fmla="*/ 50734 w 83659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59" h="153536">
                  <a:moveTo>
                    <a:pt x="50734" y="55698"/>
                  </a:moveTo>
                  <a:lnTo>
                    <a:pt x="75980" y="55698"/>
                  </a:lnTo>
                  <a:cubicBezTo>
                    <a:pt x="80683" y="55698"/>
                    <a:pt x="83900" y="55698"/>
                    <a:pt x="83900" y="50379"/>
                  </a:cubicBezTo>
                  <a:cubicBezTo>
                    <a:pt x="83900" y="46993"/>
                    <a:pt x="80683" y="46993"/>
                    <a:pt x="76475" y="46993"/>
                  </a:cubicBezTo>
                  <a:lnTo>
                    <a:pt x="52961" y="46993"/>
                  </a:lnTo>
                  <a:lnTo>
                    <a:pt x="62119" y="11209"/>
                  </a:lnTo>
                  <a:cubicBezTo>
                    <a:pt x="62367" y="10000"/>
                    <a:pt x="62862" y="8791"/>
                    <a:pt x="62862" y="7823"/>
                  </a:cubicBezTo>
                  <a:cubicBezTo>
                    <a:pt x="62862" y="3471"/>
                    <a:pt x="59397" y="86"/>
                    <a:pt x="54446" y="86"/>
                  </a:cubicBezTo>
                  <a:cubicBezTo>
                    <a:pt x="48259" y="86"/>
                    <a:pt x="44546" y="4197"/>
                    <a:pt x="42813" y="10483"/>
                  </a:cubicBezTo>
                  <a:cubicBezTo>
                    <a:pt x="41081" y="16528"/>
                    <a:pt x="44298" y="4922"/>
                    <a:pt x="33408" y="46993"/>
                  </a:cubicBezTo>
                  <a:lnTo>
                    <a:pt x="8161" y="46993"/>
                  </a:lnTo>
                  <a:cubicBezTo>
                    <a:pt x="3459" y="46993"/>
                    <a:pt x="241" y="46993"/>
                    <a:pt x="241" y="52313"/>
                  </a:cubicBezTo>
                  <a:cubicBezTo>
                    <a:pt x="241" y="55698"/>
                    <a:pt x="3211" y="55698"/>
                    <a:pt x="7666" y="55698"/>
                  </a:cubicBezTo>
                  <a:lnTo>
                    <a:pt x="31180" y="55698"/>
                  </a:lnTo>
                  <a:lnTo>
                    <a:pt x="16577" y="112760"/>
                  </a:lnTo>
                  <a:cubicBezTo>
                    <a:pt x="15092" y="118805"/>
                    <a:pt x="12864" y="127510"/>
                    <a:pt x="12864" y="130653"/>
                  </a:cubicBezTo>
                  <a:cubicBezTo>
                    <a:pt x="12864" y="144919"/>
                    <a:pt x="25240" y="153623"/>
                    <a:pt x="39348" y="153623"/>
                  </a:cubicBezTo>
                  <a:cubicBezTo>
                    <a:pt x="66822" y="153623"/>
                    <a:pt x="82415" y="119772"/>
                    <a:pt x="82415" y="116629"/>
                  </a:cubicBezTo>
                  <a:cubicBezTo>
                    <a:pt x="82415" y="113486"/>
                    <a:pt x="79198" y="113486"/>
                    <a:pt x="78455" y="113486"/>
                  </a:cubicBezTo>
                  <a:cubicBezTo>
                    <a:pt x="75485" y="113486"/>
                    <a:pt x="75238" y="113969"/>
                    <a:pt x="73257" y="118080"/>
                  </a:cubicBezTo>
                  <a:cubicBezTo>
                    <a:pt x="66327" y="133313"/>
                    <a:pt x="53704" y="146853"/>
                    <a:pt x="40091" y="146853"/>
                  </a:cubicBezTo>
                  <a:cubicBezTo>
                    <a:pt x="34893" y="146853"/>
                    <a:pt x="31428" y="143710"/>
                    <a:pt x="31428" y="135005"/>
                  </a:cubicBezTo>
                  <a:cubicBezTo>
                    <a:pt x="31428" y="132587"/>
                    <a:pt x="32418" y="127510"/>
                    <a:pt x="32913" y="125092"/>
                  </a:cubicBezTo>
                  <a:lnTo>
                    <a:pt x="50734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81A04767-5A44-F14E-1CCF-C6F5DAF88239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11675239" y="6570299"/>
              <a:ext cx="38541" cy="215538"/>
            </a:xfrm>
            <a:custGeom>
              <a:avLst/>
              <a:gdLst>
                <a:gd name="connsiteX0" fmla="*/ 37725 w 38541"/>
                <a:gd name="connsiteY0" fmla="*/ 18392 h 215538"/>
                <a:gd name="connsiteX1" fmla="*/ 18985 w 38541"/>
                <a:gd name="connsiteY1" fmla="*/ 85 h 215538"/>
                <a:gd name="connsiteX2" fmla="*/ 245 w 38541"/>
                <a:gd name="connsiteY2" fmla="*/ 18392 h 215538"/>
                <a:gd name="connsiteX3" fmla="*/ 18985 w 38541"/>
                <a:gd name="connsiteY3" fmla="*/ 36699 h 215538"/>
                <a:gd name="connsiteX4" fmla="*/ 37725 w 38541"/>
                <a:gd name="connsiteY4" fmla="*/ 18392 h 215538"/>
                <a:gd name="connsiteX5" fmla="*/ 31007 w 38541"/>
                <a:gd name="connsiteY5" fmla="*/ 145159 h 215538"/>
                <a:gd name="connsiteX6" fmla="*/ 8377 w 38541"/>
                <a:gd name="connsiteY6" fmla="*/ 207334 h 215538"/>
                <a:gd name="connsiteX7" fmla="*/ 5902 w 38541"/>
                <a:gd name="connsiteY7" fmla="*/ 211824 h 215538"/>
                <a:gd name="connsiteX8" fmla="*/ 9438 w 38541"/>
                <a:gd name="connsiteY8" fmla="*/ 215623 h 215538"/>
                <a:gd name="connsiteX9" fmla="*/ 38786 w 38541"/>
                <a:gd name="connsiteY9" fmla="*/ 147922 h 215538"/>
                <a:gd name="connsiteX10" fmla="*/ 18985 w 38541"/>
                <a:gd name="connsiteY10" fmla="*/ 112344 h 215538"/>
                <a:gd name="connsiteX11" fmla="*/ 245 w 38541"/>
                <a:gd name="connsiteY11" fmla="*/ 130651 h 215538"/>
                <a:gd name="connsiteX12" fmla="*/ 18985 w 38541"/>
                <a:gd name="connsiteY12" fmla="*/ 148958 h 215538"/>
                <a:gd name="connsiteX13" fmla="*/ 21814 w 38541"/>
                <a:gd name="connsiteY13" fmla="*/ 148613 h 215538"/>
                <a:gd name="connsiteX14" fmla="*/ 31007 w 38541"/>
                <a:gd name="connsiteY14" fmla="*/ 145159 h 215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41" h="215538">
                  <a:moveTo>
                    <a:pt x="37725" y="18392"/>
                  </a:moveTo>
                  <a:cubicBezTo>
                    <a:pt x="37725" y="8375"/>
                    <a:pt x="29239" y="85"/>
                    <a:pt x="18985" y="85"/>
                  </a:cubicBezTo>
                  <a:cubicBezTo>
                    <a:pt x="8731" y="85"/>
                    <a:pt x="245" y="8375"/>
                    <a:pt x="245" y="18392"/>
                  </a:cubicBezTo>
                  <a:cubicBezTo>
                    <a:pt x="245" y="28409"/>
                    <a:pt x="8731" y="36699"/>
                    <a:pt x="18985" y="36699"/>
                  </a:cubicBezTo>
                  <a:cubicBezTo>
                    <a:pt x="29239" y="36699"/>
                    <a:pt x="37725" y="28409"/>
                    <a:pt x="37725" y="18392"/>
                  </a:cubicBezTo>
                  <a:close/>
                  <a:moveTo>
                    <a:pt x="31007" y="145159"/>
                  </a:moveTo>
                  <a:cubicBezTo>
                    <a:pt x="31007" y="154830"/>
                    <a:pt x="31007" y="181773"/>
                    <a:pt x="8377" y="207334"/>
                  </a:cubicBezTo>
                  <a:cubicBezTo>
                    <a:pt x="5902" y="210097"/>
                    <a:pt x="5902" y="210788"/>
                    <a:pt x="5902" y="211824"/>
                  </a:cubicBezTo>
                  <a:cubicBezTo>
                    <a:pt x="5902" y="214242"/>
                    <a:pt x="7670" y="215623"/>
                    <a:pt x="9438" y="215623"/>
                  </a:cubicBezTo>
                  <a:cubicBezTo>
                    <a:pt x="13327" y="215623"/>
                    <a:pt x="38786" y="187990"/>
                    <a:pt x="38786" y="147922"/>
                  </a:cubicBezTo>
                  <a:cubicBezTo>
                    <a:pt x="38786" y="137905"/>
                    <a:pt x="38079" y="112344"/>
                    <a:pt x="18985" y="112344"/>
                  </a:cubicBezTo>
                  <a:cubicBezTo>
                    <a:pt x="6609" y="112344"/>
                    <a:pt x="245" y="121671"/>
                    <a:pt x="245" y="130651"/>
                  </a:cubicBezTo>
                  <a:cubicBezTo>
                    <a:pt x="245" y="139632"/>
                    <a:pt x="6256" y="148958"/>
                    <a:pt x="18985" y="148958"/>
                  </a:cubicBezTo>
                  <a:cubicBezTo>
                    <a:pt x="20753" y="148958"/>
                    <a:pt x="21460" y="148958"/>
                    <a:pt x="21814" y="148613"/>
                  </a:cubicBezTo>
                  <a:cubicBezTo>
                    <a:pt x="24289" y="148268"/>
                    <a:pt x="28178" y="147577"/>
                    <a:pt x="31007" y="145159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1BBE9D3E-C3A8-8BF3-A5BD-6BB9383632ED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11817891" y="6479455"/>
              <a:ext cx="201546" cy="239717"/>
            </a:xfrm>
            <a:custGeom>
              <a:avLst/>
              <a:gdLst>
                <a:gd name="connsiteX0" fmla="*/ 24647 w 201546"/>
                <a:gd name="connsiteY0" fmla="*/ 223568 h 239717"/>
                <a:gd name="connsiteX1" fmla="*/ 249 w 201546"/>
                <a:gd name="connsiteY1" fmla="*/ 223568 h 239717"/>
                <a:gd name="connsiteX2" fmla="*/ 249 w 201546"/>
                <a:gd name="connsiteY2" fmla="*/ 239802 h 239717"/>
                <a:gd name="connsiteX3" fmla="*/ 44801 w 201546"/>
                <a:gd name="connsiteY3" fmla="*/ 238766 h 239717"/>
                <a:gd name="connsiteX4" fmla="*/ 89354 w 201546"/>
                <a:gd name="connsiteY4" fmla="*/ 239802 h 239717"/>
                <a:gd name="connsiteX5" fmla="*/ 89354 w 201546"/>
                <a:gd name="connsiteY5" fmla="*/ 223568 h 239717"/>
                <a:gd name="connsiteX6" fmla="*/ 64956 w 201546"/>
                <a:gd name="connsiteY6" fmla="*/ 223568 h 239717"/>
                <a:gd name="connsiteX7" fmla="*/ 64956 w 201546"/>
                <a:gd name="connsiteY7" fmla="*/ 151376 h 239717"/>
                <a:gd name="connsiteX8" fmla="*/ 117641 w 201546"/>
                <a:gd name="connsiteY8" fmla="*/ 96801 h 239717"/>
                <a:gd name="connsiteX9" fmla="*/ 137088 w 201546"/>
                <a:gd name="connsiteY9" fmla="*/ 130306 h 239717"/>
                <a:gd name="connsiteX10" fmla="*/ 137088 w 201546"/>
                <a:gd name="connsiteY10" fmla="*/ 223568 h 239717"/>
                <a:gd name="connsiteX11" fmla="*/ 112691 w 201546"/>
                <a:gd name="connsiteY11" fmla="*/ 223568 h 239717"/>
                <a:gd name="connsiteX12" fmla="*/ 112691 w 201546"/>
                <a:gd name="connsiteY12" fmla="*/ 239802 h 239717"/>
                <a:gd name="connsiteX13" fmla="*/ 157243 w 201546"/>
                <a:gd name="connsiteY13" fmla="*/ 238766 h 239717"/>
                <a:gd name="connsiteX14" fmla="*/ 201795 w 201546"/>
                <a:gd name="connsiteY14" fmla="*/ 239802 h 239717"/>
                <a:gd name="connsiteX15" fmla="*/ 201795 w 201546"/>
                <a:gd name="connsiteY15" fmla="*/ 223568 h 239717"/>
                <a:gd name="connsiteX16" fmla="*/ 177398 w 201546"/>
                <a:gd name="connsiteY16" fmla="*/ 223568 h 239717"/>
                <a:gd name="connsiteX17" fmla="*/ 177398 w 201546"/>
                <a:gd name="connsiteY17" fmla="*/ 134106 h 239717"/>
                <a:gd name="connsiteX18" fmla="*/ 122945 w 201546"/>
                <a:gd name="connsiteY18" fmla="*/ 84366 h 239717"/>
                <a:gd name="connsiteX19" fmla="*/ 62834 w 201546"/>
                <a:gd name="connsiteY19" fmla="*/ 118217 h 239717"/>
                <a:gd name="connsiteX20" fmla="*/ 62834 w 201546"/>
                <a:gd name="connsiteY20" fmla="*/ 85 h 239717"/>
                <a:gd name="connsiteX21" fmla="*/ 249 w 201546"/>
                <a:gd name="connsiteY21" fmla="*/ 2848 h 239717"/>
                <a:gd name="connsiteX22" fmla="*/ 249 w 201546"/>
                <a:gd name="connsiteY22" fmla="*/ 19082 h 239717"/>
                <a:gd name="connsiteX23" fmla="*/ 24647 w 201546"/>
                <a:gd name="connsiteY23" fmla="*/ 32554 h 239717"/>
                <a:gd name="connsiteX24" fmla="*/ 24647 w 201546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546" h="239717">
                  <a:moveTo>
                    <a:pt x="24647" y="223568"/>
                  </a:moveTo>
                  <a:lnTo>
                    <a:pt x="249" y="223568"/>
                  </a:lnTo>
                  <a:lnTo>
                    <a:pt x="249" y="239802"/>
                  </a:lnTo>
                  <a:cubicBezTo>
                    <a:pt x="10149" y="239457"/>
                    <a:pt x="31365" y="238766"/>
                    <a:pt x="44801" y="238766"/>
                  </a:cubicBezTo>
                  <a:cubicBezTo>
                    <a:pt x="58591" y="238766"/>
                    <a:pt x="79453" y="239457"/>
                    <a:pt x="89354" y="239802"/>
                  </a:cubicBezTo>
                  <a:lnTo>
                    <a:pt x="89354" y="223568"/>
                  </a:lnTo>
                  <a:lnTo>
                    <a:pt x="64956" y="223568"/>
                  </a:lnTo>
                  <a:lnTo>
                    <a:pt x="64956" y="151376"/>
                  </a:lnTo>
                  <a:cubicBezTo>
                    <a:pt x="64956" y="113726"/>
                    <a:pt x="95365" y="96801"/>
                    <a:pt x="117641" y="96801"/>
                  </a:cubicBezTo>
                  <a:cubicBezTo>
                    <a:pt x="129663" y="96801"/>
                    <a:pt x="137088" y="104054"/>
                    <a:pt x="137088" y="130306"/>
                  </a:cubicBezTo>
                  <a:lnTo>
                    <a:pt x="137088" y="223568"/>
                  </a:lnTo>
                  <a:lnTo>
                    <a:pt x="112691" y="223568"/>
                  </a:lnTo>
                  <a:lnTo>
                    <a:pt x="112691" y="239802"/>
                  </a:lnTo>
                  <a:cubicBezTo>
                    <a:pt x="122591" y="239457"/>
                    <a:pt x="143807" y="238766"/>
                    <a:pt x="157243" y="238766"/>
                  </a:cubicBezTo>
                  <a:cubicBezTo>
                    <a:pt x="171033" y="238766"/>
                    <a:pt x="191895" y="239457"/>
                    <a:pt x="201795" y="239802"/>
                  </a:cubicBezTo>
                  <a:lnTo>
                    <a:pt x="201795" y="223568"/>
                  </a:lnTo>
                  <a:lnTo>
                    <a:pt x="177398" y="223568"/>
                  </a:lnTo>
                  <a:lnTo>
                    <a:pt x="177398" y="134106"/>
                  </a:lnTo>
                  <a:cubicBezTo>
                    <a:pt x="177398" y="97837"/>
                    <a:pt x="158304" y="84366"/>
                    <a:pt x="122945" y="84366"/>
                  </a:cubicBezTo>
                  <a:cubicBezTo>
                    <a:pt x="89000" y="84366"/>
                    <a:pt x="70967" y="104400"/>
                    <a:pt x="62834" y="118217"/>
                  </a:cubicBezTo>
                  <a:lnTo>
                    <a:pt x="62834" y="85"/>
                  </a:lnTo>
                  <a:lnTo>
                    <a:pt x="249" y="2848"/>
                  </a:lnTo>
                  <a:lnTo>
                    <a:pt x="249" y="19082"/>
                  </a:lnTo>
                  <a:cubicBezTo>
                    <a:pt x="22172" y="19082"/>
                    <a:pt x="24647" y="19082"/>
                    <a:pt x="24647" y="32554"/>
                  </a:cubicBezTo>
                  <a:lnTo>
                    <a:pt x="24647" y="22356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AE4A8D36-BE5C-E8CE-9AF8-42442EEC7717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12038279" y="6619865"/>
              <a:ext cx="83659" cy="153536"/>
            </a:xfrm>
            <a:custGeom>
              <a:avLst/>
              <a:gdLst>
                <a:gd name="connsiteX0" fmla="*/ 50748 w 83659"/>
                <a:gd name="connsiteY0" fmla="*/ 55698 h 153536"/>
                <a:gd name="connsiteX1" fmla="*/ 75994 w 83659"/>
                <a:gd name="connsiteY1" fmla="*/ 55698 h 153536"/>
                <a:gd name="connsiteX2" fmla="*/ 83915 w 83659"/>
                <a:gd name="connsiteY2" fmla="*/ 50379 h 153536"/>
                <a:gd name="connsiteX3" fmla="*/ 76489 w 83659"/>
                <a:gd name="connsiteY3" fmla="*/ 46993 h 153536"/>
                <a:gd name="connsiteX4" fmla="*/ 52976 w 83659"/>
                <a:gd name="connsiteY4" fmla="*/ 46993 h 153536"/>
                <a:gd name="connsiteX5" fmla="*/ 62134 w 83659"/>
                <a:gd name="connsiteY5" fmla="*/ 11209 h 153536"/>
                <a:gd name="connsiteX6" fmla="*/ 62876 w 83659"/>
                <a:gd name="connsiteY6" fmla="*/ 7823 h 153536"/>
                <a:gd name="connsiteX7" fmla="*/ 54461 w 83659"/>
                <a:gd name="connsiteY7" fmla="*/ 86 h 153536"/>
                <a:gd name="connsiteX8" fmla="*/ 42828 w 83659"/>
                <a:gd name="connsiteY8" fmla="*/ 10483 h 153536"/>
                <a:gd name="connsiteX9" fmla="*/ 33422 w 83659"/>
                <a:gd name="connsiteY9" fmla="*/ 46993 h 153536"/>
                <a:gd name="connsiteX10" fmla="*/ 8176 w 83659"/>
                <a:gd name="connsiteY10" fmla="*/ 46993 h 153536"/>
                <a:gd name="connsiteX11" fmla="*/ 255 w 83659"/>
                <a:gd name="connsiteY11" fmla="*/ 52313 h 153536"/>
                <a:gd name="connsiteX12" fmla="*/ 7681 w 83659"/>
                <a:gd name="connsiteY12" fmla="*/ 55698 h 153536"/>
                <a:gd name="connsiteX13" fmla="*/ 31194 w 83659"/>
                <a:gd name="connsiteY13" fmla="*/ 55698 h 153536"/>
                <a:gd name="connsiteX14" fmla="*/ 16591 w 83659"/>
                <a:gd name="connsiteY14" fmla="*/ 112760 h 153536"/>
                <a:gd name="connsiteX15" fmla="*/ 12878 w 83659"/>
                <a:gd name="connsiteY15" fmla="*/ 130653 h 153536"/>
                <a:gd name="connsiteX16" fmla="*/ 39362 w 83659"/>
                <a:gd name="connsiteY16" fmla="*/ 153623 h 153536"/>
                <a:gd name="connsiteX17" fmla="*/ 82430 w 83659"/>
                <a:gd name="connsiteY17" fmla="*/ 116629 h 153536"/>
                <a:gd name="connsiteX18" fmla="*/ 78470 w 83659"/>
                <a:gd name="connsiteY18" fmla="*/ 113486 h 153536"/>
                <a:gd name="connsiteX19" fmla="*/ 73272 w 83659"/>
                <a:gd name="connsiteY19" fmla="*/ 118080 h 153536"/>
                <a:gd name="connsiteX20" fmla="*/ 40105 w 83659"/>
                <a:gd name="connsiteY20" fmla="*/ 146853 h 153536"/>
                <a:gd name="connsiteX21" fmla="*/ 31442 w 83659"/>
                <a:gd name="connsiteY21" fmla="*/ 135005 h 153536"/>
                <a:gd name="connsiteX22" fmla="*/ 32927 w 83659"/>
                <a:gd name="connsiteY22" fmla="*/ 125092 h 153536"/>
                <a:gd name="connsiteX23" fmla="*/ 50748 w 83659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59" h="153536">
                  <a:moveTo>
                    <a:pt x="50748" y="55698"/>
                  </a:moveTo>
                  <a:lnTo>
                    <a:pt x="75994" y="55698"/>
                  </a:lnTo>
                  <a:cubicBezTo>
                    <a:pt x="80697" y="55698"/>
                    <a:pt x="83915" y="55698"/>
                    <a:pt x="83915" y="50379"/>
                  </a:cubicBezTo>
                  <a:cubicBezTo>
                    <a:pt x="83915" y="46993"/>
                    <a:pt x="80697" y="46993"/>
                    <a:pt x="76489" y="46993"/>
                  </a:cubicBezTo>
                  <a:lnTo>
                    <a:pt x="52976" y="46993"/>
                  </a:lnTo>
                  <a:lnTo>
                    <a:pt x="62134" y="11209"/>
                  </a:lnTo>
                  <a:cubicBezTo>
                    <a:pt x="62381" y="10000"/>
                    <a:pt x="62876" y="8791"/>
                    <a:pt x="62876" y="7823"/>
                  </a:cubicBezTo>
                  <a:cubicBezTo>
                    <a:pt x="62876" y="3471"/>
                    <a:pt x="59411" y="86"/>
                    <a:pt x="54461" y="86"/>
                  </a:cubicBezTo>
                  <a:cubicBezTo>
                    <a:pt x="48273" y="86"/>
                    <a:pt x="44560" y="4197"/>
                    <a:pt x="42828" y="10483"/>
                  </a:cubicBezTo>
                  <a:cubicBezTo>
                    <a:pt x="41095" y="16528"/>
                    <a:pt x="44313" y="4922"/>
                    <a:pt x="33422" y="46993"/>
                  </a:cubicBezTo>
                  <a:lnTo>
                    <a:pt x="8176" y="46993"/>
                  </a:lnTo>
                  <a:cubicBezTo>
                    <a:pt x="3473" y="46993"/>
                    <a:pt x="255" y="46993"/>
                    <a:pt x="255" y="52313"/>
                  </a:cubicBezTo>
                  <a:cubicBezTo>
                    <a:pt x="255" y="55698"/>
                    <a:pt x="3225" y="55698"/>
                    <a:pt x="7681" y="55698"/>
                  </a:cubicBezTo>
                  <a:lnTo>
                    <a:pt x="31194" y="55698"/>
                  </a:lnTo>
                  <a:lnTo>
                    <a:pt x="16591" y="112760"/>
                  </a:lnTo>
                  <a:cubicBezTo>
                    <a:pt x="15106" y="118805"/>
                    <a:pt x="12878" y="127510"/>
                    <a:pt x="12878" y="130653"/>
                  </a:cubicBezTo>
                  <a:cubicBezTo>
                    <a:pt x="12878" y="144919"/>
                    <a:pt x="25254" y="153623"/>
                    <a:pt x="39362" y="153623"/>
                  </a:cubicBezTo>
                  <a:cubicBezTo>
                    <a:pt x="66836" y="153623"/>
                    <a:pt x="82430" y="119772"/>
                    <a:pt x="82430" y="116629"/>
                  </a:cubicBezTo>
                  <a:cubicBezTo>
                    <a:pt x="82430" y="113486"/>
                    <a:pt x="79212" y="113486"/>
                    <a:pt x="78470" y="113486"/>
                  </a:cubicBezTo>
                  <a:cubicBezTo>
                    <a:pt x="75499" y="113486"/>
                    <a:pt x="75252" y="113969"/>
                    <a:pt x="73272" y="118080"/>
                  </a:cubicBezTo>
                  <a:cubicBezTo>
                    <a:pt x="66341" y="133313"/>
                    <a:pt x="53718" y="146853"/>
                    <a:pt x="40105" y="146853"/>
                  </a:cubicBezTo>
                  <a:cubicBezTo>
                    <a:pt x="34907" y="146853"/>
                    <a:pt x="31442" y="143710"/>
                    <a:pt x="31442" y="135005"/>
                  </a:cubicBezTo>
                  <a:cubicBezTo>
                    <a:pt x="31442" y="132587"/>
                    <a:pt x="32432" y="127510"/>
                    <a:pt x="32927" y="125092"/>
                  </a:cubicBezTo>
                  <a:lnTo>
                    <a:pt x="50748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00DA6DBE-7DF0-B483-51FD-6FB0DA503E23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12161430" y="6704492"/>
              <a:ext cx="167318" cy="11847"/>
            </a:xfrm>
            <a:custGeom>
              <a:avLst/>
              <a:gdLst>
                <a:gd name="connsiteX0" fmla="*/ 157677 w 167318"/>
                <a:gd name="connsiteY0" fmla="*/ 11934 h 11847"/>
                <a:gd name="connsiteX1" fmla="*/ 167577 w 167318"/>
                <a:gd name="connsiteY1" fmla="*/ 6131 h 11847"/>
                <a:gd name="connsiteX2" fmla="*/ 157677 w 167318"/>
                <a:gd name="connsiteY2" fmla="*/ 86 h 11847"/>
                <a:gd name="connsiteX3" fmla="*/ 10159 w 167318"/>
                <a:gd name="connsiteY3" fmla="*/ 86 h 11847"/>
                <a:gd name="connsiteX4" fmla="*/ 258 w 167318"/>
                <a:gd name="connsiteY4" fmla="*/ 5889 h 11847"/>
                <a:gd name="connsiteX5" fmla="*/ 10159 w 167318"/>
                <a:gd name="connsiteY5" fmla="*/ 11934 h 11847"/>
                <a:gd name="connsiteX6" fmla="*/ 157677 w 167318"/>
                <a:gd name="connsiteY6" fmla="*/ 11934 h 11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318" h="11847">
                  <a:moveTo>
                    <a:pt x="157677" y="11934"/>
                  </a:moveTo>
                  <a:cubicBezTo>
                    <a:pt x="161637" y="11934"/>
                    <a:pt x="167577" y="11934"/>
                    <a:pt x="167577" y="6131"/>
                  </a:cubicBezTo>
                  <a:cubicBezTo>
                    <a:pt x="167577" y="86"/>
                    <a:pt x="161884" y="86"/>
                    <a:pt x="157677" y="86"/>
                  </a:cubicBezTo>
                  <a:lnTo>
                    <a:pt x="10159" y="86"/>
                  </a:lnTo>
                  <a:cubicBezTo>
                    <a:pt x="6199" y="86"/>
                    <a:pt x="258" y="86"/>
                    <a:pt x="258" y="5889"/>
                  </a:cubicBezTo>
                  <a:cubicBezTo>
                    <a:pt x="258" y="11934"/>
                    <a:pt x="5951" y="11934"/>
                    <a:pt x="10159" y="11934"/>
                  </a:cubicBezTo>
                  <a:lnTo>
                    <a:pt x="157677" y="11934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D6AABDD-CCDA-1B3E-6FF8-0F0C2F64ACF7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12382672" y="6610435"/>
              <a:ext cx="90094" cy="160548"/>
            </a:xfrm>
            <a:custGeom>
              <a:avLst/>
              <a:gdLst>
                <a:gd name="connsiteX0" fmla="*/ 56203 w 90094"/>
                <a:gd name="connsiteY0" fmla="*/ 6856 h 160548"/>
                <a:gd name="connsiteX1" fmla="*/ 48777 w 90094"/>
                <a:gd name="connsiteY1" fmla="*/ 86 h 160548"/>
                <a:gd name="connsiteX2" fmla="*/ 265 w 90094"/>
                <a:gd name="connsiteY2" fmla="*/ 15561 h 160548"/>
                <a:gd name="connsiteX3" fmla="*/ 265 w 90094"/>
                <a:gd name="connsiteY3" fmla="*/ 24265 h 160548"/>
                <a:gd name="connsiteX4" fmla="*/ 36154 w 90094"/>
                <a:gd name="connsiteY4" fmla="*/ 17495 h 160548"/>
                <a:gd name="connsiteX5" fmla="*/ 36154 w 90094"/>
                <a:gd name="connsiteY5" fmla="*/ 140808 h 160548"/>
                <a:gd name="connsiteX6" fmla="*/ 11403 w 90094"/>
                <a:gd name="connsiteY6" fmla="*/ 151930 h 160548"/>
                <a:gd name="connsiteX7" fmla="*/ 1997 w 90094"/>
                <a:gd name="connsiteY7" fmla="*/ 151930 h 160548"/>
                <a:gd name="connsiteX8" fmla="*/ 1997 w 90094"/>
                <a:gd name="connsiteY8" fmla="*/ 160635 h 160548"/>
                <a:gd name="connsiteX9" fmla="*/ 46055 w 90094"/>
                <a:gd name="connsiteY9" fmla="*/ 159668 h 160548"/>
                <a:gd name="connsiteX10" fmla="*/ 90359 w 90094"/>
                <a:gd name="connsiteY10" fmla="*/ 160635 h 160548"/>
                <a:gd name="connsiteX11" fmla="*/ 90359 w 90094"/>
                <a:gd name="connsiteY11" fmla="*/ 151930 h 160548"/>
                <a:gd name="connsiteX12" fmla="*/ 80954 w 90094"/>
                <a:gd name="connsiteY12" fmla="*/ 151930 h 160548"/>
                <a:gd name="connsiteX13" fmla="*/ 56203 w 90094"/>
                <a:gd name="connsiteY13" fmla="*/ 140808 h 160548"/>
                <a:gd name="connsiteX14" fmla="*/ 56203 w 90094"/>
                <a:gd name="connsiteY14" fmla="*/ 6856 h 160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094" h="160548">
                  <a:moveTo>
                    <a:pt x="56203" y="6856"/>
                  </a:moveTo>
                  <a:cubicBezTo>
                    <a:pt x="56203" y="328"/>
                    <a:pt x="55708" y="86"/>
                    <a:pt x="48777" y="86"/>
                  </a:cubicBezTo>
                  <a:cubicBezTo>
                    <a:pt x="32936" y="15319"/>
                    <a:pt x="10413" y="15561"/>
                    <a:pt x="265" y="15561"/>
                  </a:cubicBezTo>
                  <a:lnTo>
                    <a:pt x="265" y="24265"/>
                  </a:lnTo>
                  <a:cubicBezTo>
                    <a:pt x="6205" y="24265"/>
                    <a:pt x="22541" y="24265"/>
                    <a:pt x="36154" y="17495"/>
                  </a:cubicBezTo>
                  <a:lnTo>
                    <a:pt x="36154" y="140808"/>
                  </a:lnTo>
                  <a:cubicBezTo>
                    <a:pt x="36154" y="148787"/>
                    <a:pt x="36154" y="151930"/>
                    <a:pt x="11403" y="151930"/>
                  </a:cubicBezTo>
                  <a:lnTo>
                    <a:pt x="1997" y="151930"/>
                  </a:lnTo>
                  <a:lnTo>
                    <a:pt x="1997" y="160635"/>
                  </a:lnTo>
                  <a:cubicBezTo>
                    <a:pt x="6452" y="160393"/>
                    <a:pt x="36897" y="159668"/>
                    <a:pt x="46055" y="159668"/>
                  </a:cubicBezTo>
                  <a:cubicBezTo>
                    <a:pt x="53727" y="159668"/>
                    <a:pt x="84914" y="160393"/>
                    <a:pt x="90359" y="160635"/>
                  </a:cubicBezTo>
                  <a:lnTo>
                    <a:pt x="90359" y="151930"/>
                  </a:lnTo>
                  <a:lnTo>
                    <a:pt x="80954" y="151930"/>
                  </a:lnTo>
                  <a:cubicBezTo>
                    <a:pt x="56203" y="151930"/>
                    <a:pt x="56203" y="148787"/>
                    <a:pt x="56203" y="140808"/>
                  </a:cubicBezTo>
                  <a:lnTo>
                    <a:pt x="56203" y="685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38775437-9DB4-94CC-875F-D1636B85A73D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12522096" y="6460111"/>
              <a:ext cx="48441" cy="345414"/>
            </a:xfrm>
            <a:custGeom>
              <a:avLst/>
              <a:gdLst>
                <a:gd name="connsiteX0" fmla="*/ 48711 w 48441"/>
                <a:gd name="connsiteY0" fmla="*/ 85 h 345414"/>
                <a:gd name="connsiteX1" fmla="*/ 269 w 48441"/>
                <a:gd name="connsiteY1" fmla="*/ 85 h 345414"/>
                <a:gd name="connsiteX2" fmla="*/ 269 w 48441"/>
                <a:gd name="connsiteY2" fmla="*/ 13901 h 345414"/>
                <a:gd name="connsiteX3" fmla="*/ 34567 w 48441"/>
                <a:gd name="connsiteY3" fmla="*/ 13901 h 345414"/>
                <a:gd name="connsiteX4" fmla="*/ 34567 w 48441"/>
                <a:gd name="connsiteY4" fmla="*/ 331683 h 345414"/>
                <a:gd name="connsiteX5" fmla="*/ 269 w 48441"/>
                <a:gd name="connsiteY5" fmla="*/ 331683 h 345414"/>
                <a:gd name="connsiteX6" fmla="*/ 269 w 48441"/>
                <a:gd name="connsiteY6" fmla="*/ 345499 h 345414"/>
                <a:gd name="connsiteX7" fmla="*/ 48711 w 48441"/>
                <a:gd name="connsiteY7" fmla="*/ 345499 h 345414"/>
                <a:gd name="connsiteX8" fmla="*/ 48711 w 48441"/>
                <a:gd name="connsiteY8" fmla="*/ 8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41" h="345414">
                  <a:moveTo>
                    <a:pt x="48711" y="85"/>
                  </a:moveTo>
                  <a:lnTo>
                    <a:pt x="269" y="85"/>
                  </a:lnTo>
                  <a:lnTo>
                    <a:pt x="269" y="13901"/>
                  </a:lnTo>
                  <a:lnTo>
                    <a:pt x="34567" y="13901"/>
                  </a:lnTo>
                  <a:lnTo>
                    <a:pt x="34567" y="331683"/>
                  </a:lnTo>
                  <a:lnTo>
                    <a:pt x="269" y="331683"/>
                  </a:lnTo>
                  <a:lnTo>
                    <a:pt x="269" y="345499"/>
                  </a:lnTo>
                  <a:lnTo>
                    <a:pt x="48711" y="345499"/>
                  </a:lnTo>
                  <a:lnTo>
                    <a:pt x="48711" y="85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2DAA9D57-7CB0-4147-92DE-D5E5397714E1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12710912" y="6517796"/>
              <a:ext cx="235137" cy="230046"/>
            </a:xfrm>
            <a:custGeom>
              <a:avLst/>
              <a:gdLst>
                <a:gd name="connsiteX0" fmla="*/ 125091 w 235137"/>
                <a:gd name="connsiteY0" fmla="*/ 122016 h 230046"/>
                <a:gd name="connsiteX1" fmla="*/ 223743 w 235137"/>
                <a:gd name="connsiteY1" fmla="*/ 122016 h 230046"/>
                <a:gd name="connsiteX2" fmla="*/ 235412 w 235137"/>
                <a:gd name="connsiteY2" fmla="*/ 115108 h 230046"/>
                <a:gd name="connsiteX3" fmla="*/ 223743 w 235137"/>
                <a:gd name="connsiteY3" fmla="*/ 108199 h 230046"/>
                <a:gd name="connsiteX4" fmla="*/ 125091 w 235137"/>
                <a:gd name="connsiteY4" fmla="*/ 108199 h 230046"/>
                <a:gd name="connsiteX5" fmla="*/ 125091 w 235137"/>
                <a:gd name="connsiteY5" fmla="*/ 11483 h 230046"/>
                <a:gd name="connsiteX6" fmla="*/ 118020 w 235137"/>
                <a:gd name="connsiteY6" fmla="*/ 85 h 230046"/>
                <a:gd name="connsiteX7" fmla="*/ 110948 w 235137"/>
                <a:gd name="connsiteY7" fmla="*/ 11483 h 230046"/>
                <a:gd name="connsiteX8" fmla="*/ 110948 w 235137"/>
                <a:gd name="connsiteY8" fmla="*/ 108199 h 230046"/>
                <a:gd name="connsiteX9" fmla="*/ 11942 w 235137"/>
                <a:gd name="connsiteY9" fmla="*/ 108199 h 230046"/>
                <a:gd name="connsiteX10" fmla="*/ 274 w 235137"/>
                <a:gd name="connsiteY10" fmla="*/ 115108 h 230046"/>
                <a:gd name="connsiteX11" fmla="*/ 11942 w 235137"/>
                <a:gd name="connsiteY11" fmla="*/ 122016 h 230046"/>
                <a:gd name="connsiteX12" fmla="*/ 110948 w 235137"/>
                <a:gd name="connsiteY12" fmla="*/ 122016 h 230046"/>
                <a:gd name="connsiteX13" fmla="*/ 110948 w 235137"/>
                <a:gd name="connsiteY13" fmla="*/ 218732 h 230046"/>
                <a:gd name="connsiteX14" fmla="*/ 118020 w 235137"/>
                <a:gd name="connsiteY14" fmla="*/ 230131 h 230046"/>
                <a:gd name="connsiteX15" fmla="*/ 125091 w 235137"/>
                <a:gd name="connsiteY15" fmla="*/ 218732 h 230046"/>
                <a:gd name="connsiteX16" fmla="*/ 125091 w 235137"/>
                <a:gd name="connsiteY16" fmla="*/ 122016 h 23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137" h="230046">
                  <a:moveTo>
                    <a:pt x="125091" y="122016"/>
                  </a:moveTo>
                  <a:lnTo>
                    <a:pt x="223743" y="122016"/>
                  </a:lnTo>
                  <a:cubicBezTo>
                    <a:pt x="228693" y="122016"/>
                    <a:pt x="235412" y="122016"/>
                    <a:pt x="235412" y="115108"/>
                  </a:cubicBezTo>
                  <a:cubicBezTo>
                    <a:pt x="235412" y="108199"/>
                    <a:pt x="228693" y="108199"/>
                    <a:pt x="223743" y="108199"/>
                  </a:cubicBezTo>
                  <a:lnTo>
                    <a:pt x="125091" y="108199"/>
                  </a:lnTo>
                  <a:lnTo>
                    <a:pt x="125091" y="11483"/>
                  </a:lnTo>
                  <a:cubicBezTo>
                    <a:pt x="125091" y="6648"/>
                    <a:pt x="125091" y="85"/>
                    <a:pt x="118020" y="85"/>
                  </a:cubicBezTo>
                  <a:cubicBezTo>
                    <a:pt x="110948" y="85"/>
                    <a:pt x="110948" y="6648"/>
                    <a:pt x="110948" y="11483"/>
                  </a:cubicBezTo>
                  <a:lnTo>
                    <a:pt x="110948" y="108199"/>
                  </a:lnTo>
                  <a:lnTo>
                    <a:pt x="11942" y="108199"/>
                  </a:lnTo>
                  <a:cubicBezTo>
                    <a:pt x="6992" y="108199"/>
                    <a:pt x="274" y="108199"/>
                    <a:pt x="274" y="115108"/>
                  </a:cubicBezTo>
                  <a:cubicBezTo>
                    <a:pt x="274" y="122016"/>
                    <a:pt x="6992" y="122016"/>
                    <a:pt x="11942" y="122016"/>
                  </a:cubicBezTo>
                  <a:lnTo>
                    <a:pt x="110948" y="122016"/>
                  </a:lnTo>
                  <a:lnTo>
                    <a:pt x="110948" y="218732"/>
                  </a:lnTo>
                  <a:cubicBezTo>
                    <a:pt x="110948" y="223568"/>
                    <a:pt x="110948" y="230131"/>
                    <a:pt x="118020" y="230131"/>
                  </a:cubicBezTo>
                  <a:cubicBezTo>
                    <a:pt x="125091" y="230131"/>
                    <a:pt x="125091" y="223568"/>
                    <a:pt x="125091" y="218732"/>
                  </a:cubicBezTo>
                  <a:lnTo>
                    <a:pt x="125091" y="12201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B91C94F-A97B-5583-EBC9-AB5BAC995DBA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3057783" y="6479455"/>
              <a:ext cx="199071" cy="241790"/>
            </a:xfrm>
            <a:custGeom>
              <a:avLst/>
              <a:gdLst>
                <a:gd name="connsiteX0" fmla="*/ 62869 w 199071"/>
                <a:gd name="connsiteY0" fmla="*/ 101291 h 241790"/>
                <a:gd name="connsiteX1" fmla="*/ 62869 w 199071"/>
                <a:gd name="connsiteY1" fmla="*/ 85 h 241790"/>
                <a:gd name="connsiteX2" fmla="*/ 284 w 199071"/>
                <a:gd name="connsiteY2" fmla="*/ 2848 h 241790"/>
                <a:gd name="connsiteX3" fmla="*/ 284 w 199071"/>
                <a:gd name="connsiteY3" fmla="*/ 19082 h 241790"/>
                <a:gd name="connsiteX4" fmla="*/ 24682 w 199071"/>
                <a:gd name="connsiteY4" fmla="*/ 32554 h 241790"/>
                <a:gd name="connsiteX5" fmla="*/ 24682 w 199071"/>
                <a:gd name="connsiteY5" fmla="*/ 239802 h 241790"/>
                <a:gd name="connsiteX6" fmla="*/ 41300 w 199071"/>
                <a:gd name="connsiteY6" fmla="*/ 239802 h 241790"/>
                <a:gd name="connsiteX7" fmla="*/ 58626 w 199071"/>
                <a:gd name="connsiteY7" fmla="*/ 220459 h 241790"/>
                <a:gd name="connsiteX8" fmla="*/ 110251 w 199071"/>
                <a:gd name="connsiteY8" fmla="*/ 241875 h 241790"/>
                <a:gd name="connsiteX9" fmla="*/ 199355 w 199071"/>
                <a:gd name="connsiteY9" fmla="*/ 162775 h 241790"/>
                <a:gd name="connsiteX10" fmla="*/ 114847 w 199071"/>
                <a:gd name="connsiteY10" fmla="*/ 84366 h 241790"/>
                <a:gd name="connsiteX11" fmla="*/ 62869 w 199071"/>
                <a:gd name="connsiteY11" fmla="*/ 101291 h 241790"/>
                <a:gd name="connsiteX12" fmla="*/ 64991 w 199071"/>
                <a:gd name="connsiteY12" fmla="*/ 205606 h 241790"/>
                <a:gd name="connsiteX13" fmla="*/ 64991 w 199071"/>
                <a:gd name="connsiteY13" fmla="*/ 118907 h 241790"/>
                <a:gd name="connsiteX14" fmla="*/ 110958 w 199071"/>
                <a:gd name="connsiteY14" fmla="*/ 96801 h 241790"/>
                <a:gd name="connsiteX15" fmla="*/ 154096 w 199071"/>
                <a:gd name="connsiteY15" fmla="*/ 162775 h 241790"/>
                <a:gd name="connsiteX16" fmla="*/ 144902 w 199071"/>
                <a:gd name="connsiteY16" fmla="*/ 211478 h 241790"/>
                <a:gd name="connsiteX17" fmla="*/ 107068 w 199071"/>
                <a:gd name="connsiteY17" fmla="*/ 229440 h 241790"/>
                <a:gd name="connsiteX18" fmla="*/ 64991 w 199071"/>
                <a:gd name="connsiteY18" fmla="*/ 205606 h 241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071" h="241790">
                  <a:moveTo>
                    <a:pt x="62869" y="101291"/>
                  </a:moveTo>
                  <a:lnTo>
                    <a:pt x="62869" y="85"/>
                  </a:lnTo>
                  <a:lnTo>
                    <a:pt x="284" y="2848"/>
                  </a:lnTo>
                  <a:lnTo>
                    <a:pt x="284" y="19082"/>
                  </a:lnTo>
                  <a:cubicBezTo>
                    <a:pt x="22207" y="19082"/>
                    <a:pt x="24682" y="19082"/>
                    <a:pt x="24682" y="32554"/>
                  </a:cubicBezTo>
                  <a:lnTo>
                    <a:pt x="24682" y="239802"/>
                  </a:lnTo>
                  <a:lnTo>
                    <a:pt x="41300" y="239802"/>
                  </a:lnTo>
                  <a:lnTo>
                    <a:pt x="58626" y="220459"/>
                  </a:lnTo>
                  <a:cubicBezTo>
                    <a:pt x="61455" y="223223"/>
                    <a:pt x="78781" y="241875"/>
                    <a:pt x="110251" y="241875"/>
                  </a:cubicBezTo>
                  <a:cubicBezTo>
                    <a:pt x="162936" y="241875"/>
                    <a:pt x="199355" y="210788"/>
                    <a:pt x="199355" y="162775"/>
                  </a:cubicBezTo>
                  <a:cubicBezTo>
                    <a:pt x="199355" y="116835"/>
                    <a:pt x="166118" y="84366"/>
                    <a:pt x="114847" y="84366"/>
                  </a:cubicBezTo>
                  <a:cubicBezTo>
                    <a:pt x="89035" y="84366"/>
                    <a:pt x="71356" y="94383"/>
                    <a:pt x="62869" y="101291"/>
                  </a:cubicBezTo>
                  <a:close/>
                  <a:moveTo>
                    <a:pt x="64991" y="205606"/>
                  </a:moveTo>
                  <a:lnTo>
                    <a:pt x="64991" y="118907"/>
                  </a:lnTo>
                  <a:cubicBezTo>
                    <a:pt x="74538" y="106818"/>
                    <a:pt x="91510" y="96801"/>
                    <a:pt x="110958" y="96801"/>
                  </a:cubicBezTo>
                  <a:cubicBezTo>
                    <a:pt x="154096" y="96801"/>
                    <a:pt x="154096" y="138596"/>
                    <a:pt x="154096" y="162775"/>
                  </a:cubicBezTo>
                  <a:cubicBezTo>
                    <a:pt x="154096" y="179009"/>
                    <a:pt x="154096" y="198007"/>
                    <a:pt x="144902" y="211478"/>
                  </a:cubicBezTo>
                  <a:cubicBezTo>
                    <a:pt x="134648" y="225640"/>
                    <a:pt x="118383" y="229440"/>
                    <a:pt x="107068" y="229440"/>
                  </a:cubicBezTo>
                  <a:cubicBezTo>
                    <a:pt x="82317" y="229440"/>
                    <a:pt x="68527" y="210788"/>
                    <a:pt x="64991" y="205606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01AF72D6-56DB-EB1D-0F5C-C51FD9342F24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13302781" y="6664355"/>
              <a:ext cx="101727" cy="109047"/>
            </a:xfrm>
            <a:custGeom>
              <a:avLst/>
              <a:gdLst>
                <a:gd name="connsiteX0" fmla="*/ 88158 w 101727"/>
                <a:gd name="connsiteY0" fmla="*/ 15561 h 109047"/>
                <a:gd name="connsiteX1" fmla="*/ 78505 w 101727"/>
                <a:gd name="connsiteY1" fmla="*/ 27408 h 109047"/>
                <a:gd name="connsiteX2" fmla="*/ 87415 w 101727"/>
                <a:gd name="connsiteY2" fmla="*/ 35388 h 109047"/>
                <a:gd name="connsiteX3" fmla="*/ 99791 w 101727"/>
                <a:gd name="connsiteY3" fmla="*/ 21122 h 109047"/>
                <a:gd name="connsiteX4" fmla="*/ 68852 w 101727"/>
                <a:gd name="connsiteY4" fmla="*/ 86 h 109047"/>
                <a:gd name="connsiteX5" fmla="*/ 290 w 101727"/>
                <a:gd name="connsiteY5" fmla="*/ 67546 h 109047"/>
                <a:gd name="connsiteX6" fmla="*/ 43358 w 101727"/>
                <a:gd name="connsiteY6" fmla="*/ 109134 h 109047"/>
                <a:gd name="connsiteX7" fmla="*/ 102018 w 101727"/>
                <a:gd name="connsiteY7" fmla="*/ 83262 h 109047"/>
                <a:gd name="connsiteX8" fmla="*/ 96325 w 101727"/>
                <a:gd name="connsiteY8" fmla="*/ 77459 h 109047"/>
                <a:gd name="connsiteX9" fmla="*/ 92613 w 101727"/>
                <a:gd name="connsiteY9" fmla="*/ 80119 h 109047"/>
                <a:gd name="connsiteX10" fmla="*/ 43605 w 101727"/>
                <a:gd name="connsiteY10" fmla="*/ 102363 h 109047"/>
                <a:gd name="connsiteX11" fmla="*/ 19844 w 101727"/>
                <a:gd name="connsiteY11" fmla="*/ 75767 h 109047"/>
                <a:gd name="connsiteX12" fmla="*/ 36675 w 101727"/>
                <a:gd name="connsiteY12" fmla="*/ 24749 h 109047"/>
                <a:gd name="connsiteX13" fmla="*/ 69099 w 101727"/>
                <a:gd name="connsiteY13" fmla="*/ 6856 h 109047"/>
                <a:gd name="connsiteX14" fmla="*/ 88158 w 101727"/>
                <a:gd name="connsiteY14" fmla="*/ 15561 h 109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1727" h="109047">
                  <a:moveTo>
                    <a:pt x="88158" y="15561"/>
                  </a:moveTo>
                  <a:cubicBezTo>
                    <a:pt x="80980" y="17495"/>
                    <a:pt x="78505" y="23298"/>
                    <a:pt x="78505" y="27408"/>
                  </a:cubicBezTo>
                  <a:cubicBezTo>
                    <a:pt x="78505" y="31277"/>
                    <a:pt x="81227" y="35388"/>
                    <a:pt x="87415" y="35388"/>
                  </a:cubicBezTo>
                  <a:cubicBezTo>
                    <a:pt x="91623" y="35388"/>
                    <a:pt x="99791" y="32728"/>
                    <a:pt x="99791" y="21122"/>
                  </a:cubicBezTo>
                  <a:cubicBezTo>
                    <a:pt x="99791" y="5406"/>
                    <a:pt x="82465" y="86"/>
                    <a:pt x="68852" y="86"/>
                  </a:cubicBezTo>
                  <a:cubicBezTo>
                    <a:pt x="34200" y="86"/>
                    <a:pt x="290" y="33211"/>
                    <a:pt x="290" y="67546"/>
                  </a:cubicBezTo>
                  <a:cubicBezTo>
                    <a:pt x="290" y="90274"/>
                    <a:pt x="15884" y="109134"/>
                    <a:pt x="43358" y="109134"/>
                  </a:cubicBezTo>
                  <a:cubicBezTo>
                    <a:pt x="83207" y="109134"/>
                    <a:pt x="102018" y="86405"/>
                    <a:pt x="102018" y="83262"/>
                  </a:cubicBezTo>
                  <a:cubicBezTo>
                    <a:pt x="102018" y="81328"/>
                    <a:pt x="98553" y="77459"/>
                    <a:pt x="96325" y="77459"/>
                  </a:cubicBezTo>
                  <a:cubicBezTo>
                    <a:pt x="95088" y="77459"/>
                    <a:pt x="94345" y="78184"/>
                    <a:pt x="92613" y="80119"/>
                  </a:cubicBezTo>
                  <a:cubicBezTo>
                    <a:pt x="77514" y="97769"/>
                    <a:pt x="55981" y="102363"/>
                    <a:pt x="43605" y="102363"/>
                  </a:cubicBezTo>
                  <a:cubicBezTo>
                    <a:pt x="31230" y="102363"/>
                    <a:pt x="19844" y="95352"/>
                    <a:pt x="19844" y="75767"/>
                  </a:cubicBezTo>
                  <a:cubicBezTo>
                    <a:pt x="19844" y="64402"/>
                    <a:pt x="25289" y="38773"/>
                    <a:pt x="36675" y="24749"/>
                  </a:cubicBezTo>
                  <a:cubicBezTo>
                    <a:pt x="46575" y="12417"/>
                    <a:pt x="58456" y="6856"/>
                    <a:pt x="69099" y="6856"/>
                  </a:cubicBezTo>
                  <a:cubicBezTo>
                    <a:pt x="73307" y="6856"/>
                    <a:pt x="83950" y="8065"/>
                    <a:pt x="88158" y="15561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AD1C08D5-FD88-4684-2779-E7887EBFE1D7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13443196" y="6460111"/>
              <a:ext cx="82032" cy="345414"/>
            </a:xfrm>
            <a:custGeom>
              <a:avLst/>
              <a:gdLst>
                <a:gd name="connsiteX0" fmla="*/ 82328 w 82032"/>
                <a:gd name="connsiteY0" fmla="*/ 172792 h 345414"/>
                <a:gd name="connsiteX1" fmla="*/ 58991 w 82032"/>
                <a:gd name="connsiteY1" fmla="*/ 65023 h 345414"/>
                <a:gd name="connsiteX2" fmla="*/ 3831 w 82032"/>
                <a:gd name="connsiteY2" fmla="*/ 85 h 345414"/>
                <a:gd name="connsiteX3" fmla="*/ 295 w 82032"/>
                <a:gd name="connsiteY3" fmla="*/ 3539 h 345414"/>
                <a:gd name="connsiteX4" fmla="*/ 7013 w 82032"/>
                <a:gd name="connsiteY4" fmla="*/ 11483 h 345414"/>
                <a:gd name="connsiteX5" fmla="*/ 61819 w 82032"/>
                <a:gd name="connsiteY5" fmla="*/ 172792 h 345414"/>
                <a:gd name="connsiteX6" fmla="*/ 4891 w 82032"/>
                <a:gd name="connsiteY6" fmla="*/ 336173 h 345414"/>
                <a:gd name="connsiteX7" fmla="*/ 295 w 82032"/>
                <a:gd name="connsiteY7" fmla="*/ 342045 h 345414"/>
                <a:gd name="connsiteX8" fmla="*/ 3831 w 82032"/>
                <a:gd name="connsiteY8" fmla="*/ 345499 h 345414"/>
                <a:gd name="connsiteX9" fmla="*/ 60051 w 82032"/>
                <a:gd name="connsiteY9" fmla="*/ 278144 h 345414"/>
                <a:gd name="connsiteX10" fmla="*/ 82328 w 82032"/>
                <a:gd name="connsiteY10" fmla="*/ 172792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32" h="345414">
                  <a:moveTo>
                    <a:pt x="82328" y="172792"/>
                  </a:moveTo>
                  <a:cubicBezTo>
                    <a:pt x="82328" y="145850"/>
                    <a:pt x="78438" y="104055"/>
                    <a:pt x="58991" y="65023"/>
                  </a:cubicBezTo>
                  <a:cubicBezTo>
                    <a:pt x="37775" y="22537"/>
                    <a:pt x="7366" y="85"/>
                    <a:pt x="3831" y="85"/>
                  </a:cubicBezTo>
                  <a:cubicBezTo>
                    <a:pt x="1709" y="85"/>
                    <a:pt x="295" y="1466"/>
                    <a:pt x="295" y="3539"/>
                  </a:cubicBezTo>
                  <a:cubicBezTo>
                    <a:pt x="295" y="4575"/>
                    <a:pt x="295" y="5266"/>
                    <a:pt x="7013" y="11483"/>
                  </a:cubicBezTo>
                  <a:cubicBezTo>
                    <a:pt x="41665" y="45679"/>
                    <a:pt x="61819" y="100600"/>
                    <a:pt x="61819" y="172792"/>
                  </a:cubicBezTo>
                  <a:cubicBezTo>
                    <a:pt x="61819" y="231858"/>
                    <a:pt x="48737" y="292651"/>
                    <a:pt x="4891" y="336173"/>
                  </a:cubicBezTo>
                  <a:cubicBezTo>
                    <a:pt x="295" y="340318"/>
                    <a:pt x="295" y="341009"/>
                    <a:pt x="295" y="342045"/>
                  </a:cubicBezTo>
                  <a:cubicBezTo>
                    <a:pt x="295" y="344118"/>
                    <a:pt x="1709" y="345499"/>
                    <a:pt x="3831" y="345499"/>
                  </a:cubicBezTo>
                  <a:cubicBezTo>
                    <a:pt x="7366" y="345499"/>
                    <a:pt x="39190" y="322011"/>
                    <a:pt x="60051" y="278144"/>
                  </a:cubicBezTo>
                  <a:cubicBezTo>
                    <a:pt x="78085" y="240148"/>
                    <a:pt x="82328" y="201807"/>
                    <a:pt x="82328" y="172792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74" name="Group 73" descr="\documentclass{article}&#10;\usepackage{amsmath,amssymb}&#10;\pagestyle{empty}&#10;\begin{document}&#10;&#10;\newcommand{\score}{\textrm{score}}&#10;\newcommand{\classify}{\textrm{classify}}&#10;\newcommand{\bx}{\mathbf{x}}&#10;&#10;\begin{align*}&#10;\mathbf{c}_t = \mathbf{f}_t * \mathbf{c}_{t-1} + \mathbf{i}_t * \tilde{\mathbf{c}}_t&#10;\end{align*}&#10;&#10;&#10;\end{document}" title="IguanaTex Vector Display">
            <a:extLst>
              <a:ext uri="{FF2B5EF4-FFF2-40B4-BE49-F238E27FC236}">
                <a16:creationId xmlns:a16="http://schemas.microsoft.com/office/drawing/2014/main" id="{9A8B16C4-4B5B-FD87-C791-FE17136B3DC7}"/>
              </a:ext>
            </a:extLst>
          </p:cNvPr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3061872" y="3979247"/>
            <a:ext cx="3324335" cy="303610"/>
            <a:chOff x="9243908" y="5303317"/>
            <a:chExt cx="3324335" cy="303610"/>
          </a:xfrm>
        </p:grpSpPr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672E99D2-4E8E-6E73-0413-2ABD00001EE6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9243908" y="5390822"/>
              <a:ext cx="157136" cy="162610"/>
            </a:xfrm>
            <a:custGeom>
              <a:avLst/>
              <a:gdLst>
                <a:gd name="connsiteX0" fmla="*/ 115182 w 157136"/>
                <a:gd name="connsiteY0" fmla="*/ 16381 h 162610"/>
                <a:gd name="connsiteX1" fmla="*/ 108039 w 157136"/>
                <a:gd name="connsiteY1" fmla="*/ 32678 h 162610"/>
                <a:gd name="connsiteX2" fmla="*/ 130181 w 157136"/>
                <a:gd name="connsiteY2" fmla="*/ 54997 h 162610"/>
                <a:gd name="connsiteX3" fmla="*/ 152681 w 157136"/>
                <a:gd name="connsiteY3" fmla="*/ 32678 h 162610"/>
                <a:gd name="connsiteX4" fmla="*/ 90540 w 157136"/>
                <a:gd name="connsiteY4" fmla="*/ 85 h 162610"/>
                <a:gd name="connsiteX5" fmla="*/ 187 w 157136"/>
                <a:gd name="connsiteY5" fmla="*/ 81921 h 162610"/>
                <a:gd name="connsiteX6" fmla="*/ 88755 w 157136"/>
                <a:gd name="connsiteY6" fmla="*/ 162695 h 162610"/>
                <a:gd name="connsiteX7" fmla="*/ 157323 w 157136"/>
                <a:gd name="connsiteY7" fmla="*/ 119120 h 162610"/>
                <a:gd name="connsiteX8" fmla="*/ 148752 w 157136"/>
                <a:gd name="connsiteY8" fmla="*/ 114160 h 162610"/>
                <a:gd name="connsiteX9" fmla="*/ 140181 w 157136"/>
                <a:gd name="connsiteY9" fmla="*/ 119474 h 162610"/>
                <a:gd name="connsiteX10" fmla="*/ 95540 w 157136"/>
                <a:gd name="connsiteY10" fmla="*/ 148524 h 162610"/>
                <a:gd name="connsiteX11" fmla="*/ 45899 w 157136"/>
                <a:gd name="connsiteY11" fmla="*/ 80150 h 162610"/>
                <a:gd name="connsiteX12" fmla="*/ 91969 w 157136"/>
                <a:gd name="connsiteY12" fmla="*/ 14256 h 162610"/>
                <a:gd name="connsiteX13" fmla="*/ 115182 w 157136"/>
                <a:gd name="connsiteY13" fmla="*/ 16381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136" h="162610">
                  <a:moveTo>
                    <a:pt x="115182" y="16381"/>
                  </a:moveTo>
                  <a:cubicBezTo>
                    <a:pt x="108754" y="22050"/>
                    <a:pt x="108039" y="29489"/>
                    <a:pt x="108039" y="32678"/>
                  </a:cubicBezTo>
                  <a:cubicBezTo>
                    <a:pt x="108039" y="48266"/>
                    <a:pt x="120539" y="54997"/>
                    <a:pt x="130181" y="54997"/>
                  </a:cubicBezTo>
                  <a:cubicBezTo>
                    <a:pt x="141252" y="54997"/>
                    <a:pt x="152681" y="47557"/>
                    <a:pt x="152681" y="32678"/>
                  </a:cubicBezTo>
                  <a:cubicBezTo>
                    <a:pt x="152681" y="2210"/>
                    <a:pt x="111254" y="85"/>
                    <a:pt x="90540" y="85"/>
                  </a:cubicBezTo>
                  <a:cubicBezTo>
                    <a:pt x="26614" y="85"/>
                    <a:pt x="187" y="40826"/>
                    <a:pt x="187" y="81921"/>
                  </a:cubicBezTo>
                  <a:cubicBezTo>
                    <a:pt x="187" y="129039"/>
                    <a:pt x="33757" y="162695"/>
                    <a:pt x="88755" y="162695"/>
                  </a:cubicBezTo>
                  <a:cubicBezTo>
                    <a:pt x="146609" y="162695"/>
                    <a:pt x="157323" y="121600"/>
                    <a:pt x="157323" y="119120"/>
                  </a:cubicBezTo>
                  <a:cubicBezTo>
                    <a:pt x="157323" y="114160"/>
                    <a:pt x="152323" y="114160"/>
                    <a:pt x="148752" y="114160"/>
                  </a:cubicBezTo>
                  <a:cubicBezTo>
                    <a:pt x="142324" y="114160"/>
                    <a:pt x="141967" y="114869"/>
                    <a:pt x="140181" y="119474"/>
                  </a:cubicBezTo>
                  <a:cubicBezTo>
                    <a:pt x="130896" y="141793"/>
                    <a:pt x="113754" y="148524"/>
                    <a:pt x="95540" y="148524"/>
                  </a:cubicBezTo>
                  <a:cubicBezTo>
                    <a:pt x="45899" y="148524"/>
                    <a:pt x="45899" y="96447"/>
                    <a:pt x="45899" y="80150"/>
                  </a:cubicBezTo>
                  <a:cubicBezTo>
                    <a:pt x="45899" y="60311"/>
                    <a:pt x="45899" y="14256"/>
                    <a:pt x="91969" y="14256"/>
                  </a:cubicBezTo>
                  <a:cubicBezTo>
                    <a:pt x="104468" y="14256"/>
                    <a:pt x="110539" y="15318"/>
                    <a:pt x="115182" y="16381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0AC9C1B9-06E9-1348-E4C1-366712F86169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9423368" y="5449454"/>
              <a:ext cx="84496" cy="157473"/>
            </a:xfrm>
            <a:custGeom>
              <a:avLst/>
              <a:gdLst>
                <a:gd name="connsiteX0" fmla="*/ 51190 w 84496"/>
                <a:gd name="connsiteY0" fmla="*/ 57124 h 157473"/>
                <a:gd name="connsiteX1" fmla="*/ 76689 w 84496"/>
                <a:gd name="connsiteY1" fmla="*/ 57124 h 157473"/>
                <a:gd name="connsiteX2" fmla="*/ 84688 w 84496"/>
                <a:gd name="connsiteY2" fmla="*/ 51668 h 157473"/>
                <a:gd name="connsiteX3" fmla="*/ 77189 w 84496"/>
                <a:gd name="connsiteY3" fmla="*/ 48196 h 157473"/>
                <a:gd name="connsiteX4" fmla="*/ 53440 w 84496"/>
                <a:gd name="connsiteY4" fmla="*/ 48196 h 157473"/>
                <a:gd name="connsiteX5" fmla="*/ 62689 w 84496"/>
                <a:gd name="connsiteY5" fmla="*/ 11494 h 157473"/>
                <a:gd name="connsiteX6" fmla="*/ 63439 w 84496"/>
                <a:gd name="connsiteY6" fmla="*/ 8022 h 157473"/>
                <a:gd name="connsiteX7" fmla="*/ 54940 w 84496"/>
                <a:gd name="connsiteY7" fmla="*/ 86 h 157473"/>
                <a:gd name="connsiteX8" fmla="*/ 43190 w 84496"/>
                <a:gd name="connsiteY8" fmla="*/ 10750 h 157473"/>
                <a:gd name="connsiteX9" fmla="*/ 33690 w 84496"/>
                <a:gd name="connsiteY9" fmla="*/ 48196 h 157473"/>
                <a:gd name="connsiteX10" fmla="*/ 8191 w 84496"/>
                <a:gd name="connsiteY10" fmla="*/ 48196 h 157473"/>
                <a:gd name="connsiteX11" fmla="*/ 192 w 84496"/>
                <a:gd name="connsiteY11" fmla="*/ 53652 h 157473"/>
                <a:gd name="connsiteX12" fmla="*/ 7691 w 84496"/>
                <a:gd name="connsiteY12" fmla="*/ 57124 h 157473"/>
                <a:gd name="connsiteX13" fmla="*/ 31440 w 84496"/>
                <a:gd name="connsiteY13" fmla="*/ 57124 h 157473"/>
                <a:gd name="connsiteX14" fmla="*/ 16691 w 84496"/>
                <a:gd name="connsiteY14" fmla="*/ 115650 h 157473"/>
                <a:gd name="connsiteX15" fmla="*/ 12941 w 84496"/>
                <a:gd name="connsiteY15" fmla="*/ 134001 h 157473"/>
                <a:gd name="connsiteX16" fmla="*/ 39690 w 84496"/>
                <a:gd name="connsiteY16" fmla="*/ 157560 h 157473"/>
                <a:gd name="connsiteX17" fmla="*/ 83188 w 84496"/>
                <a:gd name="connsiteY17" fmla="*/ 119617 h 157473"/>
                <a:gd name="connsiteX18" fmla="*/ 79189 w 84496"/>
                <a:gd name="connsiteY18" fmla="*/ 116394 h 157473"/>
                <a:gd name="connsiteX19" fmla="*/ 73939 w 84496"/>
                <a:gd name="connsiteY19" fmla="*/ 121105 h 157473"/>
                <a:gd name="connsiteX20" fmla="*/ 40440 w 84496"/>
                <a:gd name="connsiteY20" fmla="*/ 150616 h 157473"/>
                <a:gd name="connsiteX21" fmla="*/ 31690 w 84496"/>
                <a:gd name="connsiteY21" fmla="*/ 138465 h 157473"/>
                <a:gd name="connsiteX22" fmla="*/ 33190 w 84496"/>
                <a:gd name="connsiteY22" fmla="*/ 128297 h 157473"/>
                <a:gd name="connsiteX23" fmla="*/ 51190 w 84496"/>
                <a:gd name="connsiteY23" fmla="*/ 57124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4496" h="157473">
                  <a:moveTo>
                    <a:pt x="51190" y="57124"/>
                  </a:moveTo>
                  <a:lnTo>
                    <a:pt x="76689" y="57124"/>
                  </a:lnTo>
                  <a:cubicBezTo>
                    <a:pt x="81438" y="57124"/>
                    <a:pt x="84688" y="57124"/>
                    <a:pt x="84688" y="51668"/>
                  </a:cubicBezTo>
                  <a:cubicBezTo>
                    <a:pt x="84688" y="48196"/>
                    <a:pt x="81438" y="48196"/>
                    <a:pt x="77189" y="48196"/>
                  </a:cubicBezTo>
                  <a:lnTo>
                    <a:pt x="53440" y="48196"/>
                  </a:lnTo>
                  <a:lnTo>
                    <a:pt x="62689" y="11494"/>
                  </a:lnTo>
                  <a:cubicBezTo>
                    <a:pt x="62939" y="10254"/>
                    <a:pt x="63439" y="9014"/>
                    <a:pt x="63439" y="8022"/>
                  </a:cubicBezTo>
                  <a:cubicBezTo>
                    <a:pt x="63439" y="3558"/>
                    <a:pt x="59939" y="86"/>
                    <a:pt x="54940" y="86"/>
                  </a:cubicBezTo>
                  <a:cubicBezTo>
                    <a:pt x="48690" y="86"/>
                    <a:pt x="44940" y="4302"/>
                    <a:pt x="43190" y="10750"/>
                  </a:cubicBezTo>
                  <a:cubicBezTo>
                    <a:pt x="41440" y="16950"/>
                    <a:pt x="44690" y="5046"/>
                    <a:pt x="33690" y="48196"/>
                  </a:cubicBezTo>
                  <a:lnTo>
                    <a:pt x="8191" y="48196"/>
                  </a:lnTo>
                  <a:cubicBezTo>
                    <a:pt x="3442" y="48196"/>
                    <a:pt x="192" y="48196"/>
                    <a:pt x="192" y="53652"/>
                  </a:cubicBezTo>
                  <a:cubicBezTo>
                    <a:pt x="192" y="57124"/>
                    <a:pt x="3192" y="57124"/>
                    <a:pt x="7691" y="57124"/>
                  </a:cubicBezTo>
                  <a:lnTo>
                    <a:pt x="31440" y="57124"/>
                  </a:lnTo>
                  <a:lnTo>
                    <a:pt x="16691" y="115650"/>
                  </a:lnTo>
                  <a:cubicBezTo>
                    <a:pt x="15191" y="121849"/>
                    <a:pt x="12941" y="130777"/>
                    <a:pt x="12941" y="134001"/>
                  </a:cubicBezTo>
                  <a:cubicBezTo>
                    <a:pt x="12941" y="148632"/>
                    <a:pt x="25441" y="157560"/>
                    <a:pt x="39690" y="157560"/>
                  </a:cubicBezTo>
                  <a:cubicBezTo>
                    <a:pt x="67439" y="157560"/>
                    <a:pt x="83188" y="122841"/>
                    <a:pt x="83188" y="119617"/>
                  </a:cubicBezTo>
                  <a:cubicBezTo>
                    <a:pt x="83188" y="116394"/>
                    <a:pt x="79939" y="116394"/>
                    <a:pt x="79189" y="116394"/>
                  </a:cubicBezTo>
                  <a:cubicBezTo>
                    <a:pt x="76189" y="116394"/>
                    <a:pt x="75939" y="116889"/>
                    <a:pt x="73939" y="121105"/>
                  </a:cubicBezTo>
                  <a:cubicBezTo>
                    <a:pt x="66939" y="136729"/>
                    <a:pt x="54190" y="150616"/>
                    <a:pt x="40440" y="150616"/>
                  </a:cubicBezTo>
                  <a:cubicBezTo>
                    <a:pt x="35190" y="150616"/>
                    <a:pt x="31690" y="147392"/>
                    <a:pt x="31690" y="138465"/>
                  </a:cubicBezTo>
                  <a:cubicBezTo>
                    <a:pt x="31690" y="135985"/>
                    <a:pt x="32690" y="130777"/>
                    <a:pt x="33190" y="128297"/>
                  </a:cubicBezTo>
                  <a:lnTo>
                    <a:pt x="51190" y="57124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1F00BFD4-CBE5-3B6C-4FD6-5784C75C5210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9657807" y="5421289"/>
              <a:ext cx="237490" cy="82899"/>
            </a:xfrm>
            <a:custGeom>
              <a:avLst/>
              <a:gdLst>
                <a:gd name="connsiteX0" fmla="*/ 225546 w 237490"/>
                <a:gd name="connsiteY0" fmla="*/ 14256 h 82899"/>
                <a:gd name="connsiteX1" fmla="*/ 237688 w 237490"/>
                <a:gd name="connsiteY1" fmla="*/ 7170 h 82899"/>
                <a:gd name="connsiteX2" fmla="*/ 225903 w 237490"/>
                <a:gd name="connsiteY2" fmla="*/ 85 h 82899"/>
                <a:gd name="connsiteX3" fmla="*/ 11983 w 237490"/>
                <a:gd name="connsiteY3" fmla="*/ 85 h 82899"/>
                <a:gd name="connsiteX4" fmla="*/ 198 w 237490"/>
                <a:gd name="connsiteY4" fmla="*/ 7170 h 82899"/>
                <a:gd name="connsiteX5" fmla="*/ 12340 w 237490"/>
                <a:gd name="connsiteY5" fmla="*/ 14256 h 82899"/>
                <a:gd name="connsiteX6" fmla="*/ 225546 w 237490"/>
                <a:gd name="connsiteY6" fmla="*/ 14256 h 82899"/>
                <a:gd name="connsiteX7" fmla="*/ 225903 w 237490"/>
                <a:gd name="connsiteY7" fmla="*/ 82984 h 82899"/>
                <a:gd name="connsiteX8" fmla="*/ 237688 w 237490"/>
                <a:gd name="connsiteY8" fmla="*/ 75899 h 82899"/>
                <a:gd name="connsiteX9" fmla="*/ 225546 w 237490"/>
                <a:gd name="connsiteY9" fmla="*/ 68813 h 82899"/>
                <a:gd name="connsiteX10" fmla="*/ 12340 w 237490"/>
                <a:gd name="connsiteY10" fmla="*/ 68813 h 82899"/>
                <a:gd name="connsiteX11" fmla="*/ 198 w 237490"/>
                <a:gd name="connsiteY11" fmla="*/ 75899 h 82899"/>
                <a:gd name="connsiteX12" fmla="*/ 11983 w 237490"/>
                <a:gd name="connsiteY12" fmla="*/ 82984 h 82899"/>
                <a:gd name="connsiteX13" fmla="*/ 225903 w 237490"/>
                <a:gd name="connsiteY13" fmla="*/ 82984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490" h="82899">
                  <a:moveTo>
                    <a:pt x="225546" y="14256"/>
                  </a:moveTo>
                  <a:cubicBezTo>
                    <a:pt x="230903" y="14256"/>
                    <a:pt x="237688" y="14256"/>
                    <a:pt x="237688" y="7170"/>
                  </a:cubicBezTo>
                  <a:cubicBezTo>
                    <a:pt x="237688" y="85"/>
                    <a:pt x="230903" y="85"/>
                    <a:pt x="225903" y="85"/>
                  </a:cubicBezTo>
                  <a:lnTo>
                    <a:pt x="11983" y="85"/>
                  </a:lnTo>
                  <a:cubicBezTo>
                    <a:pt x="6983" y="85"/>
                    <a:pt x="198" y="85"/>
                    <a:pt x="198" y="7170"/>
                  </a:cubicBezTo>
                  <a:cubicBezTo>
                    <a:pt x="198" y="14256"/>
                    <a:pt x="6983" y="14256"/>
                    <a:pt x="12340" y="14256"/>
                  </a:cubicBezTo>
                  <a:lnTo>
                    <a:pt x="225546" y="14256"/>
                  </a:lnTo>
                  <a:close/>
                  <a:moveTo>
                    <a:pt x="225903" y="82984"/>
                  </a:moveTo>
                  <a:cubicBezTo>
                    <a:pt x="230903" y="82984"/>
                    <a:pt x="237688" y="82984"/>
                    <a:pt x="237688" y="75899"/>
                  </a:cubicBezTo>
                  <a:cubicBezTo>
                    <a:pt x="237688" y="68813"/>
                    <a:pt x="230903" y="68813"/>
                    <a:pt x="225546" y="68813"/>
                  </a:cubicBezTo>
                  <a:lnTo>
                    <a:pt x="12340" y="68813"/>
                  </a:lnTo>
                  <a:cubicBezTo>
                    <a:pt x="6983" y="68813"/>
                    <a:pt x="198" y="68813"/>
                    <a:pt x="198" y="75899"/>
                  </a:cubicBezTo>
                  <a:cubicBezTo>
                    <a:pt x="198" y="82984"/>
                    <a:pt x="6983" y="82984"/>
                    <a:pt x="11983" y="82984"/>
                  </a:cubicBezTo>
                  <a:lnTo>
                    <a:pt x="225903" y="82984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257F4BD1-0880-EEB2-A314-7253E0A35D92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0029775" y="5303317"/>
              <a:ext cx="141065" cy="247990"/>
            </a:xfrm>
            <a:custGeom>
              <a:avLst/>
              <a:gdLst>
                <a:gd name="connsiteX0" fmla="*/ 26993 w 141065"/>
                <a:gd name="connsiteY0" fmla="*/ 90778 h 247990"/>
                <a:gd name="connsiteX1" fmla="*/ 209 w 141065"/>
                <a:gd name="connsiteY1" fmla="*/ 90778 h 247990"/>
                <a:gd name="connsiteX2" fmla="*/ 209 w 141065"/>
                <a:gd name="connsiteY2" fmla="*/ 107429 h 247990"/>
                <a:gd name="connsiteX3" fmla="*/ 26993 w 141065"/>
                <a:gd name="connsiteY3" fmla="*/ 107429 h 247990"/>
                <a:gd name="connsiteX4" fmla="*/ 26993 w 141065"/>
                <a:gd name="connsiteY4" fmla="*/ 231424 h 247990"/>
                <a:gd name="connsiteX5" fmla="*/ 2351 w 141065"/>
                <a:gd name="connsiteY5" fmla="*/ 231424 h 247990"/>
                <a:gd name="connsiteX6" fmla="*/ 2351 w 141065"/>
                <a:gd name="connsiteY6" fmla="*/ 248075 h 247990"/>
                <a:gd name="connsiteX7" fmla="*/ 47349 w 141065"/>
                <a:gd name="connsiteY7" fmla="*/ 247012 h 247990"/>
                <a:gd name="connsiteX8" fmla="*/ 96633 w 141065"/>
                <a:gd name="connsiteY8" fmla="*/ 248075 h 247990"/>
                <a:gd name="connsiteX9" fmla="*/ 96633 w 141065"/>
                <a:gd name="connsiteY9" fmla="*/ 231424 h 247990"/>
                <a:gd name="connsiteX10" fmla="*/ 65563 w 141065"/>
                <a:gd name="connsiteY10" fmla="*/ 231424 h 247990"/>
                <a:gd name="connsiteX11" fmla="*/ 65563 w 141065"/>
                <a:gd name="connsiteY11" fmla="*/ 107429 h 247990"/>
                <a:gd name="connsiteX12" fmla="*/ 106633 w 141065"/>
                <a:gd name="connsiteY12" fmla="*/ 107429 h 247990"/>
                <a:gd name="connsiteX13" fmla="*/ 106633 w 141065"/>
                <a:gd name="connsiteY13" fmla="*/ 90778 h 247990"/>
                <a:gd name="connsiteX14" fmla="*/ 63420 w 141065"/>
                <a:gd name="connsiteY14" fmla="*/ 90778 h 247990"/>
                <a:gd name="connsiteX15" fmla="*/ 63420 w 141065"/>
                <a:gd name="connsiteY15" fmla="*/ 54997 h 247990"/>
                <a:gd name="connsiteX16" fmla="*/ 99490 w 141065"/>
                <a:gd name="connsiteY16" fmla="*/ 12838 h 247990"/>
                <a:gd name="connsiteX17" fmla="*/ 105561 w 141065"/>
                <a:gd name="connsiteY17" fmla="*/ 13547 h 247990"/>
                <a:gd name="connsiteX18" fmla="*/ 97347 w 141065"/>
                <a:gd name="connsiteY18" fmla="*/ 30906 h 247990"/>
                <a:gd name="connsiteX19" fmla="*/ 119132 w 141065"/>
                <a:gd name="connsiteY19" fmla="*/ 52871 h 247990"/>
                <a:gd name="connsiteX20" fmla="*/ 141274 w 141065"/>
                <a:gd name="connsiteY20" fmla="*/ 30906 h 247990"/>
                <a:gd name="connsiteX21" fmla="*/ 100562 w 141065"/>
                <a:gd name="connsiteY21" fmla="*/ 85 h 247990"/>
                <a:gd name="connsiteX22" fmla="*/ 26993 w 141065"/>
                <a:gd name="connsiteY22" fmla="*/ 54997 h 247990"/>
                <a:gd name="connsiteX23" fmla="*/ 26993 w 141065"/>
                <a:gd name="connsiteY23" fmla="*/ 90778 h 247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41065" h="247990">
                  <a:moveTo>
                    <a:pt x="26993" y="90778"/>
                  </a:moveTo>
                  <a:lnTo>
                    <a:pt x="209" y="90778"/>
                  </a:lnTo>
                  <a:lnTo>
                    <a:pt x="209" y="107429"/>
                  </a:lnTo>
                  <a:lnTo>
                    <a:pt x="26993" y="107429"/>
                  </a:lnTo>
                  <a:lnTo>
                    <a:pt x="26993" y="231424"/>
                  </a:lnTo>
                  <a:lnTo>
                    <a:pt x="2351" y="231424"/>
                  </a:lnTo>
                  <a:lnTo>
                    <a:pt x="2351" y="248075"/>
                  </a:lnTo>
                  <a:cubicBezTo>
                    <a:pt x="14851" y="247720"/>
                    <a:pt x="30922" y="247012"/>
                    <a:pt x="47349" y="247012"/>
                  </a:cubicBezTo>
                  <a:cubicBezTo>
                    <a:pt x="60920" y="247012"/>
                    <a:pt x="83777" y="247012"/>
                    <a:pt x="96633" y="248075"/>
                  </a:cubicBezTo>
                  <a:lnTo>
                    <a:pt x="96633" y="231424"/>
                  </a:lnTo>
                  <a:lnTo>
                    <a:pt x="65563" y="231424"/>
                  </a:lnTo>
                  <a:lnTo>
                    <a:pt x="65563" y="107429"/>
                  </a:lnTo>
                  <a:lnTo>
                    <a:pt x="106633" y="107429"/>
                  </a:lnTo>
                  <a:lnTo>
                    <a:pt x="106633" y="90778"/>
                  </a:lnTo>
                  <a:lnTo>
                    <a:pt x="63420" y="90778"/>
                  </a:lnTo>
                  <a:lnTo>
                    <a:pt x="63420" y="54997"/>
                  </a:lnTo>
                  <a:cubicBezTo>
                    <a:pt x="63420" y="16027"/>
                    <a:pt x="90562" y="12838"/>
                    <a:pt x="99490" y="12838"/>
                  </a:cubicBezTo>
                  <a:cubicBezTo>
                    <a:pt x="101276" y="12838"/>
                    <a:pt x="103062" y="12838"/>
                    <a:pt x="105561" y="13547"/>
                  </a:cubicBezTo>
                  <a:cubicBezTo>
                    <a:pt x="100204" y="17444"/>
                    <a:pt x="97347" y="24175"/>
                    <a:pt x="97347" y="30906"/>
                  </a:cubicBezTo>
                  <a:cubicBezTo>
                    <a:pt x="97347" y="46140"/>
                    <a:pt x="109847" y="52871"/>
                    <a:pt x="119132" y="52871"/>
                  </a:cubicBezTo>
                  <a:cubicBezTo>
                    <a:pt x="129846" y="52871"/>
                    <a:pt x="141274" y="45431"/>
                    <a:pt x="141274" y="30906"/>
                  </a:cubicBezTo>
                  <a:cubicBezTo>
                    <a:pt x="141274" y="16027"/>
                    <a:pt x="128418" y="85"/>
                    <a:pt x="100562" y="85"/>
                  </a:cubicBezTo>
                  <a:cubicBezTo>
                    <a:pt x="65563" y="85"/>
                    <a:pt x="26993" y="14964"/>
                    <a:pt x="26993" y="54997"/>
                  </a:cubicBezTo>
                  <a:lnTo>
                    <a:pt x="26993" y="90778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E297CE45-B5DD-B122-A6C6-E2E2F0BB769D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0150765" y="5449454"/>
              <a:ext cx="84496" cy="157473"/>
            </a:xfrm>
            <a:custGeom>
              <a:avLst/>
              <a:gdLst>
                <a:gd name="connsiteX0" fmla="*/ 51210 w 84496"/>
                <a:gd name="connsiteY0" fmla="*/ 57124 h 157473"/>
                <a:gd name="connsiteX1" fmla="*/ 76709 w 84496"/>
                <a:gd name="connsiteY1" fmla="*/ 57124 h 157473"/>
                <a:gd name="connsiteX2" fmla="*/ 84709 w 84496"/>
                <a:gd name="connsiteY2" fmla="*/ 51668 h 157473"/>
                <a:gd name="connsiteX3" fmla="*/ 77209 w 84496"/>
                <a:gd name="connsiteY3" fmla="*/ 48196 h 157473"/>
                <a:gd name="connsiteX4" fmla="*/ 53460 w 84496"/>
                <a:gd name="connsiteY4" fmla="*/ 48196 h 157473"/>
                <a:gd name="connsiteX5" fmla="*/ 62710 w 84496"/>
                <a:gd name="connsiteY5" fmla="*/ 11494 h 157473"/>
                <a:gd name="connsiteX6" fmla="*/ 63459 w 84496"/>
                <a:gd name="connsiteY6" fmla="*/ 8022 h 157473"/>
                <a:gd name="connsiteX7" fmla="*/ 54960 w 84496"/>
                <a:gd name="connsiteY7" fmla="*/ 86 h 157473"/>
                <a:gd name="connsiteX8" fmla="*/ 43210 w 84496"/>
                <a:gd name="connsiteY8" fmla="*/ 10750 h 157473"/>
                <a:gd name="connsiteX9" fmla="*/ 33711 w 84496"/>
                <a:gd name="connsiteY9" fmla="*/ 48196 h 157473"/>
                <a:gd name="connsiteX10" fmla="*/ 8212 w 84496"/>
                <a:gd name="connsiteY10" fmla="*/ 48196 h 157473"/>
                <a:gd name="connsiteX11" fmla="*/ 212 w 84496"/>
                <a:gd name="connsiteY11" fmla="*/ 53652 h 157473"/>
                <a:gd name="connsiteX12" fmla="*/ 7712 w 84496"/>
                <a:gd name="connsiteY12" fmla="*/ 57124 h 157473"/>
                <a:gd name="connsiteX13" fmla="*/ 31461 w 84496"/>
                <a:gd name="connsiteY13" fmla="*/ 57124 h 157473"/>
                <a:gd name="connsiteX14" fmla="*/ 16711 w 84496"/>
                <a:gd name="connsiteY14" fmla="*/ 115650 h 157473"/>
                <a:gd name="connsiteX15" fmla="*/ 12961 w 84496"/>
                <a:gd name="connsiteY15" fmla="*/ 134001 h 157473"/>
                <a:gd name="connsiteX16" fmla="*/ 39710 w 84496"/>
                <a:gd name="connsiteY16" fmla="*/ 157560 h 157473"/>
                <a:gd name="connsiteX17" fmla="*/ 83209 w 84496"/>
                <a:gd name="connsiteY17" fmla="*/ 119617 h 157473"/>
                <a:gd name="connsiteX18" fmla="*/ 79209 w 84496"/>
                <a:gd name="connsiteY18" fmla="*/ 116394 h 157473"/>
                <a:gd name="connsiteX19" fmla="*/ 73959 w 84496"/>
                <a:gd name="connsiteY19" fmla="*/ 121105 h 157473"/>
                <a:gd name="connsiteX20" fmla="*/ 40460 w 84496"/>
                <a:gd name="connsiteY20" fmla="*/ 150616 h 157473"/>
                <a:gd name="connsiteX21" fmla="*/ 31711 w 84496"/>
                <a:gd name="connsiteY21" fmla="*/ 138465 h 157473"/>
                <a:gd name="connsiteX22" fmla="*/ 33211 w 84496"/>
                <a:gd name="connsiteY22" fmla="*/ 128297 h 157473"/>
                <a:gd name="connsiteX23" fmla="*/ 51210 w 84496"/>
                <a:gd name="connsiteY23" fmla="*/ 57124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4496" h="157473">
                  <a:moveTo>
                    <a:pt x="51210" y="57124"/>
                  </a:moveTo>
                  <a:lnTo>
                    <a:pt x="76709" y="57124"/>
                  </a:lnTo>
                  <a:cubicBezTo>
                    <a:pt x="81459" y="57124"/>
                    <a:pt x="84709" y="57124"/>
                    <a:pt x="84709" y="51668"/>
                  </a:cubicBezTo>
                  <a:cubicBezTo>
                    <a:pt x="84709" y="48196"/>
                    <a:pt x="81459" y="48196"/>
                    <a:pt x="77209" y="48196"/>
                  </a:cubicBezTo>
                  <a:lnTo>
                    <a:pt x="53460" y="48196"/>
                  </a:lnTo>
                  <a:lnTo>
                    <a:pt x="62710" y="11494"/>
                  </a:lnTo>
                  <a:cubicBezTo>
                    <a:pt x="62959" y="10254"/>
                    <a:pt x="63459" y="9014"/>
                    <a:pt x="63459" y="8022"/>
                  </a:cubicBezTo>
                  <a:cubicBezTo>
                    <a:pt x="63459" y="3558"/>
                    <a:pt x="59960" y="86"/>
                    <a:pt x="54960" y="86"/>
                  </a:cubicBezTo>
                  <a:cubicBezTo>
                    <a:pt x="48710" y="86"/>
                    <a:pt x="44960" y="4302"/>
                    <a:pt x="43210" y="10750"/>
                  </a:cubicBezTo>
                  <a:cubicBezTo>
                    <a:pt x="41460" y="16950"/>
                    <a:pt x="44710" y="5046"/>
                    <a:pt x="33711" y="48196"/>
                  </a:cubicBezTo>
                  <a:lnTo>
                    <a:pt x="8212" y="48196"/>
                  </a:lnTo>
                  <a:cubicBezTo>
                    <a:pt x="3462" y="48196"/>
                    <a:pt x="212" y="48196"/>
                    <a:pt x="212" y="53652"/>
                  </a:cubicBezTo>
                  <a:cubicBezTo>
                    <a:pt x="212" y="57124"/>
                    <a:pt x="3212" y="57124"/>
                    <a:pt x="7712" y="57124"/>
                  </a:cubicBezTo>
                  <a:lnTo>
                    <a:pt x="31461" y="57124"/>
                  </a:lnTo>
                  <a:lnTo>
                    <a:pt x="16711" y="115650"/>
                  </a:lnTo>
                  <a:cubicBezTo>
                    <a:pt x="15211" y="121849"/>
                    <a:pt x="12961" y="130777"/>
                    <a:pt x="12961" y="134001"/>
                  </a:cubicBezTo>
                  <a:cubicBezTo>
                    <a:pt x="12961" y="148632"/>
                    <a:pt x="25461" y="157560"/>
                    <a:pt x="39710" y="157560"/>
                  </a:cubicBezTo>
                  <a:cubicBezTo>
                    <a:pt x="67459" y="157560"/>
                    <a:pt x="83209" y="122841"/>
                    <a:pt x="83209" y="119617"/>
                  </a:cubicBezTo>
                  <a:cubicBezTo>
                    <a:pt x="83209" y="116394"/>
                    <a:pt x="79959" y="116394"/>
                    <a:pt x="79209" y="116394"/>
                  </a:cubicBezTo>
                  <a:cubicBezTo>
                    <a:pt x="76209" y="116394"/>
                    <a:pt x="75959" y="116889"/>
                    <a:pt x="73959" y="121105"/>
                  </a:cubicBezTo>
                  <a:cubicBezTo>
                    <a:pt x="66959" y="136729"/>
                    <a:pt x="54210" y="150616"/>
                    <a:pt x="40460" y="150616"/>
                  </a:cubicBezTo>
                  <a:cubicBezTo>
                    <a:pt x="35211" y="150616"/>
                    <a:pt x="31711" y="147392"/>
                    <a:pt x="31711" y="138465"/>
                  </a:cubicBezTo>
                  <a:cubicBezTo>
                    <a:pt x="31711" y="135985"/>
                    <a:pt x="32711" y="130777"/>
                    <a:pt x="33211" y="128297"/>
                  </a:cubicBezTo>
                  <a:lnTo>
                    <a:pt x="51210" y="57124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37DBE0F-A67B-164D-0895-DE47F284C284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0368578" y="5386571"/>
              <a:ext cx="131780" cy="152691"/>
            </a:xfrm>
            <a:custGeom>
              <a:avLst/>
              <a:gdLst>
                <a:gd name="connsiteX0" fmla="*/ 75215 w 131780"/>
                <a:gd name="connsiteY0" fmla="*/ 13547 h 152691"/>
                <a:gd name="connsiteX1" fmla="*/ 66287 w 131780"/>
                <a:gd name="connsiteY1" fmla="*/ 85 h 152691"/>
                <a:gd name="connsiteX2" fmla="*/ 57001 w 131780"/>
                <a:gd name="connsiteY2" fmla="*/ 9296 h 152691"/>
                <a:gd name="connsiteX3" fmla="*/ 57001 w 131780"/>
                <a:gd name="connsiteY3" fmla="*/ 13901 h 152691"/>
                <a:gd name="connsiteX4" fmla="*/ 62001 w 131780"/>
                <a:gd name="connsiteY4" fmla="*/ 68813 h 152691"/>
                <a:gd name="connsiteX5" fmla="*/ 16288 w 131780"/>
                <a:gd name="connsiteY5" fmla="*/ 35866 h 152691"/>
                <a:gd name="connsiteX6" fmla="*/ 9860 w 131780"/>
                <a:gd name="connsiteY6" fmla="*/ 33386 h 152691"/>
                <a:gd name="connsiteX7" fmla="*/ 218 w 131780"/>
                <a:gd name="connsiteY7" fmla="*/ 43306 h 152691"/>
                <a:gd name="connsiteX8" fmla="*/ 7360 w 131780"/>
                <a:gd name="connsiteY8" fmla="*/ 52163 h 152691"/>
                <a:gd name="connsiteX9" fmla="*/ 58073 w 131780"/>
                <a:gd name="connsiteY9" fmla="*/ 76253 h 152691"/>
                <a:gd name="connsiteX10" fmla="*/ 8789 w 131780"/>
                <a:gd name="connsiteY10" fmla="*/ 99989 h 152691"/>
                <a:gd name="connsiteX11" fmla="*/ 218 w 131780"/>
                <a:gd name="connsiteY11" fmla="*/ 109555 h 152691"/>
                <a:gd name="connsiteX12" fmla="*/ 9860 w 131780"/>
                <a:gd name="connsiteY12" fmla="*/ 119474 h 152691"/>
                <a:gd name="connsiteX13" fmla="*/ 22003 w 131780"/>
                <a:gd name="connsiteY13" fmla="*/ 112743 h 152691"/>
                <a:gd name="connsiteX14" fmla="*/ 62001 w 131780"/>
                <a:gd name="connsiteY14" fmla="*/ 84047 h 152691"/>
                <a:gd name="connsiteX15" fmla="*/ 56644 w 131780"/>
                <a:gd name="connsiteY15" fmla="*/ 143565 h 152691"/>
                <a:gd name="connsiteX16" fmla="*/ 65929 w 131780"/>
                <a:gd name="connsiteY16" fmla="*/ 152776 h 152691"/>
                <a:gd name="connsiteX17" fmla="*/ 75572 w 131780"/>
                <a:gd name="connsiteY17" fmla="*/ 143565 h 152691"/>
                <a:gd name="connsiteX18" fmla="*/ 70215 w 131780"/>
                <a:gd name="connsiteY18" fmla="*/ 84047 h 152691"/>
                <a:gd name="connsiteX19" fmla="*/ 115927 w 131780"/>
                <a:gd name="connsiteY19" fmla="*/ 116994 h 152691"/>
                <a:gd name="connsiteX20" fmla="*/ 122356 w 131780"/>
                <a:gd name="connsiteY20" fmla="*/ 119474 h 152691"/>
                <a:gd name="connsiteX21" fmla="*/ 131998 w 131780"/>
                <a:gd name="connsiteY21" fmla="*/ 109555 h 152691"/>
                <a:gd name="connsiteX22" fmla="*/ 124498 w 131780"/>
                <a:gd name="connsiteY22" fmla="*/ 100344 h 152691"/>
                <a:gd name="connsiteX23" fmla="*/ 74143 w 131780"/>
                <a:gd name="connsiteY23" fmla="*/ 76607 h 152691"/>
                <a:gd name="connsiteX24" fmla="*/ 123427 w 131780"/>
                <a:gd name="connsiteY24" fmla="*/ 52871 h 152691"/>
                <a:gd name="connsiteX25" fmla="*/ 131998 w 131780"/>
                <a:gd name="connsiteY25" fmla="*/ 43306 h 152691"/>
                <a:gd name="connsiteX26" fmla="*/ 122356 w 131780"/>
                <a:gd name="connsiteY26" fmla="*/ 33386 h 152691"/>
                <a:gd name="connsiteX27" fmla="*/ 110213 w 131780"/>
                <a:gd name="connsiteY27" fmla="*/ 40117 h 152691"/>
                <a:gd name="connsiteX28" fmla="*/ 70215 w 131780"/>
                <a:gd name="connsiteY28" fmla="*/ 68813 h 152691"/>
                <a:gd name="connsiteX29" fmla="*/ 75215 w 131780"/>
                <a:gd name="connsiteY29" fmla="*/ 13547 h 152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1780" h="152691">
                  <a:moveTo>
                    <a:pt x="75215" y="13547"/>
                  </a:moveTo>
                  <a:cubicBezTo>
                    <a:pt x="75572" y="8587"/>
                    <a:pt x="75572" y="85"/>
                    <a:pt x="66287" y="85"/>
                  </a:cubicBezTo>
                  <a:cubicBezTo>
                    <a:pt x="60572" y="85"/>
                    <a:pt x="55930" y="4690"/>
                    <a:pt x="57001" y="9296"/>
                  </a:cubicBezTo>
                  <a:lnTo>
                    <a:pt x="57001" y="13901"/>
                  </a:lnTo>
                  <a:lnTo>
                    <a:pt x="62001" y="68813"/>
                  </a:lnTo>
                  <a:lnTo>
                    <a:pt x="16288" y="35866"/>
                  </a:lnTo>
                  <a:cubicBezTo>
                    <a:pt x="13074" y="34095"/>
                    <a:pt x="12360" y="33386"/>
                    <a:pt x="9860" y="33386"/>
                  </a:cubicBezTo>
                  <a:cubicBezTo>
                    <a:pt x="4860" y="33386"/>
                    <a:pt x="218" y="38346"/>
                    <a:pt x="218" y="43306"/>
                  </a:cubicBezTo>
                  <a:cubicBezTo>
                    <a:pt x="218" y="48974"/>
                    <a:pt x="3789" y="50391"/>
                    <a:pt x="7360" y="52163"/>
                  </a:cubicBezTo>
                  <a:lnTo>
                    <a:pt x="58073" y="76253"/>
                  </a:lnTo>
                  <a:lnTo>
                    <a:pt x="8789" y="99989"/>
                  </a:lnTo>
                  <a:cubicBezTo>
                    <a:pt x="3075" y="102823"/>
                    <a:pt x="218" y="104241"/>
                    <a:pt x="218" y="109555"/>
                  </a:cubicBezTo>
                  <a:cubicBezTo>
                    <a:pt x="218" y="114869"/>
                    <a:pt x="4860" y="119474"/>
                    <a:pt x="9860" y="119474"/>
                  </a:cubicBezTo>
                  <a:cubicBezTo>
                    <a:pt x="12360" y="119474"/>
                    <a:pt x="13074" y="119474"/>
                    <a:pt x="22003" y="112743"/>
                  </a:cubicBezTo>
                  <a:lnTo>
                    <a:pt x="62001" y="84047"/>
                  </a:lnTo>
                  <a:lnTo>
                    <a:pt x="56644" y="143565"/>
                  </a:lnTo>
                  <a:cubicBezTo>
                    <a:pt x="56644" y="151004"/>
                    <a:pt x="63072" y="152776"/>
                    <a:pt x="65929" y="152776"/>
                  </a:cubicBezTo>
                  <a:cubicBezTo>
                    <a:pt x="70215" y="152776"/>
                    <a:pt x="75572" y="150296"/>
                    <a:pt x="75572" y="143565"/>
                  </a:cubicBezTo>
                  <a:lnTo>
                    <a:pt x="70215" y="84047"/>
                  </a:lnTo>
                  <a:lnTo>
                    <a:pt x="115927" y="116994"/>
                  </a:lnTo>
                  <a:cubicBezTo>
                    <a:pt x="119142" y="118766"/>
                    <a:pt x="119856" y="119474"/>
                    <a:pt x="122356" y="119474"/>
                  </a:cubicBezTo>
                  <a:cubicBezTo>
                    <a:pt x="127355" y="119474"/>
                    <a:pt x="131998" y="114514"/>
                    <a:pt x="131998" y="109555"/>
                  </a:cubicBezTo>
                  <a:cubicBezTo>
                    <a:pt x="131998" y="104241"/>
                    <a:pt x="128784" y="102469"/>
                    <a:pt x="124498" y="100344"/>
                  </a:cubicBezTo>
                  <a:cubicBezTo>
                    <a:pt x="103071" y="89715"/>
                    <a:pt x="102356" y="89715"/>
                    <a:pt x="74143" y="76607"/>
                  </a:cubicBezTo>
                  <a:lnTo>
                    <a:pt x="123427" y="52871"/>
                  </a:lnTo>
                  <a:cubicBezTo>
                    <a:pt x="129141" y="50037"/>
                    <a:pt x="131998" y="48620"/>
                    <a:pt x="131998" y="43306"/>
                  </a:cubicBezTo>
                  <a:cubicBezTo>
                    <a:pt x="131998" y="37992"/>
                    <a:pt x="127355" y="33386"/>
                    <a:pt x="122356" y="33386"/>
                  </a:cubicBezTo>
                  <a:cubicBezTo>
                    <a:pt x="119856" y="33386"/>
                    <a:pt x="119142" y="33386"/>
                    <a:pt x="110213" y="40117"/>
                  </a:cubicBezTo>
                  <a:lnTo>
                    <a:pt x="70215" y="68813"/>
                  </a:lnTo>
                  <a:lnTo>
                    <a:pt x="75215" y="13547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0B764388-1033-2D26-74C2-F6AC6577DB04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0616861" y="5390822"/>
              <a:ext cx="157136" cy="162610"/>
            </a:xfrm>
            <a:custGeom>
              <a:avLst/>
              <a:gdLst>
                <a:gd name="connsiteX0" fmla="*/ 115220 w 157136"/>
                <a:gd name="connsiteY0" fmla="*/ 16381 h 162610"/>
                <a:gd name="connsiteX1" fmla="*/ 108078 w 157136"/>
                <a:gd name="connsiteY1" fmla="*/ 32678 h 162610"/>
                <a:gd name="connsiteX2" fmla="*/ 130220 w 157136"/>
                <a:gd name="connsiteY2" fmla="*/ 54997 h 162610"/>
                <a:gd name="connsiteX3" fmla="*/ 152719 w 157136"/>
                <a:gd name="connsiteY3" fmla="*/ 32678 h 162610"/>
                <a:gd name="connsiteX4" fmla="*/ 90578 w 157136"/>
                <a:gd name="connsiteY4" fmla="*/ 85 h 162610"/>
                <a:gd name="connsiteX5" fmla="*/ 225 w 157136"/>
                <a:gd name="connsiteY5" fmla="*/ 81921 h 162610"/>
                <a:gd name="connsiteX6" fmla="*/ 88793 w 157136"/>
                <a:gd name="connsiteY6" fmla="*/ 162695 h 162610"/>
                <a:gd name="connsiteX7" fmla="*/ 157362 w 157136"/>
                <a:gd name="connsiteY7" fmla="*/ 119120 h 162610"/>
                <a:gd name="connsiteX8" fmla="*/ 148790 w 157136"/>
                <a:gd name="connsiteY8" fmla="*/ 114160 h 162610"/>
                <a:gd name="connsiteX9" fmla="*/ 140219 w 157136"/>
                <a:gd name="connsiteY9" fmla="*/ 119474 h 162610"/>
                <a:gd name="connsiteX10" fmla="*/ 95578 w 157136"/>
                <a:gd name="connsiteY10" fmla="*/ 148524 h 162610"/>
                <a:gd name="connsiteX11" fmla="*/ 45937 w 157136"/>
                <a:gd name="connsiteY11" fmla="*/ 80150 h 162610"/>
                <a:gd name="connsiteX12" fmla="*/ 92007 w 157136"/>
                <a:gd name="connsiteY12" fmla="*/ 14256 h 162610"/>
                <a:gd name="connsiteX13" fmla="*/ 115220 w 157136"/>
                <a:gd name="connsiteY13" fmla="*/ 16381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136" h="162610">
                  <a:moveTo>
                    <a:pt x="115220" y="16381"/>
                  </a:moveTo>
                  <a:cubicBezTo>
                    <a:pt x="108792" y="22050"/>
                    <a:pt x="108078" y="29489"/>
                    <a:pt x="108078" y="32678"/>
                  </a:cubicBezTo>
                  <a:cubicBezTo>
                    <a:pt x="108078" y="48266"/>
                    <a:pt x="120577" y="54997"/>
                    <a:pt x="130220" y="54997"/>
                  </a:cubicBezTo>
                  <a:cubicBezTo>
                    <a:pt x="141291" y="54997"/>
                    <a:pt x="152719" y="47557"/>
                    <a:pt x="152719" y="32678"/>
                  </a:cubicBezTo>
                  <a:cubicBezTo>
                    <a:pt x="152719" y="2210"/>
                    <a:pt x="111292" y="85"/>
                    <a:pt x="90578" y="85"/>
                  </a:cubicBezTo>
                  <a:cubicBezTo>
                    <a:pt x="26652" y="85"/>
                    <a:pt x="225" y="40826"/>
                    <a:pt x="225" y="81921"/>
                  </a:cubicBezTo>
                  <a:cubicBezTo>
                    <a:pt x="225" y="129039"/>
                    <a:pt x="33795" y="162695"/>
                    <a:pt x="88793" y="162695"/>
                  </a:cubicBezTo>
                  <a:cubicBezTo>
                    <a:pt x="146648" y="162695"/>
                    <a:pt x="157362" y="121600"/>
                    <a:pt x="157362" y="119120"/>
                  </a:cubicBezTo>
                  <a:cubicBezTo>
                    <a:pt x="157362" y="114160"/>
                    <a:pt x="152362" y="114160"/>
                    <a:pt x="148790" y="114160"/>
                  </a:cubicBezTo>
                  <a:cubicBezTo>
                    <a:pt x="142362" y="114160"/>
                    <a:pt x="142005" y="114869"/>
                    <a:pt x="140219" y="119474"/>
                  </a:cubicBezTo>
                  <a:cubicBezTo>
                    <a:pt x="130934" y="141793"/>
                    <a:pt x="113792" y="148524"/>
                    <a:pt x="95578" y="148524"/>
                  </a:cubicBezTo>
                  <a:cubicBezTo>
                    <a:pt x="45937" y="148524"/>
                    <a:pt x="45937" y="96447"/>
                    <a:pt x="45937" y="80150"/>
                  </a:cubicBezTo>
                  <a:cubicBezTo>
                    <a:pt x="45937" y="60311"/>
                    <a:pt x="45937" y="14256"/>
                    <a:pt x="92007" y="14256"/>
                  </a:cubicBezTo>
                  <a:cubicBezTo>
                    <a:pt x="104506" y="14256"/>
                    <a:pt x="110578" y="15318"/>
                    <a:pt x="115220" y="16381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F0DE9706-26FB-5C76-8394-ADC25FE469FB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0796321" y="5449454"/>
              <a:ext cx="84496" cy="157473"/>
            </a:xfrm>
            <a:custGeom>
              <a:avLst/>
              <a:gdLst>
                <a:gd name="connsiteX0" fmla="*/ 51228 w 84496"/>
                <a:gd name="connsiteY0" fmla="*/ 57124 h 157473"/>
                <a:gd name="connsiteX1" fmla="*/ 76727 w 84496"/>
                <a:gd name="connsiteY1" fmla="*/ 57124 h 157473"/>
                <a:gd name="connsiteX2" fmla="*/ 84727 w 84496"/>
                <a:gd name="connsiteY2" fmla="*/ 51668 h 157473"/>
                <a:gd name="connsiteX3" fmla="*/ 77227 w 84496"/>
                <a:gd name="connsiteY3" fmla="*/ 48196 h 157473"/>
                <a:gd name="connsiteX4" fmla="*/ 53478 w 84496"/>
                <a:gd name="connsiteY4" fmla="*/ 48196 h 157473"/>
                <a:gd name="connsiteX5" fmla="*/ 62728 w 84496"/>
                <a:gd name="connsiteY5" fmla="*/ 11494 h 157473"/>
                <a:gd name="connsiteX6" fmla="*/ 63477 w 84496"/>
                <a:gd name="connsiteY6" fmla="*/ 8022 h 157473"/>
                <a:gd name="connsiteX7" fmla="*/ 54978 w 84496"/>
                <a:gd name="connsiteY7" fmla="*/ 86 h 157473"/>
                <a:gd name="connsiteX8" fmla="*/ 43228 w 84496"/>
                <a:gd name="connsiteY8" fmla="*/ 10750 h 157473"/>
                <a:gd name="connsiteX9" fmla="*/ 33729 w 84496"/>
                <a:gd name="connsiteY9" fmla="*/ 48196 h 157473"/>
                <a:gd name="connsiteX10" fmla="*/ 8230 w 84496"/>
                <a:gd name="connsiteY10" fmla="*/ 48196 h 157473"/>
                <a:gd name="connsiteX11" fmla="*/ 230 w 84496"/>
                <a:gd name="connsiteY11" fmla="*/ 53652 h 157473"/>
                <a:gd name="connsiteX12" fmla="*/ 7730 w 84496"/>
                <a:gd name="connsiteY12" fmla="*/ 57124 h 157473"/>
                <a:gd name="connsiteX13" fmla="*/ 31479 w 84496"/>
                <a:gd name="connsiteY13" fmla="*/ 57124 h 157473"/>
                <a:gd name="connsiteX14" fmla="*/ 16729 w 84496"/>
                <a:gd name="connsiteY14" fmla="*/ 115650 h 157473"/>
                <a:gd name="connsiteX15" fmla="*/ 12980 w 84496"/>
                <a:gd name="connsiteY15" fmla="*/ 134001 h 157473"/>
                <a:gd name="connsiteX16" fmla="*/ 39728 w 84496"/>
                <a:gd name="connsiteY16" fmla="*/ 157560 h 157473"/>
                <a:gd name="connsiteX17" fmla="*/ 83227 w 84496"/>
                <a:gd name="connsiteY17" fmla="*/ 119617 h 157473"/>
                <a:gd name="connsiteX18" fmla="*/ 79227 w 84496"/>
                <a:gd name="connsiteY18" fmla="*/ 116394 h 157473"/>
                <a:gd name="connsiteX19" fmla="*/ 73977 w 84496"/>
                <a:gd name="connsiteY19" fmla="*/ 121105 h 157473"/>
                <a:gd name="connsiteX20" fmla="*/ 40478 w 84496"/>
                <a:gd name="connsiteY20" fmla="*/ 150616 h 157473"/>
                <a:gd name="connsiteX21" fmla="*/ 31729 w 84496"/>
                <a:gd name="connsiteY21" fmla="*/ 138465 h 157473"/>
                <a:gd name="connsiteX22" fmla="*/ 33229 w 84496"/>
                <a:gd name="connsiteY22" fmla="*/ 128297 h 157473"/>
                <a:gd name="connsiteX23" fmla="*/ 51228 w 84496"/>
                <a:gd name="connsiteY23" fmla="*/ 57124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4496" h="157473">
                  <a:moveTo>
                    <a:pt x="51228" y="57124"/>
                  </a:moveTo>
                  <a:lnTo>
                    <a:pt x="76727" y="57124"/>
                  </a:lnTo>
                  <a:cubicBezTo>
                    <a:pt x="81477" y="57124"/>
                    <a:pt x="84727" y="57124"/>
                    <a:pt x="84727" y="51668"/>
                  </a:cubicBezTo>
                  <a:cubicBezTo>
                    <a:pt x="84727" y="48196"/>
                    <a:pt x="81477" y="48196"/>
                    <a:pt x="77227" y="48196"/>
                  </a:cubicBezTo>
                  <a:lnTo>
                    <a:pt x="53478" y="48196"/>
                  </a:lnTo>
                  <a:lnTo>
                    <a:pt x="62728" y="11494"/>
                  </a:lnTo>
                  <a:cubicBezTo>
                    <a:pt x="62977" y="10254"/>
                    <a:pt x="63477" y="9014"/>
                    <a:pt x="63477" y="8022"/>
                  </a:cubicBezTo>
                  <a:cubicBezTo>
                    <a:pt x="63477" y="3558"/>
                    <a:pt x="59978" y="86"/>
                    <a:pt x="54978" y="86"/>
                  </a:cubicBezTo>
                  <a:cubicBezTo>
                    <a:pt x="48728" y="86"/>
                    <a:pt x="44978" y="4302"/>
                    <a:pt x="43228" y="10750"/>
                  </a:cubicBezTo>
                  <a:cubicBezTo>
                    <a:pt x="41478" y="16950"/>
                    <a:pt x="44728" y="5046"/>
                    <a:pt x="33729" y="48196"/>
                  </a:cubicBezTo>
                  <a:lnTo>
                    <a:pt x="8230" y="48196"/>
                  </a:lnTo>
                  <a:cubicBezTo>
                    <a:pt x="3480" y="48196"/>
                    <a:pt x="230" y="48196"/>
                    <a:pt x="230" y="53652"/>
                  </a:cubicBezTo>
                  <a:cubicBezTo>
                    <a:pt x="230" y="57124"/>
                    <a:pt x="3230" y="57124"/>
                    <a:pt x="7730" y="57124"/>
                  </a:cubicBezTo>
                  <a:lnTo>
                    <a:pt x="31479" y="57124"/>
                  </a:lnTo>
                  <a:lnTo>
                    <a:pt x="16729" y="115650"/>
                  </a:lnTo>
                  <a:cubicBezTo>
                    <a:pt x="15229" y="121849"/>
                    <a:pt x="12980" y="130777"/>
                    <a:pt x="12980" y="134001"/>
                  </a:cubicBezTo>
                  <a:cubicBezTo>
                    <a:pt x="12980" y="148632"/>
                    <a:pt x="25479" y="157560"/>
                    <a:pt x="39728" y="157560"/>
                  </a:cubicBezTo>
                  <a:cubicBezTo>
                    <a:pt x="67477" y="157560"/>
                    <a:pt x="83227" y="122841"/>
                    <a:pt x="83227" y="119617"/>
                  </a:cubicBezTo>
                  <a:cubicBezTo>
                    <a:pt x="83227" y="116394"/>
                    <a:pt x="79977" y="116394"/>
                    <a:pt x="79227" y="116394"/>
                  </a:cubicBezTo>
                  <a:cubicBezTo>
                    <a:pt x="76227" y="116394"/>
                    <a:pt x="75977" y="116889"/>
                    <a:pt x="73977" y="121105"/>
                  </a:cubicBezTo>
                  <a:cubicBezTo>
                    <a:pt x="66977" y="136729"/>
                    <a:pt x="54228" y="150616"/>
                    <a:pt x="40478" y="150616"/>
                  </a:cubicBezTo>
                  <a:cubicBezTo>
                    <a:pt x="35229" y="150616"/>
                    <a:pt x="31729" y="147392"/>
                    <a:pt x="31729" y="138465"/>
                  </a:cubicBezTo>
                  <a:cubicBezTo>
                    <a:pt x="31729" y="135985"/>
                    <a:pt x="32729" y="130777"/>
                    <a:pt x="33229" y="128297"/>
                  </a:cubicBezTo>
                  <a:lnTo>
                    <a:pt x="51228" y="57124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FD5663B-9F12-5576-2E8C-F982B7B4E35F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0920704" y="5536250"/>
              <a:ext cx="168993" cy="12151"/>
            </a:xfrm>
            <a:custGeom>
              <a:avLst/>
              <a:gdLst>
                <a:gd name="connsiteX0" fmla="*/ 159227 w 168993"/>
                <a:gd name="connsiteY0" fmla="*/ 12238 h 12151"/>
                <a:gd name="connsiteX1" fmla="*/ 169226 w 168993"/>
                <a:gd name="connsiteY1" fmla="*/ 6286 h 12151"/>
                <a:gd name="connsiteX2" fmla="*/ 159227 w 168993"/>
                <a:gd name="connsiteY2" fmla="*/ 86 h 12151"/>
                <a:gd name="connsiteX3" fmla="*/ 10233 w 168993"/>
                <a:gd name="connsiteY3" fmla="*/ 86 h 12151"/>
                <a:gd name="connsiteX4" fmla="*/ 233 w 168993"/>
                <a:gd name="connsiteY4" fmla="*/ 6038 h 12151"/>
                <a:gd name="connsiteX5" fmla="*/ 10233 w 168993"/>
                <a:gd name="connsiteY5" fmla="*/ 12238 h 12151"/>
                <a:gd name="connsiteX6" fmla="*/ 159227 w 168993"/>
                <a:gd name="connsiteY6" fmla="*/ 12238 h 12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993" h="12151">
                  <a:moveTo>
                    <a:pt x="159227" y="12238"/>
                  </a:moveTo>
                  <a:cubicBezTo>
                    <a:pt x="163227" y="12238"/>
                    <a:pt x="169226" y="12238"/>
                    <a:pt x="169226" y="6286"/>
                  </a:cubicBezTo>
                  <a:cubicBezTo>
                    <a:pt x="169226" y="86"/>
                    <a:pt x="163476" y="86"/>
                    <a:pt x="159227" y="86"/>
                  </a:cubicBezTo>
                  <a:lnTo>
                    <a:pt x="10233" y="86"/>
                  </a:lnTo>
                  <a:cubicBezTo>
                    <a:pt x="6233" y="86"/>
                    <a:pt x="233" y="86"/>
                    <a:pt x="233" y="6038"/>
                  </a:cubicBezTo>
                  <a:cubicBezTo>
                    <a:pt x="233" y="12238"/>
                    <a:pt x="5983" y="12238"/>
                    <a:pt x="10233" y="12238"/>
                  </a:cubicBezTo>
                  <a:lnTo>
                    <a:pt x="159227" y="12238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DD8C9BE5-4BD9-ADC5-DA04-6BF3E20ADC1F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1144160" y="5439782"/>
              <a:ext cx="90996" cy="164665"/>
            </a:xfrm>
            <a:custGeom>
              <a:avLst/>
              <a:gdLst>
                <a:gd name="connsiteX0" fmla="*/ 56737 w 90996"/>
                <a:gd name="connsiteY0" fmla="*/ 7030 h 164665"/>
                <a:gd name="connsiteX1" fmla="*/ 49237 w 90996"/>
                <a:gd name="connsiteY1" fmla="*/ 86 h 164665"/>
                <a:gd name="connsiteX2" fmla="*/ 239 w 90996"/>
                <a:gd name="connsiteY2" fmla="*/ 15958 h 164665"/>
                <a:gd name="connsiteX3" fmla="*/ 239 w 90996"/>
                <a:gd name="connsiteY3" fmla="*/ 24885 h 164665"/>
                <a:gd name="connsiteX4" fmla="*/ 36488 w 90996"/>
                <a:gd name="connsiteY4" fmla="*/ 17941 h 164665"/>
                <a:gd name="connsiteX5" fmla="*/ 36488 w 90996"/>
                <a:gd name="connsiteY5" fmla="*/ 144416 h 164665"/>
                <a:gd name="connsiteX6" fmla="*/ 11489 w 90996"/>
                <a:gd name="connsiteY6" fmla="*/ 155824 h 164665"/>
                <a:gd name="connsiteX7" fmla="*/ 1989 w 90996"/>
                <a:gd name="connsiteY7" fmla="*/ 155824 h 164665"/>
                <a:gd name="connsiteX8" fmla="*/ 1989 w 90996"/>
                <a:gd name="connsiteY8" fmla="*/ 164752 h 164665"/>
                <a:gd name="connsiteX9" fmla="*/ 46487 w 90996"/>
                <a:gd name="connsiteY9" fmla="*/ 163760 h 164665"/>
                <a:gd name="connsiteX10" fmla="*/ 91236 w 90996"/>
                <a:gd name="connsiteY10" fmla="*/ 164752 h 164665"/>
                <a:gd name="connsiteX11" fmla="*/ 91236 w 90996"/>
                <a:gd name="connsiteY11" fmla="*/ 155824 h 164665"/>
                <a:gd name="connsiteX12" fmla="*/ 81736 w 90996"/>
                <a:gd name="connsiteY12" fmla="*/ 155824 h 164665"/>
                <a:gd name="connsiteX13" fmla="*/ 56737 w 90996"/>
                <a:gd name="connsiteY13" fmla="*/ 144416 h 164665"/>
                <a:gd name="connsiteX14" fmla="*/ 56737 w 90996"/>
                <a:gd name="connsiteY14" fmla="*/ 7030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996" h="164665">
                  <a:moveTo>
                    <a:pt x="56737" y="7030"/>
                  </a:moveTo>
                  <a:cubicBezTo>
                    <a:pt x="56737" y="334"/>
                    <a:pt x="56237" y="86"/>
                    <a:pt x="49237" y="86"/>
                  </a:cubicBezTo>
                  <a:cubicBezTo>
                    <a:pt x="33238" y="15710"/>
                    <a:pt x="10489" y="15958"/>
                    <a:pt x="239" y="15958"/>
                  </a:cubicBezTo>
                  <a:lnTo>
                    <a:pt x="239" y="24885"/>
                  </a:lnTo>
                  <a:cubicBezTo>
                    <a:pt x="6239" y="24885"/>
                    <a:pt x="22738" y="24885"/>
                    <a:pt x="36488" y="17941"/>
                  </a:cubicBezTo>
                  <a:lnTo>
                    <a:pt x="36488" y="144416"/>
                  </a:lnTo>
                  <a:cubicBezTo>
                    <a:pt x="36488" y="152600"/>
                    <a:pt x="36488" y="155824"/>
                    <a:pt x="11489" y="155824"/>
                  </a:cubicBezTo>
                  <a:lnTo>
                    <a:pt x="1989" y="155824"/>
                  </a:lnTo>
                  <a:lnTo>
                    <a:pt x="1989" y="164752"/>
                  </a:lnTo>
                  <a:cubicBezTo>
                    <a:pt x="6489" y="164504"/>
                    <a:pt x="37238" y="163760"/>
                    <a:pt x="46487" y="163760"/>
                  </a:cubicBezTo>
                  <a:cubicBezTo>
                    <a:pt x="54237" y="163760"/>
                    <a:pt x="85736" y="164504"/>
                    <a:pt x="91236" y="164752"/>
                  </a:cubicBezTo>
                  <a:lnTo>
                    <a:pt x="91236" y="155824"/>
                  </a:lnTo>
                  <a:lnTo>
                    <a:pt x="81736" y="155824"/>
                  </a:lnTo>
                  <a:cubicBezTo>
                    <a:pt x="56737" y="155824"/>
                    <a:pt x="56737" y="152600"/>
                    <a:pt x="56737" y="144416"/>
                  </a:cubicBezTo>
                  <a:lnTo>
                    <a:pt x="56737" y="7030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0B16718-39EA-46CA-C28C-1F1FBDF6CE3D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1376482" y="5344767"/>
              <a:ext cx="237490" cy="235944"/>
            </a:xfrm>
            <a:custGeom>
              <a:avLst/>
              <a:gdLst>
                <a:gd name="connsiteX0" fmla="*/ 126312 w 237490"/>
                <a:gd name="connsiteY0" fmla="*/ 125143 h 235944"/>
                <a:gd name="connsiteX1" fmla="*/ 225951 w 237490"/>
                <a:gd name="connsiteY1" fmla="*/ 125143 h 235944"/>
                <a:gd name="connsiteX2" fmla="*/ 237736 w 237490"/>
                <a:gd name="connsiteY2" fmla="*/ 118057 h 235944"/>
                <a:gd name="connsiteX3" fmla="*/ 225951 w 237490"/>
                <a:gd name="connsiteY3" fmla="*/ 110972 h 235944"/>
                <a:gd name="connsiteX4" fmla="*/ 126312 w 237490"/>
                <a:gd name="connsiteY4" fmla="*/ 110972 h 235944"/>
                <a:gd name="connsiteX5" fmla="*/ 126312 w 237490"/>
                <a:gd name="connsiteY5" fmla="*/ 11776 h 235944"/>
                <a:gd name="connsiteX6" fmla="*/ 119170 w 237490"/>
                <a:gd name="connsiteY6" fmla="*/ 85 h 235944"/>
                <a:gd name="connsiteX7" fmla="*/ 112027 w 237490"/>
                <a:gd name="connsiteY7" fmla="*/ 11776 h 235944"/>
                <a:gd name="connsiteX8" fmla="*/ 112027 w 237490"/>
                <a:gd name="connsiteY8" fmla="*/ 110972 h 235944"/>
                <a:gd name="connsiteX9" fmla="*/ 12031 w 237490"/>
                <a:gd name="connsiteY9" fmla="*/ 110972 h 235944"/>
                <a:gd name="connsiteX10" fmla="*/ 246 w 237490"/>
                <a:gd name="connsiteY10" fmla="*/ 118057 h 235944"/>
                <a:gd name="connsiteX11" fmla="*/ 12031 w 237490"/>
                <a:gd name="connsiteY11" fmla="*/ 125143 h 235944"/>
                <a:gd name="connsiteX12" fmla="*/ 112027 w 237490"/>
                <a:gd name="connsiteY12" fmla="*/ 125143 h 235944"/>
                <a:gd name="connsiteX13" fmla="*/ 112027 w 237490"/>
                <a:gd name="connsiteY13" fmla="*/ 224339 h 235944"/>
                <a:gd name="connsiteX14" fmla="*/ 119170 w 237490"/>
                <a:gd name="connsiteY14" fmla="*/ 236029 h 235944"/>
                <a:gd name="connsiteX15" fmla="*/ 126312 w 237490"/>
                <a:gd name="connsiteY15" fmla="*/ 224339 h 235944"/>
                <a:gd name="connsiteX16" fmla="*/ 126312 w 237490"/>
                <a:gd name="connsiteY16" fmla="*/ 125143 h 23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7490" h="235944">
                  <a:moveTo>
                    <a:pt x="126312" y="125143"/>
                  </a:moveTo>
                  <a:lnTo>
                    <a:pt x="225951" y="125143"/>
                  </a:lnTo>
                  <a:cubicBezTo>
                    <a:pt x="230951" y="125143"/>
                    <a:pt x="237736" y="125143"/>
                    <a:pt x="237736" y="118057"/>
                  </a:cubicBezTo>
                  <a:cubicBezTo>
                    <a:pt x="237736" y="110972"/>
                    <a:pt x="230951" y="110972"/>
                    <a:pt x="225951" y="110972"/>
                  </a:cubicBezTo>
                  <a:lnTo>
                    <a:pt x="126312" y="110972"/>
                  </a:lnTo>
                  <a:lnTo>
                    <a:pt x="126312" y="11776"/>
                  </a:lnTo>
                  <a:cubicBezTo>
                    <a:pt x="126312" y="6816"/>
                    <a:pt x="126312" y="85"/>
                    <a:pt x="119170" y="85"/>
                  </a:cubicBezTo>
                  <a:cubicBezTo>
                    <a:pt x="112027" y="85"/>
                    <a:pt x="112027" y="6816"/>
                    <a:pt x="112027" y="11776"/>
                  </a:cubicBezTo>
                  <a:lnTo>
                    <a:pt x="112027" y="110972"/>
                  </a:lnTo>
                  <a:lnTo>
                    <a:pt x="12031" y="110972"/>
                  </a:lnTo>
                  <a:cubicBezTo>
                    <a:pt x="7031" y="110972"/>
                    <a:pt x="246" y="110972"/>
                    <a:pt x="246" y="118057"/>
                  </a:cubicBezTo>
                  <a:cubicBezTo>
                    <a:pt x="246" y="125143"/>
                    <a:pt x="7031" y="125143"/>
                    <a:pt x="12031" y="125143"/>
                  </a:cubicBezTo>
                  <a:lnTo>
                    <a:pt x="112027" y="125143"/>
                  </a:lnTo>
                  <a:lnTo>
                    <a:pt x="112027" y="224339"/>
                  </a:lnTo>
                  <a:cubicBezTo>
                    <a:pt x="112027" y="229298"/>
                    <a:pt x="112027" y="236029"/>
                    <a:pt x="119170" y="236029"/>
                  </a:cubicBezTo>
                  <a:cubicBezTo>
                    <a:pt x="126312" y="236029"/>
                    <a:pt x="126312" y="229298"/>
                    <a:pt x="126312" y="224339"/>
                  </a:cubicBezTo>
                  <a:lnTo>
                    <a:pt x="126312" y="125143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B2C34AFA-7048-4639-5B7D-8ED01B7773AE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1730395" y="5305088"/>
              <a:ext cx="85353" cy="246218"/>
            </a:xfrm>
            <a:custGeom>
              <a:avLst/>
              <a:gdLst>
                <a:gd name="connsiteX0" fmla="*/ 63468 w 85353"/>
                <a:gd name="connsiteY0" fmla="*/ 86881 h 246218"/>
                <a:gd name="connsiteX1" fmla="*/ 1327 w 85353"/>
                <a:gd name="connsiteY1" fmla="*/ 89715 h 246218"/>
                <a:gd name="connsiteX2" fmla="*/ 1327 w 85353"/>
                <a:gd name="connsiteY2" fmla="*/ 106366 h 246218"/>
                <a:gd name="connsiteX3" fmla="*/ 24898 w 85353"/>
                <a:gd name="connsiteY3" fmla="*/ 120183 h 246218"/>
                <a:gd name="connsiteX4" fmla="*/ 24898 w 85353"/>
                <a:gd name="connsiteY4" fmla="*/ 229653 h 246218"/>
                <a:gd name="connsiteX5" fmla="*/ 256 w 85353"/>
                <a:gd name="connsiteY5" fmla="*/ 229653 h 246218"/>
                <a:gd name="connsiteX6" fmla="*/ 256 w 85353"/>
                <a:gd name="connsiteY6" fmla="*/ 246303 h 246218"/>
                <a:gd name="connsiteX7" fmla="*/ 43826 w 85353"/>
                <a:gd name="connsiteY7" fmla="*/ 245241 h 246218"/>
                <a:gd name="connsiteX8" fmla="*/ 85610 w 85353"/>
                <a:gd name="connsiteY8" fmla="*/ 246303 h 246218"/>
                <a:gd name="connsiteX9" fmla="*/ 85610 w 85353"/>
                <a:gd name="connsiteY9" fmla="*/ 229653 h 246218"/>
                <a:gd name="connsiteX10" fmla="*/ 63468 w 85353"/>
                <a:gd name="connsiteY10" fmla="*/ 229653 h 246218"/>
                <a:gd name="connsiteX11" fmla="*/ 63468 w 85353"/>
                <a:gd name="connsiteY11" fmla="*/ 86881 h 246218"/>
                <a:gd name="connsiteX12" fmla="*/ 67039 w 85353"/>
                <a:gd name="connsiteY12" fmla="*/ 27718 h 246218"/>
                <a:gd name="connsiteX13" fmla="*/ 39183 w 85353"/>
                <a:gd name="connsiteY13" fmla="*/ 85 h 246218"/>
                <a:gd name="connsiteX14" fmla="*/ 11327 w 85353"/>
                <a:gd name="connsiteY14" fmla="*/ 27718 h 246218"/>
                <a:gd name="connsiteX15" fmla="*/ 39183 w 85353"/>
                <a:gd name="connsiteY15" fmla="*/ 55351 h 246218"/>
                <a:gd name="connsiteX16" fmla="*/ 67039 w 85353"/>
                <a:gd name="connsiteY16" fmla="*/ 27718 h 246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5353" h="246218">
                  <a:moveTo>
                    <a:pt x="63468" y="86881"/>
                  </a:moveTo>
                  <a:lnTo>
                    <a:pt x="1327" y="89715"/>
                  </a:lnTo>
                  <a:lnTo>
                    <a:pt x="1327" y="106366"/>
                  </a:lnTo>
                  <a:cubicBezTo>
                    <a:pt x="22398" y="106366"/>
                    <a:pt x="24898" y="106366"/>
                    <a:pt x="24898" y="120183"/>
                  </a:cubicBezTo>
                  <a:lnTo>
                    <a:pt x="24898" y="229653"/>
                  </a:lnTo>
                  <a:lnTo>
                    <a:pt x="256" y="229653"/>
                  </a:lnTo>
                  <a:lnTo>
                    <a:pt x="256" y="246303"/>
                  </a:lnTo>
                  <a:cubicBezTo>
                    <a:pt x="11327" y="245949"/>
                    <a:pt x="28826" y="245241"/>
                    <a:pt x="43826" y="245241"/>
                  </a:cubicBezTo>
                  <a:cubicBezTo>
                    <a:pt x="54539" y="245241"/>
                    <a:pt x="72753" y="245949"/>
                    <a:pt x="85610" y="246303"/>
                  </a:cubicBezTo>
                  <a:lnTo>
                    <a:pt x="85610" y="229653"/>
                  </a:lnTo>
                  <a:lnTo>
                    <a:pt x="63468" y="229653"/>
                  </a:lnTo>
                  <a:lnTo>
                    <a:pt x="63468" y="86881"/>
                  </a:lnTo>
                  <a:close/>
                  <a:moveTo>
                    <a:pt x="67039" y="27718"/>
                  </a:moveTo>
                  <a:cubicBezTo>
                    <a:pt x="67039" y="12130"/>
                    <a:pt x="54182" y="85"/>
                    <a:pt x="39183" y="85"/>
                  </a:cubicBezTo>
                  <a:cubicBezTo>
                    <a:pt x="23826" y="85"/>
                    <a:pt x="11327" y="12484"/>
                    <a:pt x="11327" y="27718"/>
                  </a:cubicBezTo>
                  <a:cubicBezTo>
                    <a:pt x="11327" y="42952"/>
                    <a:pt x="23826" y="55351"/>
                    <a:pt x="39183" y="55351"/>
                  </a:cubicBezTo>
                  <a:cubicBezTo>
                    <a:pt x="54182" y="55351"/>
                    <a:pt x="67039" y="43306"/>
                    <a:pt x="67039" y="27718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19D21555-AB51-704E-49E1-956AF45384F6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1838192" y="5449454"/>
              <a:ext cx="84496" cy="157473"/>
            </a:xfrm>
            <a:custGeom>
              <a:avLst/>
              <a:gdLst>
                <a:gd name="connsiteX0" fmla="*/ 51257 w 84496"/>
                <a:gd name="connsiteY0" fmla="*/ 57124 h 157473"/>
                <a:gd name="connsiteX1" fmla="*/ 76756 w 84496"/>
                <a:gd name="connsiteY1" fmla="*/ 57124 h 157473"/>
                <a:gd name="connsiteX2" fmla="*/ 84756 w 84496"/>
                <a:gd name="connsiteY2" fmla="*/ 51668 h 157473"/>
                <a:gd name="connsiteX3" fmla="*/ 77256 w 84496"/>
                <a:gd name="connsiteY3" fmla="*/ 48196 h 157473"/>
                <a:gd name="connsiteX4" fmla="*/ 53507 w 84496"/>
                <a:gd name="connsiteY4" fmla="*/ 48196 h 157473"/>
                <a:gd name="connsiteX5" fmla="*/ 62757 w 84496"/>
                <a:gd name="connsiteY5" fmla="*/ 11494 h 157473"/>
                <a:gd name="connsiteX6" fmla="*/ 63507 w 84496"/>
                <a:gd name="connsiteY6" fmla="*/ 8022 h 157473"/>
                <a:gd name="connsiteX7" fmla="*/ 55007 w 84496"/>
                <a:gd name="connsiteY7" fmla="*/ 86 h 157473"/>
                <a:gd name="connsiteX8" fmla="*/ 43257 w 84496"/>
                <a:gd name="connsiteY8" fmla="*/ 10750 h 157473"/>
                <a:gd name="connsiteX9" fmla="*/ 33758 w 84496"/>
                <a:gd name="connsiteY9" fmla="*/ 48196 h 157473"/>
                <a:gd name="connsiteX10" fmla="*/ 8259 w 84496"/>
                <a:gd name="connsiteY10" fmla="*/ 48196 h 157473"/>
                <a:gd name="connsiteX11" fmla="*/ 259 w 84496"/>
                <a:gd name="connsiteY11" fmla="*/ 53652 h 157473"/>
                <a:gd name="connsiteX12" fmla="*/ 7759 w 84496"/>
                <a:gd name="connsiteY12" fmla="*/ 57124 h 157473"/>
                <a:gd name="connsiteX13" fmla="*/ 31508 w 84496"/>
                <a:gd name="connsiteY13" fmla="*/ 57124 h 157473"/>
                <a:gd name="connsiteX14" fmla="*/ 16758 w 84496"/>
                <a:gd name="connsiteY14" fmla="*/ 115650 h 157473"/>
                <a:gd name="connsiteX15" fmla="*/ 13009 w 84496"/>
                <a:gd name="connsiteY15" fmla="*/ 134001 h 157473"/>
                <a:gd name="connsiteX16" fmla="*/ 39758 w 84496"/>
                <a:gd name="connsiteY16" fmla="*/ 157560 h 157473"/>
                <a:gd name="connsiteX17" fmla="*/ 83256 w 84496"/>
                <a:gd name="connsiteY17" fmla="*/ 119617 h 157473"/>
                <a:gd name="connsiteX18" fmla="*/ 79256 w 84496"/>
                <a:gd name="connsiteY18" fmla="*/ 116394 h 157473"/>
                <a:gd name="connsiteX19" fmla="*/ 74006 w 84496"/>
                <a:gd name="connsiteY19" fmla="*/ 121105 h 157473"/>
                <a:gd name="connsiteX20" fmla="*/ 40507 w 84496"/>
                <a:gd name="connsiteY20" fmla="*/ 150616 h 157473"/>
                <a:gd name="connsiteX21" fmla="*/ 31758 w 84496"/>
                <a:gd name="connsiteY21" fmla="*/ 138465 h 157473"/>
                <a:gd name="connsiteX22" fmla="*/ 33258 w 84496"/>
                <a:gd name="connsiteY22" fmla="*/ 128297 h 157473"/>
                <a:gd name="connsiteX23" fmla="*/ 51257 w 84496"/>
                <a:gd name="connsiteY23" fmla="*/ 57124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4496" h="157473">
                  <a:moveTo>
                    <a:pt x="51257" y="57124"/>
                  </a:moveTo>
                  <a:lnTo>
                    <a:pt x="76756" y="57124"/>
                  </a:lnTo>
                  <a:cubicBezTo>
                    <a:pt x="81506" y="57124"/>
                    <a:pt x="84756" y="57124"/>
                    <a:pt x="84756" y="51668"/>
                  </a:cubicBezTo>
                  <a:cubicBezTo>
                    <a:pt x="84756" y="48196"/>
                    <a:pt x="81506" y="48196"/>
                    <a:pt x="77256" y="48196"/>
                  </a:cubicBezTo>
                  <a:lnTo>
                    <a:pt x="53507" y="48196"/>
                  </a:lnTo>
                  <a:lnTo>
                    <a:pt x="62757" y="11494"/>
                  </a:lnTo>
                  <a:cubicBezTo>
                    <a:pt x="63007" y="10254"/>
                    <a:pt x="63507" y="9014"/>
                    <a:pt x="63507" y="8022"/>
                  </a:cubicBezTo>
                  <a:cubicBezTo>
                    <a:pt x="63507" y="3558"/>
                    <a:pt x="60007" y="86"/>
                    <a:pt x="55007" y="86"/>
                  </a:cubicBezTo>
                  <a:cubicBezTo>
                    <a:pt x="48757" y="86"/>
                    <a:pt x="45007" y="4302"/>
                    <a:pt x="43257" y="10750"/>
                  </a:cubicBezTo>
                  <a:cubicBezTo>
                    <a:pt x="41507" y="16950"/>
                    <a:pt x="44757" y="5046"/>
                    <a:pt x="33758" y="48196"/>
                  </a:cubicBezTo>
                  <a:lnTo>
                    <a:pt x="8259" y="48196"/>
                  </a:lnTo>
                  <a:cubicBezTo>
                    <a:pt x="3509" y="48196"/>
                    <a:pt x="259" y="48196"/>
                    <a:pt x="259" y="53652"/>
                  </a:cubicBezTo>
                  <a:cubicBezTo>
                    <a:pt x="259" y="57124"/>
                    <a:pt x="3259" y="57124"/>
                    <a:pt x="7759" y="57124"/>
                  </a:cubicBezTo>
                  <a:lnTo>
                    <a:pt x="31508" y="57124"/>
                  </a:lnTo>
                  <a:lnTo>
                    <a:pt x="16758" y="115650"/>
                  </a:lnTo>
                  <a:cubicBezTo>
                    <a:pt x="15258" y="121849"/>
                    <a:pt x="13009" y="130777"/>
                    <a:pt x="13009" y="134001"/>
                  </a:cubicBezTo>
                  <a:cubicBezTo>
                    <a:pt x="13009" y="148632"/>
                    <a:pt x="25508" y="157560"/>
                    <a:pt x="39758" y="157560"/>
                  </a:cubicBezTo>
                  <a:cubicBezTo>
                    <a:pt x="67506" y="157560"/>
                    <a:pt x="83256" y="122841"/>
                    <a:pt x="83256" y="119617"/>
                  </a:cubicBezTo>
                  <a:cubicBezTo>
                    <a:pt x="83256" y="116394"/>
                    <a:pt x="80006" y="116394"/>
                    <a:pt x="79256" y="116394"/>
                  </a:cubicBezTo>
                  <a:cubicBezTo>
                    <a:pt x="76256" y="116394"/>
                    <a:pt x="76006" y="116889"/>
                    <a:pt x="74006" y="121105"/>
                  </a:cubicBezTo>
                  <a:cubicBezTo>
                    <a:pt x="67006" y="136729"/>
                    <a:pt x="54257" y="150616"/>
                    <a:pt x="40507" y="150616"/>
                  </a:cubicBezTo>
                  <a:cubicBezTo>
                    <a:pt x="35258" y="150616"/>
                    <a:pt x="31758" y="147392"/>
                    <a:pt x="31758" y="138465"/>
                  </a:cubicBezTo>
                  <a:cubicBezTo>
                    <a:pt x="31758" y="135985"/>
                    <a:pt x="32758" y="130777"/>
                    <a:pt x="33258" y="128297"/>
                  </a:cubicBezTo>
                  <a:lnTo>
                    <a:pt x="51257" y="57124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499A2E31-727C-A943-97DE-9A0F1486A0E1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2056005" y="5386571"/>
              <a:ext cx="131780" cy="152691"/>
            </a:xfrm>
            <a:custGeom>
              <a:avLst/>
              <a:gdLst>
                <a:gd name="connsiteX0" fmla="*/ 75262 w 131780"/>
                <a:gd name="connsiteY0" fmla="*/ 13547 h 152691"/>
                <a:gd name="connsiteX1" fmla="*/ 66334 w 131780"/>
                <a:gd name="connsiteY1" fmla="*/ 85 h 152691"/>
                <a:gd name="connsiteX2" fmla="*/ 57048 w 131780"/>
                <a:gd name="connsiteY2" fmla="*/ 9296 h 152691"/>
                <a:gd name="connsiteX3" fmla="*/ 57048 w 131780"/>
                <a:gd name="connsiteY3" fmla="*/ 13901 h 152691"/>
                <a:gd name="connsiteX4" fmla="*/ 62048 w 131780"/>
                <a:gd name="connsiteY4" fmla="*/ 68813 h 152691"/>
                <a:gd name="connsiteX5" fmla="*/ 16336 w 131780"/>
                <a:gd name="connsiteY5" fmla="*/ 35866 h 152691"/>
                <a:gd name="connsiteX6" fmla="*/ 9907 w 131780"/>
                <a:gd name="connsiteY6" fmla="*/ 33386 h 152691"/>
                <a:gd name="connsiteX7" fmla="*/ 265 w 131780"/>
                <a:gd name="connsiteY7" fmla="*/ 43306 h 152691"/>
                <a:gd name="connsiteX8" fmla="*/ 7407 w 131780"/>
                <a:gd name="connsiteY8" fmla="*/ 52163 h 152691"/>
                <a:gd name="connsiteX9" fmla="*/ 58120 w 131780"/>
                <a:gd name="connsiteY9" fmla="*/ 76253 h 152691"/>
                <a:gd name="connsiteX10" fmla="*/ 8836 w 131780"/>
                <a:gd name="connsiteY10" fmla="*/ 99989 h 152691"/>
                <a:gd name="connsiteX11" fmla="*/ 265 w 131780"/>
                <a:gd name="connsiteY11" fmla="*/ 109555 h 152691"/>
                <a:gd name="connsiteX12" fmla="*/ 9907 w 131780"/>
                <a:gd name="connsiteY12" fmla="*/ 119474 h 152691"/>
                <a:gd name="connsiteX13" fmla="*/ 22050 w 131780"/>
                <a:gd name="connsiteY13" fmla="*/ 112743 h 152691"/>
                <a:gd name="connsiteX14" fmla="*/ 62048 w 131780"/>
                <a:gd name="connsiteY14" fmla="*/ 84047 h 152691"/>
                <a:gd name="connsiteX15" fmla="*/ 56691 w 131780"/>
                <a:gd name="connsiteY15" fmla="*/ 143565 h 152691"/>
                <a:gd name="connsiteX16" fmla="*/ 65976 w 131780"/>
                <a:gd name="connsiteY16" fmla="*/ 152776 h 152691"/>
                <a:gd name="connsiteX17" fmla="*/ 75619 w 131780"/>
                <a:gd name="connsiteY17" fmla="*/ 143565 h 152691"/>
                <a:gd name="connsiteX18" fmla="*/ 70262 w 131780"/>
                <a:gd name="connsiteY18" fmla="*/ 84047 h 152691"/>
                <a:gd name="connsiteX19" fmla="*/ 115974 w 131780"/>
                <a:gd name="connsiteY19" fmla="*/ 116994 h 152691"/>
                <a:gd name="connsiteX20" fmla="*/ 122403 w 131780"/>
                <a:gd name="connsiteY20" fmla="*/ 119474 h 152691"/>
                <a:gd name="connsiteX21" fmla="*/ 132045 w 131780"/>
                <a:gd name="connsiteY21" fmla="*/ 109555 h 152691"/>
                <a:gd name="connsiteX22" fmla="*/ 124546 w 131780"/>
                <a:gd name="connsiteY22" fmla="*/ 100344 h 152691"/>
                <a:gd name="connsiteX23" fmla="*/ 74190 w 131780"/>
                <a:gd name="connsiteY23" fmla="*/ 76607 h 152691"/>
                <a:gd name="connsiteX24" fmla="*/ 123474 w 131780"/>
                <a:gd name="connsiteY24" fmla="*/ 52871 h 152691"/>
                <a:gd name="connsiteX25" fmla="*/ 132045 w 131780"/>
                <a:gd name="connsiteY25" fmla="*/ 43306 h 152691"/>
                <a:gd name="connsiteX26" fmla="*/ 122403 w 131780"/>
                <a:gd name="connsiteY26" fmla="*/ 33386 h 152691"/>
                <a:gd name="connsiteX27" fmla="*/ 110260 w 131780"/>
                <a:gd name="connsiteY27" fmla="*/ 40117 h 152691"/>
                <a:gd name="connsiteX28" fmla="*/ 70262 w 131780"/>
                <a:gd name="connsiteY28" fmla="*/ 68813 h 152691"/>
                <a:gd name="connsiteX29" fmla="*/ 75262 w 131780"/>
                <a:gd name="connsiteY29" fmla="*/ 13547 h 152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1780" h="152691">
                  <a:moveTo>
                    <a:pt x="75262" y="13547"/>
                  </a:moveTo>
                  <a:cubicBezTo>
                    <a:pt x="75619" y="8587"/>
                    <a:pt x="75619" y="85"/>
                    <a:pt x="66334" y="85"/>
                  </a:cubicBezTo>
                  <a:cubicBezTo>
                    <a:pt x="60620" y="85"/>
                    <a:pt x="55977" y="4690"/>
                    <a:pt x="57048" y="9296"/>
                  </a:cubicBezTo>
                  <a:lnTo>
                    <a:pt x="57048" y="13901"/>
                  </a:lnTo>
                  <a:lnTo>
                    <a:pt x="62048" y="68813"/>
                  </a:lnTo>
                  <a:lnTo>
                    <a:pt x="16336" y="35866"/>
                  </a:lnTo>
                  <a:cubicBezTo>
                    <a:pt x="13121" y="34095"/>
                    <a:pt x="12407" y="33386"/>
                    <a:pt x="9907" y="33386"/>
                  </a:cubicBezTo>
                  <a:cubicBezTo>
                    <a:pt x="4907" y="33386"/>
                    <a:pt x="265" y="38346"/>
                    <a:pt x="265" y="43306"/>
                  </a:cubicBezTo>
                  <a:cubicBezTo>
                    <a:pt x="265" y="48974"/>
                    <a:pt x="3836" y="50391"/>
                    <a:pt x="7407" y="52163"/>
                  </a:cubicBezTo>
                  <a:lnTo>
                    <a:pt x="58120" y="76253"/>
                  </a:lnTo>
                  <a:lnTo>
                    <a:pt x="8836" y="99989"/>
                  </a:lnTo>
                  <a:cubicBezTo>
                    <a:pt x="3122" y="102823"/>
                    <a:pt x="265" y="104241"/>
                    <a:pt x="265" y="109555"/>
                  </a:cubicBezTo>
                  <a:cubicBezTo>
                    <a:pt x="265" y="114869"/>
                    <a:pt x="4907" y="119474"/>
                    <a:pt x="9907" y="119474"/>
                  </a:cubicBezTo>
                  <a:cubicBezTo>
                    <a:pt x="12407" y="119474"/>
                    <a:pt x="13121" y="119474"/>
                    <a:pt x="22050" y="112743"/>
                  </a:cubicBezTo>
                  <a:lnTo>
                    <a:pt x="62048" y="84047"/>
                  </a:lnTo>
                  <a:lnTo>
                    <a:pt x="56691" y="143565"/>
                  </a:lnTo>
                  <a:cubicBezTo>
                    <a:pt x="56691" y="151004"/>
                    <a:pt x="63119" y="152776"/>
                    <a:pt x="65976" y="152776"/>
                  </a:cubicBezTo>
                  <a:cubicBezTo>
                    <a:pt x="70262" y="152776"/>
                    <a:pt x="75619" y="150296"/>
                    <a:pt x="75619" y="143565"/>
                  </a:cubicBezTo>
                  <a:lnTo>
                    <a:pt x="70262" y="84047"/>
                  </a:lnTo>
                  <a:lnTo>
                    <a:pt x="115974" y="116994"/>
                  </a:lnTo>
                  <a:cubicBezTo>
                    <a:pt x="119189" y="118766"/>
                    <a:pt x="119903" y="119474"/>
                    <a:pt x="122403" y="119474"/>
                  </a:cubicBezTo>
                  <a:cubicBezTo>
                    <a:pt x="127403" y="119474"/>
                    <a:pt x="132045" y="114514"/>
                    <a:pt x="132045" y="109555"/>
                  </a:cubicBezTo>
                  <a:cubicBezTo>
                    <a:pt x="132045" y="104241"/>
                    <a:pt x="128831" y="102469"/>
                    <a:pt x="124546" y="100344"/>
                  </a:cubicBezTo>
                  <a:cubicBezTo>
                    <a:pt x="103118" y="89715"/>
                    <a:pt x="102404" y="89715"/>
                    <a:pt x="74190" y="76607"/>
                  </a:cubicBezTo>
                  <a:lnTo>
                    <a:pt x="123474" y="52871"/>
                  </a:lnTo>
                  <a:cubicBezTo>
                    <a:pt x="129188" y="50037"/>
                    <a:pt x="132045" y="48620"/>
                    <a:pt x="132045" y="43306"/>
                  </a:cubicBezTo>
                  <a:cubicBezTo>
                    <a:pt x="132045" y="37992"/>
                    <a:pt x="127403" y="33386"/>
                    <a:pt x="122403" y="33386"/>
                  </a:cubicBezTo>
                  <a:cubicBezTo>
                    <a:pt x="119903" y="33386"/>
                    <a:pt x="119189" y="33386"/>
                    <a:pt x="110260" y="40117"/>
                  </a:cubicBezTo>
                  <a:lnTo>
                    <a:pt x="70262" y="68813"/>
                  </a:lnTo>
                  <a:lnTo>
                    <a:pt x="75262" y="13547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4B0F4196-C4D5-6E93-115C-7A3405E1344F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2322342" y="5309733"/>
              <a:ext cx="118923" cy="32947"/>
            </a:xfrm>
            <a:custGeom>
              <a:avLst/>
              <a:gdLst>
                <a:gd name="connsiteX0" fmla="*/ 119196 w 118923"/>
                <a:gd name="connsiteY0" fmla="*/ 5399 h 32947"/>
                <a:gd name="connsiteX1" fmla="*/ 113482 w 118923"/>
                <a:gd name="connsiteY1" fmla="*/ 85 h 32947"/>
                <a:gd name="connsiteX2" fmla="*/ 84197 w 118923"/>
                <a:gd name="connsiteY2" fmla="*/ 17090 h 32947"/>
                <a:gd name="connsiteX3" fmla="*/ 60984 w 118923"/>
                <a:gd name="connsiteY3" fmla="*/ 8233 h 32947"/>
                <a:gd name="connsiteX4" fmla="*/ 38842 w 118923"/>
                <a:gd name="connsiteY4" fmla="*/ 85 h 32947"/>
                <a:gd name="connsiteX5" fmla="*/ 272 w 118923"/>
                <a:gd name="connsiteY5" fmla="*/ 27718 h 32947"/>
                <a:gd name="connsiteX6" fmla="*/ 5986 w 118923"/>
                <a:gd name="connsiteY6" fmla="*/ 33032 h 32947"/>
                <a:gd name="connsiteX7" fmla="*/ 35271 w 118923"/>
                <a:gd name="connsiteY7" fmla="*/ 16027 h 32947"/>
                <a:gd name="connsiteX8" fmla="*/ 58484 w 118923"/>
                <a:gd name="connsiteY8" fmla="*/ 24884 h 32947"/>
                <a:gd name="connsiteX9" fmla="*/ 80626 w 118923"/>
                <a:gd name="connsiteY9" fmla="*/ 33032 h 32947"/>
                <a:gd name="connsiteX10" fmla="*/ 119196 w 118923"/>
                <a:gd name="connsiteY10" fmla="*/ 5399 h 3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923" h="32947">
                  <a:moveTo>
                    <a:pt x="119196" y="5399"/>
                  </a:moveTo>
                  <a:lnTo>
                    <a:pt x="113482" y="85"/>
                  </a:lnTo>
                  <a:cubicBezTo>
                    <a:pt x="113482" y="439"/>
                    <a:pt x="99911" y="17090"/>
                    <a:pt x="84197" y="17090"/>
                  </a:cubicBezTo>
                  <a:cubicBezTo>
                    <a:pt x="75983" y="17090"/>
                    <a:pt x="67055" y="11776"/>
                    <a:pt x="60984" y="8233"/>
                  </a:cubicBezTo>
                  <a:cubicBezTo>
                    <a:pt x="51341" y="2564"/>
                    <a:pt x="44913" y="85"/>
                    <a:pt x="38842" y="85"/>
                  </a:cubicBezTo>
                  <a:cubicBezTo>
                    <a:pt x="25271" y="85"/>
                    <a:pt x="18486" y="7879"/>
                    <a:pt x="272" y="27718"/>
                  </a:cubicBezTo>
                  <a:lnTo>
                    <a:pt x="5986" y="33032"/>
                  </a:lnTo>
                  <a:cubicBezTo>
                    <a:pt x="5986" y="32678"/>
                    <a:pt x="19557" y="16027"/>
                    <a:pt x="35271" y="16027"/>
                  </a:cubicBezTo>
                  <a:cubicBezTo>
                    <a:pt x="43485" y="16027"/>
                    <a:pt x="52413" y="21341"/>
                    <a:pt x="58484" y="24884"/>
                  </a:cubicBezTo>
                  <a:cubicBezTo>
                    <a:pt x="68126" y="30552"/>
                    <a:pt x="74555" y="33032"/>
                    <a:pt x="80626" y="33032"/>
                  </a:cubicBezTo>
                  <a:cubicBezTo>
                    <a:pt x="94197" y="33032"/>
                    <a:pt x="100982" y="25238"/>
                    <a:pt x="119196" y="5399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F9110881-A6EC-FC2E-51BD-D38FFC83CC04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2304287" y="5390822"/>
              <a:ext cx="157136" cy="162610"/>
            </a:xfrm>
            <a:custGeom>
              <a:avLst/>
              <a:gdLst>
                <a:gd name="connsiteX0" fmla="*/ 115267 w 157136"/>
                <a:gd name="connsiteY0" fmla="*/ 16381 h 162610"/>
                <a:gd name="connsiteX1" fmla="*/ 108125 w 157136"/>
                <a:gd name="connsiteY1" fmla="*/ 32678 h 162610"/>
                <a:gd name="connsiteX2" fmla="*/ 130267 w 157136"/>
                <a:gd name="connsiteY2" fmla="*/ 54997 h 162610"/>
                <a:gd name="connsiteX3" fmla="*/ 152766 w 157136"/>
                <a:gd name="connsiteY3" fmla="*/ 32678 h 162610"/>
                <a:gd name="connsiteX4" fmla="*/ 90626 w 157136"/>
                <a:gd name="connsiteY4" fmla="*/ 85 h 162610"/>
                <a:gd name="connsiteX5" fmla="*/ 272 w 157136"/>
                <a:gd name="connsiteY5" fmla="*/ 81921 h 162610"/>
                <a:gd name="connsiteX6" fmla="*/ 88840 w 157136"/>
                <a:gd name="connsiteY6" fmla="*/ 162695 h 162610"/>
                <a:gd name="connsiteX7" fmla="*/ 157409 w 157136"/>
                <a:gd name="connsiteY7" fmla="*/ 119120 h 162610"/>
                <a:gd name="connsiteX8" fmla="*/ 148837 w 157136"/>
                <a:gd name="connsiteY8" fmla="*/ 114160 h 162610"/>
                <a:gd name="connsiteX9" fmla="*/ 140266 w 157136"/>
                <a:gd name="connsiteY9" fmla="*/ 119474 h 162610"/>
                <a:gd name="connsiteX10" fmla="*/ 95625 w 157136"/>
                <a:gd name="connsiteY10" fmla="*/ 148524 h 162610"/>
                <a:gd name="connsiteX11" fmla="*/ 45984 w 157136"/>
                <a:gd name="connsiteY11" fmla="*/ 80150 h 162610"/>
                <a:gd name="connsiteX12" fmla="*/ 92054 w 157136"/>
                <a:gd name="connsiteY12" fmla="*/ 14256 h 162610"/>
                <a:gd name="connsiteX13" fmla="*/ 115267 w 157136"/>
                <a:gd name="connsiteY13" fmla="*/ 16381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136" h="162610">
                  <a:moveTo>
                    <a:pt x="115267" y="16381"/>
                  </a:moveTo>
                  <a:cubicBezTo>
                    <a:pt x="108839" y="22050"/>
                    <a:pt x="108125" y="29489"/>
                    <a:pt x="108125" y="32678"/>
                  </a:cubicBezTo>
                  <a:cubicBezTo>
                    <a:pt x="108125" y="48266"/>
                    <a:pt x="120624" y="54997"/>
                    <a:pt x="130267" y="54997"/>
                  </a:cubicBezTo>
                  <a:cubicBezTo>
                    <a:pt x="141338" y="54997"/>
                    <a:pt x="152766" y="47557"/>
                    <a:pt x="152766" y="32678"/>
                  </a:cubicBezTo>
                  <a:cubicBezTo>
                    <a:pt x="152766" y="2210"/>
                    <a:pt x="111339" y="85"/>
                    <a:pt x="90626" y="85"/>
                  </a:cubicBezTo>
                  <a:cubicBezTo>
                    <a:pt x="26700" y="85"/>
                    <a:pt x="272" y="40826"/>
                    <a:pt x="272" y="81921"/>
                  </a:cubicBezTo>
                  <a:cubicBezTo>
                    <a:pt x="272" y="129039"/>
                    <a:pt x="33842" y="162695"/>
                    <a:pt x="88840" y="162695"/>
                  </a:cubicBezTo>
                  <a:cubicBezTo>
                    <a:pt x="146695" y="162695"/>
                    <a:pt x="157409" y="121600"/>
                    <a:pt x="157409" y="119120"/>
                  </a:cubicBezTo>
                  <a:cubicBezTo>
                    <a:pt x="157409" y="114160"/>
                    <a:pt x="152409" y="114160"/>
                    <a:pt x="148837" y="114160"/>
                  </a:cubicBezTo>
                  <a:cubicBezTo>
                    <a:pt x="142409" y="114160"/>
                    <a:pt x="142052" y="114869"/>
                    <a:pt x="140266" y="119474"/>
                  </a:cubicBezTo>
                  <a:cubicBezTo>
                    <a:pt x="130981" y="141793"/>
                    <a:pt x="113839" y="148524"/>
                    <a:pt x="95625" y="148524"/>
                  </a:cubicBezTo>
                  <a:cubicBezTo>
                    <a:pt x="45984" y="148524"/>
                    <a:pt x="45984" y="96447"/>
                    <a:pt x="45984" y="80150"/>
                  </a:cubicBezTo>
                  <a:cubicBezTo>
                    <a:pt x="45984" y="60311"/>
                    <a:pt x="45984" y="14256"/>
                    <a:pt x="92054" y="14256"/>
                  </a:cubicBezTo>
                  <a:cubicBezTo>
                    <a:pt x="104554" y="14256"/>
                    <a:pt x="110625" y="15318"/>
                    <a:pt x="115267" y="16381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243880AE-B481-EA09-2D1C-03D9F957071D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12483747" y="5449454"/>
              <a:ext cx="84496" cy="157473"/>
            </a:xfrm>
            <a:custGeom>
              <a:avLst/>
              <a:gdLst>
                <a:gd name="connsiteX0" fmla="*/ 51275 w 84496"/>
                <a:gd name="connsiteY0" fmla="*/ 57124 h 157473"/>
                <a:gd name="connsiteX1" fmla="*/ 76774 w 84496"/>
                <a:gd name="connsiteY1" fmla="*/ 57124 h 157473"/>
                <a:gd name="connsiteX2" fmla="*/ 84774 w 84496"/>
                <a:gd name="connsiteY2" fmla="*/ 51668 h 157473"/>
                <a:gd name="connsiteX3" fmla="*/ 77274 w 84496"/>
                <a:gd name="connsiteY3" fmla="*/ 48196 h 157473"/>
                <a:gd name="connsiteX4" fmla="*/ 53525 w 84496"/>
                <a:gd name="connsiteY4" fmla="*/ 48196 h 157473"/>
                <a:gd name="connsiteX5" fmla="*/ 62775 w 84496"/>
                <a:gd name="connsiteY5" fmla="*/ 11494 h 157473"/>
                <a:gd name="connsiteX6" fmla="*/ 63525 w 84496"/>
                <a:gd name="connsiteY6" fmla="*/ 8022 h 157473"/>
                <a:gd name="connsiteX7" fmla="*/ 55025 w 84496"/>
                <a:gd name="connsiteY7" fmla="*/ 86 h 157473"/>
                <a:gd name="connsiteX8" fmla="*/ 43275 w 84496"/>
                <a:gd name="connsiteY8" fmla="*/ 10750 h 157473"/>
                <a:gd name="connsiteX9" fmla="*/ 33776 w 84496"/>
                <a:gd name="connsiteY9" fmla="*/ 48196 h 157473"/>
                <a:gd name="connsiteX10" fmla="*/ 8277 w 84496"/>
                <a:gd name="connsiteY10" fmla="*/ 48196 h 157473"/>
                <a:gd name="connsiteX11" fmla="*/ 277 w 84496"/>
                <a:gd name="connsiteY11" fmla="*/ 53652 h 157473"/>
                <a:gd name="connsiteX12" fmla="*/ 7777 w 84496"/>
                <a:gd name="connsiteY12" fmla="*/ 57124 h 157473"/>
                <a:gd name="connsiteX13" fmla="*/ 31526 w 84496"/>
                <a:gd name="connsiteY13" fmla="*/ 57124 h 157473"/>
                <a:gd name="connsiteX14" fmla="*/ 16776 w 84496"/>
                <a:gd name="connsiteY14" fmla="*/ 115650 h 157473"/>
                <a:gd name="connsiteX15" fmla="*/ 13027 w 84496"/>
                <a:gd name="connsiteY15" fmla="*/ 134001 h 157473"/>
                <a:gd name="connsiteX16" fmla="*/ 39776 w 84496"/>
                <a:gd name="connsiteY16" fmla="*/ 157560 h 157473"/>
                <a:gd name="connsiteX17" fmla="*/ 83274 w 84496"/>
                <a:gd name="connsiteY17" fmla="*/ 119617 h 157473"/>
                <a:gd name="connsiteX18" fmla="*/ 79274 w 84496"/>
                <a:gd name="connsiteY18" fmla="*/ 116394 h 157473"/>
                <a:gd name="connsiteX19" fmla="*/ 74024 w 84496"/>
                <a:gd name="connsiteY19" fmla="*/ 121105 h 157473"/>
                <a:gd name="connsiteX20" fmla="*/ 40525 w 84496"/>
                <a:gd name="connsiteY20" fmla="*/ 150616 h 157473"/>
                <a:gd name="connsiteX21" fmla="*/ 31776 w 84496"/>
                <a:gd name="connsiteY21" fmla="*/ 138465 h 157473"/>
                <a:gd name="connsiteX22" fmla="*/ 33276 w 84496"/>
                <a:gd name="connsiteY22" fmla="*/ 128297 h 157473"/>
                <a:gd name="connsiteX23" fmla="*/ 51275 w 84496"/>
                <a:gd name="connsiteY23" fmla="*/ 57124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4496" h="157473">
                  <a:moveTo>
                    <a:pt x="51275" y="57124"/>
                  </a:moveTo>
                  <a:lnTo>
                    <a:pt x="76774" y="57124"/>
                  </a:lnTo>
                  <a:cubicBezTo>
                    <a:pt x="81524" y="57124"/>
                    <a:pt x="84774" y="57124"/>
                    <a:pt x="84774" y="51668"/>
                  </a:cubicBezTo>
                  <a:cubicBezTo>
                    <a:pt x="84774" y="48196"/>
                    <a:pt x="81524" y="48196"/>
                    <a:pt x="77274" y="48196"/>
                  </a:cubicBezTo>
                  <a:lnTo>
                    <a:pt x="53525" y="48196"/>
                  </a:lnTo>
                  <a:lnTo>
                    <a:pt x="62775" y="11494"/>
                  </a:lnTo>
                  <a:cubicBezTo>
                    <a:pt x="63025" y="10254"/>
                    <a:pt x="63525" y="9014"/>
                    <a:pt x="63525" y="8022"/>
                  </a:cubicBezTo>
                  <a:cubicBezTo>
                    <a:pt x="63525" y="3558"/>
                    <a:pt x="60025" y="86"/>
                    <a:pt x="55025" y="86"/>
                  </a:cubicBezTo>
                  <a:cubicBezTo>
                    <a:pt x="48775" y="86"/>
                    <a:pt x="45025" y="4302"/>
                    <a:pt x="43275" y="10750"/>
                  </a:cubicBezTo>
                  <a:cubicBezTo>
                    <a:pt x="41525" y="16950"/>
                    <a:pt x="44775" y="5046"/>
                    <a:pt x="33776" y="48196"/>
                  </a:cubicBezTo>
                  <a:lnTo>
                    <a:pt x="8277" y="48196"/>
                  </a:lnTo>
                  <a:cubicBezTo>
                    <a:pt x="3527" y="48196"/>
                    <a:pt x="277" y="48196"/>
                    <a:pt x="277" y="53652"/>
                  </a:cubicBezTo>
                  <a:cubicBezTo>
                    <a:pt x="277" y="57124"/>
                    <a:pt x="3277" y="57124"/>
                    <a:pt x="7777" y="57124"/>
                  </a:cubicBezTo>
                  <a:lnTo>
                    <a:pt x="31526" y="57124"/>
                  </a:lnTo>
                  <a:lnTo>
                    <a:pt x="16776" y="115650"/>
                  </a:lnTo>
                  <a:cubicBezTo>
                    <a:pt x="15277" y="121849"/>
                    <a:pt x="13027" y="130777"/>
                    <a:pt x="13027" y="134001"/>
                  </a:cubicBezTo>
                  <a:cubicBezTo>
                    <a:pt x="13027" y="148632"/>
                    <a:pt x="25526" y="157560"/>
                    <a:pt x="39776" y="157560"/>
                  </a:cubicBezTo>
                  <a:cubicBezTo>
                    <a:pt x="67524" y="157560"/>
                    <a:pt x="83274" y="122841"/>
                    <a:pt x="83274" y="119617"/>
                  </a:cubicBezTo>
                  <a:cubicBezTo>
                    <a:pt x="83274" y="116394"/>
                    <a:pt x="80024" y="116394"/>
                    <a:pt x="79274" y="116394"/>
                  </a:cubicBezTo>
                  <a:cubicBezTo>
                    <a:pt x="76274" y="116394"/>
                    <a:pt x="76024" y="116889"/>
                    <a:pt x="74024" y="121105"/>
                  </a:cubicBezTo>
                  <a:cubicBezTo>
                    <a:pt x="67024" y="136729"/>
                    <a:pt x="54275" y="150616"/>
                    <a:pt x="40525" y="150616"/>
                  </a:cubicBezTo>
                  <a:cubicBezTo>
                    <a:pt x="35276" y="150616"/>
                    <a:pt x="31776" y="147392"/>
                    <a:pt x="31776" y="138465"/>
                  </a:cubicBezTo>
                  <a:cubicBezTo>
                    <a:pt x="31776" y="135985"/>
                    <a:pt x="32776" y="130777"/>
                    <a:pt x="33276" y="128297"/>
                  </a:cubicBezTo>
                  <a:lnTo>
                    <a:pt x="51275" y="57124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grpSp>
        <p:nvGrpSpPr>
          <p:cNvPr id="92" name="Group 91" descr="\documentclass{article}&#10;\usepackage{amsmath,amssymb}&#10;\pagestyle{empty}&#10;\begin{document}&#10;&#10;\newcommand{\score}{\textrm{score}}&#10;\newcommand{\classify}{\textrm{classify}}&#10;\newcommand{\bx}{\mathbf{x}}&#10;&#10;\begin{align*}&#10;\mathbf{o}_t = \sigma\left(\mathbf{W}_\textit{o}[\mathbf{x}_t; \mathbf{h}_{t-1}] + \mathbf{b}_\textit{o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13EBFCCA-B9F8-CF03-2627-7C778559B830}"/>
              </a:ext>
            </a:extLst>
          </p:cNvPr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3047696" y="4500383"/>
            <a:ext cx="4126657" cy="345414"/>
            <a:chOff x="9369279" y="7502585"/>
            <a:chExt cx="4126657" cy="345414"/>
          </a:xfrm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3C4C3578-29D9-C66B-2AA7-2AC5CB6F185F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9369279" y="7605174"/>
              <a:ext cx="180678" cy="158545"/>
            </a:xfrm>
            <a:custGeom>
              <a:avLst/>
              <a:gdLst>
                <a:gd name="connsiteX0" fmla="*/ 180853 w 180678"/>
                <a:gd name="connsiteY0" fmla="*/ 81257 h 158545"/>
                <a:gd name="connsiteX1" fmla="*/ 90514 w 180678"/>
                <a:gd name="connsiteY1" fmla="*/ 85 h 158545"/>
                <a:gd name="connsiteX2" fmla="*/ 175 w 180678"/>
                <a:gd name="connsiteY2" fmla="*/ 81257 h 158545"/>
                <a:gd name="connsiteX3" fmla="*/ 90514 w 180678"/>
                <a:gd name="connsiteY3" fmla="*/ 158630 h 158545"/>
                <a:gd name="connsiteX4" fmla="*/ 180853 w 180678"/>
                <a:gd name="connsiteY4" fmla="*/ 81257 h 158545"/>
                <a:gd name="connsiteX5" fmla="*/ 90514 w 180678"/>
                <a:gd name="connsiteY5" fmla="*/ 144813 h 158545"/>
                <a:gd name="connsiteX6" fmla="*/ 45522 w 180678"/>
                <a:gd name="connsiteY6" fmla="*/ 77458 h 158545"/>
                <a:gd name="connsiteX7" fmla="*/ 51544 w 180678"/>
                <a:gd name="connsiteY7" fmla="*/ 32554 h 158545"/>
                <a:gd name="connsiteX8" fmla="*/ 90514 w 180678"/>
                <a:gd name="connsiteY8" fmla="*/ 12520 h 158545"/>
                <a:gd name="connsiteX9" fmla="*/ 128067 w 180678"/>
                <a:gd name="connsiteY9" fmla="*/ 30136 h 158545"/>
                <a:gd name="connsiteX10" fmla="*/ 135507 w 180678"/>
                <a:gd name="connsiteY10" fmla="*/ 77458 h 158545"/>
                <a:gd name="connsiteX11" fmla="*/ 90514 w 180678"/>
                <a:gd name="connsiteY11" fmla="*/ 144813 h 158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678" h="158545">
                  <a:moveTo>
                    <a:pt x="180853" y="81257"/>
                  </a:moveTo>
                  <a:cubicBezTo>
                    <a:pt x="180853" y="34972"/>
                    <a:pt x="148260" y="85"/>
                    <a:pt x="90514" y="85"/>
                  </a:cubicBezTo>
                  <a:cubicBezTo>
                    <a:pt x="32414" y="85"/>
                    <a:pt x="175" y="35317"/>
                    <a:pt x="175" y="81257"/>
                  </a:cubicBezTo>
                  <a:cubicBezTo>
                    <a:pt x="175" y="124089"/>
                    <a:pt x="31351" y="158630"/>
                    <a:pt x="90514" y="158630"/>
                  </a:cubicBezTo>
                  <a:cubicBezTo>
                    <a:pt x="150032" y="158630"/>
                    <a:pt x="180853" y="123743"/>
                    <a:pt x="180853" y="81257"/>
                  </a:cubicBezTo>
                  <a:close/>
                  <a:moveTo>
                    <a:pt x="90514" y="144813"/>
                  </a:moveTo>
                  <a:cubicBezTo>
                    <a:pt x="45522" y="144813"/>
                    <a:pt x="45522" y="107509"/>
                    <a:pt x="45522" y="77458"/>
                  </a:cubicBezTo>
                  <a:cubicBezTo>
                    <a:pt x="45522" y="61914"/>
                    <a:pt x="45522" y="44298"/>
                    <a:pt x="51544" y="32554"/>
                  </a:cubicBezTo>
                  <a:cubicBezTo>
                    <a:pt x="58275" y="19773"/>
                    <a:pt x="73155" y="12520"/>
                    <a:pt x="90514" y="12520"/>
                  </a:cubicBezTo>
                  <a:cubicBezTo>
                    <a:pt x="105394" y="12520"/>
                    <a:pt x="120273" y="18046"/>
                    <a:pt x="128067" y="30136"/>
                  </a:cubicBezTo>
                  <a:cubicBezTo>
                    <a:pt x="135507" y="41880"/>
                    <a:pt x="135507" y="60878"/>
                    <a:pt x="135507" y="77458"/>
                  </a:cubicBezTo>
                  <a:cubicBezTo>
                    <a:pt x="135507" y="107509"/>
                    <a:pt x="135507" y="144813"/>
                    <a:pt x="90514" y="144813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B862D986-5B46-85F8-844F-672504072DD8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9572063" y="7662339"/>
              <a:ext cx="83820" cy="153536"/>
            </a:xfrm>
            <a:custGeom>
              <a:avLst/>
              <a:gdLst>
                <a:gd name="connsiteX0" fmla="*/ 50771 w 83820"/>
                <a:gd name="connsiteY0" fmla="*/ 55698 h 153536"/>
                <a:gd name="connsiteX1" fmla="*/ 76066 w 83820"/>
                <a:gd name="connsiteY1" fmla="*/ 55698 h 153536"/>
                <a:gd name="connsiteX2" fmla="*/ 84001 w 83820"/>
                <a:gd name="connsiteY2" fmla="*/ 50379 h 153536"/>
                <a:gd name="connsiteX3" fmla="*/ 76562 w 83820"/>
                <a:gd name="connsiteY3" fmla="*/ 46993 h 153536"/>
                <a:gd name="connsiteX4" fmla="*/ 53003 w 83820"/>
                <a:gd name="connsiteY4" fmla="*/ 46993 h 153536"/>
                <a:gd name="connsiteX5" fmla="*/ 62178 w 83820"/>
                <a:gd name="connsiteY5" fmla="*/ 11209 h 153536"/>
                <a:gd name="connsiteX6" fmla="*/ 62922 w 83820"/>
                <a:gd name="connsiteY6" fmla="*/ 7823 h 153536"/>
                <a:gd name="connsiteX7" fmla="*/ 54490 w 83820"/>
                <a:gd name="connsiteY7" fmla="*/ 86 h 153536"/>
                <a:gd name="connsiteX8" fmla="*/ 42835 w 83820"/>
                <a:gd name="connsiteY8" fmla="*/ 10483 h 153536"/>
                <a:gd name="connsiteX9" fmla="*/ 33411 w 83820"/>
                <a:gd name="connsiteY9" fmla="*/ 46993 h 153536"/>
                <a:gd name="connsiteX10" fmla="*/ 8116 w 83820"/>
                <a:gd name="connsiteY10" fmla="*/ 46993 h 153536"/>
                <a:gd name="connsiteX11" fmla="*/ 181 w 83820"/>
                <a:gd name="connsiteY11" fmla="*/ 52313 h 153536"/>
                <a:gd name="connsiteX12" fmla="*/ 7620 w 83820"/>
                <a:gd name="connsiteY12" fmla="*/ 55698 h 153536"/>
                <a:gd name="connsiteX13" fmla="*/ 31179 w 83820"/>
                <a:gd name="connsiteY13" fmla="*/ 55698 h 153536"/>
                <a:gd name="connsiteX14" fmla="*/ 16548 w 83820"/>
                <a:gd name="connsiteY14" fmla="*/ 112760 h 153536"/>
                <a:gd name="connsiteX15" fmla="*/ 12828 w 83820"/>
                <a:gd name="connsiteY15" fmla="*/ 130653 h 153536"/>
                <a:gd name="connsiteX16" fmla="*/ 39363 w 83820"/>
                <a:gd name="connsiteY16" fmla="*/ 153623 h 153536"/>
                <a:gd name="connsiteX17" fmla="*/ 82513 w 83820"/>
                <a:gd name="connsiteY17" fmla="*/ 116629 h 153536"/>
                <a:gd name="connsiteX18" fmla="*/ 78546 w 83820"/>
                <a:gd name="connsiteY18" fmla="*/ 113486 h 153536"/>
                <a:gd name="connsiteX19" fmla="*/ 73338 w 83820"/>
                <a:gd name="connsiteY19" fmla="*/ 118080 h 153536"/>
                <a:gd name="connsiteX20" fmla="*/ 40107 w 83820"/>
                <a:gd name="connsiteY20" fmla="*/ 146853 h 153536"/>
                <a:gd name="connsiteX21" fmla="*/ 31427 w 83820"/>
                <a:gd name="connsiteY21" fmla="*/ 135005 h 153536"/>
                <a:gd name="connsiteX22" fmla="*/ 32915 w 83820"/>
                <a:gd name="connsiteY22" fmla="*/ 125092 h 153536"/>
                <a:gd name="connsiteX23" fmla="*/ 50771 w 8382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820" h="153536">
                  <a:moveTo>
                    <a:pt x="50771" y="55698"/>
                  </a:moveTo>
                  <a:lnTo>
                    <a:pt x="76066" y="55698"/>
                  </a:lnTo>
                  <a:cubicBezTo>
                    <a:pt x="80777" y="55698"/>
                    <a:pt x="84001" y="55698"/>
                    <a:pt x="84001" y="50379"/>
                  </a:cubicBezTo>
                  <a:cubicBezTo>
                    <a:pt x="84001" y="46993"/>
                    <a:pt x="80777" y="46993"/>
                    <a:pt x="76562" y="46993"/>
                  </a:cubicBezTo>
                  <a:lnTo>
                    <a:pt x="53003" y="46993"/>
                  </a:lnTo>
                  <a:lnTo>
                    <a:pt x="62178" y="11209"/>
                  </a:lnTo>
                  <a:cubicBezTo>
                    <a:pt x="62426" y="10000"/>
                    <a:pt x="62922" y="8791"/>
                    <a:pt x="62922" y="7823"/>
                  </a:cubicBezTo>
                  <a:cubicBezTo>
                    <a:pt x="62922" y="3471"/>
                    <a:pt x="59450" y="86"/>
                    <a:pt x="54490" y="86"/>
                  </a:cubicBezTo>
                  <a:cubicBezTo>
                    <a:pt x="48291" y="86"/>
                    <a:pt x="44571" y="4197"/>
                    <a:pt x="42835" y="10483"/>
                  </a:cubicBezTo>
                  <a:cubicBezTo>
                    <a:pt x="41099" y="16528"/>
                    <a:pt x="44323" y="4922"/>
                    <a:pt x="33411" y="46993"/>
                  </a:cubicBezTo>
                  <a:lnTo>
                    <a:pt x="8116" y="46993"/>
                  </a:lnTo>
                  <a:cubicBezTo>
                    <a:pt x="3405" y="46993"/>
                    <a:pt x="181" y="46993"/>
                    <a:pt x="181" y="52313"/>
                  </a:cubicBezTo>
                  <a:cubicBezTo>
                    <a:pt x="181" y="55698"/>
                    <a:pt x="3157" y="55698"/>
                    <a:pt x="7620" y="55698"/>
                  </a:cubicBezTo>
                  <a:lnTo>
                    <a:pt x="31179" y="55698"/>
                  </a:lnTo>
                  <a:lnTo>
                    <a:pt x="16548" y="112760"/>
                  </a:lnTo>
                  <a:cubicBezTo>
                    <a:pt x="15060" y="118805"/>
                    <a:pt x="12828" y="127510"/>
                    <a:pt x="12828" y="130653"/>
                  </a:cubicBezTo>
                  <a:cubicBezTo>
                    <a:pt x="12828" y="144919"/>
                    <a:pt x="25228" y="153623"/>
                    <a:pt x="39363" y="153623"/>
                  </a:cubicBezTo>
                  <a:cubicBezTo>
                    <a:pt x="66890" y="153623"/>
                    <a:pt x="82513" y="119772"/>
                    <a:pt x="82513" y="116629"/>
                  </a:cubicBezTo>
                  <a:cubicBezTo>
                    <a:pt x="82513" y="113486"/>
                    <a:pt x="79289" y="113486"/>
                    <a:pt x="78546" y="113486"/>
                  </a:cubicBezTo>
                  <a:cubicBezTo>
                    <a:pt x="75570" y="113486"/>
                    <a:pt x="75322" y="113969"/>
                    <a:pt x="73338" y="118080"/>
                  </a:cubicBezTo>
                  <a:cubicBezTo>
                    <a:pt x="66394" y="133313"/>
                    <a:pt x="53747" y="146853"/>
                    <a:pt x="40107" y="146853"/>
                  </a:cubicBezTo>
                  <a:cubicBezTo>
                    <a:pt x="34899" y="146853"/>
                    <a:pt x="31427" y="143710"/>
                    <a:pt x="31427" y="135005"/>
                  </a:cubicBezTo>
                  <a:cubicBezTo>
                    <a:pt x="31427" y="132587"/>
                    <a:pt x="32419" y="127510"/>
                    <a:pt x="32915" y="125092"/>
                  </a:cubicBezTo>
                  <a:lnTo>
                    <a:pt x="50771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54134790-9A2F-1B90-6DDB-083D985560BC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9804626" y="7634879"/>
              <a:ext cx="235590" cy="80827"/>
            </a:xfrm>
            <a:custGeom>
              <a:avLst/>
              <a:gdLst>
                <a:gd name="connsiteX0" fmla="*/ 223732 w 235590"/>
                <a:gd name="connsiteY0" fmla="*/ 13901 h 80827"/>
                <a:gd name="connsiteX1" fmla="*/ 235778 w 235590"/>
                <a:gd name="connsiteY1" fmla="*/ 6993 h 80827"/>
                <a:gd name="connsiteX2" fmla="*/ 224087 w 235590"/>
                <a:gd name="connsiteY2" fmla="*/ 85 h 80827"/>
                <a:gd name="connsiteX3" fmla="*/ 11878 w 235590"/>
                <a:gd name="connsiteY3" fmla="*/ 85 h 80827"/>
                <a:gd name="connsiteX4" fmla="*/ 187 w 235590"/>
                <a:gd name="connsiteY4" fmla="*/ 6993 h 80827"/>
                <a:gd name="connsiteX5" fmla="*/ 12232 w 235590"/>
                <a:gd name="connsiteY5" fmla="*/ 13901 h 80827"/>
                <a:gd name="connsiteX6" fmla="*/ 223732 w 235590"/>
                <a:gd name="connsiteY6" fmla="*/ 13901 h 80827"/>
                <a:gd name="connsiteX7" fmla="*/ 224087 w 235590"/>
                <a:gd name="connsiteY7" fmla="*/ 80912 h 80827"/>
                <a:gd name="connsiteX8" fmla="*/ 235778 w 235590"/>
                <a:gd name="connsiteY8" fmla="*/ 74003 h 80827"/>
                <a:gd name="connsiteX9" fmla="*/ 223732 w 235590"/>
                <a:gd name="connsiteY9" fmla="*/ 67095 h 80827"/>
                <a:gd name="connsiteX10" fmla="*/ 12232 w 235590"/>
                <a:gd name="connsiteY10" fmla="*/ 67095 h 80827"/>
                <a:gd name="connsiteX11" fmla="*/ 187 w 235590"/>
                <a:gd name="connsiteY11" fmla="*/ 74003 h 80827"/>
                <a:gd name="connsiteX12" fmla="*/ 11878 w 235590"/>
                <a:gd name="connsiteY12" fmla="*/ 80912 h 80827"/>
                <a:gd name="connsiteX13" fmla="*/ 224087 w 235590"/>
                <a:gd name="connsiteY13" fmla="*/ 80912 h 8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590" h="80827">
                  <a:moveTo>
                    <a:pt x="223732" y="13901"/>
                  </a:moveTo>
                  <a:cubicBezTo>
                    <a:pt x="229046" y="13901"/>
                    <a:pt x="235778" y="13901"/>
                    <a:pt x="235778" y="6993"/>
                  </a:cubicBezTo>
                  <a:cubicBezTo>
                    <a:pt x="235778" y="85"/>
                    <a:pt x="229046" y="85"/>
                    <a:pt x="224087" y="85"/>
                  </a:cubicBezTo>
                  <a:lnTo>
                    <a:pt x="11878" y="85"/>
                  </a:lnTo>
                  <a:cubicBezTo>
                    <a:pt x="6918" y="85"/>
                    <a:pt x="187" y="85"/>
                    <a:pt x="187" y="6993"/>
                  </a:cubicBezTo>
                  <a:cubicBezTo>
                    <a:pt x="187" y="13901"/>
                    <a:pt x="6918" y="13901"/>
                    <a:pt x="12232" y="13901"/>
                  </a:cubicBezTo>
                  <a:lnTo>
                    <a:pt x="223732" y="13901"/>
                  </a:lnTo>
                  <a:close/>
                  <a:moveTo>
                    <a:pt x="224087" y="80912"/>
                  </a:moveTo>
                  <a:cubicBezTo>
                    <a:pt x="229046" y="80912"/>
                    <a:pt x="235778" y="80912"/>
                    <a:pt x="235778" y="74003"/>
                  </a:cubicBezTo>
                  <a:cubicBezTo>
                    <a:pt x="235778" y="67095"/>
                    <a:pt x="229046" y="67095"/>
                    <a:pt x="223732" y="67095"/>
                  </a:cubicBezTo>
                  <a:lnTo>
                    <a:pt x="12232" y="67095"/>
                  </a:lnTo>
                  <a:cubicBezTo>
                    <a:pt x="6918" y="67095"/>
                    <a:pt x="187" y="67095"/>
                    <a:pt x="187" y="74003"/>
                  </a:cubicBezTo>
                  <a:cubicBezTo>
                    <a:pt x="187" y="80912"/>
                    <a:pt x="6918" y="80912"/>
                    <a:pt x="11878" y="80912"/>
                  </a:cubicBezTo>
                  <a:lnTo>
                    <a:pt x="224087" y="80912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7F18A20B-DCA3-4A0C-92EC-AA0CCFEC3C29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0172201" y="7612773"/>
              <a:ext cx="187409" cy="152673"/>
            </a:xfrm>
            <a:custGeom>
              <a:avLst/>
              <a:gdLst>
                <a:gd name="connsiteX0" fmla="*/ 170248 w 187409"/>
                <a:gd name="connsiteY0" fmla="*/ 20119 h 152673"/>
                <a:gd name="connsiteX1" fmla="*/ 187607 w 187409"/>
                <a:gd name="connsiteY1" fmla="*/ 8375 h 152673"/>
                <a:gd name="connsiteX2" fmla="*/ 173791 w 187409"/>
                <a:gd name="connsiteY2" fmla="*/ 85 h 152673"/>
                <a:gd name="connsiteX3" fmla="*/ 93017 w 187409"/>
                <a:gd name="connsiteY3" fmla="*/ 85 h 152673"/>
                <a:gd name="connsiteX4" fmla="*/ 197 w 187409"/>
                <a:gd name="connsiteY4" fmla="*/ 98182 h 152673"/>
                <a:gd name="connsiteX5" fmla="*/ 53338 w 187409"/>
                <a:gd name="connsiteY5" fmla="*/ 152758 h 152673"/>
                <a:gd name="connsiteX6" fmla="*/ 142260 w 187409"/>
                <a:gd name="connsiteY6" fmla="*/ 57769 h 152673"/>
                <a:gd name="connsiteX7" fmla="*/ 131278 w 187409"/>
                <a:gd name="connsiteY7" fmla="*/ 20119 h 152673"/>
                <a:gd name="connsiteX8" fmla="*/ 170248 w 187409"/>
                <a:gd name="connsiteY8" fmla="*/ 20119 h 152673"/>
                <a:gd name="connsiteX9" fmla="*/ 53692 w 187409"/>
                <a:gd name="connsiteY9" fmla="*/ 145159 h 152673"/>
                <a:gd name="connsiteX10" fmla="*/ 22162 w 187409"/>
                <a:gd name="connsiteY10" fmla="*/ 107854 h 152673"/>
                <a:gd name="connsiteX11" fmla="*/ 38813 w 187409"/>
                <a:gd name="connsiteY11" fmla="*/ 48788 h 152673"/>
                <a:gd name="connsiteX12" fmla="*/ 86994 w 187409"/>
                <a:gd name="connsiteY12" fmla="*/ 20119 h 152673"/>
                <a:gd name="connsiteX13" fmla="*/ 119587 w 187409"/>
                <a:gd name="connsiteY13" fmla="*/ 53624 h 152673"/>
                <a:gd name="connsiteX14" fmla="*/ 100456 w 187409"/>
                <a:gd name="connsiteY14" fmla="*/ 115799 h 152673"/>
                <a:gd name="connsiteX15" fmla="*/ 53692 w 187409"/>
                <a:gd name="connsiteY15" fmla="*/ 145159 h 152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7409" h="152673">
                  <a:moveTo>
                    <a:pt x="170248" y="20119"/>
                  </a:moveTo>
                  <a:cubicBezTo>
                    <a:pt x="174853" y="20119"/>
                    <a:pt x="187607" y="20119"/>
                    <a:pt x="187607" y="8375"/>
                  </a:cubicBezTo>
                  <a:cubicBezTo>
                    <a:pt x="187607" y="85"/>
                    <a:pt x="180167" y="85"/>
                    <a:pt x="173791" y="85"/>
                  </a:cubicBezTo>
                  <a:lnTo>
                    <a:pt x="93017" y="85"/>
                  </a:lnTo>
                  <a:cubicBezTo>
                    <a:pt x="39522" y="85"/>
                    <a:pt x="197" y="57078"/>
                    <a:pt x="197" y="98182"/>
                  </a:cubicBezTo>
                  <a:cubicBezTo>
                    <a:pt x="197" y="128579"/>
                    <a:pt x="21099" y="152758"/>
                    <a:pt x="53338" y="152758"/>
                  </a:cubicBezTo>
                  <a:cubicBezTo>
                    <a:pt x="95142" y="152758"/>
                    <a:pt x="142260" y="110963"/>
                    <a:pt x="142260" y="57769"/>
                  </a:cubicBezTo>
                  <a:cubicBezTo>
                    <a:pt x="142260" y="51897"/>
                    <a:pt x="142260" y="35317"/>
                    <a:pt x="131278" y="20119"/>
                  </a:cubicBezTo>
                  <a:lnTo>
                    <a:pt x="170248" y="20119"/>
                  </a:lnTo>
                  <a:close/>
                  <a:moveTo>
                    <a:pt x="53692" y="145159"/>
                  </a:moveTo>
                  <a:cubicBezTo>
                    <a:pt x="36333" y="145159"/>
                    <a:pt x="22162" y="132724"/>
                    <a:pt x="22162" y="107854"/>
                  </a:cubicBezTo>
                  <a:cubicBezTo>
                    <a:pt x="22162" y="97492"/>
                    <a:pt x="26414" y="69168"/>
                    <a:pt x="38813" y="48788"/>
                  </a:cubicBezTo>
                  <a:cubicBezTo>
                    <a:pt x="53692" y="24955"/>
                    <a:pt x="74949" y="20119"/>
                    <a:pt x="86994" y="20119"/>
                  </a:cubicBezTo>
                  <a:cubicBezTo>
                    <a:pt x="116753" y="20119"/>
                    <a:pt x="119587" y="42916"/>
                    <a:pt x="119587" y="53624"/>
                  </a:cubicBezTo>
                  <a:cubicBezTo>
                    <a:pt x="119587" y="69858"/>
                    <a:pt x="112502" y="98182"/>
                    <a:pt x="100456" y="115799"/>
                  </a:cubicBezTo>
                  <a:cubicBezTo>
                    <a:pt x="86640" y="136178"/>
                    <a:pt x="67509" y="145159"/>
                    <a:pt x="53692" y="145159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4166E620-788A-9112-FBB0-FDB078190D7F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0468002" y="7502585"/>
              <a:ext cx="82190" cy="345414"/>
            </a:xfrm>
            <a:custGeom>
              <a:avLst/>
              <a:gdLst>
                <a:gd name="connsiteX0" fmla="*/ 82396 w 82190"/>
                <a:gd name="connsiteY0" fmla="*/ 342045 h 345414"/>
                <a:gd name="connsiteX1" fmla="*/ 76374 w 82190"/>
                <a:gd name="connsiteY1" fmla="*/ 334446 h 345414"/>
                <a:gd name="connsiteX2" fmla="*/ 20753 w 82190"/>
                <a:gd name="connsiteY2" fmla="*/ 172792 h 345414"/>
                <a:gd name="connsiteX3" fmla="*/ 77791 w 82190"/>
                <a:gd name="connsiteY3" fmla="*/ 9411 h 345414"/>
                <a:gd name="connsiteX4" fmla="*/ 82396 w 82190"/>
                <a:gd name="connsiteY4" fmla="*/ 3539 h 345414"/>
                <a:gd name="connsiteX5" fmla="*/ 78853 w 82190"/>
                <a:gd name="connsiteY5" fmla="*/ 85 h 345414"/>
                <a:gd name="connsiteX6" fmla="*/ 22524 w 82190"/>
                <a:gd name="connsiteY6" fmla="*/ 67441 h 345414"/>
                <a:gd name="connsiteX7" fmla="*/ 205 w 82190"/>
                <a:gd name="connsiteY7" fmla="*/ 172792 h 345414"/>
                <a:gd name="connsiteX8" fmla="*/ 23587 w 82190"/>
                <a:gd name="connsiteY8" fmla="*/ 280561 h 345414"/>
                <a:gd name="connsiteX9" fmla="*/ 78853 w 82190"/>
                <a:gd name="connsiteY9" fmla="*/ 345499 h 345414"/>
                <a:gd name="connsiteX10" fmla="*/ 82396 w 82190"/>
                <a:gd name="connsiteY10" fmla="*/ 34204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0" h="345414">
                  <a:moveTo>
                    <a:pt x="82396" y="342045"/>
                  </a:moveTo>
                  <a:cubicBezTo>
                    <a:pt x="82396" y="341009"/>
                    <a:pt x="82396" y="340318"/>
                    <a:pt x="76374" y="334446"/>
                  </a:cubicBezTo>
                  <a:cubicBezTo>
                    <a:pt x="32090" y="290924"/>
                    <a:pt x="20753" y="225640"/>
                    <a:pt x="20753" y="172792"/>
                  </a:cubicBezTo>
                  <a:cubicBezTo>
                    <a:pt x="20753" y="112690"/>
                    <a:pt x="34215" y="52588"/>
                    <a:pt x="77791" y="9411"/>
                  </a:cubicBezTo>
                  <a:cubicBezTo>
                    <a:pt x="82396" y="5266"/>
                    <a:pt x="82396" y="4575"/>
                    <a:pt x="82396" y="3539"/>
                  </a:cubicBezTo>
                  <a:cubicBezTo>
                    <a:pt x="82396" y="1121"/>
                    <a:pt x="80979" y="85"/>
                    <a:pt x="78853" y="85"/>
                  </a:cubicBezTo>
                  <a:cubicBezTo>
                    <a:pt x="75311" y="85"/>
                    <a:pt x="43426" y="23573"/>
                    <a:pt x="22524" y="67441"/>
                  </a:cubicBezTo>
                  <a:cubicBezTo>
                    <a:pt x="4456" y="105436"/>
                    <a:pt x="205" y="143777"/>
                    <a:pt x="205" y="172792"/>
                  </a:cubicBezTo>
                  <a:cubicBezTo>
                    <a:pt x="205" y="199734"/>
                    <a:pt x="4102" y="241530"/>
                    <a:pt x="23587" y="280561"/>
                  </a:cubicBezTo>
                  <a:cubicBezTo>
                    <a:pt x="44843" y="323047"/>
                    <a:pt x="75311" y="345499"/>
                    <a:pt x="78853" y="345499"/>
                  </a:cubicBezTo>
                  <a:cubicBezTo>
                    <a:pt x="80979" y="345499"/>
                    <a:pt x="82396" y="344463"/>
                    <a:pt x="82396" y="342045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9DD178FD-CDE2-8186-A1B0-CBDE01D2AE1C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0579204" y="7524692"/>
              <a:ext cx="403869" cy="239717"/>
            </a:xfrm>
            <a:custGeom>
              <a:avLst/>
              <a:gdLst>
                <a:gd name="connsiteX0" fmla="*/ 370423 w 403869"/>
                <a:gd name="connsiteY0" fmla="*/ 24609 h 239717"/>
                <a:gd name="connsiteX1" fmla="*/ 383885 w 403869"/>
                <a:gd name="connsiteY1" fmla="*/ 17010 h 239717"/>
                <a:gd name="connsiteX2" fmla="*/ 404079 w 403869"/>
                <a:gd name="connsiteY2" fmla="*/ 16319 h 239717"/>
                <a:gd name="connsiteX3" fmla="*/ 404079 w 403869"/>
                <a:gd name="connsiteY3" fmla="*/ 85 h 239717"/>
                <a:gd name="connsiteX4" fmla="*/ 366172 w 403869"/>
                <a:gd name="connsiteY4" fmla="*/ 1121 h 239717"/>
                <a:gd name="connsiteX5" fmla="*/ 317991 w 403869"/>
                <a:gd name="connsiteY5" fmla="*/ 85 h 239717"/>
                <a:gd name="connsiteX6" fmla="*/ 317991 w 403869"/>
                <a:gd name="connsiteY6" fmla="*/ 16319 h 239717"/>
                <a:gd name="connsiteX7" fmla="*/ 354126 w 403869"/>
                <a:gd name="connsiteY7" fmla="*/ 20119 h 239717"/>
                <a:gd name="connsiteX8" fmla="*/ 293192 w 403869"/>
                <a:gd name="connsiteY8" fmla="*/ 174519 h 239717"/>
                <a:gd name="connsiteX9" fmla="*/ 230486 w 403869"/>
                <a:gd name="connsiteY9" fmla="*/ 16319 h 239717"/>
                <a:gd name="connsiteX10" fmla="*/ 264496 w 403869"/>
                <a:gd name="connsiteY10" fmla="*/ 16319 h 239717"/>
                <a:gd name="connsiteX11" fmla="*/ 264496 w 403869"/>
                <a:gd name="connsiteY11" fmla="*/ 85 h 239717"/>
                <a:gd name="connsiteX12" fmla="*/ 202498 w 403869"/>
                <a:gd name="connsiteY12" fmla="*/ 1121 h 239717"/>
                <a:gd name="connsiteX13" fmla="*/ 148295 w 403869"/>
                <a:gd name="connsiteY13" fmla="*/ 85 h 239717"/>
                <a:gd name="connsiteX14" fmla="*/ 148295 w 403869"/>
                <a:gd name="connsiteY14" fmla="*/ 16319 h 239717"/>
                <a:gd name="connsiteX15" fmla="*/ 178762 w 403869"/>
                <a:gd name="connsiteY15" fmla="*/ 16319 h 239717"/>
                <a:gd name="connsiteX16" fmla="*/ 193287 w 403869"/>
                <a:gd name="connsiteY16" fmla="*/ 52933 h 239717"/>
                <a:gd name="connsiteX17" fmla="*/ 145106 w 403869"/>
                <a:gd name="connsiteY17" fmla="*/ 174519 h 239717"/>
                <a:gd name="connsiteX18" fmla="*/ 82400 w 403869"/>
                <a:gd name="connsiteY18" fmla="*/ 16319 h 239717"/>
                <a:gd name="connsiteX19" fmla="*/ 116410 w 403869"/>
                <a:gd name="connsiteY19" fmla="*/ 16319 h 239717"/>
                <a:gd name="connsiteX20" fmla="*/ 116410 w 403869"/>
                <a:gd name="connsiteY20" fmla="*/ 85 h 239717"/>
                <a:gd name="connsiteX21" fmla="*/ 54413 w 403869"/>
                <a:gd name="connsiteY21" fmla="*/ 1121 h 239717"/>
                <a:gd name="connsiteX22" fmla="*/ 209 w 403869"/>
                <a:gd name="connsiteY22" fmla="*/ 85 h 239717"/>
                <a:gd name="connsiteX23" fmla="*/ 209 w 403869"/>
                <a:gd name="connsiteY23" fmla="*/ 16319 h 239717"/>
                <a:gd name="connsiteX24" fmla="*/ 30676 w 403869"/>
                <a:gd name="connsiteY24" fmla="*/ 16319 h 239717"/>
                <a:gd name="connsiteX25" fmla="*/ 115702 w 403869"/>
                <a:gd name="connsiteY25" fmla="*/ 230822 h 239717"/>
                <a:gd name="connsiteX26" fmla="*/ 128101 w 403869"/>
                <a:gd name="connsiteY26" fmla="*/ 239802 h 239717"/>
                <a:gd name="connsiteX27" fmla="*/ 140501 w 403869"/>
                <a:gd name="connsiteY27" fmla="*/ 230822 h 239717"/>
                <a:gd name="connsiteX28" fmla="*/ 202144 w 403869"/>
                <a:gd name="connsiteY28" fmla="*/ 75385 h 239717"/>
                <a:gd name="connsiteX29" fmla="*/ 263787 w 403869"/>
                <a:gd name="connsiteY29" fmla="*/ 230822 h 239717"/>
                <a:gd name="connsiteX30" fmla="*/ 276187 w 403869"/>
                <a:gd name="connsiteY30" fmla="*/ 239802 h 239717"/>
                <a:gd name="connsiteX31" fmla="*/ 288586 w 403869"/>
                <a:gd name="connsiteY31" fmla="*/ 230822 h 239717"/>
                <a:gd name="connsiteX32" fmla="*/ 370423 w 403869"/>
                <a:gd name="connsiteY32" fmla="*/ 24609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3869" h="239717">
                  <a:moveTo>
                    <a:pt x="370423" y="24609"/>
                  </a:moveTo>
                  <a:cubicBezTo>
                    <a:pt x="372548" y="18737"/>
                    <a:pt x="372903" y="18046"/>
                    <a:pt x="383885" y="17010"/>
                  </a:cubicBezTo>
                  <a:cubicBezTo>
                    <a:pt x="390970" y="16319"/>
                    <a:pt x="398410" y="16319"/>
                    <a:pt x="404079" y="16319"/>
                  </a:cubicBezTo>
                  <a:lnTo>
                    <a:pt x="404079" y="85"/>
                  </a:lnTo>
                  <a:cubicBezTo>
                    <a:pt x="394513" y="430"/>
                    <a:pt x="382114" y="1121"/>
                    <a:pt x="366172" y="1121"/>
                  </a:cubicBezTo>
                  <a:cubicBezTo>
                    <a:pt x="352709" y="1121"/>
                    <a:pt x="330744" y="1121"/>
                    <a:pt x="317991" y="85"/>
                  </a:cubicBezTo>
                  <a:lnTo>
                    <a:pt x="317991" y="16319"/>
                  </a:lnTo>
                  <a:cubicBezTo>
                    <a:pt x="326847" y="16319"/>
                    <a:pt x="343852" y="16319"/>
                    <a:pt x="354126" y="20119"/>
                  </a:cubicBezTo>
                  <a:lnTo>
                    <a:pt x="293192" y="174519"/>
                  </a:lnTo>
                  <a:lnTo>
                    <a:pt x="230486" y="16319"/>
                  </a:lnTo>
                  <a:lnTo>
                    <a:pt x="264496" y="16319"/>
                  </a:lnTo>
                  <a:lnTo>
                    <a:pt x="264496" y="85"/>
                  </a:lnTo>
                  <a:cubicBezTo>
                    <a:pt x="251033" y="1121"/>
                    <a:pt x="217732" y="1121"/>
                    <a:pt x="202498" y="1121"/>
                  </a:cubicBezTo>
                  <a:cubicBezTo>
                    <a:pt x="188681" y="1121"/>
                    <a:pt x="160694" y="1121"/>
                    <a:pt x="148295" y="85"/>
                  </a:cubicBezTo>
                  <a:lnTo>
                    <a:pt x="148295" y="16319"/>
                  </a:lnTo>
                  <a:lnTo>
                    <a:pt x="178762" y="16319"/>
                  </a:lnTo>
                  <a:lnTo>
                    <a:pt x="193287" y="52933"/>
                  </a:lnTo>
                  <a:lnTo>
                    <a:pt x="145106" y="174519"/>
                  </a:lnTo>
                  <a:lnTo>
                    <a:pt x="82400" y="16319"/>
                  </a:lnTo>
                  <a:lnTo>
                    <a:pt x="116410" y="16319"/>
                  </a:lnTo>
                  <a:lnTo>
                    <a:pt x="116410" y="85"/>
                  </a:lnTo>
                  <a:cubicBezTo>
                    <a:pt x="102948" y="1121"/>
                    <a:pt x="69646" y="1121"/>
                    <a:pt x="54413" y="1121"/>
                  </a:cubicBezTo>
                  <a:cubicBezTo>
                    <a:pt x="40596" y="1121"/>
                    <a:pt x="12609" y="1121"/>
                    <a:pt x="209" y="85"/>
                  </a:cubicBezTo>
                  <a:lnTo>
                    <a:pt x="209" y="16319"/>
                  </a:lnTo>
                  <a:lnTo>
                    <a:pt x="30676" y="16319"/>
                  </a:lnTo>
                  <a:lnTo>
                    <a:pt x="115702" y="230822"/>
                  </a:lnTo>
                  <a:cubicBezTo>
                    <a:pt x="117827" y="236348"/>
                    <a:pt x="119244" y="239802"/>
                    <a:pt x="128101" y="239802"/>
                  </a:cubicBezTo>
                  <a:cubicBezTo>
                    <a:pt x="136958" y="239802"/>
                    <a:pt x="138375" y="236348"/>
                    <a:pt x="140501" y="230822"/>
                  </a:cubicBezTo>
                  <a:lnTo>
                    <a:pt x="202144" y="75385"/>
                  </a:lnTo>
                  <a:lnTo>
                    <a:pt x="263787" y="230822"/>
                  </a:lnTo>
                  <a:cubicBezTo>
                    <a:pt x="265913" y="236348"/>
                    <a:pt x="267330" y="239802"/>
                    <a:pt x="276187" y="239802"/>
                  </a:cubicBezTo>
                  <a:cubicBezTo>
                    <a:pt x="285043" y="239802"/>
                    <a:pt x="286460" y="236348"/>
                    <a:pt x="288586" y="230822"/>
                  </a:cubicBezTo>
                  <a:lnTo>
                    <a:pt x="370423" y="2460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0F1D8846-25F4-8A98-A699-28A8E8C4DA2E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1024127" y="7706829"/>
              <a:ext cx="111347" cy="109047"/>
            </a:xfrm>
            <a:custGeom>
              <a:avLst/>
              <a:gdLst>
                <a:gd name="connsiteX0" fmla="*/ 111568 w 111347"/>
                <a:gd name="connsiteY0" fmla="*/ 41674 h 109047"/>
                <a:gd name="connsiteX1" fmla="*/ 69162 w 111347"/>
                <a:gd name="connsiteY1" fmla="*/ 86 h 109047"/>
                <a:gd name="connsiteX2" fmla="*/ 221 w 111347"/>
                <a:gd name="connsiteY2" fmla="*/ 67546 h 109047"/>
                <a:gd name="connsiteX3" fmla="*/ 42627 w 111347"/>
                <a:gd name="connsiteY3" fmla="*/ 109134 h 109047"/>
                <a:gd name="connsiteX4" fmla="*/ 111568 w 111347"/>
                <a:gd name="connsiteY4" fmla="*/ 41674 h 109047"/>
                <a:gd name="connsiteX5" fmla="*/ 42875 w 111347"/>
                <a:gd name="connsiteY5" fmla="*/ 102363 h 109047"/>
                <a:gd name="connsiteX6" fmla="*/ 19812 w 111347"/>
                <a:gd name="connsiteY6" fmla="*/ 75767 h 109047"/>
                <a:gd name="connsiteX7" fmla="*/ 36675 w 111347"/>
                <a:gd name="connsiteY7" fmla="*/ 24749 h 109047"/>
                <a:gd name="connsiteX8" fmla="*/ 68914 w 111347"/>
                <a:gd name="connsiteY8" fmla="*/ 6856 h 109047"/>
                <a:gd name="connsiteX9" fmla="*/ 91977 w 111347"/>
                <a:gd name="connsiteY9" fmla="*/ 33453 h 109047"/>
                <a:gd name="connsiteX10" fmla="*/ 77594 w 111347"/>
                <a:gd name="connsiteY10" fmla="*/ 81328 h 109047"/>
                <a:gd name="connsiteX11" fmla="*/ 42875 w 111347"/>
                <a:gd name="connsiteY11" fmla="*/ 102363 h 109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1347" h="109047">
                  <a:moveTo>
                    <a:pt x="111568" y="41674"/>
                  </a:moveTo>
                  <a:cubicBezTo>
                    <a:pt x="111568" y="18220"/>
                    <a:pt x="94705" y="86"/>
                    <a:pt x="69162" y="86"/>
                  </a:cubicBezTo>
                  <a:cubicBezTo>
                    <a:pt x="33700" y="86"/>
                    <a:pt x="221" y="33695"/>
                    <a:pt x="221" y="67546"/>
                  </a:cubicBezTo>
                  <a:cubicBezTo>
                    <a:pt x="221" y="92208"/>
                    <a:pt x="18076" y="109134"/>
                    <a:pt x="42627" y="109134"/>
                  </a:cubicBezTo>
                  <a:cubicBezTo>
                    <a:pt x="78090" y="109134"/>
                    <a:pt x="111568" y="75283"/>
                    <a:pt x="111568" y="41674"/>
                  </a:cubicBezTo>
                  <a:close/>
                  <a:moveTo>
                    <a:pt x="42875" y="102363"/>
                  </a:moveTo>
                  <a:cubicBezTo>
                    <a:pt x="35931" y="102363"/>
                    <a:pt x="19812" y="98978"/>
                    <a:pt x="19812" y="75767"/>
                  </a:cubicBezTo>
                  <a:cubicBezTo>
                    <a:pt x="19812" y="65128"/>
                    <a:pt x="24772" y="39740"/>
                    <a:pt x="36675" y="24749"/>
                  </a:cubicBezTo>
                  <a:cubicBezTo>
                    <a:pt x="45355" y="13385"/>
                    <a:pt x="58003" y="6856"/>
                    <a:pt x="68914" y="6856"/>
                  </a:cubicBezTo>
                  <a:cubicBezTo>
                    <a:pt x="77594" y="6856"/>
                    <a:pt x="91977" y="11934"/>
                    <a:pt x="91977" y="33453"/>
                  </a:cubicBezTo>
                  <a:cubicBezTo>
                    <a:pt x="91977" y="41674"/>
                    <a:pt x="88257" y="64886"/>
                    <a:pt x="77594" y="81328"/>
                  </a:cubicBezTo>
                  <a:cubicBezTo>
                    <a:pt x="69906" y="92934"/>
                    <a:pt x="56019" y="102363"/>
                    <a:pt x="42875" y="102363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2542C06F-08A2-C497-597F-A0F1A71DDA4D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1200989" y="7502585"/>
              <a:ext cx="48535" cy="345414"/>
            </a:xfrm>
            <a:custGeom>
              <a:avLst/>
              <a:gdLst>
                <a:gd name="connsiteX0" fmla="*/ 48761 w 48535"/>
                <a:gd name="connsiteY0" fmla="*/ 345499 h 345414"/>
                <a:gd name="connsiteX1" fmla="*/ 48761 w 48535"/>
                <a:gd name="connsiteY1" fmla="*/ 331683 h 345414"/>
                <a:gd name="connsiteX2" fmla="*/ 14396 w 48535"/>
                <a:gd name="connsiteY2" fmla="*/ 331683 h 345414"/>
                <a:gd name="connsiteX3" fmla="*/ 14396 w 48535"/>
                <a:gd name="connsiteY3" fmla="*/ 13901 h 345414"/>
                <a:gd name="connsiteX4" fmla="*/ 48761 w 48535"/>
                <a:gd name="connsiteY4" fmla="*/ 13901 h 345414"/>
                <a:gd name="connsiteX5" fmla="*/ 48761 w 48535"/>
                <a:gd name="connsiteY5" fmla="*/ 85 h 345414"/>
                <a:gd name="connsiteX6" fmla="*/ 226 w 48535"/>
                <a:gd name="connsiteY6" fmla="*/ 85 h 345414"/>
                <a:gd name="connsiteX7" fmla="*/ 226 w 48535"/>
                <a:gd name="connsiteY7" fmla="*/ 345499 h 345414"/>
                <a:gd name="connsiteX8" fmla="*/ 48761 w 48535"/>
                <a:gd name="connsiteY8" fmla="*/ 345499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535" h="345414">
                  <a:moveTo>
                    <a:pt x="48761" y="345499"/>
                  </a:moveTo>
                  <a:lnTo>
                    <a:pt x="48761" y="331683"/>
                  </a:lnTo>
                  <a:lnTo>
                    <a:pt x="14396" y="331683"/>
                  </a:lnTo>
                  <a:lnTo>
                    <a:pt x="14396" y="13901"/>
                  </a:lnTo>
                  <a:lnTo>
                    <a:pt x="48761" y="13901"/>
                  </a:lnTo>
                  <a:lnTo>
                    <a:pt x="48761" y="85"/>
                  </a:lnTo>
                  <a:lnTo>
                    <a:pt x="226" y="85"/>
                  </a:lnTo>
                  <a:lnTo>
                    <a:pt x="226" y="345499"/>
                  </a:lnTo>
                  <a:lnTo>
                    <a:pt x="48761" y="34549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E6ADF7AF-32AE-7D63-261A-7DDB54E3C6C7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1265388" y="7608282"/>
              <a:ext cx="199454" cy="153364"/>
            </a:xfrm>
            <a:custGeom>
              <a:avLst/>
              <a:gdLst>
                <a:gd name="connsiteX0" fmla="*/ 115012 w 199454"/>
                <a:gd name="connsiteY0" fmla="*/ 68477 h 153364"/>
                <a:gd name="connsiteX1" fmla="*/ 156462 w 199454"/>
                <a:gd name="connsiteY1" fmla="*/ 23573 h 153364"/>
                <a:gd name="connsiteX2" fmla="*/ 192598 w 199454"/>
                <a:gd name="connsiteY2" fmla="*/ 16319 h 153364"/>
                <a:gd name="connsiteX3" fmla="*/ 192598 w 199454"/>
                <a:gd name="connsiteY3" fmla="*/ 85 h 153364"/>
                <a:gd name="connsiteX4" fmla="*/ 160005 w 199454"/>
                <a:gd name="connsiteY4" fmla="*/ 1121 h 153364"/>
                <a:gd name="connsiteX5" fmla="*/ 123515 w 199454"/>
                <a:gd name="connsiteY5" fmla="*/ 85 h 153364"/>
                <a:gd name="connsiteX6" fmla="*/ 123515 w 199454"/>
                <a:gd name="connsiteY6" fmla="*/ 16319 h 153364"/>
                <a:gd name="connsiteX7" fmla="*/ 136977 w 199454"/>
                <a:gd name="connsiteY7" fmla="*/ 19428 h 153364"/>
                <a:gd name="connsiteX8" fmla="*/ 134143 w 199454"/>
                <a:gd name="connsiteY8" fmla="*/ 23573 h 153364"/>
                <a:gd name="connsiteX9" fmla="*/ 104384 w 199454"/>
                <a:gd name="connsiteY9" fmla="*/ 56042 h 153364"/>
                <a:gd name="connsiteX10" fmla="*/ 69666 w 199454"/>
                <a:gd name="connsiteY10" fmla="*/ 16319 h 153364"/>
                <a:gd name="connsiteX11" fmla="*/ 83836 w 199454"/>
                <a:gd name="connsiteY11" fmla="*/ 16319 h 153364"/>
                <a:gd name="connsiteX12" fmla="*/ 83836 w 199454"/>
                <a:gd name="connsiteY12" fmla="*/ 85 h 153364"/>
                <a:gd name="connsiteX13" fmla="*/ 40970 w 199454"/>
                <a:gd name="connsiteY13" fmla="*/ 1121 h 153364"/>
                <a:gd name="connsiteX14" fmla="*/ 2000 w 199454"/>
                <a:gd name="connsiteY14" fmla="*/ 85 h 153364"/>
                <a:gd name="connsiteX15" fmla="*/ 2000 w 199454"/>
                <a:gd name="connsiteY15" fmla="*/ 16319 h 153364"/>
                <a:gd name="connsiteX16" fmla="*/ 27153 w 199454"/>
                <a:gd name="connsiteY16" fmla="*/ 16319 h 153364"/>
                <a:gd name="connsiteX17" fmla="*/ 82419 w 199454"/>
                <a:gd name="connsiteY17" fmla="*/ 79875 h 153364"/>
                <a:gd name="connsiteX18" fmla="*/ 36010 w 199454"/>
                <a:gd name="connsiteY18" fmla="*/ 130651 h 153364"/>
                <a:gd name="connsiteX19" fmla="*/ 228 w 199454"/>
                <a:gd name="connsiteY19" fmla="*/ 137214 h 153364"/>
                <a:gd name="connsiteX20" fmla="*/ 228 w 199454"/>
                <a:gd name="connsiteY20" fmla="*/ 153449 h 153364"/>
                <a:gd name="connsiteX21" fmla="*/ 32821 w 199454"/>
                <a:gd name="connsiteY21" fmla="*/ 152413 h 153364"/>
                <a:gd name="connsiteX22" fmla="*/ 69311 w 199454"/>
                <a:gd name="connsiteY22" fmla="*/ 153449 h 153364"/>
                <a:gd name="connsiteX23" fmla="*/ 69311 w 199454"/>
                <a:gd name="connsiteY23" fmla="*/ 137214 h 153364"/>
                <a:gd name="connsiteX24" fmla="*/ 56203 w 199454"/>
                <a:gd name="connsiteY24" fmla="*/ 133415 h 153364"/>
                <a:gd name="connsiteX25" fmla="*/ 58683 w 199454"/>
                <a:gd name="connsiteY25" fmla="*/ 129961 h 153364"/>
                <a:gd name="connsiteX26" fmla="*/ 93048 w 199454"/>
                <a:gd name="connsiteY26" fmla="*/ 92310 h 153364"/>
                <a:gd name="connsiteX27" fmla="*/ 132017 w 199454"/>
                <a:gd name="connsiteY27" fmla="*/ 137214 h 153364"/>
                <a:gd name="connsiteX28" fmla="*/ 118201 w 199454"/>
                <a:gd name="connsiteY28" fmla="*/ 137214 h 153364"/>
                <a:gd name="connsiteX29" fmla="*/ 118201 w 199454"/>
                <a:gd name="connsiteY29" fmla="*/ 153449 h 153364"/>
                <a:gd name="connsiteX30" fmla="*/ 160713 w 199454"/>
                <a:gd name="connsiteY30" fmla="*/ 152413 h 153364"/>
                <a:gd name="connsiteX31" fmla="*/ 199683 w 199454"/>
                <a:gd name="connsiteY31" fmla="*/ 153449 h 153364"/>
                <a:gd name="connsiteX32" fmla="*/ 199683 w 199454"/>
                <a:gd name="connsiteY32" fmla="*/ 137214 h 153364"/>
                <a:gd name="connsiteX33" fmla="*/ 174530 w 199454"/>
                <a:gd name="connsiteY33" fmla="*/ 137214 h 153364"/>
                <a:gd name="connsiteX34" fmla="*/ 115012 w 199454"/>
                <a:gd name="connsiteY34" fmla="*/ 68477 h 153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454" h="153364">
                  <a:moveTo>
                    <a:pt x="115012" y="68477"/>
                  </a:moveTo>
                  <a:lnTo>
                    <a:pt x="156462" y="23573"/>
                  </a:lnTo>
                  <a:cubicBezTo>
                    <a:pt x="161068" y="18737"/>
                    <a:pt x="163193" y="16319"/>
                    <a:pt x="192598" y="16319"/>
                  </a:cubicBezTo>
                  <a:lnTo>
                    <a:pt x="192598" y="85"/>
                  </a:lnTo>
                  <a:cubicBezTo>
                    <a:pt x="180198" y="775"/>
                    <a:pt x="161776" y="1121"/>
                    <a:pt x="160005" y="1121"/>
                  </a:cubicBezTo>
                  <a:cubicBezTo>
                    <a:pt x="151148" y="1121"/>
                    <a:pt x="133434" y="430"/>
                    <a:pt x="123515" y="85"/>
                  </a:cubicBezTo>
                  <a:lnTo>
                    <a:pt x="123515" y="16319"/>
                  </a:lnTo>
                  <a:cubicBezTo>
                    <a:pt x="128475" y="16319"/>
                    <a:pt x="132726" y="17010"/>
                    <a:pt x="136977" y="19428"/>
                  </a:cubicBezTo>
                  <a:cubicBezTo>
                    <a:pt x="135560" y="21500"/>
                    <a:pt x="135560" y="22191"/>
                    <a:pt x="134143" y="23573"/>
                  </a:cubicBezTo>
                  <a:lnTo>
                    <a:pt x="104384" y="56042"/>
                  </a:lnTo>
                  <a:lnTo>
                    <a:pt x="69666" y="16319"/>
                  </a:lnTo>
                  <a:lnTo>
                    <a:pt x="83836" y="16319"/>
                  </a:lnTo>
                  <a:lnTo>
                    <a:pt x="83836" y="85"/>
                  </a:lnTo>
                  <a:cubicBezTo>
                    <a:pt x="74625" y="430"/>
                    <a:pt x="52306" y="1121"/>
                    <a:pt x="40970" y="1121"/>
                  </a:cubicBezTo>
                  <a:cubicBezTo>
                    <a:pt x="29633" y="1121"/>
                    <a:pt x="13691" y="430"/>
                    <a:pt x="2000" y="85"/>
                  </a:cubicBezTo>
                  <a:lnTo>
                    <a:pt x="2000" y="16319"/>
                  </a:lnTo>
                  <a:lnTo>
                    <a:pt x="27153" y="16319"/>
                  </a:lnTo>
                  <a:lnTo>
                    <a:pt x="82419" y="79875"/>
                  </a:lnTo>
                  <a:lnTo>
                    <a:pt x="36010" y="130651"/>
                  </a:lnTo>
                  <a:cubicBezTo>
                    <a:pt x="29987" y="137214"/>
                    <a:pt x="17233" y="137214"/>
                    <a:pt x="228" y="137214"/>
                  </a:cubicBezTo>
                  <a:lnTo>
                    <a:pt x="228" y="153449"/>
                  </a:lnTo>
                  <a:cubicBezTo>
                    <a:pt x="12628" y="152758"/>
                    <a:pt x="31050" y="152413"/>
                    <a:pt x="32821" y="152413"/>
                  </a:cubicBezTo>
                  <a:cubicBezTo>
                    <a:pt x="41678" y="152413"/>
                    <a:pt x="62226" y="153103"/>
                    <a:pt x="69311" y="153449"/>
                  </a:cubicBezTo>
                  <a:lnTo>
                    <a:pt x="69311" y="137214"/>
                  </a:lnTo>
                  <a:cubicBezTo>
                    <a:pt x="62934" y="137214"/>
                    <a:pt x="56203" y="135487"/>
                    <a:pt x="56203" y="133415"/>
                  </a:cubicBezTo>
                  <a:cubicBezTo>
                    <a:pt x="56203" y="133069"/>
                    <a:pt x="56203" y="132724"/>
                    <a:pt x="58683" y="129961"/>
                  </a:cubicBezTo>
                  <a:lnTo>
                    <a:pt x="93048" y="92310"/>
                  </a:lnTo>
                  <a:lnTo>
                    <a:pt x="132017" y="137214"/>
                  </a:lnTo>
                  <a:lnTo>
                    <a:pt x="118201" y="137214"/>
                  </a:lnTo>
                  <a:lnTo>
                    <a:pt x="118201" y="153449"/>
                  </a:lnTo>
                  <a:cubicBezTo>
                    <a:pt x="127412" y="153103"/>
                    <a:pt x="149022" y="152413"/>
                    <a:pt x="160713" y="152413"/>
                  </a:cubicBezTo>
                  <a:cubicBezTo>
                    <a:pt x="172050" y="152413"/>
                    <a:pt x="187992" y="153103"/>
                    <a:pt x="199683" y="153449"/>
                  </a:cubicBezTo>
                  <a:lnTo>
                    <a:pt x="199683" y="137214"/>
                  </a:lnTo>
                  <a:lnTo>
                    <a:pt x="174530" y="137214"/>
                  </a:lnTo>
                  <a:lnTo>
                    <a:pt x="115012" y="68477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CBD21D22-24EA-9BDE-AB93-158F65A51425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1483031" y="7662339"/>
              <a:ext cx="83820" cy="153536"/>
            </a:xfrm>
            <a:custGeom>
              <a:avLst/>
              <a:gdLst>
                <a:gd name="connsiteX0" fmla="*/ 50824 w 83820"/>
                <a:gd name="connsiteY0" fmla="*/ 55698 h 153536"/>
                <a:gd name="connsiteX1" fmla="*/ 76119 w 83820"/>
                <a:gd name="connsiteY1" fmla="*/ 55698 h 153536"/>
                <a:gd name="connsiteX2" fmla="*/ 84055 w 83820"/>
                <a:gd name="connsiteY2" fmla="*/ 50379 h 153536"/>
                <a:gd name="connsiteX3" fmla="*/ 76615 w 83820"/>
                <a:gd name="connsiteY3" fmla="*/ 46993 h 153536"/>
                <a:gd name="connsiteX4" fmla="*/ 53056 w 83820"/>
                <a:gd name="connsiteY4" fmla="*/ 46993 h 153536"/>
                <a:gd name="connsiteX5" fmla="*/ 62232 w 83820"/>
                <a:gd name="connsiteY5" fmla="*/ 11209 h 153536"/>
                <a:gd name="connsiteX6" fmla="*/ 62976 w 83820"/>
                <a:gd name="connsiteY6" fmla="*/ 7823 h 153536"/>
                <a:gd name="connsiteX7" fmla="*/ 54544 w 83820"/>
                <a:gd name="connsiteY7" fmla="*/ 86 h 153536"/>
                <a:gd name="connsiteX8" fmla="*/ 42889 w 83820"/>
                <a:gd name="connsiteY8" fmla="*/ 10483 h 153536"/>
                <a:gd name="connsiteX9" fmla="*/ 33465 w 83820"/>
                <a:gd name="connsiteY9" fmla="*/ 46993 h 153536"/>
                <a:gd name="connsiteX10" fmla="*/ 8170 w 83820"/>
                <a:gd name="connsiteY10" fmla="*/ 46993 h 153536"/>
                <a:gd name="connsiteX11" fmla="*/ 234 w 83820"/>
                <a:gd name="connsiteY11" fmla="*/ 52313 h 153536"/>
                <a:gd name="connsiteX12" fmla="*/ 7674 w 83820"/>
                <a:gd name="connsiteY12" fmla="*/ 55698 h 153536"/>
                <a:gd name="connsiteX13" fmla="*/ 31233 w 83820"/>
                <a:gd name="connsiteY13" fmla="*/ 55698 h 153536"/>
                <a:gd name="connsiteX14" fmla="*/ 16602 w 83820"/>
                <a:gd name="connsiteY14" fmla="*/ 112760 h 153536"/>
                <a:gd name="connsiteX15" fmla="*/ 12882 w 83820"/>
                <a:gd name="connsiteY15" fmla="*/ 130653 h 153536"/>
                <a:gd name="connsiteX16" fmla="*/ 39417 w 83820"/>
                <a:gd name="connsiteY16" fmla="*/ 153623 h 153536"/>
                <a:gd name="connsiteX17" fmla="*/ 82567 w 83820"/>
                <a:gd name="connsiteY17" fmla="*/ 116629 h 153536"/>
                <a:gd name="connsiteX18" fmla="*/ 78599 w 83820"/>
                <a:gd name="connsiteY18" fmla="*/ 113486 h 153536"/>
                <a:gd name="connsiteX19" fmla="*/ 73391 w 83820"/>
                <a:gd name="connsiteY19" fmla="*/ 118080 h 153536"/>
                <a:gd name="connsiteX20" fmla="*/ 40161 w 83820"/>
                <a:gd name="connsiteY20" fmla="*/ 146853 h 153536"/>
                <a:gd name="connsiteX21" fmla="*/ 31481 w 83820"/>
                <a:gd name="connsiteY21" fmla="*/ 135005 h 153536"/>
                <a:gd name="connsiteX22" fmla="*/ 32969 w 83820"/>
                <a:gd name="connsiteY22" fmla="*/ 125092 h 153536"/>
                <a:gd name="connsiteX23" fmla="*/ 50824 w 8382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820" h="153536">
                  <a:moveTo>
                    <a:pt x="50824" y="55698"/>
                  </a:moveTo>
                  <a:lnTo>
                    <a:pt x="76119" y="55698"/>
                  </a:lnTo>
                  <a:cubicBezTo>
                    <a:pt x="80831" y="55698"/>
                    <a:pt x="84055" y="55698"/>
                    <a:pt x="84055" y="50379"/>
                  </a:cubicBezTo>
                  <a:cubicBezTo>
                    <a:pt x="84055" y="46993"/>
                    <a:pt x="80831" y="46993"/>
                    <a:pt x="76615" y="46993"/>
                  </a:cubicBezTo>
                  <a:lnTo>
                    <a:pt x="53056" y="46993"/>
                  </a:lnTo>
                  <a:lnTo>
                    <a:pt x="62232" y="11209"/>
                  </a:lnTo>
                  <a:cubicBezTo>
                    <a:pt x="62480" y="10000"/>
                    <a:pt x="62976" y="8791"/>
                    <a:pt x="62976" y="7823"/>
                  </a:cubicBezTo>
                  <a:cubicBezTo>
                    <a:pt x="62976" y="3471"/>
                    <a:pt x="59504" y="86"/>
                    <a:pt x="54544" y="86"/>
                  </a:cubicBezTo>
                  <a:cubicBezTo>
                    <a:pt x="48344" y="86"/>
                    <a:pt x="44625" y="4197"/>
                    <a:pt x="42889" y="10483"/>
                  </a:cubicBezTo>
                  <a:cubicBezTo>
                    <a:pt x="41153" y="16528"/>
                    <a:pt x="44377" y="4922"/>
                    <a:pt x="33465" y="46993"/>
                  </a:cubicBezTo>
                  <a:lnTo>
                    <a:pt x="8170" y="46993"/>
                  </a:lnTo>
                  <a:cubicBezTo>
                    <a:pt x="3458" y="46993"/>
                    <a:pt x="234" y="46993"/>
                    <a:pt x="234" y="52313"/>
                  </a:cubicBezTo>
                  <a:cubicBezTo>
                    <a:pt x="234" y="55698"/>
                    <a:pt x="3210" y="55698"/>
                    <a:pt x="7674" y="55698"/>
                  </a:cubicBezTo>
                  <a:lnTo>
                    <a:pt x="31233" y="55698"/>
                  </a:lnTo>
                  <a:lnTo>
                    <a:pt x="16602" y="112760"/>
                  </a:lnTo>
                  <a:cubicBezTo>
                    <a:pt x="15114" y="118805"/>
                    <a:pt x="12882" y="127510"/>
                    <a:pt x="12882" y="130653"/>
                  </a:cubicBezTo>
                  <a:cubicBezTo>
                    <a:pt x="12882" y="144919"/>
                    <a:pt x="25281" y="153623"/>
                    <a:pt x="39417" y="153623"/>
                  </a:cubicBezTo>
                  <a:cubicBezTo>
                    <a:pt x="66944" y="153623"/>
                    <a:pt x="82567" y="119772"/>
                    <a:pt x="82567" y="116629"/>
                  </a:cubicBezTo>
                  <a:cubicBezTo>
                    <a:pt x="82567" y="113486"/>
                    <a:pt x="79343" y="113486"/>
                    <a:pt x="78599" y="113486"/>
                  </a:cubicBezTo>
                  <a:cubicBezTo>
                    <a:pt x="75623" y="113486"/>
                    <a:pt x="75375" y="113969"/>
                    <a:pt x="73391" y="118080"/>
                  </a:cubicBezTo>
                  <a:cubicBezTo>
                    <a:pt x="66448" y="133313"/>
                    <a:pt x="53800" y="146853"/>
                    <a:pt x="40161" y="146853"/>
                  </a:cubicBezTo>
                  <a:cubicBezTo>
                    <a:pt x="34953" y="146853"/>
                    <a:pt x="31481" y="143710"/>
                    <a:pt x="31481" y="135005"/>
                  </a:cubicBezTo>
                  <a:cubicBezTo>
                    <a:pt x="31481" y="132587"/>
                    <a:pt x="32473" y="127510"/>
                    <a:pt x="32969" y="125092"/>
                  </a:cubicBezTo>
                  <a:lnTo>
                    <a:pt x="50824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073A2E6B-0BF5-75F0-2FF9-44B54478465D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1627817" y="7612773"/>
              <a:ext cx="38615" cy="215538"/>
            </a:xfrm>
            <a:custGeom>
              <a:avLst/>
              <a:gdLst>
                <a:gd name="connsiteX0" fmla="*/ 37791 w 38615"/>
                <a:gd name="connsiteY0" fmla="*/ 18392 h 215538"/>
                <a:gd name="connsiteX1" fmla="*/ 19014 w 38615"/>
                <a:gd name="connsiteY1" fmla="*/ 85 h 215538"/>
                <a:gd name="connsiteX2" fmla="*/ 238 w 38615"/>
                <a:gd name="connsiteY2" fmla="*/ 18392 h 215538"/>
                <a:gd name="connsiteX3" fmla="*/ 19014 w 38615"/>
                <a:gd name="connsiteY3" fmla="*/ 36699 h 215538"/>
                <a:gd name="connsiteX4" fmla="*/ 37791 w 38615"/>
                <a:gd name="connsiteY4" fmla="*/ 18392 h 215538"/>
                <a:gd name="connsiteX5" fmla="*/ 31060 w 38615"/>
                <a:gd name="connsiteY5" fmla="*/ 145159 h 215538"/>
                <a:gd name="connsiteX6" fmla="*/ 8386 w 38615"/>
                <a:gd name="connsiteY6" fmla="*/ 207334 h 215538"/>
                <a:gd name="connsiteX7" fmla="*/ 5906 w 38615"/>
                <a:gd name="connsiteY7" fmla="*/ 211824 h 215538"/>
                <a:gd name="connsiteX8" fmla="*/ 9449 w 38615"/>
                <a:gd name="connsiteY8" fmla="*/ 215623 h 215538"/>
                <a:gd name="connsiteX9" fmla="*/ 38854 w 38615"/>
                <a:gd name="connsiteY9" fmla="*/ 147922 h 215538"/>
                <a:gd name="connsiteX10" fmla="*/ 19014 w 38615"/>
                <a:gd name="connsiteY10" fmla="*/ 112344 h 215538"/>
                <a:gd name="connsiteX11" fmla="*/ 238 w 38615"/>
                <a:gd name="connsiteY11" fmla="*/ 130651 h 215538"/>
                <a:gd name="connsiteX12" fmla="*/ 19014 w 38615"/>
                <a:gd name="connsiteY12" fmla="*/ 148958 h 215538"/>
                <a:gd name="connsiteX13" fmla="*/ 21848 w 38615"/>
                <a:gd name="connsiteY13" fmla="*/ 148613 h 215538"/>
                <a:gd name="connsiteX14" fmla="*/ 31060 w 38615"/>
                <a:gd name="connsiteY14" fmla="*/ 145159 h 215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615" h="215538">
                  <a:moveTo>
                    <a:pt x="37791" y="18392"/>
                  </a:moveTo>
                  <a:cubicBezTo>
                    <a:pt x="37791" y="8375"/>
                    <a:pt x="29288" y="85"/>
                    <a:pt x="19014" y="85"/>
                  </a:cubicBezTo>
                  <a:cubicBezTo>
                    <a:pt x="8740" y="85"/>
                    <a:pt x="238" y="8375"/>
                    <a:pt x="238" y="18392"/>
                  </a:cubicBezTo>
                  <a:cubicBezTo>
                    <a:pt x="238" y="28409"/>
                    <a:pt x="8740" y="36699"/>
                    <a:pt x="19014" y="36699"/>
                  </a:cubicBezTo>
                  <a:cubicBezTo>
                    <a:pt x="29288" y="36699"/>
                    <a:pt x="37791" y="28409"/>
                    <a:pt x="37791" y="18392"/>
                  </a:cubicBezTo>
                  <a:close/>
                  <a:moveTo>
                    <a:pt x="31060" y="145159"/>
                  </a:moveTo>
                  <a:cubicBezTo>
                    <a:pt x="31060" y="154830"/>
                    <a:pt x="31060" y="181773"/>
                    <a:pt x="8386" y="207334"/>
                  </a:cubicBezTo>
                  <a:cubicBezTo>
                    <a:pt x="5906" y="210097"/>
                    <a:pt x="5906" y="210788"/>
                    <a:pt x="5906" y="211824"/>
                  </a:cubicBezTo>
                  <a:cubicBezTo>
                    <a:pt x="5906" y="214242"/>
                    <a:pt x="7678" y="215623"/>
                    <a:pt x="9449" y="215623"/>
                  </a:cubicBezTo>
                  <a:cubicBezTo>
                    <a:pt x="13346" y="215623"/>
                    <a:pt x="38854" y="187990"/>
                    <a:pt x="38854" y="147922"/>
                  </a:cubicBezTo>
                  <a:cubicBezTo>
                    <a:pt x="38854" y="137905"/>
                    <a:pt x="38145" y="112344"/>
                    <a:pt x="19014" y="112344"/>
                  </a:cubicBezTo>
                  <a:cubicBezTo>
                    <a:pt x="6615" y="112344"/>
                    <a:pt x="238" y="121671"/>
                    <a:pt x="238" y="130651"/>
                  </a:cubicBezTo>
                  <a:cubicBezTo>
                    <a:pt x="238" y="139632"/>
                    <a:pt x="6261" y="148958"/>
                    <a:pt x="19014" y="148958"/>
                  </a:cubicBezTo>
                  <a:cubicBezTo>
                    <a:pt x="20786" y="148958"/>
                    <a:pt x="21494" y="148958"/>
                    <a:pt x="21848" y="148613"/>
                  </a:cubicBezTo>
                  <a:cubicBezTo>
                    <a:pt x="24328" y="148268"/>
                    <a:pt x="28225" y="147577"/>
                    <a:pt x="31060" y="145159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604F3C6E-0A98-F97C-0212-EA3F3186A14B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1770744" y="7521929"/>
              <a:ext cx="201934" cy="239717"/>
            </a:xfrm>
            <a:custGeom>
              <a:avLst/>
              <a:gdLst>
                <a:gd name="connsiteX0" fmla="*/ 24687 w 201934"/>
                <a:gd name="connsiteY0" fmla="*/ 223568 h 239717"/>
                <a:gd name="connsiteX1" fmla="*/ 242 w 201934"/>
                <a:gd name="connsiteY1" fmla="*/ 223568 h 239717"/>
                <a:gd name="connsiteX2" fmla="*/ 242 w 201934"/>
                <a:gd name="connsiteY2" fmla="*/ 239802 h 239717"/>
                <a:gd name="connsiteX3" fmla="*/ 44881 w 201934"/>
                <a:gd name="connsiteY3" fmla="*/ 238766 h 239717"/>
                <a:gd name="connsiteX4" fmla="*/ 89519 w 201934"/>
                <a:gd name="connsiteY4" fmla="*/ 239802 h 239717"/>
                <a:gd name="connsiteX5" fmla="*/ 89519 w 201934"/>
                <a:gd name="connsiteY5" fmla="*/ 223568 h 239717"/>
                <a:gd name="connsiteX6" fmla="*/ 65074 w 201934"/>
                <a:gd name="connsiteY6" fmla="*/ 223568 h 239717"/>
                <a:gd name="connsiteX7" fmla="*/ 65074 w 201934"/>
                <a:gd name="connsiteY7" fmla="*/ 151376 h 239717"/>
                <a:gd name="connsiteX8" fmla="*/ 117860 w 201934"/>
                <a:gd name="connsiteY8" fmla="*/ 96801 h 239717"/>
                <a:gd name="connsiteX9" fmla="*/ 137345 w 201934"/>
                <a:gd name="connsiteY9" fmla="*/ 130306 h 239717"/>
                <a:gd name="connsiteX10" fmla="*/ 137345 w 201934"/>
                <a:gd name="connsiteY10" fmla="*/ 223568 h 239717"/>
                <a:gd name="connsiteX11" fmla="*/ 112901 w 201934"/>
                <a:gd name="connsiteY11" fmla="*/ 223568 h 239717"/>
                <a:gd name="connsiteX12" fmla="*/ 112901 w 201934"/>
                <a:gd name="connsiteY12" fmla="*/ 239802 h 239717"/>
                <a:gd name="connsiteX13" fmla="*/ 157539 w 201934"/>
                <a:gd name="connsiteY13" fmla="*/ 238766 h 239717"/>
                <a:gd name="connsiteX14" fmla="*/ 202177 w 201934"/>
                <a:gd name="connsiteY14" fmla="*/ 239802 h 239717"/>
                <a:gd name="connsiteX15" fmla="*/ 202177 w 201934"/>
                <a:gd name="connsiteY15" fmla="*/ 223568 h 239717"/>
                <a:gd name="connsiteX16" fmla="*/ 177732 w 201934"/>
                <a:gd name="connsiteY16" fmla="*/ 223568 h 239717"/>
                <a:gd name="connsiteX17" fmla="*/ 177732 w 201934"/>
                <a:gd name="connsiteY17" fmla="*/ 134106 h 239717"/>
                <a:gd name="connsiteX18" fmla="*/ 123175 w 201934"/>
                <a:gd name="connsiteY18" fmla="*/ 84366 h 239717"/>
                <a:gd name="connsiteX19" fmla="*/ 62948 w 201934"/>
                <a:gd name="connsiteY19" fmla="*/ 118217 h 239717"/>
                <a:gd name="connsiteX20" fmla="*/ 62948 w 201934"/>
                <a:gd name="connsiteY20" fmla="*/ 85 h 239717"/>
                <a:gd name="connsiteX21" fmla="*/ 242 w 201934"/>
                <a:gd name="connsiteY21" fmla="*/ 2848 h 239717"/>
                <a:gd name="connsiteX22" fmla="*/ 242 w 201934"/>
                <a:gd name="connsiteY22" fmla="*/ 19082 h 239717"/>
                <a:gd name="connsiteX23" fmla="*/ 24687 w 201934"/>
                <a:gd name="connsiteY23" fmla="*/ 32554 h 239717"/>
                <a:gd name="connsiteX24" fmla="*/ 24687 w 201934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934" h="239717">
                  <a:moveTo>
                    <a:pt x="24687" y="223568"/>
                  </a:moveTo>
                  <a:lnTo>
                    <a:pt x="242" y="223568"/>
                  </a:lnTo>
                  <a:lnTo>
                    <a:pt x="242" y="239802"/>
                  </a:lnTo>
                  <a:cubicBezTo>
                    <a:pt x="10162" y="239457"/>
                    <a:pt x="31418" y="238766"/>
                    <a:pt x="44881" y="238766"/>
                  </a:cubicBezTo>
                  <a:cubicBezTo>
                    <a:pt x="58697" y="238766"/>
                    <a:pt x="79599" y="239457"/>
                    <a:pt x="89519" y="239802"/>
                  </a:cubicBezTo>
                  <a:lnTo>
                    <a:pt x="89519" y="223568"/>
                  </a:lnTo>
                  <a:lnTo>
                    <a:pt x="65074" y="223568"/>
                  </a:lnTo>
                  <a:lnTo>
                    <a:pt x="65074" y="151376"/>
                  </a:lnTo>
                  <a:cubicBezTo>
                    <a:pt x="65074" y="113726"/>
                    <a:pt x="95541" y="96801"/>
                    <a:pt x="117860" y="96801"/>
                  </a:cubicBezTo>
                  <a:cubicBezTo>
                    <a:pt x="129906" y="96801"/>
                    <a:pt x="137345" y="104054"/>
                    <a:pt x="137345" y="130306"/>
                  </a:cubicBezTo>
                  <a:lnTo>
                    <a:pt x="137345" y="223568"/>
                  </a:lnTo>
                  <a:lnTo>
                    <a:pt x="112901" y="223568"/>
                  </a:lnTo>
                  <a:lnTo>
                    <a:pt x="112901" y="239802"/>
                  </a:lnTo>
                  <a:cubicBezTo>
                    <a:pt x="122820" y="239457"/>
                    <a:pt x="144077" y="238766"/>
                    <a:pt x="157539" y="238766"/>
                  </a:cubicBezTo>
                  <a:cubicBezTo>
                    <a:pt x="171355" y="238766"/>
                    <a:pt x="192258" y="239457"/>
                    <a:pt x="202177" y="239802"/>
                  </a:cubicBezTo>
                  <a:lnTo>
                    <a:pt x="202177" y="223568"/>
                  </a:lnTo>
                  <a:lnTo>
                    <a:pt x="177732" y="223568"/>
                  </a:lnTo>
                  <a:lnTo>
                    <a:pt x="177732" y="134106"/>
                  </a:lnTo>
                  <a:cubicBezTo>
                    <a:pt x="177732" y="97837"/>
                    <a:pt x="158602" y="84366"/>
                    <a:pt x="123175" y="84366"/>
                  </a:cubicBezTo>
                  <a:cubicBezTo>
                    <a:pt x="89164" y="84366"/>
                    <a:pt x="71097" y="104400"/>
                    <a:pt x="62948" y="118217"/>
                  </a:cubicBezTo>
                  <a:lnTo>
                    <a:pt x="62948" y="85"/>
                  </a:lnTo>
                  <a:lnTo>
                    <a:pt x="242" y="2848"/>
                  </a:lnTo>
                  <a:lnTo>
                    <a:pt x="242" y="19082"/>
                  </a:lnTo>
                  <a:cubicBezTo>
                    <a:pt x="22207" y="19082"/>
                    <a:pt x="24687" y="19082"/>
                    <a:pt x="24687" y="32554"/>
                  </a:cubicBezTo>
                  <a:lnTo>
                    <a:pt x="24687" y="22356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21709D9-E8D0-A8A9-7A03-C3DBB4B6C980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1991557" y="7662339"/>
              <a:ext cx="83820" cy="153536"/>
            </a:xfrm>
            <a:custGeom>
              <a:avLst/>
              <a:gdLst>
                <a:gd name="connsiteX0" fmla="*/ 50839 w 83820"/>
                <a:gd name="connsiteY0" fmla="*/ 55698 h 153536"/>
                <a:gd name="connsiteX1" fmla="*/ 76134 w 83820"/>
                <a:gd name="connsiteY1" fmla="*/ 55698 h 153536"/>
                <a:gd name="connsiteX2" fmla="*/ 84069 w 83820"/>
                <a:gd name="connsiteY2" fmla="*/ 50379 h 153536"/>
                <a:gd name="connsiteX3" fmla="*/ 76630 w 83820"/>
                <a:gd name="connsiteY3" fmla="*/ 46993 h 153536"/>
                <a:gd name="connsiteX4" fmla="*/ 53071 w 83820"/>
                <a:gd name="connsiteY4" fmla="*/ 46993 h 153536"/>
                <a:gd name="connsiteX5" fmla="*/ 62246 w 83820"/>
                <a:gd name="connsiteY5" fmla="*/ 11209 h 153536"/>
                <a:gd name="connsiteX6" fmla="*/ 62990 w 83820"/>
                <a:gd name="connsiteY6" fmla="*/ 7823 h 153536"/>
                <a:gd name="connsiteX7" fmla="*/ 54559 w 83820"/>
                <a:gd name="connsiteY7" fmla="*/ 86 h 153536"/>
                <a:gd name="connsiteX8" fmla="*/ 42903 w 83820"/>
                <a:gd name="connsiteY8" fmla="*/ 10483 h 153536"/>
                <a:gd name="connsiteX9" fmla="*/ 33479 w 83820"/>
                <a:gd name="connsiteY9" fmla="*/ 46993 h 153536"/>
                <a:gd name="connsiteX10" fmla="*/ 8184 w 83820"/>
                <a:gd name="connsiteY10" fmla="*/ 46993 h 153536"/>
                <a:gd name="connsiteX11" fmla="*/ 249 w 83820"/>
                <a:gd name="connsiteY11" fmla="*/ 52313 h 153536"/>
                <a:gd name="connsiteX12" fmla="*/ 7688 w 83820"/>
                <a:gd name="connsiteY12" fmla="*/ 55698 h 153536"/>
                <a:gd name="connsiteX13" fmla="*/ 31247 w 83820"/>
                <a:gd name="connsiteY13" fmla="*/ 55698 h 153536"/>
                <a:gd name="connsiteX14" fmla="*/ 16616 w 83820"/>
                <a:gd name="connsiteY14" fmla="*/ 112760 h 153536"/>
                <a:gd name="connsiteX15" fmla="*/ 12896 w 83820"/>
                <a:gd name="connsiteY15" fmla="*/ 130653 h 153536"/>
                <a:gd name="connsiteX16" fmla="*/ 39431 w 83820"/>
                <a:gd name="connsiteY16" fmla="*/ 153623 h 153536"/>
                <a:gd name="connsiteX17" fmla="*/ 82581 w 83820"/>
                <a:gd name="connsiteY17" fmla="*/ 116629 h 153536"/>
                <a:gd name="connsiteX18" fmla="*/ 78614 w 83820"/>
                <a:gd name="connsiteY18" fmla="*/ 113486 h 153536"/>
                <a:gd name="connsiteX19" fmla="*/ 73406 w 83820"/>
                <a:gd name="connsiteY19" fmla="*/ 118080 h 153536"/>
                <a:gd name="connsiteX20" fmla="*/ 40175 w 83820"/>
                <a:gd name="connsiteY20" fmla="*/ 146853 h 153536"/>
                <a:gd name="connsiteX21" fmla="*/ 31495 w 83820"/>
                <a:gd name="connsiteY21" fmla="*/ 135005 h 153536"/>
                <a:gd name="connsiteX22" fmla="*/ 32983 w 83820"/>
                <a:gd name="connsiteY22" fmla="*/ 125092 h 153536"/>
                <a:gd name="connsiteX23" fmla="*/ 50839 w 8382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820" h="153536">
                  <a:moveTo>
                    <a:pt x="50839" y="55698"/>
                  </a:moveTo>
                  <a:lnTo>
                    <a:pt x="76134" y="55698"/>
                  </a:lnTo>
                  <a:cubicBezTo>
                    <a:pt x="80845" y="55698"/>
                    <a:pt x="84069" y="55698"/>
                    <a:pt x="84069" y="50379"/>
                  </a:cubicBezTo>
                  <a:cubicBezTo>
                    <a:pt x="84069" y="46993"/>
                    <a:pt x="80845" y="46993"/>
                    <a:pt x="76630" y="46993"/>
                  </a:cubicBezTo>
                  <a:lnTo>
                    <a:pt x="53071" y="46993"/>
                  </a:lnTo>
                  <a:lnTo>
                    <a:pt x="62246" y="11209"/>
                  </a:lnTo>
                  <a:cubicBezTo>
                    <a:pt x="62494" y="10000"/>
                    <a:pt x="62990" y="8791"/>
                    <a:pt x="62990" y="7823"/>
                  </a:cubicBezTo>
                  <a:cubicBezTo>
                    <a:pt x="62990" y="3471"/>
                    <a:pt x="59518" y="86"/>
                    <a:pt x="54559" y="86"/>
                  </a:cubicBezTo>
                  <a:cubicBezTo>
                    <a:pt x="48359" y="86"/>
                    <a:pt x="44639" y="4197"/>
                    <a:pt x="42903" y="10483"/>
                  </a:cubicBezTo>
                  <a:cubicBezTo>
                    <a:pt x="41167" y="16528"/>
                    <a:pt x="44391" y="4922"/>
                    <a:pt x="33479" y="46993"/>
                  </a:cubicBezTo>
                  <a:lnTo>
                    <a:pt x="8184" y="46993"/>
                  </a:lnTo>
                  <a:cubicBezTo>
                    <a:pt x="3473" y="46993"/>
                    <a:pt x="249" y="46993"/>
                    <a:pt x="249" y="52313"/>
                  </a:cubicBezTo>
                  <a:cubicBezTo>
                    <a:pt x="249" y="55698"/>
                    <a:pt x="3225" y="55698"/>
                    <a:pt x="7688" y="55698"/>
                  </a:cubicBezTo>
                  <a:lnTo>
                    <a:pt x="31247" y="55698"/>
                  </a:lnTo>
                  <a:lnTo>
                    <a:pt x="16616" y="112760"/>
                  </a:lnTo>
                  <a:cubicBezTo>
                    <a:pt x="15128" y="118805"/>
                    <a:pt x="12896" y="127510"/>
                    <a:pt x="12896" y="130653"/>
                  </a:cubicBezTo>
                  <a:cubicBezTo>
                    <a:pt x="12896" y="144919"/>
                    <a:pt x="25296" y="153623"/>
                    <a:pt x="39431" y="153623"/>
                  </a:cubicBezTo>
                  <a:cubicBezTo>
                    <a:pt x="66958" y="153623"/>
                    <a:pt x="82581" y="119772"/>
                    <a:pt x="82581" y="116629"/>
                  </a:cubicBezTo>
                  <a:cubicBezTo>
                    <a:pt x="82581" y="113486"/>
                    <a:pt x="79358" y="113486"/>
                    <a:pt x="78614" y="113486"/>
                  </a:cubicBezTo>
                  <a:cubicBezTo>
                    <a:pt x="75638" y="113486"/>
                    <a:pt x="75390" y="113969"/>
                    <a:pt x="73406" y="118080"/>
                  </a:cubicBezTo>
                  <a:cubicBezTo>
                    <a:pt x="66462" y="133313"/>
                    <a:pt x="53815" y="146853"/>
                    <a:pt x="40175" y="146853"/>
                  </a:cubicBezTo>
                  <a:cubicBezTo>
                    <a:pt x="34967" y="146853"/>
                    <a:pt x="31495" y="143710"/>
                    <a:pt x="31495" y="135005"/>
                  </a:cubicBezTo>
                  <a:cubicBezTo>
                    <a:pt x="31495" y="132587"/>
                    <a:pt x="32487" y="127510"/>
                    <a:pt x="32983" y="125092"/>
                  </a:cubicBezTo>
                  <a:lnTo>
                    <a:pt x="50839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829EFA6E-4904-3536-C2ED-D1BDE8704B0D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2114944" y="7746966"/>
              <a:ext cx="167641" cy="11847"/>
            </a:xfrm>
            <a:custGeom>
              <a:avLst/>
              <a:gdLst>
                <a:gd name="connsiteX0" fmla="*/ 157973 w 167641"/>
                <a:gd name="connsiteY0" fmla="*/ 11934 h 11847"/>
                <a:gd name="connsiteX1" fmla="*/ 167893 w 167641"/>
                <a:gd name="connsiteY1" fmla="*/ 6131 h 11847"/>
                <a:gd name="connsiteX2" fmla="*/ 157973 w 167641"/>
                <a:gd name="connsiteY2" fmla="*/ 86 h 11847"/>
                <a:gd name="connsiteX3" fmla="*/ 10171 w 167641"/>
                <a:gd name="connsiteY3" fmla="*/ 86 h 11847"/>
                <a:gd name="connsiteX4" fmla="*/ 252 w 167641"/>
                <a:gd name="connsiteY4" fmla="*/ 5889 h 11847"/>
                <a:gd name="connsiteX5" fmla="*/ 10171 w 167641"/>
                <a:gd name="connsiteY5" fmla="*/ 11934 h 11847"/>
                <a:gd name="connsiteX6" fmla="*/ 157973 w 167641"/>
                <a:gd name="connsiteY6" fmla="*/ 11934 h 11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641" h="11847">
                  <a:moveTo>
                    <a:pt x="157973" y="11934"/>
                  </a:moveTo>
                  <a:cubicBezTo>
                    <a:pt x="161941" y="11934"/>
                    <a:pt x="167893" y="11934"/>
                    <a:pt x="167893" y="6131"/>
                  </a:cubicBezTo>
                  <a:cubicBezTo>
                    <a:pt x="167893" y="86"/>
                    <a:pt x="162189" y="86"/>
                    <a:pt x="157973" y="86"/>
                  </a:cubicBezTo>
                  <a:lnTo>
                    <a:pt x="10171" y="86"/>
                  </a:lnTo>
                  <a:cubicBezTo>
                    <a:pt x="6203" y="86"/>
                    <a:pt x="252" y="86"/>
                    <a:pt x="252" y="5889"/>
                  </a:cubicBezTo>
                  <a:cubicBezTo>
                    <a:pt x="252" y="11934"/>
                    <a:pt x="5955" y="11934"/>
                    <a:pt x="10171" y="11934"/>
                  </a:cubicBezTo>
                  <a:lnTo>
                    <a:pt x="157973" y="11934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874BDB32-E401-D9DB-1942-75B1758C34E4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2336613" y="7652909"/>
              <a:ext cx="90268" cy="160548"/>
            </a:xfrm>
            <a:custGeom>
              <a:avLst/>
              <a:gdLst>
                <a:gd name="connsiteX0" fmla="*/ 56304 w 90268"/>
                <a:gd name="connsiteY0" fmla="*/ 6856 h 160548"/>
                <a:gd name="connsiteX1" fmla="*/ 48864 w 90268"/>
                <a:gd name="connsiteY1" fmla="*/ 86 h 160548"/>
                <a:gd name="connsiteX2" fmla="*/ 258 w 90268"/>
                <a:gd name="connsiteY2" fmla="*/ 15561 h 160548"/>
                <a:gd name="connsiteX3" fmla="*/ 258 w 90268"/>
                <a:gd name="connsiteY3" fmla="*/ 24265 h 160548"/>
                <a:gd name="connsiteX4" fmla="*/ 36217 w 90268"/>
                <a:gd name="connsiteY4" fmla="*/ 17495 h 160548"/>
                <a:gd name="connsiteX5" fmla="*/ 36217 w 90268"/>
                <a:gd name="connsiteY5" fmla="*/ 140808 h 160548"/>
                <a:gd name="connsiteX6" fmla="*/ 11418 w 90268"/>
                <a:gd name="connsiteY6" fmla="*/ 151930 h 160548"/>
                <a:gd name="connsiteX7" fmla="*/ 1994 w 90268"/>
                <a:gd name="connsiteY7" fmla="*/ 151930 h 160548"/>
                <a:gd name="connsiteX8" fmla="*/ 1994 w 90268"/>
                <a:gd name="connsiteY8" fmla="*/ 160635 h 160548"/>
                <a:gd name="connsiteX9" fmla="*/ 46136 w 90268"/>
                <a:gd name="connsiteY9" fmla="*/ 159668 h 160548"/>
                <a:gd name="connsiteX10" fmla="*/ 90526 w 90268"/>
                <a:gd name="connsiteY10" fmla="*/ 160635 h 160548"/>
                <a:gd name="connsiteX11" fmla="*/ 90526 w 90268"/>
                <a:gd name="connsiteY11" fmla="*/ 151930 h 160548"/>
                <a:gd name="connsiteX12" fmla="*/ 81103 w 90268"/>
                <a:gd name="connsiteY12" fmla="*/ 151930 h 160548"/>
                <a:gd name="connsiteX13" fmla="*/ 56304 w 90268"/>
                <a:gd name="connsiteY13" fmla="*/ 140808 h 160548"/>
                <a:gd name="connsiteX14" fmla="*/ 56304 w 90268"/>
                <a:gd name="connsiteY14" fmla="*/ 6856 h 160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268" h="160548">
                  <a:moveTo>
                    <a:pt x="56304" y="6856"/>
                  </a:moveTo>
                  <a:cubicBezTo>
                    <a:pt x="56304" y="328"/>
                    <a:pt x="55808" y="86"/>
                    <a:pt x="48864" y="86"/>
                  </a:cubicBezTo>
                  <a:cubicBezTo>
                    <a:pt x="32993" y="15319"/>
                    <a:pt x="10426" y="15561"/>
                    <a:pt x="258" y="15561"/>
                  </a:cubicBezTo>
                  <a:lnTo>
                    <a:pt x="258" y="24265"/>
                  </a:lnTo>
                  <a:cubicBezTo>
                    <a:pt x="6210" y="24265"/>
                    <a:pt x="22577" y="24265"/>
                    <a:pt x="36217" y="17495"/>
                  </a:cubicBezTo>
                  <a:lnTo>
                    <a:pt x="36217" y="140808"/>
                  </a:lnTo>
                  <a:cubicBezTo>
                    <a:pt x="36217" y="148787"/>
                    <a:pt x="36217" y="151930"/>
                    <a:pt x="11418" y="151930"/>
                  </a:cubicBezTo>
                  <a:lnTo>
                    <a:pt x="1994" y="151930"/>
                  </a:lnTo>
                  <a:lnTo>
                    <a:pt x="1994" y="160635"/>
                  </a:lnTo>
                  <a:cubicBezTo>
                    <a:pt x="6458" y="160393"/>
                    <a:pt x="36960" y="159668"/>
                    <a:pt x="46136" y="159668"/>
                  </a:cubicBezTo>
                  <a:cubicBezTo>
                    <a:pt x="53824" y="159668"/>
                    <a:pt x="85071" y="160393"/>
                    <a:pt x="90526" y="160635"/>
                  </a:cubicBezTo>
                  <a:lnTo>
                    <a:pt x="90526" y="151930"/>
                  </a:lnTo>
                  <a:lnTo>
                    <a:pt x="81103" y="151930"/>
                  </a:lnTo>
                  <a:cubicBezTo>
                    <a:pt x="56304" y="151930"/>
                    <a:pt x="56304" y="148787"/>
                    <a:pt x="56304" y="140808"/>
                  </a:cubicBezTo>
                  <a:lnTo>
                    <a:pt x="56304" y="685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A7DB4245-3B32-913F-F1DC-D124856E2169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2476306" y="7502585"/>
              <a:ext cx="48535" cy="345414"/>
            </a:xfrm>
            <a:custGeom>
              <a:avLst/>
              <a:gdLst>
                <a:gd name="connsiteX0" fmla="*/ 48798 w 48535"/>
                <a:gd name="connsiteY0" fmla="*/ 85 h 345414"/>
                <a:gd name="connsiteX1" fmla="*/ 262 w 48535"/>
                <a:gd name="connsiteY1" fmla="*/ 85 h 345414"/>
                <a:gd name="connsiteX2" fmla="*/ 262 w 48535"/>
                <a:gd name="connsiteY2" fmla="*/ 13901 h 345414"/>
                <a:gd name="connsiteX3" fmla="*/ 34627 w 48535"/>
                <a:gd name="connsiteY3" fmla="*/ 13901 h 345414"/>
                <a:gd name="connsiteX4" fmla="*/ 34627 w 48535"/>
                <a:gd name="connsiteY4" fmla="*/ 331683 h 345414"/>
                <a:gd name="connsiteX5" fmla="*/ 262 w 48535"/>
                <a:gd name="connsiteY5" fmla="*/ 331683 h 345414"/>
                <a:gd name="connsiteX6" fmla="*/ 262 w 48535"/>
                <a:gd name="connsiteY6" fmla="*/ 345499 h 345414"/>
                <a:gd name="connsiteX7" fmla="*/ 48798 w 48535"/>
                <a:gd name="connsiteY7" fmla="*/ 345499 h 345414"/>
                <a:gd name="connsiteX8" fmla="*/ 48798 w 48535"/>
                <a:gd name="connsiteY8" fmla="*/ 8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535" h="345414">
                  <a:moveTo>
                    <a:pt x="48798" y="85"/>
                  </a:moveTo>
                  <a:lnTo>
                    <a:pt x="262" y="85"/>
                  </a:lnTo>
                  <a:lnTo>
                    <a:pt x="262" y="13901"/>
                  </a:lnTo>
                  <a:lnTo>
                    <a:pt x="34627" y="13901"/>
                  </a:lnTo>
                  <a:lnTo>
                    <a:pt x="34627" y="331683"/>
                  </a:lnTo>
                  <a:lnTo>
                    <a:pt x="262" y="331683"/>
                  </a:lnTo>
                  <a:lnTo>
                    <a:pt x="262" y="345499"/>
                  </a:lnTo>
                  <a:lnTo>
                    <a:pt x="48798" y="345499"/>
                  </a:lnTo>
                  <a:lnTo>
                    <a:pt x="48798" y="85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D43C934B-B8EB-4724-D4E6-98BBAA97C772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2665485" y="7560270"/>
              <a:ext cx="235590" cy="230046"/>
            </a:xfrm>
            <a:custGeom>
              <a:avLst/>
              <a:gdLst>
                <a:gd name="connsiteX0" fmla="*/ 125325 w 235590"/>
                <a:gd name="connsiteY0" fmla="*/ 122016 h 230046"/>
                <a:gd name="connsiteX1" fmla="*/ 224167 w 235590"/>
                <a:gd name="connsiteY1" fmla="*/ 122016 h 230046"/>
                <a:gd name="connsiteX2" fmla="*/ 235858 w 235590"/>
                <a:gd name="connsiteY2" fmla="*/ 115108 h 230046"/>
                <a:gd name="connsiteX3" fmla="*/ 224167 w 235590"/>
                <a:gd name="connsiteY3" fmla="*/ 108199 h 230046"/>
                <a:gd name="connsiteX4" fmla="*/ 125325 w 235590"/>
                <a:gd name="connsiteY4" fmla="*/ 108199 h 230046"/>
                <a:gd name="connsiteX5" fmla="*/ 125325 w 235590"/>
                <a:gd name="connsiteY5" fmla="*/ 11483 h 230046"/>
                <a:gd name="connsiteX6" fmla="*/ 118240 w 235590"/>
                <a:gd name="connsiteY6" fmla="*/ 85 h 230046"/>
                <a:gd name="connsiteX7" fmla="*/ 111154 w 235590"/>
                <a:gd name="connsiteY7" fmla="*/ 11483 h 230046"/>
                <a:gd name="connsiteX8" fmla="*/ 111154 w 235590"/>
                <a:gd name="connsiteY8" fmla="*/ 108199 h 230046"/>
                <a:gd name="connsiteX9" fmla="*/ 11958 w 235590"/>
                <a:gd name="connsiteY9" fmla="*/ 108199 h 230046"/>
                <a:gd name="connsiteX10" fmla="*/ 267 w 235590"/>
                <a:gd name="connsiteY10" fmla="*/ 115108 h 230046"/>
                <a:gd name="connsiteX11" fmla="*/ 11958 w 235590"/>
                <a:gd name="connsiteY11" fmla="*/ 122016 h 230046"/>
                <a:gd name="connsiteX12" fmla="*/ 111154 w 235590"/>
                <a:gd name="connsiteY12" fmla="*/ 122016 h 230046"/>
                <a:gd name="connsiteX13" fmla="*/ 111154 w 235590"/>
                <a:gd name="connsiteY13" fmla="*/ 218732 h 230046"/>
                <a:gd name="connsiteX14" fmla="*/ 118240 w 235590"/>
                <a:gd name="connsiteY14" fmla="*/ 230131 h 230046"/>
                <a:gd name="connsiteX15" fmla="*/ 125325 w 235590"/>
                <a:gd name="connsiteY15" fmla="*/ 218732 h 230046"/>
                <a:gd name="connsiteX16" fmla="*/ 125325 w 235590"/>
                <a:gd name="connsiteY16" fmla="*/ 122016 h 23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590" h="230046">
                  <a:moveTo>
                    <a:pt x="125325" y="122016"/>
                  </a:moveTo>
                  <a:lnTo>
                    <a:pt x="224167" y="122016"/>
                  </a:lnTo>
                  <a:cubicBezTo>
                    <a:pt x="229127" y="122016"/>
                    <a:pt x="235858" y="122016"/>
                    <a:pt x="235858" y="115108"/>
                  </a:cubicBezTo>
                  <a:cubicBezTo>
                    <a:pt x="235858" y="108199"/>
                    <a:pt x="229127" y="108199"/>
                    <a:pt x="224167" y="108199"/>
                  </a:cubicBezTo>
                  <a:lnTo>
                    <a:pt x="125325" y="108199"/>
                  </a:lnTo>
                  <a:lnTo>
                    <a:pt x="125325" y="11483"/>
                  </a:lnTo>
                  <a:cubicBezTo>
                    <a:pt x="125325" y="6648"/>
                    <a:pt x="125325" y="85"/>
                    <a:pt x="118240" y="85"/>
                  </a:cubicBezTo>
                  <a:cubicBezTo>
                    <a:pt x="111154" y="85"/>
                    <a:pt x="111154" y="6648"/>
                    <a:pt x="111154" y="11483"/>
                  </a:cubicBezTo>
                  <a:lnTo>
                    <a:pt x="111154" y="108199"/>
                  </a:lnTo>
                  <a:lnTo>
                    <a:pt x="11958" y="108199"/>
                  </a:lnTo>
                  <a:cubicBezTo>
                    <a:pt x="6999" y="108199"/>
                    <a:pt x="267" y="108199"/>
                    <a:pt x="267" y="115108"/>
                  </a:cubicBezTo>
                  <a:cubicBezTo>
                    <a:pt x="267" y="122016"/>
                    <a:pt x="6999" y="122016"/>
                    <a:pt x="11958" y="122016"/>
                  </a:cubicBezTo>
                  <a:lnTo>
                    <a:pt x="111154" y="122016"/>
                  </a:lnTo>
                  <a:lnTo>
                    <a:pt x="111154" y="218732"/>
                  </a:lnTo>
                  <a:cubicBezTo>
                    <a:pt x="111154" y="223568"/>
                    <a:pt x="111154" y="230131"/>
                    <a:pt x="118240" y="230131"/>
                  </a:cubicBezTo>
                  <a:cubicBezTo>
                    <a:pt x="125325" y="230131"/>
                    <a:pt x="125325" y="223568"/>
                    <a:pt x="125325" y="218732"/>
                  </a:cubicBezTo>
                  <a:lnTo>
                    <a:pt x="125325" y="12201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5A1712E4-44F1-00B5-D38E-41BEFD3CB3F7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3013025" y="7521929"/>
              <a:ext cx="199454" cy="241790"/>
            </a:xfrm>
            <a:custGeom>
              <a:avLst/>
              <a:gdLst>
                <a:gd name="connsiteX0" fmla="*/ 62983 w 199454"/>
                <a:gd name="connsiteY0" fmla="*/ 101291 h 241790"/>
                <a:gd name="connsiteX1" fmla="*/ 62983 w 199454"/>
                <a:gd name="connsiteY1" fmla="*/ 85 h 241790"/>
                <a:gd name="connsiteX2" fmla="*/ 277 w 199454"/>
                <a:gd name="connsiteY2" fmla="*/ 2848 h 241790"/>
                <a:gd name="connsiteX3" fmla="*/ 277 w 199454"/>
                <a:gd name="connsiteY3" fmla="*/ 19082 h 241790"/>
                <a:gd name="connsiteX4" fmla="*/ 24722 w 199454"/>
                <a:gd name="connsiteY4" fmla="*/ 32554 h 241790"/>
                <a:gd name="connsiteX5" fmla="*/ 24722 w 199454"/>
                <a:gd name="connsiteY5" fmla="*/ 239802 h 241790"/>
                <a:gd name="connsiteX6" fmla="*/ 41373 w 199454"/>
                <a:gd name="connsiteY6" fmla="*/ 239802 h 241790"/>
                <a:gd name="connsiteX7" fmla="*/ 58732 w 199454"/>
                <a:gd name="connsiteY7" fmla="*/ 220459 h 241790"/>
                <a:gd name="connsiteX8" fmla="*/ 110456 w 199454"/>
                <a:gd name="connsiteY8" fmla="*/ 241875 h 241790"/>
                <a:gd name="connsiteX9" fmla="*/ 199732 w 199454"/>
                <a:gd name="connsiteY9" fmla="*/ 162775 h 241790"/>
                <a:gd name="connsiteX10" fmla="*/ 115061 w 199454"/>
                <a:gd name="connsiteY10" fmla="*/ 84366 h 241790"/>
                <a:gd name="connsiteX11" fmla="*/ 62983 w 199454"/>
                <a:gd name="connsiteY11" fmla="*/ 101291 h 241790"/>
                <a:gd name="connsiteX12" fmla="*/ 65109 w 199454"/>
                <a:gd name="connsiteY12" fmla="*/ 205606 h 241790"/>
                <a:gd name="connsiteX13" fmla="*/ 65109 w 199454"/>
                <a:gd name="connsiteY13" fmla="*/ 118907 h 241790"/>
                <a:gd name="connsiteX14" fmla="*/ 111164 w 199454"/>
                <a:gd name="connsiteY14" fmla="*/ 96801 h 241790"/>
                <a:gd name="connsiteX15" fmla="*/ 154385 w 199454"/>
                <a:gd name="connsiteY15" fmla="*/ 162775 h 241790"/>
                <a:gd name="connsiteX16" fmla="*/ 145174 w 199454"/>
                <a:gd name="connsiteY16" fmla="*/ 211478 h 241790"/>
                <a:gd name="connsiteX17" fmla="*/ 107267 w 199454"/>
                <a:gd name="connsiteY17" fmla="*/ 229440 h 241790"/>
                <a:gd name="connsiteX18" fmla="*/ 65109 w 199454"/>
                <a:gd name="connsiteY18" fmla="*/ 205606 h 241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454" h="241790">
                  <a:moveTo>
                    <a:pt x="62983" y="101291"/>
                  </a:moveTo>
                  <a:lnTo>
                    <a:pt x="62983" y="85"/>
                  </a:lnTo>
                  <a:lnTo>
                    <a:pt x="277" y="2848"/>
                  </a:lnTo>
                  <a:lnTo>
                    <a:pt x="277" y="19082"/>
                  </a:lnTo>
                  <a:cubicBezTo>
                    <a:pt x="22242" y="19082"/>
                    <a:pt x="24722" y="19082"/>
                    <a:pt x="24722" y="32554"/>
                  </a:cubicBezTo>
                  <a:lnTo>
                    <a:pt x="24722" y="239802"/>
                  </a:lnTo>
                  <a:lnTo>
                    <a:pt x="41373" y="239802"/>
                  </a:lnTo>
                  <a:lnTo>
                    <a:pt x="58732" y="220459"/>
                  </a:lnTo>
                  <a:cubicBezTo>
                    <a:pt x="61566" y="223223"/>
                    <a:pt x="78926" y="241875"/>
                    <a:pt x="110456" y="241875"/>
                  </a:cubicBezTo>
                  <a:cubicBezTo>
                    <a:pt x="163242" y="241875"/>
                    <a:pt x="199732" y="210788"/>
                    <a:pt x="199732" y="162775"/>
                  </a:cubicBezTo>
                  <a:cubicBezTo>
                    <a:pt x="199732" y="116835"/>
                    <a:pt x="166431" y="84366"/>
                    <a:pt x="115061" y="84366"/>
                  </a:cubicBezTo>
                  <a:cubicBezTo>
                    <a:pt x="89199" y="84366"/>
                    <a:pt x="71486" y="94383"/>
                    <a:pt x="62983" y="101291"/>
                  </a:cubicBezTo>
                  <a:close/>
                  <a:moveTo>
                    <a:pt x="65109" y="205606"/>
                  </a:moveTo>
                  <a:lnTo>
                    <a:pt x="65109" y="118907"/>
                  </a:lnTo>
                  <a:cubicBezTo>
                    <a:pt x="74674" y="106818"/>
                    <a:pt x="91679" y="96801"/>
                    <a:pt x="111164" y="96801"/>
                  </a:cubicBezTo>
                  <a:cubicBezTo>
                    <a:pt x="154385" y="96801"/>
                    <a:pt x="154385" y="138596"/>
                    <a:pt x="154385" y="162775"/>
                  </a:cubicBezTo>
                  <a:cubicBezTo>
                    <a:pt x="154385" y="179009"/>
                    <a:pt x="154385" y="198007"/>
                    <a:pt x="145174" y="211478"/>
                  </a:cubicBezTo>
                  <a:cubicBezTo>
                    <a:pt x="134901" y="225640"/>
                    <a:pt x="118604" y="229440"/>
                    <a:pt x="107267" y="229440"/>
                  </a:cubicBezTo>
                  <a:cubicBezTo>
                    <a:pt x="82468" y="229440"/>
                    <a:pt x="68652" y="210788"/>
                    <a:pt x="65109" y="205606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469977C5-A5CB-FBC0-84BF-F12AE6E30118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3258494" y="7706829"/>
              <a:ext cx="111347" cy="109047"/>
            </a:xfrm>
            <a:custGeom>
              <a:avLst/>
              <a:gdLst>
                <a:gd name="connsiteX0" fmla="*/ 111631 w 111347"/>
                <a:gd name="connsiteY0" fmla="*/ 41674 h 109047"/>
                <a:gd name="connsiteX1" fmla="*/ 69225 w 111347"/>
                <a:gd name="connsiteY1" fmla="*/ 86 h 109047"/>
                <a:gd name="connsiteX2" fmla="*/ 284 w 111347"/>
                <a:gd name="connsiteY2" fmla="*/ 67546 h 109047"/>
                <a:gd name="connsiteX3" fmla="*/ 42690 w 111347"/>
                <a:gd name="connsiteY3" fmla="*/ 109134 h 109047"/>
                <a:gd name="connsiteX4" fmla="*/ 111631 w 111347"/>
                <a:gd name="connsiteY4" fmla="*/ 41674 h 109047"/>
                <a:gd name="connsiteX5" fmla="*/ 42938 w 111347"/>
                <a:gd name="connsiteY5" fmla="*/ 102363 h 109047"/>
                <a:gd name="connsiteX6" fmla="*/ 19875 w 111347"/>
                <a:gd name="connsiteY6" fmla="*/ 75767 h 109047"/>
                <a:gd name="connsiteX7" fmla="*/ 36738 w 111347"/>
                <a:gd name="connsiteY7" fmla="*/ 24749 h 109047"/>
                <a:gd name="connsiteX8" fmla="*/ 68977 w 111347"/>
                <a:gd name="connsiteY8" fmla="*/ 6856 h 109047"/>
                <a:gd name="connsiteX9" fmla="*/ 92040 w 111347"/>
                <a:gd name="connsiteY9" fmla="*/ 33453 h 109047"/>
                <a:gd name="connsiteX10" fmla="*/ 77657 w 111347"/>
                <a:gd name="connsiteY10" fmla="*/ 81328 h 109047"/>
                <a:gd name="connsiteX11" fmla="*/ 42938 w 111347"/>
                <a:gd name="connsiteY11" fmla="*/ 102363 h 109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1347" h="109047">
                  <a:moveTo>
                    <a:pt x="111631" y="41674"/>
                  </a:moveTo>
                  <a:cubicBezTo>
                    <a:pt x="111631" y="18220"/>
                    <a:pt x="94768" y="86"/>
                    <a:pt x="69225" y="86"/>
                  </a:cubicBezTo>
                  <a:cubicBezTo>
                    <a:pt x="33762" y="86"/>
                    <a:pt x="284" y="33695"/>
                    <a:pt x="284" y="67546"/>
                  </a:cubicBezTo>
                  <a:cubicBezTo>
                    <a:pt x="284" y="92208"/>
                    <a:pt x="18139" y="109134"/>
                    <a:pt x="42690" y="109134"/>
                  </a:cubicBezTo>
                  <a:cubicBezTo>
                    <a:pt x="78153" y="109134"/>
                    <a:pt x="111631" y="75283"/>
                    <a:pt x="111631" y="41674"/>
                  </a:cubicBezTo>
                  <a:close/>
                  <a:moveTo>
                    <a:pt x="42938" y="102363"/>
                  </a:moveTo>
                  <a:cubicBezTo>
                    <a:pt x="35994" y="102363"/>
                    <a:pt x="19875" y="98978"/>
                    <a:pt x="19875" y="75767"/>
                  </a:cubicBezTo>
                  <a:cubicBezTo>
                    <a:pt x="19875" y="65128"/>
                    <a:pt x="24835" y="39740"/>
                    <a:pt x="36738" y="24749"/>
                  </a:cubicBezTo>
                  <a:cubicBezTo>
                    <a:pt x="45418" y="13385"/>
                    <a:pt x="58065" y="6856"/>
                    <a:pt x="68977" y="6856"/>
                  </a:cubicBezTo>
                  <a:cubicBezTo>
                    <a:pt x="77657" y="6856"/>
                    <a:pt x="92040" y="11934"/>
                    <a:pt x="92040" y="33453"/>
                  </a:cubicBezTo>
                  <a:cubicBezTo>
                    <a:pt x="92040" y="41674"/>
                    <a:pt x="88320" y="64886"/>
                    <a:pt x="77657" y="81328"/>
                  </a:cubicBezTo>
                  <a:cubicBezTo>
                    <a:pt x="69969" y="92934"/>
                    <a:pt x="56081" y="102363"/>
                    <a:pt x="42938" y="102363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7E695ED1-9858-A1FB-29DB-556B5947AD5C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3413745" y="7502585"/>
              <a:ext cx="82191" cy="345414"/>
            </a:xfrm>
            <a:custGeom>
              <a:avLst/>
              <a:gdLst>
                <a:gd name="connsiteX0" fmla="*/ 82479 w 82191"/>
                <a:gd name="connsiteY0" fmla="*/ 172792 h 345414"/>
                <a:gd name="connsiteX1" fmla="*/ 59098 w 82191"/>
                <a:gd name="connsiteY1" fmla="*/ 65023 h 345414"/>
                <a:gd name="connsiteX2" fmla="*/ 3831 w 82191"/>
                <a:gd name="connsiteY2" fmla="*/ 85 h 345414"/>
                <a:gd name="connsiteX3" fmla="*/ 288 w 82191"/>
                <a:gd name="connsiteY3" fmla="*/ 3539 h 345414"/>
                <a:gd name="connsiteX4" fmla="*/ 7020 w 82191"/>
                <a:gd name="connsiteY4" fmla="*/ 11483 h 345414"/>
                <a:gd name="connsiteX5" fmla="*/ 61932 w 82191"/>
                <a:gd name="connsiteY5" fmla="*/ 172792 h 345414"/>
                <a:gd name="connsiteX6" fmla="*/ 4894 w 82191"/>
                <a:gd name="connsiteY6" fmla="*/ 336173 h 345414"/>
                <a:gd name="connsiteX7" fmla="*/ 288 w 82191"/>
                <a:gd name="connsiteY7" fmla="*/ 342045 h 345414"/>
                <a:gd name="connsiteX8" fmla="*/ 3831 w 82191"/>
                <a:gd name="connsiteY8" fmla="*/ 345499 h 345414"/>
                <a:gd name="connsiteX9" fmla="*/ 60160 w 82191"/>
                <a:gd name="connsiteY9" fmla="*/ 278144 h 345414"/>
                <a:gd name="connsiteX10" fmla="*/ 82479 w 82191"/>
                <a:gd name="connsiteY10" fmla="*/ 172792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1" h="345414">
                  <a:moveTo>
                    <a:pt x="82479" y="172792"/>
                  </a:moveTo>
                  <a:cubicBezTo>
                    <a:pt x="82479" y="145850"/>
                    <a:pt x="78582" y="104055"/>
                    <a:pt x="59098" y="65023"/>
                  </a:cubicBezTo>
                  <a:cubicBezTo>
                    <a:pt x="37841" y="22537"/>
                    <a:pt x="7374" y="85"/>
                    <a:pt x="3831" y="85"/>
                  </a:cubicBezTo>
                  <a:cubicBezTo>
                    <a:pt x="1706" y="85"/>
                    <a:pt x="288" y="1466"/>
                    <a:pt x="288" y="3539"/>
                  </a:cubicBezTo>
                  <a:cubicBezTo>
                    <a:pt x="288" y="4575"/>
                    <a:pt x="288" y="5266"/>
                    <a:pt x="7020" y="11483"/>
                  </a:cubicBezTo>
                  <a:cubicBezTo>
                    <a:pt x="41738" y="45679"/>
                    <a:pt x="61932" y="100600"/>
                    <a:pt x="61932" y="172792"/>
                  </a:cubicBezTo>
                  <a:cubicBezTo>
                    <a:pt x="61932" y="231858"/>
                    <a:pt x="48824" y="292651"/>
                    <a:pt x="4894" y="336173"/>
                  </a:cubicBezTo>
                  <a:cubicBezTo>
                    <a:pt x="288" y="340318"/>
                    <a:pt x="288" y="341009"/>
                    <a:pt x="288" y="342045"/>
                  </a:cubicBezTo>
                  <a:cubicBezTo>
                    <a:pt x="288" y="344118"/>
                    <a:pt x="1706" y="345499"/>
                    <a:pt x="3831" y="345499"/>
                  </a:cubicBezTo>
                  <a:cubicBezTo>
                    <a:pt x="7374" y="345499"/>
                    <a:pt x="39258" y="322011"/>
                    <a:pt x="60160" y="278144"/>
                  </a:cubicBezTo>
                  <a:cubicBezTo>
                    <a:pt x="78228" y="240148"/>
                    <a:pt x="82479" y="201807"/>
                    <a:pt x="82479" y="172792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113" name="Group 112" descr="\documentclass{article}&#10;\usepackage{amsmath,amssymb}&#10;\pagestyle{empty}&#10;\begin{document}&#10;&#10;\newcommand{\score}{\textrm{score}}&#10;\newcommand{\classify}{\textrm{classify}}&#10;\newcommand{\bx}{\mathbf{x}}&#10;&#10;\begin{align*}&#10;\mathbf{h}_t = \mathbf{o}_t * \tanh(\mathbf{c}_t)&#10;\end{align*}&#10;&#10;&#10;\end{document}" title="IguanaTex Vector Display">
            <a:extLst>
              <a:ext uri="{FF2B5EF4-FFF2-40B4-BE49-F238E27FC236}">
                <a16:creationId xmlns:a16="http://schemas.microsoft.com/office/drawing/2014/main" id="{CB0182B0-9399-9C47-BA23-AD7A496D0FE2}"/>
              </a:ext>
            </a:extLst>
          </p:cNvPr>
          <p:cNvGrpSpPr>
            <a:grpSpLocks noChangeAspect="1"/>
          </p:cNvGrpSpPr>
          <p:nvPr>
            <p:custDataLst>
              <p:tags r:id="rId6"/>
            </p:custDataLst>
          </p:nvPr>
        </p:nvGrpSpPr>
        <p:grpSpPr>
          <a:xfrm>
            <a:off x="3044600" y="5027104"/>
            <a:ext cx="2725020" cy="345414"/>
            <a:chOff x="9475433" y="5216962"/>
            <a:chExt cx="2725020" cy="345414"/>
          </a:xfrm>
        </p:grpSpPr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9B6CFF87-F81D-1C1D-381C-5624B3352F91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9475433" y="5236306"/>
              <a:ext cx="201934" cy="239717"/>
            </a:xfrm>
            <a:custGeom>
              <a:avLst/>
              <a:gdLst>
                <a:gd name="connsiteX0" fmla="*/ 24639 w 201934"/>
                <a:gd name="connsiteY0" fmla="*/ 223568 h 239717"/>
                <a:gd name="connsiteX1" fmla="*/ 195 w 201934"/>
                <a:gd name="connsiteY1" fmla="*/ 223568 h 239717"/>
                <a:gd name="connsiteX2" fmla="*/ 195 w 201934"/>
                <a:gd name="connsiteY2" fmla="*/ 239802 h 239717"/>
                <a:gd name="connsiteX3" fmla="*/ 44833 w 201934"/>
                <a:gd name="connsiteY3" fmla="*/ 238766 h 239717"/>
                <a:gd name="connsiteX4" fmla="*/ 89471 w 201934"/>
                <a:gd name="connsiteY4" fmla="*/ 239802 h 239717"/>
                <a:gd name="connsiteX5" fmla="*/ 89471 w 201934"/>
                <a:gd name="connsiteY5" fmla="*/ 223568 h 239717"/>
                <a:gd name="connsiteX6" fmla="*/ 65026 w 201934"/>
                <a:gd name="connsiteY6" fmla="*/ 223568 h 239717"/>
                <a:gd name="connsiteX7" fmla="*/ 65026 w 201934"/>
                <a:gd name="connsiteY7" fmla="*/ 151376 h 239717"/>
                <a:gd name="connsiteX8" fmla="*/ 117813 w 201934"/>
                <a:gd name="connsiteY8" fmla="*/ 96801 h 239717"/>
                <a:gd name="connsiteX9" fmla="*/ 137298 w 201934"/>
                <a:gd name="connsiteY9" fmla="*/ 130306 h 239717"/>
                <a:gd name="connsiteX10" fmla="*/ 137298 w 201934"/>
                <a:gd name="connsiteY10" fmla="*/ 223568 h 239717"/>
                <a:gd name="connsiteX11" fmla="*/ 112853 w 201934"/>
                <a:gd name="connsiteY11" fmla="*/ 223568 h 239717"/>
                <a:gd name="connsiteX12" fmla="*/ 112853 w 201934"/>
                <a:gd name="connsiteY12" fmla="*/ 239802 h 239717"/>
                <a:gd name="connsiteX13" fmla="*/ 157491 w 201934"/>
                <a:gd name="connsiteY13" fmla="*/ 238766 h 239717"/>
                <a:gd name="connsiteX14" fmla="*/ 202129 w 201934"/>
                <a:gd name="connsiteY14" fmla="*/ 239802 h 239717"/>
                <a:gd name="connsiteX15" fmla="*/ 202129 w 201934"/>
                <a:gd name="connsiteY15" fmla="*/ 223568 h 239717"/>
                <a:gd name="connsiteX16" fmla="*/ 177685 w 201934"/>
                <a:gd name="connsiteY16" fmla="*/ 223568 h 239717"/>
                <a:gd name="connsiteX17" fmla="*/ 177685 w 201934"/>
                <a:gd name="connsiteY17" fmla="*/ 134106 h 239717"/>
                <a:gd name="connsiteX18" fmla="*/ 123127 w 201934"/>
                <a:gd name="connsiteY18" fmla="*/ 84366 h 239717"/>
                <a:gd name="connsiteX19" fmla="*/ 62901 w 201934"/>
                <a:gd name="connsiteY19" fmla="*/ 118217 h 239717"/>
                <a:gd name="connsiteX20" fmla="*/ 62901 w 201934"/>
                <a:gd name="connsiteY20" fmla="*/ 85 h 239717"/>
                <a:gd name="connsiteX21" fmla="*/ 195 w 201934"/>
                <a:gd name="connsiteY21" fmla="*/ 2848 h 239717"/>
                <a:gd name="connsiteX22" fmla="*/ 195 w 201934"/>
                <a:gd name="connsiteY22" fmla="*/ 19082 h 239717"/>
                <a:gd name="connsiteX23" fmla="*/ 24639 w 201934"/>
                <a:gd name="connsiteY23" fmla="*/ 32554 h 239717"/>
                <a:gd name="connsiteX24" fmla="*/ 24639 w 201934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934" h="239717">
                  <a:moveTo>
                    <a:pt x="24639" y="223568"/>
                  </a:moveTo>
                  <a:lnTo>
                    <a:pt x="195" y="223568"/>
                  </a:lnTo>
                  <a:lnTo>
                    <a:pt x="195" y="239802"/>
                  </a:lnTo>
                  <a:cubicBezTo>
                    <a:pt x="10114" y="239457"/>
                    <a:pt x="31370" y="238766"/>
                    <a:pt x="44833" y="238766"/>
                  </a:cubicBezTo>
                  <a:cubicBezTo>
                    <a:pt x="58649" y="238766"/>
                    <a:pt x="79551" y="239457"/>
                    <a:pt x="89471" y="239802"/>
                  </a:cubicBezTo>
                  <a:lnTo>
                    <a:pt x="89471" y="223568"/>
                  </a:lnTo>
                  <a:lnTo>
                    <a:pt x="65026" y="223568"/>
                  </a:lnTo>
                  <a:lnTo>
                    <a:pt x="65026" y="151376"/>
                  </a:lnTo>
                  <a:cubicBezTo>
                    <a:pt x="65026" y="113726"/>
                    <a:pt x="95494" y="96801"/>
                    <a:pt x="117813" y="96801"/>
                  </a:cubicBezTo>
                  <a:cubicBezTo>
                    <a:pt x="129858" y="96801"/>
                    <a:pt x="137298" y="104054"/>
                    <a:pt x="137298" y="130306"/>
                  </a:cubicBezTo>
                  <a:lnTo>
                    <a:pt x="137298" y="223568"/>
                  </a:lnTo>
                  <a:lnTo>
                    <a:pt x="112853" y="223568"/>
                  </a:lnTo>
                  <a:lnTo>
                    <a:pt x="112853" y="239802"/>
                  </a:lnTo>
                  <a:cubicBezTo>
                    <a:pt x="122773" y="239457"/>
                    <a:pt x="144029" y="238766"/>
                    <a:pt x="157491" y="238766"/>
                  </a:cubicBezTo>
                  <a:cubicBezTo>
                    <a:pt x="171308" y="238766"/>
                    <a:pt x="192210" y="239457"/>
                    <a:pt x="202129" y="239802"/>
                  </a:cubicBezTo>
                  <a:lnTo>
                    <a:pt x="202129" y="223568"/>
                  </a:lnTo>
                  <a:lnTo>
                    <a:pt x="177685" y="223568"/>
                  </a:lnTo>
                  <a:lnTo>
                    <a:pt x="177685" y="134106"/>
                  </a:lnTo>
                  <a:cubicBezTo>
                    <a:pt x="177685" y="97837"/>
                    <a:pt x="158554" y="84366"/>
                    <a:pt x="123127" y="84366"/>
                  </a:cubicBezTo>
                  <a:cubicBezTo>
                    <a:pt x="89117" y="84366"/>
                    <a:pt x="71049" y="104400"/>
                    <a:pt x="62901" y="118217"/>
                  </a:cubicBezTo>
                  <a:lnTo>
                    <a:pt x="62901" y="85"/>
                  </a:lnTo>
                  <a:lnTo>
                    <a:pt x="195" y="2848"/>
                  </a:lnTo>
                  <a:lnTo>
                    <a:pt x="195" y="19082"/>
                  </a:lnTo>
                  <a:cubicBezTo>
                    <a:pt x="22159" y="19082"/>
                    <a:pt x="24639" y="19082"/>
                    <a:pt x="24639" y="32554"/>
                  </a:cubicBezTo>
                  <a:lnTo>
                    <a:pt x="24639" y="223568"/>
                  </a:ln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A9C8557E-635B-03D1-CD28-9533A6BCDDF3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9696245" y="5376716"/>
              <a:ext cx="83820" cy="153536"/>
            </a:xfrm>
            <a:custGeom>
              <a:avLst/>
              <a:gdLst>
                <a:gd name="connsiteX0" fmla="*/ 50791 w 83820"/>
                <a:gd name="connsiteY0" fmla="*/ 55698 h 153536"/>
                <a:gd name="connsiteX1" fmla="*/ 76086 w 83820"/>
                <a:gd name="connsiteY1" fmla="*/ 55698 h 153536"/>
                <a:gd name="connsiteX2" fmla="*/ 84022 w 83820"/>
                <a:gd name="connsiteY2" fmla="*/ 50379 h 153536"/>
                <a:gd name="connsiteX3" fmla="*/ 76582 w 83820"/>
                <a:gd name="connsiteY3" fmla="*/ 46993 h 153536"/>
                <a:gd name="connsiteX4" fmla="*/ 53023 w 83820"/>
                <a:gd name="connsiteY4" fmla="*/ 46993 h 153536"/>
                <a:gd name="connsiteX5" fmla="*/ 62198 w 83820"/>
                <a:gd name="connsiteY5" fmla="*/ 11209 h 153536"/>
                <a:gd name="connsiteX6" fmla="*/ 62942 w 83820"/>
                <a:gd name="connsiteY6" fmla="*/ 7823 h 153536"/>
                <a:gd name="connsiteX7" fmla="*/ 54511 w 83820"/>
                <a:gd name="connsiteY7" fmla="*/ 86 h 153536"/>
                <a:gd name="connsiteX8" fmla="*/ 42855 w 83820"/>
                <a:gd name="connsiteY8" fmla="*/ 10483 h 153536"/>
                <a:gd name="connsiteX9" fmla="*/ 33432 w 83820"/>
                <a:gd name="connsiteY9" fmla="*/ 46993 h 153536"/>
                <a:gd name="connsiteX10" fmla="*/ 8137 w 83820"/>
                <a:gd name="connsiteY10" fmla="*/ 46993 h 153536"/>
                <a:gd name="connsiteX11" fmla="*/ 201 w 83820"/>
                <a:gd name="connsiteY11" fmla="*/ 52313 h 153536"/>
                <a:gd name="connsiteX12" fmla="*/ 7641 w 83820"/>
                <a:gd name="connsiteY12" fmla="*/ 55698 h 153536"/>
                <a:gd name="connsiteX13" fmla="*/ 31200 w 83820"/>
                <a:gd name="connsiteY13" fmla="*/ 55698 h 153536"/>
                <a:gd name="connsiteX14" fmla="*/ 16568 w 83820"/>
                <a:gd name="connsiteY14" fmla="*/ 112760 h 153536"/>
                <a:gd name="connsiteX15" fmla="*/ 12848 w 83820"/>
                <a:gd name="connsiteY15" fmla="*/ 130653 h 153536"/>
                <a:gd name="connsiteX16" fmla="*/ 39383 w 83820"/>
                <a:gd name="connsiteY16" fmla="*/ 153623 h 153536"/>
                <a:gd name="connsiteX17" fmla="*/ 82534 w 83820"/>
                <a:gd name="connsiteY17" fmla="*/ 116629 h 153536"/>
                <a:gd name="connsiteX18" fmla="*/ 78566 w 83820"/>
                <a:gd name="connsiteY18" fmla="*/ 113486 h 153536"/>
                <a:gd name="connsiteX19" fmla="*/ 73358 w 83820"/>
                <a:gd name="connsiteY19" fmla="*/ 118080 h 153536"/>
                <a:gd name="connsiteX20" fmla="*/ 40127 w 83820"/>
                <a:gd name="connsiteY20" fmla="*/ 146853 h 153536"/>
                <a:gd name="connsiteX21" fmla="*/ 31448 w 83820"/>
                <a:gd name="connsiteY21" fmla="*/ 135005 h 153536"/>
                <a:gd name="connsiteX22" fmla="*/ 32936 w 83820"/>
                <a:gd name="connsiteY22" fmla="*/ 125092 h 153536"/>
                <a:gd name="connsiteX23" fmla="*/ 50791 w 8382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820" h="153536">
                  <a:moveTo>
                    <a:pt x="50791" y="55698"/>
                  </a:moveTo>
                  <a:lnTo>
                    <a:pt x="76086" y="55698"/>
                  </a:lnTo>
                  <a:cubicBezTo>
                    <a:pt x="80798" y="55698"/>
                    <a:pt x="84022" y="55698"/>
                    <a:pt x="84022" y="50379"/>
                  </a:cubicBezTo>
                  <a:cubicBezTo>
                    <a:pt x="84022" y="46993"/>
                    <a:pt x="80798" y="46993"/>
                    <a:pt x="76582" y="46993"/>
                  </a:cubicBezTo>
                  <a:lnTo>
                    <a:pt x="53023" y="46993"/>
                  </a:lnTo>
                  <a:lnTo>
                    <a:pt x="62198" y="11209"/>
                  </a:lnTo>
                  <a:cubicBezTo>
                    <a:pt x="62446" y="10000"/>
                    <a:pt x="62942" y="8791"/>
                    <a:pt x="62942" y="7823"/>
                  </a:cubicBezTo>
                  <a:cubicBezTo>
                    <a:pt x="62942" y="3471"/>
                    <a:pt x="59471" y="86"/>
                    <a:pt x="54511" y="86"/>
                  </a:cubicBezTo>
                  <a:cubicBezTo>
                    <a:pt x="48311" y="86"/>
                    <a:pt x="44591" y="4197"/>
                    <a:pt x="42855" y="10483"/>
                  </a:cubicBezTo>
                  <a:cubicBezTo>
                    <a:pt x="41119" y="16528"/>
                    <a:pt x="44343" y="4922"/>
                    <a:pt x="33432" y="46993"/>
                  </a:cubicBezTo>
                  <a:lnTo>
                    <a:pt x="8137" y="46993"/>
                  </a:lnTo>
                  <a:cubicBezTo>
                    <a:pt x="3425" y="46993"/>
                    <a:pt x="201" y="46993"/>
                    <a:pt x="201" y="52313"/>
                  </a:cubicBezTo>
                  <a:cubicBezTo>
                    <a:pt x="201" y="55698"/>
                    <a:pt x="3177" y="55698"/>
                    <a:pt x="7641" y="55698"/>
                  </a:cubicBezTo>
                  <a:lnTo>
                    <a:pt x="31200" y="55698"/>
                  </a:lnTo>
                  <a:lnTo>
                    <a:pt x="16568" y="112760"/>
                  </a:lnTo>
                  <a:cubicBezTo>
                    <a:pt x="15080" y="118805"/>
                    <a:pt x="12848" y="127510"/>
                    <a:pt x="12848" y="130653"/>
                  </a:cubicBezTo>
                  <a:cubicBezTo>
                    <a:pt x="12848" y="144919"/>
                    <a:pt x="25248" y="153623"/>
                    <a:pt x="39383" y="153623"/>
                  </a:cubicBezTo>
                  <a:cubicBezTo>
                    <a:pt x="66910" y="153623"/>
                    <a:pt x="82534" y="119772"/>
                    <a:pt x="82534" y="116629"/>
                  </a:cubicBezTo>
                  <a:cubicBezTo>
                    <a:pt x="82534" y="113486"/>
                    <a:pt x="79310" y="113486"/>
                    <a:pt x="78566" y="113486"/>
                  </a:cubicBezTo>
                  <a:cubicBezTo>
                    <a:pt x="75590" y="113486"/>
                    <a:pt x="75342" y="113969"/>
                    <a:pt x="73358" y="118080"/>
                  </a:cubicBezTo>
                  <a:cubicBezTo>
                    <a:pt x="66414" y="133313"/>
                    <a:pt x="53767" y="146853"/>
                    <a:pt x="40127" y="146853"/>
                  </a:cubicBezTo>
                  <a:cubicBezTo>
                    <a:pt x="34920" y="146853"/>
                    <a:pt x="31448" y="143710"/>
                    <a:pt x="31448" y="135005"/>
                  </a:cubicBezTo>
                  <a:cubicBezTo>
                    <a:pt x="31448" y="132587"/>
                    <a:pt x="32440" y="127510"/>
                    <a:pt x="32936" y="125092"/>
                  </a:cubicBezTo>
                  <a:lnTo>
                    <a:pt x="50791" y="55698"/>
                  </a:ln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EAFE9580-577B-7817-7C61-40B57386E55F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9928808" y="5349256"/>
              <a:ext cx="235590" cy="80827"/>
            </a:xfrm>
            <a:custGeom>
              <a:avLst/>
              <a:gdLst>
                <a:gd name="connsiteX0" fmla="*/ 223753 w 235590"/>
                <a:gd name="connsiteY0" fmla="*/ 13901 h 80827"/>
                <a:gd name="connsiteX1" fmla="*/ 235798 w 235590"/>
                <a:gd name="connsiteY1" fmla="*/ 6993 h 80827"/>
                <a:gd name="connsiteX2" fmla="*/ 224107 w 235590"/>
                <a:gd name="connsiteY2" fmla="*/ 85 h 80827"/>
                <a:gd name="connsiteX3" fmla="*/ 11898 w 235590"/>
                <a:gd name="connsiteY3" fmla="*/ 85 h 80827"/>
                <a:gd name="connsiteX4" fmla="*/ 207 w 235590"/>
                <a:gd name="connsiteY4" fmla="*/ 6993 h 80827"/>
                <a:gd name="connsiteX5" fmla="*/ 12252 w 235590"/>
                <a:gd name="connsiteY5" fmla="*/ 13901 h 80827"/>
                <a:gd name="connsiteX6" fmla="*/ 223753 w 235590"/>
                <a:gd name="connsiteY6" fmla="*/ 13901 h 80827"/>
                <a:gd name="connsiteX7" fmla="*/ 224107 w 235590"/>
                <a:gd name="connsiteY7" fmla="*/ 80912 h 80827"/>
                <a:gd name="connsiteX8" fmla="*/ 235798 w 235590"/>
                <a:gd name="connsiteY8" fmla="*/ 74003 h 80827"/>
                <a:gd name="connsiteX9" fmla="*/ 223753 w 235590"/>
                <a:gd name="connsiteY9" fmla="*/ 67095 h 80827"/>
                <a:gd name="connsiteX10" fmla="*/ 12252 w 235590"/>
                <a:gd name="connsiteY10" fmla="*/ 67095 h 80827"/>
                <a:gd name="connsiteX11" fmla="*/ 207 w 235590"/>
                <a:gd name="connsiteY11" fmla="*/ 74003 h 80827"/>
                <a:gd name="connsiteX12" fmla="*/ 11898 w 235590"/>
                <a:gd name="connsiteY12" fmla="*/ 80912 h 80827"/>
                <a:gd name="connsiteX13" fmla="*/ 224107 w 235590"/>
                <a:gd name="connsiteY13" fmla="*/ 80912 h 8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590" h="80827">
                  <a:moveTo>
                    <a:pt x="223753" y="13901"/>
                  </a:moveTo>
                  <a:cubicBezTo>
                    <a:pt x="229067" y="13901"/>
                    <a:pt x="235798" y="13901"/>
                    <a:pt x="235798" y="6993"/>
                  </a:cubicBezTo>
                  <a:cubicBezTo>
                    <a:pt x="235798" y="85"/>
                    <a:pt x="229067" y="85"/>
                    <a:pt x="224107" y="85"/>
                  </a:cubicBezTo>
                  <a:lnTo>
                    <a:pt x="11898" y="85"/>
                  </a:lnTo>
                  <a:cubicBezTo>
                    <a:pt x="6938" y="85"/>
                    <a:pt x="207" y="85"/>
                    <a:pt x="207" y="6993"/>
                  </a:cubicBezTo>
                  <a:cubicBezTo>
                    <a:pt x="207" y="13901"/>
                    <a:pt x="6938" y="13901"/>
                    <a:pt x="12252" y="13901"/>
                  </a:cubicBezTo>
                  <a:lnTo>
                    <a:pt x="223753" y="13901"/>
                  </a:lnTo>
                  <a:close/>
                  <a:moveTo>
                    <a:pt x="224107" y="80912"/>
                  </a:moveTo>
                  <a:cubicBezTo>
                    <a:pt x="229067" y="80912"/>
                    <a:pt x="235798" y="80912"/>
                    <a:pt x="235798" y="74003"/>
                  </a:cubicBezTo>
                  <a:cubicBezTo>
                    <a:pt x="235798" y="67095"/>
                    <a:pt x="229067" y="67095"/>
                    <a:pt x="223753" y="67095"/>
                  </a:cubicBezTo>
                  <a:lnTo>
                    <a:pt x="12252" y="67095"/>
                  </a:lnTo>
                  <a:cubicBezTo>
                    <a:pt x="6938" y="67095"/>
                    <a:pt x="207" y="67095"/>
                    <a:pt x="207" y="74003"/>
                  </a:cubicBezTo>
                  <a:cubicBezTo>
                    <a:pt x="207" y="80912"/>
                    <a:pt x="6938" y="80912"/>
                    <a:pt x="11898" y="80912"/>
                  </a:cubicBezTo>
                  <a:lnTo>
                    <a:pt x="224107" y="80912"/>
                  </a:ln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C82C708-3461-EA72-AAD2-CAB71C269CEC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0294258" y="5319551"/>
              <a:ext cx="180678" cy="158545"/>
            </a:xfrm>
            <a:custGeom>
              <a:avLst/>
              <a:gdLst>
                <a:gd name="connsiteX0" fmla="*/ 180896 w 180678"/>
                <a:gd name="connsiteY0" fmla="*/ 81257 h 158545"/>
                <a:gd name="connsiteX1" fmla="*/ 90557 w 180678"/>
                <a:gd name="connsiteY1" fmla="*/ 85 h 158545"/>
                <a:gd name="connsiteX2" fmla="*/ 218 w 180678"/>
                <a:gd name="connsiteY2" fmla="*/ 81257 h 158545"/>
                <a:gd name="connsiteX3" fmla="*/ 90557 w 180678"/>
                <a:gd name="connsiteY3" fmla="*/ 158630 h 158545"/>
                <a:gd name="connsiteX4" fmla="*/ 180896 w 180678"/>
                <a:gd name="connsiteY4" fmla="*/ 81257 h 158545"/>
                <a:gd name="connsiteX5" fmla="*/ 90557 w 180678"/>
                <a:gd name="connsiteY5" fmla="*/ 144813 h 158545"/>
                <a:gd name="connsiteX6" fmla="*/ 45564 w 180678"/>
                <a:gd name="connsiteY6" fmla="*/ 77458 h 158545"/>
                <a:gd name="connsiteX7" fmla="*/ 51587 w 180678"/>
                <a:gd name="connsiteY7" fmla="*/ 32554 h 158545"/>
                <a:gd name="connsiteX8" fmla="*/ 90557 w 180678"/>
                <a:gd name="connsiteY8" fmla="*/ 12520 h 158545"/>
                <a:gd name="connsiteX9" fmla="*/ 128110 w 180678"/>
                <a:gd name="connsiteY9" fmla="*/ 30136 h 158545"/>
                <a:gd name="connsiteX10" fmla="*/ 135549 w 180678"/>
                <a:gd name="connsiteY10" fmla="*/ 77458 h 158545"/>
                <a:gd name="connsiteX11" fmla="*/ 90557 w 180678"/>
                <a:gd name="connsiteY11" fmla="*/ 144813 h 158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678" h="158545">
                  <a:moveTo>
                    <a:pt x="180896" y="81257"/>
                  </a:moveTo>
                  <a:cubicBezTo>
                    <a:pt x="180896" y="34972"/>
                    <a:pt x="148303" y="85"/>
                    <a:pt x="90557" y="85"/>
                  </a:cubicBezTo>
                  <a:cubicBezTo>
                    <a:pt x="32456" y="85"/>
                    <a:pt x="218" y="35317"/>
                    <a:pt x="218" y="81257"/>
                  </a:cubicBezTo>
                  <a:cubicBezTo>
                    <a:pt x="218" y="124089"/>
                    <a:pt x="31394" y="158630"/>
                    <a:pt x="90557" y="158630"/>
                  </a:cubicBezTo>
                  <a:cubicBezTo>
                    <a:pt x="150075" y="158630"/>
                    <a:pt x="180896" y="123743"/>
                    <a:pt x="180896" y="81257"/>
                  </a:cubicBezTo>
                  <a:close/>
                  <a:moveTo>
                    <a:pt x="90557" y="144813"/>
                  </a:moveTo>
                  <a:cubicBezTo>
                    <a:pt x="45564" y="144813"/>
                    <a:pt x="45564" y="107509"/>
                    <a:pt x="45564" y="77458"/>
                  </a:cubicBezTo>
                  <a:cubicBezTo>
                    <a:pt x="45564" y="61914"/>
                    <a:pt x="45564" y="44298"/>
                    <a:pt x="51587" y="32554"/>
                  </a:cubicBezTo>
                  <a:cubicBezTo>
                    <a:pt x="58318" y="19773"/>
                    <a:pt x="73198" y="12520"/>
                    <a:pt x="90557" y="12520"/>
                  </a:cubicBezTo>
                  <a:cubicBezTo>
                    <a:pt x="105436" y="12520"/>
                    <a:pt x="120316" y="18046"/>
                    <a:pt x="128110" y="30136"/>
                  </a:cubicBezTo>
                  <a:cubicBezTo>
                    <a:pt x="135549" y="41880"/>
                    <a:pt x="135549" y="60878"/>
                    <a:pt x="135549" y="77458"/>
                  </a:cubicBezTo>
                  <a:cubicBezTo>
                    <a:pt x="135549" y="107509"/>
                    <a:pt x="135549" y="144813"/>
                    <a:pt x="90557" y="144813"/>
                  </a:cubicBez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444DB4FE-517E-D795-7722-AC103F50511B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0497041" y="5376716"/>
              <a:ext cx="83820" cy="153536"/>
            </a:xfrm>
            <a:custGeom>
              <a:avLst/>
              <a:gdLst>
                <a:gd name="connsiteX0" fmla="*/ 50813 w 83820"/>
                <a:gd name="connsiteY0" fmla="*/ 55698 h 153536"/>
                <a:gd name="connsiteX1" fmla="*/ 76108 w 83820"/>
                <a:gd name="connsiteY1" fmla="*/ 55698 h 153536"/>
                <a:gd name="connsiteX2" fmla="*/ 84044 w 83820"/>
                <a:gd name="connsiteY2" fmla="*/ 50379 h 153536"/>
                <a:gd name="connsiteX3" fmla="*/ 76604 w 83820"/>
                <a:gd name="connsiteY3" fmla="*/ 46993 h 153536"/>
                <a:gd name="connsiteX4" fmla="*/ 53045 w 83820"/>
                <a:gd name="connsiteY4" fmla="*/ 46993 h 153536"/>
                <a:gd name="connsiteX5" fmla="*/ 62221 w 83820"/>
                <a:gd name="connsiteY5" fmla="*/ 11209 h 153536"/>
                <a:gd name="connsiteX6" fmla="*/ 62965 w 83820"/>
                <a:gd name="connsiteY6" fmla="*/ 7823 h 153536"/>
                <a:gd name="connsiteX7" fmla="*/ 54533 w 83820"/>
                <a:gd name="connsiteY7" fmla="*/ 86 h 153536"/>
                <a:gd name="connsiteX8" fmla="*/ 42878 w 83820"/>
                <a:gd name="connsiteY8" fmla="*/ 10483 h 153536"/>
                <a:gd name="connsiteX9" fmla="*/ 33454 w 83820"/>
                <a:gd name="connsiteY9" fmla="*/ 46993 h 153536"/>
                <a:gd name="connsiteX10" fmla="*/ 8159 w 83820"/>
                <a:gd name="connsiteY10" fmla="*/ 46993 h 153536"/>
                <a:gd name="connsiteX11" fmla="*/ 223 w 83820"/>
                <a:gd name="connsiteY11" fmla="*/ 52313 h 153536"/>
                <a:gd name="connsiteX12" fmla="*/ 7663 w 83820"/>
                <a:gd name="connsiteY12" fmla="*/ 55698 h 153536"/>
                <a:gd name="connsiteX13" fmla="*/ 31222 w 83820"/>
                <a:gd name="connsiteY13" fmla="*/ 55698 h 153536"/>
                <a:gd name="connsiteX14" fmla="*/ 16591 w 83820"/>
                <a:gd name="connsiteY14" fmla="*/ 112760 h 153536"/>
                <a:gd name="connsiteX15" fmla="*/ 12871 w 83820"/>
                <a:gd name="connsiteY15" fmla="*/ 130653 h 153536"/>
                <a:gd name="connsiteX16" fmla="*/ 39406 w 83820"/>
                <a:gd name="connsiteY16" fmla="*/ 153623 h 153536"/>
                <a:gd name="connsiteX17" fmla="*/ 82556 w 83820"/>
                <a:gd name="connsiteY17" fmla="*/ 116629 h 153536"/>
                <a:gd name="connsiteX18" fmla="*/ 78588 w 83820"/>
                <a:gd name="connsiteY18" fmla="*/ 113486 h 153536"/>
                <a:gd name="connsiteX19" fmla="*/ 73381 w 83820"/>
                <a:gd name="connsiteY19" fmla="*/ 118080 h 153536"/>
                <a:gd name="connsiteX20" fmla="*/ 40150 w 83820"/>
                <a:gd name="connsiteY20" fmla="*/ 146853 h 153536"/>
                <a:gd name="connsiteX21" fmla="*/ 31470 w 83820"/>
                <a:gd name="connsiteY21" fmla="*/ 135005 h 153536"/>
                <a:gd name="connsiteX22" fmla="*/ 32958 w 83820"/>
                <a:gd name="connsiteY22" fmla="*/ 125092 h 153536"/>
                <a:gd name="connsiteX23" fmla="*/ 50813 w 8382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820" h="153536">
                  <a:moveTo>
                    <a:pt x="50813" y="55698"/>
                  </a:moveTo>
                  <a:lnTo>
                    <a:pt x="76108" y="55698"/>
                  </a:lnTo>
                  <a:cubicBezTo>
                    <a:pt x="80820" y="55698"/>
                    <a:pt x="84044" y="55698"/>
                    <a:pt x="84044" y="50379"/>
                  </a:cubicBezTo>
                  <a:cubicBezTo>
                    <a:pt x="84044" y="46993"/>
                    <a:pt x="80820" y="46993"/>
                    <a:pt x="76604" y="46993"/>
                  </a:cubicBezTo>
                  <a:lnTo>
                    <a:pt x="53045" y="46993"/>
                  </a:lnTo>
                  <a:lnTo>
                    <a:pt x="62221" y="11209"/>
                  </a:lnTo>
                  <a:cubicBezTo>
                    <a:pt x="62469" y="10000"/>
                    <a:pt x="62965" y="8791"/>
                    <a:pt x="62965" y="7823"/>
                  </a:cubicBezTo>
                  <a:cubicBezTo>
                    <a:pt x="62965" y="3471"/>
                    <a:pt x="59493" y="86"/>
                    <a:pt x="54533" y="86"/>
                  </a:cubicBezTo>
                  <a:cubicBezTo>
                    <a:pt x="48334" y="86"/>
                    <a:pt x="44614" y="4197"/>
                    <a:pt x="42878" y="10483"/>
                  </a:cubicBezTo>
                  <a:cubicBezTo>
                    <a:pt x="41142" y="16528"/>
                    <a:pt x="44366" y="4922"/>
                    <a:pt x="33454" y="46993"/>
                  </a:cubicBezTo>
                  <a:lnTo>
                    <a:pt x="8159" y="46993"/>
                  </a:lnTo>
                  <a:cubicBezTo>
                    <a:pt x="3447" y="46993"/>
                    <a:pt x="223" y="46993"/>
                    <a:pt x="223" y="52313"/>
                  </a:cubicBezTo>
                  <a:cubicBezTo>
                    <a:pt x="223" y="55698"/>
                    <a:pt x="3199" y="55698"/>
                    <a:pt x="7663" y="55698"/>
                  </a:cubicBezTo>
                  <a:lnTo>
                    <a:pt x="31222" y="55698"/>
                  </a:lnTo>
                  <a:lnTo>
                    <a:pt x="16591" y="112760"/>
                  </a:lnTo>
                  <a:cubicBezTo>
                    <a:pt x="15103" y="118805"/>
                    <a:pt x="12871" y="127510"/>
                    <a:pt x="12871" y="130653"/>
                  </a:cubicBezTo>
                  <a:cubicBezTo>
                    <a:pt x="12871" y="144919"/>
                    <a:pt x="25270" y="153623"/>
                    <a:pt x="39406" y="153623"/>
                  </a:cubicBezTo>
                  <a:cubicBezTo>
                    <a:pt x="66933" y="153623"/>
                    <a:pt x="82556" y="119772"/>
                    <a:pt x="82556" y="116629"/>
                  </a:cubicBezTo>
                  <a:cubicBezTo>
                    <a:pt x="82556" y="113486"/>
                    <a:pt x="79332" y="113486"/>
                    <a:pt x="78588" y="113486"/>
                  </a:cubicBezTo>
                  <a:cubicBezTo>
                    <a:pt x="75612" y="113486"/>
                    <a:pt x="75364" y="113969"/>
                    <a:pt x="73381" y="118080"/>
                  </a:cubicBezTo>
                  <a:cubicBezTo>
                    <a:pt x="66437" y="133313"/>
                    <a:pt x="53789" y="146853"/>
                    <a:pt x="40150" y="146853"/>
                  </a:cubicBezTo>
                  <a:cubicBezTo>
                    <a:pt x="34942" y="146853"/>
                    <a:pt x="31470" y="143710"/>
                    <a:pt x="31470" y="135005"/>
                  </a:cubicBezTo>
                  <a:cubicBezTo>
                    <a:pt x="31470" y="132587"/>
                    <a:pt x="32462" y="127510"/>
                    <a:pt x="32958" y="125092"/>
                  </a:cubicBezTo>
                  <a:lnTo>
                    <a:pt x="50813" y="55698"/>
                  </a:ln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DF27D92B-52D7-EDBF-5DCD-A5CB686E57B9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0713112" y="5315406"/>
              <a:ext cx="130726" cy="148873"/>
            </a:xfrm>
            <a:custGeom>
              <a:avLst/>
              <a:gdLst>
                <a:gd name="connsiteX0" fmla="*/ 74626 w 130726"/>
                <a:gd name="connsiteY0" fmla="*/ 13210 h 148873"/>
                <a:gd name="connsiteX1" fmla="*/ 65769 w 130726"/>
                <a:gd name="connsiteY1" fmla="*/ 85 h 148873"/>
                <a:gd name="connsiteX2" fmla="*/ 56558 w 130726"/>
                <a:gd name="connsiteY2" fmla="*/ 9065 h 148873"/>
                <a:gd name="connsiteX3" fmla="*/ 56558 w 130726"/>
                <a:gd name="connsiteY3" fmla="*/ 13556 h 148873"/>
                <a:gd name="connsiteX4" fmla="*/ 61518 w 130726"/>
                <a:gd name="connsiteY4" fmla="*/ 67095 h 148873"/>
                <a:gd name="connsiteX5" fmla="*/ 16171 w 130726"/>
                <a:gd name="connsiteY5" fmla="*/ 34972 h 148873"/>
                <a:gd name="connsiteX6" fmla="*/ 9795 w 130726"/>
                <a:gd name="connsiteY6" fmla="*/ 32554 h 148873"/>
                <a:gd name="connsiteX7" fmla="*/ 229 w 130726"/>
                <a:gd name="connsiteY7" fmla="*/ 42225 h 148873"/>
                <a:gd name="connsiteX8" fmla="*/ 7315 w 130726"/>
                <a:gd name="connsiteY8" fmla="*/ 50861 h 148873"/>
                <a:gd name="connsiteX9" fmla="*/ 57621 w 130726"/>
                <a:gd name="connsiteY9" fmla="*/ 74349 h 148873"/>
                <a:gd name="connsiteX10" fmla="*/ 8732 w 130726"/>
                <a:gd name="connsiteY10" fmla="*/ 97492 h 148873"/>
                <a:gd name="connsiteX11" fmla="*/ 229 w 130726"/>
                <a:gd name="connsiteY11" fmla="*/ 106818 h 148873"/>
                <a:gd name="connsiteX12" fmla="*/ 9795 w 130726"/>
                <a:gd name="connsiteY12" fmla="*/ 116489 h 148873"/>
                <a:gd name="connsiteX13" fmla="*/ 21840 w 130726"/>
                <a:gd name="connsiteY13" fmla="*/ 109927 h 148873"/>
                <a:gd name="connsiteX14" fmla="*/ 61518 w 130726"/>
                <a:gd name="connsiteY14" fmla="*/ 81948 h 148873"/>
                <a:gd name="connsiteX15" fmla="*/ 56204 w 130726"/>
                <a:gd name="connsiteY15" fmla="*/ 139978 h 148873"/>
                <a:gd name="connsiteX16" fmla="*/ 65415 w 130726"/>
                <a:gd name="connsiteY16" fmla="*/ 148958 h 148873"/>
                <a:gd name="connsiteX17" fmla="*/ 74980 w 130726"/>
                <a:gd name="connsiteY17" fmla="*/ 139978 h 148873"/>
                <a:gd name="connsiteX18" fmla="*/ 69666 w 130726"/>
                <a:gd name="connsiteY18" fmla="*/ 81948 h 148873"/>
                <a:gd name="connsiteX19" fmla="*/ 115013 w 130726"/>
                <a:gd name="connsiteY19" fmla="*/ 114072 h 148873"/>
                <a:gd name="connsiteX20" fmla="*/ 121390 w 130726"/>
                <a:gd name="connsiteY20" fmla="*/ 116489 h 148873"/>
                <a:gd name="connsiteX21" fmla="*/ 130955 w 130726"/>
                <a:gd name="connsiteY21" fmla="*/ 106818 h 148873"/>
                <a:gd name="connsiteX22" fmla="*/ 123516 w 130726"/>
                <a:gd name="connsiteY22" fmla="*/ 97837 h 148873"/>
                <a:gd name="connsiteX23" fmla="*/ 73563 w 130726"/>
                <a:gd name="connsiteY23" fmla="*/ 74694 h 148873"/>
                <a:gd name="connsiteX24" fmla="*/ 122453 w 130726"/>
                <a:gd name="connsiteY24" fmla="*/ 51551 h 148873"/>
                <a:gd name="connsiteX25" fmla="*/ 130955 w 130726"/>
                <a:gd name="connsiteY25" fmla="*/ 42225 h 148873"/>
                <a:gd name="connsiteX26" fmla="*/ 121390 w 130726"/>
                <a:gd name="connsiteY26" fmla="*/ 32554 h 148873"/>
                <a:gd name="connsiteX27" fmla="*/ 109345 w 130726"/>
                <a:gd name="connsiteY27" fmla="*/ 39117 h 148873"/>
                <a:gd name="connsiteX28" fmla="*/ 69666 w 130726"/>
                <a:gd name="connsiteY28" fmla="*/ 67095 h 148873"/>
                <a:gd name="connsiteX29" fmla="*/ 74626 w 130726"/>
                <a:gd name="connsiteY29" fmla="*/ 13210 h 148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0726" h="148873">
                  <a:moveTo>
                    <a:pt x="74626" y="13210"/>
                  </a:moveTo>
                  <a:cubicBezTo>
                    <a:pt x="74980" y="8375"/>
                    <a:pt x="74980" y="85"/>
                    <a:pt x="65769" y="85"/>
                  </a:cubicBezTo>
                  <a:cubicBezTo>
                    <a:pt x="60101" y="85"/>
                    <a:pt x="55496" y="4575"/>
                    <a:pt x="56558" y="9065"/>
                  </a:cubicBezTo>
                  <a:lnTo>
                    <a:pt x="56558" y="13556"/>
                  </a:lnTo>
                  <a:lnTo>
                    <a:pt x="61518" y="67095"/>
                  </a:lnTo>
                  <a:lnTo>
                    <a:pt x="16171" y="34972"/>
                  </a:lnTo>
                  <a:cubicBezTo>
                    <a:pt x="12983" y="33245"/>
                    <a:pt x="12274" y="32554"/>
                    <a:pt x="9795" y="32554"/>
                  </a:cubicBezTo>
                  <a:cubicBezTo>
                    <a:pt x="4835" y="32554"/>
                    <a:pt x="229" y="37389"/>
                    <a:pt x="229" y="42225"/>
                  </a:cubicBezTo>
                  <a:cubicBezTo>
                    <a:pt x="229" y="47752"/>
                    <a:pt x="3772" y="49134"/>
                    <a:pt x="7315" y="50861"/>
                  </a:cubicBezTo>
                  <a:lnTo>
                    <a:pt x="57621" y="74349"/>
                  </a:lnTo>
                  <a:lnTo>
                    <a:pt x="8732" y="97492"/>
                  </a:lnTo>
                  <a:cubicBezTo>
                    <a:pt x="3063" y="100255"/>
                    <a:pt x="229" y="101637"/>
                    <a:pt x="229" y="106818"/>
                  </a:cubicBezTo>
                  <a:cubicBezTo>
                    <a:pt x="229" y="111999"/>
                    <a:pt x="4835" y="116489"/>
                    <a:pt x="9795" y="116489"/>
                  </a:cubicBezTo>
                  <a:cubicBezTo>
                    <a:pt x="12274" y="116489"/>
                    <a:pt x="12983" y="116489"/>
                    <a:pt x="21840" y="109927"/>
                  </a:cubicBezTo>
                  <a:lnTo>
                    <a:pt x="61518" y="81948"/>
                  </a:lnTo>
                  <a:lnTo>
                    <a:pt x="56204" y="139978"/>
                  </a:lnTo>
                  <a:cubicBezTo>
                    <a:pt x="56204" y="147231"/>
                    <a:pt x="62581" y="148958"/>
                    <a:pt x="65415" y="148958"/>
                  </a:cubicBezTo>
                  <a:cubicBezTo>
                    <a:pt x="69666" y="148958"/>
                    <a:pt x="74980" y="146541"/>
                    <a:pt x="74980" y="139978"/>
                  </a:cubicBezTo>
                  <a:lnTo>
                    <a:pt x="69666" y="81948"/>
                  </a:lnTo>
                  <a:lnTo>
                    <a:pt x="115013" y="114072"/>
                  </a:lnTo>
                  <a:cubicBezTo>
                    <a:pt x="118202" y="115799"/>
                    <a:pt x="118910" y="116489"/>
                    <a:pt x="121390" y="116489"/>
                  </a:cubicBezTo>
                  <a:cubicBezTo>
                    <a:pt x="126350" y="116489"/>
                    <a:pt x="130955" y="111654"/>
                    <a:pt x="130955" y="106818"/>
                  </a:cubicBezTo>
                  <a:cubicBezTo>
                    <a:pt x="130955" y="101637"/>
                    <a:pt x="127767" y="99910"/>
                    <a:pt x="123516" y="97837"/>
                  </a:cubicBezTo>
                  <a:cubicBezTo>
                    <a:pt x="102259" y="87475"/>
                    <a:pt x="101551" y="87475"/>
                    <a:pt x="73563" y="74694"/>
                  </a:cubicBezTo>
                  <a:lnTo>
                    <a:pt x="122453" y="51551"/>
                  </a:lnTo>
                  <a:cubicBezTo>
                    <a:pt x="128121" y="48788"/>
                    <a:pt x="130955" y="47407"/>
                    <a:pt x="130955" y="42225"/>
                  </a:cubicBezTo>
                  <a:cubicBezTo>
                    <a:pt x="130955" y="37044"/>
                    <a:pt x="126350" y="32554"/>
                    <a:pt x="121390" y="32554"/>
                  </a:cubicBezTo>
                  <a:cubicBezTo>
                    <a:pt x="118910" y="32554"/>
                    <a:pt x="118202" y="32554"/>
                    <a:pt x="109345" y="39117"/>
                  </a:cubicBezTo>
                  <a:lnTo>
                    <a:pt x="69666" y="67095"/>
                  </a:lnTo>
                  <a:lnTo>
                    <a:pt x="74626" y="13210"/>
                  </a:ln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418F0C-FBBA-5E0C-6DD5-96462ABA30FF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0952677" y="5263593"/>
              <a:ext cx="110886" cy="216229"/>
            </a:xfrm>
            <a:custGeom>
              <a:avLst/>
              <a:gdLst>
                <a:gd name="connsiteX0" fmla="*/ 54794 w 110886"/>
                <a:gd name="connsiteY0" fmla="*/ 74349 h 216229"/>
                <a:gd name="connsiteX1" fmla="*/ 105455 w 110886"/>
                <a:gd name="connsiteY1" fmla="*/ 74349 h 216229"/>
                <a:gd name="connsiteX2" fmla="*/ 105455 w 110886"/>
                <a:gd name="connsiteY2" fmla="*/ 63641 h 216229"/>
                <a:gd name="connsiteX3" fmla="*/ 54794 w 110886"/>
                <a:gd name="connsiteY3" fmla="*/ 63641 h 216229"/>
                <a:gd name="connsiteX4" fmla="*/ 54794 w 110886"/>
                <a:gd name="connsiteY4" fmla="*/ 85 h 216229"/>
                <a:gd name="connsiteX5" fmla="*/ 45937 w 110886"/>
                <a:gd name="connsiteY5" fmla="*/ 85 h 216229"/>
                <a:gd name="connsiteX6" fmla="*/ 236 w 110886"/>
                <a:gd name="connsiteY6" fmla="*/ 66750 h 216229"/>
                <a:gd name="connsiteX7" fmla="*/ 236 w 110886"/>
                <a:gd name="connsiteY7" fmla="*/ 74349 h 216229"/>
                <a:gd name="connsiteX8" fmla="*/ 30349 w 110886"/>
                <a:gd name="connsiteY8" fmla="*/ 74349 h 216229"/>
                <a:gd name="connsiteX9" fmla="*/ 30349 w 110886"/>
                <a:gd name="connsiteY9" fmla="*/ 169683 h 216229"/>
                <a:gd name="connsiteX10" fmla="*/ 76050 w 110886"/>
                <a:gd name="connsiteY10" fmla="*/ 216314 h 216229"/>
                <a:gd name="connsiteX11" fmla="*/ 111123 w 110886"/>
                <a:gd name="connsiteY11" fmla="*/ 169683 h 216229"/>
                <a:gd name="connsiteX12" fmla="*/ 111123 w 110886"/>
                <a:gd name="connsiteY12" fmla="*/ 149995 h 216229"/>
                <a:gd name="connsiteX13" fmla="*/ 102267 w 110886"/>
                <a:gd name="connsiteY13" fmla="*/ 149995 h 216229"/>
                <a:gd name="connsiteX14" fmla="*/ 102267 w 110886"/>
                <a:gd name="connsiteY14" fmla="*/ 168992 h 216229"/>
                <a:gd name="connsiteX15" fmla="*/ 78530 w 110886"/>
                <a:gd name="connsiteY15" fmla="*/ 207679 h 216229"/>
                <a:gd name="connsiteX16" fmla="*/ 54794 w 110886"/>
                <a:gd name="connsiteY16" fmla="*/ 170374 h 216229"/>
                <a:gd name="connsiteX17" fmla="*/ 54794 w 110886"/>
                <a:gd name="connsiteY17" fmla="*/ 74349 h 216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0886" h="216229">
                  <a:moveTo>
                    <a:pt x="54794" y="74349"/>
                  </a:moveTo>
                  <a:lnTo>
                    <a:pt x="105455" y="74349"/>
                  </a:lnTo>
                  <a:lnTo>
                    <a:pt x="105455" y="63641"/>
                  </a:lnTo>
                  <a:lnTo>
                    <a:pt x="54794" y="63641"/>
                  </a:lnTo>
                  <a:lnTo>
                    <a:pt x="54794" y="85"/>
                  </a:lnTo>
                  <a:lnTo>
                    <a:pt x="45937" y="85"/>
                  </a:lnTo>
                  <a:cubicBezTo>
                    <a:pt x="45583" y="28409"/>
                    <a:pt x="34955" y="65368"/>
                    <a:pt x="236" y="66750"/>
                  </a:cubicBezTo>
                  <a:lnTo>
                    <a:pt x="236" y="74349"/>
                  </a:lnTo>
                  <a:lnTo>
                    <a:pt x="30349" y="74349"/>
                  </a:lnTo>
                  <a:lnTo>
                    <a:pt x="30349" y="169683"/>
                  </a:lnTo>
                  <a:cubicBezTo>
                    <a:pt x="30349" y="212169"/>
                    <a:pt x="63297" y="216314"/>
                    <a:pt x="76050" y="216314"/>
                  </a:cubicBezTo>
                  <a:cubicBezTo>
                    <a:pt x="101204" y="216314"/>
                    <a:pt x="111123" y="191790"/>
                    <a:pt x="111123" y="169683"/>
                  </a:cubicBezTo>
                  <a:lnTo>
                    <a:pt x="111123" y="149995"/>
                  </a:lnTo>
                  <a:lnTo>
                    <a:pt x="102267" y="149995"/>
                  </a:lnTo>
                  <a:lnTo>
                    <a:pt x="102267" y="168992"/>
                  </a:lnTo>
                  <a:cubicBezTo>
                    <a:pt x="102267" y="194553"/>
                    <a:pt x="91638" y="207679"/>
                    <a:pt x="78530" y="207679"/>
                  </a:cubicBezTo>
                  <a:cubicBezTo>
                    <a:pt x="54794" y="207679"/>
                    <a:pt x="54794" y="176246"/>
                    <a:pt x="54794" y="170374"/>
                  </a:cubicBezTo>
                  <a:lnTo>
                    <a:pt x="54794" y="74349"/>
                  </a:ln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33C8267-3966-9AF5-4E7D-48F7403BA498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1098598" y="5321278"/>
              <a:ext cx="159776" cy="158545"/>
            </a:xfrm>
            <a:custGeom>
              <a:avLst/>
              <a:gdLst>
                <a:gd name="connsiteX0" fmla="*/ 103333 w 159776"/>
                <a:gd name="connsiteY0" fmla="*/ 128579 h 158545"/>
                <a:gd name="connsiteX1" fmla="*/ 130966 w 159776"/>
                <a:gd name="connsiteY1" fmla="*/ 156903 h 158545"/>
                <a:gd name="connsiteX2" fmla="*/ 160017 w 159776"/>
                <a:gd name="connsiteY2" fmla="*/ 124089 h 158545"/>
                <a:gd name="connsiteX3" fmla="*/ 160017 w 159776"/>
                <a:gd name="connsiteY3" fmla="*/ 104745 h 158545"/>
                <a:gd name="connsiteX4" fmla="*/ 151160 w 159776"/>
                <a:gd name="connsiteY4" fmla="*/ 104745 h 158545"/>
                <a:gd name="connsiteX5" fmla="*/ 151160 w 159776"/>
                <a:gd name="connsiteY5" fmla="*/ 124089 h 158545"/>
                <a:gd name="connsiteX6" fmla="*/ 138406 w 159776"/>
                <a:gd name="connsiteY6" fmla="*/ 146195 h 158545"/>
                <a:gd name="connsiteX7" fmla="*/ 125298 w 159776"/>
                <a:gd name="connsiteY7" fmla="*/ 128924 h 158545"/>
                <a:gd name="connsiteX8" fmla="*/ 125298 w 159776"/>
                <a:gd name="connsiteY8" fmla="*/ 59841 h 158545"/>
                <a:gd name="connsiteX9" fmla="*/ 112544 w 159776"/>
                <a:gd name="connsiteY9" fmla="*/ 19082 h 158545"/>
                <a:gd name="connsiteX10" fmla="*/ 64009 w 159776"/>
                <a:gd name="connsiteY10" fmla="*/ 85 h 158545"/>
                <a:gd name="connsiteX11" fmla="*/ 10514 w 159776"/>
                <a:gd name="connsiteY11" fmla="*/ 39117 h 158545"/>
                <a:gd name="connsiteX12" fmla="*/ 26811 w 159776"/>
                <a:gd name="connsiteY12" fmla="*/ 55351 h 158545"/>
                <a:gd name="connsiteX13" fmla="*/ 43107 w 159776"/>
                <a:gd name="connsiteY13" fmla="*/ 39462 h 158545"/>
                <a:gd name="connsiteX14" fmla="*/ 25039 w 159776"/>
                <a:gd name="connsiteY14" fmla="*/ 23573 h 158545"/>
                <a:gd name="connsiteX15" fmla="*/ 63301 w 159776"/>
                <a:gd name="connsiteY15" fmla="*/ 7684 h 158545"/>
                <a:gd name="connsiteX16" fmla="*/ 100853 w 159776"/>
                <a:gd name="connsiteY16" fmla="*/ 51897 h 158545"/>
                <a:gd name="connsiteX17" fmla="*/ 100853 w 159776"/>
                <a:gd name="connsiteY17" fmla="*/ 64677 h 158545"/>
                <a:gd name="connsiteX18" fmla="*/ 35667 w 159776"/>
                <a:gd name="connsiteY18" fmla="*/ 77112 h 158545"/>
                <a:gd name="connsiteX19" fmla="*/ 240 w 159776"/>
                <a:gd name="connsiteY19" fmla="*/ 122016 h 158545"/>
                <a:gd name="connsiteX20" fmla="*/ 56924 w 159776"/>
                <a:gd name="connsiteY20" fmla="*/ 158630 h 158545"/>
                <a:gd name="connsiteX21" fmla="*/ 103333 w 159776"/>
                <a:gd name="connsiteY21" fmla="*/ 128579 h 158545"/>
                <a:gd name="connsiteX22" fmla="*/ 100853 w 159776"/>
                <a:gd name="connsiteY22" fmla="*/ 71931 h 158545"/>
                <a:gd name="connsiteX23" fmla="*/ 100853 w 159776"/>
                <a:gd name="connsiteY23" fmla="*/ 106472 h 158545"/>
                <a:gd name="connsiteX24" fmla="*/ 59404 w 159776"/>
                <a:gd name="connsiteY24" fmla="*/ 151031 h 158545"/>
                <a:gd name="connsiteX25" fmla="*/ 27519 w 159776"/>
                <a:gd name="connsiteY25" fmla="*/ 121671 h 158545"/>
                <a:gd name="connsiteX26" fmla="*/ 100853 w 159776"/>
                <a:gd name="connsiteY26" fmla="*/ 71931 h 158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59776" h="158545">
                  <a:moveTo>
                    <a:pt x="103333" y="128579"/>
                  </a:moveTo>
                  <a:cubicBezTo>
                    <a:pt x="104750" y="142396"/>
                    <a:pt x="114316" y="156903"/>
                    <a:pt x="130966" y="156903"/>
                  </a:cubicBezTo>
                  <a:cubicBezTo>
                    <a:pt x="138406" y="156903"/>
                    <a:pt x="160017" y="152067"/>
                    <a:pt x="160017" y="124089"/>
                  </a:cubicBezTo>
                  <a:lnTo>
                    <a:pt x="160017" y="104745"/>
                  </a:lnTo>
                  <a:lnTo>
                    <a:pt x="151160" y="104745"/>
                  </a:lnTo>
                  <a:lnTo>
                    <a:pt x="151160" y="124089"/>
                  </a:lnTo>
                  <a:cubicBezTo>
                    <a:pt x="151160" y="144123"/>
                    <a:pt x="142303" y="146195"/>
                    <a:pt x="138406" y="146195"/>
                  </a:cubicBezTo>
                  <a:cubicBezTo>
                    <a:pt x="126715" y="146195"/>
                    <a:pt x="125298" y="130651"/>
                    <a:pt x="125298" y="128924"/>
                  </a:cubicBezTo>
                  <a:lnTo>
                    <a:pt x="125298" y="59841"/>
                  </a:lnTo>
                  <a:cubicBezTo>
                    <a:pt x="125298" y="45334"/>
                    <a:pt x="125298" y="31863"/>
                    <a:pt x="112544" y="19082"/>
                  </a:cubicBezTo>
                  <a:cubicBezTo>
                    <a:pt x="98728" y="5611"/>
                    <a:pt x="81014" y="85"/>
                    <a:pt x="64009" y="85"/>
                  </a:cubicBezTo>
                  <a:cubicBezTo>
                    <a:pt x="34959" y="85"/>
                    <a:pt x="10514" y="16319"/>
                    <a:pt x="10514" y="39117"/>
                  </a:cubicBezTo>
                  <a:cubicBezTo>
                    <a:pt x="10514" y="49479"/>
                    <a:pt x="17600" y="55351"/>
                    <a:pt x="26811" y="55351"/>
                  </a:cubicBezTo>
                  <a:cubicBezTo>
                    <a:pt x="36730" y="55351"/>
                    <a:pt x="43107" y="48443"/>
                    <a:pt x="43107" y="39462"/>
                  </a:cubicBezTo>
                  <a:cubicBezTo>
                    <a:pt x="43107" y="35317"/>
                    <a:pt x="41336" y="23918"/>
                    <a:pt x="25039" y="23573"/>
                  </a:cubicBezTo>
                  <a:cubicBezTo>
                    <a:pt x="34605" y="11483"/>
                    <a:pt x="51964" y="7684"/>
                    <a:pt x="63301" y="7684"/>
                  </a:cubicBezTo>
                  <a:cubicBezTo>
                    <a:pt x="80660" y="7684"/>
                    <a:pt x="100853" y="21155"/>
                    <a:pt x="100853" y="51897"/>
                  </a:cubicBezTo>
                  <a:lnTo>
                    <a:pt x="100853" y="64677"/>
                  </a:lnTo>
                  <a:cubicBezTo>
                    <a:pt x="82786" y="65713"/>
                    <a:pt x="57987" y="66750"/>
                    <a:pt x="35667" y="77112"/>
                  </a:cubicBezTo>
                  <a:cubicBezTo>
                    <a:pt x="9097" y="88856"/>
                    <a:pt x="240" y="106818"/>
                    <a:pt x="240" y="122016"/>
                  </a:cubicBezTo>
                  <a:cubicBezTo>
                    <a:pt x="240" y="149995"/>
                    <a:pt x="34605" y="158630"/>
                    <a:pt x="56924" y="158630"/>
                  </a:cubicBezTo>
                  <a:cubicBezTo>
                    <a:pt x="80306" y="158630"/>
                    <a:pt x="96602" y="144813"/>
                    <a:pt x="103333" y="128579"/>
                  </a:cubicBezTo>
                  <a:close/>
                  <a:moveTo>
                    <a:pt x="100853" y="71931"/>
                  </a:moveTo>
                  <a:lnTo>
                    <a:pt x="100853" y="106472"/>
                  </a:lnTo>
                  <a:cubicBezTo>
                    <a:pt x="100853" y="139287"/>
                    <a:pt x="75346" y="151031"/>
                    <a:pt x="59404" y="151031"/>
                  </a:cubicBezTo>
                  <a:cubicBezTo>
                    <a:pt x="42044" y="151031"/>
                    <a:pt x="27519" y="138941"/>
                    <a:pt x="27519" y="121671"/>
                  </a:cubicBezTo>
                  <a:cubicBezTo>
                    <a:pt x="27519" y="102673"/>
                    <a:pt x="42399" y="74003"/>
                    <a:pt x="100853" y="71931"/>
                  </a:cubicBez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08F96E49-AE20-FD3F-6AA9-7D93AB7D03DB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1272192" y="5323350"/>
              <a:ext cx="178198" cy="152673"/>
            </a:xfrm>
            <a:custGeom>
              <a:avLst/>
              <a:gdLst>
                <a:gd name="connsiteX0" fmla="*/ 27878 w 178198"/>
                <a:gd name="connsiteY0" fmla="*/ 33935 h 152673"/>
                <a:gd name="connsiteX1" fmla="*/ 27878 w 178198"/>
                <a:gd name="connsiteY1" fmla="*/ 126506 h 152673"/>
                <a:gd name="connsiteX2" fmla="*/ 245 w 178198"/>
                <a:gd name="connsiteY2" fmla="*/ 142050 h 152673"/>
                <a:gd name="connsiteX3" fmla="*/ 245 w 178198"/>
                <a:gd name="connsiteY3" fmla="*/ 152758 h 152673"/>
                <a:gd name="connsiteX4" fmla="*/ 40278 w 178198"/>
                <a:gd name="connsiteY4" fmla="*/ 151722 h 152673"/>
                <a:gd name="connsiteX5" fmla="*/ 79956 w 178198"/>
                <a:gd name="connsiteY5" fmla="*/ 152758 h 152673"/>
                <a:gd name="connsiteX6" fmla="*/ 79956 w 178198"/>
                <a:gd name="connsiteY6" fmla="*/ 142050 h 152673"/>
                <a:gd name="connsiteX7" fmla="*/ 52323 w 178198"/>
                <a:gd name="connsiteY7" fmla="*/ 126506 h 152673"/>
                <a:gd name="connsiteX8" fmla="*/ 52323 w 178198"/>
                <a:gd name="connsiteY8" fmla="*/ 62950 h 152673"/>
                <a:gd name="connsiteX9" fmla="*/ 100150 w 178198"/>
                <a:gd name="connsiteY9" fmla="*/ 7684 h 152673"/>
                <a:gd name="connsiteX10" fmla="*/ 126366 w 178198"/>
                <a:gd name="connsiteY10" fmla="*/ 46025 h 152673"/>
                <a:gd name="connsiteX11" fmla="*/ 126366 w 178198"/>
                <a:gd name="connsiteY11" fmla="*/ 126506 h 152673"/>
                <a:gd name="connsiteX12" fmla="*/ 98733 w 178198"/>
                <a:gd name="connsiteY12" fmla="*/ 142050 h 152673"/>
                <a:gd name="connsiteX13" fmla="*/ 98733 w 178198"/>
                <a:gd name="connsiteY13" fmla="*/ 152758 h 152673"/>
                <a:gd name="connsiteX14" fmla="*/ 138765 w 178198"/>
                <a:gd name="connsiteY14" fmla="*/ 151722 h 152673"/>
                <a:gd name="connsiteX15" fmla="*/ 178444 w 178198"/>
                <a:gd name="connsiteY15" fmla="*/ 152758 h 152673"/>
                <a:gd name="connsiteX16" fmla="*/ 178444 w 178198"/>
                <a:gd name="connsiteY16" fmla="*/ 142050 h 152673"/>
                <a:gd name="connsiteX17" fmla="*/ 150811 w 178198"/>
                <a:gd name="connsiteY17" fmla="*/ 131688 h 152673"/>
                <a:gd name="connsiteX18" fmla="*/ 150811 w 178198"/>
                <a:gd name="connsiteY18" fmla="*/ 65713 h 152673"/>
                <a:gd name="connsiteX19" fmla="*/ 139828 w 178198"/>
                <a:gd name="connsiteY19" fmla="*/ 12865 h 152673"/>
                <a:gd name="connsiteX20" fmla="*/ 102630 w 178198"/>
                <a:gd name="connsiteY20" fmla="*/ 85 h 152673"/>
                <a:gd name="connsiteX21" fmla="*/ 50198 w 178198"/>
                <a:gd name="connsiteY21" fmla="*/ 36353 h 152673"/>
                <a:gd name="connsiteX22" fmla="*/ 50198 w 178198"/>
                <a:gd name="connsiteY22" fmla="*/ 85 h 152673"/>
                <a:gd name="connsiteX23" fmla="*/ 245 w 178198"/>
                <a:gd name="connsiteY23" fmla="*/ 3884 h 152673"/>
                <a:gd name="connsiteX24" fmla="*/ 245 w 178198"/>
                <a:gd name="connsiteY24" fmla="*/ 14592 h 152673"/>
                <a:gd name="connsiteX25" fmla="*/ 27878 w 178198"/>
                <a:gd name="connsiteY25" fmla="*/ 33935 h 152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8198" h="152673">
                  <a:moveTo>
                    <a:pt x="27878" y="33935"/>
                  </a:moveTo>
                  <a:lnTo>
                    <a:pt x="27878" y="126506"/>
                  </a:lnTo>
                  <a:cubicBezTo>
                    <a:pt x="27878" y="142050"/>
                    <a:pt x="23981" y="142050"/>
                    <a:pt x="245" y="142050"/>
                  </a:cubicBezTo>
                  <a:lnTo>
                    <a:pt x="245" y="152758"/>
                  </a:lnTo>
                  <a:cubicBezTo>
                    <a:pt x="12645" y="152413"/>
                    <a:pt x="30713" y="151722"/>
                    <a:pt x="40278" y="151722"/>
                  </a:cubicBezTo>
                  <a:cubicBezTo>
                    <a:pt x="49489" y="151722"/>
                    <a:pt x="67911" y="152413"/>
                    <a:pt x="79956" y="152758"/>
                  </a:cubicBezTo>
                  <a:lnTo>
                    <a:pt x="79956" y="142050"/>
                  </a:lnTo>
                  <a:cubicBezTo>
                    <a:pt x="56220" y="142050"/>
                    <a:pt x="52323" y="142050"/>
                    <a:pt x="52323" y="126506"/>
                  </a:cubicBezTo>
                  <a:lnTo>
                    <a:pt x="52323" y="62950"/>
                  </a:lnTo>
                  <a:cubicBezTo>
                    <a:pt x="52323" y="27027"/>
                    <a:pt x="77476" y="7684"/>
                    <a:pt x="100150" y="7684"/>
                  </a:cubicBezTo>
                  <a:cubicBezTo>
                    <a:pt x="122469" y="7684"/>
                    <a:pt x="126366" y="26336"/>
                    <a:pt x="126366" y="46025"/>
                  </a:cubicBezTo>
                  <a:lnTo>
                    <a:pt x="126366" y="126506"/>
                  </a:lnTo>
                  <a:cubicBezTo>
                    <a:pt x="126366" y="142050"/>
                    <a:pt x="122469" y="142050"/>
                    <a:pt x="98733" y="142050"/>
                  </a:cubicBezTo>
                  <a:lnTo>
                    <a:pt x="98733" y="152758"/>
                  </a:lnTo>
                  <a:cubicBezTo>
                    <a:pt x="111132" y="152413"/>
                    <a:pt x="129200" y="151722"/>
                    <a:pt x="138765" y="151722"/>
                  </a:cubicBezTo>
                  <a:cubicBezTo>
                    <a:pt x="147976" y="151722"/>
                    <a:pt x="166399" y="152413"/>
                    <a:pt x="178444" y="152758"/>
                  </a:cubicBezTo>
                  <a:lnTo>
                    <a:pt x="178444" y="142050"/>
                  </a:lnTo>
                  <a:cubicBezTo>
                    <a:pt x="160022" y="142050"/>
                    <a:pt x="151165" y="142050"/>
                    <a:pt x="150811" y="131688"/>
                  </a:cubicBezTo>
                  <a:lnTo>
                    <a:pt x="150811" y="65713"/>
                  </a:lnTo>
                  <a:cubicBezTo>
                    <a:pt x="150811" y="36008"/>
                    <a:pt x="150811" y="25300"/>
                    <a:pt x="139828" y="12865"/>
                  </a:cubicBezTo>
                  <a:cubicBezTo>
                    <a:pt x="134868" y="6993"/>
                    <a:pt x="123177" y="85"/>
                    <a:pt x="102630" y="85"/>
                  </a:cubicBezTo>
                  <a:cubicBezTo>
                    <a:pt x="76768" y="85"/>
                    <a:pt x="60117" y="14938"/>
                    <a:pt x="50198" y="36353"/>
                  </a:cubicBezTo>
                  <a:lnTo>
                    <a:pt x="50198" y="85"/>
                  </a:lnTo>
                  <a:lnTo>
                    <a:pt x="245" y="3884"/>
                  </a:lnTo>
                  <a:lnTo>
                    <a:pt x="245" y="14592"/>
                  </a:lnTo>
                  <a:cubicBezTo>
                    <a:pt x="25044" y="14592"/>
                    <a:pt x="27878" y="17010"/>
                    <a:pt x="27878" y="33935"/>
                  </a:cubicBez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8C1FF511-319C-5F6F-3C4E-9D6636363B49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1469010" y="5236306"/>
              <a:ext cx="178198" cy="239717"/>
            </a:xfrm>
            <a:custGeom>
              <a:avLst/>
              <a:gdLst>
                <a:gd name="connsiteX0" fmla="*/ 27884 w 178198"/>
                <a:gd name="connsiteY0" fmla="*/ 213551 h 239717"/>
                <a:gd name="connsiteX1" fmla="*/ 251 w 178198"/>
                <a:gd name="connsiteY1" fmla="*/ 229095 h 239717"/>
                <a:gd name="connsiteX2" fmla="*/ 251 w 178198"/>
                <a:gd name="connsiteY2" fmla="*/ 239802 h 239717"/>
                <a:gd name="connsiteX3" fmla="*/ 40283 w 178198"/>
                <a:gd name="connsiteY3" fmla="*/ 238766 h 239717"/>
                <a:gd name="connsiteX4" fmla="*/ 79962 w 178198"/>
                <a:gd name="connsiteY4" fmla="*/ 239802 h 239717"/>
                <a:gd name="connsiteX5" fmla="*/ 79962 w 178198"/>
                <a:gd name="connsiteY5" fmla="*/ 229095 h 239717"/>
                <a:gd name="connsiteX6" fmla="*/ 52329 w 178198"/>
                <a:gd name="connsiteY6" fmla="*/ 213551 h 239717"/>
                <a:gd name="connsiteX7" fmla="*/ 52329 w 178198"/>
                <a:gd name="connsiteY7" fmla="*/ 149995 h 239717"/>
                <a:gd name="connsiteX8" fmla="*/ 100155 w 178198"/>
                <a:gd name="connsiteY8" fmla="*/ 94728 h 239717"/>
                <a:gd name="connsiteX9" fmla="*/ 126371 w 178198"/>
                <a:gd name="connsiteY9" fmla="*/ 133069 h 239717"/>
                <a:gd name="connsiteX10" fmla="*/ 126371 w 178198"/>
                <a:gd name="connsiteY10" fmla="*/ 213551 h 239717"/>
                <a:gd name="connsiteX11" fmla="*/ 98738 w 178198"/>
                <a:gd name="connsiteY11" fmla="*/ 229095 h 239717"/>
                <a:gd name="connsiteX12" fmla="*/ 98738 w 178198"/>
                <a:gd name="connsiteY12" fmla="*/ 239802 h 239717"/>
                <a:gd name="connsiteX13" fmla="*/ 138771 w 178198"/>
                <a:gd name="connsiteY13" fmla="*/ 238766 h 239717"/>
                <a:gd name="connsiteX14" fmla="*/ 178449 w 178198"/>
                <a:gd name="connsiteY14" fmla="*/ 239802 h 239717"/>
                <a:gd name="connsiteX15" fmla="*/ 178449 w 178198"/>
                <a:gd name="connsiteY15" fmla="*/ 229095 h 239717"/>
                <a:gd name="connsiteX16" fmla="*/ 150816 w 178198"/>
                <a:gd name="connsiteY16" fmla="*/ 218732 h 239717"/>
                <a:gd name="connsiteX17" fmla="*/ 150816 w 178198"/>
                <a:gd name="connsiteY17" fmla="*/ 152758 h 239717"/>
                <a:gd name="connsiteX18" fmla="*/ 139834 w 178198"/>
                <a:gd name="connsiteY18" fmla="*/ 99910 h 239717"/>
                <a:gd name="connsiteX19" fmla="*/ 102635 w 178198"/>
                <a:gd name="connsiteY19" fmla="*/ 87129 h 239717"/>
                <a:gd name="connsiteX20" fmla="*/ 51266 w 178198"/>
                <a:gd name="connsiteY20" fmla="*/ 120980 h 239717"/>
                <a:gd name="connsiteX21" fmla="*/ 51266 w 178198"/>
                <a:gd name="connsiteY21" fmla="*/ 85 h 239717"/>
                <a:gd name="connsiteX22" fmla="*/ 251 w 178198"/>
                <a:gd name="connsiteY22" fmla="*/ 3884 h 239717"/>
                <a:gd name="connsiteX23" fmla="*/ 251 w 178198"/>
                <a:gd name="connsiteY23" fmla="*/ 14592 h 239717"/>
                <a:gd name="connsiteX24" fmla="*/ 27884 w 178198"/>
                <a:gd name="connsiteY24" fmla="*/ 33935 h 239717"/>
                <a:gd name="connsiteX25" fmla="*/ 27884 w 178198"/>
                <a:gd name="connsiteY25" fmla="*/ 213551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8198" h="239717">
                  <a:moveTo>
                    <a:pt x="27884" y="213551"/>
                  </a:moveTo>
                  <a:cubicBezTo>
                    <a:pt x="27884" y="229095"/>
                    <a:pt x="23987" y="229095"/>
                    <a:pt x="251" y="229095"/>
                  </a:cubicBezTo>
                  <a:lnTo>
                    <a:pt x="251" y="239802"/>
                  </a:lnTo>
                  <a:cubicBezTo>
                    <a:pt x="12650" y="239457"/>
                    <a:pt x="30718" y="238766"/>
                    <a:pt x="40283" y="238766"/>
                  </a:cubicBezTo>
                  <a:cubicBezTo>
                    <a:pt x="49495" y="238766"/>
                    <a:pt x="67917" y="239457"/>
                    <a:pt x="79962" y="239802"/>
                  </a:cubicBezTo>
                  <a:lnTo>
                    <a:pt x="79962" y="229095"/>
                  </a:lnTo>
                  <a:cubicBezTo>
                    <a:pt x="56226" y="229095"/>
                    <a:pt x="52329" y="229095"/>
                    <a:pt x="52329" y="213551"/>
                  </a:cubicBezTo>
                  <a:lnTo>
                    <a:pt x="52329" y="149995"/>
                  </a:lnTo>
                  <a:cubicBezTo>
                    <a:pt x="52329" y="114072"/>
                    <a:pt x="77482" y="94728"/>
                    <a:pt x="100155" y="94728"/>
                  </a:cubicBezTo>
                  <a:cubicBezTo>
                    <a:pt x="122474" y="94728"/>
                    <a:pt x="126371" y="113381"/>
                    <a:pt x="126371" y="133069"/>
                  </a:cubicBezTo>
                  <a:lnTo>
                    <a:pt x="126371" y="213551"/>
                  </a:lnTo>
                  <a:cubicBezTo>
                    <a:pt x="126371" y="229095"/>
                    <a:pt x="122474" y="229095"/>
                    <a:pt x="98738" y="229095"/>
                  </a:cubicBezTo>
                  <a:lnTo>
                    <a:pt x="98738" y="239802"/>
                  </a:lnTo>
                  <a:cubicBezTo>
                    <a:pt x="111138" y="239457"/>
                    <a:pt x="129206" y="238766"/>
                    <a:pt x="138771" y="238766"/>
                  </a:cubicBezTo>
                  <a:cubicBezTo>
                    <a:pt x="147982" y="238766"/>
                    <a:pt x="166404" y="239457"/>
                    <a:pt x="178449" y="239802"/>
                  </a:cubicBezTo>
                  <a:lnTo>
                    <a:pt x="178449" y="229095"/>
                  </a:lnTo>
                  <a:cubicBezTo>
                    <a:pt x="160027" y="229095"/>
                    <a:pt x="151170" y="229095"/>
                    <a:pt x="150816" y="218732"/>
                  </a:cubicBezTo>
                  <a:lnTo>
                    <a:pt x="150816" y="152758"/>
                  </a:lnTo>
                  <a:cubicBezTo>
                    <a:pt x="150816" y="123052"/>
                    <a:pt x="150816" y="112344"/>
                    <a:pt x="139834" y="99910"/>
                  </a:cubicBezTo>
                  <a:cubicBezTo>
                    <a:pt x="134874" y="94037"/>
                    <a:pt x="123183" y="87129"/>
                    <a:pt x="102635" y="87129"/>
                  </a:cubicBezTo>
                  <a:cubicBezTo>
                    <a:pt x="72876" y="87129"/>
                    <a:pt x="57289" y="107854"/>
                    <a:pt x="51266" y="120980"/>
                  </a:cubicBezTo>
                  <a:lnTo>
                    <a:pt x="51266" y="85"/>
                  </a:lnTo>
                  <a:lnTo>
                    <a:pt x="251" y="3884"/>
                  </a:lnTo>
                  <a:lnTo>
                    <a:pt x="251" y="14592"/>
                  </a:lnTo>
                  <a:cubicBezTo>
                    <a:pt x="25050" y="14592"/>
                    <a:pt x="27884" y="17010"/>
                    <a:pt x="27884" y="33935"/>
                  </a:cubicBezTo>
                  <a:lnTo>
                    <a:pt x="27884" y="213551"/>
                  </a:ln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44C017A9-0270-1A43-EB70-539DC7FBAB0E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1689564" y="5216962"/>
              <a:ext cx="82190" cy="345414"/>
            </a:xfrm>
            <a:custGeom>
              <a:avLst/>
              <a:gdLst>
                <a:gd name="connsiteX0" fmla="*/ 82447 w 82190"/>
                <a:gd name="connsiteY0" fmla="*/ 342045 h 345414"/>
                <a:gd name="connsiteX1" fmla="*/ 76425 w 82190"/>
                <a:gd name="connsiteY1" fmla="*/ 334446 h 345414"/>
                <a:gd name="connsiteX2" fmla="*/ 20804 w 82190"/>
                <a:gd name="connsiteY2" fmla="*/ 172792 h 345414"/>
                <a:gd name="connsiteX3" fmla="*/ 77842 w 82190"/>
                <a:gd name="connsiteY3" fmla="*/ 9411 h 345414"/>
                <a:gd name="connsiteX4" fmla="*/ 82447 w 82190"/>
                <a:gd name="connsiteY4" fmla="*/ 3539 h 345414"/>
                <a:gd name="connsiteX5" fmla="*/ 78905 w 82190"/>
                <a:gd name="connsiteY5" fmla="*/ 85 h 345414"/>
                <a:gd name="connsiteX6" fmla="*/ 22575 w 82190"/>
                <a:gd name="connsiteY6" fmla="*/ 67441 h 345414"/>
                <a:gd name="connsiteX7" fmla="*/ 256 w 82190"/>
                <a:gd name="connsiteY7" fmla="*/ 172792 h 345414"/>
                <a:gd name="connsiteX8" fmla="*/ 23638 w 82190"/>
                <a:gd name="connsiteY8" fmla="*/ 280561 h 345414"/>
                <a:gd name="connsiteX9" fmla="*/ 78905 w 82190"/>
                <a:gd name="connsiteY9" fmla="*/ 345499 h 345414"/>
                <a:gd name="connsiteX10" fmla="*/ 82447 w 82190"/>
                <a:gd name="connsiteY10" fmla="*/ 34204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0" h="345414">
                  <a:moveTo>
                    <a:pt x="82447" y="342045"/>
                  </a:moveTo>
                  <a:cubicBezTo>
                    <a:pt x="82447" y="341009"/>
                    <a:pt x="82447" y="340318"/>
                    <a:pt x="76425" y="334446"/>
                  </a:cubicBezTo>
                  <a:cubicBezTo>
                    <a:pt x="32141" y="290924"/>
                    <a:pt x="20804" y="225640"/>
                    <a:pt x="20804" y="172792"/>
                  </a:cubicBezTo>
                  <a:cubicBezTo>
                    <a:pt x="20804" y="112690"/>
                    <a:pt x="34266" y="52588"/>
                    <a:pt x="77842" y="9411"/>
                  </a:cubicBezTo>
                  <a:cubicBezTo>
                    <a:pt x="82447" y="5266"/>
                    <a:pt x="82447" y="4575"/>
                    <a:pt x="82447" y="3539"/>
                  </a:cubicBezTo>
                  <a:cubicBezTo>
                    <a:pt x="82447" y="1121"/>
                    <a:pt x="81030" y="85"/>
                    <a:pt x="78905" y="85"/>
                  </a:cubicBezTo>
                  <a:cubicBezTo>
                    <a:pt x="75362" y="85"/>
                    <a:pt x="43477" y="23573"/>
                    <a:pt x="22575" y="67441"/>
                  </a:cubicBezTo>
                  <a:cubicBezTo>
                    <a:pt x="4508" y="105436"/>
                    <a:pt x="256" y="143777"/>
                    <a:pt x="256" y="172792"/>
                  </a:cubicBezTo>
                  <a:cubicBezTo>
                    <a:pt x="256" y="199734"/>
                    <a:pt x="4153" y="241530"/>
                    <a:pt x="23638" y="280561"/>
                  </a:cubicBezTo>
                  <a:cubicBezTo>
                    <a:pt x="44895" y="323047"/>
                    <a:pt x="75362" y="345499"/>
                    <a:pt x="78905" y="345499"/>
                  </a:cubicBezTo>
                  <a:cubicBezTo>
                    <a:pt x="81030" y="345499"/>
                    <a:pt x="82447" y="344463"/>
                    <a:pt x="82447" y="342045"/>
                  </a:cubicBez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77A0A24A-DD62-FCDF-E599-A74152E48E7F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1805726" y="5319551"/>
              <a:ext cx="155879" cy="158545"/>
            </a:xfrm>
            <a:custGeom>
              <a:avLst/>
              <a:gdLst>
                <a:gd name="connsiteX0" fmla="*/ 114336 w 155879"/>
                <a:gd name="connsiteY0" fmla="*/ 15974 h 158545"/>
                <a:gd name="connsiteX1" fmla="*/ 107250 w 155879"/>
                <a:gd name="connsiteY1" fmla="*/ 31863 h 158545"/>
                <a:gd name="connsiteX2" fmla="*/ 129215 w 155879"/>
                <a:gd name="connsiteY2" fmla="*/ 53624 h 158545"/>
                <a:gd name="connsiteX3" fmla="*/ 151534 w 155879"/>
                <a:gd name="connsiteY3" fmla="*/ 31863 h 158545"/>
                <a:gd name="connsiteX4" fmla="*/ 89891 w 155879"/>
                <a:gd name="connsiteY4" fmla="*/ 85 h 158545"/>
                <a:gd name="connsiteX5" fmla="*/ 260 w 155879"/>
                <a:gd name="connsiteY5" fmla="*/ 79875 h 158545"/>
                <a:gd name="connsiteX6" fmla="*/ 88120 w 155879"/>
                <a:gd name="connsiteY6" fmla="*/ 158630 h 158545"/>
                <a:gd name="connsiteX7" fmla="*/ 156140 w 155879"/>
                <a:gd name="connsiteY7" fmla="*/ 116144 h 158545"/>
                <a:gd name="connsiteX8" fmla="*/ 147637 w 155879"/>
                <a:gd name="connsiteY8" fmla="*/ 111308 h 158545"/>
                <a:gd name="connsiteX9" fmla="*/ 139135 w 155879"/>
                <a:gd name="connsiteY9" fmla="*/ 116489 h 158545"/>
                <a:gd name="connsiteX10" fmla="*/ 94851 w 155879"/>
                <a:gd name="connsiteY10" fmla="*/ 144813 h 158545"/>
                <a:gd name="connsiteX11" fmla="*/ 45607 w 155879"/>
                <a:gd name="connsiteY11" fmla="*/ 78148 h 158545"/>
                <a:gd name="connsiteX12" fmla="*/ 91308 w 155879"/>
                <a:gd name="connsiteY12" fmla="*/ 13901 h 158545"/>
                <a:gd name="connsiteX13" fmla="*/ 114336 w 155879"/>
                <a:gd name="connsiteY13" fmla="*/ 15974 h 158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5879" h="158545">
                  <a:moveTo>
                    <a:pt x="114336" y="15974"/>
                  </a:moveTo>
                  <a:cubicBezTo>
                    <a:pt x="107959" y="21500"/>
                    <a:pt x="107250" y="28754"/>
                    <a:pt x="107250" y="31863"/>
                  </a:cubicBezTo>
                  <a:cubicBezTo>
                    <a:pt x="107250" y="47061"/>
                    <a:pt x="119650" y="53624"/>
                    <a:pt x="129215" y="53624"/>
                  </a:cubicBezTo>
                  <a:cubicBezTo>
                    <a:pt x="140197" y="53624"/>
                    <a:pt x="151534" y="46370"/>
                    <a:pt x="151534" y="31863"/>
                  </a:cubicBezTo>
                  <a:cubicBezTo>
                    <a:pt x="151534" y="2157"/>
                    <a:pt x="110439" y="85"/>
                    <a:pt x="89891" y="85"/>
                  </a:cubicBezTo>
                  <a:cubicBezTo>
                    <a:pt x="26476" y="85"/>
                    <a:pt x="260" y="39807"/>
                    <a:pt x="260" y="79875"/>
                  </a:cubicBezTo>
                  <a:cubicBezTo>
                    <a:pt x="260" y="125816"/>
                    <a:pt x="33562" y="158630"/>
                    <a:pt x="88120" y="158630"/>
                  </a:cubicBezTo>
                  <a:cubicBezTo>
                    <a:pt x="145512" y="158630"/>
                    <a:pt x="156140" y="118562"/>
                    <a:pt x="156140" y="116144"/>
                  </a:cubicBezTo>
                  <a:cubicBezTo>
                    <a:pt x="156140" y="111308"/>
                    <a:pt x="151180" y="111308"/>
                    <a:pt x="147637" y="111308"/>
                  </a:cubicBezTo>
                  <a:cubicBezTo>
                    <a:pt x="141260" y="111308"/>
                    <a:pt x="140906" y="111999"/>
                    <a:pt x="139135" y="116489"/>
                  </a:cubicBezTo>
                  <a:cubicBezTo>
                    <a:pt x="129924" y="138251"/>
                    <a:pt x="112919" y="144813"/>
                    <a:pt x="94851" y="144813"/>
                  </a:cubicBezTo>
                  <a:cubicBezTo>
                    <a:pt x="45607" y="144813"/>
                    <a:pt x="45607" y="94037"/>
                    <a:pt x="45607" y="78148"/>
                  </a:cubicBezTo>
                  <a:cubicBezTo>
                    <a:pt x="45607" y="58805"/>
                    <a:pt x="45607" y="13901"/>
                    <a:pt x="91308" y="13901"/>
                  </a:cubicBezTo>
                  <a:cubicBezTo>
                    <a:pt x="103707" y="13901"/>
                    <a:pt x="109730" y="14938"/>
                    <a:pt x="114336" y="15974"/>
                  </a:cubicBez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01223929-08AB-F22E-0318-BF97BE1AE9F1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1983750" y="5376716"/>
              <a:ext cx="83820" cy="153536"/>
            </a:xfrm>
            <a:custGeom>
              <a:avLst/>
              <a:gdLst>
                <a:gd name="connsiteX0" fmla="*/ 50855 w 83820"/>
                <a:gd name="connsiteY0" fmla="*/ 55698 h 153536"/>
                <a:gd name="connsiteX1" fmla="*/ 76150 w 83820"/>
                <a:gd name="connsiteY1" fmla="*/ 55698 h 153536"/>
                <a:gd name="connsiteX2" fmla="*/ 84086 w 83820"/>
                <a:gd name="connsiteY2" fmla="*/ 50379 h 153536"/>
                <a:gd name="connsiteX3" fmla="*/ 76646 w 83820"/>
                <a:gd name="connsiteY3" fmla="*/ 46993 h 153536"/>
                <a:gd name="connsiteX4" fmla="*/ 53087 w 83820"/>
                <a:gd name="connsiteY4" fmla="*/ 46993 h 153536"/>
                <a:gd name="connsiteX5" fmla="*/ 62263 w 83820"/>
                <a:gd name="connsiteY5" fmla="*/ 11209 h 153536"/>
                <a:gd name="connsiteX6" fmla="*/ 63007 w 83820"/>
                <a:gd name="connsiteY6" fmla="*/ 7823 h 153536"/>
                <a:gd name="connsiteX7" fmla="*/ 54575 w 83820"/>
                <a:gd name="connsiteY7" fmla="*/ 86 h 153536"/>
                <a:gd name="connsiteX8" fmla="*/ 42920 w 83820"/>
                <a:gd name="connsiteY8" fmla="*/ 10483 h 153536"/>
                <a:gd name="connsiteX9" fmla="*/ 33496 w 83820"/>
                <a:gd name="connsiteY9" fmla="*/ 46993 h 153536"/>
                <a:gd name="connsiteX10" fmla="*/ 8201 w 83820"/>
                <a:gd name="connsiteY10" fmla="*/ 46993 h 153536"/>
                <a:gd name="connsiteX11" fmla="*/ 265 w 83820"/>
                <a:gd name="connsiteY11" fmla="*/ 52313 h 153536"/>
                <a:gd name="connsiteX12" fmla="*/ 7705 w 83820"/>
                <a:gd name="connsiteY12" fmla="*/ 55698 h 153536"/>
                <a:gd name="connsiteX13" fmla="*/ 31264 w 83820"/>
                <a:gd name="connsiteY13" fmla="*/ 55698 h 153536"/>
                <a:gd name="connsiteX14" fmla="*/ 16633 w 83820"/>
                <a:gd name="connsiteY14" fmla="*/ 112760 h 153536"/>
                <a:gd name="connsiteX15" fmla="*/ 12913 w 83820"/>
                <a:gd name="connsiteY15" fmla="*/ 130653 h 153536"/>
                <a:gd name="connsiteX16" fmla="*/ 39448 w 83820"/>
                <a:gd name="connsiteY16" fmla="*/ 153623 h 153536"/>
                <a:gd name="connsiteX17" fmla="*/ 82598 w 83820"/>
                <a:gd name="connsiteY17" fmla="*/ 116629 h 153536"/>
                <a:gd name="connsiteX18" fmla="*/ 78630 w 83820"/>
                <a:gd name="connsiteY18" fmla="*/ 113486 h 153536"/>
                <a:gd name="connsiteX19" fmla="*/ 73422 w 83820"/>
                <a:gd name="connsiteY19" fmla="*/ 118080 h 153536"/>
                <a:gd name="connsiteX20" fmla="*/ 40192 w 83820"/>
                <a:gd name="connsiteY20" fmla="*/ 146853 h 153536"/>
                <a:gd name="connsiteX21" fmla="*/ 31512 w 83820"/>
                <a:gd name="connsiteY21" fmla="*/ 135005 h 153536"/>
                <a:gd name="connsiteX22" fmla="*/ 33000 w 83820"/>
                <a:gd name="connsiteY22" fmla="*/ 125092 h 153536"/>
                <a:gd name="connsiteX23" fmla="*/ 50855 w 8382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820" h="153536">
                  <a:moveTo>
                    <a:pt x="50855" y="55698"/>
                  </a:moveTo>
                  <a:lnTo>
                    <a:pt x="76150" y="55698"/>
                  </a:lnTo>
                  <a:cubicBezTo>
                    <a:pt x="80862" y="55698"/>
                    <a:pt x="84086" y="55698"/>
                    <a:pt x="84086" y="50379"/>
                  </a:cubicBezTo>
                  <a:cubicBezTo>
                    <a:pt x="84086" y="46993"/>
                    <a:pt x="80862" y="46993"/>
                    <a:pt x="76646" y="46993"/>
                  </a:cubicBezTo>
                  <a:lnTo>
                    <a:pt x="53087" y="46993"/>
                  </a:lnTo>
                  <a:lnTo>
                    <a:pt x="62263" y="11209"/>
                  </a:lnTo>
                  <a:cubicBezTo>
                    <a:pt x="62511" y="10000"/>
                    <a:pt x="63007" y="8791"/>
                    <a:pt x="63007" y="7823"/>
                  </a:cubicBezTo>
                  <a:cubicBezTo>
                    <a:pt x="63007" y="3471"/>
                    <a:pt x="59535" y="86"/>
                    <a:pt x="54575" y="86"/>
                  </a:cubicBezTo>
                  <a:cubicBezTo>
                    <a:pt x="48375" y="86"/>
                    <a:pt x="44655" y="4197"/>
                    <a:pt x="42920" y="10483"/>
                  </a:cubicBezTo>
                  <a:cubicBezTo>
                    <a:pt x="41184" y="16528"/>
                    <a:pt x="44408" y="4922"/>
                    <a:pt x="33496" y="46993"/>
                  </a:cubicBezTo>
                  <a:lnTo>
                    <a:pt x="8201" y="46993"/>
                  </a:lnTo>
                  <a:cubicBezTo>
                    <a:pt x="3489" y="46993"/>
                    <a:pt x="265" y="46993"/>
                    <a:pt x="265" y="52313"/>
                  </a:cubicBezTo>
                  <a:cubicBezTo>
                    <a:pt x="265" y="55698"/>
                    <a:pt x="3241" y="55698"/>
                    <a:pt x="7705" y="55698"/>
                  </a:cubicBezTo>
                  <a:lnTo>
                    <a:pt x="31264" y="55698"/>
                  </a:lnTo>
                  <a:lnTo>
                    <a:pt x="16633" y="112760"/>
                  </a:lnTo>
                  <a:cubicBezTo>
                    <a:pt x="15145" y="118805"/>
                    <a:pt x="12913" y="127510"/>
                    <a:pt x="12913" y="130653"/>
                  </a:cubicBezTo>
                  <a:cubicBezTo>
                    <a:pt x="12913" y="144919"/>
                    <a:pt x="25312" y="153623"/>
                    <a:pt x="39448" y="153623"/>
                  </a:cubicBezTo>
                  <a:cubicBezTo>
                    <a:pt x="66975" y="153623"/>
                    <a:pt x="82598" y="119772"/>
                    <a:pt x="82598" y="116629"/>
                  </a:cubicBezTo>
                  <a:cubicBezTo>
                    <a:pt x="82598" y="113486"/>
                    <a:pt x="79374" y="113486"/>
                    <a:pt x="78630" y="113486"/>
                  </a:cubicBezTo>
                  <a:cubicBezTo>
                    <a:pt x="75654" y="113486"/>
                    <a:pt x="75406" y="113969"/>
                    <a:pt x="73422" y="118080"/>
                  </a:cubicBezTo>
                  <a:cubicBezTo>
                    <a:pt x="66479" y="133313"/>
                    <a:pt x="53831" y="146853"/>
                    <a:pt x="40192" y="146853"/>
                  </a:cubicBezTo>
                  <a:cubicBezTo>
                    <a:pt x="34984" y="146853"/>
                    <a:pt x="31512" y="143710"/>
                    <a:pt x="31512" y="135005"/>
                  </a:cubicBezTo>
                  <a:cubicBezTo>
                    <a:pt x="31512" y="132587"/>
                    <a:pt x="32504" y="127510"/>
                    <a:pt x="33000" y="125092"/>
                  </a:cubicBezTo>
                  <a:lnTo>
                    <a:pt x="50855" y="55698"/>
                  </a:ln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E70F799F-CA44-013A-56B6-182D1D96D488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2118262" y="5216962"/>
              <a:ext cx="82191" cy="345414"/>
            </a:xfrm>
            <a:custGeom>
              <a:avLst/>
              <a:gdLst>
                <a:gd name="connsiteX0" fmla="*/ 82460 w 82191"/>
                <a:gd name="connsiteY0" fmla="*/ 172792 h 345414"/>
                <a:gd name="connsiteX1" fmla="*/ 59078 w 82191"/>
                <a:gd name="connsiteY1" fmla="*/ 65023 h 345414"/>
                <a:gd name="connsiteX2" fmla="*/ 3812 w 82191"/>
                <a:gd name="connsiteY2" fmla="*/ 85 h 345414"/>
                <a:gd name="connsiteX3" fmla="*/ 269 w 82191"/>
                <a:gd name="connsiteY3" fmla="*/ 3539 h 345414"/>
                <a:gd name="connsiteX4" fmla="*/ 7000 w 82191"/>
                <a:gd name="connsiteY4" fmla="*/ 11483 h 345414"/>
                <a:gd name="connsiteX5" fmla="*/ 61912 w 82191"/>
                <a:gd name="connsiteY5" fmla="*/ 172792 h 345414"/>
                <a:gd name="connsiteX6" fmla="*/ 4874 w 82191"/>
                <a:gd name="connsiteY6" fmla="*/ 336173 h 345414"/>
                <a:gd name="connsiteX7" fmla="*/ 269 w 82191"/>
                <a:gd name="connsiteY7" fmla="*/ 342045 h 345414"/>
                <a:gd name="connsiteX8" fmla="*/ 3812 w 82191"/>
                <a:gd name="connsiteY8" fmla="*/ 345499 h 345414"/>
                <a:gd name="connsiteX9" fmla="*/ 60141 w 82191"/>
                <a:gd name="connsiteY9" fmla="*/ 278144 h 345414"/>
                <a:gd name="connsiteX10" fmla="*/ 82460 w 82191"/>
                <a:gd name="connsiteY10" fmla="*/ 172792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1" h="345414">
                  <a:moveTo>
                    <a:pt x="82460" y="172792"/>
                  </a:moveTo>
                  <a:cubicBezTo>
                    <a:pt x="82460" y="145850"/>
                    <a:pt x="78563" y="104055"/>
                    <a:pt x="59078" y="65023"/>
                  </a:cubicBezTo>
                  <a:cubicBezTo>
                    <a:pt x="37822" y="22537"/>
                    <a:pt x="7354" y="85"/>
                    <a:pt x="3812" y="85"/>
                  </a:cubicBezTo>
                  <a:cubicBezTo>
                    <a:pt x="1686" y="85"/>
                    <a:pt x="269" y="1466"/>
                    <a:pt x="269" y="3539"/>
                  </a:cubicBezTo>
                  <a:cubicBezTo>
                    <a:pt x="269" y="4575"/>
                    <a:pt x="269" y="5266"/>
                    <a:pt x="7000" y="11483"/>
                  </a:cubicBezTo>
                  <a:cubicBezTo>
                    <a:pt x="41719" y="45679"/>
                    <a:pt x="61912" y="100600"/>
                    <a:pt x="61912" y="172792"/>
                  </a:cubicBezTo>
                  <a:cubicBezTo>
                    <a:pt x="61912" y="231858"/>
                    <a:pt x="48804" y="292651"/>
                    <a:pt x="4874" y="336173"/>
                  </a:cubicBezTo>
                  <a:cubicBezTo>
                    <a:pt x="269" y="340318"/>
                    <a:pt x="269" y="341009"/>
                    <a:pt x="269" y="342045"/>
                  </a:cubicBezTo>
                  <a:cubicBezTo>
                    <a:pt x="269" y="344118"/>
                    <a:pt x="1686" y="345499"/>
                    <a:pt x="3812" y="345499"/>
                  </a:cubicBezTo>
                  <a:cubicBezTo>
                    <a:pt x="7354" y="345499"/>
                    <a:pt x="39239" y="322011"/>
                    <a:pt x="60141" y="278144"/>
                  </a:cubicBezTo>
                  <a:cubicBezTo>
                    <a:pt x="78209" y="240148"/>
                    <a:pt x="82460" y="201807"/>
                    <a:pt x="82460" y="172792"/>
                  </a:cubicBez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pic>
        <p:nvPicPr>
          <p:cNvPr id="1030" name="Picture 6">
            <a:extLst>
              <a:ext uri="{FF2B5EF4-FFF2-40B4-BE49-F238E27FC236}">
                <a16:creationId xmlns:a16="http://schemas.microsoft.com/office/drawing/2014/main" id="{B0C55F07-4238-2780-293B-CB8D0366E3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89" r="34086"/>
          <a:stretch>
            <a:fillRect/>
          </a:stretch>
        </p:blipFill>
        <p:spPr bwMode="auto">
          <a:xfrm>
            <a:off x="8699807" y="2620304"/>
            <a:ext cx="2743201" cy="2441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156D1760-7E83-4B8A-6847-E0D9EB05D56E}"/>
              </a:ext>
            </a:extLst>
          </p:cNvPr>
          <p:cNvSpPr txBox="1"/>
          <p:nvPr/>
        </p:nvSpPr>
        <p:spPr>
          <a:xfrm>
            <a:off x="8712507" y="5367076"/>
            <a:ext cx="2813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Nunito" pitchFamily="2" charset="0"/>
              </a:rPr>
              <a:t>[Figure credit: Chris Olah]</a:t>
            </a:r>
          </a:p>
        </p:txBody>
      </p:sp>
    </p:spTree>
    <p:extLst>
      <p:ext uri="{BB962C8B-B14F-4D97-AF65-F5344CB8AC3E}">
        <p14:creationId xmlns:p14="http://schemas.microsoft.com/office/powerpoint/2010/main" val="304331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10229-BCBC-D681-F1FE-FA485B2A3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Gated Recurrent Units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4042B8-50A7-0A17-C906-0CB53484F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Fewer parameters and generally works quite well.</a:t>
            </a:r>
          </a:p>
          <a:p>
            <a:pPr marL="0" indent="0">
              <a:buNone/>
            </a:pPr>
            <a:endParaRPr lang="en-CA" dirty="0"/>
          </a:p>
          <a:p>
            <a:r>
              <a:rPr lang="en-CA" dirty="0"/>
              <a:t>Update gate: </a:t>
            </a:r>
          </a:p>
          <a:p>
            <a:r>
              <a:rPr lang="en-CA" dirty="0"/>
              <a:t>Reset gate: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E0AED-D8C0-99D5-D746-FD6513102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17</a:t>
            </a:fld>
            <a:endParaRPr lang="en-CA"/>
          </a:p>
        </p:txBody>
      </p:sp>
      <p:grpSp>
        <p:nvGrpSpPr>
          <p:cNvPr id="5" name="Group 4" descr="\documentclass{article}&#10;\usepackage{amsmath,amssymb}&#10;\pagestyle{empty}&#10;\begin{document}&#10;&#10;\newcommand{\score}{\textrm{score}}&#10;\newcommand{\classify}{\textrm{classify}}&#10;\newcommand{\bx}{\mathbf{x}}&#10;&#10;\begin{align*}&#10;\mathbf{z}_t = \sigma\left(\mathbf{W}_\textit{z}[\mathbf{x}_t; \mathbf{h}_{t-1}] + \mathbf{b}_\textit{z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5523B188-0B18-1584-4601-AC0651FBFB5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2711915" y="2407734"/>
            <a:ext cx="4036971" cy="345414"/>
            <a:chOff x="9448863" y="5079813"/>
            <a:chExt cx="4036971" cy="345414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2D61AD5-437C-D0CE-70A6-FB06BCDA204F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9448863" y="5185510"/>
              <a:ext cx="152005" cy="153364"/>
            </a:xfrm>
            <a:custGeom>
              <a:avLst/>
              <a:gdLst>
                <a:gd name="connsiteX0" fmla="*/ 147586 w 152005"/>
                <a:gd name="connsiteY0" fmla="*/ 14937 h 153364"/>
                <a:gd name="connsiteX1" fmla="*/ 151121 w 152005"/>
                <a:gd name="connsiteY1" fmla="*/ 7338 h 153364"/>
                <a:gd name="connsiteX2" fmla="*/ 139809 w 152005"/>
                <a:gd name="connsiteY2" fmla="*/ 85 h 153364"/>
                <a:gd name="connsiteX3" fmla="*/ 10074 w 152005"/>
                <a:gd name="connsiteY3" fmla="*/ 85 h 153364"/>
                <a:gd name="connsiteX4" fmla="*/ 5832 w 152005"/>
                <a:gd name="connsiteY4" fmla="*/ 60532 h 153364"/>
                <a:gd name="connsiteX5" fmla="*/ 22447 w 152005"/>
                <a:gd name="connsiteY5" fmla="*/ 60532 h 153364"/>
                <a:gd name="connsiteX6" fmla="*/ 71937 w 152005"/>
                <a:gd name="connsiteY6" fmla="*/ 12520 h 153364"/>
                <a:gd name="connsiteX7" fmla="*/ 101984 w 152005"/>
                <a:gd name="connsiteY7" fmla="*/ 12520 h 153364"/>
                <a:gd name="connsiteX8" fmla="*/ 3358 w 152005"/>
                <a:gd name="connsiteY8" fmla="*/ 138251 h 153364"/>
                <a:gd name="connsiteX9" fmla="*/ 176 w 152005"/>
                <a:gd name="connsiteY9" fmla="*/ 145850 h 153364"/>
                <a:gd name="connsiteX10" fmla="*/ 11488 w 152005"/>
                <a:gd name="connsiteY10" fmla="*/ 153449 h 153364"/>
                <a:gd name="connsiteX11" fmla="*/ 145819 w 152005"/>
                <a:gd name="connsiteY11" fmla="*/ 153449 h 153364"/>
                <a:gd name="connsiteX12" fmla="*/ 152182 w 152005"/>
                <a:gd name="connsiteY12" fmla="*/ 83675 h 153364"/>
                <a:gd name="connsiteX13" fmla="*/ 135567 w 152005"/>
                <a:gd name="connsiteY13" fmla="*/ 83675 h 153364"/>
                <a:gd name="connsiteX14" fmla="*/ 80067 w 152005"/>
                <a:gd name="connsiteY14" fmla="*/ 139632 h 153364"/>
                <a:gd name="connsiteX15" fmla="*/ 49666 w 152005"/>
                <a:gd name="connsiteY15" fmla="*/ 139632 h 153364"/>
                <a:gd name="connsiteX16" fmla="*/ 147586 w 152005"/>
                <a:gd name="connsiteY16" fmla="*/ 14937 h 153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2005" h="153364">
                  <a:moveTo>
                    <a:pt x="147586" y="14937"/>
                  </a:moveTo>
                  <a:cubicBezTo>
                    <a:pt x="150414" y="11138"/>
                    <a:pt x="151121" y="10447"/>
                    <a:pt x="151121" y="7338"/>
                  </a:cubicBezTo>
                  <a:cubicBezTo>
                    <a:pt x="151121" y="85"/>
                    <a:pt x="146172" y="85"/>
                    <a:pt x="139809" y="85"/>
                  </a:cubicBezTo>
                  <a:lnTo>
                    <a:pt x="10074" y="85"/>
                  </a:lnTo>
                  <a:lnTo>
                    <a:pt x="5832" y="60532"/>
                  </a:lnTo>
                  <a:lnTo>
                    <a:pt x="22447" y="60532"/>
                  </a:lnTo>
                  <a:cubicBezTo>
                    <a:pt x="24568" y="24955"/>
                    <a:pt x="35526" y="12520"/>
                    <a:pt x="71937" y="12520"/>
                  </a:cubicBezTo>
                  <a:lnTo>
                    <a:pt x="101984" y="12520"/>
                  </a:lnTo>
                  <a:lnTo>
                    <a:pt x="3358" y="138251"/>
                  </a:lnTo>
                  <a:cubicBezTo>
                    <a:pt x="176" y="142050"/>
                    <a:pt x="176" y="142741"/>
                    <a:pt x="176" y="145850"/>
                  </a:cubicBezTo>
                  <a:cubicBezTo>
                    <a:pt x="176" y="153449"/>
                    <a:pt x="4772" y="153449"/>
                    <a:pt x="11488" y="153449"/>
                  </a:cubicBezTo>
                  <a:lnTo>
                    <a:pt x="145819" y="153449"/>
                  </a:lnTo>
                  <a:lnTo>
                    <a:pt x="152182" y="83675"/>
                  </a:lnTo>
                  <a:lnTo>
                    <a:pt x="135567" y="83675"/>
                  </a:lnTo>
                  <a:cubicBezTo>
                    <a:pt x="132386" y="118562"/>
                    <a:pt x="126730" y="139632"/>
                    <a:pt x="80067" y="139632"/>
                  </a:cubicBezTo>
                  <a:lnTo>
                    <a:pt x="49666" y="139632"/>
                  </a:lnTo>
                  <a:lnTo>
                    <a:pt x="147586" y="14937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B61EBE6-57B6-AE32-0972-84BDEEC9CF25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9628621" y="5239567"/>
              <a:ext cx="83638" cy="153536"/>
            </a:xfrm>
            <a:custGeom>
              <a:avLst/>
              <a:gdLst>
                <a:gd name="connsiteX0" fmla="*/ 50661 w 83638"/>
                <a:gd name="connsiteY0" fmla="*/ 55698 h 153536"/>
                <a:gd name="connsiteX1" fmla="*/ 75901 w 83638"/>
                <a:gd name="connsiteY1" fmla="*/ 55698 h 153536"/>
                <a:gd name="connsiteX2" fmla="*/ 83820 w 83638"/>
                <a:gd name="connsiteY2" fmla="*/ 50379 h 153536"/>
                <a:gd name="connsiteX3" fmla="*/ 76396 w 83638"/>
                <a:gd name="connsiteY3" fmla="*/ 46993 h 153536"/>
                <a:gd name="connsiteX4" fmla="*/ 52888 w 83638"/>
                <a:gd name="connsiteY4" fmla="*/ 46993 h 153536"/>
                <a:gd name="connsiteX5" fmla="*/ 62044 w 83638"/>
                <a:gd name="connsiteY5" fmla="*/ 11209 h 153536"/>
                <a:gd name="connsiteX6" fmla="*/ 62786 w 83638"/>
                <a:gd name="connsiteY6" fmla="*/ 7823 h 153536"/>
                <a:gd name="connsiteX7" fmla="*/ 54373 w 83638"/>
                <a:gd name="connsiteY7" fmla="*/ 86 h 153536"/>
                <a:gd name="connsiteX8" fmla="*/ 42743 w 83638"/>
                <a:gd name="connsiteY8" fmla="*/ 10483 h 153536"/>
                <a:gd name="connsiteX9" fmla="*/ 33340 w 83638"/>
                <a:gd name="connsiteY9" fmla="*/ 46993 h 153536"/>
                <a:gd name="connsiteX10" fmla="*/ 8100 w 83638"/>
                <a:gd name="connsiteY10" fmla="*/ 46993 h 153536"/>
                <a:gd name="connsiteX11" fmla="*/ 181 w 83638"/>
                <a:gd name="connsiteY11" fmla="*/ 52313 h 153536"/>
                <a:gd name="connsiteX12" fmla="*/ 7605 w 83638"/>
                <a:gd name="connsiteY12" fmla="*/ 55698 h 153536"/>
                <a:gd name="connsiteX13" fmla="*/ 31113 w 83638"/>
                <a:gd name="connsiteY13" fmla="*/ 55698 h 153536"/>
                <a:gd name="connsiteX14" fmla="*/ 16513 w 83638"/>
                <a:gd name="connsiteY14" fmla="*/ 112760 h 153536"/>
                <a:gd name="connsiteX15" fmla="*/ 12801 w 83638"/>
                <a:gd name="connsiteY15" fmla="*/ 130653 h 153536"/>
                <a:gd name="connsiteX16" fmla="*/ 39278 w 83638"/>
                <a:gd name="connsiteY16" fmla="*/ 153623 h 153536"/>
                <a:gd name="connsiteX17" fmla="*/ 82335 w 83638"/>
                <a:gd name="connsiteY17" fmla="*/ 116629 h 153536"/>
                <a:gd name="connsiteX18" fmla="*/ 78376 w 83638"/>
                <a:gd name="connsiteY18" fmla="*/ 113486 h 153536"/>
                <a:gd name="connsiteX19" fmla="*/ 73179 w 83638"/>
                <a:gd name="connsiteY19" fmla="*/ 118080 h 153536"/>
                <a:gd name="connsiteX20" fmla="*/ 40021 w 83638"/>
                <a:gd name="connsiteY20" fmla="*/ 146853 h 153536"/>
                <a:gd name="connsiteX21" fmla="*/ 31360 w 83638"/>
                <a:gd name="connsiteY21" fmla="*/ 135005 h 153536"/>
                <a:gd name="connsiteX22" fmla="*/ 32845 w 83638"/>
                <a:gd name="connsiteY22" fmla="*/ 125092 h 153536"/>
                <a:gd name="connsiteX23" fmla="*/ 50661 w 83638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38" h="153536">
                  <a:moveTo>
                    <a:pt x="50661" y="55698"/>
                  </a:moveTo>
                  <a:lnTo>
                    <a:pt x="75901" y="55698"/>
                  </a:lnTo>
                  <a:cubicBezTo>
                    <a:pt x="80603" y="55698"/>
                    <a:pt x="83820" y="55698"/>
                    <a:pt x="83820" y="50379"/>
                  </a:cubicBezTo>
                  <a:cubicBezTo>
                    <a:pt x="83820" y="46993"/>
                    <a:pt x="80603" y="46993"/>
                    <a:pt x="76396" y="46993"/>
                  </a:cubicBezTo>
                  <a:lnTo>
                    <a:pt x="52888" y="46993"/>
                  </a:lnTo>
                  <a:lnTo>
                    <a:pt x="62044" y="11209"/>
                  </a:lnTo>
                  <a:cubicBezTo>
                    <a:pt x="62291" y="10000"/>
                    <a:pt x="62786" y="8791"/>
                    <a:pt x="62786" y="7823"/>
                  </a:cubicBezTo>
                  <a:cubicBezTo>
                    <a:pt x="62786" y="3471"/>
                    <a:pt x="59322" y="86"/>
                    <a:pt x="54373" y="86"/>
                  </a:cubicBezTo>
                  <a:cubicBezTo>
                    <a:pt x="48187" y="86"/>
                    <a:pt x="44475" y="4197"/>
                    <a:pt x="42743" y="10483"/>
                  </a:cubicBezTo>
                  <a:cubicBezTo>
                    <a:pt x="41011" y="16528"/>
                    <a:pt x="44227" y="4922"/>
                    <a:pt x="33340" y="46993"/>
                  </a:cubicBezTo>
                  <a:lnTo>
                    <a:pt x="8100" y="46993"/>
                  </a:lnTo>
                  <a:cubicBezTo>
                    <a:pt x="3398" y="46993"/>
                    <a:pt x="181" y="46993"/>
                    <a:pt x="181" y="52313"/>
                  </a:cubicBezTo>
                  <a:cubicBezTo>
                    <a:pt x="181" y="55698"/>
                    <a:pt x="3151" y="55698"/>
                    <a:pt x="7605" y="55698"/>
                  </a:cubicBezTo>
                  <a:lnTo>
                    <a:pt x="31113" y="55698"/>
                  </a:lnTo>
                  <a:lnTo>
                    <a:pt x="16513" y="112760"/>
                  </a:lnTo>
                  <a:cubicBezTo>
                    <a:pt x="15028" y="118805"/>
                    <a:pt x="12801" y="127510"/>
                    <a:pt x="12801" y="130653"/>
                  </a:cubicBezTo>
                  <a:cubicBezTo>
                    <a:pt x="12801" y="144919"/>
                    <a:pt x="25174" y="153623"/>
                    <a:pt x="39278" y="153623"/>
                  </a:cubicBezTo>
                  <a:cubicBezTo>
                    <a:pt x="66745" y="153623"/>
                    <a:pt x="82335" y="119772"/>
                    <a:pt x="82335" y="116629"/>
                  </a:cubicBezTo>
                  <a:cubicBezTo>
                    <a:pt x="82335" y="113486"/>
                    <a:pt x="79118" y="113486"/>
                    <a:pt x="78376" y="113486"/>
                  </a:cubicBezTo>
                  <a:cubicBezTo>
                    <a:pt x="75406" y="113486"/>
                    <a:pt x="75159" y="113969"/>
                    <a:pt x="73179" y="118080"/>
                  </a:cubicBezTo>
                  <a:cubicBezTo>
                    <a:pt x="66251" y="133313"/>
                    <a:pt x="53631" y="146853"/>
                    <a:pt x="40021" y="146853"/>
                  </a:cubicBezTo>
                  <a:cubicBezTo>
                    <a:pt x="34824" y="146853"/>
                    <a:pt x="31360" y="143710"/>
                    <a:pt x="31360" y="135005"/>
                  </a:cubicBezTo>
                  <a:cubicBezTo>
                    <a:pt x="31360" y="132587"/>
                    <a:pt x="32350" y="127510"/>
                    <a:pt x="32845" y="125092"/>
                  </a:cubicBezTo>
                  <a:lnTo>
                    <a:pt x="50661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B8A5104-D06F-3AB8-648D-59789A7DB33C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9860679" y="5212107"/>
              <a:ext cx="235078" cy="80827"/>
            </a:xfrm>
            <a:custGeom>
              <a:avLst/>
              <a:gdLst>
                <a:gd name="connsiteX0" fmla="*/ 223247 w 235078"/>
                <a:gd name="connsiteY0" fmla="*/ 13901 h 80827"/>
                <a:gd name="connsiteX1" fmla="*/ 235266 w 235078"/>
                <a:gd name="connsiteY1" fmla="*/ 6993 h 80827"/>
                <a:gd name="connsiteX2" fmla="*/ 223600 w 235078"/>
                <a:gd name="connsiteY2" fmla="*/ 85 h 80827"/>
                <a:gd name="connsiteX3" fmla="*/ 11853 w 235078"/>
                <a:gd name="connsiteY3" fmla="*/ 85 h 80827"/>
                <a:gd name="connsiteX4" fmla="*/ 187 w 235078"/>
                <a:gd name="connsiteY4" fmla="*/ 6993 h 80827"/>
                <a:gd name="connsiteX5" fmla="*/ 12207 w 235078"/>
                <a:gd name="connsiteY5" fmla="*/ 13901 h 80827"/>
                <a:gd name="connsiteX6" fmla="*/ 223247 w 235078"/>
                <a:gd name="connsiteY6" fmla="*/ 13901 h 80827"/>
                <a:gd name="connsiteX7" fmla="*/ 223600 w 235078"/>
                <a:gd name="connsiteY7" fmla="*/ 80912 h 80827"/>
                <a:gd name="connsiteX8" fmla="*/ 235266 w 235078"/>
                <a:gd name="connsiteY8" fmla="*/ 74003 h 80827"/>
                <a:gd name="connsiteX9" fmla="*/ 223247 w 235078"/>
                <a:gd name="connsiteY9" fmla="*/ 67095 h 80827"/>
                <a:gd name="connsiteX10" fmla="*/ 12207 w 235078"/>
                <a:gd name="connsiteY10" fmla="*/ 67095 h 80827"/>
                <a:gd name="connsiteX11" fmla="*/ 187 w 235078"/>
                <a:gd name="connsiteY11" fmla="*/ 74003 h 80827"/>
                <a:gd name="connsiteX12" fmla="*/ 11853 w 235078"/>
                <a:gd name="connsiteY12" fmla="*/ 80912 h 80827"/>
                <a:gd name="connsiteX13" fmla="*/ 223600 w 235078"/>
                <a:gd name="connsiteY13" fmla="*/ 80912 h 8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078" h="80827">
                  <a:moveTo>
                    <a:pt x="223247" y="13901"/>
                  </a:moveTo>
                  <a:cubicBezTo>
                    <a:pt x="228549" y="13901"/>
                    <a:pt x="235266" y="13901"/>
                    <a:pt x="235266" y="6993"/>
                  </a:cubicBezTo>
                  <a:cubicBezTo>
                    <a:pt x="235266" y="85"/>
                    <a:pt x="228549" y="85"/>
                    <a:pt x="223600" y="85"/>
                  </a:cubicBezTo>
                  <a:lnTo>
                    <a:pt x="11853" y="85"/>
                  </a:lnTo>
                  <a:cubicBezTo>
                    <a:pt x="6904" y="85"/>
                    <a:pt x="187" y="85"/>
                    <a:pt x="187" y="6993"/>
                  </a:cubicBezTo>
                  <a:cubicBezTo>
                    <a:pt x="187" y="13901"/>
                    <a:pt x="6904" y="13901"/>
                    <a:pt x="12207" y="13901"/>
                  </a:cubicBezTo>
                  <a:lnTo>
                    <a:pt x="223247" y="13901"/>
                  </a:lnTo>
                  <a:close/>
                  <a:moveTo>
                    <a:pt x="223600" y="80912"/>
                  </a:moveTo>
                  <a:cubicBezTo>
                    <a:pt x="228549" y="80912"/>
                    <a:pt x="235266" y="80912"/>
                    <a:pt x="235266" y="74003"/>
                  </a:cubicBezTo>
                  <a:cubicBezTo>
                    <a:pt x="235266" y="67095"/>
                    <a:pt x="228549" y="67095"/>
                    <a:pt x="223247" y="67095"/>
                  </a:cubicBezTo>
                  <a:lnTo>
                    <a:pt x="12207" y="67095"/>
                  </a:lnTo>
                  <a:cubicBezTo>
                    <a:pt x="6904" y="67095"/>
                    <a:pt x="187" y="67095"/>
                    <a:pt x="187" y="74003"/>
                  </a:cubicBezTo>
                  <a:cubicBezTo>
                    <a:pt x="187" y="80912"/>
                    <a:pt x="6904" y="80912"/>
                    <a:pt x="11853" y="80912"/>
                  </a:cubicBezTo>
                  <a:lnTo>
                    <a:pt x="223600" y="80912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7FC3E04-FBB8-1BF3-82F9-FD8854118537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0227455" y="5190001"/>
              <a:ext cx="187002" cy="152673"/>
            </a:xfrm>
            <a:custGeom>
              <a:avLst/>
              <a:gdLst>
                <a:gd name="connsiteX0" fmla="*/ 169879 w 187002"/>
                <a:gd name="connsiteY0" fmla="*/ 20119 h 152673"/>
                <a:gd name="connsiteX1" fmla="*/ 187200 w 187002"/>
                <a:gd name="connsiteY1" fmla="*/ 8375 h 152673"/>
                <a:gd name="connsiteX2" fmla="*/ 173414 w 187002"/>
                <a:gd name="connsiteY2" fmla="*/ 85 h 152673"/>
                <a:gd name="connsiteX3" fmla="*/ 92815 w 187002"/>
                <a:gd name="connsiteY3" fmla="*/ 85 h 152673"/>
                <a:gd name="connsiteX4" fmla="*/ 198 w 187002"/>
                <a:gd name="connsiteY4" fmla="*/ 98182 h 152673"/>
                <a:gd name="connsiteX5" fmla="*/ 53223 w 187002"/>
                <a:gd name="connsiteY5" fmla="*/ 152758 h 152673"/>
                <a:gd name="connsiteX6" fmla="*/ 141952 w 187002"/>
                <a:gd name="connsiteY6" fmla="*/ 57769 h 152673"/>
                <a:gd name="connsiteX7" fmla="*/ 130993 w 187002"/>
                <a:gd name="connsiteY7" fmla="*/ 20119 h 152673"/>
                <a:gd name="connsiteX8" fmla="*/ 169879 w 187002"/>
                <a:gd name="connsiteY8" fmla="*/ 20119 h 152673"/>
                <a:gd name="connsiteX9" fmla="*/ 53577 w 187002"/>
                <a:gd name="connsiteY9" fmla="*/ 145159 h 152673"/>
                <a:gd name="connsiteX10" fmla="*/ 22115 w 187002"/>
                <a:gd name="connsiteY10" fmla="*/ 107854 h 152673"/>
                <a:gd name="connsiteX11" fmla="*/ 38730 w 187002"/>
                <a:gd name="connsiteY11" fmla="*/ 48788 h 152673"/>
                <a:gd name="connsiteX12" fmla="*/ 86806 w 187002"/>
                <a:gd name="connsiteY12" fmla="*/ 20119 h 152673"/>
                <a:gd name="connsiteX13" fmla="*/ 119328 w 187002"/>
                <a:gd name="connsiteY13" fmla="*/ 53624 h 152673"/>
                <a:gd name="connsiteX14" fmla="*/ 100239 w 187002"/>
                <a:gd name="connsiteY14" fmla="*/ 115799 h 152673"/>
                <a:gd name="connsiteX15" fmla="*/ 53577 w 187002"/>
                <a:gd name="connsiteY15" fmla="*/ 145159 h 152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7002" h="152673">
                  <a:moveTo>
                    <a:pt x="169879" y="20119"/>
                  </a:moveTo>
                  <a:cubicBezTo>
                    <a:pt x="174474" y="20119"/>
                    <a:pt x="187200" y="20119"/>
                    <a:pt x="187200" y="8375"/>
                  </a:cubicBezTo>
                  <a:cubicBezTo>
                    <a:pt x="187200" y="85"/>
                    <a:pt x="179777" y="85"/>
                    <a:pt x="173414" y="85"/>
                  </a:cubicBezTo>
                  <a:lnTo>
                    <a:pt x="92815" y="85"/>
                  </a:lnTo>
                  <a:cubicBezTo>
                    <a:pt x="39437" y="85"/>
                    <a:pt x="198" y="57078"/>
                    <a:pt x="198" y="98182"/>
                  </a:cubicBezTo>
                  <a:cubicBezTo>
                    <a:pt x="198" y="128579"/>
                    <a:pt x="21055" y="152758"/>
                    <a:pt x="53223" y="152758"/>
                  </a:cubicBezTo>
                  <a:cubicBezTo>
                    <a:pt x="94936" y="152758"/>
                    <a:pt x="141952" y="110963"/>
                    <a:pt x="141952" y="57769"/>
                  </a:cubicBezTo>
                  <a:cubicBezTo>
                    <a:pt x="141952" y="51897"/>
                    <a:pt x="141952" y="35317"/>
                    <a:pt x="130993" y="20119"/>
                  </a:cubicBezTo>
                  <a:lnTo>
                    <a:pt x="169879" y="20119"/>
                  </a:lnTo>
                  <a:close/>
                  <a:moveTo>
                    <a:pt x="53577" y="145159"/>
                  </a:moveTo>
                  <a:cubicBezTo>
                    <a:pt x="36255" y="145159"/>
                    <a:pt x="22115" y="132724"/>
                    <a:pt x="22115" y="107854"/>
                  </a:cubicBezTo>
                  <a:cubicBezTo>
                    <a:pt x="22115" y="97492"/>
                    <a:pt x="26357" y="69168"/>
                    <a:pt x="38730" y="48788"/>
                  </a:cubicBezTo>
                  <a:cubicBezTo>
                    <a:pt x="53577" y="24955"/>
                    <a:pt x="74787" y="20119"/>
                    <a:pt x="86806" y="20119"/>
                  </a:cubicBezTo>
                  <a:cubicBezTo>
                    <a:pt x="116500" y="20119"/>
                    <a:pt x="119328" y="42916"/>
                    <a:pt x="119328" y="53624"/>
                  </a:cubicBezTo>
                  <a:cubicBezTo>
                    <a:pt x="119328" y="69858"/>
                    <a:pt x="112258" y="98182"/>
                    <a:pt x="100239" y="115799"/>
                  </a:cubicBezTo>
                  <a:cubicBezTo>
                    <a:pt x="86452" y="136178"/>
                    <a:pt x="67363" y="145159"/>
                    <a:pt x="53577" y="145159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ECFA57-B7ED-B624-9DCD-BFC9DF76F003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10522612" y="5079813"/>
              <a:ext cx="82012" cy="345414"/>
            </a:xfrm>
            <a:custGeom>
              <a:avLst/>
              <a:gdLst>
                <a:gd name="connsiteX0" fmla="*/ 82218 w 82012"/>
                <a:gd name="connsiteY0" fmla="*/ 342045 h 345414"/>
                <a:gd name="connsiteX1" fmla="*/ 76208 w 82012"/>
                <a:gd name="connsiteY1" fmla="*/ 334446 h 345414"/>
                <a:gd name="connsiteX2" fmla="*/ 20709 w 82012"/>
                <a:gd name="connsiteY2" fmla="*/ 172792 h 345414"/>
                <a:gd name="connsiteX3" fmla="*/ 77622 w 82012"/>
                <a:gd name="connsiteY3" fmla="*/ 9411 h 345414"/>
                <a:gd name="connsiteX4" fmla="*/ 82218 w 82012"/>
                <a:gd name="connsiteY4" fmla="*/ 3539 h 345414"/>
                <a:gd name="connsiteX5" fmla="*/ 78683 w 82012"/>
                <a:gd name="connsiteY5" fmla="*/ 85 h 345414"/>
                <a:gd name="connsiteX6" fmla="*/ 22476 w 82012"/>
                <a:gd name="connsiteY6" fmla="*/ 67441 h 345414"/>
                <a:gd name="connsiteX7" fmla="*/ 206 w 82012"/>
                <a:gd name="connsiteY7" fmla="*/ 172792 h 345414"/>
                <a:gd name="connsiteX8" fmla="*/ 23537 w 82012"/>
                <a:gd name="connsiteY8" fmla="*/ 280561 h 345414"/>
                <a:gd name="connsiteX9" fmla="*/ 78683 w 82012"/>
                <a:gd name="connsiteY9" fmla="*/ 345499 h 345414"/>
                <a:gd name="connsiteX10" fmla="*/ 82218 w 82012"/>
                <a:gd name="connsiteY10" fmla="*/ 34204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12" h="345414">
                  <a:moveTo>
                    <a:pt x="82218" y="342045"/>
                  </a:moveTo>
                  <a:cubicBezTo>
                    <a:pt x="82218" y="341009"/>
                    <a:pt x="82218" y="340318"/>
                    <a:pt x="76208" y="334446"/>
                  </a:cubicBezTo>
                  <a:cubicBezTo>
                    <a:pt x="32021" y="290924"/>
                    <a:pt x="20709" y="225640"/>
                    <a:pt x="20709" y="172792"/>
                  </a:cubicBezTo>
                  <a:cubicBezTo>
                    <a:pt x="20709" y="112690"/>
                    <a:pt x="34142" y="52588"/>
                    <a:pt x="77622" y="9411"/>
                  </a:cubicBezTo>
                  <a:cubicBezTo>
                    <a:pt x="82218" y="5266"/>
                    <a:pt x="82218" y="4575"/>
                    <a:pt x="82218" y="3539"/>
                  </a:cubicBezTo>
                  <a:cubicBezTo>
                    <a:pt x="82218" y="1121"/>
                    <a:pt x="80804" y="85"/>
                    <a:pt x="78683" y="85"/>
                  </a:cubicBezTo>
                  <a:cubicBezTo>
                    <a:pt x="75148" y="85"/>
                    <a:pt x="43333" y="23573"/>
                    <a:pt x="22476" y="67441"/>
                  </a:cubicBezTo>
                  <a:cubicBezTo>
                    <a:pt x="4448" y="105436"/>
                    <a:pt x="206" y="143777"/>
                    <a:pt x="206" y="172792"/>
                  </a:cubicBezTo>
                  <a:cubicBezTo>
                    <a:pt x="206" y="199734"/>
                    <a:pt x="4094" y="241530"/>
                    <a:pt x="23537" y="280561"/>
                  </a:cubicBezTo>
                  <a:cubicBezTo>
                    <a:pt x="44747" y="323047"/>
                    <a:pt x="75148" y="345499"/>
                    <a:pt x="78683" y="345499"/>
                  </a:cubicBezTo>
                  <a:cubicBezTo>
                    <a:pt x="80804" y="345499"/>
                    <a:pt x="82218" y="344463"/>
                    <a:pt x="82218" y="342045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4002FC6-1EE6-C588-72C0-15735303B086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10633573" y="5101920"/>
              <a:ext cx="402991" cy="239717"/>
            </a:xfrm>
            <a:custGeom>
              <a:avLst/>
              <a:gdLst>
                <a:gd name="connsiteX0" fmla="*/ 369618 w 402991"/>
                <a:gd name="connsiteY0" fmla="*/ 24609 h 239717"/>
                <a:gd name="connsiteX1" fmla="*/ 383052 w 402991"/>
                <a:gd name="connsiteY1" fmla="*/ 17010 h 239717"/>
                <a:gd name="connsiteX2" fmla="*/ 403201 w 402991"/>
                <a:gd name="connsiteY2" fmla="*/ 16319 h 239717"/>
                <a:gd name="connsiteX3" fmla="*/ 403201 w 402991"/>
                <a:gd name="connsiteY3" fmla="*/ 85 h 239717"/>
                <a:gd name="connsiteX4" fmla="*/ 365376 w 402991"/>
                <a:gd name="connsiteY4" fmla="*/ 1121 h 239717"/>
                <a:gd name="connsiteX5" fmla="*/ 317300 w 402991"/>
                <a:gd name="connsiteY5" fmla="*/ 85 h 239717"/>
                <a:gd name="connsiteX6" fmla="*/ 317300 w 402991"/>
                <a:gd name="connsiteY6" fmla="*/ 16319 h 239717"/>
                <a:gd name="connsiteX7" fmla="*/ 353357 w 402991"/>
                <a:gd name="connsiteY7" fmla="*/ 20119 h 239717"/>
                <a:gd name="connsiteX8" fmla="*/ 292555 w 402991"/>
                <a:gd name="connsiteY8" fmla="*/ 174519 h 239717"/>
                <a:gd name="connsiteX9" fmla="*/ 229985 w 402991"/>
                <a:gd name="connsiteY9" fmla="*/ 16319 h 239717"/>
                <a:gd name="connsiteX10" fmla="*/ 263922 w 402991"/>
                <a:gd name="connsiteY10" fmla="*/ 16319 h 239717"/>
                <a:gd name="connsiteX11" fmla="*/ 263922 w 402991"/>
                <a:gd name="connsiteY11" fmla="*/ 85 h 239717"/>
                <a:gd name="connsiteX12" fmla="*/ 202059 w 402991"/>
                <a:gd name="connsiteY12" fmla="*/ 1121 h 239717"/>
                <a:gd name="connsiteX13" fmla="*/ 147973 w 402991"/>
                <a:gd name="connsiteY13" fmla="*/ 85 h 239717"/>
                <a:gd name="connsiteX14" fmla="*/ 147973 w 402991"/>
                <a:gd name="connsiteY14" fmla="*/ 16319 h 239717"/>
                <a:gd name="connsiteX15" fmla="*/ 178374 w 402991"/>
                <a:gd name="connsiteY15" fmla="*/ 16319 h 239717"/>
                <a:gd name="connsiteX16" fmla="*/ 192868 w 402991"/>
                <a:gd name="connsiteY16" fmla="*/ 52933 h 239717"/>
                <a:gd name="connsiteX17" fmla="*/ 144792 w 402991"/>
                <a:gd name="connsiteY17" fmla="*/ 174519 h 239717"/>
                <a:gd name="connsiteX18" fmla="*/ 82222 w 402991"/>
                <a:gd name="connsiteY18" fmla="*/ 16319 h 239717"/>
                <a:gd name="connsiteX19" fmla="*/ 116158 w 402991"/>
                <a:gd name="connsiteY19" fmla="*/ 16319 h 239717"/>
                <a:gd name="connsiteX20" fmla="*/ 116158 w 402991"/>
                <a:gd name="connsiteY20" fmla="*/ 85 h 239717"/>
                <a:gd name="connsiteX21" fmla="*/ 54295 w 402991"/>
                <a:gd name="connsiteY21" fmla="*/ 1121 h 239717"/>
                <a:gd name="connsiteX22" fmla="*/ 210 w 402991"/>
                <a:gd name="connsiteY22" fmla="*/ 85 h 239717"/>
                <a:gd name="connsiteX23" fmla="*/ 210 w 402991"/>
                <a:gd name="connsiteY23" fmla="*/ 16319 h 239717"/>
                <a:gd name="connsiteX24" fmla="*/ 30611 w 402991"/>
                <a:gd name="connsiteY24" fmla="*/ 16319 h 239717"/>
                <a:gd name="connsiteX25" fmla="*/ 115451 w 402991"/>
                <a:gd name="connsiteY25" fmla="*/ 230822 h 239717"/>
                <a:gd name="connsiteX26" fmla="*/ 127824 w 402991"/>
                <a:gd name="connsiteY26" fmla="*/ 239802 h 239717"/>
                <a:gd name="connsiteX27" fmla="*/ 140196 w 402991"/>
                <a:gd name="connsiteY27" fmla="*/ 230822 h 239717"/>
                <a:gd name="connsiteX28" fmla="*/ 201705 w 402991"/>
                <a:gd name="connsiteY28" fmla="*/ 75385 h 239717"/>
                <a:gd name="connsiteX29" fmla="*/ 263215 w 402991"/>
                <a:gd name="connsiteY29" fmla="*/ 230822 h 239717"/>
                <a:gd name="connsiteX30" fmla="*/ 275587 w 402991"/>
                <a:gd name="connsiteY30" fmla="*/ 239802 h 239717"/>
                <a:gd name="connsiteX31" fmla="*/ 287960 w 402991"/>
                <a:gd name="connsiteY31" fmla="*/ 230822 h 239717"/>
                <a:gd name="connsiteX32" fmla="*/ 369618 w 402991"/>
                <a:gd name="connsiteY32" fmla="*/ 24609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2991" h="239717">
                  <a:moveTo>
                    <a:pt x="369618" y="24609"/>
                  </a:moveTo>
                  <a:cubicBezTo>
                    <a:pt x="371739" y="18737"/>
                    <a:pt x="372093" y="18046"/>
                    <a:pt x="383052" y="17010"/>
                  </a:cubicBezTo>
                  <a:cubicBezTo>
                    <a:pt x="390122" y="16319"/>
                    <a:pt x="397545" y="16319"/>
                    <a:pt x="403201" y="16319"/>
                  </a:cubicBezTo>
                  <a:lnTo>
                    <a:pt x="403201" y="85"/>
                  </a:lnTo>
                  <a:cubicBezTo>
                    <a:pt x="393657" y="430"/>
                    <a:pt x="381284" y="1121"/>
                    <a:pt x="365376" y="1121"/>
                  </a:cubicBezTo>
                  <a:cubicBezTo>
                    <a:pt x="351943" y="1121"/>
                    <a:pt x="330026" y="1121"/>
                    <a:pt x="317300" y="85"/>
                  </a:cubicBezTo>
                  <a:lnTo>
                    <a:pt x="317300" y="16319"/>
                  </a:lnTo>
                  <a:cubicBezTo>
                    <a:pt x="326138" y="16319"/>
                    <a:pt x="343106" y="16319"/>
                    <a:pt x="353357" y="20119"/>
                  </a:cubicBezTo>
                  <a:lnTo>
                    <a:pt x="292555" y="174519"/>
                  </a:lnTo>
                  <a:lnTo>
                    <a:pt x="229985" y="16319"/>
                  </a:lnTo>
                  <a:lnTo>
                    <a:pt x="263922" y="16319"/>
                  </a:lnTo>
                  <a:lnTo>
                    <a:pt x="263922" y="85"/>
                  </a:lnTo>
                  <a:cubicBezTo>
                    <a:pt x="250489" y="1121"/>
                    <a:pt x="217259" y="1121"/>
                    <a:pt x="202059" y="1121"/>
                  </a:cubicBezTo>
                  <a:cubicBezTo>
                    <a:pt x="188272" y="1121"/>
                    <a:pt x="160346" y="1121"/>
                    <a:pt x="147973" y="85"/>
                  </a:cubicBezTo>
                  <a:lnTo>
                    <a:pt x="147973" y="16319"/>
                  </a:lnTo>
                  <a:lnTo>
                    <a:pt x="178374" y="16319"/>
                  </a:lnTo>
                  <a:lnTo>
                    <a:pt x="192868" y="52933"/>
                  </a:lnTo>
                  <a:lnTo>
                    <a:pt x="144792" y="174519"/>
                  </a:lnTo>
                  <a:lnTo>
                    <a:pt x="82222" y="16319"/>
                  </a:lnTo>
                  <a:lnTo>
                    <a:pt x="116158" y="16319"/>
                  </a:lnTo>
                  <a:lnTo>
                    <a:pt x="116158" y="85"/>
                  </a:lnTo>
                  <a:cubicBezTo>
                    <a:pt x="102725" y="1121"/>
                    <a:pt x="69496" y="1121"/>
                    <a:pt x="54295" y="1121"/>
                  </a:cubicBezTo>
                  <a:cubicBezTo>
                    <a:pt x="40509" y="1121"/>
                    <a:pt x="12582" y="1121"/>
                    <a:pt x="210" y="85"/>
                  </a:cubicBezTo>
                  <a:lnTo>
                    <a:pt x="210" y="16319"/>
                  </a:lnTo>
                  <a:lnTo>
                    <a:pt x="30611" y="16319"/>
                  </a:lnTo>
                  <a:lnTo>
                    <a:pt x="115451" y="230822"/>
                  </a:lnTo>
                  <a:cubicBezTo>
                    <a:pt x="117572" y="236348"/>
                    <a:pt x="118986" y="239802"/>
                    <a:pt x="127824" y="239802"/>
                  </a:cubicBezTo>
                  <a:cubicBezTo>
                    <a:pt x="136661" y="239802"/>
                    <a:pt x="138075" y="236348"/>
                    <a:pt x="140196" y="230822"/>
                  </a:cubicBezTo>
                  <a:lnTo>
                    <a:pt x="201705" y="75385"/>
                  </a:lnTo>
                  <a:lnTo>
                    <a:pt x="263215" y="230822"/>
                  </a:lnTo>
                  <a:cubicBezTo>
                    <a:pt x="265336" y="236348"/>
                    <a:pt x="266750" y="239802"/>
                    <a:pt x="275587" y="239802"/>
                  </a:cubicBezTo>
                  <a:cubicBezTo>
                    <a:pt x="284425" y="239802"/>
                    <a:pt x="285839" y="236348"/>
                    <a:pt x="287960" y="230822"/>
                  </a:cubicBezTo>
                  <a:lnTo>
                    <a:pt x="369618" y="2460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5111A31-C874-6120-6C02-68103EDD4716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11064167" y="5284057"/>
              <a:ext cx="111105" cy="109047"/>
            </a:xfrm>
            <a:custGeom>
              <a:avLst/>
              <a:gdLst>
                <a:gd name="connsiteX0" fmla="*/ 28183 w 111105"/>
                <a:gd name="connsiteY0" fmla="*/ 85196 h 109047"/>
                <a:gd name="connsiteX1" fmla="*/ 61094 w 111105"/>
                <a:gd name="connsiteY1" fmla="*/ 55940 h 109047"/>
                <a:gd name="connsiteX2" fmla="*/ 111327 w 111105"/>
                <a:gd name="connsiteY2" fmla="*/ 2988 h 109047"/>
                <a:gd name="connsiteX3" fmla="*/ 106130 w 111105"/>
                <a:gd name="connsiteY3" fmla="*/ 86 h 109047"/>
                <a:gd name="connsiteX4" fmla="*/ 100192 w 111105"/>
                <a:gd name="connsiteY4" fmla="*/ 3471 h 109047"/>
                <a:gd name="connsiteX5" fmla="*/ 84602 w 111105"/>
                <a:gd name="connsiteY5" fmla="*/ 17253 h 109047"/>
                <a:gd name="connsiteX6" fmla="*/ 71487 w 111105"/>
                <a:gd name="connsiteY6" fmla="*/ 9758 h 109047"/>
                <a:gd name="connsiteX7" fmla="*/ 53176 w 111105"/>
                <a:gd name="connsiteY7" fmla="*/ 86 h 109047"/>
                <a:gd name="connsiteX8" fmla="*/ 20017 w 111105"/>
                <a:gd name="connsiteY8" fmla="*/ 28376 h 109047"/>
                <a:gd name="connsiteX9" fmla="*/ 25214 w 111105"/>
                <a:gd name="connsiteY9" fmla="*/ 31277 h 109047"/>
                <a:gd name="connsiteX10" fmla="*/ 30410 w 111105"/>
                <a:gd name="connsiteY10" fmla="*/ 28617 h 109047"/>
                <a:gd name="connsiteX11" fmla="*/ 50701 w 111105"/>
                <a:gd name="connsiteY11" fmla="*/ 17737 h 109047"/>
                <a:gd name="connsiteX12" fmla="*/ 68023 w 111105"/>
                <a:gd name="connsiteY12" fmla="*/ 21122 h 109047"/>
                <a:gd name="connsiteX13" fmla="*/ 83365 w 111105"/>
                <a:gd name="connsiteY13" fmla="*/ 24023 h 109047"/>
                <a:gd name="connsiteX14" fmla="*/ 49217 w 111105"/>
                <a:gd name="connsiteY14" fmla="*/ 54247 h 109047"/>
                <a:gd name="connsiteX15" fmla="*/ 22245 w 111105"/>
                <a:gd name="connsiteY15" fmla="*/ 78184 h 109047"/>
                <a:gd name="connsiteX16" fmla="*/ 221 w 111105"/>
                <a:gd name="connsiteY16" fmla="*/ 106232 h 109047"/>
                <a:gd name="connsiteX17" fmla="*/ 5418 w 111105"/>
                <a:gd name="connsiteY17" fmla="*/ 109134 h 109047"/>
                <a:gd name="connsiteX18" fmla="*/ 10862 w 111105"/>
                <a:gd name="connsiteY18" fmla="*/ 106232 h 109047"/>
                <a:gd name="connsiteX19" fmla="*/ 31400 w 111105"/>
                <a:gd name="connsiteY19" fmla="*/ 91966 h 109047"/>
                <a:gd name="connsiteX20" fmla="*/ 44020 w 111105"/>
                <a:gd name="connsiteY20" fmla="*/ 98737 h 109047"/>
                <a:gd name="connsiteX21" fmla="*/ 63569 w 111105"/>
                <a:gd name="connsiteY21" fmla="*/ 109134 h 109047"/>
                <a:gd name="connsiteX22" fmla="*/ 106130 w 111105"/>
                <a:gd name="connsiteY22" fmla="*/ 71656 h 109047"/>
                <a:gd name="connsiteX23" fmla="*/ 100934 w 111105"/>
                <a:gd name="connsiteY23" fmla="*/ 68513 h 109047"/>
                <a:gd name="connsiteX24" fmla="*/ 95490 w 111105"/>
                <a:gd name="connsiteY24" fmla="*/ 72140 h 109047"/>
                <a:gd name="connsiteX25" fmla="*/ 66043 w 111105"/>
                <a:gd name="connsiteY25" fmla="*/ 91483 h 109047"/>
                <a:gd name="connsiteX26" fmla="*/ 48722 w 111105"/>
                <a:gd name="connsiteY26" fmla="*/ 88098 h 109047"/>
                <a:gd name="connsiteX27" fmla="*/ 28183 w 111105"/>
                <a:gd name="connsiteY27" fmla="*/ 85196 h 109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1105" h="109047">
                  <a:moveTo>
                    <a:pt x="28183" y="85196"/>
                  </a:moveTo>
                  <a:cubicBezTo>
                    <a:pt x="35359" y="76976"/>
                    <a:pt x="50454" y="64644"/>
                    <a:pt x="61094" y="55940"/>
                  </a:cubicBezTo>
                  <a:cubicBezTo>
                    <a:pt x="107863" y="17253"/>
                    <a:pt x="111327" y="3713"/>
                    <a:pt x="111327" y="2988"/>
                  </a:cubicBezTo>
                  <a:cubicBezTo>
                    <a:pt x="111327" y="86"/>
                    <a:pt x="108605" y="86"/>
                    <a:pt x="106130" y="86"/>
                  </a:cubicBezTo>
                  <a:cubicBezTo>
                    <a:pt x="102419" y="86"/>
                    <a:pt x="102171" y="86"/>
                    <a:pt x="100192" y="3471"/>
                  </a:cubicBezTo>
                  <a:cubicBezTo>
                    <a:pt x="92521" y="15319"/>
                    <a:pt x="89304" y="17253"/>
                    <a:pt x="84602" y="17253"/>
                  </a:cubicBezTo>
                  <a:cubicBezTo>
                    <a:pt x="79158" y="17253"/>
                    <a:pt x="75694" y="13868"/>
                    <a:pt x="71487" y="9758"/>
                  </a:cubicBezTo>
                  <a:cubicBezTo>
                    <a:pt x="66291" y="4438"/>
                    <a:pt x="61589" y="86"/>
                    <a:pt x="53176" y="86"/>
                  </a:cubicBezTo>
                  <a:cubicBezTo>
                    <a:pt x="33132" y="86"/>
                    <a:pt x="20017" y="21364"/>
                    <a:pt x="20017" y="28376"/>
                  </a:cubicBezTo>
                  <a:cubicBezTo>
                    <a:pt x="20017" y="31277"/>
                    <a:pt x="23234" y="31277"/>
                    <a:pt x="25214" y="31277"/>
                  </a:cubicBezTo>
                  <a:cubicBezTo>
                    <a:pt x="28431" y="31277"/>
                    <a:pt x="29421" y="31035"/>
                    <a:pt x="30410" y="28617"/>
                  </a:cubicBezTo>
                  <a:cubicBezTo>
                    <a:pt x="34865" y="17979"/>
                    <a:pt x="48227" y="17737"/>
                    <a:pt x="50701" y="17737"/>
                  </a:cubicBezTo>
                  <a:cubicBezTo>
                    <a:pt x="55898" y="17737"/>
                    <a:pt x="61589" y="19188"/>
                    <a:pt x="68023" y="21122"/>
                  </a:cubicBezTo>
                  <a:cubicBezTo>
                    <a:pt x="76436" y="23540"/>
                    <a:pt x="79158" y="23782"/>
                    <a:pt x="83365" y="24023"/>
                  </a:cubicBezTo>
                  <a:cubicBezTo>
                    <a:pt x="73467" y="33937"/>
                    <a:pt x="71240" y="36355"/>
                    <a:pt x="49217" y="54247"/>
                  </a:cubicBezTo>
                  <a:cubicBezTo>
                    <a:pt x="44020" y="58841"/>
                    <a:pt x="31648" y="68755"/>
                    <a:pt x="22245" y="78184"/>
                  </a:cubicBezTo>
                  <a:cubicBezTo>
                    <a:pt x="11109" y="89065"/>
                    <a:pt x="221" y="103572"/>
                    <a:pt x="221" y="106232"/>
                  </a:cubicBezTo>
                  <a:cubicBezTo>
                    <a:pt x="221" y="109134"/>
                    <a:pt x="2943" y="109134"/>
                    <a:pt x="5418" y="109134"/>
                  </a:cubicBezTo>
                  <a:cubicBezTo>
                    <a:pt x="9130" y="109134"/>
                    <a:pt x="9130" y="108892"/>
                    <a:pt x="10862" y="106232"/>
                  </a:cubicBezTo>
                  <a:cubicBezTo>
                    <a:pt x="14574" y="100913"/>
                    <a:pt x="22245" y="91966"/>
                    <a:pt x="31400" y="91966"/>
                  </a:cubicBezTo>
                  <a:cubicBezTo>
                    <a:pt x="36349" y="91966"/>
                    <a:pt x="39071" y="93659"/>
                    <a:pt x="44020" y="98737"/>
                  </a:cubicBezTo>
                  <a:cubicBezTo>
                    <a:pt x="50949" y="105265"/>
                    <a:pt x="55156" y="109134"/>
                    <a:pt x="63569" y="109134"/>
                  </a:cubicBezTo>
                  <a:cubicBezTo>
                    <a:pt x="89551" y="109134"/>
                    <a:pt x="106130" y="79877"/>
                    <a:pt x="106130" y="71656"/>
                  </a:cubicBezTo>
                  <a:cubicBezTo>
                    <a:pt x="106130" y="68513"/>
                    <a:pt x="103161" y="68513"/>
                    <a:pt x="100934" y="68513"/>
                  </a:cubicBezTo>
                  <a:cubicBezTo>
                    <a:pt x="96727" y="68513"/>
                    <a:pt x="96480" y="69238"/>
                    <a:pt x="95490" y="72140"/>
                  </a:cubicBezTo>
                  <a:cubicBezTo>
                    <a:pt x="90788" y="85196"/>
                    <a:pt x="76684" y="91483"/>
                    <a:pt x="66043" y="91483"/>
                  </a:cubicBezTo>
                  <a:cubicBezTo>
                    <a:pt x="60352" y="91483"/>
                    <a:pt x="54908" y="89790"/>
                    <a:pt x="48722" y="88098"/>
                  </a:cubicBezTo>
                  <a:cubicBezTo>
                    <a:pt x="38824" y="85196"/>
                    <a:pt x="36349" y="85196"/>
                    <a:pt x="28183" y="85196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08CDDA4-334D-40FA-1BF1-8E92D2F458F8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11224941" y="5079813"/>
              <a:ext cx="48429" cy="345414"/>
            </a:xfrm>
            <a:custGeom>
              <a:avLst/>
              <a:gdLst>
                <a:gd name="connsiteX0" fmla="*/ 48655 w 48429"/>
                <a:gd name="connsiteY0" fmla="*/ 345499 h 345414"/>
                <a:gd name="connsiteX1" fmla="*/ 48655 w 48429"/>
                <a:gd name="connsiteY1" fmla="*/ 331683 h 345414"/>
                <a:gd name="connsiteX2" fmla="*/ 14365 w 48429"/>
                <a:gd name="connsiteY2" fmla="*/ 331683 h 345414"/>
                <a:gd name="connsiteX3" fmla="*/ 14365 w 48429"/>
                <a:gd name="connsiteY3" fmla="*/ 13901 h 345414"/>
                <a:gd name="connsiteX4" fmla="*/ 48655 w 48429"/>
                <a:gd name="connsiteY4" fmla="*/ 13901 h 345414"/>
                <a:gd name="connsiteX5" fmla="*/ 48655 w 48429"/>
                <a:gd name="connsiteY5" fmla="*/ 85 h 345414"/>
                <a:gd name="connsiteX6" fmla="*/ 225 w 48429"/>
                <a:gd name="connsiteY6" fmla="*/ 85 h 345414"/>
                <a:gd name="connsiteX7" fmla="*/ 225 w 48429"/>
                <a:gd name="connsiteY7" fmla="*/ 345499 h 345414"/>
                <a:gd name="connsiteX8" fmla="*/ 48655 w 48429"/>
                <a:gd name="connsiteY8" fmla="*/ 345499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29" h="345414">
                  <a:moveTo>
                    <a:pt x="48655" y="345499"/>
                  </a:moveTo>
                  <a:lnTo>
                    <a:pt x="48655" y="331683"/>
                  </a:lnTo>
                  <a:lnTo>
                    <a:pt x="14365" y="331683"/>
                  </a:lnTo>
                  <a:lnTo>
                    <a:pt x="14365" y="13901"/>
                  </a:lnTo>
                  <a:lnTo>
                    <a:pt x="48655" y="13901"/>
                  </a:lnTo>
                  <a:lnTo>
                    <a:pt x="48655" y="85"/>
                  </a:lnTo>
                  <a:lnTo>
                    <a:pt x="225" y="85"/>
                  </a:lnTo>
                  <a:lnTo>
                    <a:pt x="225" y="345499"/>
                  </a:lnTo>
                  <a:lnTo>
                    <a:pt x="48655" y="34549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4767E93-0D6B-B40C-093E-56F8FC56B7F0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11289200" y="5185510"/>
              <a:ext cx="199021" cy="153364"/>
            </a:xfrm>
            <a:custGeom>
              <a:avLst/>
              <a:gdLst>
                <a:gd name="connsiteX0" fmla="*/ 114762 w 199021"/>
                <a:gd name="connsiteY0" fmla="*/ 68477 h 153364"/>
                <a:gd name="connsiteX1" fmla="*/ 156122 w 199021"/>
                <a:gd name="connsiteY1" fmla="*/ 23573 h 153364"/>
                <a:gd name="connsiteX2" fmla="*/ 192179 w 199021"/>
                <a:gd name="connsiteY2" fmla="*/ 16319 h 153364"/>
                <a:gd name="connsiteX3" fmla="*/ 192179 w 199021"/>
                <a:gd name="connsiteY3" fmla="*/ 85 h 153364"/>
                <a:gd name="connsiteX4" fmla="*/ 159657 w 199021"/>
                <a:gd name="connsiteY4" fmla="*/ 1121 h 153364"/>
                <a:gd name="connsiteX5" fmla="*/ 123247 w 199021"/>
                <a:gd name="connsiteY5" fmla="*/ 85 h 153364"/>
                <a:gd name="connsiteX6" fmla="*/ 123247 w 199021"/>
                <a:gd name="connsiteY6" fmla="*/ 16319 h 153364"/>
                <a:gd name="connsiteX7" fmla="*/ 136680 w 199021"/>
                <a:gd name="connsiteY7" fmla="*/ 19428 h 153364"/>
                <a:gd name="connsiteX8" fmla="*/ 133852 w 199021"/>
                <a:gd name="connsiteY8" fmla="*/ 23573 h 153364"/>
                <a:gd name="connsiteX9" fmla="*/ 104157 w 199021"/>
                <a:gd name="connsiteY9" fmla="*/ 56042 h 153364"/>
                <a:gd name="connsiteX10" fmla="*/ 69514 w 199021"/>
                <a:gd name="connsiteY10" fmla="*/ 16319 h 153364"/>
                <a:gd name="connsiteX11" fmla="*/ 83654 w 199021"/>
                <a:gd name="connsiteY11" fmla="*/ 16319 h 153364"/>
                <a:gd name="connsiteX12" fmla="*/ 83654 w 199021"/>
                <a:gd name="connsiteY12" fmla="*/ 85 h 153364"/>
                <a:gd name="connsiteX13" fmla="*/ 40881 w 199021"/>
                <a:gd name="connsiteY13" fmla="*/ 1121 h 153364"/>
                <a:gd name="connsiteX14" fmla="*/ 1996 w 199021"/>
                <a:gd name="connsiteY14" fmla="*/ 85 h 153364"/>
                <a:gd name="connsiteX15" fmla="*/ 1996 w 199021"/>
                <a:gd name="connsiteY15" fmla="*/ 16319 h 153364"/>
                <a:gd name="connsiteX16" fmla="*/ 27094 w 199021"/>
                <a:gd name="connsiteY16" fmla="*/ 16319 h 153364"/>
                <a:gd name="connsiteX17" fmla="*/ 82240 w 199021"/>
                <a:gd name="connsiteY17" fmla="*/ 79875 h 153364"/>
                <a:gd name="connsiteX18" fmla="*/ 35932 w 199021"/>
                <a:gd name="connsiteY18" fmla="*/ 130651 h 153364"/>
                <a:gd name="connsiteX19" fmla="*/ 228 w 199021"/>
                <a:gd name="connsiteY19" fmla="*/ 137214 h 153364"/>
                <a:gd name="connsiteX20" fmla="*/ 228 w 199021"/>
                <a:gd name="connsiteY20" fmla="*/ 153449 h 153364"/>
                <a:gd name="connsiteX21" fmla="*/ 32750 w 199021"/>
                <a:gd name="connsiteY21" fmla="*/ 152413 h 153364"/>
                <a:gd name="connsiteX22" fmla="*/ 69161 w 199021"/>
                <a:gd name="connsiteY22" fmla="*/ 153449 h 153364"/>
                <a:gd name="connsiteX23" fmla="*/ 69161 w 199021"/>
                <a:gd name="connsiteY23" fmla="*/ 137214 h 153364"/>
                <a:gd name="connsiteX24" fmla="*/ 56081 w 199021"/>
                <a:gd name="connsiteY24" fmla="*/ 133415 h 153364"/>
                <a:gd name="connsiteX25" fmla="*/ 58556 w 199021"/>
                <a:gd name="connsiteY25" fmla="*/ 129961 h 153364"/>
                <a:gd name="connsiteX26" fmla="*/ 92845 w 199021"/>
                <a:gd name="connsiteY26" fmla="*/ 92310 h 153364"/>
                <a:gd name="connsiteX27" fmla="*/ 131731 w 199021"/>
                <a:gd name="connsiteY27" fmla="*/ 137214 h 153364"/>
                <a:gd name="connsiteX28" fmla="*/ 117944 w 199021"/>
                <a:gd name="connsiteY28" fmla="*/ 137214 h 153364"/>
                <a:gd name="connsiteX29" fmla="*/ 117944 w 199021"/>
                <a:gd name="connsiteY29" fmla="*/ 153449 h 153364"/>
                <a:gd name="connsiteX30" fmla="*/ 160364 w 199021"/>
                <a:gd name="connsiteY30" fmla="*/ 152413 h 153364"/>
                <a:gd name="connsiteX31" fmla="*/ 199249 w 199021"/>
                <a:gd name="connsiteY31" fmla="*/ 153449 h 153364"/>
                <a:gd name="connsiteX32" fmla="*/ 199249 w 199021"/>
                <a:gd name="connsiteY32" fmla="*/ 137214 h 153364"/>
                <a:gd name="connsiteX33" fmla="*/ 174151 w 199021"/>
                <a:gd name="connsiteY33" fmla="*/ 137214 h 153364"/>
                <a:gd name="connsiteX34" fmla="*/ 114762 w 199021"/>
                <a:gd name="connsiteY34" fmla="*/ 68477 h 153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021" h="153364">
                  <a:moveTo>
                    <a:pt x="114762" y="68477"/>
                  </a:moveTo>
                  <a:lnTo>
                    <a:pt x="156122" y="23573"/>
                  </a:lnTo>
                  <a:cubicBezTo>
                    <a:pt x="160718" y="18737"/>
                    <a:pt x="162839" y="16319"/>
                    <a:pt x="192179" y="16319"/>
                  </a:cubicBezTo>
                  <a:lnTo>
                    <a:pt x="192179" y="85"/>
                  </a:lnTo>
                  <a:cubicBezTo>
                    <a:pt x="179807" y="775"/>
                    <a:pt x="161425" y="1121"/>
                    <a:pt x="159657" y="1121"/>
                  </a:cubicBezTo>
                  <a:cubicBezTo>
                    <a:pt x="150820" y="1121"/>
                    <a:pt x="133145" y="430"/>
                    <a:pt x="123247" y="85"/>
                  </a:cubicBezTo>
                  <a:lnTo>
                    <a:pt x="123247" y="16319"/>
                  </a:lnTo>
                  <a:cubicBezTo>
                    <a:pt x="128196" y="16319"/>
                    <a:pt x="132438" y="17010"/>
                    <a:pt x="136680" y="19428"/>
                  </a:cubicBezTo>
                  <a:cubicBezTo>
                    <a:pt x="135266" y="21500"/>
                    <a:pt x="135266" y="22191"/>
                    <a:pt x="133852" y="23573"/>
                  </a:cubicBezTo>
                  <a:lnTo>
                    <a:pt x="104157" y="56042"/>
                  </a:lnTo>
                  <a:lnTo>
                    <a:pt x="69514" y="16319"/>
                  </a:lnTo>
                  <a:lnTo>
                    <a:pt x="83654" y="16319"/>
                  </a:lnTo>
                  <a:lnTo>
                    <a:pt x="83654" y="85"/>
                  </a:lnTo>
                  <a:cubicBezTo>
                    <a:pt x="74463" y="430"/>
                    <a:pt x="52193" y="1121"/>
                    <a:pt x="40881" y="1121"/>
                  </a:cubicBezTo>
                  <a:cubicBezTo>
                    <a:pt x="29569" y="1121"/>
                    <a:pt x="13661" y="430"/>
                    <a:pt x="1996" y="85"/>
                  </a:cubicBezTo>
                  <a:lnTo>
                    <a:pt x="1996" y="16319"/>
                  </a:lnTo>
                  <a:lnTo>
                    <a:pt x="27094" y="16319"/>
                  </a:lnTo>
                  <a:lnTo>
                    <a:pt x="82240" y="79875"/>
                  </a:lnTo>
                  <a:lnTo>
                    <a:pt x="35932" y="130651"/>
                  </a:lnTo>
                  <a:cubicBezTo>
                    <a:pt x="29922" y="137214"/>
                    <a:pt x="17196" y="137214"/>
                    <a:pt x="228" y="137214"/>
                  </a:cubicBezTo>
                  <a:lnTo>
                    <a:pt x="228" y="153449"/>
                  </a:lnTo>
                  <a:cubicBezTo>
                    <a:pt x="12601" y="152758"/>
                    <a:pt x="30983" y="152413"/>
                    <a:pt x="32750" y="152413"/>
                  </a:cubicBezTo>
                  <a:cubicBezTo>
                    <a:pt x="41588" y="152413"/>
                    <a:pt x="62091" y="153103"/>
                    <a:pt x="69161" y="153449"/>
                  </a:cubicBezTo>
                  <a:lnTo>
                    <a:pt x="69161" y="137214"/>
                  </a:lnTo>
                  <a:cubicBezTo>
                    <a:pt x="62798" y="137214"/>
                    <a:pt x="56081" y="135487"/>
                    <a:pt x="56081" y="133415"/>
                  </a:cubicBezTo>
                  <a:cubicBezTo>
                    <a:pt x="56081" y="133069"/>
                    <a:pt x="56081" y="132724"/>
                    <a:pt x="58556" y="129961"/>
                  </a:cubicBezTo>
                  <a:lnTo>
                    <a:pt x="92845" y="92310"/>
                  </a:lnTo>
                  <a:lnTo>
                    <a:pt x="131731" y="137214"/>
                  </a:lnTo>
                  <a:lnTo>
                    <a:pt x="117944" y="137214"/>
                  </a:lnTo>
                  <a:lnTo>
                    <a:pt x="117944" y="153449"/>
                  </a:lnTo>
                  <a:cubicBezTo>
                    <a:pt x="127135" y="153103"/>
                    <a:pt x="148699" y="152413"/>
                    <a:pt x="160364" y="152413"/>
                  </a:cubicBezTo>
                  <a:cubicBezTo>
                    <a:pt x="171676" y="152413"/>
                    <a:pt x="187584" y="153103"/>
                    <a:pt x="199249" y="153449"/>
                  </a:cubicBezTo>
                  <a:lnTo>
                    <a:pt x="199249" y="137214"/>
                  </a:lnTo>
                  <a:lnTo>
                    <a:pt x="174151" y="137214"/>
                  </a:lnTo>
                  <a:lnTo>
                    <a:pt x="114762" y="68477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40A4734-89BF-9969-8747-317E7FB6F384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11506370" y="5239567"/>
              <a:ext cx="83638" cy="153536"/>
            </a:xfrm>
            <a:custGeom>
              <a:avLst/>
              <a:gdLst>
                <a:gd name="connsiteX0" fmla="*/ 50714 w 83638"/>
                <a:gd name="connsiteY0" fmla="*/ 55698 h 153536"/>
                <a:gd name="connsiteX1" fmla="*/ 75954 w 83638"/>
                <a:gd name="connsiteY1" fmla="*/ 55698 h 153536"/>
                <a:gd name="connsiteX2" fmla="*/ 83872 w 83638"/>
                <a:gd name="connsiteY2" fmla="*/ 50379 h 153536"/>
                <a:gd name="connsiteX3" fmla="*/ 76449 w 83638"/>
                <a:gd name="connsiteY3" fmla="*/ 46993 h 153536"/>
                <a:gd name="connsiteX4" fmla="*/ 52941 w 83638"/>
                <a:gd name="connsiteY4" fmla="*/ 46993 h 153536"/>
                <a:gd name="connsiteX5" fmla="*/ 62097 w 83638"/>
                <a:gd name="connsiteY5" fmla="*/ 11209 h 153536"/>
                <a:gd name="connsiteX6" fmla="*/ 62839 w 83638"/>
                <a:gd name="connsiteY6" fmla="*/ 7823 h 153536"/>
                <a:gd name="connsiteX7" fmla="*/ 54426 w 83638"/>
                <a:gd name="connsiteY7" fmla="*/ 86 h 153536"/>
                <a:gd name="connsiteX8" fmla="*/ 42796 w 83638"/>
                <a:gd name="connsiteY8" fmla="*/ 10483 h 153536"/>
                <a:gd name="connsiteX9" fmla="*/ 33392 w 83638"/>
                <a:gd name="connsiteY9" fmla="*/ 46993 h 153536"/>
                <a:gd name="connsiteX10" fmla="*/ 8153 w 83638"/>
                <a:gd name="connsiteY10" fmla="*/ 46993 h 153536"/>
                <a:gd name="connsiteX11" fmla="*/ 234 w 83638"/>
                <a:gd name="connsiteY11" fmla="*/ 52313 h 153536"/>
                <a:gd name="connsiteX12" fmla="*/ 7658 w 83638"/>
                <a:gd name="connsiteY12" fmla="*/ 55698 h 153536"/>
                <a:gd name="connsiteX13" fmla="*/ 31165 w 83638"/>
                <a:gd name="connsiteY13" fmla="*/ 55698 h 153536"/>
                <a:gd name="connsiteX14" fmla="*/ 16566 w 83638"/>
                <a:gd name="connsiteY14" fmla="*/ 112760 h 153536"/>
                <a:gd name="connsiteX15" fmla="*/ 12854 w 83638"/>
                <a:gd name="connsiteY15" fmla="*/ 130653 h 153536"/>
                <a:gd name="connsiteX16" fmla="*/ 39331 w 83638"/>
                <a:gd name="connsiteY16" fmla="*/ 153623 h 153536"/>
                <a:gd name="connsiteX17" fmla="*/ 82388 w 83638"/>
                <a:gd name="connsiteY17" fmla="*/ 116629 h 153536"/>
                <a:gd name="connsiteX18" fmla="*/ 78429 w 83638"/>
                <a:gd name="connsiteY18" fmla="*/ 113486 h 153536"/>
                <a:gd name="connsiteX19" fmla="*/ 73232 w 83638"/>
                <a:gd name="connsiteY19" fmla="*/ 118080 h 153536"/>
                <a:gd name="connsiteX20" fmla="*/ 40074 w 83638"/>
                <a:gd name="connsiteY20" fmla="*/ 146853 h 153536"/>
                <a:gd name="connsiteX21" fmla="*/ 31413 w 83638"/>
                <a:gd name="connsiteY21" fmla="*/ 135005 h 153536"/>
                <a:gd name="connsiteX22" fmla="*/ 32898 w 83638"/>
                <a:gd name="connsiteY22" fmla="*/ 125092 h 153536"/>
                <a:gd name="connsiteX23" fmla="*/ 50714 w 83638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38" h="153536">
                  <a:moveTo>
                    <a:pt x="50714" y="55698"/>
                  </a:moveTo>
                  <a:lnTo>
                    <a:pt x="75954" y="55698"/>
                  </a:lnTo>
                  <a:cubicBezTo>
                    <a:pt x="80656" y="55698"/>
                    <a:pt x="83872" y="55698"/>
                    <a:pt x="83872" y="50379"/>
                  </a:cubicBezTo>
                  <a:cubicBezTo>
                    <a:pt x="83872" y="46993"/>
                    <a:pt x="80656" y="46993"/>
                    <a:pt x="76449" y="46993"/>
                  </a:cubicBezTo>
                  <a:lnTo>
                    <a:pt x="52941" y="46993"/>
                  </a:lnTo>
                  <a:lnTo>
                    <a:pt x="62097" y="11209"/>
                  </a:lnTo>
                  <a:cubicBezTo>
                    <a:pt x="62344" y="10000"/>
                    <a:pt x="62839" y="8791"/>
                    <a:pt x="62839" y="7823"/>
                  </a:cubicBezTo>
                  <a:cubicBezTo>
                    <a:pt x="62839" y="3471"/>
                    <a:pt x="59375" y="86"/>
                    <a:pt x="54426" y="86"/>
                  </a:cubicBezTo>
                  <a:cubicBezTo>
                    <a:pt x="48240" y="86"/>
                    <a:pt x="44528" y="4197"/>
                    <a:pt x="42796" y="10483"/>
                  </a:cubicBezTo>
                  <a:cubicBezTo>
                    <a:pt x="41063" y="16528"/>
                    <a:pt x="44280" y="4922"/>
                    <a:pt x="33392" y="46993"/>
                  </a:cubicBezTo>
                  <a:lnTo>
                    <a:pt x="8153" y="46993"/>
                  </a:lnTo>
                  <a:cubicBezTo>
                    <a:pt x="3451" y="46993"/>
                    <a:pt x="234" y="46993"/>
                    <a:pt x="234" y="52313"/>
                  </a:cubicBezTo>
                  <a:cubicBezTo>
                    <a:pt x="234" y="55698"/>
                    <a:pt x="3203" y="55698"/>
                    <a:pt x="7658" y="55698"/>
                  </a:cubicBezTo>
                  <a:lnTo>
                    <a:pt x="31165" y="55698"/>
                  </a:lnTo>
                  <a:lnTo>
                    <a:pt x="16566" y="112760"/>
                  </a:lnTo>
                  <a:cubicBezTo>
                    <a:pt x="15081" y="118805"/>
                    <a:pt x="12854" y="127510"/>
                    <a:pt x="12854" y="130653"/>
                  </a:cubicBezTo>
                  <a:cubicBezTo>
                    <a:pt x="12854" y="144919"/>
                    <a:pt x="25227" y="153623"/>
                    <a:pt x="39331" y="153623"/>
                  </a:cubicBezTo>
                  <a:cubicBezTo>
                    <a:pt x="66798" y="153623"/>
                    <a:pt x="82388" y="119772"/>
                    <a:pt x="82388" y="116629"/>
                  </a:cubicBezTo>
                  <a:cubicBezTo>
                    <a:pt x="82388" y="113486"/>
                    <a:pt x="79171" y="113486"/>
                    <a:pt x="78429" y="113486"/>
                  </a:cubicBezTo>
                  <a:cubicBezTo>
                    <a:pt x="75459" y="113486"/>
                    <a:pt x="75212" y="113969"/>
                    <a:pt x="73232" y="118080"/>
                  </a:cubicBezTo>
                  <a:cubicBezTo>
                    <a:pt x="66303" y="133313"/>
                    <a:pt x="53683" y="146853"/>
                    <a:pt x="40074" y="146853"/>
                  </a:cubicBezTo>
                  <a:cubicBezTo>
                    <a:pt x="34877" y="146853"/>
                    <a:pt x="31413" y="143710"/>
                    <a:pt x="31413" y="135005"/>
                  </a:cubicBezTo>
                  <a:cubicBezTo>
                    <a:pt x="31413" y="132587"/>
                    <a:pt x="32403" y="127510"/>
                    <a:pt x="32898" y="125092"/>
                  </a:cubicBezTo>
                  <a:lnTo>
                    <a:pt x="50714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C4DDB11-8A7F-377B-AEE2-EA7A0BE77188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11650841" y="5190001"/>
              <a:ext cx="38531" cy="215538"/>
            </a:xfrm>
            <a:custGeom>
              <a:avLst/>
              <a:gdLst>
                <a:gd name="connsiteX0" fmla="*/ 37709 w 38531"/>
                <a:gd name="connsiteY0" fmla="*/ 18392 h 215538"/>
                <a:gd name="connsiteX1" fmla="*/ 18973 w 38531"/>
                <a:gd name="connsiteY1" fmla="*/ 85 h 215538"/>
                <a:gd name="connsiteX2" fmla="*/ 238 w 38531"/>
                <a:gd name="connsiteY2" fmla="*/ 18392 h 215538"/>
                <a:gd name="connsiteX3" fmla="*/ 18973 w 38531"/>
                <a:gd name="connsiteY3" fmla="*/ 36699 h 215538"/>
                <a:gd name="connsiteX4" fmla="*/ 37709 w 38531"/>
                <a:gd name="connsiteY4" fmla="*/ 18392 h 215538"/>
                <a:gd name="connsiteX5" fmla="*/ 30992 w 38531"/>
                <a:gd name="connsiteY5" fmla="*/ 145159 h 215538"/>
                <a:gd name="connsiteX6" fmla="*/ 8368 w 38531"/>
                <a:gd name="connsiteY6" fmla="*/ 207334 h 215538"/>
                <a:gd name="connsiteX7" fmla="*/ 5894 w 38531"/>
                <a:gd name="connsiteY7" fmla="*/ 211824 h 215538"/>
                <a:gd name="connsiteX8" fmla="*/ 9429 w 38531"/>
                <a:gd name="connsiteY8" fmla="*/ 215623 h 215538"/>
                <a:gd name="connsiteX9" fmla="*/ 38769 w 38531"/>
                <a:gd name="connsiteY9" fmla="*/ 147922 h 215538"/>
                <a:gd name="connsiteX10" fmla="*/ 18973 w 38531"/>
                <a:gd name="connsiteY10" fmla="*/ 112344 h 215538"/>
                <a:gd name="connsiteX11" fmla="*/ 238 w 38531"/>
                <a:gd name="connsiteY11" fmla="*/ 130651 h 215538"/>
                <a:gd name="connsiteX12" fmla="*/ 18973 w 38531"/>
                <a:gd name="connsiteY12" fmla="*/ 148958 h 215538"/>
                <a:gd name="connsiteX13" fmla="*/ 21801 w 38531"/>
                <a:gd name="connsiteY13" fmla="*/ 148613 h 215538"/>
                <a:gd name="connsiteX14" fmla="*/ 30992 w 38531"/>
                <a:gd name="connsiteY14" fmla="*/ 145159 h 215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31" h="215538">
                  <a:moveTo>
                    <a:pt x="37709" y="18392"/>
                  </a:moveTo>
                  <a:cubicBezTo>
                    <a:pt x="37709" y="8375"/>
                    <a:pt x="29225" y="85"/>
                    <a:pt x="18973" y="85"/>
                  </a:cubicBezTo>
                  <a:cubicBezTo>
                    <a:pt x="8722" y="85"/>
                    <a:pt x="238" y="8375"/>
                    <a:pt x="238" y="18392"/>
                  </a:cubicBezTo>
                  <a:cubicBezTo>
                    <a:pt x="238" y="28409"/>
                    <a:pt x="8722" y="36699"/>
                    <a:pt x="18973" y="36699"/>
                  </a:cubicBezTo>
                  <a:cubicBezTo>
                    <a:pt x="29225" y="36699"/>
                    <a:pt x="37709" y="28409"/>
                    <a:pt x="37709" y="18392"/>
                  </a:cubicBezTo>
                  <a:close/>
                  <a:moveTo>
                    <a:pt x="30992" y="145159"/>
                  </a:moveTo>
                  <a:cubicBezTo>
                    <a:pt x="30992" y="154830"/>
                    <a:pt x="30992" y="181773"/>
                    <a:pt x="8368" y="207334"/>
                  </a:cubicBezTo>
                  <a:cubicBezTo>
                    <a:pt x="5894" y="210097"/>
                    <a:pt x="5894" y="210788"/>
                    <a:pt x="5894" y="211824"/>
                  </a:cubicBezTo>
                  <a:cubicBezTo>
                    <a:pt x="5894" y="214242"/>
                    <a:pt x="7661" y="215623"/>
                    <a:pt x="9429" y="215623"/>
                  </a:cubicBezTo>
                  <a:cubicBezTo>
                    <a:pt x="13317" y="215623"/>
                    <a:pt x="38769" y="187990"/>
                    <a:pt x="38769" y="147922"/>
                  </a:cubicBezTo>
                  <a:cubicBezTo>
                    <a:pt x="38769" y="137905"/>
                    <a:pt x="38062" y="112344"/>
                    <a:pt x="18973" y="112344"/>
                  </a:cubicBezTo>
                  <a:cubicBezTo>
                    <a:pt x="6601" y="112344"/>
                    <a:pt x="238" y="121671"/>
                    <a:pt x="238" y="130651"/>
                  </a:cubicBezTo>
                  <a:cubicBezTo>
                    <a:pt x="238" y="139632"/>
                    <a:pt x="6247" y="148958"/>
                    <a:pt x="18973" y="148958"/>
                  </a:cubicBezTo>
                  <a:cubicBezTo>
                    <a:pt x="20741" y="148958"/>
                    <a:pt x="21448" y="148958"/>
                    <a:pt x="21801" y="148613"/>
                  </a:cubicBezTo>
                  <a:cubicBezTo>
                    <a:pt x="24276" y="148268"/>
                    <a:pt x="28164" y="147577"/>
                    <a:pt x="30992" y="145159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96AAEA8-25A0-CA26-185C-469EFD42ADEC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11793458" y="5099157"/>
              <a:ext cx="201495" cy="239717"/>
            </a:xfrm>
            <a:custGeom>
              <a:avLst/>
              <a:gdLst>
                <a:gd name="connsiteX0" fmla="*/ 24634 w 201495"/>
                <a:gd name="connsiteY0" fmla="*/ 223568 h 239717"/>
                <a:gd name="connsiteX1" fmla="*/ 242 w 201495"/>
                <a:gd name="connsiteY1" fmla="*/ 223568 h 239717"/>
                <a:gd name="connsiteX2" fmla="*/ 242 w 201495"/>
                <a:gd name="connsiteY2" fmla="*/ 239802 h 239717"/>
                <a:gd name="connsiteX3" fmla="*/ 44783 w 201495"/>
                <a:gd name="connsiteY3" fmla="*/ 238766 h 239717"/>
                <a:gd name="connsiteX4" fmla="*/ 89324 w 201495"/>
                <a:gd name="connsiteY4" fmla="*/ 239802 h 239717"/>
                <a:gd name="connsiteX5" fmla="*/ 89324 w 201495"/>
                <a:gd name="connsiteY5" fmla="*/ 223568 h 239717"/>
                <a:gd name="connsiteX6" fmla="*/ 64933 w 201495"/>
                <a:gd name="connsiteY6" fmla="*/ 223568 h 239717"/>
                <a:gd name="connsiteX7" fmla="*/ 64933 w 201495"/>
                <a:gd name="connsiteY7" fmla="*/ 151376 h 239717"/>
                <a:gd name="connsiteX8" fmla="*/ 117604 w 201495"/>
                <a:gd name="connsiteY8" fmla="*/ 96801 h 239717"/>
                <a:gd name="connsiteX9" fmla="*/ 137047 w 201495"/>
                <a:gd name="connsiteY9" fmla="*/ 130306 h 239717"/>
                <a:gd name="connsiteX10" fmla="*/ 137047 w 201495"/>
                <a:gd name="connsiteY10" fmla="*/ 223568 h 239717"/>
                <a:gd name="connsiteX11" fmla="*/ 112655 w 201495"/>
                <a:gd name="connsiteY11" fmla="*/ 223568 h 239717"/>
                <a:gd name="connsiteX12" fmla="*/ 112655 w 201495"/>
                <a:gd name="connsiteY12" fmla="*/ 239802 h 239717"/>
                <a:gd name="connsiteX13" fmla="*/ 157197 w 201495"/>
                <a:gd name="connsiteY13" fmla="*/ 238766 h 239717"/>
                <a:gd name="connsiteX14" fmla="*/ 201738 w 201495"/>
                <a:gd name="connsiteY14" fmla="*/ 239802 h 239717"/>
                <a:gd name="connsiteX15" fmla="*/ 201738 w 201495"/>
                <a:gd name="connsiteY15" fmla="*/ 223568 h 239717"/>
                <a:gd name="connsiteX16" fmla="*/ 177346 w 201495"/>
                <a:gd name="connsiteY16" fmla="*/ 223568 h 239717"/>
                <a:gd name="connsiteX17" fmla="*/ 177346 w 201495"/>
                <a:gd name="connsiteY17" fmla="*/ 134106 h 239717"/>
                <a:gd name="connsiteX18" fmla="*/ 122907 w 201495"/>
                <a:gd name="connsiteY18" fmla="*/ 84366 h 239717"/>
                <a:gd name="connsiteX19" fmla="*/ 62812 w 201495"/>
                <a:gd name="connsiteY19" fmla="*/ 118217 h 239717"/>
                <a:gd name="connsiteX20" fmla="*/ 62812 w 201495"/>
                <a:gd name="connsiteY20" fmla="*/ 85 h 239717"/>
                <a:gd name="connsiteX21" fmla="*/ 242 w 201495"/>
                <a:gd name="connsiteY21" fmla="*/ 2848 h 239717"/>
                <a:gd name="connsiteX22" fmla="*/ 242 w 201495"/>
                <a:gd name="connsiteY22" fmla="*/ 19082 h 239717"/>
                <a:gd name="connsiteX23" fmla="*/ 24634 w 201495"/>
                <a:gd name="connsiteY23" fmla="*/ 32554 h 239717"/>
                <a:gd name="connsiteX24" fmla="*/ 24634 w 201495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495" h="239717">
                  <a:moveTo>
                    <a:pt x="24634" y="223568"/>
                  </a:moveTo>
                  <a:lnTo>
                    <a:pt x="242" y="223568"/>
                  </a:lnTo>
                  <a:lnTo>
                    <a:pt x="242" y="239802"/>
                  </a:lnTo>
                  <a:cubicBezTo>
                    <a:pt x="10140" y="239457"/>
                    <a:pt x="31350" y="238766"/>
                    <a:pt x="44783" y="238766"/>
                  </a:cubicBezTo>
                  <a:cubicBezTo>
                    <a:pt x="58570" y="238766"/>
                    <a:pt x="79426" y="239457"/>
                    <a:pt x="89324" y="239802"/>
                  </a:cubicBezTo>
                  <a:lnTo>
                    <a:pt x="89324" y="223568"/>
                  </a:lnTo>
                  <a:lnTo>
                    <a:pt x="64933" y="223568"/>
                  </a:lnTo>
                  <a:lnTo>
                    <a:pt x="64933" y="151376"/>
                  </a:lnTo>
                  <a:cubicBezTo>
                    <a:pt x="64933" y="113726"/>
                    <a:pt x="95334" y="96801"/>
                    <a:pt x="117604" y="96801"/>
                  </a:cubicBezTo>
                  <a:cubicBezTo>
                    <a:pt x="129624" y="96801"/>
                    <a:pt x="137047" y="104054"/>
                    <a:pt x="137047" y="130306"/>
                  </a:cubicBezTo>
                  <a:lnTo>
                    <a:pt x="137047" y="223568"/>
                  </a:lnTo>
                  <a:lnTo>
                    <a:pt x="112655" y="223568"/>
                  </a:lnTo>
                  <a:lnTo>
                    <a:pt x="112655" y="239802"/>
                  </a:lnTo>
                  <a:cubicBezTo>
                    <a:pt x="122553" y="239457"/>
                    <a:pt x="143764" y="238766"/>
                    <a:pt x="157197" y="238766"/>
                  </a:cubicBezTo>
                  <a:cubicBezTo>
                    <a:pt x="170983" y="238766"/>
                    <a:pt x="191840" y="239457"/>
                    <a:pt x="201738" y="239802"/>
                  </a:cubicBezTo>
                  <a:lnTo>
                    <a:pt x="201738" y="223568"/>
                  </a:lnTo>
                  <a:lnTo>
                    <a:pt x="177346" y="223568"/>
                  </a:lnTo>
                  <a:lnTo>
                    <a:pt x="177346" y="134106"/>
                  </a:lnTo>
                  <a:cubicBezTo>
                    <a:pt x="177346" y="97837"/>
                    <a:pt x="158257" y="84366"/>
                    <a:pt x="122907" y="84366"/>
                  </a:cubicBezTo>
                  <a:cubicBezTo>
                    <a:pt x="88971" y="84366"/>
                    <a:pt x="70942" y="104400"/>
                    <a:pt x="62812" y="118217"/>
                  </a:cubicBezTo>
                  <a:lnTo>
                    <a:pt x="62812" y="85"/>
                  </a:lnTo>
                  <a:lnTo>
                    <a:pt x="242" y="2848"/>
                  </a:lnTo>
                  <a:lnTo>
                    <a:pt x="242" y="19082"/>
                  </a:lnTo>
                  <a:cubicBezTo>
                    <a:pt x="22159" y="19082"/>
                    <a:pt x="24634" y="19082"/>
                    <a:pt x="24634" y="32554"/>
                  </a:cubicBezTo>
                  <a:lnTo>
                    <a:pt x="24634" y="22356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F4306DC-E455-13A6-4D3A-95203524E199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12013790" y="5239567"/>
              <a:ext cx="83638" cy="153536"/>
            </a:xfrm>
            <a:custGeom>
              <a:avLst/>
              <a:gdLst>
                <a:gd name="connsiteX0" fmla="*/ 50728 w 83638"/>
                <a:gd name="connsiteY0" fmla="*/ 55698 h 153536"/>
                <a:gd name="connsiteX1" fmla="*/ 75968 w 83638"/>
                <a:gd name="connsiteY1" fmla="*/ 55698 h 153536"/>
                <a:gd name="connsiteX2" fmla="*/ 83887 w 83638"/>
                <a:gd name="connsiteY2" fmla="*/ 50379 h 153536"/>
                <a:gd name="connsiteX3" fmla="*/ 76463 w 83638"/>
                <a:gd name="connsiteY3" fmla="*/ 46993 h 153536"/>
                <a:gd name="connsiteX4" fmla="*/ 52955 w 83638"/>
                <a:gd name="connsiteY4" fmla="*/ 46993 h 153536"/>
                <a:gd name="connsiteX5" fmla="*/ 62111 w 83638"/>
                <a:gd name="connsiteY5" fmla="*/ 11209 h 153536"/>
                <a:gd name="connsiteX6" fmla="*/ 62853 w 83638"/>
                <a:gd name="connsiteY6" fmla="*/ 7823 h 153536"/>
                <a:gd name="connsiteX7" fmla="*/ 54440 w 83638"/>
                <a:gd name="connsiteY7" fmla="*/ 86 h 153536"/>
                <a:gd name="connsiteX8" fmla="*/ 42810 w 83638"/>
                <a:gd name="connsiteY8" fmla="*/ 10483 h 153536"/>
                <a:gd name="connsiteX9" fmla="*/ 33407 w 83638"/>
                <a:gd name="connsiteY9" fmla="*/ 46993 h 153536"/>
                <a:gd name="connsiteX10" fmla="*/ 8167 w 83638"/>
                <a:gd name="connsiteY10" fmla="*/ 46993 h 153536"/>
                <a:gd name="connsiteX11" fmla="*/ 248 w 83638"/>
                <a:gd name="connsiteY11" fmla="*/ 52313 h 153536"/>
                <a:gd name="connsiteX12" fmla="*/ 7672 w 83638"/>
                <a:gd name="connsiteY12" fmla="*/ 55698 h 153536"/>
                <a:gd name="connsiteX13" fmla="*/ 31180 w 83638"/>
                <a:gd name="connsiteY13" fmla="*/ 55698 h 153536"/>
                <a:gd name="connsiteX14" fmla="*/ 16580 w 83638"/>
                <a:gd name="connsiteY14" fmla="*/ 112760 h 153536"/>
                <a:gd name="connsiteX15" fmla="*/ 12868 w 83638"/>
                <a:gd name="connsiteY15" fmla="*/ 130653 h 153536"/>
                <a:gd name="connsiteX16" fmla="*/ 39346 w 83638"/>
                <a:gd name="connsiteY16" fmla="*/ 153623 h 153536"/>
                <a:gd name="connsiteX17" fmla="*/ 82402 w 83638"/>
                <a:gd name="connsiteY17" fmla="*/ 116629 h 153536"/>
                <a:gd name="connsiteX18" fmla="*/ 78443 w 83638"/>
                <a:gd name="connsiteY18" fmla="*/ 113486 h 153536"/>
                <a:gd name="connsiteX19" fmla="*/ 73246 w 83638"/>
                <a:gd name="connsiteY19" fmla="*/ 118080 h 153536"/>
                <a:gd name="connsiteX20" fmla="*/ 40088 w 83638"/>
                <a:gd name="connsiteY20" fmla="*/ 146853 h 153536"/>
                <a:gd name="connsiteX21" fmla="*/ 31427 w 83638"/>
                <a:gd name="connsiteY21" fmla="*/ 135005 h 153536"/>
                <a:gd name="connsiteX22" fmla="*/ 32912 w 83638"/>
                <a:gd name="connsiteY22" fmla="*/ 125092 h 153536"/>
                <a:gd name="connsiteX23" fmla="*/ 50728 w 83638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38" h="153536">
                  <a:moveTo>
                    <a:pt x="50728" y="55698"/>
                  </a:moveTo>
                  <a:lnTo>
                    <a:pt x="75968" y="55698"/>
                  </a:lnTo>
                  <a:cubicBezTo>
                    <a:pt x="80670" y="55698"/>
                    <a:pt x="83887" y="55698"/>
                    <a:pt x="83887" y="50379"/>
                  </a:cubicBezTo>
                  <a:cubicBezTo>
                    <a:pt x="83887" y="46993"/>
                    <a:pt x="80670" y="46993"/>
                    <a:pt x="76463" y="46993"/>
                  </a:cubicBezTo>
                  <a:lnTo>
                    <a:pt x="52955" y="46993"/>
                  </a:lnTo>
                  <a:lnTo>
                    <a:pt x="62111" y="11209"/>
                  </a:lnTo>
                  <a:cubicBezTo>
                    <a:pt x="62359" y="10000"/>
                    <a:pt x="62853" y="8791"/>
                    <a:pt x="62853" y="7823"/>
                  </a:cubicBezTo>
                  <a:cubicBezTo>
                    <a:pt x="62853" y="3471"/>
                    <a:pt x="59389" y="86"/>
                    <a:pt x="54440" y="86"/>
                  </a:cubicBezTo>
                  <a:cubicBezTo>
                    <a:pt x="48254" y="86"/>
                    <a:pt x="44542" y="4197"/>
                    <a:pt x="42810" y="10483"/>
                  </a:cubicBezTo>
                  <a:cubicBezTo>
                    <a:pt x="41078" y="16528"/>
                    <a:pt x="44295" y="4922"/>
                    <a:pt x="33407" y="46993"/>
                  </a:cubicBezTo>
                  <a:lnTo>
                    <a:pt x="8167" y="46993"/>
                  </a:lnTo>
                  <a:cubicBezTo>
                    <a:pt x="3465" y="46993"/>
                    <a:pt x="248" y="46993"/>
                    <a:pt x="248" y="52313"/>
                  </a:cubicBezTo>
                  <a:cubicBezTo>
                    <a:pt x="248" y="55698"/>
                    <a:pt x="3218" y="55698"/>
                    <a:pt x="7672" y="55698"/>
                  </a:cubicBezTo>
                  <a:lnTo>
                    <a:pt x="31180" y="55698"/>
                  </a:lnTo>
                  <a:lnTo>
                    <a:pt x="16580" y="112760"/>
                  </a:lnTo>
                  <a:cubicBezTo>
                    <a:pt x="15095" y="118805"/>
                    <a:pt x="12868" y="127510"/>
                    <a:pt x="12868" y="130653"/>
                  </a:cubicBezTo>
                  <a:cubicBezTo>
                    <a:pt x="12868" y="144919"/>
                    <a:pt x="25241" y="153623"/>
                    <a:pt x="39346" y="153623"/>
                  </a:cubicBezTo>
                  <a:cubicBezTo>
                    <a:pt x="66813" y="153623"/>
                    <a:pt x="82402" y="119772"/>
                    <a:pt x="82402" y="116629"/>
                  </a:cubicBezTo>
                  <a:cubicBezTo>
                    <a:pt x="82402" y="113486"/>
                    <a:pt x="79185" y="113486"/>
                    <a:pt x="78443" y="113486"/>
                  </a:cubicBezTo>
                  <a:cubicBezTo>
                    <a:pt x="75473" y="113486"/>
                    <a:pt x="75226" y="113969"/>
                    <a:pt x="73246" y="118080"/>
                  </a:cubicBezTo>
                  <a:cubicBezTo>
                    <a:pt x="66318" y="133313"/>
                    <a:pt x="53698" y="146853"/>
                    <a:pt x="40088" y="146853"/>
                  </a:cubicBezTo>
                  <a:cubicBezTo>
                    <a:pt x="34892" y="146853"/>
                    <a:pt x="31427" y="143710"/>
                    <a:pt x="31427" y="135005"/>
                  </a:cubicBezTo>
                  <a:cubicBezTo>
                    <a:pt x="31427" y="132587"/>
                    <a:pt x="32417" y="127510"/>
                    <a:pt x="32912" y="125092"/>
                  </a:cubicBezTo>
                  <a:lnTo>
                    <a:pt x="50728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0E7073A-F607-9EA6-DA39-C1DCBF265A5A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12136910" y="5324194"/>
              <a:ext cx="167276" cy="11847"/>
            </a:xfrm>
            <a:custGeom>
              <a:avLst/>
              <a:gdLst>
                <a:gd name="connsiteX0" fmla="*/ 157630 w 167276"/>
                <a:gd name="connsiteY0" fmla="*/ 11934 h 11847"/>
                <a:gd name="connsiteX1" fmla="*/ 167528 w 167276"/>
                <a:gd name="connsiteY1" fmla="*/ 6131 h 11847"/>
                <a:gd name="connsiteX2" fmla="*/ 157630 w 167276"/>
                <a:gd name="connsiteY2" fmla="*/ 86 h 11847"/>
                <a:gd name="connsiteX3" fmla="*/ 10149 w 167276"/>
                <a:gd name="connsiteY3" fmla="*/ 86 h 11847"/>
                <a:gd name="connsiteX4" fmla="*/ 251 w 167276"/>
                <a:gd name="connsiteY4" fmla="*/ 5889 h 11847"/>
                <a:gd name="connsiteX5" fmla="*/ 10149 w 167276"/>
                <a:gd name="connsiteY5" fmla="*/ 11934 h 11847"/>
                <a:gd name="connsiteX6" fmla="*/ 157630 w 167276"/>
                <a:gd name="connsiteY6" fmla="*/ 11934 h 11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276" h="11847">
                  <a:moveTo>
                    <a:pt x="157630" y="11934"/>
                  </a:moveTo>
                  <a:cubicBezTo>
                    <a:pt x="161589" y="11934"/>
                    <a:pt x="167528" y="11934"/>
                    <a:pt x="167528" y="6131"/>
                  </a:cubicBezTo>
                  <a:cubicBezTo>
                    <a:pt x="167528" y="86"/>
                    <a:pt x="161837" y="86"/>
                    <a:pt x="157630" y="86"/>
                  </a:cubicBezTo>
                  <a:lnTo>
                    <a:pt x="10149" y="86"/>
                  </a:lnTo>
                  <a:cubicBezTo>
                    <a:pt x="6190" y="86"/>
                    <a:pt x="251" y="86"/>
                    <a:pt x="251" y="5889"/>
                  </a:cubicBezTo>
                  <a:cubicBezTo>
                    <a:pt x="251" y="11934"/>
                    <a:pt x="5943" y="11934"/>
                    <a:pt x="10149" y="11934"/>
                  </a:cubicBezTo>
                  <a:lnTo>
                    <a:pt x="157630" y="11934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403E86D0-D717-F64F-AB15-4CF116260644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12358096" y="5230137"/>
              <a:ext cx="90072" cy="160548"/>
            </a:xfrm>
            <a:custGeom>
              <a:avLst/>
              <a:gdLst>
                <a:gd name="connsiteX0" fmla="*/ 56182 w 90072"/>
                <a:gd name="connsiteY0" fmla="*/ 6856 h 160548"/>
                <a:gd name="connsiteX1" fmla="*/ 48758 w 90072"/>
                <a:gd name="connsiteY1" fmla="*/ 86 h 160548"/>
                <a:gd name="connsiteX2" fmla="*/ 258 w 90072"/>
                <a:gd name="connsiteY2" fmla="*/ 15561 h 160548"/>
                <a:gd name="connsiteX3" fmla="*/ 258 w 90072"/>
                <a:gd name="connsiteY3" fmla="*/ 24265 h 160548"/>
                <a:gd name="connsiteX4" fmla="*/ 36138 w 90072"/>
                <a:gd name="connsiteY4" fmla="*/ 17495 h 160548"/>
                <a:gd name="connsiteX5" fmla="*/ 36138 w 90072"/>
                <a:gd name="connsiteY5" fmla="*/ 140808 h 160548"/>
                <a:gd name="connsiteX6" fmla="*/ 11393 w 90072"/>
                <a:gd name="connsiteY6" fmla="*/ 151930 h 160548"/>
                <a:gd name="connsiteX7" fmla="*/ 1990 w 90072"/>
                <a:gd name="connsiteY7" fmla="*/ 151930 h 160548"/>
                <a:gd name="connsiteX8" fmla="*/ 1990 w 90072"/>
                <a:gd name="connsiteY8" fmla="*/ 160635 h 160548"/>
                <a:gd name="connsiteX9" fmla="*/ 46036 w 90072"/>
                <a:gd name="connsiteY9" fmla="*/ 159668 h 160548"/>
                <a:gd name="connsiteX10" fmla="*/ 90330 w 90072"/>
                <a:gd name="connsiteY10" fmla="*/ 160635 h 160548"/>
                <a:gd name="connsiteX11" fmla="*/ 90330 w 90072"/>
                <a:gd name="connsiteY11" fmla="*/ 151930 h 160548"/>
                <a:gd name="connsiteX12" fmla="*/ 80927 w 90072"/>
                <a:gd name="connsiteY12" fmla="*/ 151930 h 160548"/>
                <a:gd name="connsiteX13" fmla="*/ 56182 w 90072"/>
                <a:gd name="connsiteY13" fmla="*/ 140808 h 160548"/>
                <a:gd name="connsiteX14" fmla="*/ 56182 w 90072"/>
                <a:gd name="connsiteY14" fmla="*/ 6856 h 160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072" h="160548">
                  <a:moveTo>
                    <a:pt x="56182" y="6856"/>
                  </a:moveTo>
                  <a:cubicBezTo>
                    <a:pt x="56182" y="328"/>
                    <a:pt x="55687" y="86"/>
                    <a:pt x="48758" y="86"/>
                  </a:cubicBezTo>
                  <a:cubicBezTo>
                    <a:pt x="32921" y="15319"/>
                    <a:pt x="10403" y="15561"/>
                    <a:pt x="258" y="15561"/>
                  </a:cubicBezTo>
                  <a:lnTo>
                    <a:pt x="258" y="24265"/>
                  </a:lnTo>
                  <a:cubicBezTo>
                    <a:pt x="6196" y="24265"/>
                    <a:pt x="22528" y="24265"/>
                    <a:pt x="36138" y="17495"/>
                  </a:cubicBezTo>
                  <a:lnTo>
                    <a:pt x="36138" y="140808"/>
                  </a:lnTo>
                  <a:cubicBezTo>
                    <a:pt x="36138" y="148787"/>
                    <a:pt x="36138" y="151930"/>
                    <a:pt x="11393" y="151930"/>
                  </a:cubicBezTo>
                  <a:lnTo>
                    <a:pt x="1990" y="151930"/>
                  </a:lnTo>
                  <a:lnTo>
                    <a:pt x="1990" y="160635"/>
                  </a:lnTo>
                  <a:cubicBezTo>
                    <a:pt x="6444" y="160393"/>
                    <a:pt x="36880" y="159668"/>
                    <a:pt x="46036" y="159668"/>
                  </a:cubicBezTo>
                  <a:cubicBezTo>
                    <a:pt x="53707" y="159668"/>
                    <a:pt x="84886" y="160393"/>
                    <a:pt x="90330" y="160635"/>
                  </a:cubicBezTo>
                  <a:lnTo>
                    <a:pt x="90330" y="151930"/>
                  </a:lnTo>
                  <a:lnTo>
                    <a:pt x="80927" y="151930"/>
                  </a:lnTo>
                  <a:cubicBezTo>
                    <a:pt x="56182" y="151930"/>
                    <a:pt x="56182" y="148787"/>
                    <a:pt x="56182" y="140808"/>
                  </a:cubicBezTo>
                  <a:lnTo>
                    <a:pt x="56182" y="685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A4B5AA3-8149-7A1E-27D0-38EE8F674C34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12497486" y="5079813"/>
              <a:ext cx="48429" cy="345414"/>
            </a:xfrm>
            <a:custGeom>
              <a:avLst/>
              <a:gdLst>
                <a:gd name="connsiteX0" fmla="*/ 48692 w 48429"/>
                <a:gd name="connsiteY0" fmla="*/ 85 h 345414"/>
                <a:gd name="connsiteX1" fmla="*/ 262 w 48429"/>
                <a:gd name="connsiteY1" fmla="*/ 85 h 345414"/>
                <a:gd name="connsiteX2" fmla="*/ 262 w 48429"/>
                <a:gd name="connsiteY2" fmla="*/ 13901 h 345414"/>
                <a:gd name="connsiteX3" fmla="*/ 34552 w 48429"/>
                <a:gd name="connsiteY3" fmla="*/ 13901 h 345414"/>
                <a:gd name="connsiteX4" fmla="*/ 34552 w 48429"/>
                <a:gd name="connsiteY4" fmla="*/ 331683 h 345414"/>
                <a:gd name="connsiteX5" fmla="*/ 262 w 48429"/>
                <a:gd name="connsiteY5" fmla="*/ 331683 h 345414"/>
                <a:gd name="connsiteX6" fmla="*/ 262 w 48429"/>
                <a:gd name="connsiteY6" fmla="*/ 345499 h 345414"/>
                <a:gd name="connsiteX7" fmla="*/ 48692 w 48429"/>
                <a:gd name="connsiteY7" fmla="*/ 345499 h 345414"/>
                <a:gd name="connsiteX8" fmla="*/ 48692 w 48429"/>
                <a:gd name="connsiteY8" fmla="*/ 8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29" h="345414">
                  <a:moveTo>
                    <a:pt x="48692" y="85"/>
                  </a:moveTo>
                  <a:lnTo>
                    <a:pt x="262" y="85"/>
                  </a:lnTo>
                  <a:lnTo>
                    <a:pt x="262" y="13901"/>
                  </a:lnTo>
                  <a:lnTo>
                    <a:pt x="34552" y="13901"/>
                  </a:lnTo>
                  <a:lnTo>
                    <a:pt x="34552" y="331683"/>
                  </a:lnTo>
                  <a:lnTo>
                    <a:pt x="262" y="331683"/>
                  </a:lnTo>
                  <a:lnTo>
                    <a:pt x="262" y="345499"/>
                  </a:lnTo>
                  <a:lnTo>
                    <a:pt x="48692" y="345499"/>
                  </a:lnTo>
                  <a:lnTo>
                    <a:pt x="48692" y="85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4FC5AFCE-8085-3FEB-2900-B349E758D339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2686254" y="5137498"/>
              <a:ext cx="235078" cy="230046"/>
            </a:xfrm>
            <a:custGeom>
              <a:avLst/>
              <a:gdLst>
                <a:gd name="connsiteX0" fmla="*/ 125053 w 235078"/>
                <a:gd name="connsiteY0" fmla="*/ 122016 h 230046"/>
                <a:gd name="connsiteX1" fmla="*/ 223680 w 235078"/>
                <a:gd name="connsiteY1" fmla="*/ 122016 h 230046"/>
                <a:gd name="connsiteX2" fmla="*/ 235345 w 235078"/>
                <a:gd name="connsiteY2" fmla="*/ 115108 h 230046"/>
                <a:gd name="connsiteX3" fmla="*/ 223680 w 235078"/>
                <a:gd name="connsiteY3" fmla="*/ 108199 h 230046"/>
                <a:gd name="connsiteX4" fmla="*/ 125053 w 235078"/>
                <a:gd name="connsiteY4" fmla="*/ 108199 h 230046"/>
                <a:gd name="connsiteX5" fmla="*/ 125053 w 235078"/>
                <a:gd name="connsiteY5" fmla="*/ 11483 h 230046"/>
                <a:gd name="connsiteX6" fmla="*/ 117983 w 235078"/>
                <a:gd name="connsiteY6" fmla="*/ 85 h 230046"/>
                <a:gd name="connsiteX7" fmla="*/ 110913 w 235078"/>
                <a:gd name="connsiteY7" fmla="*/ 11483 h 230046"/>
                <a:gd name="connsiteX8" fmla="*/ 110913 w 235078"/>
                <a:gd name="connsiteY8" fmla="*/ 108199 h 230046"/>
                <a:gd name="connsiteX9" fmla="*/ 11933 w 235078"/>
                <a:gd name="connsiteY9" fmla="*/ 108199 h 230046"/>
                <a:gd name="connsiteX10" fmla="*/ 267 w 235078"/>
                <a:gd name="connsiteY10" fmla="*/ 115108 h 230046"/>
                <a:gd name="connsiteX11" fmla="*/ 11933 w 235078"/>
                <a:gd name="connsiteY11" fmla="*/ 122016 h 230046"/>
                <a:gd name="connsiteX12" fmla="*/ 110913 w 235078"/>
                <a:gd name="connsiteY12" fmla="*/ 122016 h 230046"/>
                <a:gd name="connsiteX13" fmla="*/ 110913 w 235078"/>
                <a:gd name="connsiteY13" fmla="*/ 218732 h 230046"/>
                <a:gd name="connsiteX14" fmla="*/ 117983 w 235078"/>
                <a:gd name="connsiteY14" fmla="*/ 230131 h 230046"/>
                <a:gd name="connsiteX15" fmla="*/ 125053 w 235078"/>
                <a:gd name="connsiteY15" fmla="*/ 218732 h 230046"/>
                <a:gd name="connsiteX16" fmla="*/ 125053 w 235078"/>
                <a:gd name="connsiteY16" fmla="*/ 122016 h 23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078" h="230046">
                  <a:moveTo>
                    <a:pt x="125053" y="122016"/>
                  </a:moveTo>
                  <a:lnTo>
                    <a:pt x="223680" y="122016"/>
                  </a:lnTo>
                  <a:cubicBezTo>
                    <a:pt x="228629" y="122016"/>
                    <a:pt x="235345" y="122016"/>
                    <a:pt x="235345" y="115108"/>
                  </a:cubicBezTo>
                  <a:cubicBezTo>
                    <a:pt x="235345" y="108199"/>
                    <a:pt x="228629" y="108199"/>
                    <a:pt x="223680" y="108199"/>
                  </a:cubicBezTo>
                  <a:lnTo>
                    <a:pt x="125053" y="108199"/>
                  </a:lnTo>
                  <a:lnTo>
                    <a:pt x="125053" y="11483"/>
                  </a:lnTo>
                  <a:cubicBezTo>
                    <a:pt x="125053" y="6648"/>
                    <a:pt x="125053" y="85"/>
                    <a:pt x="117983" y="85"/>
                  </a:cubicBezTo>
                  <a:cubicBezTo>
                    <a:pt x="110913" y="85"/>
                    <a:pt x="110913" y="6648"/>
                    <a:pt x="110913" y="11483"/>
                  </a:cubicBezTo>
                  <a:lnTo>
                    <a:pt x="110913" y="108199"/>
                  </a:lnTo>
                  <a:lnTo>
                    <a:pt x="11933" y="108199"/>
                  </a:lnTo>
                  <a:cubicBezTo>
                    <a:pt x="6984" y="108199"/>
                    <a:pt x="267" y="108199"/>
                    <a:pt x="267" y="115108"/>
                  </a:cubicBezTo>
                  <a:cubicBezTo>
                    <a:pt x="267" y="122016"/>
                    <a:pt x="6984" y="122016"/>
                    <a:pt x="11933" y="122016"/>
                  </a:cubicBezTo>
                  <a:lnTo>
                    <a:pt x="110913" y="122016"/>
                  </a:lnTo>
                  <a:lnTo>
                    <a:pt x="110913" y="218732"/>
                  </a:lnTo>
                  <a:cubicBezTo>
                    <a:pt x="110913" y="223568"/>
                    <a:pt x="110913" y="230131"/>
                    <a:pt x="117983" y="230131"/>
                  </a:cubicBezTo>
                  <a:cubicBezTo>
                    <a:pt x="125053" y="230131"/>
                    <a:pt x="125053" y="223568"/>
                    <a:pt x="125053" y="218732"/>
                  </a:cubicBezTo>
                  <a:lnTo>
                    <a:pt x="125053" y="12201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1F4CCB1-AF85-1FFE-6194-E3334D1F68BB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13033038" y="5099157"/>
              <a:ext cx="199021" cy="241790"/>
            </a:xfrm>
            <a:custGeom>
              <a:avLst/>
              <a:gdLst>
                <a:gd name="connsiteX0" fmla="*/ 62847 w 199021"/>
                <a:gd name="connsiteY0" fmla="*/ 101291 h 241790"/>
                <a:gd name="connsiteX1" fmla="*/ 62847 w 199021"/>
                <a:gd name="connsiteY1" fmla="*/ 85 h 241790"/>
                <a:gd name="connsiteX2" fmla="*/ 277 w 199021"/>
                <a:gd name="connsiteY2" fmla="*/ 2848 h 241790"/>
                <a:gd name="connsiteX3" fmla="*/ 277 w 199021"/>
                <a:gd name="connsiteY3" fmla="*/ 19082 h 241790"/>
                <a:gd name="connsiteX4" fmla="*/ 24669 w 199021"/>
                <a:gd name="connsiteY4" fmla="*/ 32554 h 241790"/>
                <a:gd name="connsiteX5" fmla="*/ 24669 w 199021"/>
                <a:gd name="connsiteY5" fmla="*/ 239802 h 241790"/>
                <a:gd name="connsiteX6" fmla="*/ 41283 w 199021"/>
                <a:gd name="connsiteY6" fmla="*/ 239802 h 241790"/>
                <a:gd name="connsiteX7" fmla="*/ 58605 w 199021"/>
                <a:gd name="connsiteY7" fmla="*/ 220459 h 241790"/>
                <a:gd name="connsiteX8" fmla="*/ 110216 w 199021"/>
                <a:gd name="connsiteY8" fmla="*/ 241875 h 241790"/>
                <a:gd name="connsiteX9" fmla="*/ 199298 w 199021"/>
                <a:gd name="connsiteY9" fmla="*/ 162775 h 241790"/>
                <a:gd name="connsiteX10" fmla="*/ 114811 w 199021"/>
                <a:gd name="connsiteY10" fmla="*/ 84366 h 241790"/>
                <a:gd name="connsiteX11" fmla="*/ 62847 w 199021"/>
                <a:gd name="connsiteY11" fmla="*/ 101291 h 241790"/>
                <a:gd name="connsiteX12" fmla="*/ 64968 w 199021"/>
                <a:gd name="connsiteY12" fmla="*/ 205606 h 241790"/>
                <a:gd name="connsiteX13" fmla="*/ 64968 w 199021"/>
                <a:gd name="connsiteY13" fmla="*/ 118907 h 241790"/>
                <a:gd name="connsiteX14" fmla="*/ 110923 w 199021"/>
                <a:gd name="connsiteY14" fmla="*/ 96801 h 241790"/>
                <a:gd name="connsiteX15" fmla="*/ 154050 w 199021"/>
                <a:gd name="connsiteY15" fmla="*/ 162775 h 241790"/>
                <a:gd name="connsiteX16" fmla="*/ 144859 w 199021"/>
                <a:gd name="connsiteY16" fmla="*/ 211478 h 241790"/>
                <a:gd name="connsiteX17" fmla="*/ 107034 w 199021"/>
                <a:gd name="connsiteY17" fmla="*/ 229440 h 241790"/>
                <a:gd name="connsiteX18" fmla="*/ 64968 w 199021"/>
                <a:gd name="connsiteY18" fmla="*/ 205606 h 241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021" h="241790">
                  <a:moveTo>
                    <a:pt x="62847" y="101291"/>
                  </a:moveTo>
                  <a:lnTo>
                    <a:pt x="62847" y="85"/>
                  </a:lnTo>
                  <a:lnTo>
                    <a:pt x="277" y="2848"/>
                  </a:lnTo>
                  <a:lnTo>
                    <a:pt x="277" y="19082"/>
                  </a:lnTo>
                  <a:cubicBezTo>
                    <a:pt x="22194" y="19082"/>
                    <a:pt x="24669" y="19082"/>
                    <a:pt x="24669" y="32554"/>
                  </a:cubicBezTo>
                  <a:lnTo>
                    <a:pt x="24669" y="239802"/>
                  </a:lnTo>
                  <a:lnTo>
                    <a:pt x="41283" y="239802"/>
                  </a:lnTo>
                  <a:lnTo>
                    <a:pt x="58605" y="220459"/>
                  </a:lnTo>
                  <a:cubicBezTo>
                    <a:pt x="61433" y="223223"/>
                    <a:pt x="78754" y="241875"/>
                    <a:pt x="110216" y="241875"/>
                  </a:cubicBezTo>
                  <a:cubicBezTo>
                    <a:pt x="162888" y="241875"/>
                    <a:pt x="199298" y="210788"/>
                    <a:pt x="199298" y="162775"/>
                  </a:cubicBezTo>
                  <a:cubicBezTo>
                    <a:pt x="199298" y="116835"/>
                    <a:pt x="166069" y="84366"/>
                    <a:pt x="114811" y="84366"/>
                  </a:cubicBezTo>
                  <a:cubicBezTo>
                    <a:pt x="89006" y="84366"/>
                    <a:pt x="71331" y="94383"/>
                    <a:pt x="62847" y="101291"/>
                  </a:cubicBezTo>
                  <a:close/>
                  <a:moveTo>
                    <a:pt x="64968" y="205606"/>
                  </a:moveTo>
                  <a:lnTo>
                    <a:pt x="64968" y="118907"/>
                  </a:lnTo>
                  <a:cubicBezTo>
                    <a:pt x="74512" y="106818"/>
                    <a:pt x="91480" y="96801"/>
                    <a:pt x="110923" y="96801"/>
                  </a:cubicBezTo>
                  <a:cubicBezTo>
                    <a:pt x="154050" y="96801"/>
                    <a:pt x="154050" y="138596"/>
                    <a:pt x="154050" y="162775"/>
                  </a:cubicBezTo>
                  <a:cubicBezTo>
                    <a:pt x="154050" y="179009"/>
                    <a:pt x="154050" y="198007"/>
                    <a:pt x="144859" y="211478"/>
                  </a:cubicBezTo>
                  <a:cubicBezTo>
                    <a:pt x="134608" y="225640"/>
                    <a:pt x="118346" y="229440"/>
                    <a:pt x="107034" y="229440"/>
                  </a:cubicBezTo>
                  <a:cubicBezTo>
                    <a:pt x="82289" y="229440"/>
                    <a:pt x="68503" y="210788"/>
                    <a:pt x="64968" y="205606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3BF2D94-073F-06CE-B87B-25608B5DDF3C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13264611" y="5284057"/>
              <a:ext cx="111105" cy="109047"/>
            </a:xfrm>
            <a:custGeom>
              <a:avLst/>
              <a:gdLst>
                <a:gd name="connsiteX0" fmla="*/ 28245 w 111105"/>
                <a:gd name="connsiteY0" fmla="*/ 85196 h 109047"/>
                <a:gd name="connsiteX1" fmla="*/ 61156 w 111105"/>
                <a:gd name="connsiteY1" fmla="*/ 55940 h 109047"/>
                <a:gd name="connsiteX2" fmla="*/ 111389 w 111105"/>
                <a:gd name="connsiteY2" fmla="*/ 2988 h 109047"/>
                <a:gd name="connsiteX3" fmla="*/ 106192 w 111105"/>
                <a:gd name="connsiteY3" fmla="*/ 86 h 109047"/>
                <a:gd name="connsiteX4" fmla="*/ 100254 w 111105"/>
                <a:gd name="connsiteY4" fmla="*/ 3471 h 109047"/>
                <a:gd name="connsiteX5" fmla="*/ 84664 w 111105"/>
                <a:gd name="connsiteY5" fmla="*/ 17253 h 109047"/>
                <a:gd name="connsiteX6" fmla="*/ 71549 w 111105"/>
                <a:gd name="connsiteY6" fmla="*/ 9758 h 109047"/>
                <a:gd name="connsiteX7" fmla="*/ 53238 w 111105"/>
                <a:gd name="connsiteY7" fmla="*/ 86 h 109047"/>
                <a:gd name="connsiteX8" fmla="*/ 20079 w 111105"/>
                <a:gd name="connsiteY8" fmla="*/ 28376 h 109047"/>
                <a:gd name="connsiteX9" fmla="*/ 25276 w 111105"/>
                <a:gd name="connsiteY9" fmla="*/ 31277 h 109047"/>
                <a:gd name="connsiteX10" fmla="*/ 30472 w 111105"/>
                <a:gd name="connsiteY10" fmla="*/ 28617 h 109047"/>
                <a:gd name="connsiteX11" fmla="*/ 50763 w 111105"/>
                <a:gd name="connsiteY11" fmla="*/ 17737 h 109047"/>
                <a:gd name="connsiteX12" fmla="*/ 68085 w 111105"/>
                <a:gd name="connsiteY12" fmla="*/ 21122 h 109047"/>
                <a:gd name="connsiteX13" fmla="*/ 83427 w 111105"/>
                <a:gd name="connsiteY13" fmla="*/ 24023 h 109047"/>
                <a:gd name="connsiteX14" fmla="*/ 49279 w 111105"/>
                <a:gd name="connsiteY14" fmla="*/ 54247 h 109047"/>
                <a:gd name="connsiteX15" fmla="*/ 22307 w 111105"/>
                <a:gd name="connsiteY15" fmla="*/ 78184 h 109047"/>
                <a:gd name="connsiteX16" fmla="*/ 283 w 111105"/>
                <a:gd name="connsiteY16" fmla="*/ 106232 h 109047"/>
                <a:gd name="connsiteX17" fmla="*/ 5480 w 111105"/>
                <a:gd name="connsiteY17" fmla="*/ 109134 h 109047"/>
                <a:gd name="connsiteX18" fmla="*/ 10924 w 111105"/>
                <a:gd name="connsiteY18" fmla="*/ 106232 h 109047"/>
                <a:gd name="connsiteX19" fmla="*/ 31462 w 111105"/>
                <a:gd name="connsiteY19" fmla="*/ 91966 h 109047"/>
                <a:gd name="connsiteX20" fmla="*/ 44082 w 111105"/>
                <a:gd name="connsiteY20" fmla="*/ 98737 h 109047"/>
                <a:gd name="connsiteX21" fmla="*/ 63631 w 111105"/>
                <a:gd name="connsiteY21" fmla="*/ 109134 h 109047"/>
                <a:gd name="connsiteX22" fmla="*/ 106192 w 111105"/>
                <a:gd name="connsiteY22" fmla="*/ 71656 h 109047"/>
                <a:gd name="connsiteX23" fmla="*/ 100996 w 111105"/>
                <a:gd name="connsiteY23" fmla="*/ 68513 h 109047"/>
                <a:gd name="connsiteX24" fmla="*/ 95552 w 111105"/>
                <a:gd name="connsiteY24" fmla="*/ 72140 h 109047"/>
                <a:gd name="connsiteX25" fmla="*/ 66105 w 111105"/>
                <a:gd name="connsiteY25" fmla="*/ 91483 h 109047"/>
                <a:gd name="connsiteX26" fmla="*/ 48784 w 111105"/>
                <a:gd name="connsiteY26" fmla="*/ 88098 h 109047"/>
                <a:gd name="connsiteX27" fmla="*/ 28245 w 111105"/>
                <a:gd name="connsiteY27" fmla="*/ 85196 h 109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1105" h="109047">
                  <a:moveTo>
                    <a:pt x="28245" y="85196"/>
                  </a:moveTo>
                  <a:cubicBezTo>
                    <a:pt x="35421" y="76976"/>
                    <a:pt x="50516" y="64644"/>
                    <a:pt x="61156" y="55940"/>
                  </a:cubicBezTo>
                  <a:cubicBezTo>
                    <a:pt x="107925" y="17253"/>
                    <a:pt x="111389" y="3713"/>
                    <a:pt x="111389" y="2988"/>
                  </a:cubicBezTo>
                  <a:cubicBezTo>
                    <a:pt x="111389" y="86"/>
                    <a:pt x="108667" y="86"/>
                    <a:pt x="106192" y="86"/>
                  </a:cubicBezTo>
                  <a:cubicBezTo>
                    <a:pt x="102481" y="86"/>
                    <a:pt x="102233" y="86"/>
                    <a:pt x="100254" y="3471"/>
                  </a:cubicBezTo>
                  <a:cubicBezTo>
                    <a:pt x="92583" y="15319"/>
                    <a:pt x="89366" y="17253"/>
                    <a:pt x="84664" y="17253"/>
                  </a:cubicBezTo>
                  <a:cubicBezTo>
                    <a:pt x="79220" y="17253"/>
                    <a:pt x="75756" y="13868"/>
                    <a:pt x="71549" y="9758"/>
                  </a:cubicBezTo>
                  <a:cubicBezTo>
                    <a:pt x="66353" y="4438"/>
                    <a:pt x="61651" y="86"/>
                    <a:pt x="53238" y="86"/>
                  </a:cubicBezTo>
                  <a:cubicBezTo>
                    <a:pt x="33194" y="86"/>
                    <a:pt x="20079" y="21364"/>
                    <a:pt x="20079" y="28376"/>
                  </a:cubicBezTo>
                  <a:cubicBezTo>
                    <a:pt x="20079" y="31277"/>
                    <a:pt x="23296" y="31277"/>
                    <a:pt x="25276" y="31277"/>
                  </a:cubicBezTo>
                  <a:cubicBezTo>
                    <a:pt x="28493" y="31277"/>
                    <a:pt x="29483" y="31035"/>
                    <a:pt x="30472" y="28617"/>
                  </a:cubicBezTo>
                  <a:cubicBezTo>
                    <a:pt x="34927" y="17979"/>
                    <a:pt x="48289" y="17737"/>
                    <a:pt x="50763" y="17737"/>
                  </a:cubicBezTo>
                  <a:cubicBezTo>
                    <a:pt x="55960" y="17737"/>
                    <a:pt x="61651" y="19188"/>
                    <a:pt x="68085" y="21122"/>
                  </a:cubicBezTo>
                  <a:cubicBezTo>
                    <a:pt x="76498" y="23540"/>
                    <a:pt x="79220" y="23782"/>
                    <a:pt x="83427" y="24023"/>
                  </a:cubicBezTo>
                  <a:cubicBezTo>
                    <a:pt x="73529" y="33937"/>
                    <a:pt x="71302" y="36355"/>
                    <a:pt x="49279" y="54247"/>
                  </a:cubicBezTo>
                  <a:cubicBezTo>
                    <a:pt x="44082" y="58841"/>
                    <a:pt x="31710" y="68755"/>
                    <a:pt x="22307" y="78184"/>
                  </a:cubicBezTo>
                  <a:cubicBezTo>
                    <a:pt x="11171" y="89065"/>
                    <a:pt x="283" y="103572"/>
                    <a:pt x="283" y="106232"/>
                  </a:cubicBezTo>
                  <a:cubicBezTo>
                    <a:pt x="283" y="109134"/>
                    <a:pt x="3005" y="109134"/>
                    <a:pt x="5480" y="109134"/>
                  </a:cubicBezTo>
                  <a:cubicBezTo>
                    <a:pt x="9192" y="109134"/>
                    <a:pt x="9192" y="108892"/>
                    <a:pt x="10924" y="106232"/>
                  </a:cubicBezTo>
                  <a:cubicBezTo>
                    <a:pt x="14636" y="100913"/>
                    <a:pt x="22307" y="91966"/>
                    <a:pt x="31462" y="91966"/>
                  </a:cubicBezTo>
                  <a:cubicBezTo>
                    <a:pt x="36411" y="91966"/>
                    <a:pt x="39133" y="93659"/>
                    <a:pt x="44082" y="98737"/>
                  </a:cubicBezTo>
                  <a:cubicBezTo>
                    <a:pt x="51011" y="105265"/>
                    <a:pt x="55218" y="109134"/>
                    <a:pt x="63631" y="109134"/>
                  </a:cubicBezTo>
                  <a:cubicBezTo>
                    <a:pt x="89613" y="109134"/>
                    <a:pt x="106192" y="79877"/>
                    <a:pt x="106192" y="71656"/>
                  </a:cubicBezTo>
                  <a:cubicBezTo>
                    <a:pt x="106192" y="68513"/>
                    <a:pt x="103223" y="68513"/>
                    <a:pt x="100996" y="68513"/>
                  </a:cubicBezTo>
                  <a:cubicBezTo>
                    <a:pt x="96789" y="68513"/>
                    <a:pt x="96542" y="69238"/>
                    <a:pt x="95552" y="72140"/>
                  </a:cubicBezTo>
                  <a:cubicBezTo>
                    <a:pt x="90850" y="85196"/>
                    <a:pt x="76746" y="91483"/>
                    <a:pt x="66105" y="91483"/>
                  </a:cubicBezTo>
                  <a:cubicBezTo>
                    <a:pt x="60414" y="91483"/>
                    <a:pt x="54970" y="89790"/>
                    <a:pt x="48784" y="88098"/>
                  </a:cubicBezTo>
                  <a:cubicBezTo>
                    <a:pt x="38886" y="85196"/>
                    <a:pt x="36411" y="85196"/>
                    <a:pt x="28245" y="85196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8DA5C43-98DF-8EC6-122F-9C29AD7C2B32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13403822" y="5079813"/>
              <a:ext cx="82012" cy="345414"/>
            </a:xfrm>
            <a:custGeom>
              <a:avLst/>
              <a:gdLst>
                <a:gd name="connsiteX0" fmla="*/ 82300 w 82012"/>
                <a:gd name="connsiteY0" fmla="*/ 172792 h 345414"/>
                <a:gd name="connsiteX1" fmla="*/ 58969 w 82012"/>
                <a:gd name="connsiteY1" fmla="*/ 65023 h 345414"/>
                <a:gd name="connsiteX2" fmla="*/ 3822 w 82012"/>
                <a:gd name="connsiteY2" fmla="*/ 85 h 345414"/>
                <a:gd name="connsiteX3" fmla="*/ 287 w 82012"/>
                <a:gd name="connsiteY3" fmla="*/ 3539 h 345414"/>
                <a:gd name="connsiteX4" fmla="*/ 7004 w 82012"/>
                <a:gd name="connsiteY4" fmla="*/ 11483 h 345414"/>
                <a:gd name="connsiteX5" fmla="*/ 61797 w 82012"/>
                <a:gd name="connsiteY5" fmla="*/ 172792 h 345414"/>
                <a:gd name="connsiteX6" fmla="*/ 4883 w 82012"/>
                <a:gd name="connsiteY6" fmla="*/ 336173 h 345414"/>
                <a:gd name="connsiteX7" fmla="*/ 287 w 82012"/>
                <a:gd name="connsiteY7" fmla="*/ 342045 h 345414"/>
                <a:gd name="connsiteX8" fmla="*/ 3822 w 82012"/>
                <a:gd name="connsiteY8" fmla="*/ 345499 h 345414"/>
                <a:gd name="connsiteX9" fmla="*/ 60029 w 82012"/>
                <a:gd name="connsiteY9" fmla="*/ 278144 h 345414"/>
                <a:gd name="connsiteX10" fmla="*/ 82300 w 82012"/>
                <a:gd name="connsiteY10" fmla="*/ 172792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12" h="345414">
                  <a:moveTo>
                    <a:pt x="82300" y="172792"/>
                  </a:moveTo>
                  <a:cubicBezTo>
                    <a:pt x="82300" y="145850"/>
                    <a:pt x="78411" y="104055"/>
                    <a:pt x="58969" y="65023"/>
                  </a:cubicBezTo>
                  <a:cubicBezTo>
                    <a:pt x="37758" y="22537"/>
                    <a:pt x="7357" y="85"/>
                    <a:pt x="3822" y="85"/>
                  </a:cubicBezTo>
                  <a:cubicBezTo>
                    <a:pt x="1701" y="85"/>
                    <a:pt x="287" y="1466"/>
                    <a:pt x="287" y="3539"/>
                  </a:cubicBezTo>
                  <a:cubicBezTo>
                    <a:pt x="287" y="4575"/>
                    <a:pt x="287" y="5266"/>
                    <a:pt x="7004" y="11483"/>
                  </a:cubicBezTo>
                  <a:cubicBezTo>
                    <a:pt x="41647" y="45679"/>
                    <a:pt x="61797" y="100600"/>
                    <a:pt x="61797" y="172792"/>
                  </a:cubicBezTo>
                  <a:cubicBezTo>
                    <a:pt x="61797" y="231858"/>
                    <a:pt x="48717" y="292651"/>
                    <a:pt x="4883" y="336173"/>
                  </a:cubicBezTo>
                  <a:cubicBezTo>
                    <a:pt x="287" y="340318"/>
                    <a:pt x="287" y="341009"/>
                    <a:pt x="287" y="342045"/>
                  </a:cubicBezTo>
                  <a:cubicBezTo>
                    <a:pt x="287" y="344118"/>
                    <a:pt x="1701" y="345499"/>
                    <a:pt x="3822" y="345499"/>
                  </a:cubicBezTo>
                  <a:cubicBezTo>
                    <a:pt x="7357" y="345499"/>
                    <a:pt x="39172" y="322011"/>
                    <a:pt x="60029" y="278144"/>
                  </a:cubicBezTo>
                  <a:cubicBezTo>
                    <a:pt x="78058" y="240148"/>
                    <a:pt x="82300" y="201807"/>
                    <a:pt x="82300" y="172792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26" name="Group 25" descr="\documentclass{article}&#10;\usepackage{amsmath,amssymb}&#10;\pagestyle{empty}&#10;\begin{document}&#10;&#10;\newcommand{\score}{\textrm{score}}&#10;\newcommand{\classify}{\textrm{classify}}&#10;\newcommand{\bx}{\mathbf{x}}&#10;&#10;\begin{align*}&#10;\mathbf{r}_t = \sigma\left(\mathbf{W}_\textit{r}[\mathbf{x}_t; \mathbf{h}_{t-1}] + \mathbf{b}_\textit{r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6A353B52-4263-54CD-F780-92266C0C3742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2737315" y="2941134"/>
            <a:ext cx="4029215" cy="345414"/>
            <a:chOff x="9474090" y="5608761"/>
            <a:chExt cx="4029215" cy="345414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A465490-0755-F1FE-3123-11AA03B79CF8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9474090" y="5712386"/>
              <a:ext cx="143168" cy="155436"/>
            </a:xfrm>
            <a:custGeom>
              <a:avLst/>
              <a:gdLst>
                <a:gd name="connsiteX0" fmla="*/ 58857 w 143168"/>
                <a:gd name="connsiteY0" fmla="*/ 39117 h 155436"/>
                <a:gd name="connsiteX1" fmla="*/ 58857 w 143168"/>
                <a:gd name="connsiteY1" fmla="*/ 85 h 155436"/>
                <a:gd name="connsiteX2" fmla="*/ 176 w 143168"/>
                <a:gd name="connsiteY2" fmla="*/ 2848 h 155436"/>
                <a:gd name="connsiteX3" fmla="*/ 176 w 143168"/>
                <a:gd name="connsiteY3" fmla="*/ 19082 h 155436"/>
                <a:gd name="connsiteX4" fmla="*/ 24568 w 143168"/>
                <a:gd name="connsiteY4" fmla="*/ 32554 h 155436"/>
                <a:gd name="connsiteX5" fmla="*/ 24568 w 143168"/>
                <a:gd name="connsiteY5" fmla="*/ 139287 h 155436"/>
                <a:gd name="connsiteX6" fmla="*/ 176 w 143168"/>
                <a:gd name="connsiteY6" fmla="*/ 139287 h 155436"/>
                <a:gd name="connsiteX7" fmla="*/ 176 w 143168"/>
                <a:gd name="connsiteY7" fmla="*/ 155521 h 155436"/>
                <a:gd name="connsiteX8" fmla="*/ 44717 w 143168"/>
                <a:gd name="connsiteY8" fmla="*/ 154485 h 155436"/>
                <a:gd name="connsiteX9" fmla="*/ 93501 w 143168"/>
                <a:gd name="connsiteY9" fmla="*/ 155521 h 155436"/>
                <a:gd name="connsiteX10" fmla="*/ 93501 w 143168"/>
                <a:gd name="connsiteY10" fmla="*/ 139287 h 155436"/>
                <a:gd name="connsiteX11" fmla="*/ 62746 w 143168"/>
                <a:gd name="connsiteY11" fmla="*/ 139287 h 155436"/>
                <a:gd name="connsiteX12" fmla="*/ 62746 w 143168"/>
                <a:gd name="connsiteY12" fmla="*/ 78839 h 155436"/>
                <a:gd name="connsiteX13" fmla="*/ 106934 w 143168"/>
                <a:gd name="connsiteY13" fmla="*/ 12520 h 155436"/>
                <a:gd name="connsiteX14" fmla="*/ 100217 w 143168"/>
                <a:gd name="connsiteY14" fmla="*/ 28409 h 155436"/>
                <a:gd name="connsiteX15" fmla="*/ 121781 w 143168"/>
                <a:gd name="connsiteY15" fmla="*/ 49479 h 155436"/>
                <a:gd name="connsiteX16" fmla="*/ 143344 w 143168"/>
                <a:gd name="connsiteY16" fmla="*/ 28409 h 155436"/>
                <a:gd name="connsiteX17" fmla="*/ 105873 w 143168"/>
                <a:gd name="connsiteY17" fmla="*/ 85 h 155436"/>
                <a:gd name="connsiteX18" fmla="*/ 58857 w 143168"/>
                <a:gd name="connsiteY18" fmla="*/ 39117 h 155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3168" h="155436">
                  <a:moveTo>
                    <a:pt x="58857" y="39117"/>
                  </a:moveTo>
                  <a:lnTo>
                    <a:pt x="58857" y="85"/>
                  </a:lnTo>
                  <a:lnTo>
                    <a:pt x="176" y="2848"/>
                  </a:lnTo>
                  <a:lnTo>
                    <a:pt x="176" y="19082"/>
                  </a:lnTo>
                  <a:cubicBezTo>
                    <a:pt x="22093" y="19082"/>
                    <a:pt x="24568" y="19082"/>
                    <a:pt x="24568" y="32554"/>
                  </a:cubicBezTo>
                  <a:lnTo>
                    <a:pt x="24568" y="139287"/>
                  </a:lnTo>
                  <a:lnTo>
                    <a:pt x="176" y="139287"/>
                  </a:lnTo>
                  <a:lnTo>
                    <a:pt x="176" y="155521"/>
                  </a:lnTo>
                  <a:cubicBezTo>
                    <a:pt x="12549" y="155176"/>
                    <a:pt x="28456" y="154485"/>
                    <a:pt x="44717" y="154485"/>
                  </a:cubicBezTo>
                  <a:cubicBezTo>
                    <a:pt x="58150" y="154485"/>
                    <a:pt x="80774" y="154485"/>
                    <a:pt x="93501" y="155521"/>
                  </a:cubicBezTo>
                  <a:lnTo>
                    <a:pt x="93501" y="139287"/>
                  </a:lnTo>
                  <a:lnTo>
                    <a:pt x="62746" y="139287"/>
                  </a:lnTo>
                  <a:lnTo>
                    <a:pt x="62746" y="78839"/>
                  </a:lnTo>
                  <a:cubicBezTo>
                    <a:pt x="62746" y="54660"/>
                    <a:pt x="71583" y="12520"/>
                    <a:pt x="106934" y="12520"/>
                  </a:cubicBezTo>
                  <a:cubicBezTo>
                    <a:pt x="106580" y="12865"/>
                    <a:pt x="100217" y="18392"/>
                    <a:pt x="100217" y="28409"/>
                  </a:cubicBezTo>
                  <a:cubicBezTo>
                    <a:pt x="100217" y="42571"/>
                    <a:pt x="111529" y="49479"/>
                    <a:pt x="121781" y="49479"/>
                  </a:cubicBezTo>
                  <a:cubicBezTo>
                    <a:pt x="132032" y="49479"/>
                    <a:pt x="143344" y="42225"/>
                    <a:pt x="143344" y="28409"/>
                  </a:cubicBezTo>
                  <a:cubicBezTo>
                    <a:pt x="143344" y="10102"/>
                    <a:pt x="124255" y="85"/>
                    <a:pt x="105873" y="85"/>
                  </a:cubicBezTo>
                  <a:cubicBezTo>
                    <a:pt x="81128" y="85"/>
                    <a:pt x="66988" y="17355"/>
                    <a:pt x="58857" y="39117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40BC46-6748-775C-748D-475C78728494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9638826" y="5768515"/>
              <a:ext cx="83638" cy="153536"/>
            </a:xfrm>
            <a:custGeom>
              <a:avLst/>
              <a:gdLst>
                <a:gd name="connsiteX0" fmla="*/ 50661 w 83638"/>
                <a:gd name="connsiteY0" fmla="*/ 55698 h 153536"/>
                <a:gd name="connsiteX1" fmla="*/ 75901 w 83638"/>
                <a:gd name="connsiteY1" fmla="*/ 55698 h 153536"/>
                <a:gd name="connsiteX2" fmla="*/ 83819 w 83638"/>
                <a:gd name="connsiteY2" fmla="*/ 50379 h 153536"/>
                <a:gd name="connsiteX3" fmla="*/ 76396 w 83638"/>
                <a:gd name="connsiteY3" fmla="*/ 46993 h 153536"/>
                <a:gd name="connsiteX4" fmla="*/ 52888 w 83638"/>
                <a:gd name="connsiteY4" fmla="*/ 46993 h 153536"/>
                <a:gd name="connsiteX5" fmla="*/ 62044 w 83638"/>
                <a:gd name="connsiteY5" fmla="*/ 11209 h 153536"/>
                <a:gd name="connsiteX6" fmla="*/ 62786 w 83638"/>
                <a:gd name="connsiteY6" fmla="*/ 7823 h 153536"/>
                <a:gd name="connsiteX7" fmla="*/ 54373 w 83638"/>
                <a:gd name="connsiteY7" fmla="*/ 86 h 153536"/>
                <a:gd name="connsiteX8" fmla="*/ 42742 w 83638"/>
                <a:gd name="connsiteY8" fmla="*/ 10483 h 153536"/>
                <a:gd name="connsiteX9" fmla="*/ 33339 w 83638"/>
                <a:gd name="connsiteY9" fmla="*/ 46993 h 153536"/>
                <a:gd name="connsiteX10" fmla="*/ 8099 w 83638"/>
                <a:gd name="connsiteY10" fmla="*/ 46993 h 153536"/>
                <a:gd name="connsiteX11" fmla="*/ 181 w 83638"/>
                <a:gd name="connsiteY11" fmla="*/ 52313 h 153536"/>
                <a:gd name="connsiteX12" fmla="*/ 7604 w 83638"/>
                <a:gd name="connsiteY12" fmla="*/ 55698 h 153536"/>
                <a:gd name="connsiteX13" fmla="*/ 31112 w 83638"/>
                <a:gd name="connsiteY13" fmla="*/ 55698 h 153536"/>
                <a:gd name="connsiteX14" fmla="*/ 16513 w 83638"/>
                <a:gd name="connsiteY14" fmla="*/ 112760 h 153536"/>
                <a:gd name="connsiteX15" fmla="*/ 12801 w 83638"/>
                <a:gd name="connsiteY15" fmla="*/ 130653 h 153536"/>
                <a:gd name="connsiteX16" fmla="*/ 39278 w 83638"/>
                <a:gd name="connsiteY16" fmla="*/ 153623 h 153536"/>
                <a:gd name="connsiteX17" fmla="*/ 82335 w 83638"/>
                <a:gd name="connsiteY17" fmla="*/ 116629 h 153536"/>
                <a:gd name="connsiteX18" fmla="*/ 78375 w 83638"/>
                <a:gd name="connsiteY18" fmla="*/ 113486 h 153536"/>
                <a:gd name="connsiteX19" fmla="*/ 73179 w 83638"/>
                <a:gd name="connsiteY19" fmla="*/ 118080 h 153536"/>
                <a:gd name="connsiteX20" fmla="*/ 40020 w 83638"/>
                <a:gd name="connsiteY20" fmla="*/ 146853 h 153536"/>
                <a:gd name="connsiteX21" fmla="*/ 31360 w 83638"/>
                <a:gd name="connsiteY21" fmla="*/ 135005 h 153536"/>
                <a:gd name="connsiteX22" fmla="*/ 32844 w 83638"/>
                <a:gd name="connsiteY22" fmla="*/ 125092 h 153536"/>
                <a:gd name="connsiteX23" fmla="*/ 50661 w 83638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38" h="153536">
                  <a:moveTo>
                    <a:pt x="50661" y="55698"/>
                  </a:moveTo>
                  <a:lnTo>
                    <a:pt x="75901" y="55698"/>
                  </a:lnTo>
                  <a:cubicBezTo>
                    <a:pt x="80602" y="55698"/>
                    <a:pt x="83819" y="55698"/>
                    <a:pt x="83819" y="50379"/>
                  </a:cubicBezTo>
                  <a:cubicBezTo>
                    <a:pt x="83819" y="46993"/>
                    <a:pt x="80602" y="46993"/>
                    <a:pt x="76396" y="46993"/>
                  </a:cubicBezTo>
                  <a:lnTo>
                    <a:pt x="52888" y="46993"/>
                  </a:lnTo>
                  <a:lnTo>
                    <a:pt x="62044" y="11209"/>
                  </a:lnTo>
                  <a:cubicBezTo>
                    <a:pt x="62291" y="10000"/>
                    <a:pt x="62786" y="8791"/>
                    <a:pt x="62786" y="7823"/>
                  </a:cubicBezTo>
                  <a:cubicBezTo>
                    <a:pt x="62786" y="3471"/>
                    <a:pt x="59322" y="86"/>
                    <a:pt x="54373" y="86"/>
                  </a:cubicBezTo>
                  <a:cubicBezTo>
                    <a:pt x="48186" y="86"/>
                    <a:pt x="44475" y="4197"/>
                    <a:pt x="42742" y="10483"/>
                  </a:cubicBezTo>
                  <a:cubicBezTo>
                    <a:pt x="41010" y="16528"/>
                    <a:pt x="44227" y="4922"/>
                    <a:pt x="33339" y="46993"/>
                  </a:cubicBezTo>
                  <a:lnTo>
                    <a:pt x="8099" y="46993"/>
                  </a:lnTo>
                  <a:cubicBezTo>
                    <a:pt x="3398" y="46993"/>
                    <a:pt x="181" y="46993"/>
                    <a:pt x="181" y="52313"/>
                  </a:cubicBezTo>
                  <a:cubicBezTo>
                    <a:pt x="181" y="55698"/>
                    <a:pt x="3150" y="55698"/>
                    <a:pt x="7604" y="55698"/>
                  </a:cubicBezTo>
                  <a:lnTo>
                    <a:pt x="31112" y="55698"/>
                  </a:lnTo>
                  <a:lnTo>
                    <a:pt x="16513" y="112760"/>
                  </a:lnTo>
                  <a:cubicBezTo>
                    <a:pt x="15028" y="118805"/>
                    <a:pt x="12801" y="127510"/>
                    <a:pt x="12801" y="130653"/>
                  </a:cubicBezTo>
                  <a:cubicBezTo>
                    <a:pt x="12801" y="144919"/>
                    <a:pt x="25173" y="153623"/>
                    <a:pt x="39278" y="153623"/>
                  </a:cubicBezTo>
                  <a:cubicBezTo>
                    <a:pt x="66745" y="153623"/>
                    <a:pt x="82335" y="119772"/>
                    <a:pt x="82335" y="116629"/>
                  </a:cubicBezTo>
                  <a:cubicBezTo>
                    <a:pt x="82335" y="113486"/>
                    <a:pt x="79118" y="113486"/>
                    <a:pt x="78375" y="113486"/>
                  </a:cubicBezTo>
                  <a:cubicBezTo>
                    <a:pt x="75406" y="113486"/>
                    <a:pt x="75159" y="113969"/>
                    <a:pt x="73179" y="118080"/>
                  </a:cubicBezTo>
                  <a:cubicBezTo>
                    <a:pt x="66250" y="133313"/>
                    <a:pt x="53630" y="146853"/>
                    <a:pt x="40020" y="146853"/>
                  </a:cubicBezTo>
                  <a:cubicBezTo>
                    <a:pt x="34824" y="146853"/>
                    <a:pt x="31360" y="143710"/>
                    <a:pt x="31360" y="135005"/>
                  </a:cubicBezTo>
                  <a:cubicBezTo>
                    <a:pt x="31360" y="132587"/>
                    <a:pt x="32350" y="127510"/>
                    <a:pt x="32844" y="125092"/>
                  </a:cubicBezTo>
                  <a:lnTo>
                    <a:pt x="50661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40E94E4-FBD4-0CC4-5782-E20E306937CA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9870883" y="5741055"/>
              <a:ext cx="235078" cy="80827"/>
            </a:xfrm>
            <a:custGeom>
              <a:avLst/>
              <a:gdLst>
                <a:gd name="connsiteX0" fmla="*/ 223247 w 235078"/>
                <a:gd name="connsiteY0" fmla="*/ 13901 h 80827"/>
                <a:gd name="connsiteX1" fmla="*/ 235266 w 235078"/>
                <a:gd name="connsiteY1" fmla="*/ 6993 h 80827"/>
                <a:gd name="connsiteX2" fmla="*/ 223600 w 235078"/>
                <a:gd name="connsiteY2" fmla="*/ 85 h 80827"/>
                <a:gd name="connsiteX3" fmla="*/ 11853 w 235078"/>
                <a:gd name="connsiteY3" fmla="*/ 85 h 80827"/>
                <a:gd name="connsiteX4" fmla="*/ 187 w 235078"/>
                <a:gd name="connsiteY4" fmla="*/ 6993 h 80827"/>
                <a:gd name="connsiteX5" fmla="*/ 12206 w 235078"/>
                <a:gd name="connsiteY5" fmla="*/ 13901 h 80827"/>
                <a:gd name="connsiteX6" fmla="*/ 223247 w 235078"/>
                <a:gd name="connsiteY6" fmla="*/ 13901 h 80827"/>
                <a:gd name="connsiteX7" fmla="*/ 223600 w 235078"/>
                <a:gd name="connsiteY7" fmla="*/ 80912 h 80827"/>
                <a:gd name="connsiteX8" fmla="*/ 235266 w 235078"/>
                <a:gd name="connsiteY8" fmla="*/ 74003 h 80827"/>
                <a:gd name="connsiteX9" fmla="*/ 223247 w 235078"/>
                <a:gd name="connsiteY9" fmla="*/ 67095 h 80827"/>
                <a:gd name="connsiteX10" fmla="*/ 12206 w 235078"/>
                <a:gd name="connsiteY10" fmla="*/ 67095 h 80827"/>
                <a:gd name="connsiteX11" fmla="*/ 187 w 235078"/>
                <a:gd name="connsiteY11" fmla="*/ 74003 h 80827"/>
                <a:gd name="connsiteX12" fmla="*/ 11853 w 235078"/>
                <a:gd name="connsiteY12" fmla="*/ 80912 h 80827"/>
                <a:gd name="connsiteX13" fmla="*/ 223600 w 235078"/>
                <a:gd name="connsiteY13" fmla="*/ 80912 h 8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078" h="80827">
                  <a:moveTo>
                    <a:pt x="223247" y="13901"/>
                  </a:moveTo>
                  <a:cubicBezTo>
                    <a:pt x="228549" y="13901"/>
                    <a:pt x="235266" y="13901"/>
                    <a:pt x="235266" y="6993"/>
                  </a:cubicBezTo>
                  <a:cubicBezTo>
                    <a:pt x="235266" y="85"/>
                    <a:pt x="228549" y="85"/>
                    <a:pt x="223600" y="85"/>
                  </a:cubicBezTo>
                  <a:lnTo>
                    <a:pt x="11853" y="85"/>
                  </a:lnTo>
                  <a:cubicBezTo>
                    <a:pt x="6904" y="85"/>
                    <a:pt x="187" y="85"/>
                    <a:pt x="187" y="6993"/>
                  </a:cubicBezTo>
                  <a:cubicBezTo>
                    <a:pt x="187" y="13901"/>
                    <a:pt x="6904" y="13901"/>
                    <a:pt x="12206" y="13901"/>
                  </a:cubicBezTo>
                  <a:lnTo>
                    <a:pt x="223247" y="13901"/>
                  </a:lnTo>
                  <a:close/>
                  <a:moveTo>
                    <a:pt x="223600" y="80912"/>
                  </a:moveTo>
                  <a:cubicBezTo>
                    <a:pt x="228549" y="80912"/>
                    <a:pt x="235266" y="80912"/>
                    <a:pt x="235266" y="74003"/>
                  </a:cubicBezTo>
                  <a:cubicBezTo>
                    <a:pt x="235266" y="67095"/>
                    <a:pt x="228549" y="67095"/>
                    <a:pt x="223247" y="67095"/>
                  </a:cubicBezTo>
                  <a:lnTo>
                    <a:pt x="12206" y="67095"/>
                  </a:lnTo>
                  <a:cubicBezTo>
                    <a:pt x="6904" y="67095"/>
                    <a:pt x="187" y="67095"/>
                    <a:pt x="187" y="74003"/>
                  </a:cubicBezTo>
                  <a:cubicBezTo>
                    <a:pt x="187" y="80912"/>
                    <a:pt x="6904" y="80912"/>
                    <a:pt x="11853" y="80912"/>
                  </a:cubicBezTo>
                  <a:lnTo>
                    <a:pt x="223600" y="80912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306349A-4AF9-6EEC-74A3-82441A59752E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0237659" y="5718949"/>
              <a:ext cx="187002" cy="152673"/>
            </a:xfrm>
            <a:custGeom>
              <a:avLst/>
              <a:gdLst>
                <a:gd name="connsiteX0" fmla="*/ 169878 w 187002"/>
                <a:gd name="connsiteY0" fmla="*/ 20119 h 152673"/>
                <a:gd name="connsiteX1" fmla="*/ 187200 w 187002"/>
                <a:gd name="connsiteY1" fmla="*/ 8375 h 152673"/>
                <a:gd name="connsiteX2" fmla="*/ 173413 w 187002"/>
                <a:gd name="connsiteY2" fmla="*/ 85 h 152673"/>
                <a:gd name="connsiteX3" fmla="*/ 92815 w 187002"/>
                <a:gd name="connsiteY3" fmla="*/ 85 h 152673"/>
                <a:gd name="connsiteX4" fmla="*/ 198 w 187002"/>
                <a:gd name="connsiteY4" fmla="*/ 98182 h 152673"/>
                <a:gd name="connsiteX5" fmla="*/ 53223 w 187002"/>
                <a:gd name="connsiteY5" fmla="*/ 152758 h 152673"/>
                <a:gd name="connsiteX6" fmla="*/ 141952 w 187002"/>
                <a:gd name="connsiteY6" fmla="*/ 57769 h 152673"/>
                <a:gd name="connsiteX7" fmla="*/ 130993 w 187002"/>
                <a:gd name="connsiteY7" fmla="*/ 20119 h 152673"/>
                <a:gd name="connsiteX8" fmla="*/ 169878 w 187002"/>
                <a:gd name="connsiteY8" fmla="*/ 20119 h 152673"/>
                <a:gd name="connsiteX9" fmla="*/ 53576 w 187002"/>
                <a:gd name="connsiteY9" fmla="*/ 145159 h 152673"/>
                <a:gd name="connsiteX10" fmla="*/ 22115 w 187002"/>
                <a:gd name="connsiteY10" fmla="*/ 107854 h 152673"/>
                <a:gd name="connsiteX11" fmla="*/ 38729 w 187002"/>
                <a:gd name="connsiteY11" fmla="*/ 48788 h 152673"/>
                <a:gd name="connsiteX12" fmla="*/ 86806 w 187002"/>
                <a:gd name="connsiteY12" fmla="*/ 20119 h 152673"/>
                <a:gd name="connsiteX13" fmla="*/ 119328 w 187002"/>
                <a:gd name="connsiteY13" fmla="*/ 53624 h 152673"/>
                <a:gd name="connsiteX14" fmla="*/ 100239 w 187002"/>
                <a:gd name="connsiteY14" fmla="*/ 115799 h 152673"/>
                <a:gd name="connsiteX15" fmla="*/ 53576 w 187002"/>
                <a:gd name="connsiteY15" fmla="*/ 145159 h 152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7002" h="152673">
                  <a:moveTo>
                    <a:pt x="169878" y="20119"/>
                  </a:moveTo>
                  <a:cubicBezTo>
                    <a:pt x="174474" y="20119"/>
                    <a:pt x="187200" y="20119"/>
                    <a:pt x="187200" y="8375"/>
                  </a:cubicBezTo>
                  <a:cubicBezTo>
                    <a:pt x="187200" y="85"/>
                    <a:pt x="179776" y="85"/>
                    <a:pt x="173413" y="85"/>
                  </a:cubicBezTo>
                  <a:lnTo>
                    <a:pt x="92815" y="85"/>
                  </a:lnTo>
                  <a:cubicBezTo>
                    <a:pt x="39436" y="85"/>
                    <a:pt x="198" y="57078"/>
                    <a:pt x="198" y="98182"/>
                  </a:cubicBezTo>
                  <a:cubicBezTo>
                    <a:pt x="198" y="128579"/>
                    <a:pt x="21054" y="152758"/>
                    <a:pt x="53223" y="152758"/>
                  </a:cubicBezTo>
                  <a:cubicBezTo>
                    <a:pt x="94936" y="152758"/>
                    <a:pt x="141952" y="110963"/>
                    <a:pt x="141952" y="57769"/>
                  </a:cubicBezTo>
                  <a:cubicBezTo>
                    <a:pt x="141952" y="51897"/>
                    <a:pt x="141952" y="35317"/>
                    <a:pt x="130993" y="20119"/>
                  </a:cubicBezTo>
                  <a:lnTo>
                    <a:pt x="169878" y="20119"/>
                  </a:lnTo>
                  <a:close/>
                  <a:moveTo>
                    <a:pt x="53576" y="145159"/>
                  </a:moveTo>
                  <a:cubicBezTo>
                    <a:pt x="36255" y="145159"/>
                    <a:pt x="22115" y="132724"/>
                    <a:pt x="22115" y="107854"/>
                  </a:cubicBezTo>
                  <a:cubicBezTo>
                    <a:pt x="22115" y="97492"/>
                    <a:pt x="26357" y="69168"/>
                    <a:pt x="38729" y="48788"/>
                  </a:cubicBezTo>
                  <a:cubicBezTo>
                    <a:pt x="53576" y="24955"/>
                    <a:pt x="74786" y="20119"/>
                    <a:pt x="86806" y="20119"/>
                  </a:cubicBezTo>
                  <a:cubicBezTo>
                    <a:pt x="116500" y="20119"/>
                    <a:pt x="119328" y="42916"/>
                    <a:pt x="119328" y="53624"/>
                  </a:cubicBezTo>
                  <a:cubicBezTo>
                    <a:pt x="119328" y="69858"/>
                    <a:pt x="112258" y="98182"/>
                    <a:pt x="100239" y="115799"/>
                  </a:cubicBezTo>
                  <a:cubicBezTo>
                    <a:pt x="86452" y="136178"/>
                    <a:pt x="67363" y="145159"/>
                    <a:pt x="53576" y="145159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8F2529D-C0DF-B084-6151-741EDBB91CD2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0532817" y="5608761"/>
              <a:ext cx="82012" cy="345414"/>
            </a:xfrm>
            <a:custGeom>
              <a:avLst/>
              <a:gdLst>
                <a:gd name="connsiteX0" fmla="*/ 82218 w 82012"/>
                <a:gd name="connsiteY0" fmla="*/ 342045 h 345414"/>
                <a:gd name="connsiteX1" fmla="*/ 76208 w 82012"/>
                <a:gd name="connsiteY1" fmla="*/ 334446 h 345414"/>
                <a:gd name="connsiteX2" fmla="*/ 20708 w 82012"/>
                <a:gd name="connsiteY2" fmla="*/ 172792 h 345414"/>
                <a:gd name="connsiteX3" fmla="*/ 77622 w 82012"/>
                <a:gd name="connsiteY3" fmla="*/ 9411 h 345414"/>
                <a:gd name="connsiteX4" fmla="*/ 82218 w 82012"/>
                <a:gd name="connsiteY4" fmla="*/ 3539 h 345414"/>
                <a:gd name="connsiteX5" fmla="*/ 78683 w 82012"/>
                <a:gd name="connsiteY5" fmla="*/ 85 h 345414"/>
                <a:gd name="connsiteX6" fmla="*/ 22476 w 82012"/>
                <a:gd name="connsiteY6" fmla="*/ 67441 h 345414"/>
                <a:gd name="connsiteX7" fmla="*/ 205 w 82012"/>
                <a:gd name="connsiteY7" fmla="*/ 172792 h 345414"/>
                <a:gd name="connsiteX8" fmla="*/ 23537 w 82012"/>
                <a:gd name="connsiteY8" fmla="*/ 280561 h 345414"/>
                <a:gd name="connsiteX9" fmla="*/ 78683 w 82012"/>
                <a:gd name="connsiteY9" fmla="*/ 345499 h 345414"/>
                <a:gd name="connsiteX10" fmla="*/ 82218 w 82012"/>
                <a:gd name="connsiteY10" fmla="*/ 34204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12" h="345414">
                  <a:moveTo>
                    <a:pt x="82218" y="342045"/>
                  </a:moveTo>
                  <a:cubicBezTo>
                    <a:pt x="82218" y="341009"/>
                    <a:pt x="82218" y="340318"/>
                    <a:pt x="76208" y="334446"/>
                  </a:cubicBezTo>
                  <a:cubicBezTo>
                    <a:pt x="32021" y="290924"/>
                    <a:pt x="20708" y="225640"/>
                    <a:pt x="20708" y="172792"/>
                  </a:cubicBezTo>
                  <a:cubicBezTo>
                    <a:pt x="20708" y="112690"/>
                    <a:pt x="34142" y="52588"/>
                    <a:pt x="77622" y="9411"/>
                  </a:cubicBezTo>
                  <a:cubicBezTo>
                    <a:pt x="82218" y="5266"/>
                    <a:pt x="82218" y="4575"/>
                    <a:pt x="82218" y="3539"/>
                  </a:cubicBezTo>
                  <a:cubicBezTo>
                    <a:pt x="82218" y="1121"/>
                    <a:pt x="80804" y="85"/>
                    <a:pt x="78683" y="85"/>
                  </a:cubicBezTo>
                  <a:cubicBezTo>
                    <a:pt x="75148" y="85"/>
                    <a:pt x="43333" y="23573"/>
                    <a:pt x="22476" y="67441"/>
                  </a:cubicBezTo>
                  <a:cubicBezTo>
                    <a:pt x="4447" y="105436"/>
                    <a:pt x="205" y="143777"/>
                    <a:pt x="205" y="172792"/>
                  </a:cubicBezTo>
                  <a:cubicBezTo>
                    <a:pt x="205" y="199734"/>
                    <a:pt x="4094" y="241530"/>
                    <a:pt x="23537" y="280561"/>
                  </a:cubicBezTo>
                  <a:cubicBezTo>
                    <a:pt x="44747" y="323047"/>
                    <a:pt x="75148" y="345499"/>
                    <a:pt x="78683" y="345499"/>
                  </a:cubicBezTo>
                  <a:cubicBezTo>
                    <a:pt x="80804" y="345499"/>
                    <a:pt x="82218" y="344463"/>
                    <a:pt x="82218" y="342045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9C296B4-7F12-8C26-CDB3-91FEFF9EF554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0643778" y="5630868"/>
              <a:ext cx="402991" cy="239717"/>
            </a:xfrm>
            <a:custGeom>
              <a:avLst/>
              <a:gdLst>
                <a:gd name="connsiteX0" fmla="*/ 369618 w 402991"/>
                <a:gd name="connsiteY0" fmla="*/ 24609 h 239717"/>
                <a:gd name="connsiteX1" fmla="*/ 383051 w 402991"/>
                <a:gd name="connsiteY1" fmla="*/ 17010 h 239717"/>
                <a:gd name="connsiteX2" fmla="*/ 403201 w 402991"/>
                <a:gd name="connsiteY2" fmla="*/ 16319 h 239717"/>
                <a:gd name="connsiteX3" fmla="*/ 403201 w 402991"/>
                <a:gd name="connsiteY3" fmla="*/ 85 h 239717"/>
                <a:gd name="connsiteX4" fmla="*/ 365376 w 402991"/>
                <a:gd name="connsiteY4" fmla="*/ 1121 h 239717"/>
                <a:gd name="connsiteX5" fmla="*/ 317300 w 402991"/>
                <a:gd name="connsiteY5" fmla="*/ 85 h 239717"/>
                <a:gd name="connsiteX6" fmla="*/ 317300 w 402991"/>
                <a:gd name="connsiteY6" fmla="*/ 16319 h 239717"/>
                <a:gd name="connsiteX7" fmla="*/ 353357 w 402991"/>
                <a:gd name="connsiteY7" fmla="*/ 20119 h 239717"/>
                <a:gd name="connsiteX8" fmla="*/ 292555 w 402991"/>
                <a:gd name="connsiteY8" fmla="*/ 174519 h 239717"/>
                <a:gd name="connsiteX9" fmla="*/ 229985 w 402991"/>
                <a:gd name="connsiteY9" fmla="*/ 16319 h 239717"/>
                <a:gd name="connsiteX10" fmla="*/ 263921 w 402991"/>
                <a:gd name="connsiteY10" fmla="*/ 16319 h 239717"/>
                <a:gd name="connsiteX11" fmla="*/ 263921 w 402991"/>
                <a:gd name="connsiteY11" fmla="*/ 85 h 239717"/>
                <a:gd name="connsiteX12" fmla="*/ 202059 w 402991"/>
                <a:gd name="connsiteY12" fmla="*/ 1121 h 239717"/>
                <a:gd name="connsiteX13" fmla="*/ 147973 w 402991"/>
                <a:gd name="connsiteY13" fmla="*/ 85 h 239717"/>
                <a:gd name="connsiteX14" fmla="*/ 147973 w 402991"/>
                <a:gd name="connsiteY14" fmla="*/ 16319 h 239717"/>
                <a:gd name="connsiteX15" fmla="*/ 178374 w 402991"/>
                <a:gd name="connsiteY15" fmla="*/ 16319 h 239717"/>
                <a:gd name="connsiteX16" fmla="*/ 192868 w 402991"/>
                <a:gd name="connsiteY16" fmla="*/ 52933 h 239717"/>
                <a:gd name="connsiteX17" fmla="*/ 144791 w 402991"/>
                <a:gd name="connsiteY17" fmla="*/ 174519 h 239717"/>
                <a:gd name="connsiteX18" fmla="*/ 82222 w 402991"/>
                <a:gd name="connsiteY18" fmla="*/ 16319 h 239717"/>
                <a:gd name="connsiteX19" fmla="*/ 116158 w 402991"/>
                <a:gd name="connsiteY19" fmla="*/ 16319 h 239717"/>
                <a:gd name="connsiteX20" fmla="*/ 116158 w 402991"/>
                <a:gd name="connsiteY20" fmla="*/ 85 h 239717"/>
                <a:gd name="connsiteX21" fmla="*/ 54295 w 402991"/>
                <a:gd name="connsiteY21" fmla="*/ 1121 h 239717"/>
                <a:gd name="connsiteX22" fmla="*/ 209 w 402991"/>
                <a:gd name="connsiteY22" fmla="*/ 85 h 239717"/>
                <a:gd name="connsiteX23" fmla="*/ 209 w 402991"/>
                <a:gd name="connsiteY23" fmla="*/ 16319 h 239717"/>
                <a:gd name="connsiteX24" fmla="*/ 30610 w 402991"/>
                <a:gd name="connsiteY24" fmla="*/ 16319 h 239717"/>
                <a:gd name="connsiteX25" fmla="*/ 115451 w 402991"/>
                <a:gd name="connsiteY25" fmla="*/ 230822 h 239717"/>
                <a:gd name="connsiteX26" fmla="*/ 127823 w 402991"/>
                <a:gd name="connsiteY26" fmla="*/ 239802 h 239717"/>
                <a:gd name="connsiteX27" fmla="*/ 140196 w 402991"/>
                <a:gd name="connsiteY27" fmla="*/ 230822 h 239717"/>
                <a:gd name="connsiteX28" fmla="*/ 201705 w 402991"/>
                <a:gd name="connsiteY28" fmla="*/ 75385 h 239717"/>
                <a:gd name="connsiteX29" fmla="*/ 263214 w 402991"/>
                <a:gd name="connsiteY29" fmla="*/ 230822 h 239717"/>
                <a:gd name="connsiteX30" fmla="*/ 275587 w 402991"/>
                <a:gd name="connsiteY30" fmla="*/ 239802 h 239717"/>
                <a:gd name="connsiteX31" fmla="*/ 287959 w 402991"/>
                <a:gd name="connsiteY31" fmla="*/ 230822 h 239717"/>
                <a:gd name="connsiteX32" fmla="*/ 369618 w 402991"/>
                <a:gd name="connsiteY32" fmla="*/ 24609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2991" h="239717">
                  <a:moveTo>
                    <a:pt x="369618" y="24609"/>
                  </a:moveTo>
                  <a:cubicBezTo>
                    <a:pt x="371739" y="18737"/>
                    <a:pt x="372093" y="18046"/>
                    <a:pt x="383051" y="17010"/>
                  </a:cubicBezTo>
                  <a:cubicBezTo>
                    <a:pt x="390121" y="16319"/>
                    <a:pt x="397545" y="16319"/>
                    <a:pt x="403201" y="16319"/>
                  </a:cubicBezTo>
                  <a:lnTo>
                    <a:pt x="403201" y="85"/>
                  </a:lnTo>
                  <a:cubicBezTo>
                    <a:pt x="393656" y="430"/>
                    <a:pt x="381284" y="1121"/>
                    <a:pt x="365376" y="1121"/>
                  </a:cubicBezTo>
                  <a:cubicBezTo>
                    <a:pt x="351943" y="1121"/>
                    <a:pt x="330026" y="1121"/>
                    <a:pt x="317300" y="85"/>
                  </a:cubicBezTo>
                  <a:lnTo>
                    <a:pt x="317300" y="16319"/>
                  </a:lnTo>
                  <a:cubicBezTo>
                    <a:pt x="326138" y="16319"/>
                    <a:pt x="343106" y="16319"/>
                    <a:pt x="353357" y="20119"/>
                  </a:cubicBezTo>
                  <a:lnTo>
                    <a:pt x="292555" y="174519"/>
                  </a:lnTo>
                  <a:lnTo>
                    <a:pt x="229985" y="16319"/>
                  </a:lnTo>
                  <a:lnTo>
                    <a:pt x="263921" y="16319"/>
                  </a:lnTo>
                  <a:lnTo>
                    <a:pt x="263921" y="85"/>
                  </a:lnTo>
                  <a:cubicBezTo>
                    <a:pt x="250488" y="1121"/>
                    <a:pt x="217259" y="1121"/>
                    <a:pt x="202059" y="1121"/>
                  </a:cubicBezTo>
                  <a:cubicBezTo>
                    <a:pt x="188272" y="1121"/>
                    <a:pt x="160345" y="1121"/>
                    <a:pt x="147973" y="85"/>
                  </a:cubicBezTo>
                  <a:lnTo>
                    <a:pt x="147973" y="16319"/>
                  </a:lnTo>
                  <a:lnTo>
                    <a:pt x="178374" y="16319"/>
                  </a:lnTo>
                  <a:lnTo>
                    <a:pt x="192868" y="52933"/>
                  </a:lnTo>
                  <a:lnTo>
                    <a:pt x="144791" y="174519"/>
                  </a:lnTo>
                  <a:lnTo>
                    <a:pt x="82222" y="16319"/>
                  </a:lnTo>
                  <a:lnTo>
                    <a:pt x="116158" y="16319"/>
                  </a:lnTo>
                  <a:lnTo>
                    <a:pt x="116158" y="85"/>
                  </a:lnTo>
                  <a:cubicBezTo>
                    <a:pt x="102725" y="1121"/>
                    <a:pt x="69496" y="1121"/>
                    <a:pt x="54295" y="1121"/>
                  </a:cubicBezTo>
                  <a:cubicBezTo>
                    <a:pt x="40508" y="1121"/>
                    <a:pt x="12582" y="1121"/>
                    <a:pt x="209" y="85"/>
                  </a:cubicBezTo>
                  <a:lnTo>
                    <a:pt x="209" y="16319"/>
                  </a:lnTo>
                  <a:lnTo>
                    <a:pt x="30610" y="16319"/>
                  </a:lnTo>
                  <a:lnTo>
                    <a:pt x="115451" y="230822"/>
                  </a:lnTo>
                  <a:cubicBezTo>
                    <a:pt x="117572" y="236348"/>
                    <a:pt x="118986" y="239802"/>
                    <a:pt x="127823" y="239802"/>
                  </a:cubicBezTo>
                  <a:cubicBezTo>
                    <a:pt x="136661" y="239802"/>
                    <a:pt x="138075" y="236348"/>
                    <a:pt x="140196" y="230822"/>
                  </a:cubicBezTo>
                  <a:lnTo>
                    <a:pt x="201705" y="75385"/>
                  </a:lnTo>
                  <a:lnTo>
                    <a:pt x="263214" y="230822"/>
                  </a:lnTo>
                  <a:cubicBezTo>
                    <a:pt x="265335" y="236348"/>
                    <a:pt x="266749" y="239802"/>
                    <a:pt x="275587" y="239802"/>
                  </a:cubicBezTo>
                  <a:cubicBezTo>
                    <a:pt x="284424" y="239802"/>
                    <a:pt x="285838" y="236348"/>
                    <a:pt x="287959" y="230822"/>
                  </a:cubicBezTo>
                  <a:lnTo>
                    <a:pt x="369618" y="2460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797E0458-C2C3-38DD-6DC8-A02694D8939C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1077341" y="5813005"/>
              <a:ext cx="116796" cy="109047"/>
            </a:xfrm>
            <a:custGeom>
              <a:avLst/>
              <a:gdLst>
                <a:gd name="connsiteX0" fmla="*/ 44515 w 116796"/>
                <a:gd name="connsiteY0" fmla="*/ 61743 h 109047"/>
                <a:gd name="connsiteX1" fmla="*/ 48474 w 116796"/>
                <a:gd name="connsiteY1" fmla="*/ 46026 h 109047"/>
                <a:gd name="connsiteX2" fmla="*/ 63569 w 116796"/>
                <a:gd name="connsiteY2" fmla="*/ 17737 h 109047"/>
                <a:gd name="connsiteX3" fmla="*/ 86581 w 116796"/>
                <a:gd name="connsiteY3" fmla="*/ 6856 h 109047"/>
                <a:gd name="connsiteX4" fmla="*/ 103408 w 116796"/>
                <a:gd name="connsiteY4" fmla="*/ 10967 h 109047"/>
                <a:gd name="connsiteX5" fmla="*/ 95985 w 116796"/>
                <a:gd name="connsiteY5" fmla="*/ 21847 h 109047"/>
                <a:gd name="connsiteX6" fmla="*/ 104645 w 116796"/>
                <a:gd name="connsiteY6" fmla="*/ 30068 h 109047"/>
                <a:gd name="connsiteX7" fmla="*/ 117018 w 116796"/>
                <a:gd name="connsiteY7" fmla="*/ 16770 h 109047"/>
                <a:gd name="connsiteX8" fmla="*/ 87076 w 116796"/>
                <a:gd name="connsiteY8" fmla="*/ 86 h 109047"/>
                <a:gd name="connsiteX9" fmla="*/ 52928 w 116796"/>
                <a:gd name="connsiteY9" fmla="*/ 16528 h 109047"/>
                <a:gd name="connsiteX10" fmla="*/ 29173 w 116796"/>
                <a:gd name="connsiteY10" fmla="*/ 86 h 109047"/>
                <a:gd name="connsiteX11" fmla="*/ 9377 w 116796"/>
                <a:gd name="connsiteY11" fmla="*/ 12901 h 109047"/>
                <a:gd name="connsiteX12" fmla="*/ 221 w 116796"/>
                <a:gd name="connsiteY12" fmla="*/ 37080 h 109047"/>
                <a:gd name="connsiteX13" fmla="*/ 5418 w 116796"/>
                <a:gd name="connsiteY13" fmla="*/ 40223 h 109047"/>
                <a:gd name="connsiteX14" fmla="*/ 11851 w 116796"/>
                <a:gd name="connsiteY14" fmla="*/ 33211 h 109047"/>
                <a:gd name="connsiteX15" fmla="*/ 28430 w 116796"/>
                <a:gd name="connsiteY15" fmla="*/ 6856 h 109047"/>
                <a:gd name="connsiteX16" fmla="*/ 36102 w 116796"/>
                <a:gd name="connsiteY16" fmla="*/ 18462 h 109047"/>
                <a:gd name="connsiteX17" fmla="*/ 30905 w 116796"/>
                <a:gd name="connsiteY17" fmla="*/ 43850 h 109047"/>
                <a:gd name="connsiteX18" fmla="*/ 23976 w 116796"/>
                <a:gd name="connsiteY18" fmla="*/ 69964 h 109047"/>
                <a:gd name="connsiteX19" fmla="*/ 19770 w 116796"/>
                <a:gd name="connsiteY19" fmla="*/ 86405 h 109047"/>
                <a:gd name="connsiteX20" fmla="*/ 16305 w 116796"/>
                <a:gd name="connsiteY20" fmla="*/ 101880 h 109047"/>
                <a:gd name="connsiteX21" fmla="*/ 23976 w 116796"/>
                <a:gd name="connsiteY21" fmla="*/ 109134 h 109047"/>
                <a:gd name="connsiteX22" fmla="*/ 33627 w 116796"/>
                <a:gd name="connsiteY22" fmla="*/ 103331 h 109047"/>
                <a:gd name="connsiteX23" fmla="*/ 37834 w 116796"/>
                <a:gd name="connsiteY23" fmla="*/ 87856 h 109047"/>
                <a:gd name="connsiteX24" fmla="*/ 44515 w 116796"/>
                <a:gd name="connsiteY24" fmla="*/ 61743 h 109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6796" h="109047">
                  <a:moveTo>
                    <a:pt x="44515" y="61743"/>
                  </a:moveTo>
                  <a:cubicBezTo>
                    <a:pt x="45752" y="56423"/>
                    <a:pt x="47237" y="51346"/>
                    <a:pt x="48474" y="46026"/>
                  </a:cubicBezTo>
                  <a:cubicBezTo>
                    <a:pt x="49959" y="40223"/>
                    <a:pt x="52681" y="29826"/>
                    <a:pt x="63569" y="17737"/>
                  </a:cubicBezTo>
                  <a:cubicBezTo>
                    <a:pt x="68518" y="12176"/>
                    <a:pt x="75694" y="6856"/>
                    <a:pt x="86581" y="6856"/>
                  </a:cubicBezTo>
                  <a:cubicBezTo>
                    <a:pt x="89303" y="6856"/>
                    <a:pt x="97717" y="7098"/>
                    <a:pt x="103408" y="10967"/>
                  </a:cubicBezTo>
                  <a:cubicBezTo>
                    <a:pt x="98212" y="13385"/>
                    <a:pt x="95985" y="17737"/>
                    <a:pt x="95985" y="21847"/>
                  </a:cubicBezTo>
                  <a:cubicBezTo>
                    <a:pt x="95985" y="28617"/>
                    <a:pt x="101429" y="30068"/>
                    <a:pt x="104645" y="30068"/>
                  </a:cubicBezTo>
                  <a:cubicBezTo>
                    <a:pt x="109347" y="30068"/>
                    <a:pt x="117018" y="26683"/>
                    <a:pt x="117018" y="16770"/>
                  </a:cubicBezTo>
                  <a:cubicBezTo>
                    <a:pt x="117018" y="4438"/>
                    <a:pt x="101676" y="86"/>
                    <a:pt x="87076" y="86"/>
                  </a:cubicBezTo>
                  <a:cubicBezTo>
                    <a:pt x="80395" y="86"/>
                    <a:pt x="67033" y="570"/>
                    <a:pt x="52928" y="16528"/>
                  </a:cubicBezTo>
                  <a:cubicBezTo>
                    <a:pt x="48969" y="3229"/>
                    <a:pt x="36102" y="86"/>
                    <a:pt x="29173" y="86"/>
                  </a:cubicBezTo>
                  <a:cubicBezTo>
                    <a:pt x="18532" y="86"/>
                    <a:pt x="13089" y="6856"/>
                    <a:pt x="9377" y="12901"/>
                  </a:cubicBezTo>
                  <a:cubicBezTo>
                    <a:pt x="4180" y="20880"/>
                    <a:pt x="221" y="35629"/>
                    <a:pt x="221" y="37080"/>
                  </a:cubicBezTo>
                  <a:cubicBezTo>
                    <a:pt x="221" y="40223"/>
                    <a:pt x="3438" y="40223"/>
                    <a:pt x="5418" y="40223"/>
                  </a:cubicBezTo>
                  <a:cubicBezTo>
                    <a:pt x="9872" y="40223"/>
                    <a:pt x="10119" y="39982"/>
                    <a:pt x="11851" y="33211"/>
                  </a:cubicBezTo>
                  <a:cubicBezTo>
                    <a:pt x="16058" y="16528"/>
                    <a:pt x="20760" y="6856"/>
                    <a:pt x="28430" y="6856"/>
                  </a:cubicBezTo>
                  <a:cubicBezTo>
                    <a:pt x="36101" y="6856"/>
                    <a:pt x="36102" y="15561"/>
                    <a:pt x="36102" y="18462"/>
                  </a:cubicBezTo>
                  <a:cubicBezTo>
                    <a:pt x="36102" y="23056"/>
                    <a:pt x="32885" y="35388"/>
                    <a:pt x="30905" y="43850"/>
                  </a:cubicBezTo>
                  <a:lnTo>
                    <a:pt x="23976" y="69964"/>
                  </a:lnTo>
                  <a:cubicBezTo>
                    <a:pt x="23234" y="73590"/>
                    <a:pt x="20760" y="82778"/>
                    <a:pt x="19770" y="86405"/>
                  </a:cubicBezTo>
                  <a:cubicBezTo>
                    <a:pt x="18532" y="91725"/>
                    <a:pt x="16305" y="100187"/>
                    <a:pt x="16305" y="101880"/>
                  </a:cubicBezTo>
                  <a:cubicBezTo>
                    <a:pt x="16305" y="107199"/>
                    <a:pt x="20265" y="109134"/>
                    <a:pt x="23976" y="109134"/>
                  </a:cubicBezTo>
                  <a:cubicBezTo>
                    <a:pt x="29420" y="109134"/>
                    <a:pt x="32637" y="105265"/>
                    <a:pt x="33627" y="103331"/>
                  </a:cubicBezTo>
                  <a:cubicBezTo>
                    <a:pt x="34369" y="101638"/>
                    <a:pt x="36596" y="92934"/>
                    <a:pt x="37834" y="87856"/>
                  </a:cubicBezTo>
                  <a:lnTo>
                    <a:pt x="44515" y="61743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CCE4FB13-571C-B3FD-4410-32DBDB64B2EB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1238779" y="5608761"/>
              <a:ext cx="48429" cy="345414"/>
            </a:xfrm>
            <a:custGeom>
              <a:avLst/>
              <a:gdLst>
                <a:gd name="connsiteX0" fmla="*/ 48655 w 48429"/>
                <a:gd name="connsiteY0" fmla="*/ 345499 h 345414"/>
                <a:gd name="connsiteX1" fmla="*/ 48655 w 48429"/>
                <a:gd name="connsiteY1" fmla="*/ 331683 h 345414"/>
                <a:gd name="connsiteX2" fmla="*/ 14365 w 48429"/>
                <a:gd name="connsiteY2" fmla="*/ 331683 h 345414"/>
                <a:gd name="connsiteX3" fmla="*/ 14365 w 48429"/>
                <a:gd name="connsiteY3" fmla="*/ 13901 h 345414"/>
                <a:gd name="connsiteX4" fmla="*/ 48655 w 48429"/>
                <a:gd name="connsiteY4" fmla="*/ 13901 h 345414"/>
                <a:gd name="connsiteX5" fmla="*/ 48655 w 48429"/>
                <a:gd name="connsiteY5" fmla="*/ 85 h 345414"/>
                <a:gd name="connsiteX6" fmla="*/ 225 w 48429"/>
                <a:gd name="connsiteY6" fmla="*/ 85 h 345414"/>
                <a:gd name="connsiteX7" fmla="*/ 225 w 48429"/>
                <a:gd name="connsiteY7" fmla="*/ 345499 h 345414"/>
                <a:gd name="connsiteX8" fmla="*/ 48655 w 48429"/>
                <a:gd name="connsiteY8" fmla="*/ 345499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29" h="345414">
                  <a:moveTo>
                    <a:pt x="48655" y="345499"/>
                  </a:moveTo>
                  <a:lnTo>
                    <a:pt x="48655" y="331683"/>
                  </a:lnTo>
                  <a:lnTo>
                    <a:pt x="14365" y="331683"/>
                  </a:lnTo>
                  <a:lnTo>
                    <a:pt x="14365" y="13901"/>
                  </a:lnTo>
                  <a:lnTo>
                    <a:pt x="48655" y="13901"/>
                  </a:lnTo>
                  <a:lnTo>
                    <a:pt x="48655" y="85"/>
                  </a:lnTo>
                  <a:lnTo>
                    <a:pt x="225" y="85"/>
                  </a:lnTo>
                  <a:lnTo>
                    <a:pt x="225" y="345499"/>
                  </a:lnTo>
                  <a:lnTo>
                    <a:pt x="48655" y="34549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17F31FDA-DC40-1246-3E2D-5155943FF52E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1303038" y="5714458"/>
              <a:ext cx="199021" cy="153364"/>
            </a:xfrm>
            <a:custGeom>
              <a:avLst/>
              <a:gdLst>
                <a:gd name="connsiteX0" fmla="*/ 114762 w 199021"/>
                <a:gd name="connsiteY0" fmla="*/ 68477 h 153364"/>
                <a:gd name="connsiteX1" fmla="*/ 156122 w 199021"/>
                <a:gd name="connsiteY1" fmla="*/ 23573 h 153364"/>
                <a:gd name="connsiteX2" fmla="*/ 192179 w 199021"/>
                <a:gd name="connsiteY2" fmla="*/ 16319 h 153364"/>
                <a:gd name="connsiteX3" fmla="*/ 192179 w 199021"/>
                <a:gd name="connsiteY3" fmla="*/ 85 h 153364"/>
                <a:gd name="connsiteX4" fmla="*/ 159657 w 199021"/>
                <a:gd name="connsiteY4" fmla="*/ 1121 h 153364"/>
                <a:gd name="connsiteX5" fmla="*/ 123246 w 199021"/>
                <a:gd name="connsiteY5" fmla="*/ 85 h 153364"/>
                <a:gd name="connsiteX6" fmla="*/ 123246 w 199021"/>
                <a:gd name="connsiteY6" fmla="*/ 16319 h 153364"/>
                <a:gd name="connsiteX7" fmla="*/ 136679 w 199021"/>
                <a:gd name="connsiteY7" fmla="*/ 19428 h 153364"/>
                <a:gd name="connsiteX8" fmla="*/ 133851 w 199021"/>
                <a:gd name="connsiteY8" fmla="*/ 23573 h 153364"/>
                <a:gd name="connsiteX9" fmla="*/ 104157 w 199021"/>
                <a:gd name="connsiteY9" fmla="*/ 56042 h 153364"/>
                <a:gd name="connsiteX10" fmla="*/ 69514 w 199021"/>
                <a:gd name="connsiteY10" fmla="*/ 16319 h 153364"/>
                <a:gd name="connsiteX11" fmla="*/ 83654 w 199021"/>
                <a:gd name="connsiteY11" fmla="*/ 16319 h 153364"/>
                <a:gd name="connsiteX12" fmla="*/ 83654 w 199021"/>
                <a:gd name="connsiteY12" fmla="*/ 85 h 153364"/>
                <a:gd name="connsiteX13" fmla="*/ 40881 w 199021"/>
                <a:gd name="connsiteY13" fmla="*/ 1121 h 153364"/>
                <a:gd name="connsiteX14" fmla="*/ 1995 w 199021"/>
                <a:gd name="connsiteY14" fmla="*/ 85 h 153364"/>
                <a:gd name="connsiteX15" fmla="*/ 1995 w 199021"/>
                <a:gd name="connsiteY15" fmla="*/ 16319 h 153364"/>
                <a:gd name="connsiteX16" fmla="*/ 27094 w 199021"/>
                <a:gd name="connsiteY16" fmla="*/ 16319 h 153364"/>
                <a:gd name="connsiteX17" fmla="*/ 82240 w 199021"/>
                <a:gd name="connsiteY17" fmla="*/ 79875 h 153364"/>
                <a:gd name="connsiteX18" fmla="*/ 35932 w 199021"/>
                <a:gd name="connsiteY18" fmla="*/ 130651 h 153364"/>
                <a:gd name="connsiteX19" fmla="*/ 228 w 199021"/>
                <a:gd name="connsiteY19" fmla="*/ 137214 h 153364"/>
                <a:gd name="connsiteX20" fmla="*/ 228 w 199021"/>
                <a:gd name="connsiteY20" fmla="*/ 153449 h 153364"/>
                <a:gd name="connsiteX21" fmla="*/ 32750 w 199021"/>
                <a:gd name="connsiteY21" fmla="*/ 152413 h 153364"/>
                <a:gd name="connsiteX22" fmla="*/ 69161 w 199021"/>
                <a:gd name="connsiteY22" fmla="*/ 153449 h 153364"/>
                <a:gd name="connsiteX23" fmla="*/ 69161 w 199021"/>
                <a:gd name="connsiteY23" fmla="*/ 137214 h 153364"/>
                <a:gd name="connsiteX24" fmla="*/ 56081 w 199021"/>
                <a:gd name="connsiteY24" fmla="*/ 133415 h 153364"/>
                <a:gd name="connsiteX25" fmla="*/ 58556 w 199021"/>
                <a:gd name="connsiteY25" fmla="*/ 129961 h 153364"/>
                <a:gd name="connsiteX26" fmla="*/ 92845 w 199021"/>
                <a:gd name="connsiteY26" fmla="*/ 92310 h 153364"/>
                <a:gd name="connsiteX27" fmla="*/ 131730 w 199021"/>
                <a:gd name="connsiteY27" fmla="*/ 137214 h 153364"/>
                <a:gd name="connsiteX28" fmla="*/ 117944 w 199021"/>
                <a:gd name="connsiteY28" fmla="*/ 137214 h 153364"/>
                <a:gd name="connsiteX29" fmla="*/ 117944 w 199021"/>
                <a:gd name="connsiteY29" fmla="*/ 153449 h 153364"/>
                <a:gd name="connsiteX30" fmla="*/ 160364 w 199021"/>
                <a:gd name="connsiteY30" fmla="*/ 152413 h 153364"/>
                <a:gd name="connsiteX31" fmla="*/ 199249 w 199021"/>
                <a:gd name="connsiteY31" fmla="*/ 153449 h 153364"/>
                <a:gd name="connsiteX32" fmla="*/ 199249 w 199021"/>
                <a:gd name="connsiteY32" fmla="*/ 137214 h 153364"/>
                <a:gd name="connsiteX33" fmla="*/ 174151 w 199021"/>
                <a:gd name="connsiteY33" fmla="*/ 137214 h 153364"/>
                <a:gd name="connsiteX34" fmla="*/ 114762 w 199021"/>
                <a:gd name="connsiteY34" fmla="*/ 68477 h 153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021" h="153364">
                  <a:moveTo>
                    <a:pt x="114762" y="68477"/>
                  </a:moveTo>
                  <a:lnTo>
                    <a:pt x="156122" y="23573"/>
                  </a:lnTo>
                  <a:cubicBezTo>
                    <a:pt x="160718" y="18737"/>
                    <a:pt x="162839" y="16319"/>
                    <a:pt x="192179" y="16319"/>
                  </a:cubicBezTo>
                  <a:lnTo>
                    <a:pt x="192179" y="85"/>
                  </a:lnTo>
                  <a:cubicBezTo>
                    <a:pt x="179807" y="775"/>
                    <a:pt x="161425" y="1121"/>
                    <a:pt x="159657" y="1121"/>
                  </a:cubicBezTo>
                  <a:cubicBezTo>
                    <a:pt x="150819" y="1121"/>
                    <a:pt x="133144" y="430"/>
                    <a:pt x="123246" y="85"/>
                  </a:cubicBezTo>
                  <a:lnTo>
                    <a:pt x="123246" y="16319"/>
                  </a:lnTo>
                  <a:cubicBezTo>
                    <a:pt x="128195" y="16319"/>
                    <a:pt x="132437" y="17010"/>
                    <a:pt x="136679" y="19428"/>
                  </a:cubicBezTo>
                  <a:cubicBezTo>
                    <a:pt x="135265" y="21500"/>
                    <a:pt x="135265" y="22191"/>
                    <a:pt x="133851" y="23573"/>
                  </a:cubicBezTo>
                  <a:lnTo>
                    <a:pt x="104157" y="56042"/>
                  </a:lnTo>
                  <a:lnTo>
                    <a:pt x="69514" y="16319"/>
                  </a:lnTo>
                  <a:lnTo>
                    <a:pt x="83654" y="16319"/>
                  </a:lnTo>
                  <a:lnTo>
                    <a:pt x="83654" y="85"/>
                  </a:lnTo>
                  <a:cubicBezTo>
                    <a:pt x="74463" y="430"/>
                    <a:pt x="52193" y="1121"/>
                    <a:pt x="40881" y="1121"/>
                  </a:cubicBezTo>
                  <a:cubicBezTo>
                    <a:pt x="29569" y="1121"/>
                    <a:pt x="13661" y="430"/>
                    <a:pt x="1995" y="85"/>
                  </a:cubicBezTo>
                  <a:lnTo>
                    <a:pt x="1995" y="16319"/>
                  </a:lnTo>
                  <a:lnTo>
                    <a:pt x="27094" y="16319"/>
                  </a:lnTo>
                  <a:lnTo>
                    <a:pt x="82240" y="79875"/>
                  </a:lnTo>
                  <a:lnTo>
                    <a:pt x="35932" y="130651"/>
                  </a:lnTo>
                  <a:cubicBezTo>
                    <a:pt x="29922" y="137214"/>
                    <a:pt x="17196" y="137214"/>
                    <a:pt x="228" y="137214"/>
                  </a:cubicBezTo>
                  <a:lnTo>
                    <a:pt x="228" y="153449"/>
                  </a:lnTo>
                  <a:cubicBezTo>
                    <a:pt x="12600" y="152758"/>
                    <a:pt x="30982" y="152413"/>
                    <a:pt x="32750" y="152413"/>
                  </a:cubicBezTo>
                  <a:cubicBezTo>
                    <a:pt x="41588" y="152413"/>
                    <a:pt x="62091" y="153103"/>
                    <a:pt x="69161" y="153449"/>
                  </a:cubicBezTo>
                  <a:lnTo>
                    <a:pt x="69161" y="137214"/>
                  </a:lnTo>
                  <a:cubicBezTo>
                    <a:pt x="62798" y="137214"/>
                    <a:pt x="56081" y="135487"/>
                    <a:pt x="56081" y="133415"/>
                  </a:cubicBezTo>
                  <a:cubicBezTo>
                    <a:pt x="56081" y="133069"/>
                    <a:pt x="56081" y="132724"/>
                    <a:pt x="58556" y="129961"/>
                  </a:cubicBezTo>
                  <a:lnTo>
                    <a:pt x="92845" y="92310"/>
                  </a:lnTo>
                  <a:lnTo>
                    <a:pt x="131730" y="137214"/>
                  </a:lnTo>
                  <a:lnTo>
                    <a:pt x="117944" y="137214"/>
                  </a:lnTo>
                  <a:lnTo>
                    <a:pt x="117944" y="153449"/>
                  </a:lnTo>
                  <a:cubicBezTo>
                    <a:pt x="127135" y="153103"/>
                    <a:pt x="148698" y="152413"/>
                    <a:pt x="160364" y="152413"/>
                  </a:cubicBezTo>
                  <a:cubicBezTo>
                    <a:pt x="171676" y="152413"/>
                    <a:pt x="187584" y="153103"/>
                    <a:pt x="199249" y="153449"/>
                  </a:cubicBezTo>
                  <a:lnTo>
                    <a:pt x="199249" y="137214"/>
                  </a:lnTo>
                  <a:lnTo>
                    <a:pt x="174151" y="137214"/>
                  </a:lnTo>
                  <a:lnTo>
                    <a:pt x="114762" y="68477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4B277229-63CE-AAC9-1E48-7C0296AFE1E8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1520208" y="5768515"/>
              <a:ext cx="83638" cy="153536"/>
            </a:xfrm>
            <a:custGeom>
              <a:avLst/>
              <a:gdLst>
                <a:gd name="connsiteX0" fmla="*/ 50714 w 83638"/>
                <a:gd name="connsiteY0" fmla="*/ 55698 h 153536"/>
                <a:gd name="connsiteX1" fmla="*/ 75954 w 83638"/>
                <a:gd name="connsiteY1" fmla="*/ 55698 h 153536"/>
                <a:gd name="connsiteX2" fmla="*/ 83872 w 83638"/>
                <a:gd name="connsiteY2" fmla="*/ 50379 h 153536"/>
                <a:gd name="connsiteX3" fmla="*/ 76449 w 83638"/>
                <a:gd name="connsiteY3" fmla="*/ 46993 h 153536"/>
                <a:gd name="connsiteX4" fmla="*/ 52941 w 83638"/>
                <a:gd name="connsiteY4" fmla="*/ 46993 h 153536"/>
                <a:gd name="connsiteX5" fmla="*/ 62097 w 83638"/>
                <a:gd name="connsiteY5" fmla="*/ 11209 h 153536"/>
                <a:gd name="connsiteX6" fmla="*/ 62839 w 83638"/>
                <a:gd name="connsiteY6" fmla="*/ 7823 h 153536"/>
                <a:gd name="connsiteX7" fmla="*/ 54426 w 83638"/>
                <a:gd name="connsiteY7" fmla="*/ 86 h 153536"/>
                <a:gd name="connsiteX8" fmla="*/ 42795 w 83638"/>
                <a:gd name="connsiteY8" fmla="*/ 10483 h 153536"/>
                <a:gd name="connsiteX9" fmla="*/ 33392 w 83638"/>
                <a:gd name="connsiteY9" fmla="*/ 46993 h 153536"/>
                <a:gd name="connsiteX10" fmla="*/ 8152 w 83638"/>
                <a:gd name="connsiteY10" fmla="*/ 46993 h 153536"/>
                <a:gd name="connsiteX11" fmla="*/ 234 w 83638"/>
                <a:gd name="connsiteY11" fmla="*/ 52313 h 153536"/>
                <a:gd name="connsiteX12" fmla="*/ 7657 w 83638"/>
                <a:gd name="connsiteY12" fmla="*/ 55698 h 153536"/>
                <a:gd name="connsiteX13" fmla="*/ 31165 w 83638"/>
                <a:gd name="connsiteY13" fmla="*/ 55698 h 153536"/>
                <a:gd name="connsiteX14" fmla="*/ 16566 w 83638"/>
                <a:gd name="connsiteY14" fmla="*/ 112760 h 153536"/>
                <a:gd name="connsiteX15" fmla="*/ 12854 w 83638"/>
                <a:gd name="connsiteY15" fmla="*/ 130653 h 153536"/>
                <a:gd name="connsiteX16" fmla="*/ 39331 w 83638"/>
                <a:gd name="connsiteY16" fmla="*/ 153623 h 153536"/>
                <a:gd name="connsiteX17" fmla="*/ 82388 w 83638"/>
                <a:gd name="connsiteY17" fmla="*/ 116629 h 153536"/>
                <a:gd name="connsiteX18" fmla="*/ 78428 w 83638"/>
                <a:gd name="connsiteY18" fmla="*/ 113486 h 153536"/>
                <a:gd name="connsiteX19" fmla="*/ 73232 w 83638"/>
                <a:gd name="connsiteY19" fmla="*/ 118080 h 153536"/>
                <a:gd name="connsiteX20" fmla="*/ 40073 w 83638"/>
                <a:gd name="connsiteY20" fmla="*/ 146853 h 153536"/>
                <a:gd name="connsiteX21" fmla="*/ 31413 w 83638"/>
                <a:gd name="connsiteY21" fmla="*/ 135005 h 153536"/>
                <a:gd name="connsiteX22" fmla="*/ 32897 w 83638"/>
                <a:gd name="connsiteY22" fmla="*/ 125092 h 153536"/>
                <a:gd name="connsiteX23" fmla="*/ 50714 w 83638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38" h="153536">
                  <a:moveTo>
                    <a:pt x="50714" y="55698"/>
                  </a:moveTo>
                  <a:lnTo>
                    <a:pt x="75954" y="55698"/>
                  </a:lnTo>
                  <a:cubicBezTo>
                    <a:pt x="80655" y="55698"/>
                    <a:pt x="83872" y="55698"/>
                    <a:pt x="83872" y="50379"/>
                  </a:cubicBezTo>
                  <a:cubicBezTo>
                    <a:pt x="83872" y="46993"/>
                    <a:pt x="80655" y="46993"/>
                    <a:pt x="76449" y="46993"/>
                  </a:cubicBezTo>
                  <a:lnTo>
                    <a:pt x="52941" y="46993"/>
                  </a:lnTo>
                  <a:lnTo>
                    <a:pt x="62097" y="11209"/>
                  </a:lnTo>
                  <a:cubicBezTo>
                    <a:pt x="62344" y="10000"/>
                    <a:pt x="62839" y="8791"/>
                    <a:pt x="62839" y="7823"/>
                  </a:cubicBezTo>
                  <a:cubicBezTo>
                    <a:pt x="62839" y="3471"/>
                    <a:pt x="59375" y="86"/>
                    <a:pt x="54426" y="86"/>
                  </a:cubicBezTo>
                  <a:cubicBezTo>
                    <a:pt x="48239" y="86"/>
                    <a:pt x="44528" y="4197"/>
                    <a:pt x="42795" y="10483"/>
                  </a:cubicBezTo>
                  <a:cubicBezTo>
                    <a:pt x="41063" y="16528"/>
                    <a:pt x="44280" y="4922"/>
                    <a:pt x="33392" y="46993"/>
                  </a:cubicBezTo>
                  <a:lnTo>
                    <a:pt x="8152" y="46993"/>
                  </a:lnTo>
                  <a:cubicBezTo>
                    <a:pt x="3451" y="46993"/>
                    <a:pt x="234" y="46993"/>
                    <a:pt x="234" y="52313"/>
                  </a:cubicBezTo>
                  <a:cubicBezTo>
                    <a:pt x="234" y="55698"/>
                    <a:pt x="3203" y="55698"/>
                    <a:pt x="7657" y="55698"/>
                  </a:cubicBezTo>
                  <a:lnTo>
                    <a:pt x="31165" y="55698"/>
                  </a:lnTo>
                  <a:lnTo>
                    <a:pt x="16566" y="112760"/>
                  </a:lnTo>
                  <a:cubicBezTo>
                    <a:pt x="15081" y="118805"/>
                    <a:pt x="12854" y="127510"/>
                    <a:pt x="12854" y="130653"/>
                  </a:cubicBezTo>
                  <a:cubicBezTo>
                    <a:pt x="12854" y="144919"/>
                    <a:pt x="25226" y="153623"/>
                    <a:pt x="39331" y="153623"/>
                  </a:cubicBezTo>
                  <a:cubicBezTo>
                    <a:pt x="66798" y="153623"/>
                    <a:pt x="82388" y="119772"/>
                    <a:pt x="82388" y="116629"/>
                  </a:cubicBezTo>
                  <a:cubicBezTo>
                    <a:pt x="82388" y="113486"/>
                    <a:pt x="79171" y="113486"/>
                    <a:pt x="78428" y="113486"/>
                  </a:cubicBezTo>
                  <a:cubicBezTo>
                    <a:pt x="75459" y="113486"/>
                    <a:pt x="75212" y="113969"/>
                    <a:pt x="73232" y="118080"/>
                  </a:cubicBezTo>
                  <a:cubicBezTo>
                    <a:pt x="66303" y="133313"/>
                    <a:pt x="53683" y="146853"/>
                    <a:pt x="40073" y="146853"/>
                  </a:cubicBezTo>
                  <a:cubicBezTo>
                    <a:pt x="34877" y="146853"/>
                    <a:pt x="31413" y="143710"/>
                    <a:pt x="31413" y="135005"/>
                  </a:cubicBezTo>
                  <a:cubicBezTo>
                    <a:pt x="31413" y="132587"/>
                    <a:pt x="32403" y="127510"/>
                    <a:pt x="32897" y="125092"/>
                  </a:cubicBezTo>
                  <a:lnTo>
                    <a:pt x="50714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F3ECED8-13FD-3439-FE6F-74D4F5436C5C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1664679" y="5718949"/>
              <a:ext cx="38531" cy="215538"/>
            </a:xfrm>
            <a:custGeom>
              <a:avLst/>
              <a:gdLst>
                <a:gd name="connsiteX0" fmla="*/ 37709 w 38531"/>
                <a:gd name="connsiteY0" fmla="*/ 18392 h 215538"/>
                <a:gd name="connsiteX1" fmla="*/ 18973 w 38531"/>
                <a:gd name="connsiteY1" fmla="*/ 85 h 215538"/>
                <a:gd name="connsiteX2" fmla="*/ 237 w 38531"/>
                <a:gd name="connsiteY2" fmla="*/ 18392 h 215538"/>
                <a:gd name="connsiteX3" fmla="*/ 18973 w 38531"/>
                <a:gd name="connsiteY3" fmla="*/ 36699 h 215538"/>
                <a:gd name="connsiteX4" fmla="*/ 37709 w 38531"/>
                <a:gd name="connsiteY4" fmla="*/ 18392 h 215538"/>
                <a:gd name="connsiteX5" fmla="*/ 30992 w 38531"/>
                <a:gd name="connsiteY5" fmla="*/ 145159 h 215538"/>
                <a:gd name="connsiteX6" fmla="*/ 8368 w 38531"/>
                <a:gd name="connsiteY6" fmla="*/ 207334 h 215538"/>
                <a:gd name="connsiteX7" fmla="*/ 5893 w 38531"/>
                <a:gd name="connsiteY7" fmla="*/ 211824 h 215538"/>
                <a:gd name="connsiteX8" fmla="*/ 9428 w 38531"/>
                <a:gd name="connsiteY8" fmla="*/ 215623 h 215538"/>
                <a:gd name="connsiteX9" fmla="*/ 38769 w 38531"/>
                <a:gd name="connsiteY9" fmla="*/ 147922 h 215538"/>
                <a:gd name="connsiteX10" fmla="*/ 18973 w 38531"/>
                <a:gd name="connsiteY10" fmla="*/ 112344 h 215538"/>
                <a:gd name="connsiteX11" fmla="*/ 237 w 38531"/>
                <a:gd name="connsiteY11" fmla="*/ 130651 h 215538"/>
                <a:gd name="connsiteX12" fmla="*/ 18973 w 38531"/>
                <a:gd name="connsiteY12" fmla="*/ 148958 h 215538"/>
                <a:gd name="connsiteX13" fmla="*/ 21801 w 38531"/>
                <a:gd name="connsiteY13" fmla="*/ 148613 h 215538"/>
                <a:gd name="connsiteX14" fmla="*/ 30992 w 38531"/>
                <a:gd name="connsiteY14" fmla="*/ 145159 h 215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31" h="215538">
                  <a:moveTo>
                    <a:pt x="37709" y="18392"/>
                  </a:moveTo>
                  <a:cubicBezTo>
                    <a:pt x="37709" y="8375"/>
                    <a:pt x="29225" y="85"/>
                    <a:pt x="18973" y="85"/>
                  </a:cubicBezTo>
                  <a:cubicBezTo>
                    <a:pt x="8721" y="85"/>
                    <a:pt x="237" y="8375"/>
                    <a:pt x="237" y="18392"/>
                  </a:cubicBezTo>
                  <a:cubicBezTo>
                    <a:pt x="237" y="28409"/>
                    <a:pt x="8721" y="36699"/>
                    <a:pt x="18973" y="36699"/>
                  </a:cubicBezTo>
                  <a:cubicBezTo>
                    <a:pt x="29225" y="36699"/>
                    <a:pt x="37709" y="28409"/>
                    <a:pt x="37709" y="18392"/>
                  </a:cubicBezTo>
                  <a:close/>
                  <a:moveTo>
                    <a:pt x="30992" y="145159"/>
                  </a:moveTo>
                  <a:cubicBezTo>
                    <a:pt x="30992" y="154830"/>
                    <a:pt x="30992" y="181773"/>
                    <a:pt x="8368" y="207334"/>
                  </a:cubicBezTo>
                  <a:cubicBezTo>
                    <a:pt x="5893" y="210097"/>
                    <a:pt x="5893" y="210788"/>
                    <a:pt x="5893" y="211824"/>
                  </a:cubicBezTo>
                  <a:cubicBezTo>
                    <a:pt x="5893" y="214242"/>
                    <a:pt x="7661" y="215623"/>
                    <a:pt x="9428" y="215623"/>
                  </a:cubicBezTo>
                  <a:cubicBezTo>
                    <a:pt x="13317" y="215623"/>
                    <a:pt x="38769" y="187990"/>
                    <a:pt x="38769" y="147922"/>
                  </a:cubicBezTo>
                  <a:cubicBezTo>
                    <a:pt x="38769" y="137905"/>
                    <a:pt x="38062" y="112344"/>
                    <a:pt x="18973" y="112344"/>
                  </a:cubicBezTo>
                  <a:cubicBezTo>
                    <a:pt x="6600" y="112344"/>
                    <a:pt x="237" y="121671"/>
                    <a:pt x="237" y="130651"/>
                  </a:cubicBezTo>
                  <a:cubicBezTo>
                    <a:pt x="237" y="139632"/>
                    <a:pt x="6247" y="148958"/>
                    <a:pt x="18973" y="148958"/>
                  </a:cubicBezTo>
                  <a:cubicBezTo>
                    <a:pt x="20740" y="148958"/>
                    <a:pt x="21447" y="148958"/>
                    <a:pt x="21801" y="148613"/>
                  </a:cubicBezTo>
                  <a:cubicBezTo>
                    <a:pt x="24276" y="148268"/>
                    <a:pt x="28164" y="147577"/>
                    <a:pt x="30992" y="145159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931189B4-A989-9E9C-D528-83EDD0CEAFE4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1807296" y="5628105"/>
              <a:ext cx="201495" cy="239717"/>
            </a:xfrm>
            <a:custGeom>
              <a:avLst/>
              <a:gdLst>
                <a:gd name="connsiteX0" fmla="*/ 24633 w 201495"/>
                <a:gd name="connsiteY0" fmla="*/ 223568 h 239717"/>
                <a:gd name="connsiteX1" fmla="*/ 242 w 201495"/>
                <a:gd name="connsiteY1" fmla="*/ 223568 h 239717"/>
                <a:gd name="connsiteX2" fmla="*/ 242 w 201495"/>
                <a:gd name="connsiteY2" fmla="*/ 239802 h 239717"/>
                <a:gd name="connsiteX3" fmla="*/ 44783 w 201495"/>
                <a:gd name="connsiteY3" fmla="*/ 238766 h 239717"/>
                <a:gd name="connsiteX4" fmla="*/ 89324 w 201495"/>
                <a:gd name="connsiteY4" fmla="*/ 239802 h 239717"/>
                <a:gd name="connsiteX5" fmla="*/ 89324 w 201495"/>
                <a:gd name="connsiteY5" fmla="*/ 223568 h 239717"/>
                <a:gd name="connsiteX6" fmla="*/ 64933 w 201495"/>
                <a:gd name="connsiteY6" fmla="*/ 223568 h 239717"/>
                <a:gd name="connsiteX7" fmla="*/ 64933 w 201495"/>
                <a:gd name="connsiteY7" fmla="*/ 151376 h 239717"/>
                <a:gd name="connsiteX8" fmla="*/ 117604 w 201495"/>
                <a:gd name="connsiteY8" fmla="*/ 96801 h 239717"/>
                <a:gd name="connsiteX9" fmla="*/ 137047 w 201495"/>
                <a:gd name="connsiteY9" fmla="*/ 130306 h 239717"/>
                <a:gd name="connsiteX10" fmla="*/ 137047 w 201495"/>
                <a:gd name="connsiteY10" fmla="*/ 223568 h 239717"/>
                <a:gd name="connsiteX11" fmla="*/ 112655 w 201495"/>
                <a:gd name="connsiteY11" fmla="*/ 223568 h 239717"/>
                <a:gd name="connsiteX12" fmla="*/ 112655 w 201495"/>
                <a:gd name="connsiteY12" fmla="*/ 239802 h 239717"/>
                <a:gd name="connsiteX13" fmla="*/ 157196 w 201495"/>
                <a:gd name="connsiteY13" fmla="*/ 238766 h 239717"/>
                <a:gd name="connsiteX14" fmla="*/ 201738 w 201495"/>
                <a:gd name="connsiteY14" fmla="*/ 239802 h 239717"/>
                <a:gd name="connsiteX15" fmla="*/ 201738 w 201495"/>
                <a:gd name="connsiteY15" fmla="*/ 223568 h 239717"/>
                <a:gd name="connsiteX16" fmla="*/ 177346 w 201495"/>
                <a:gd name="connsiteY16" fmla="*/ 223568 h 239717"/>
                <a:gd name="connsiteX17" fmla="*/ 177346 w 201495"/>
                <a:gd name="connsiteY17" fmla="*/ 134106 h 239717"/>
                <a:gd name="connsiteX18" fmla="*/ 122907 w 201495"/>
                <a:gd name="connsiteY18" fmla="*/ 84366 h 239717"/>
                <a:gd name="connsiteX19" fmla="*/ 62812 w 201495"/>
                <a:gd name="connsiteY19" fmla="*/ 118217 h 239717"/>
                <a:gd name="connsiteX20" fmla="*/ 62812 w 201495"/>
                <a:gd name="connsiteY20" fmla="*/ 85 h 239717"/>
                <a:gd name="connsiteX21" fmla="*/ 242 w 201495"/>
                <a:gd name="connsiteY21" fmla="*/ 2848 h 239717"/>
                <a:gd name="connsiteX22" fmla="*/ 242 w 201495"/>
                <a:gd name="connsiteY22" fmla="*/ 19082 h 239717"/>
                <a:gd name="connsiteX23" fmla="*/ 24633 w 201495"/>
                <a:gd name="connsiteY23" fmla="*/ 32554 h 239717"/>
                <a:gd name="connsiteX24" fmla="*/ 24633 w 201495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495" h="239717">
                  <a:moveTo>
                    <a:pt x="24633" y="223568"/>
                  </a:moveTo>
                  <a:lnTo>
                    <a:pt x="242" y="223568"/>
                  </a:lnTo>
                  <a:lnTo>
                    <a:pt x="242" y="239802"/>
                  </a:lnTo>
                  <a:cubicBezTo>
                    <a:pt x="10140" y="239457"/>
                    <a:pt x="31350" y="238766"/>
                    <a:pt x="44783" y="238766"/>
                  </a:cubicBezTo>
                  <a:cubicBezTo>
                    <a:pt x="58570" y="238766"/>
                    <a:pt x="79426" y="239457"/>
                    <a:pt x="89324" y="239802"/>
                  </a:cubicBezTo>
                  <a:lnTo>
                    <a:pt x="89324" y="223568"/>
                  </a:lnTo>
                  <a:lnTo>
                    <a:pt x="64933" y="223568"/>
                  </a:lnTo>
                  <a:lnTo>
                    <a:pt x="64933" y="151376"/>
                  </a:lnTo>
                  <a:cubicBezTo>
                    <a:pt x="64933" y="113726"/>
                    <a:pt x="95334" y="96801"/>
                    <a:pt x="117604" y="96801"/>
                  </a:cubicBezTo>
                  <a:cubicBezTo>
                    <a:pt x="129623" y="96801"/>
                    <a:pt x="137047" y="104054"/>
                    <a:pt x="137047" y="130306"/>
                  </a:cubicBezTo>
                  <a:lnTo>
                    <a:pt x="137047" y="223568"/>
                  </a:lnTo>
                  <a:lnTo>
                    <a:pt x="112655" y="223568"/>
                  </a:lnTo>
                  <a:lnTo>
                    <a:pt x="112655" y="239802"/>
                  </a:lnTo>
                  <a:cubicBezTo>
                    <a:pt x="122553" y="239457"/>
                    <a:pt x="143763" y="238766"/>
                    <a:pt x="157196" y="238766"/>
                  </a:cubicBezTo>
                  <a:cubicBezTo>
                    <a:pt x="170983" y="238766"/>
                    <a:pt x="191840" y="239457"/>
                    <a:pt x="201738" y="239802"/>
                  </a:cubicBezTo>
                  <a:lnTo>
                    <a:pt x="201738" y="223568"/>
                  </a:lnTo>
                  <a:lnTo>
                    <a:pt x="177346" y="223568"/>
                  </a:lnTo>
                  <a:lnTo>
                    <a:pt x="177346" y="134106"/>
                  </a:lnTo>
                  <a:cubicBezTo>
                    <a:pt x="177346" y="97837"/>
                    <a:pt x="158257" y="84366"/>
                    <a:pt x="122907" y="84366"/>
                  </a:cubicBezTo>
                  <a:cubicBezTo>
                    <a:pt x="88971" y="84366"/>
                    <a:pt x="70942" y="104400"/>
                    <a:pt x="62812" y="118217"/>
                  </a:cubicBezTo>
                  <a:lnTo>
                    <a:pt x="62812" y="85"/>
                  </a:lnTo>
                  <a:lnTo>
                    <a:pt x="242" y="2848"/>
                  </a:lnTo>
                  <a:lnTo>
                    <a:pt x="242" y="19082"/>
                  </a:lnTo>
                  <a:cubicBezTo>
                    <a:pt x="22159" y="19082"/>
                    <a:pt x="24633" y="19082"/>
                    <a:pt x="24633" y="32554"/>
                  </a:cubicBezTo>
                  <a:lnTo>
                    <a:pt x="24633" y="22356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ED0C79E-79D9-AD68-FFF8-AC55559F4DE7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2027628" y="5768515"/>
              <a:ext cx="83638" cy="153536"/>
            </a:xfrm>
            <a:custGeom>
              <a:avLst/>
              <a:gdLst>
                <a:gd name="connsiteX0" fmla="*/ 50728 w 83638"/>
                <a:gd name="connsiteY0" fmla="*/ 55698 h 153536"/>
                <a:gd name="connsiteX1" fmla="*/ 75968 w 83638"/>
                <a:gd name="connsiteY1" fmla="*/ 55698 h 153536"/>
                <a:gd name="connsiteX2" fmla="*/ 83887 w 83638"/>
                <a:gd name="connsiteY2" fmla="*/ 50379 h 153536"/>
                <a:gd name="connsiteX3" fmla="*/ 76463 w 83638"/>
                <a:gd name="connsiteY3" fmla="*/ 46993 h 153536"/>
                <a:gd name="connsiteX4" fmla="*/ 52955 w 83638"/>
                <a:gd name="connsiteY4" fmla="*/ 46993 h 153536"/>
                <a:gd name="connsiteX5" fmla="*/ 62111 w 83638"/>
                <a:gd name="connsiteY5" fmla="*/ 11209 h 153536"/>
                <a:gd name="connsiteX6" fmla="*/ 62853 w 83638"/>
                <a:gd name="connsiteY6" fmla="*/ 7823 h 153536"/>
                <a:gd name="connsiteX7" fmla="*/ 54440 w 83638"/>
                <a:gd name="connsiteY7" fmla="*/ 86 h 153536"/>
                <a:gd name="connsiteX8" fmla="*/ 42810 w 83638"/>
                <a:gd name="connsiteY8" fmla="*/ 10483 h 153536"/>
                <a:gd name="connsiteX9" fmla="*/ 33407 w 83638"/>
                <a:gd name="connsiteY9" fmla="*/ 46993 h 153536"/>
                <a:gd name="connsiteX10" fmla="*/ 8167 w 83638"/>
                <a:gd name="connsiteY10" fmla="*/ 46993 h 153536"/>
                <a:gd name="connsiteX11" fmla="*/ 248 w 83638"/>
                <a:gd name="connsiteY11" fmla="*/ 52313 h 153536"/>
                <a:gd name="connsiteX12" fmla="*/ 7672 w 83638"/>
                <a:gd name="connsiteY12" fmla="*/ 55698 h 153536"/>
                <a:gd name="connsiteX13" fmla="*/ 31180 w 83638"/>
                <a:gd name="connsiteY13" fmla="*/ 55698 h 153536"/>
                <a:gd name="connsiteX14" fmla="*/ 16580 w 83638"/>
                <a:gd name="connsiteY14" fmla="*/ 112760 h 153536"/>
                <a:gd name="connsiteX15" fmla="*/ 12868 w 83638"/>
                <a:gd name="connsiteY15" fmla="*/ 130653 h 153536"/>
                <a:gd name="connsiteX16" fmla="*/ 39345 w 83638"/>
                <a:gd name="connsiteY16" fmla="*/ 153623 h 153536"/>
                <a:gd name="connsiteX17" fmla="*/ 82402 w 83638"/>
                <a:gd name="connsiteY17" fmla="*/ 116629 h 153536"/>
                <a:gd name="connsiteX18" fmla="*/ 78443 w 83638"/>
                <a:gd name="connsiteY18" fmla="*/ 113486 h 153536"/>
                <a:gd name="connsiteX19" fmla="*/ 73246 w 83638"/>
                <a:gd name="connsiteY19" fmla="*/ 118080 h 153536"/>
                <a:gd name="connsiteX20" fmla="*/ 40088 w 83638"/>
                <a:gd name="connsiteY20" fmla="*/ 146853 h 153536"/>
                <a:gd name="connsiteX21" fmla="*/ 31427 w 83638"/>
                <a:gd name="connsiteY21" fmla="*/ 135005 h 153536"/>
                <a:gd name="connsiteX22" fmla="*/ 32912 w 83638"/>
                <a:gd name="connsiteY22" fmla="*/ 125092 h 153536"/>
                <a:gd name="connsiteX23" fmla="*/ 50728 w 83638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38" h="153536">
                  <a:moveTo>
                    <a:pt x="50728" y="55698"/>
                  </a:moveTo>
                  <a:lnTo>
                    <a:pt x="75968" y="55698"/>
                  </a:lnTo>
                  <a:cubicBezTo>
                    <a:pt x="80670" y="55698"/>
                    <a:pt x="83887" y="55698"/>
                    <a:pt x="83887" y="50379"/>
                  </a:cubicBezTo>
                  <a:cubicBezTo>
                    <a:pt x="83887" y="46993"/>
                    <a:pt x="80670" y="46993"/>
                    <a:pt x="76463" y="46993"/>
                  </a:cubicBezTo>
                  <a:lnTo>
                    <a:pt x="52955" y="46993"/>
                  </a:lnTo>
                  <a:lnTo>
                    <a:pt x="62111" y="11209"/>
                  </a:lnTo>
                  <a:cubicBezTo>
                    <a:pt x="62358" y="10000"/>
                    <a:pt x="62853" y="8791"/>
                    <a:pt x="62853" y="7823"/>
                  </a:cubicBezTo>
                  <a:cubicBezTo>
                    <a:pt x="62853" y="3471"/>
                    <a:pt x="59389" y="86"/>
                    <a:pt x="54440" y="86"/>
                  </a:cubicBezTo>
                  <a:cubicBezTo>
                    <a:pt x="48254" y="86"/>
                    <a:pt x="44542" y="4197"/>
                    <a:pt x="42810" y="10483"/>
                  </a:cubicBezTo>
                  <a:cubicBezTo>
                    <a:pt x="41078" y="16528"/>
                    <a:pt x="44294" y="4922"/>
                    <a:pt x="33407" y="46993"/>
                  </a:cubicBezTo>
                  <a:lnTo>
                    <a:pt x="8167" y="46993"/>
                  </a:lnTo>
                  <a:cubicBezTo>
                    <a:pt x="3465" y="46993"/>
                    <a:pt x="248" y="46993"/>
                    <a:pt x="248" y="52313"/>
                  </a:cubicBezTo>
                  <a:cubicBezTo>
                    <a:pt x="248" y="55698"/>
                    <a:pt x="3218" y="55698"/>
                    <a:pt x="7672" y="55698"/>
                  </a:cubicBezTo>
                  <a:lnTo>
                    <a:pt x="31180" y="55698"/>
                  </a:lnTo>
                  <a:lnTo>
                    <a:pt x="16580" y="112760"/>
                  </a:lnTo>
                  <a:cubicBezTo>
                    <a:pt x="15095" y="118805"/>
                    <a:pt x="12868" y="127510"/>
                    <a:pt x="12868" y="130653"/>
                  </a:cubicBezTo>
                  <a:cubicBezTo>
                    <a:pt x="12868" y="144919"/>
                    <a:pt x="25241" y="153623"/>
                    <a:pt x="39345" y="153623"/>
                  </a:cubicBezTo>
                  <a:cubicBezTo>
                    <a:pt x="66813" y="153623"/>
                    <a:pt x="82402" y="119772"/>
                    <a:pt x="82402" y="116629"/>
                  </a:cubicBezTo>
                  <a:cubicBezTo>
                    <a:pt x="82402" y="113486"/>
                    <a:pt x="79185" y="113486"/>
                    <a:pt x="78443" y="113486"/>
                  </a:cubicBezTo>
                  <a:cubicBezTo>
                    <a:pt x="75473" y="113486"/>
                    <a:pt x="75226" y="113969"/>
                    <a:pt x="73246" y="118080"/>
                  </a:cubicBezTo>
                  <a:cubicBezTo>
                    <a:pt x="66318" y="133313"/>
                    <a:pt x="53698" y="146853"/>
                    <a:pt x="40088" y="146853"/>
                  </a:cubicBezTo>
                  <a:cubicBezTo>
                    <a:pt x="34891" y="146853"/>
                    <a:pt x="31427" y="143710"/>
                    <a:pt x="31427" y="135005"/>
                  </a:cubicBezTo>
                  <a:cubicBezTo>
                    <a:pt x="31427" y="132587"/>
                    <a:pt x="32417" y="127510"/>
                    <a:pt x="32912" y="125092"/>
                  </a:cubicBezTo>
                  <a:lnTo>
                    <a:pt x="50728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8DCAC05-A6E8-5370-CECB-35A75603566F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2150748" y="5853142"/>
              <a:ext cx="167276" cy="11847"/>
            </a:xfrm>
            <a:custGeom>
              <a:avLst/>
              <a:gdLst>
                <a:gd name="connsiteX0" fmla="*/ 157630 w 167276"/>
                <a:gd name="connsiteY0" fmla="*/ 11934 h 11847"/>
                <a:gd name="connsiteX1" fmla="*/ 167528 w 167276"/>
                <a:gd name="connsiteY1" fmla="*/ 6131 h 11847"/>
                <a:gd name="connsiteX2" fmla="*/ 157630 w 167276"/>
                <a:gd name="connsiteY2" fmla="*/ 86 h 11847"/>
                <a:gd name="connsiteX3" fmla="*/ 10149 w 167276"/>
                <a:gd name="connsiteY3" fmla="*/ 86 h 11847"/>
                <a:gd name="connsiteX4" fmla="*/ 251 w 167276"/>
                <a:gd name="connsiteY4" fmla="*/ 5889 h 11847"/>
                <a:gd name="connsiteX5" fmla="*/ 10149 w 167276"/>
                <a:gd name="connsiteY5" fmla="*/ 11934 h 11847"/>
                <a:gd name="connsiteX6" fmla="*/ 157630 w 167276"/>
                <a:gd name="connsiteY6" fmla="*/ 11934 h 11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276" h="11847">
                  <a:moveTo>
                    <a:pt x="157630" y="11934"/>
                  </a:moveTo>
                  <a:cubicBezTo>
                    <a:pt x="161589" y="11934"/>
                    <a:pt x="167528" y="11934"/>
                    <a:pt x="167528" y="6131"/>
                  </a:cubicBezTo>
                  <a:cubicBezTo>
                    <a:pt x="167528" y="86"/>
                    <a:pt x="161837" y="86"/>
                    <a:pt x="157630" y="86"/>
                  </a:cubicBezTo>
                  <a:lnTo>
                    <a:pt x="10149" y="86"/>
                  </a:lnTo>
                  <a:cubicBezTo>
                    <a:pt x="6190" y="86"/>
                    <a:pt x="251" y="86"/>
                    <a:pt x="251" y="5889"/>
                  </a:cubicBezTo>
                  <a:cubicBezTo>
                    <a:pt x="251" y="11934"/>
                    <a:pt x="5943" y="11934"/>
                    <a:pt x="10149" y="11934"/>
                  </a:cubicBezTo>
                  <a:lnTo>
                    <a:pt x="157630" y="11934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083B989-F7E9-BB8E-49A0-80B3E8E82633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12371935" y="5759085"/>
              <a:ext cx="90072" cy="160548"/>
            </a:xfrm>
            <a:custGeom>
              <a:avLst/>
              <a:gdLst>
                <a:gd name="connsiteX0" fmla="*/ 56181 w 90072"/>
                <a:gd name="connsiteY0" fmla="*/ 6856 h 160548"/>
                <a:gd name="connsiteX1" fmla="*/ 48758 w 90072"/>
                <a:gd name="connsiteY1" fmla="*/ 86 h 160548"/>
                <a:gd name="connsiteX2" fmla="*/ 257 w 90072"/>
                <a:gd name="connsiteY2" fmla="*/ 15561 h 160548"/>
                <a:gd name="connsiteX3" fmla="*/ 257 w 90072"/>
                <a:gd name="connsiteY3" fmla="*/ 24265 h 160548"/>
                <a:gd name="connsiteX4" fmla="*/ 36138 w 90072"/>
                <a:gd name="connsiteY4" fmla="*/ 17495 h 160548"/>
                <a:gd name="connsiteX5" fmla="*/ 36138 w 90072"/>
                <a:gd name="connsiteY5" fmla="*/ 140808 h 160548"/>
                <a:gd name="connsiteX6" fmla="*/ 11393 w 90072"/>
                <a:gd name="connsiteY6" fmla="*/ 151930 h 160548"/>
                <a:gd name="connsiteX7" fmla="*/ 1990 w 90072"/>
                <a:gd name="connsiteY7" fmla="*/ 151930 h 160548"/>
                <a:gd name="connsiteX8" fmla="*/ 1990 w 90072"/>
                <a:gd name="connsiteY8" fmla="*/ 160635 h 160548"/>
                <a:gd name="connsiteX9" fmla="*/ 46036 w 90072"/>
                <a:gd name="connsiteY9" fmla="*/ 159668 h 160548"/>
                <a:gd name="connsiteX10" fmla="*/ 90330 w 90072"/>
                <a:gd name="connsiteY10" fmla="*/ 160635 h 160548"/>
                <a:gd name="connsiteX11" fmla="*/ 90330 w 90072"/>
                <a:gd name="connsiteY11" fmla="*/ 151930 h 160548"/>
                <a:gd name="connsiteX12" fmla="*/ 80926 w 90072"/>
                <a:gd name="connsiteY12" fmla="*/ 151930 h 160548"/>
                <a:gd name="connsiteX13" fmla="*/ 56181 w 90072"/>
                <a:gd name="connsiteY13" fmla="*/ 140808 h 160548"/>
                <a:gd name="connsiteX14" fmla="*/ 56181 w 90072"/>
                <a:gd name="connsiteY14" fmla="*/ 6856 h 160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072" h="160548">
                  <a:moveTo>
                    <a:pt x="56181" y="6856"/>
                  </a:moveTo>
                  <a:cubicBezTo>
                    <a:pt x="56181" y="328"/>
                    <a:pt x="55686" y="86"/>
                    <a:pt x="48758" y="86"/>
                  </a:cubicBezTo>
                  <a:cubicBezTo>
                    <a:pt x="32921" y="15319"/>
                    <a:pt x="10403" y="15561"/>
                    <a:pt x="257" y="15561"/>
                  </a:cubicBezTo>
                  <a:lnTo>
                    <a:pt x="257" y="24265"/>
                  </a:lnTo>
                  <a:cubicBezTo>
                    <a:pt x="6196" y="24265"/>
                    <a:pt x="22528" y="24265"/>
                    <a:pt x="36138" y="17495"/>
                  </a:cubicBezTo>
                  <a:lnTo>
                    <a:pt x="36138" y="140808"/>
                  </a:lnTo>
                  <a:cubicBezTo>
                    <a:pt x="36138" y="148787"/>
                    <a:pt x="36138" y="151930"/>
                    <a:pt x="11393" y="151930"/>
                  </a:cubicBezTo>
                  <a:lnTo>
                    <a:pt x="1990" y="151930"/>
                  </a:lnTo>
                  <a:lnTo>
                    <a:pt x="1990" y="160635"/>
                  </a:lnTo>
                  <a:cubicBezTo>
                    <a:pt x="6444" y="160393"/>
                    <a:pt x="36880" y="159668"/>
                    <a:pt x="46036" y="159668"/>
                  </a:cubicBezTo>
                  <a:cubicBezTo>
                    <a:pt x="53707" y="159668"/>
                    <a:pt x="84886" y="160393"/>
                    <a:pt x="90330" y="160635"/>
                  </a:cubicBezTo>
                  <a:lnTo>
                    <a:pt x="90330" y="151930"/>
                  </a:lnTo>
                  <a:lnTo>
                    <a:pt x="80926" y="151930"/>
                  </a:lnTo>
                  <a:cubicBezTo>
                    <a:pt x="56181" y="151930"/>
                    <a:pt x="56181" y="148787"/>
                    <a:pt x="56181" y="140808"/>
                  </a:cubicBezTo>
                  <a:lnTo>
                    <a:pt x="56181" y="685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91DA4A3-4A13-177A-E56E-4523C2AB1814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12511324" y="5608761"/>
              <a:ext cx="48429" cy="345414"/>
            </a:xfrm>
            <a:custGeom>
              <a:avLst/>
              <a:gdLst>
                <a:gd name="connsiteX0" fmla="*/ 48692 w 48429"/>
                <a:gd name="connsiteY0" fmla="*/ 85 h 345414"/>
                <a:gd name="connsiteX1" fmla="*/ 262 w 48429"/>
                <a:gd name="connsiteY1" fmla="*/ 85 h 345414"/>
                <a:gd name="connsiteX2" fmla="*/ 262 w 48429"/>
                <a:gd name="connsiteY2" fmla="*/ 13901 h 345414"/>
                <a:gd name="connsiteX3" fmla="*/ 34552 w 48429"/>
                <a:gd name="connsiteY3" fmla="*/ 13901 h 345414"/>
                <a:gd name="connsiteX4" fmla="*/ 34552 w 48429"/>
                <a:gd name="connsiteY4" fmla="*/ 331683 h 345414"/>
                <a:gd name="connsiteX5" fmla="*/ 262 w 48429"/>
                <a:gd name="connsiteY5" fmla="*/ 331683 h 345414"/>
                <a:gd name="connsiteX6" fmla="*/ 262 w 48429"/>
                <a:gd name="connsiteY6" fmla="*/ 345499 h 345414"/>
                <a:gd name="connsiteX7" fmla="*/ 48692 w 48429"/>
                <a:gd name="connsiteY7" fmla="*/ 345499 h 345414"/>
                <a:gd name="connsiteX8" fmla="*/ 48692 w 48429"/>
                <a:gd name="connsiteY8" fmla="*/ 8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29" h="345414">
                  <a:moveTo>
                    <a:pt x="48692" y="85"/>
                  </a:moveTo>
                  <a:lnTo>
                    <a:pt x="262" y="85"/>
                  </a:lnTo>
                  <a:lnTo>
                    <a:pt x="262" y="13901"/>
                  </a:lnTo>
                  <a:lnTo>
                    <a:pt x="34552" y="13901"/>
                  </a:lnTo>
                  <a:lnTo>
                    <a:pt x="34552" y="331683"/>
                  </a:lnTo>
                  <a:lnTo>
                    <a:pt x="262" y="331683"/>
                  </a:lnTo>
                  <a:lnTo>
                    <a:pt x="262" y="345499"/>
                  </a:lnTo>
                  <a:lnTo>
                    <a:pt x="48692" y="345499"/>
                  </a:lnTo>
                  <a:lnTo>
                    <a:pt x="48692" y="85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BF652B1-8966-BE88-8456-8225CCAECA38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12700092" y="5666446"/>
              <a:ext cx="235078" cy="230046"/>
            </a:xfrm>
            <a:custGeom>
              <a:avLst/>
              <a:gdLst>
                <a:gd name="connsiteX0" fmla="*/ 125053 w 235078"/>
                <a:gd name="connsiteY0" fmla="*/ 122016 h 230046"/>
                <a:gd name="connsiteX1" fmla="*/ 223680 w 235078"/>
                <a:gd name="connsiteY1" fmla="*/ 122016 h 230046"/>
                <a:gd name="connsiteX2" fmla="*/ 235345 w 235078"/>
                <a:gd name="connsiteY2" fmla="*/ 115108 h 230046"/>
                <a:gd name="connsiteX3" fmla="*/ 223680 w 235078"/>
                <a:gd name="connsiteY3" fmla="*/ 108199 h 230046"/>
                <a:gd name="connsiteX4" fmla="*/ 125053 w 235078"/>
                <a:gd name="connsiteY4" fmla="*/ 108199 h 230046"/>
                <a:gd name="connsiteX5" fmla="*/ 125053 w 235078"/>
                <a:gd name="connsiteY5" fmla="*/ 11483 h 230046"/>
                <a:gd name="connsiteX6" fmla="*/ 117983 w 235078"/>
                <a:gd name="connsiteY6" fmla="*/ 85 h 230046"/>
                <a:gd name="connsiteX7" fmla="*/ 110913 w 235078"/>
                <a:gd name="connsiteY7" fmla="*/ 11483 h 230046"/>
                <a:gd name="connsiteX8" fmla="*/ 110913 w 235078"/>
                <a:gd name="connsiteY8" fmla="*/ 108199 h 230046"/>
                <a:gd name="connsiteX9" fmla="*/ 11932 w 235078"/>
                <a:gd name="connsiteY9" fmla="*/ 108199 h 230046"/>
                <a:gd name="connsiteX10" fmla="*/ 267 w 235078"/>
                <a:gd name="connsiteY10" fmla="*/ 115108 h 230046"/>
                <a:gd name="connsiteX11" fmla="*/ 11932 w 235078"/>
                <a:gd name="connsiteY11" fmla="*/ 122016 h 230046"/>
                <a:gd name="connsiteX12" fmla="*/ 110913 w 235078"/>
                <a:gd name="connsiteY12" fmla="*/ 122016 h 230046"/>
                <a:gd name="connsiteX13" fmla="*/ 110913 w 235078"/>
                <a:gd name="connsiteY13" fmla="*/ 218732 h 230046"/>
                <a:gd name="connsiteX14" fmla="*/ 117983 w 235078"/>
                <a:gd name="connsiteY14" fmla="*/ 230131 h 230046"/>
                <a:gd name="connsiteX15" fmla="*/ 125053 w 235078"/>
                <a:gd name="connsiteY15" fmla="*/ 218732 h 230046"/>
                <a:gd name="connsiteX16" fmla="*/ 125053 w 235078"/>
                <a:gd name="connsiteY16" fmla="*/ 122016 h 23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078" h="230046">
                  <a:moveTo>
                    <a:pt x="125053" y="122016"/>
                  </a:moveTo>
                  <a:lnTo>
                    <a:pt x="223680" y="122016"/>
                  </a:lnTo>
                  <a:cubicBezTo>
                    <a:pt x="228629" y="122016"/>
                    <a:pt x="235345" y="122016"/>
                    <a:pt x="235345" y="115108"/>
                  </a:cubicBezTo>
                  <a:cubicBezTo>
                    <a:pt x="235345" y="108199"/>
                    <a:pt x="228629" y="108199"/>
                    <a:pt x="223680" y="108199"/>
                  </a:cubicBezTo>
                  <a:lnTo>
                    <a:pt x="125053" y="108199"/>
                  </a:lnTo>
                  <a:lnTo>
                    <a:pt x="125053" y="11483"/>
                  </a:lnTo>
                  <a:cubicBezTo>
                    <a:pt x="125053" y="6648"/>
                    <a:pt x="125053" y="85"/>
                    <a:pt x="117983" y="85"/>
                  </a:cubicBezTo>
                  <a:cubicBezTo>
                    <a:pt x="110913" y="85"/>
                    <a:pt x="110913" y="6648"/>
                    <a:pt x="110913" y="11483"/>
                  </a:cubicBezTo>
                  <a:lnTo>
                    <a:pt x="110913" y="108199"/>
                  </a:lnTo>
                  <a:lnTo>
                    <a:pt x="11932" y="108199"/>
                  </a:lnTo>
                  <a:cubicBezTo>
                    <a:pt x="6983" y="108199"/>
                    <a:pt x="267" y="108199"/>
                    <a:pt x="267" y="115108"/>
                  </a:cubicBezTo>
                  <a:cubicBezTo>
                    <a:pt x="267" y="122016"/>
                    <a:pt x="6983" y="122016"/>
                    <a:pt x="11932" y="122016"/>
                  </a:cubicBezTo>
                  <a:lnTo>
                    <a:pt x="110913" y="122016"/>
                  </a:lnTo>
                  <a:lnTo>
                    <a:pt x="110913" y="218732"/>
                  </a:lnTo>
                  <a:cubicBezTo>
                    <a:pt x="110913" y="223568"/>
                    <a:pt x="110913" y="230131"/>
                    <a:pt x="117983" y="230131"/>
                  </a:cubicBezTo>
                  <a:cubicBezTo>
                    <a:pt x="125053" y="230131"/>
                    <a:pt x="125053" y="223568"/>
                    <a:pt x="125053" y="218732"/>
                  </a:cubicBezTo>
                  <a:lnTo>
                    <a:pt x="125053" y="12201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22967B2F-CFE8-EB2D-217D-4DD98681E8DF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13046876" y="5628105"/>
              <a:ext cx="199021" cy="241790"/>
            </a:xfrm>
            <a:custGeom>
              <a:avLst/>
              <a:gdLst>
                <a:gd name="connsiteX0" fmla="*/ 62847 w 199021"/>
                <a:gd name="connsiteY0" fmla="*/ 101291 h 241790"/>
                <a:gd name="connsiteX1" fmla="*/ 62847 w 199021"/>
                <a:gd name="connsiteY1" fmla="*/ 85 h 241790"/>
                <a:gd name="connsiteX2" fmla="*/ 277 w 199021"/>
                <a:gd name="connsiteY2" fmla="*/ 2848 h 241790"/>
                <a:gd name="connsiteX3" fmla="*/ 277 w 199021"/>
                <a:gd name="connsiteY3" fmla="*/ 19082 h 241790"/>
                <a:gd name="connsiteX4" fmla="*/ 24668 w 199021"/>
                <a:gd name="connsiteY4" fmla="*/ 32554 h 241790"/>
                <a:gd name="connsiteX5" fmla="*/ 24668 w 199021"/>
                <a:gd name="connsiteY5" fmla="*/ 239802 h 241790"/>
                <a:gd name="connsiteX6" fmla="*/ 41283 w 199021"/>
                <a:gd name="connsiteY6" fmla="*/ 239802 h 241790"/>
                <a:gd name="connsiteX7" fmla="*/ 58605 w 199021"/>
                <a:gd name="connsiteY7" fmla="*/ 220459 h 241790"/>
                <a:gd name="connsiteX8" fmla="*/ 110216 w 199021"/>
                <a:gd name="connsiteY8" fmla="*/ 241875 h 241790"/>
                <a:gd name="connsiteX9" fmla="*/ 199298 w 199021"/>
                <a:gd name="connsiteY9" fmla="*/ 162775 h 241790"/>
                <a:gd name="connsiteX10" fmla="*/ 114811 w 199021"/>
                <a:gd name="connsiteY10" fmla="*/ 84366 h 241790"/>
                <a:gd name="connsiteX11" fmla="*/ 62847 w 199021"/>
                <a:gd name="connsiteY11" fmla="*/ 101291 h 241790"/>
                <a:gd name="connsiteX12" fmla="*/ 64968 w 199021"/>
                <a:gd name="connsiteY12" fmla="*/ 205606 h 241790"/>
                <a:gd name="connsiteX13" fmla="*/ 64968 w 199021"/>
                <a:gd name="connsiteY13" fmla="*/ 118907 h 241790"/>
                <a:gd name="connsiteX14" fmla="*/ 110923 w 199021"/>
                <a:gd name="connsiteY14" fmla="*/ 96801 h 241790"/>
                <a:gd name="connsiteX15" fmla="*/ 154050 w 199021"/>
                <a:gd name="connsiteY15" fmla="*/ 162775 h 241790"/>
                <a:gd name="connsiteX16" fmla="*/ 144859 w 199021"/>
                <a:gd name="connsiteY16" fmla="*/ 211478 h 241790"/>
                <a:gd name="connsiteX17" fmla="*/ 107034 w 199021"/>
                <a:gd name="connsiteY17" fmla="*/ 229440 h 241790"/>
                <a:gd name="connsiteX18" fmla="*/ 64968 w 199021"/>
                <a:gd name="connsiteY18" fmla="*/ 205606 h 241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021" h="241790">
                  <a:moveTo>
                    <a:pt x="62847" y="101291"/>
                  </a:moveTo>
                  <a:lnTo>
                    <a:pt x="62847" y="85"/>
                  </a:lnTo>
                  <a:lnTo>
                    <a:pt x="277" y="2848"/>
                  </a:lnTo>
                  <a:lnTo>
                    <a:pt x="277" y="19082"/>
                  </a:lnTo>
                  <a:cubicBezTo>
                    <a:pt x="22194" y="19082"/>
                    <a:pt x="24668" y="19082"/>
                    <a:pt x="24668" y="32554"/>
                  </a:cubicBezTo>
                  <a:lnTo>
                    <a:pt x="24668" y="239802"/>
                  </a:lnTo>
                  <a:lnTo>
                    <a:pt x="41283" y="239802"/>
                  </a:lnTo>
                  <a:lnTo>
                    <a:pt x="58605" y="220459"/>
                  </a:lnTo>
                  <a:cubicBezTo>
                    <a:pt x="61433" y="223223"/>
                    <a:pt x="78754" y="241875"/>
                    <a:pt x="110216" y="241875"/>
                  </a:cubicBezTo>
                  <a:cubicBezTo>
                    <a:pt x="162888" y="241875"/>
                    <a:pt x="199298" y="210788"/>
                    <a:pt x="199298" y="162775"/>
                  </a:cubicBezTo>
                  <a:cubicBezTo>
                    <a:pt x="199298" y="116835"/>
                    <a:pt x="166069" y="84366"/>
                    <a:pt x="114811" y="84366"/>
                  </a:cubicBezTo>
                  <a:cubicBezTo>
                    <a:pt x="89006" y="84366"/>
                    <a:pt x="71331" y="94383"/>
                    <a:pt x="62847" y="101291"/>
                  </a:cubicBezTo>
                  <a:close/>
                  <a:moveTo>
                    <a:pt x="64968" y="205606"/>
                  </a:moveTo>
                  <a:lnTo>
                    <a:pt x="64968" y="118907"/>
                  </a:lnTo>
                  <a:cubicBezTo>
                    <a:pt x="74512" y="106818"/>
                    <a:pt x="91480" y="96801"/>
                    <a:pt x="110923" y="96801"/>
                  </a:cubicBezTo>
                  <a:cubicBezTo>
                    <a:pt x="154050" y="96801"/>
                    <a:pt x="154050" y="138596"/>
                    <a:pt x="154050" y="162775"/>
                  </a:cubicBezTo>
                  <a:cubicBezTo>
                    <a:pt x="154050" y="179009"/>
                    <a:pt x="154050" y="198007"/>
                    <a:pt x="144859" y="211478"/>
                  </a:cubicBezTo>
                  <a:cubicBezTo>
                    <a:pt x="134607" y="225640"/>
                    <a:pt x="118346" y="229440"/>
                    <a:pt x="107034" y="229440"/>
                  </a:cubicBezTo>
                  <a:cubicBezTo>
                    <a:pt x="82289" y="229440"/>
                    <a:pt x="68503" y="210788"/>
                    <a:pt x="64968" y="205606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42A7F0A-C0F6-5CCA-4C40-7E5C2C708588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13281419" y="5813005"/>
              <a:ext cx="116796" cy="109047"/>
            </a:xfrm>
            <a:custGeom>
              <a:avLst/>
              <a:gdLst>
                <a:gd name="connsiteX0" fmla="*/ 44577 w 116796"/>
                <a:gd name="connsiteY0" fmla="*/ 61743 h 109047"/>
                <a:gd name="connsiteX1" fmla="*/ 48536 w 116796"/>
                <a:gd name="connsiteY1" fmla="*/ 46026 h 109047"/>
                <a:gd name="connsiteX2" fmla="*/ 63631 w 116796"/>
                <a:gd name="connsiteY2" fmla="*/ 17737 h 109047"/>
                <a:gd name="connsiteX3" fmla="*/ 86644 w 116796"/>
                <a:gd name="connsiteY3" fmla="*/ 6856 h 109047"/>
                <a:gd name="connsiteX4" fmla="*/ 103470 w 116796"/>
                <a:gd name="connsiteY4" fmla="*/ 10967 h 109047"/>
                <a:gd name="connsiteX5" fmla="*/ 96047 w 116796"/>
                <a:gd name="connsiteY5" fmla="*/ 21847 h 109047"/>
                <a:gd name="connsiteX6" fmla="*/ 104708 w 116796"/>
                <a:gd name="connsiteY6" fmla="*/ 30068 h 109047"/>
                <a:gd name="connsiteX7" fmla="*/ 117080 w 116796"/>
                <a:gd name="connsiteY7" fmla="*/ 16770 h 109047"/>
                <a:gd name="connsiteX8" fmla="*/ 87138 w 116796"/>
                <a:gd name="connsiteY8" fmla="*/ 86 h 109047"/>
                <a:gd name="connsiteX9" fmla="*/ 52990 w 116796"/>
                <a:gd name="connsiteY9" fmla="*/ 16528 h 109047"/>
                <a:gd name="connsiteX10" fmla="*/ 29235 w 116796"/>
                <a:gd name="connsiteY10" fmla="*/ 86 h 109047"/>
                <a:gd name="connsiteX11" fmla="*/ 9439 w 116796"/>
                <a:gd name="connsiteY11" fmla="*/ 12901 h 109047"/>
                <a:gd name="connsiteX12" fmla="*/ 283 w 116796"/>
                <a:gd name="connsiteY12" fmla="*/ 37080 h 109047"/>
                <a:gd name="connsiteX13" fmla="*/ 5480 w 116796"/>
                <a:gd name="connsiteY13" fmla="*/ 40223 h 109047"/>
                <a:gd name="connsiteX14" fmla="*/ 11913 w 116796"/>
                <a:gd name="connsiteY14" fmla="*/ 33211 h 109047"/>
                <a:gd name="connsiteX15" fmla="*/ 28493 w 116796"/>
                <a:gd name="connsiteY15" fmla="*/ 6856 h 109047"/>
                <a:gd name="connsiteX16" fmla="*/ 36164 w 116796"/>
                <a:gd name="connsiteY16" fmla="*/ 18462 h 109047"/>
                <a:gd name="connsiteX17" fmla="*/ 30967 w 116796"/>
                <a:gd name="connsiteY17" fmla="*/ 43850 h 109047"/>
                <a:gd name="connsiteX18" fmla="*/ 24039 w 116796"/>
                <a:gd name="connsiteY18" fmla="*/ 69964 h 109047"/>
                <a:gd name="connsiteX19" fmla="*/ 19832 w 116796"/>
                <a:gd name="connsiteY19" fmla="*/ 86405 h 109047"/>
                <a:gd name="connsiteX20" fmla="*/ 16368 w 116796"/>
                <a:gd name="connsiteY20" fmla="*/ 101880 h 109047"/>
                <a:gd name="connsiteX21" fmla="*/ 24039 w 116796"/>
                <a:gd name="connsiteY21" fmla="*/ 109134 h 109047"/>
                <a:gd name="connsiteX22" fmla="*/ 33689 w 116796"/>
                <a:gd name="connsiteY22" fmla="*/ 103331 h 109047"/>
                <a:gd name="connsiteX23" fmla="*/ 37896 w 116796"/>
                <a:gd name="connsiteY23" fmla="*/ 87856 h 109047"/>
                <a:gd name="connsiteX24" fmla="*/ 44577 w 116796"/>
                <a:gd name="connsiteY24" fmla="*/ 61743 h 109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6796" h="109047">
                  <a:moveTo>
                    <a:pt x="44577" y="61743"/>
                  </a:moveTo>
                  <a:cubicBezTo>
                    <a:pt x="45814" y="56423"/>
                    <a:pt x="47299" y="51346"/>
                    <a:pt x="48536" y="46026"/>
                  </a:cubicBezTo>
                  <a:cubicBezTo>
                    <a:pt x="50021" y="40223"/>
                    <a:pt x="52743" y="29826"/>
                    <a:pt x="63631" y="17737"/>
                  </a:cubicBezTo>
                  <a:cubicBezTo>
                    <a:pt x="68580" y="12176"/>
                    <a:pt x="75756" y="6856"/>
                    <a:pt x="86644" y="6856"/>
                  </a:cubicBezTo>
                  <a:cubicBezTo>
                    <a:pt x="89366" y="6856"/>
                    <a:pt x="97779" y="7098"/>
                    <a:pt x="103470" y="10967"/>
                  </a:cubicBezTo>
                  <a:cubicBezTo>
                    <a:pt x="98274" y="13385"/>
                    <a:pt x="96047" y="17737"/>
                    <a:pt x="96047" y="21847"/>
                  </a:cubicBezTo>
                  <a:cubicBezTo>
                    <a:pt x="96047" y="28617"/>
                    <a:pt x="101491" y="30068"/>
                    <a:pt x="104708" y="30068"/>
                  </a:cubicBezTo>
                  <a:cubicBezTo>
                    <a:pt x="109409" y="30068"/>
                    <a:pt x="117080" y="26683"/>
                    <a:pt x="117080" y="16770"/>
                  </a:cubicBezTo>
                  <a:cubicBezTo>
                    <a:pt x="117080" y="4438"/>
                    <a:pt x="101738" y="86"/>
                    <a:pt x="87138" y="86"/>
                  </a:cubicBezTo>
                  <a:cubicBezTo>
                    <a:pt x="80457" y="86"/>
                    <a:pt x="67095" y="570"/>
                    <a:pt x="52990" y="16528"/>
                  </a:cubicBezTo>
                  <a:cubicBezTo>
                    <a:pt x="49031" y="3229"/>
                    <a:pt x="36164" y="86"/>
                    <a:pt x="29235" y="86"/>
                  </a:cubicBezTo>
                  <a:cubicBezTo>
                    <a:pt x="18595" y="86"/>
                    <a:pt x="13151" y="6856"/>
                    <a:pt x="9439" y="12901"/>
                  </a:cubicBezTo>
                  <a:cubicBezTo>
                    <a:pt x="4242" y="20880"/>
                    <a:pt x="283" y="35629"/>
                    <a:pt x="283" y="37080"/>
                  </a:cubicBezTo>
                  <a:cubicBezTo>
                    <a:pt x="283" y="40223"/>
                    <a:pt x="3500" y="40223"/>
                    <a:pt x="5480" y="40223"/>
                  </a:cubicBezTo>
                  <a:cubicBezTo>
                    <a:pt x="9934" y="40223"/>
                    <a:pt x="10181" y="39982"/>
                    <a:pt x="11913" y="33211"/>
                  </a:cubicBezTo>
                  <a:cubicBezTo>
                    <a:pt x="16120" y="16528"/>
                    <a:pt x="20822" y="6856"/>
                    <a:pt x="28493" y="6856"/>
                  </a:cubicBezTo>
                  <a:cubicBezTo>
                    <a:pt x="36164" y="6856"/>
                    <a:pt x="36164" y="15561"/>
                    <a:pt x="36164" y="18462"/>
                  </a:cubicBezTo>
                  <a:cubicBezTo>
                    <a:pt x="36164" y="23056"/>
                    <a:pt x="32947" y="35388"/>
                    <a:pt x="30967" y="43850"/>
                  </a:cubicBezTo>
                  <a:lnTo>
                    <a:pt x="24039" y="69964"/>
                  </a:lnTo>
                  <a:cubicBezTo>
                    <a:pt x="23296" y="73590"/>
                    <a:pt x="20822" y="82778"/>
                    <a:pt x="19832" y="86405"/>
                  </a:cubicBezTo>
                  <a:cubicBezTo>
                    <a:pt x="18595" y="91725"/>
                    <a:pt x="16368" y="100187"/>
                    <a:pt x="16368" y="101880"/>
                  </a:cubicBezTo>
                  <a:cubicBezTo>
                    <a:pt x="16368" y="107199"/>
                    <a:pt x="20327" y="109134"/>
                    <a:pt x="24039" y="109134"/>
                  </a:cubicBezTo>
                  <a:cubicBezTo>
                    <a:pt x="29482" y="109134"/>
                    <a:pt x="32699" y="105265"/>
                    <a:pt x="33689" y="103331"/>
                  </a:cubicBezTo>
                  <a:cubicBezTo>
                    <a:pt x="34431" y="101638"/>
                    <a:pt x="36658" y="92934"/>
                    <a:pt x="37896" y="87856"/>
                  </a:cubicBezTo>
                  <a:lnTo>
                    <a:pt x="44577" y="61743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A68B8BB0-D725-AD51-CA15-D3AC4DF2232F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13421293" y="5608761"/>
              <a:ext cx="82012" cy="345414"/>
            </a:xfrm>
            <a:custGeom>
              <a:avLst/>
              <a:gdLst>
                <a:gd name="connsiteX0" fmla="*/ 82300 w 82012"/>
                <a:gd name="connsiteY0" fmla="*/ 172792 h 345414"/>
                <a:gd name="connsiteX1" fmla="*/ 58968 w 82012"/>
                <a:gd name="connsiteY1" fmla="*/ 65023 h 345414"/>
                <a:gd name="connsiteX2" fmla="*/ 3822 w 82012"/>
                <a:gd name="connsiteY2" fmla="*/ 85 h 345414"/>
                <a:gd name="connsiteX3" fmla="*/ 287 w 82012"/>
                <a:gd name="connsiteY3" fmla="*/ 3539 h 345414"/>
                <a:gd name="connsiteX4" fmla="*/ 7004 w 82012"/>
                <a:gd name="connsiteY4" fmla="*/ 11483 h 345414"/>
                <a:gd name="connsiteX5" fmla="*/ 61796 w 82012"/>
                <a:gd name="connsiteY5" fmla="*/ 172792 h 345414"/>
                <a:gd name="connsiteX6" fmla="*/ 4883 w 82012"/>
                <a:gd name="connsiteY6" fmla="*/ 336173 h 345414"/>
                <a:gd name="connsiteX7" fmla="*/ 287 w 82012"/>
                <a:gd name="connsiteY7" fmla="*/ 342045 h 345414"/>
                <a:gd name="connsiteX8" fmla="*/ 3822 w 82012"/>
                <a:gd name="connsiteY8" fmla="*/ 345499 h 345414"/>
                <a:gd name="connsiteX9" fmla="*/ 60029 w 82012"/>
                <a:gd name="connsiteY9" fmla="*/ 278144 h 345414"/>
                <a:gd name="connsiteX10" fmla="*/ 82300 w 82012"/>
                <a:gd name="connsiteY10" fmla="*/ 172792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12" h="345414">
                  <a:moveTo>
                    <a:pt x="82300" y="172792"/>
                  </a:moveTo>
                  <a:cubicBezTo>
                    <a:pt x="82300" y="145850"/>
                    <a:pt x="78411" y="104055"/>
                    <a:pt x="58968" y="65023"/>
                  </a:cubicBezTo>
                  <a:cubicBezTo>
                    <a:pt x="37758" y="22537"/>
                    <a:pt x="7357" y="85"/>
                    <a:pt x="3822" y="85"/>
                  </a:cubicBezTo>
                  <a:cubicBezTo>
                    <a:pt x="1701" y="85"/>
                    <a:pt x="287" y="1466"/>
                    <a:pt x="287" y="3539"/>
                  </a:cubicBezTo>
                  <a:cubicBezTo>
                    <a:pt x="287" y="4575"/>
                    <a:pt x="287" y="5266"/>
                    <a:pt x="7004" y="11483"/>
                  </a:cubicBezTo>
                  <a:cubicBezTo>
                    <a:pt x="41647" y="45679"/>
                    <a:pt x="61796" y="100600"/>
                    <a:pt x="61796" y="172792"/>
                  </a:cubicBezTo>
                  <a:cubicBezTo>
                    <a:pt x="61796" y="231858"/>
                    <a:pt x="48717" y="292651"/>
                    <a:pt x="4883" y="336173"/>
                  </a:cubicBezTo>
                  <a:cubicBezTo>
                    <a:pt x="287" y="340318"/>
                    <a:pt x="287" y="341009"/>
                    <a:pt x="287" y="342045"/>
                  </a:cubicBezTo>
                  <a:cubicBezTo>
                    <a:pt x="287" y="344118"/>
                    <a:pt x="1701" y="345499"/>
                    <a:pt x="3822" y="345499"/>
                  </a:cubicBezTo>
                  <a:cubicBezTo>
                    <a:pt x="7357" y="345499"/>
                    <a:pt x="39172" y="322011"/>
                    <a:pt x="60029" y="278144"/>
                  </a:cubicBezTo>
                  <a:cubicBezTo>
                    <a:pt x="78058" y="240148"/>
                    <a:pt x="82300" y="201807"/>
                    <a:pt x="82300" y="172792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47" name="Group 46" descr="\documentclass{article}&#10;\usepackage{amsmath,amssymb}&#10;\pagestyle{empty}&#10;\begin{document}&#10;&#10;\newcommand{\score}{\textrm{score}}&#10;\newcommand{\classify}{\textrm{classify}}&#10;\newcommand{\bx}{\mathbf{x}}&#10;&#10;\begin{align*}&#10;\mathbf{h}_t = (1-\mathbf{z}_t) * \mathbf{h}_{t-1} + \mathbf{z}_t* \tanh\left(\mathbf{W}[\mathbf{x}_t; \mathbf{r}_t *\mathbf{h}_{t-1}] + \mathbf{b} 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0818524B-CE45-2075-8CEC-64FC6B194D12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1491078" y="3880934"/>
            <a:ext cx="8258275" cy="345414"/>
            <a:chOff x="6463710" y="6550462"/>
            <a:chExt cx="8258275" cy="345414"/>
          </a:xfrm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6906203F-9636-9D1B-0029-A13FC32437FE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6463710" y="6569806"/>
              <a:ext cx="202151" cy="239717"/>
            </a:xfrm>
            <a:custGeom>
              <a:avLst/>
              <a:gdLst>
                <a:gd name="connsiteX0" fmla="*/ 24588 w 202151"/>
                <a:gd name="connsiteY0" fmla="*/ 223568 h 239717"/>
                <a:gd name="connsiteX1" fmla="*/ 117 w 202151"/>
                <a:gd name="connsiteY1" fmla="*/ 223568 h 239717"/>
                <a:gd name="connsiteX2" fmla="*/ 117 w 202151"/>
                <a:gd name="connsiteY2" fmla="*/ 239802 h 239717"/>
                <a:gd name="connsiteX3" fmla="*/ 44803 w 202151"/>
                <a:gd name="connsiteY3" fmla="*/ 238766 h 239717"/>
                <a:gd name="connsiteX4" fmla="*/ 89489 w 202151"/>
                <a:gd name="connsiteY4" fmla="*/ 239802 h 239717"/>
                <a:gd name="connsiteX5" fmla="*/ 89489 w 202151"/>
                <a:gd name="connsiteY5" fmla="*/ 223568 h 239717"/>
                <a:gd name="connsiteX6" fmla="*/ 65018 w 202151"/>
                <a:gd name="connsiteY6" fmla="*/ 223568 h 239717"/>
                <a:gd name="connsiteX7" fmla="*/ 65018 w 202151"/>
                <a:gd name="connsiteY7" fmla="*/ 151376 h 239717"/>
                <a:gd name="connsiteX8" fmla="*/ 117861 w 202151"/>
                <a:gd name="connsiteY8" fmla="*/ 96801 h 239717"/>
                <a:gd name="connsiteX9" fmla="*/ 137367 w 202151"/>
                <a:gd name="connsiteY9" fmla="*/ 130306 h 239717"/>
                <a:gd name="connsiteX10" fmla="*/ 137367 w 202151"/>
                <a:gd name="connsiteY10" fmla="*/ 223568 h 239717"/>
                <a:gd name="connsiteX11" fmla="*/ 112896 w 202151"/>
                <a:gd name="connsiteY11" fmla="*/ 223568 h 239717"/>
                <a:gd name="connsiteX12" fmla="*/ 112896 w 202151"/>
                <a:gd name="connsiteY12" fmla="*/ 239802 h 239717"/>
                <a:gd name="connsiteX13" fmla="*/ 157582 w 202151"/>
                <a:gd name="connsiteY13" fmla="*/ 238766 h 239717"/>
                <a:gd name="connsiteX14" fmla="*/ 202268 w 202151"/>
                <a:gd name="connsiteY14" fmla="*/ 239802 h 239717"/>
                <a:gd name="connsiteX15" fmla="*/ 202268 w 202151"/>
                <a:gd name="connsiteY15" fmla="*/ 223568 h 239717"/>
                <a:gd name="connsiteX16" fmla="*/ 177797 w 202151"/>
                <a:gd name="connsiteY16" fmla="*/ 223568 h 239717"/>
                <a:gd name="connsiteX17" fmla="*/ 177797 w 202151"/>
                <a:gd name="connsiteY17" fmla="*/ 134106 h 239717"/>
                <a:gd name="connsiteX18" fmla="*/ 123181 w 202151"/>
                <a:gd name="connsiteY18" fmla="*/ 84366 h 239717"/>
                <a:gd name="connsiteX19" fmla="*/ 62890 w 202151"/>
                <a:gd name="connsiteY19" fmla="*/ 118217 h 239717"/>
                <a:gd name="connsiteX20" fmla="*/ 62890 w 202151"/>
                <a:gd name="connsiteY20" fmla="*/ 85 h 239717"/>
                <a:gd name="connsiteX21" fmla="*/ 117 w 202151"/>
                <a:gd name="connsiteY21" fmla="*/ 2848 h 239717"/>
                <a:gd name="connsiteX22" fmla="*/ 117 w 202151"/>
                <a:gd name="connsiteY22" fmla="*/ 19082 h 239717"/>
                <a:gd name="connsiteX23" fmla="*/ 24588 w 202151"/>
                <a:gd name="connsiteY23" fmla="*/ 32554 h 239717"/>
                <a:gd name="connsiteX24" fmla="*/ 24588 w 202151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2151" h="239717">
                  <a:moveTo>
                    <a:pt x="24588" y="223568"/>
                  </a:moveTo>
                  <a:lnTo>
                    <a:pt x="117" y="223568"/>
                  </a:lnTo>
                  <a:lnTo>
                    <a:pt x="117" y="239802"/>
                  </a:lnTo>
                  <a:cubicBezTo>
                    <a:pt x="10047" y="239457"/>
                    <a:pt x="31326" y="238766"/>
                    <a:pt x="44803" y="238766"/>
                  </a:cubicBezTo>
                  <a:cubicBezTo>
                    <a:pt x="58634" y="238766"/>
                    <a:pt x="79559" y="239457"/>
                    <a:pt x="89489" y="239802"/>
                  </a:cubicBezTo>
                  <a:lnTo>
                    <a:pt x="89489" y="223568"/>
                  </a:lnTo>
                  <a:lnTo>
                    <a:pt x="65018" y="223568"/>
                  </a:lnTo>
                  <a:lnTo>
                    <a:pt x="65018" y="151376"/>
                  </a:lnTo>
                  <a:cubicBezTo>
                    <a:pt x="65018" y="113726"/>
                    <a:pt x="95518" y="96801"/>
                    <a:pt x="117861" y="96801"/>
                  </a:cubicBezTo>
                  <a:cubicBezTo>
                    <a:pt x="129919" y="96801"/>
                    <a:pt x="137367" y="104054"/>
                    <a:pt x="137367" y="130306"/>
                  </a:cubicBezTo>
                  <a:lnTo>
                    <a:pt x="137367" y="223568"/>
                  </a:lnTo>
                  <a:lnTo>
                    <a:pt x="112896" y="223568"/>
                  </a:lnTo>
                  <a:lnTo>
                    <a:pt x="112896" y="239802"/>
                  </a:lnTo>
                  <a:cubicBezTo>
                    <a:pt x="122826" y="239457"/>
                    <a:pt x="144106" y="238766"/>
                    <a:pt x="157582" y="238766"/>
                  </a:cubicBezTo>
                  <a:cubicBezTo>
                    <a:pt x="171414" y="238766"/>
                    <a:pt x="192338" y="239457"/>
                    <a:pt x="202268" y="239802"/>
                  </a:cubicBezTo>
                  <a:lnTo>
                    <a:pt x="202268" y="223568"/>
                  </a:lnTo>
                  <a:lnTo>
                    <a:pt x="177797" y="223568"/>
                  </a:lnTo>
                  <a:lnTo>
                    <a:pt x="177797" y="134106"/>
                  </a:lnTo>
                  <a:cubicBezTo>
                    <a:pt x="177797" y="97837"/>
                    <a:pt x="158646" y="84366"/>
                    <a:pt x="123181" y="84366"/>
                  </a:cubicBezTo>
                  <a:cubicBezTo>
                    <a:pt x="89134" y="84366"/>
                    <a:pt x="71047" y="104400"/>
                    <a:pt x="62890" y="118217"/>
                  </a:cubicBezTo>
                  <a:lnTo>
                    <a:pt x="62890" y="85"/>
                  </a:lnTo>
                  <a:lnTo>
                    <a:pt x="117" y="2848"/>
                  </a:lnTo>
                  <a:lnTo>
                    <a:pt x="117" y="19082"/>
                  </a:lnTo>
                  <a:cubicBezTo>
                    <a:pt x="22105" y="19082"/>
                    <a:pt x="24588" y="19082"/>
                    <a:pt x="24588" y="32554"/>
                  </a:cubicBezTo>
                  <a:lnTo>
                    <a:pt x="24588" y="223568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1F34A4A-51EB-54B4-6942-47328E2489B0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6684759" y="6710216"/>
              <a:ext cx="83910" cy="153536"/>
            </a:xfrm>
            <a:custGeom>
              <a:avLst/>
              <a:gdLst>
                <a:gd name="connsiteX0" fmla="*/ 50768 w 83910"/>
                <a:gd name="connsiteY0" fmla="*/ 55698 h 153536"/>
                <a:gd name="connsiteX1" fmla="*/ 76090 w 83910"/>
                <a:gd name="connsiteY1" fmla="*/ 55698 h 153536"/>
                <a:gd name="connsiteX2" fmla="*/ 84034 w 83910"/>
                <a:gd name="connsiteY2" fmla="*/ 50379 h 153536"/>
                <a:gd name="connsiteX3" fmla="*/ 76586 w 83910"/>
                <a:gd name="connsiteY3" fmla="*/ 46993 h 153536"/>
                <a:gd name="connsiteX4" fmla="*/ 53002 w 83910"/>
                <a:gd name="connsiteY4" fmla="*/ 46993 h 153536"/>
                <a:gd name="connsiteX5" fmla="*/ 62187 w 83910"/>
                <a:gd name="connsiteY5" fmla="*/ 11209 h 153536"/>
                <a:gd name="connsiteX6" fmla="*/ 62932 w 83910"/>
                <a:gd name="connsiteY6" fmla="*/ 7823 h 153536"/>
                <a:gd name="connsiteX7" fmla="*/ 54491 w 83910"/>
                <a:gd name="connsiteY7" fmla="*/ 86 h 153536"/>
                <a:gd name="connsiteX8" fmla="*/ 42823 w 83910"/>
                <a:gd name="connsiteY8" fmla="*/ 10483 h 153536"/>
                <a:gd name="connsiteX9" fmla="*/ 33390 w 83910"/>
                <a:gd name="connsiteY9" fmla="*/ 46993 h 153536"/>
                <a:gd name="connsiteX10" fmla="*/ 8067 w 83910"/>
                <a:gd name="connsiteY10" fmla="*/ 46993 h 153536"/>
                <a:gd name="connsiteX11" fmla="*/ 123 w 83910"/>
                <a:gd name="connsiteY11" fmla="*/ 52313 h 153536"/>
                <a:gd name="connsiteX12" fmla="*/ 7571 w 83910"/>
                <a:gd name="connsiteY12" fmla="*/ 55698 h 153536"/>
                <a:gd name="connsiteX13" fmla="*/ 31155 w 83910"/>
                <a:gd name="connsiteY13" fmla="*/ 55698 h 153536"/>
                <a:gd name="connsiteX14" fmla="*/ 16508 w 83910"/>
                <a:gd name="connsiteY14" fmla="*/ 112760 h 153536"/>
                <a:gd name="connsiteX15" fmla="*/ 12784 w 83910"/>
                <a:gd name="connsiteY15" fmla="*/ 130653 h 153536"/>
                <a:gd name="connsiteX16" fmla="*/ 39348 w 83910"/>
                <a:gd name="connsiteY16" fmla="*/ 153623 h 153536"/>
                <a:gd name="connsiteX17" fmla="*/ 82544 w 83910"/>
                <a:gd name="connsiteY17" fmla="*/ 116629 h 153536"/>
                <a:gd name="connsiteX18" fmla="*/ 78572 w 83910"/>
                <a:gd name="connsiteY18" fmla="*/ 113486 h 153536"/>
                <a:gd name="connsiteX19" fmla="*/ 73359 w 83910"/>
                <a:gd name="connsiteY19" fmla="*/ 118080 h 153536"/>
                <a:gd name="connsiteX20" fmla="*/ 40093 w 83910"/>
                <a:gd name="connsiteY20" fmla="*/ 146853 h 153536"/>
                <a:gd name="connsiteX21" fmla="*/ 31404 w 83910"/>
                <a:gd name="connsiteY21" fmla="*/ 135005 h 153536"/>
                <a:gd name="connsiteX22" fmla="*/ 32893 w 83910"/>
                <a:gd name="connsiteY22" fmla="*/ 125092 h 153536"/>
                <a:gd name="connsiteX23" fmla="*/ 50768 w 8391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910" h="153536">
                  <a:moveTo>
                    <a:pt x="50768" y="55698"/>
                  </a:moveTo>
                  <a:lnTo>
                    <a:pt x="76090" y="55698"/>
                  </a:lnTo>
                  <a:cubicBezTo>
                    <a:pt x="80807" y="55698"/>
                    <a:pt x="84034" y="55698"/>
                    <a:pt x="84034" y="50379"/>
                  </a:cubicBezTo>
                  <a:cubicBezTo>
                    <a:pt x="84034" y="46993"/>
                    <a:pt x="80807" y="46993"/>
                    <a:pt x="76586" y="46993"/>
                  </a:cubicBezTo>
                  <a:lnTo>
                    <a:pt x="53002" y="46993"/>
                  </a:lnTo>
                  <a:lnTo>
                    <a:pt x="62187" y="11209"/>
                  </a:lnTo>
                  <a:cubicBezTo>
                    <a:pt x="62436" y="10000"/>
                    <a:pt x="62932" y="8791"/>
                    <a:pt x="62932" y="7823"/>
                  </a:cubicBezTo>
                  <a:cubicBezTo>
                    <a:pt x="62932" y="3471"/>
                    <a:pt x="59456" y="86"/>
                    <a:pt x="54491" y="86"/>
                  </a:cubicBezTo>
                  <a:cubicBezTo>
                    <a:pt x="48285" y="86"/>
                    <a:pt x="44561" y="4197"/>
                    <a:pt x="42823" y="10483"/>
                  </a:cubicBezTo>
                  <a:cubicBezTo>
                    <a:pt x="41086" y="16528"/>
                    <a:pt x="44313" y="4922"/>
                    <a:pt x="33390" y="46993"/>
                  </a:cubicBezTo>
                  <a:lnTo>
                    <a:pt x="8067" y="46993"/>
                  </a:lnTo>
                  <a:cubicBezTo>
                    <a:pt x="3351" y="46993"/>
                    <a:pt x="123" y="46993"/>
                    <a:pt x="123" y="52313"/>
                  </a:cubicBezTo>
                  <a:cubicBezTo>
                    <a:pt x="123" y="55698"/>
                    <a:pt x="3102" y="55698"/>
                    <a:pt x="7571" y="55698"/>
                  </a:cubicBezTo>
                  <a:lnTo>
                    <a:pt x="31155" y="55698"/>
                  </a:lnTo>
                  <a:lnTo>
                    <a:pt x="16508" y="112760"/>
                  </a:lnTo>
                  <a:cubicBezTo>
                    <a:pt x="15019" y="118805"/>
                    <a:pt x="12784" y="127510"/>
                    <a:pt x="12784" y="130653"/>
                  </a:cubicBezTo>
                  <a:cubicBezTo>
                    <a:pt x="12784" y="144919"/>
                    <a:pt x="25197" y="153623"/>
                    <a:pt x="39348" y="153623"/>
                  </a:cubicBezTo>
                  <a:cubicBezTo>
                    <a:pt x="66904" y="153623"/>
                    <a:pt x="82544" y="119772"/>
                    <a:pt x="82544" y="116629"/>
                  </a:cubicBezTo>
                  <a:cubicBezTo>
                    <a:pt x="82544" y="113486"/>
                    <a:pt x="79317" y="113486"/>
                    <a:pt x="78572" y="113486"/>
                  </a:cubicBezTo>
                  <a:cubicBezTo>
                    <a:pt x="75593" y="113486"/>
                    <a:pt x="75345" y="113969"/>
                    <a:pt x="73359" y="118080"/>
                  </a:cubicBezTo>
                  <a:cubicBezTo>
                    <a:pt x="66408" y="133313"/>
                    <a:pt x="53747" y="146853"/>
                    <a:pt x="40093" y="146853"/>
                  </a:cubicBezTo>
                  <a:cubicBezTo>
                    <a:pt x="34879" y="146853"/>
                    <a:pt x="31404" y="143710"/>
                    <a:pt x="31404" y="135005"/>
                  </a:cubicBezTo>
                  <a:cubicBezTo>
                    <a:pt x="31404" y="132587"/>
                    <a:pt x="32397" y="127510"/>
                    <a:pt x="32893" y="125092"/>
                  </a:cubicBezTo>
                  <a:lnTo>
                    <a:pt x="50768" y="55698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64F524E-B603-1715-418B-5EFF141CB05F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6917572" y="6682756"/>
              <a:ext cx="235843" cy="80827"/>
            </a:xfrm>
            <a:custGeom>
              <a:avLst/>
              <a:gdLst>
                <a:gd name="connsiteX0" fmla="*/ 223915 w 235843"/>
                <a:gd name="connsiteY0" fmla="*/ 13901 h 80827"/>
                <a:gd name="connsiteX1" fmla="*/ 235973 w 235843"/>
                <a:gd name="connsiteY1" fmla="*/ 6993 h 80827"/>
                <a:gd name="connsiteX2" fmla="*/ 224269 w 235843"/>
                <a:gd name="connsiteY2" fmla="*/ 85 h 80827"/>
                <a:gd name="connsiteX3" fmla="*/ 11833 w 235843"/>
                <a:gd name="connsiteY3" fmla="*/ 85 h 80827"/>
                <a:gd name="connsiteX4" fmla="*/ 130 w 235843"/>
                <a:gd name="connsiteY4" fmla="*/ 6993 h 80827"/>
                <a:gd name="connsiteX5" fmla="*/ 12188 w 235843"/>
                <a:gd name="connsiteY5" fmla="*/ 13901 h 80827"/>
                <a:gd name="connsiteX6" fmla="*/ 223915 w 235843"/>
                <a:gd name="connsiteY6" fmla="*/ 13901 h 80827"/>
                <a:gd name="connsiteX7" fmla="*/ 224269 w 235843"/>
                <a:gd name="connsiteY7" fmla="*/ 80912 h 80827"/>
                <a:gd name="connsiteX8" fmla="*/ 235973 w 235843"/>
                <a:gd name="connsiteY8" fmla="*/ 74003 h 80827"/>
                <a:gd name="connsiteX9" fmla="*/ 223915 w 235843"/>
                <a:gd name="connsiteY9" fmla="*/ 67095 h 80827"/>
                <a:gd name="connsiteX10" fmla="*/ 12188 w 235843"/>
                <a:gd name="connsiteY10" fmla="*/ 67095 h 80827"/>
                <a:gd name="connsiteX11" fmla="*/ 130 w 235843"/>
                <a:gd name="connsiteY11" fmla="*/ 74003 h 80827"/>
                <a:gd name="connsiteX12" fmla="*/ 11833 w 235843"/>
                <a:gd name="connsiteY12" fmla="*/ 80912 h 80827"/>
                <a:gd name="connsiteX13" fmla="*/ 224269 w 235843"/>
                <a:gd name="connsiteY13" fmla="*/ 80912 h 8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843" h="80827">
                  <a:moveTo>
                    <a:pt x="223915" y="13901"/>
                  </a:moveTo>
                  <a:cubicBezTo>
                    <a:pt x="229235" y="13901"/>
                    <a:pt x="235973" y="13901"/>
                    <a:pt x="235973" y="6993"/>
                  </a:cubicBezTo>
                  <a:cubicBezTo>
                    <a:pt x="235973" y="85"/>
                    <a:pt x="229235" y="85"/>
                    <a:pt x="224269" y="85"/>
                  </a:cubicBezTo>
                  <a:lnTo>
                    <a:pt x="11833" y="85"/>
                  </a:lnTo>
                  <a:cubicBezTo>
                    <a:pt x="6868" y="85"/>
                    <a:pt x="130" y="85"/>
                    <a:pt x="130" y="6993"/>
                  </a:cubicBezTo>
                  <a:cubicBezTo>
                    <a:pt x="130" y="13901"/>
                    <a:pt x="6868" y="13901"/>
                    <a:pt x="12188" y="13901"/>
                  </a:cubicBezTo>
                  <a:lnTo>
                    <a:pt x="223915" y="13901"/>
                  </a:lnTo>
                  <a:close/>
                  <a:moveTo>
                    <a:pt x="224269" y="80912"/>
                  </a:moveTo>
                  <a:cubicBezTo>
                    <a:pt x="229235" y="80912"/>
                    <a:pt x="235973" y="80912"/>
                    <a:pt x="235973" y="74003"/>
                  </a:cubicBezTo>
                  <a:cubicBezTo>
                    <a:pt x="235973" y="67095"/>
                    <a:pt x="229235" y="67095"/>
                    <a:pt x="223915" y="67095"/>
                  </a:cubicBezTo>
                  <a:lnTo>
                    <a:pt x="12188" y="67095"/>
                  </a:lnTo>
                  <a:cubicBezTo>
                    <a:pt x="6868" y="67095"/>
                    <a:pt x="130" y="67095"/>
                    <a:pt x="130" y="74003"/>
                  </a:cubicBezTo>
                  <a:cubicBezTo>
                    <a:pt x="130" y="80912"/>
                    <a:pt x="6868" y="80912"/>
                    <a:pt x="11833" y="80912"/>
                  </a:cubicBezTo>
                  <a:lnTo>
                    <a:pt x="224269" y="80912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822DE668-60BD-FC3A-491F-6C08C30528E7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7307175" y="6550462"/>
              <a:ext cx="82279" cy="345414"/>
            </a:xfrm>
            <a:custGeom>
              <a:avLst/>
              <a:gdLst>
                <a:gd name="connsiteX0" fmla="*/ 82419 w 82279"/>
                <a:gd name="connsiteY0" fmla="*/ 342045 h 345414"/>
                <a:gd name="connsiteX1" fmla="*/ 76390 w 82279"/>
                <a:gd name="connsiteY1" fmla="*/ 334446 h 345414"/>
                <a:gd name="connsiteX2" fmla="*/ 20710 w 82279"/>
                <a:gd name="connsiteY2" fmla="*/ 172792 h 345414"/>
                <a:gd name="connsiteX3" fmla="*/ 77809 w 82279"/>
                <a:gd name="connsiteY3" fmla="*/ 9411 h 345414"/>
                <a:gd name="connsiteX4" fmla="*/ 82419 w 82279"/>
                <a:gd name="connsiteY4" fmla="*/ 3539 h 345414"/>
                <a:gd name="connsiteX5" fmla="*/ 78873 w 82279"/>
                <a:gd name="connsiteY5" fmla="*/ 85 h 345414"/>
                <a:gd name="connsiteX6" fmla="*/ 22483 w 82279"/>
                <a:gd name="connsiteY6" fmla="*/ 67441 h 345414"/>
                <a:gd name="connsiteX7" fmla="*/ 140 w 82279"/>
                <a:gd name="connsiteY7" fmla="*/ 172792 h 345414"/>
                <a:gd name="connsiteX8" fmla="*/ 23547 w 82279"/>
                <a:gd name="connsiteY8" fmla="*/ 280561 h 345414"/>
                <a:gd name="connsiteX9" fmla="*/ 78873 w 82279"/>
                <a:gd name="connsiteY9" fmla="*/ 345499 h 345414"/>
                <a:gd name="connsiteX10" fmla="*/ 82419 w 82279"/>
                <a:gd name="connsiteY10" fmla="*/ 34204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279" h="345414">
                  <a:moveTo>
                    <a:pt x="82419" y="342045"/>
                  </a:moveTo>
                  <a:cubicBezTo>
                    <a:pt x="82419" y="341009"/>
                    <a:pt x="82419" y="340318"/>
                    <a:pt x="76390" y="334446"/>
                  </a:cubicBezTo>
                  <a:cubicBezTo>
                    <a:pt x="32059" y="290924"/>
                    <a:pt x="20710" y="225640"/>
                    <a:pt x="20710" y="172792"/>
                  </a:cubicBezTo>
                  <a:cubicBezTo>
                    <a:pt x="20710" y="112690"/>
                    <a:pt x="34187" y="52588"/>
                    <a:pt x="77809" y="9411"/>
                  </a:cubicBezTo>
                  <a:cubicBezTo>
                    <a:pt x="82419" y="5266"/>
                    <a:pt x="82419" y="4575"/>
                    <a:pt x="82419" y="3539"/>
                  </a:cubicBezTo>
                  <a:cubicBezTo>
                    <a:pt x="82419" y="1121"/>
                    <a:pt x="81001" y="85"/>
                    <a:pt x="78873" y="85"/>
                  </a:cubicBezTo>
                  <a:cubicBezTo>
                    <a:pt x="75326" y="85"/>
                    <a:pt x="43408" y="23573"/>
                    <a:pt x="22483" y="67441"/>
                  </a:cubicBezTo>
                  <a:cubicBezTo>
                    <a:pt x="4396" y="105436"/>
                    <a:pt x="140" y="143777"/>
                    <a:pt x="140" y="172792"/>
                  </a:cubicBezTo>
                  <a:cubicBezTo>
                    <a:pt x="140" y="199734"/>
                    <a:pt x="4041" y="241530"/>
                    <a:pt x="23547" y="280561"/>
                  </a:cubicBezTo>
                  <a:cubicBezTo>
                    <a:pt x="44826" y="323047"/>
                    <a:pt x="75326" y="345499"/>
                    <a:pt x="78873" y="345499"/>
                  </a:cubicBezTo>
                  <a:cubicBezTo>
                    <a:pt x="81001" y="345499"/>
                    <a:pt x="82419" y="344463"/>
                    <a:pt x="82419" y="342045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09D94CFF-9E5C-62EA-F39D-5692BAA8F791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7441549" y="6579477"/>
              <a:ext cx="117035" cy="230046"/>
            </a:xfrm>
            <a:custGeom>
              <a:avLst/>
              <a:gdLst>
                <a:gd name="connsiteX0" fmla="*/ 72848 w 117035"/>
                <a:gd name="connsiteY0" fmla="*/ 9065 h 230046"/>
                <a:gd name="connsiteX1" fmla="*/ 64691 w 117035"/>
                <a:gd name="connsiteY1" fmla="*/ 85 h 230046"/>
                <a:gd name="connsiteX2" fmla="*/ 144 w 117035"/>
                <a:gd name="connsiteY2" fmla="*/ 22191 h 230046"/>
                <a:gd name="connsiteX3" fmla="*/ 144 w 117035"/>
                <a:gd name="connsiteY3" fmla="*/ 32899 h 230046"/>
                <a:gd name="connsiteX4" fmla="*/ 46603 w 117035"/>
                <a:gd name="connsiteY4" fmla="*/ 23918 h 230046"/>
                <a:gd name="connsiteX5" fmla="*/ 46603 w 117035"/>
                <a:gd name="connsiteY5" fmla="*/ 202843 h 230046"/>
                <a:gd name="connsiteX6" fmla="*/ 13621 w 117035"/>
                <a:gd name="connsiteY6" fmla="*/ 219423 h 230046"/>
                <a:gd name="connsiteX7" fmla="*/ 2272 w 117035"/>
                <a:gd name="connsiteY7" fmla="*/ 219423 h 230046"/>
                <a:gd name="connsiteX8" fmla="*/ 2272 w 117035"/>
                <a:gd name="connsiteY8" fmla="*/ 230131 h 230046"/>
                <a:gd name="connsiteX9" fmla="*/ 59725 w 117035"/>
                <a:gd name="connsiteY9" fmla="*/ 229095 h 230046"/>
                <a:gd name="connsiteX10" fmla="*/ 117179 w 117035"/>
                <a:gd name="connsiteY10" fmla="*/ 230131 h 230046"/>
                <a:gd name="connsiteX11" fmla="*/ 117179 w 117035"/>
                <a:gd name="connsiteY11" fmla="*/ 219423 h 230046"/>
                <a:gd name="connsiteX12" fmla="*/ 105830 w 117035"/>
                <a:gd name="connsiteY12" fmla="*/ 219423 h 230046"/>
                <a:gd name="connsiteX13" fmla="*/ 72848 w 117035"/>
                <a:gd name="connsiteY13" fmla="*/ 202843 h 230046"/>
                <a:gd name="connsiteX14" fmla="*/ 72848 w 117035"/>
                <a:gd name="connsiteY14" fmla="*/ 9065 h 23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7035" h="230046">
                  <a:moveTo>
                    <a:pt x="72848" y="9065"/>
                  </a:moveTo>
                  <a:cubicBezTo>
                    <a:pt x="72848" y="776"/>
                    <a:pt x="72848" y="85"/>
                    <a:pt x="64691" y="85"/>
                  </a:cubicBezTo>
                  <a:cubicBezTo>
                    <a:pt x="42702" y="22191"/>
                    <a:pt x="11493" y="22191"/>
                    <a:pt x="144" y="22191"/>
                  </a:cubicBezTo>
                  <a:lnTo>
                    <a:pt x="144" y="32899"/>
                  </a:lnTo>
                  <a:cubicBezTo>
                    <a:pt x="7237" y="32899"/>
                    <a:pt x="28161" y="32899"/>
                    <a:pt x="46603" y="23918"/>
                  </a:cubicBezTo>
                  <a:lnTo>
                    <a:pt x="46603" y="202843"/>
                  </a:lnTo>
                  <a:cubicBezTo>
                    <a:pt x="46603" y="215278"/>
                    <a:pt x="45539" y="219423"/>
                    <a:pt x="13621" y="219423"/>
                  </a:cubicBezTo>
                  <a:lnTo>
                    <a:pt x="2272" y="219423"/>
                  </a:lnTo>
                  <a:lnTo>
                    <a:pt x="2272" y="230131"/>
                  </a:lnTo>
                  <a:cubicBezTo>
                    <a:pt x="14685" y="229095"/>
                    <a:pt x="45539" y="229095"/>
                    <a:pt x="59725" y="229095"/>
                  </a:cubicBezTo>
                  <a:cubicBezTo>
                    <a:pt x="73912" y="229095"/>
                    <a:pt x="104766" y="229095"/>
                    <a:pt x="117179" y="230131"/>
                  </a:cubicBezTo>
                  <a:lnTo>
                    <a:pt x="117179" y="219423"/>
                  </a:lnTo>
                  <a:lnTo>
                    <a:pt x="105830" y="219423"/>
                  </a:lnTo>
                  <a:cubicBezTo>
                    <a:pt x="73911" y="219423"/>
                    <a:pt x="72848" y="215623"/>
                    <a:pt x="72848" y="202843"/>
                  </a:cubicBezTo>
                  <a:lnTo>
                    <a:pt x="72848" y="9065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5294A08C-088F-4570-ACFD-2E06FC04048F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7695557" y="6716261"/>
              <a:ext cx="216692" cy="13816"/>
            </a:xfrm>
            <a:custGeom>
              <a:avLst/>
              <a:gdLst>
                <a:gd name="connsiteX0" fmla="*/ 204431 w 216692"/>
                <a:gd name="connsiteY0" fmla="*/ 13901 h 13816"/>
                <a:gd name="connsiteX1" fmla="*/ 216843 w 216692"/>
                <a:gd name="connsiteY1" fmla="*/ 6993 h 13816"/>
                <a:gd name="connsiteX2" fmla="*/ 204431 w 216692"/>
                <a:gd name="connsiteY2" fmla="*/ 85 h 13816"/>
                <a:gd name="connsiteX3" fmla="*/ 12564 w 216692"/>
                <a:gd name="connsiteY3" fmla="*/ 85 h 13816"/>
                <a:gd name="connsiteX4" fmla="*/ 151 w 216692"/>
                <a:gd name="connsiteY4" fmla="*/ 6993 h 13816"/>
                <a:gd name="connsiteX5" fmla="*/ 12564 w 216692"/>
                <a:gd name="connsiteY5" fmla="*/ 13901 h 13816"/>
                <a:gd name="connsiteX6" fmla="*/ 204431 w 216692"/>
                <a:gd name="connsiteY6" fmla="*/ 13901 h 138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6692" h="13816">
                  <a:moveTo>
                    <a:pt x="204431" y="13901"/>
                  </a:moveTo>
                  <a:cubicBezTo>
                    <a:pt x="210460" y="13901"/>
                    <a:pt x="216843" y="13901"/>
                    <a:pt x="216843" y="6993"/>
                  </a:cubicBezTo>
                  <a:cubicBezTo>
                    <a:pt x="216843" y="85"/>
                    <a:pt x="210460" y="85"/>
                    <a:pt x="204431" y="85"/>
                  </a:cubicBezTo>
                  <a:lnTo>
                    <a:pt x="12564" y="85"/>
                  </a:lnTo>
                  <a:cubicBezTo>
                    <a:pt x="6535" y="85"/>
                    <a:pt x="151" y="85"/>
                    <a:pt x="151" y="6993"/>
                  </a:cubicBezTo>
                  <a:cubicBezTo>
                    <a:pt x="151" y="13901"/>
                    <a:pt x="6535" y="13901"/>
                    <a:pt x="12564" y="13901"/>
                  </a:cubicBezTo>
                  <a:lnTo>
                    <a:pt x="204431" y="13901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A64E461E-19EB-8D11-3F00-48C4C181A76B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8032121" y="6656159"/>
              <a:ext cx="152500" cy="153364"/>
            </a:xfrm>
            <a:custGeom>
              <a:avLst/>
              <a:gdLst>
                <a:gd name="connsiteX0" fmla="*/ 148051 w 152500"/>
                <a:gd name="connsiteY0" fmla="*/ 14937 h 153364"/>
                <a:gd name="connsiteX1" fmla="*/ 151597 w 152500"/>
                <a:gd name="connsiteY1" fmla="*/ 7338 h 153364"/>
                <a:gd name="connsiteX2" fmla="*/ 140249 w 152500"/>
                <a:gd name="connsiteY2" fmla="*/ 85 h 153364"/>
                <a:gd name="connsiteX3" fmla="*/ 10091 w 152500"/>
                <a:gd name="connsiteY3" fmla="*/ 85 h 153364"/>
                <a:gd name="connsiteX4" fmla="*/ 5836 w 152500"/>
                <a:gd name="connsiteY4" fmla="*/ 60532 h 153364"/>
                <a:gd name="connsiteX5" fmla="*/ 22504 w 152500"/>
                <a:gd name="connsiteY5" fmla="*/ 60532 h 153364"/>
                <a:gd name="connsiteX6" fmla="*/ 72155 w 152500"/>
                <a:gd name="connsiteY6" fmla="*/ 12520 h 153364"/>
                <a:gd name="connsiteX7" fmla="*/ 102301 w 152500"/>
                <a:gd name="connsiteY7" fmla="*/ 12520 h 153364"/>
                <a:gd name="connsiteX8" fmla="*/ 3353 w 152500"/>
                <a:gd name="connsiteY8" fmla="*/ 138251 h 153364"/>
                <a:gd name="connsiteX9" fmla="*/ 161 w 152500"/>
                <a:gd name="connsiteY9" fmla="*/ 145850 h 153364"/>
                <a:gd name="connsiteX10" fmla="*/ 11510 w 152500"/>
                <a:gd name="connsiteY10" fmla="*/ 153449 h 153364"/>
                <a:gd name="connsiteX11" fmla="*/ 146278 w 152500"/>
                <a:gd name="connsiteY11" fmla="*/ 153449 h 153364"/>
                <a:gd name="connsiteX12" fmla="*/ 152661 w 152500"/>
                <a:gd name="connsiteY12" fmla="*/ 83675 h 153364"/>
                <a:gd name="connsiteX13" fmla="*/ 135993 w 152500"/>
                <a:gd name="connsiteY13" fmla="*/ 83675 h 153364"/>
                <a:gd name="connsiteX14" fmla="*/ 80312 w 152500"/>
                <a:gd name="connsiteY14" fmla="*/ 139632 h 153364"/>
                <a:gd name="connsiteX15" fmla="*/ 49812 w 152500"/>
                <a:gd name="connsiteY15" fmla="*/ 139632 h 153364"/>
                <a:gd name="connsiteX16" fmla="*/ 148051 w 152500"/>
                <a:gd name="connsiteY16" fmla="*/ 14937 h 153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2500" h="153364">
                  <a:moveTo>
                    <a:pt x="148051" y="14937"/>
                  </a:moveTo>
                  <a:cubicBezTo>
                    <a:pt x="150888" y="11138"/>
                    <a:pt x="151597" y="10447"/>
                    <a:pt x="151597" y="7338"/>
                  </a:cubicBezTo>
                  <a:cubicBezTo>
                    <a:pt x="151597" y="85"/>
                    <a:pt x="146632" y="85"/>
                    <a:pt x="140249" y="85"/>
                  </a:cubicBezTo>
                  <a:lnTo>
                    <a:pt x="10091" y="85"/>
                  </a:lnTo>
                  <a:lnTo>
                    <a:pt x="5836" y="60532"/>
                  </a:lnTo>
                  <a:lnTo>
                    <a:pt x="22504" y="60532"/>
                  </a:lnTo>
                  <a:cubicBezTo>
                    <a:pt x="24632" y="24955"/>
                    <a:pt x="35626" y="12520"/>
                    <a:pt x="72155" y="12520"/>
                  </a:cubicBezTo>
                  <a:lnTo>
                    <a:pt x="102301" y="12520"/>
                  </a:lnTo>
                  <a:lnTo>
                    <a:pt x="3353" y="138251"/>
                  </a:lnTo>
                  <a:cubicBezTo>
                    <a:pt x="161" y="142050"/>
                    <a:pt x="161" y="142741"/>
                    <a:pt x="161" y="145850"/>
                  </a:cubicBezTo>
                  <a:cubicBezTo>
                    <a:pt x="161" y="153449"/>
                    <a:pt x="4772" y="153449"/>
                    <a:pt x="11510" y="153449"/>
                  </a:cubicBezTo>
                  <a:lnTo>
                    <a:pt x="146278" y="153449"/>
                  </a:lnTo>
                  <a:lnTo>
                    <a:pt x="152661" y="83675"/>
                  </a:lnTo>
                  <a:lnTo>
                    <a:pt x="135993" y="83675"/>
                  </a:lnTo>
                  <a:cubicBezTo>
                    <a:pt x="132801" y="118562"/>
                    <a:pt x="127126" y="139632"/>
                    <a:pt x="80312" y="139632"/>
                  </a:cubicBezTo>
                  <a:lnTo>
                    <a:pt x="49812" y="139632"/>
                  </a:lnTo>
                  <a:lnTo>
                    <a:pt x="148051" y="14937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708F8C7F-0942-DA78-C0CB-F96EB329DC79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8212464" y="6710216"/>
              <a:ext cx="83910" cy="153536"/>
            </a:xfrm>
            <a:custGeom>
              <a:avLst/>
              <a:gdLst>
                <a:gd name="connsiteX0" fmla="*/ 50810 w 83910"/>
                <a:gd name="connsiteY0" fmla="*/ 55698 h 153536"/>
                <a:gd name="connsiteX1" fmla="*/ 76133 w 83910"/>
                <a:gd name="connsiteY1" fmla="*/ 55698 h 153536"/>
                <a:gd name="connsiteX2" fmla="*/ 84077 w 83910"/>
                <a:gd name="connsiteY2" fmla="*/ 50379 h 153536"/>
                <a:gd name="connsiteX3" fmla="*/ 76629 w 83910"/>
                <a:gd name="connsiteY3" fmla="*/ 46993 h 153536"/>
                <a:gd name="connsiteX4" fmla="*/ 53045 w 83910"/>
                <a:gd name="connsiteY4" fmla="*/ 46993 h 153536"/>
                <a:gd name="connsiteX5" fmla="*/ 62230 w 83910"/>
                <a:gd name="connsiteY5" fmla="*/ 11209 h 153536"/>
                <a:gd name="connsiteX6" fmla="*/ 62975 w 83910"/>
                <a:gd name="connsiteY6" fmla="*/ 7823 h 153536"/>
                <a:gd name="connsiteX7" fmla="*/ 54534 w 83910"/>
                <a:gd name="connsiteY7" fmla="*/ 86 h 153536"/>
                <a:gd name="connsiteX8" fmla="*/ 42866 w 83910"/>
                <a:gd name="connsiteY8" fmla="*/ 10483 h 153536"/>
                <a:gd name="connsiteX9" fmla="*/ 33432 w 83910"/>
                <a:gd name="connsiteY9" fmla="*/ 46993 h 153536"/>
                <a:gd name="connsiteX10" fmla="*/ 8110 w 83910"/>
                <a:gd name="connsiteY10" fmla="*/ 46993 h 153536"/>
                <a:gd name="connsiteX11" fmla="*/ 166 w 83910"/>
                <a:gd name="connsiteY11" fmla="*/ 52313 h 153536"/>
                <a:gd name="connsiteX12" fmla="*/ 7614 w 83910"/>
                <a:gd name="connsiteY12" fmla="*/ 55698 h 153536"/>
                <a:gd name="connsiteX13" fmla="*/ 31198 w 83910"/>
                <a:gd name="connsiteY13" fmla="*/ 55698 h 153536"/>
                <a:gd name="connsiteX14" fmla="*/ 16551 w 83910"/>
                <a:gd name="connsiteY14" fmla="*/ 112760 h 153536"/>
                <a:gd name="connsiteX15" fmla="*/ 12827 w 83910"/>
                <a:gd name="connsiteY15" fmla="*/ 130653 h 153536"/>
                <a:gd name="connsiteX16" fmla="*/ 39391 w 83910"/>
                <a:gd name="connsiteY16" fmla="*/ 153623 h 153536"/>
                <a:gd name="connsiteX17" fmla="*/ 82587 w 83910"/>
                <a:gd name="connsiteY17" fmla="*/ 116629 h 153536"/>
                <a:gd name="connsiteX18" fmla="*/ 78615 w 83910"/>
                <a:gd name="connsiteY18" fmla="*/ 113486 h 153536"/>
                <a:gd name="connsiteX19" fmla="*/ 73402 w 83910"/>
                <a:gd name="connsiteY19" fmla="*/ 118080 h 153536"/>
                <a:gd name="connsiteX20" fmla="*/ 40135 w 83910"/>
                <a:gd name="connsiteY20" fmla="*/ 146853 h 153536"/>
                <a:gd name="connsiteX21" fmla="*/ 31446 w 83910"/>
                <a:gd name="connsiteY21" fmla="*/ 135005 h 153536"/>
                <a:gd name="connsiteX22" fmla="*/ 32936 w 83910"/>
                <a:gd name="connsiteY22" fmla="*/ 125092 h 153536"/>
                <a:gd name="connsiteX23" fmla="*/ 50810 w 8391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910" h="153536">
                  <a:moveTo>
                    <a:pt x="50810" y="55698"/>
                  </a:moveTo>
                  <a:lnTo>
                    <a:pt x="76133" y="55698"/>
                  </a:lnTo>
                  <a:cubicBezTo>
                    <a:pt x="80849" y="55698"/>
                    <a:pt x="84077" y="55698"/>
                    <a:pt x="84077" y="50379"/>
                  </a:cubicBezTo>
                  <a:cubicBezTo>
                    <a:pt x="84077" y="46993"/>
                    <a:pt x="80849" y="46993"/>
                    <a:pt x="76629" y="46993"/>
                  </a:cubicBezTo>
                  <a:lnTo>
                    <a:pt x="53045" y="46993"/>
                  </a:lnTo>
                  <a:lnTo>
                    <a:pt x="62230" y="11209"/>
                  </a:lnTo>
                  <a:cubicBezTo>
                    <a:pt x="62478" y="10000"/>
                    <a:pt x="62975" y="8791"/>
                    <a:pt x="62975" y="7823"/>
                  </a:cubicBezTo>
                  <a:cubicBezTo>
                    <a:pt x="62975" y="3471"/>
                    <a:pt x="59499" y="86"/>
                    <a:pt x="54534" y="86"/>
                  </a:cubicBezTo>
                  <a:cubicBezTo>
                    <a:pt x="48328" y="86"/>
                    <a:pt x="44604" y="4197"/>
                    <a:pt x="42866" y="10483"/>
                  </a:cubicBezTo>
                  <a:cubicBezTo>
                    <a:pt x="41128" y="16528"/>
                    <a:pt x="44356" y="4922"/>
                    <a:pt x="33432" y="46993"/>
                  </a:cubicBezTo>
                  <a:lnTo>
                    <a:pt x="8110" y="46993"/>
                  </a:lnTo>
                  <a:cubicBezTo>
                    <a:pt x="3394" y="46993"/>
                    <a:pt x="166" y="46993"/>
                    <a:pt x="166" y="52313"/>
                  </a:cubicBezTo>
                  <a:cubicBezTo>
                    <a:pt x="166" y="55698"/>
                    <a:pt x="3145" y="55698"/>
                    <a:pt x="7614" y="55698"/>
                  </a:cubicBezTo>
                  <a:lnTo>
                    <a:pt x="31198" y="55698"/>
                  </a:lnTo>
                  <a:lnTo>
                    <a:pt x="16551" y="112760"/>
                  </a:lnTo>
                  <a:cubicBezTo>
                    <a:pt x="15062" y="118805"/>
                    <a:pt x="12827" y="127510"/>
                    <a:pt x="12827" y="130653"/>
                  </a:cubicBezTo>
                  <a:cubicBezTo>
                    <a:pt x="12827" y="144919"/>
                    <a:pt x="25240" y="153623"/>
                    <a:pt x="39391" y="153623"/>
                  </a:cubicBezTo>
                  <a:cubicBezTo>
                    <a:pt x="66947" y="153623"/>
                    <a:pt x="82587" y="119772"/>
                    <a:pt x="82587" y="116629"/>
                  </a:cubicBezTo>
                  <a:cubicBezTo>
                    <a:pt x="82587" y="113486"/>
                    <a:pt x="79360" y="113486"/>
                    <a:pt x="78615" y="113486"/>
                  </a:cubicBezTo>
                  <a:cubicBezTo>
                    <a:pt x="75636" y="113486"/>
                    <a:pt x="75388" y="113969"/>
                    <a:pt x="73402" y="118080"/>
                  </a:cubicBezTo>
                  <a:cubicBezTo>
                    <a:pt x="66451" y="133313"/>
                    <a:pt x="53790" y="146853"/>
                    <a:pt x="40135" y="146853"/>
                  </a:cubicBezTo>
                  <a:cubicBezTo>
                    <a:pt x="34922" y="146853"/>
                    <a:pt x="31446" y="143710"/>
                    <a:pt x="31446" y="135005"/>
                  </a:cubicBezTo>
                  <a:cubicBezTo>
                    <a:pt x="31446" y="132587"/>
                    <a:pt x="32439" y="127510"/>
                    <a:pt x="32936" y="125092"/>
                  </a:cubicBezTo>
                  <a:lnTo>
                    <a:pt x="50810" y="55698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50B4B465-E586-FD76-A501-A4D6739C814F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8347120" y="6550462"/>
              <a:ext cx="82279" cy="345414"/>
            </a:xfrm>
            <a:custGeom>
              <a:avLst/>
              <a:gdLst>
                <a:gd name="connsiteX0" fmla="*/ 82449 w 82279"/>
                <a:gd name="connsiteY0" fmla="*/ 172792 h 345414"/>
                <a:gd name="connsiteX1" fmla="*/ 59042 w 82279"/>
                <a:gd name="connsiteY1" fmla="*/ 65023 h 345414"/>
                <a:gd name="connsiteX2" fmla="*/ 3716 w 82279"/>
                <a:gd name="connsiteY2" fmla="*/ 85 h 345414"/>
                <a:gd name="connsiteX3" fmla="*/ 170 w 82279"/>
                <a:gd name="connsiteY3" fmla="*/ 3539 h 345414"/>
                <a:gd name="connsiteX4" fmla="*/ 6908 w 82279"/>
                <a:gd name="connsiteY4" fmla="*/ 11483 h 345414"/>
                <a:gd name="connsiteX5" fmla="*/ 61879 w 82279"/>
                <a:gd name="connsiteY5" fmla="*/ 172792 h 345414"/>
                <a:gd name="connsiteX6" fmla="*/ 4780 w 82279"/>
                <a:gd name="connsiteY6" fmla="*/ 336173 h 345414"/>
                <a:gd name="connsiteX7" fmla="*/ 170 w 82279"/>
                <a:gd name="connsiteY7" fmla="*/ 342045 h 345414"/>
                <a:gd name="connsiteX8" fmla="*/ 3716 w 82279"/>
                <a:gd name="connsiteY8" fmla="*/ 345499 h 345414"/>
                <a:gd name="connsiteX9" fmla="*/ 60106 w 82279"/>
                <a:gd name="connsiteY9" fmla="*/ 278144 h 345414"/>
                <a:gd name="connsiteX10" fmla="*/ 82449 w 82279"/>
                <a:gd name="connsiteY10" fmla="*/ 172792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279" h="345414">
                  <a:moveTo>
                    <a:pt x="82449" y="172792"/>
                  </a:moveTo>
                  <a:cubicBezTo>
                    <a:pt x="82449" y="145850"/>
                    <a:pt x="78548" y="104055"/>
                    <a:pt x="59042" y="65023"/>
                  </a:cubicBezTo>
                  <a:cubicBezTo>
                    <a:pt x="37763" y="22537"/>
                    <a:pt x="7263" y="85"/>
                    <a:pt x="3716" y="85"/>
                  </a:cubicBezTo>
                  <a:cubicBezTo>
                    <a:pt x="1588" y="85"/>
                    <a:pt x="170" y="1466"/>
                    <a:pt x="170" y="3539"/>
                  </a:cubicBezTo>
                  <a:cubicBezTo>
                    <a:pt x="170" y="4575"/>
                    <a:pt x="170" y="5266"/>
                    <a:pt x="6908" y="11483"/>
                  </a:cubicBezTo>
                  <a:cubicBezTo>
                    <a:pt x="41664" y="45679"/>
                    <a:pt x="61879" y="100600"/>
                    <a:pt x="61879" y="172792"/>
                  </a:cubicBezTo>
                  <a:cubicBezTo>
                    <a:pt x="61879" y="231858"/>
                    <a:pt x="48757" y="292651"/>
                    <a:pt x="4780" y="336173"/>
                  </a:cubicBezTo>
                  <a:cubicBezTo>
                    <a:pt x="170" y="340318"/>
                    <a:pt x="170" y="341009"/>
                    <a:pt x="170" y="342045"/>
                  </a:cubicBezTo>
                  <a:cubicBezTo>
                    <a:pt x="170" y="344118"/>
                    <a:pt x="1588" y="345499"/>
                    <a:pt x="3716" y="345499"/>
                  </a:cubicBezTo>
                  <a:cubicBezTo>
                    <a:pt x="7263" y="345499"/>
                    <a:pt x="39181" y="322011"/>
                    <a:pt x="60106" y="278144"/>
                  </a:cubicBezTo>
                  <a:cubicBezTo>
                    <a:pt x="78193" y="240148"/>
                    <a:pt x="82449" y="201807"/>
                    <a:pt x="82449" y="172792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7AFCBFF2-9B55-1DCD-BB36-0E2165D6B98F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8566687" y="6648906"/>
              <a:ext cx="130866" cy="148873"/>
            </a:xfrm>
            <a:custGeom>
              <a:avLst/>
              <a:gdLst>
                <a:gd name="connsiteX0" fmla="*/ 74653 w 130866"/>
                <a:gd name="connsiteY0" fmla="*/ 13210 h 148873"/>
                <a:gd name="connsiteX1" fmla="*/ 65786 w 130866"/>
                <a:gd name="connsiteY1" fmla="*/ 85 h 148873"/>
                <a:gd name="connsiteX2" fmla="*/ 56565 w 130866"/>
                <a:gd name="connsiteY2" fmla="*/ 9065 h 148873"/>
                <a:gd name="connsiteX3" fmla="*/ 56565 w 130866"/>
                <a:gd name="connsiteY3" fmla="*/ 13556 h 148873"/>
                <a:gd name="connsiteX4" fmla="*/ 61531 w 130866"/>
                <a:gd name="connsiteY4" fmla="*/ 67095 h 148873"/>
                <a:gd name="connsiteX5" fmla="*/ 16135 w 130866"/>
                <a:gd name="connsiteY5" fmla="*/ 34972 h 148873"/>
                <a:gd name="connsiteX6" fmla="*/ 9751 w 130866"/>
                <a:gd name="connsiteY6" fmla="*/ 32554 h 148873"/>
                <a:gd name="connsiteX7" fmla="*/ 176 w 130866"/>
                <a:gd name="connsiteY7" fmla="*/ 42225 h 148873"/>
                <a:gd name="connsiteX8" fmla="*/ 7269 w 130866"/>
                <a:gd name="connsiteY8" fmla="*/ 50861 h 148873"/>
                <a:gd name="connsiteX9" fmla="*/ 57629 w 130866"/>
                <a:gd name="connsiteY9" fmla="*/ 74349 h 148873"/>
                <a:gd name="connsiteX10" fmla="*/ 8687 w 130866"/>
                <a:gd name="connsiteY10" fmla="*/ 97492 h 148873"/>
                <a:gd name="connsiteX11" fmla="*/ 176 w 130866"/>
                <a:gd name="connsiteY11" fmla="*/ 106818 h 148873"/>
                <a:gd name="connsiteX12" fmla="*/ 9751 w 130866"/>
                <a:gd name="connsiteY12" fmla="*/ 116489 h 148873"/>
                <a:gd name="connsiteX13" fmla="*/ 21810 w 130866"/>
                <a:gd name="connsiteY13" fmla="*/ 109927 h 148873"/>
                <a:gd name="connsiteX14" fmla="*/ 61531 w 130866"/>
                <a:gd name="connsiteY14" fmla="*/ 81948 h 148873"/>
                <a:gd name="connsiteX15" fmla="*/ 56211 w 130866"/>
                <a:gd name="connsiteY15" fmla="*/ 139978 h 148873"/>
                <a:gd name="connsiteX16" fmla="*/ 65432 w 130866"/>
                <a:gd name="connsiteY16" fmla="*/ 148958 h 148873"/>
                <a:gd name="connsiteX17" fmla="*/ 75007 w 130866"/>
                <a:gd name="connsiteY17" fmla="*/ 139978 h 148873"/>
                <a:gd name="connsiteX18" fmla="*/ 69688 w 130866"/>
                <a:gd name="connsiteY18" fmla="*/ 81948 h 148873"/>
                <a:gd name="connsiteX19" fmla="*/ 115083 w 130866"/>
                <a:gd name="connsiteY19" fmla="*/ 114072 h 148873"/>
                <a:gd name="connsiteX20" fmla="*/ 121467 w 130866"/>
                <a:gd name="connsiteY20" fmla="*/ 116489 h 148873"/>
                <a:gd name="connsiteX21" fmla="*/ 131042 w 130866"/>
                <a:gd name="connsiteY21" fmla="*/ 106818 h 148873"/>
                <a:gd name="connsiteX22" fmla="*/ 123595 w 130866"/>
                <a:gd name="connsiteY22" fmla="*/ 97837 h 148873"/>
                <a:gd name="connsiteX23" fmla="*/ 73589 w 130866"/>
                <a:gd name="connsiteY23" fmla="*/ 74694 h 148873"/>
                <a:gd name="connsiteX24" fmla="*/ 122531 w 130866"/>
                <a:gd name="connsiteY24" fmla="*/ 51551 h 148873"/>
                <a:gd name="connsiteX25" fmla="*/ 131042 w 130866"/>
                <a:gd name="connsiteY25" fmla="*/ 42225 h 148873"/>
                <a:gd name="connsiteX26" fmla="*/ 121467 w 130866"/>
                <a:gd name="connsiteY26" fmla="*/ 32554 h 148873"/>
                <a:gd name="connsiteX27" fmla="*/ 109409 w 130866"/>
                <a:gd name="connsiteY27" fmla="*/ 39117 h 148873"/>
                <a:gd name="connsiteX28" fmla="*/ 69688 w 130866"/>
                <a:gd name="connsiteY28" fmla="*/ 67095 h 148873"/>
                <a:gd name="connsiteX29" fmla="*/ 74653 w 130866"/>
                <a:gd name="connsiteY29" fmla="*/ 13210 h 148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0866" h="148873">
                  <a:moveTo>
                    <a:pt x="74653" y="13210"/>
                  </a:moveTo>
                  <a:cubicBezTo>
                    <a:pt x="75007" y="8375"/>
                    <a:pt x="75007" y="85"/>
                    <a:pt x="65786" y="85"/>
                  </a:cubicBezTo>
                  <a:cubicBezTo>
                    <a:pt x="60112" y="85"/>
                    <a:pt x="55501" y="4575"/>
                    <a:pt x="56565" y="9065"/>
                  </a:cubicBezTo>
                  <a:lnTo>
                    <a:pt x="56565" y="13556"/>
                  </a:lnTo>
                  <a:lnTo>
                    <a:pt x="61531" y="67095"/>
                  </a:lnTo>
                  <a:lnTo>
                    <a:pt x="16135" y="34972"/>
                  </a:lnTo>
                  <a:cubicBezTo>
                    <a:pt x="12943" y="33245"/>
                    <a:pt x="12234" y="32554"/>
                    <a:pt x="9751" y="32554"/>
                  </a:cubicBezTo>
                  <a:cubicBezTo>
                    <a:pt x="4786" y="32554"/>
                    <a:pt x="176" y="37389"/>
                    <a:pt x="176" y="42225"/>
                  </a:cubicBezTo>
                  <a:cubicBezTo>
                    <a:pt x="176" y="47752"/>
                    <a:pt x="3722" y="49134"/>
                    <a:pt x="7269" y="50861"/>
                  </a:cubicBezTo>
                  <a:lnTo>
                    <a:pt x="57629" y="74349"/>
                  </a:lnTo>
                  <a:lnTo>
                    <a:pt x="8687" y="97492"/>
                  </a:lnTo>
                  <a:cubicBezTo>
                    <a:pt x="3013" y="100255"/>
                    <a:pt x="176" y="101637"/>
                    <a:pt x="176" y="106818"/>
                  </a:cubicBezTo>
                  <a:cubicBezTo>
                    <a:pt x="176" y="111999"/>
                    <a:pt x="4786" y="116489"/>
                    <a:pt x="9751" y="116489"/>
                  </a:cubicBezTo>
                  <a:cubicBezTo>
                    <a:pt x="12234" y="116489"/>
                    <a:pt x="12943" y="116489"/>
                    <a:pt x="21810" y="109927"/>
                  </a:cubicBezTo>
                  <a:lnTo>
                    <a:pt x="61531" y="81948"/>
                  </a:lnTo>
                  <a:lnTo>
                    <a:pt x="56211" y="139978"/>
                  </a:lnTo>
                  <a:cubicBezTo>
                    <a:pt x="56211" y="147231"/>
                    <a:pt x="62594" y="148958"/>
                    <a:pt x="65432" y="148958"/>
                  </a:cubicBezTo>
                  <a:cubicBezTo>
                    <a:pt x="69688" y="148958"/>
                    <a:pt x="75007" y="146541"/>
                    <a:pt x="75007" y="139978"/>
                  </a:cubicBezTo>
                  <a:lnTo>
                    <a:pt x="69688" y="81948"/>
                  </a:lnTo>
                  <a:lnTo>
                    <a:pt x="115083" y="114072"/>
                  </a:lnTo>
                  <a:cubicBezTo>
                    <a:pt x="118275" y="115799"/>
                    <a:pt x="118984" y="116489"/>
                    <a:pt x="121467" y="116489"/>
                  </a:cubicBezTo>
                  <a:cubicBezTo>
                    <a:pt x="126432" y="116489"/>
                    <a:pt x="131042" y="111654"/>
                    <a:pt x="131042" y="106818"/>
                  </a:cubicBezTo>
                  <a:cubicBezTo>
                    <a:pt x="131042" y="101637"/>
                    <a:pt x="127850" y="99910"/>
                    <a:pt x="123595" y="97837"/>
                  </a:cubicBezTo>
                  <a:cubicBezTo>
                    <a:pt x="102315" y="87475"/>
                    <a:pt x="101606" y="87475"/>
                    <a:pt x="73589" y="74694"/>
                  </a:cubicBezTo>
                  <a:lnTo>
                    <a:pt x="122531" y="51551"/>
                  </a:lnTo>
                  <a:cubicBezTo>
                    <a:pt x="128205" y="48788"/>
                    <a:pt x="131042" y="47407"/>
                    <a:pt x="131042" y="42225"/>
                  </a:cubicBezTo>
                  <a:cubicBezTo>
                    <a:pt x="131042" y="37044"/>
                    <a:pt x="126432" y="32554"/>
                    <a:pt x="121467" y="32554"/>
                  </a:cubicBezTo>
                  <a:cubicBezTo>
                    <a:pt x="118984" y="32554"/>
                    <a:pt x="118275" y="32554"/>
                    <a:pt x="109409" y="39117"/>
                  </a:cubicBezTo>
                  <a:lnTo>
                    <a:pt x="69688" y="67095"/>
                  </a:lnTo>
                  <a:lnTo>
                    <a:pt x="74653" y="13210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095914F4-CBC4-92CD-4DE8-D7A90D4454AB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8815730" y="6569806"/>
              <a:ext cx="202151" cy="239717"/>
            </a:xfrm>
            <a:custGeom>
              <a:avLst/>
              <a:gdLst>
                <a:gd name="connsiteX0" fmla="*/ 24654 w 202151"/>
                <a:gd name="connsiteY0" fmla="*/ 223568 h 239717"/>
                <a:gd name="connsiteX1" fmla="*/ 183 w 202151"/>
                <a:gd name="connsiteY1" fmla="*/ 223568 h 239717"/>
                <a:gd name="connsiteX2" fmla="*/ 183 w 202151"/>
                <a:gd name="connsiteY2" fmla="*/ 239802 h 239717"/>
                <a:gd name="connsiteX3" fmla="*/ 44869 w 202151"/>
                <a:gd name="connsiteY3" fmla="*/ 238766 h 239717"/>
                <a:gd name="connsiteX4" fmla="*/ 89555 w 202151"/>
                <a:gd name="connsiteY4" fmla="*/ 239802 h 239717"/>
                <a:gd name="connsiteX5" fmla="*/ 89555 w 202151"/>
                <a:gd name="connsiteY5" fmla="*/ 223568 h 239717"/>
                <a:gd name="connsiteX6" fmla="*/ 65084 w 202151"/>
                <a:gd name="connsiteY6" fmla="*/ 223568 h 239717"/>
                <a:gd name="connsiteX7" fmla="*/ 65084 w 202151"/>
                <a:gd name="connsiteY7" fmla="*/ 151376 h 239717"/>
                <a:gd name="connsiteX8" fmla="*/ 117927 w 202151"/>
                <a:gd name="connsiteY8" fmla="*/ 96801 h 239717"/>
                <a:gd name="connsiteX9" fmla="*/ 137433 w 202151"/>
                <a:gd name="connsiteY9" fmla="*/ 130306 h 239717"/>
                <a:gd name="connsiteX10" fmla="*/ 137433 w 202151"/>
                <a:gd name="connsiteY10" fmla="*/ 223568 h 239717"/>
                <a:gd name="connsiteX11" fmla="*/ 112962 w 202151"/>
                <a:gd name="connsiteY11" fmla="*/ 223568 h 239717"/>
                <a:gd name="connsiteX12" fmla="*/ 112962 w 202151"/>
                <a:gd name="connsiteY12" fmla="*/ 239802 h 239717"/>
                <a:gd name="connsiteX13" fmla="*/ 157648 w 202151"/>
                <a:gd name="connsiteY13" fmla="*/ 238766 h 239717"/>
                <a:gd name="connsiteX14" fmla="*/ 202334 w 202151"/>
                <a:gd name="connsiteY14" fmla="*/ 239802 h 239717"/>
                <a:gd name="connsiteX15" fmla="*/ 202334 w 202151"/>
                <a:gd name="connsiteY15" fmla="*/ 223568 h 239717"/>
                <a:gd name="connsiteX16" fmla="*/ 177863 w 202151"/>
                <a:gd name="connsiteY16" fmla="*/ 223568 h 239717"/>
                <a:gd name="connsiteX17" fmla="*/ 177863 w 202151"/>
                <a:gd name="connsiteY17" fmla="*/ 134106 h 239717"/>
                <a:gd name="connsiteX18" fmla="*/ 123247 w 202151"/>
                <a:gd name="connsiteY18" fmla="*/ 84366 h 239717"/>
                <a:gd name="connsiteX19" fmla="*/ 62956 w 202151"/>
                <a:gd name="connsiteY19" fmla="*/ 118217 h 239717"/>
                <a:gd name="connsiteX20" fmla="*/ 62956 w 202151"/>
                <a:gd name="connsiteY20" fmla="*/ 85 h 239717"/>
                <a:gd name="connsiteX21" fmla="*/ 183 w 202151"/>
                <a:gd name="connsiteY21" fmla="*/ 2848 h 239717"/>
                <a:gd name="connsiteX22" fmla="*/ 183 w 202151"/>
                <a:gd name="connsiteY22" fmla="*/ 19082 h 239717"/>
                <a:gd name="connsiteX23" fmla="*/ 24654 w 202151"/>
                <a:gd name="connsiteY23" fmla="*/ 32554 h 239717"/>
                <a:gd name="connsiteX24" fmla="*/ 24654 w 202151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2151" h="239717">
                  <a:moveTo>
                    <a:pt x="24654" y="223568"/>
                  </a:moveTo>
                  <a:lnTo>
                    <a:pt x="183" y="223568"/>
                  </a:lnTo>
                  <a:lnTo>
                    <a:pt x="183" y="239802"/>
                  </a:lnTo>
                  <a:cubicBezTo>
                    <a:pt x="10113" y="239457"/>
                    <a:pt x="31392" y="238766"/>
                    <a:pt x="44869" y="238766"/>
                  </a:cubicBezTo>
                  <a:cubicBezTo>
                    <a:pt x="58700" y="238766"/>
                    <a:pt x="79625" y="239457"/>
                    <a:pt x="89555" y="239802"/>
                  </a:cubicBezTo>
                  <a:lnTo>
                    <a:pt x="89555" y="223568"/>
                  </a:lnTo>
                  <a:lnTo>
                    <a:pt x="65084" y="223568"/>
                  </a:lnTo>
                  <a:lnTo>
                    <a:pt x="65084" y="151376"/>
                  </a:lnTo>
                  <a:cubicBezTo>
                    <a:pt x="65084" y="113726"/>
                    <a:pt x="95584" y="96801"/>
                    <a:pt x="117927" y="96801"/>
                  </a:cubicBezTo>
                  <a:cubicBezTo>
                    <a:pt x="129985" y="96801"/>
                    <a:pt x="137433" y="104054"/>
                    <a:pt x="137433" y="130306"/>
                  </a:cubicBezTo>
                  <a:lnTo>
                    <a:pt x="137433" y="223568"/>
                  </a:lnTo>
                  <a:lnTo>
                    <a:pt x="112962" y="223568"/>
                  </a:lnTo>
                  <a:lnTo>
                    <a:pt x="112962" y="239802"/>
                  </a:lnTo>
                  <a:cubicBezTo>
                    <a:pt x="122892" y="239457"/>
                    <a:pt x="144172" y="238766"/>
                    <a:pt x="157648" y="238766"/>
                  </a:cubicBezTo>
                  <a:cubicBezTo>
                    <a:pt x="171480" y="238766"/>
                    <a:pt x="192404" y="239457"/>
                    <a:pt x="202334" y="239802"/>
                  </a:cubicBezTo>
                  <a:lnTo>
                    <a:pt x="202334" y="223568"/>
                  </a:lnTo>
                  <a:lnTo>
                    <a:pt x="177863" y="223568"/>
                  </a:lnTo>
                  <a:lnTo>
                    <a:pt x="177863" y="134106"/>
                  </a:lnTo>
                  <a:cubicBezTo>
                    <a:pt x="177863" y="97837"/>
                    <a:pt x="158712" y="84366"/>
                    <a:pt x="123247" y="84366"/>
                  </a:cubicBezTo>
                  <a:cubicBezTo>
                    <a:pt x="89201" y="84366"/>
                    <a:pt x="71113" y="104400"/>
                    <a:pt x="62956" y="118217"/>
                  </a:cubicBezTo>
                  <a:lnTo>
                    <a:pt x="62956" y="85"/>
                  </a:lnTo>
                  <a:lnTo>
                    <a:pt x="183" y="2848"/>
                  </a:lnTo>
                  <a:lnTo>
                    <a:pt x="183" y="19082"/>
                  </a:lnTo>
                  <a:cubicBezTo>
                    <a:pt x="22171" y="19082"/>
                    <a:pt x="24654" y="19082"/>
                    <a:pt x="24654" y="32554"/>
                  </a:cubicBezTo>
                  <a:lnTo>
                    <a:pt x="24654" y="223568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FE9533E-5938-4A07-156F-105EC22B6DCC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9036779" y="6710216"/>
              <a:ext cx="83910" cy="153536"/>
            </a:xfrm>
            <a:custGeom>
              <a:avLst/>
              <a:gdLst>
                <a:gd name="connsiteX0" fmla="*/ 50834 w 83910"/>
                <a:gd name="connsiteY0" fmla="*/ 55698 h 153536"/>
                <a:gd name="connsiteX1" fmla="*/ 76156 w 83910"/>
                <a:gd name="connsiteY1" fmla="*/ 55698 h 153536"/>
                <a:gd name="connsiteX2" fmla="*/ 84100 w 83910"/>
                <a:gd name="connsiteY2" fmla="*/ 50379 h 153536"/>
                <a:gd name="connsiteX3" fmla="*/ 76652 w 83910"/>
                <a:gd name="connsiteY3" fmla="*/ 46993 h 153536"/>
                <a:gd name="connsiteX4" fmla="*/ 53068 w 83910"/>
                <a:gd name="connsiteY4" fmla="*/ 46993 h 153536"/>
                <a:gd name="connsiteX5" fmla="*/ 62253 w 83910"/>
                <a:gd name="connsiteY5" fmla="*/ 11209 h 153536"/>
                <a:gd name="connsiteX6" fmla="*/ 62998 w 83910"/>
                <a:gd name="connsiteY6" fmla="*/ 7823 h 153536"/>
                <a:gd name="connsiteX7" fmla="*/ 54557 w 83910"/>
                <a:gd name="connsiteY7" fmla="*/ 86 h 153536"/>
                <a:gd name="connsiteX8" fmla="*/ 42889 w 83910"/>
                <a:gd name="connsiteY8" fmla="*/ 10483 h 153536"/>
                <a:gd name="connsiteX9" fmla="*/ 33456 w 83910"/>
                <a:gd name="connsiteY9" fmla="*/ 46993 h 153536"/>
                <a:gd name="connsiteX10" fmla="*/ 8134 w 83910"/>
                <a:gd name="connsiteY10" fmla="*/ 46993 h 153536"/>
                <a:gd name="connsiteX11" fmla="*/ 189 w 83910"/>
                <a:gd name="connsiteY11" fmla="*/ 52313 h 153536"/>
                <a:gd name="connsiteX12" fmla="*/ 7637 w 83910"/>
                <a:gd name="connsiteY12" fmla="*/ 55698 h 153536"/>
                <a:gd name="connsiteX13" fmla="*/ 31221 w 83910"/>
                <a:gd name="connsiteY13" fmla="*/ 55698 h 153536"/>
                <a:gd name="connsiteX14" fmla="*/ 16574 w 83910"/>
                <a:gd name="connsiteY14" fmla="*/ 112760 h 153536"/>
                <a:gd name="connsiteX15" fmla="*/ 12850 w 83910"/>
                <a:gd name="connsiteY15" fmla="*/ 130653 h 153536"/>
                <a:gd name="connsiteX16" fmla="*/ 39414 w 83910"/>
                <a:gd name="connsiteY16" fmla="*/ 153623 h 153536"/>
                <a:gd name="connsiteX17" fmla="*/ 82610 w 83910"/>
                <a:gd name="connsiteY17" fmla="*/ 116629 h 153536"/>
                <a:gd name="connsiteX18" fmla="*/ 78638 w 83910"/>
                <a:gd name="connsiteY18" fmla="*/ 113486 h 153536"/>
                <a:gd name="connsiteX19" fmla="*/ 73425 w 83910"/>
                <a:gd name="connsiteY19" fmla="*/ 118080 h 153536"/>
                <a:gd name="connsiteX20" fmla="*/ 40159 w 83910"/>
                <a:gd name="connsiteY20" fmla="*/ 146853 h 153536"/>
                <a:gd name="connsiteX21" fmla="*/ 31470 w 83910"/>
                <a:gd name="connsiteY21" fmla="*/ 135005 h 153536"/>
                <a:gd name="connsiteX22" fmla="*/ 32959 w 83910"/>
                <a:gd name="connsiteY22" fmla="*/ 125092 h 153536"/>
                <a:gd name="connsiteX23" fmla="*/ 50834 w 8391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910" h="153536">
                  <a:moveTo>
                    <a:pt x="50834" y="55698"/>
                  </a:moveTo>
                  <a:lnTo>
                    <a:pt x="76156" y="55698"/>
                  </a:lnTo>
                  <a:cubicBezTo>
                    <a:pt x="80873" y="55698"/>
                    <a:pt x="84100" y="55698"/>
                    <a:pt x="84100" y="50379"/>
                  </a:cubicBezTo>
                  <a:cubicBezTo>
                    <a:pt x="84100" y="46993"/>
                    <a:pt x="80873" y="46993"/>
                    <a:pt x="76652" y="46993"/>
                  </a:cubicBezTo>
                  <a:lnTo>
                    <a:pt x="53068" y="46993"/>
                  </a:lnTo>
                  <a:lnTo>
                    <a:pt x="62253" y="11209"/>
                  </a:lnTo>
                  <a:cubicBezTo>
                    <a:pt x="62502" y="10000"/>
                    <a:pt x="62998" y="8791"/>
                    <a:pt x="62998" y="7823"/>
                  </a:cubicBezTo>
                  <a:cubicBezTo>
                    <a:pt x="62998" y="3471"/>
                    <a:pt x="59523" y="86"/>
                    <a:pt x="54557" y="86"/>
                  </a:cubicBezTo>
                  <a:cubicBezTo>
                    <a:pt x="48351" y="86"/>
                    <a:pt x="44627" y="4197"/>
                    <a:pt x="42889" y="10483"/>
                  </a:cubicBezTo>
                  <a:cubicBezTo>
                    <a:pt x="41152" y="16528"/>
                    <a:pt x="44379" y="4922"/>
                    <a:pt x="33456" y="46993"/>
                  </a:cubicBezTo>
                  <a:lnTo>
                    <a:pt x="8134" y="46993"/>
                  </a:lnTo>
                  <a:cubicBezTo>
                    <a:pt x="3417" y="46993"/>
                    <a:pt x="189" y="46993"/>
                    <a:pt x="189" y="52313"/>
                  </a:cubicBezTo>
                  <a:cubicBezTo>
                    <a:pt x="189" y="55698"/>
                    <a:pt x="3168" y="55698"/>
                    <a:pt x="7637" y="55698"/>
                  </a:cubicBezTo>
                  <a:lnTo>
                    <a:pt x="31221" y="55698"/>
                  </a:lnTo>
                  <a:lnTo>
                    <a:pt x="16574" y="112760"/>
                  </a:lnTo>
                  <a:cubicBezTo>
                    <a:pt x="15085" y="118805"/>
                    <a:pt x="12850" y="127510"/>
                    <a:pt x="12850" y="130653"/>
                  </a:cubicBezTo>
                  <a:cubicBezTo>
                    <a:pt x="12850" y="144919"/>
                    <a:pt x="25263" y="153623"/>
                    <a:pt x="39414" y="153623"/>
                  </a:cubicBezTo>
                  <a:cubicBezTo>
                    <a:pt x="66970" y="153623"/>
                    <a:pt x="82610" y="119772"/>
                    <a:pt x="82610" y="116629"/>
                  </a:cubicBezTo>
                  <a:cubicBezTo>
                    <a:pt x="82610" y="113486"/>
                    <a:pt x="79383" y="113486"/>
                    <a:pt x="78638" y="113486"/>
                  </a:cubicBezTo>
                  <a:cubicBezTo>
                    <a:pt x="75659" y="113486"/>
                    <a:pt x="75411" y="113969"/>
                    <a:pt x="73425" y="118080"/>
                  </a:cubicBezTo>
                  <a:cubicBezTo>
                    <a:pt x="66474" y="133313"/>
                    <a:pt x="53813" y="146853"/>
                    <a:pt x="40159" y="146853"/>
                  </a:cubicBezTo>
                  <a:cubicBezTo>
                    <a:pt x="34945" y="146853"/>
                    <a:pt x="31470" y="143710"/>
                    <a:pt x="31470" y="135005"/>
                  </a:cubicBezTo>
                  <a:cubicBezTo>
                    <a:pt x="31470" y="132587"/>
                    <a:pt x="32463" y="127510"/>
                    <a:pt x="32959" y="125092"/>
                  </a:cubicBezTo>
                  <a:lnTo>
                    <a:pt x="50834" y="55698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F762B247-3D55-22FD-372B-7DC6ABA0DA95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9160300" y="6794843"/>
              <a:ext cx="167821" cy="11847"/>
            </a:xfrm>
            <a:custGeom>
              <a:avLst/>
              <a:gdLst>
                <a:gd name="connsiteX0" fmla="*/ 158083 w 167821"/>
                <a:gd name="connsiteY0" fmla="*/ 11934 h 11847"/>
                <a:gd name="connsiteX1" fmla="*/ 168014 w 167821"/>
                <a:gd name="connsiteY1" fmla="*/ 6131 h 11847"/>
                <a:gd name="connsiteX2" fmla="*/ 158083 w 167821"/>
                <a:gd name="connsiteY2" fmla="*/ 86 h 11847"/>
                <a:gd name="connsiteX3" fmla="*/ 10123 w 167821"/>
                <a:gd name="connsiteY3" fmla="*/ 86 h 11847"/>
                <a:gd name="connsiteX4" fmla="*/ 192 w 167821"/>
                <a:gd name="connsiteY4" fmla="*/ 5889 h 11847"/>
                <a:gd name="connsiteX5" fmla="*/ 10123 w 167821"/>
                <a:gd name="connsiteY5" fmla="*/ 11934 h 11847"/>
                <a:gd name="connsiteX6" fmla="*/ 158083 w 167821"/>
                <a:gd name="connsiteY6" fmla="*/ 11934 h 11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821" h="11847">
                  <a:moveTo>
                    <a:pt x="158083" y="11934"/>
                  </a:moveTo>
                  <a:cubicBezTo>
                    <a:pt x="162055" y="11934"/>
                    <a:pt x="168014" y="11934"/>
                    <a:pt x="168014" y="6131"/>
                  </a:cubicBezTo>
                  <a:cubicBezTo>
                    <a:pt x="168014" y="86"/>
                    <a:pt x="162304" y="86"/>
                    <a:pt x="158083" y="86"/>
                  </a:cubicBezTo>
                  <a:lnTo>
                    <a:pt x="10123" y="86"/>
                  </a:lnTo>
                  <a:cubicBezTo>
                    <a:pt x="6150" y="86"/>
                    <a:pt x="192" y="86"/>
                    <a:pt x="192" y="5889"/>
                  </a:cubicBezTo>
                  <a:cubicBezTo>
                    <a:pt x="192" y="11934"/>
                    <a:pt x="5902" y="11934"/>
                    <a:pt x="10123" y="11934"/>
                  </a:cubicBezTo>
                  <a:lnTo>
                    <a:pt x="158083" y="11934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D5B2A38-7966-A995-59AF-7C24405C0FBE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9382206" y="6700786"/>
              <a:ext cx="90365" cy="160548"/>
            </a:xfrm>
            <a:custGeom>
              <a:avLst/>
              <a:gdLst>
                <a:gd name="connsiteX0" fmla="*/ 56304 w 90365"/>
                <a:gd name="connsiteY0" fmla="*/ 6856 h 160548"/>
                <a:gd name="connsiteX1" fmla="*/ 48857 w 90365"/>
                <a:gd name="connsiteY1" fmla="*/ 86 h 160548"/>
                <a:gd name="connsiteX2" fmla="*/ 199 w 90365"/>
                <a:gd name="connsiteY2" fmla="*/ 15561 h 160548"/>
                <a:gd name="connsiteX3" fmla="*/ 199 w 90365"/>
                <a:gd name="connsiteY3" fmla="*/ 24265 h 160548"/>
                <a:gd name="connsiteX4" fmla="*/ 36196 w 90365"/>
                <a:gd name="connsiteY4" fmla="*/ 17495 h 160548"/>
                <a:gd name="connsiteX5" fmla="*/ 36196 w 90365"/>
                <a:gd name="connsiteY5" fmla="*/ 140808 h 160548"/>
                <a:gd name="connsiteX6" fmla="*/ 11370 w 90365"/>
                <a:gd name="connsiteY6" fmla="*/ 151930 h 160548"/>
                <a:gd name="connsiteX7" fmla="*/ 1936 w 90365"/>
                <a:gd name="connsiteY7" fmla="*/ 151930 h 160548"/>
                <a:gd name="connsiteX8" fmla="*/ 1936 w 90365"/>
                <a:gd name="connsiteY8" fmla="*/ 160635 h 160548"/>
                <a:gd name="connsiteX9" fmla="*/ 46126 w 90365"/>
                <a:gd name="connsiteY9" fmla="*/ 159668 h 160548"/>
                <a:gd name="connsiteX10" fmla="*/ 90564 w 90365"/>
                <a:gd name="connsiteY10" fmla="*/ 160635 h 160548"/>
                <a:gd name="connsiteX11" fmla="*/ 90564 w 90365"/>
                <a:gd name="connsiteY11" fmla="*/ 151930 h 160548"/>
                <a:gd name="connsiteX12" fmla="*/ 81130 w 90365"/>
                <a:gd name="connsiteY12" fmla="*/ 151930 h 160548"/>
                <a:gd name="connsiteX13" fmla="*/ 56304 w 90365"/>
                <a:gd name="connsiteY13" fmla="*/ 140808 h 160548"/>
                <a:gd name="connsiteX14" fmla="*/ 56304 w 90365"/>
                <a:gd name="connsiteY14" fmla="*/ 6856 h 160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365" h="160548">
                  <a:moveTo>
                    <a:pt x="56304" y="6856"/>
                  </a:moveTo>
                  <a:cubicBezTo>
                    <a:pt x="56304" y="328"/>
                    <a:pt x="55808" y="86"/>
                    <a:pt x="48857" y="86"/>
                  </a:cubicBezTo>
                  <a:cubicBezTo>
                    <a:pt x="32968" y="15319"/>
                    <a:pt x="10377" y="15561"/>
                    <a:pt x="199" y="15561"/>
                  </a:cubicBezTo>
                  <a:lnTo>
                    <a:pt x="199" y="24265"/>
                  </a:lnTo>
                  <a:cubicBezTo>
                    <a:pt x="6157" y="24265"/>
                    <a:pt x="22542" y="24265"/>
                    <a:pt x="36196" y="17495"/>
                  </a:cubicBezTo>
                  <a:lnTo>
                    <a:pt x="36196" y="140808"/>
                  </a:lnTo>
                  <a:cubicBezTo>
                    <a:pt x="36196" y="148787"/>
                    <a:pt x="36196" y="151930"/>
                    <a:pt x="11370" y="151930"/>
                  </a:cubicBezTo>
                  <a:lnTo>
                    <a:pt x="1936" y="151930"/>
                  </a:lnTo>
                  <a:lnTo>
                    <a:pt x="1936" y="160635"/>
                  </a:lnTo>
                  <a:cubicBezTo>
                    <a:pt x="6405" y="160393"/>
                    <a:pt x="36941" y="159668"/>
                    <a:pt x="46126" y="159668"/>
                  </a:cubicBezTo>
                  <a:cubicBezTo>
                    <a:pt x="53822" y="159668"/>
                    <a:pt x="85102" y="160393"/>
                    <a:pt x="90564" y="160635"/>
                  </a:cubicBezTo>
                  <a:lnTo>
                    <a:pt x="90564" y="151930"/>
                  </a:lnTo>
                  <a:lnTo>
                    <a:pt x="81130" y="151930"/>
                  </a:lnTo>
                  <a:cubicBezTo>
                    <a:pt x="56304" y="151930"/>
                    <a:pt x="56304" y="148787"/>
                    <a:pt x="56304" y="140808"/>
                  </a:cubicBezTo>
                  <a:lnTo>
                    <a:pt x="56304" y="6856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F0EEAC31-B82E-E9C1-734A-88F971E37E2C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9612917" y="6608147"/>
              <a:ext cx="235843" cy="230046"/>
            </a:xfrm>
            <a:custGeom>
              <a:avLst/>
              <a:gdLst>
                <a:gd name="connsiteX0" fmla="*/ 125397 w 235843"/>
                <a:gd name="connsiteY0" fmla="*/ 122016 h 230046"/>
                <a:gd name="connsiteX1" fmla="*/ 224345 w 235843"/>
                <a:gd name="connsiteY1" fmla="*/ 122016 h 230046"/>
                <a:gd name="connsiteX2" fmla="*/ 236049 w 235843"/>
                <a:gd name="connsiteY2" fmla="*/ 115108 h 230046"/>
                <a:gd name="connsiteX3" fmla="*/ 224345 w 235843"/>
                <a:gd name="connsiteY3" fmla="*/ 108199 h 230046"/>
                <a:gd name="connsiteX4" fmla="*/ 125397 w 235843"/>
                <a:gd name="connsiteY4" fmla="*/ 108199 h 230046"/>
                <a:gd name="connsiteX5" fmla="*/ 125397 w 235843"/>
                <a:gd name="connsiteY5" fmla="*/ 11483 h 230046"/>
                <a:gd name="connsiteX6" fmla="*/ 118304 w 235843"/>
                <a:gd name="connsiteY6" fmla="*/ 85 h 230046"/>
                <a:gd name="connsiteX7" fmla="*/ 111211 w 235843"/>
                <a:gd name="connsiteY7" fmla="*/ 11483 h 230046"/>
                <a:gd name="connsiteX8" fmla="*/ 111211 w 235843"/>
                <a:gd name="connsiteY8" fmla="*/ 108199 h 230046"/>
                <a:gd name="connsiteX9" fmla="*/ 11909 w 235843"/>
                <a:gd name="connsiteY9" fmla="*/ 108199 h 230046"/>
                <a:gd name="connsiteX10" fmla="*/ 205 w 235843"/>
                <a:gd name="connsiteY10" fmla="*/ 115108 h 230046"/>
                <a:gd name="connsiteX11" fmla="*/ 11909 w 235843"/>
                <a:gd name="connsiteY11" fmla="*/ 122016 h 230046"/>
                <a:gd name="connsiteX12" fmla="*/ 111211 w 235843"/>
                <a:gd name="connsiteY12" fmla="*/ 122016 h 230046"/>
                <a:gd name="connsiteX13" fmla="*/ 111211 w 235843"/>
                <a:gd name="connsiteY13" fmla="*/ 218732 h 230046"/>
                <a:gd name="connsiteX14" fmla="*/ 118304 w 235843"/>
                <a:gd name="connsiteY14" fmla="*/ 230131 h 230046"/>
                <a:gd name="connsiteX15" fmla="*/ 125397 w 235843"/>
                <a:gd name="connsiteY15" fmla="*/ 218732 h 230046"/>
                <a:gd name="connsiteX16" fmla="*/ 125397 w 235843"/>
                <a:gd name="connsiteY16" fmla="*/ 122016 h 23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843" h="230046">
                  <a:moveTo>
                    <a:pt x="125397" y="122016"/>
                  </a:moveTo>
                  <a:lnTo>
                    <a:pt x="224345" y="122016"/>
                  </a:lnTo>
                  <a:cubicBezTo>
                    <a:pt x="229310" y="122016"/>
                    <a:pt x="236049" y="122016"/>
                    <a:pt x="236049" y="115108"/>
                  </a:cubicBezTo>
                  <a:cubicBezTo>
                    <a:pt x="236049" y="108199"/>
                    <a:pt x="229310" y="108199"/>
                    <a:pt x="224345" y="108199"/>
                  </a:cubicBezTo>
                  <a:lnTo>
                    <a:pt x="125397" y="108199"/>
                  </a:lnTo>
                  <a:lnTo>
                    <a:pt x="125397" y="11483"/>
                  </a:lnTo>
                  <a:cubicBezTo>
                    <a:pt x="125397" y="6648"/>
                    <a:pt x="125397" y="85"/>
                    <a:pt x="118304" y="85"/>
                  </a:cubicBezTo>
                  <a:cubicBezTo>
                    <a:pt x="111211" y="85"/>
                    <a:pt x="111211" y="6648"/>
                    <a:pt x="111211" y="11483"/>
                  </a:cubicBezTo>
                  <a:lnTo>
                    <a:pt x="111211" y="108199"/>
                  </a:lnTo>
                  <a:lnTo>
                    <a:pt x="11909" y="108199"/>
                  </a:lnTo>
                  <a:cubicBezTo>
                    <a:pt x="6944" y="108199"/>
                    <a:pt x="205" y="108199"/>
                    <a:pt x="205" y="115108"/>
                  </a:cubicBezTo>
                  <a:cubicBezTo>
                    <a:pt x="205" y="122016"/>
                    <a:pt x="6944" y="122016"/>
                    <a:pt x="11909" y="122016"/>
                  </a:cubicBezTo>
                  <a:lnTo>
                    <a:pt x="111211" y="122016"/>
                  </a:lnTo>
                  <a:lnTo>
                    <a:pt x="111211" y="218732"/>
                  </a:lnTo>
                  <a:cubicBezTo>
                    <a:pt x="111211" y="223568"/>
                    <a:pt x="111211" y="230131"/>
                    <a:pt x="118304" y="230131"/>
                  </a:cubicBezTo>
                  <a:cubicBezTo>
                    <a:pt x="125397" y="230131"/>
                    <a:pt x="125397" y="223568"/>
                    <a:pt x="125397" y="218732"/>
                  </a:cubicBezTo>
                  <a:lnTo>
                    <a:pt x="125397" y="122016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8DB5283-B99E-1AB3-96E8-CFB42AEF78DF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9959056" y="6656159"/>
              <a:ext cx="152500" cy="153364"/>
            </a:xfrm>
            <a:custGeom>
              <a:avLst/>
              <a:gdLst>
                <a:gd name="connsiteX0" fmla="*/ 148105 w 152500"/>
                <a:gd name="connsiteY0" fmla="*/ 14937 h 153364"/>
                <a:gd name="connsiteX1" fmla="*/ 151652 w 152500"/>
                <a:gd name="connsiteY1" fmla="*/ 7338 h 153364"/>
                <a:gd name="connsiteX2" fmla="*/ 140303 w 152500"/>
                <a:gd name="connsiteY2" fmla="*/ 85 h 153364"/>
                <a:gd name="connsiteX3" fmla="*/ 10145 w 152500"/>
                <a:gd name="connsiteY3" fmla="*/ 85 h 153364"/>
                <a:gd name="connsiteX4" fmla="*/ 5890 w 152500"/>
                <a:gd name="connsiteY4" fmla="*/ 60532 h 153364"/>
                <a:gd name="connsiteX5" fmla="*/ 22558 w 152500"/>
                <a:gd name="connsiteY5" fmla="*/ 60532 h 153364"/>
                <a:gd name="connsiteX6" fmla="*/ 72210 w 152500"/>
                <a:gd name="connsiteY6" fmla="*/ 12520 h 153364"/>
                <a:gd name="connsiteX7" fmla="*/ 102355 w 152500"/>
                <a:gd name="connsiteY7" fmla="*/ 12520 h 153364"/>
                <a:gd name="connsiteX8" fmla="*/ 3407 w 152500"/>
                <a:gd name="connsiteY8" fmla="*/ 138251 h 153364"/>
                <a:gd name="connsiteX9" fmla="*/ 215 w 152500"/>
                <a:gd name="connsiteY9" fmla="*/ 145850 h 153364"/>
                <a:gd name="connsiteX10" fmla="*/ 11564 w 152500"/>
                <a:gd name="connsiteY10" fmla="*/ 153449 h 153364"/>
                <a:gd name="connsiteX11" fmla="*/ 146332 w 152500"/>
                <a:gd name="connsiteY11" fmla="*/ 153449 h 153364"/>
                <a:gd name="connsiteX12" fmla="*/ 152715 w 152500"/>
                <a:gd name="connsiteY12" fmla="*/ 83675 h 153364"/>
                <a:gd name="connsiteX13" fmla="*/ 136047 w 152500"/>
                <a:gd name="connsiteY13" fmla="*/ 83675 h 153364"/>
                <a:gd name="connsiteX14" fmla="*/ 80367 w 152500"/>
                <a:gd name="connsiteY14" fmla="*/ 139632 h 153364"/>
                <a:gd name="connsiteX15" fmla="*/ 49866 w 152500"/>
                <a:gd name="connsiteY15" fmla="*/ 139632 h 153364"/>
                <a:gd name="connsiteX16" fmla="*/ 148105 w 152500"/>
                <a:gd name="connsiteY16" fmla="*/ 14937 h 153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2500" h="153364">
                  <a:moveTo>
                    <a:pt x="148105" y="14937"/>
                  </a:moveTo>
                  <a:cubicBezTo>
                    <a:pt x="150942" y="11138"/>
                    <a:pt x="151652" y="10447"/>
                    <a:pt x="151652" y="7338"/>
                  </a:cubicBezTo>
                  <a:cubicBezTo>
                    <a:pt x="151652" y="85"/>
                    <a:pt x="146686" y="85"/>
                    <a:pt x="140303" y="85"/>
                  </a:cubicBezTo>
                  <a:lnTo>
                    <a:pt x="10145" y="85"/>
                  </a:lnTo>
                  <a:lnTo>
                    <a:pt x="5890" y="60532"/>
                  </a:lnTo>
                  <a:lnTo>
                    <a:pt x="22558" y="60532"/>
                  </a:lnTo>
                  <a:cubicBezTo>
                    <a:pt x="24686" y="24955"/>
                    <a:pt x="35680" y="12520"/>
                    <a:pt x="72210" y="12520"/>
                  </a:cubicBezTo>
                  <a:lnTo>
                    <a:pt x="102355" y="12520"/>
                  </a:lnTo>
                  <a:lnTo>
                    <a:pt x="3407" y="138251"/>
                  </a:lnTo>
                  <a:cubicBezTo>
                    <a:pt x="215" y="142050"/>
                    <a:pt x="215" y="142741"/>
                    <a:pt x="215" y="145850"/>
                  </a:cubicBezTo>
                  <a:cubicBezTo>
                    <a:pt x="215" y="153449"/>
                    <a:pt x="4826" y="153449"/>
                    <a:pt x="11564" y="153449"/>
                  </a:cubicBezTo>
                  <a:lnTo>
                    <a:pt x="146332" y="153449"/>
                  </a:lnTo>
                  <a:lnTo>
                    <a:pt x="152715" y="83675"/>
                  </a:lnTo>
                  <a:lnTo>
                    <a:pt x="136047" y="83675"/>
                  </a:lnTo>
                  <a:cubicBezTo>
                    <a:pt x="132855" y="118562"/>
                    <a:pt x="127181" y="139632"/>
                    <a:pt x="80367" y="139632"/>
                  </a:cubicBezTo>
                  <a:lnTo>
                    <a:pt x="49866" y="139632"/>
                  </a:lnTo>
                  <a:lnTo>
                    <a:pt x="148105" y="14937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F13C3C5B-3EFF-3EA6-5C27-31CE6B9C169D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0139399" y="6710216"/>
              <a:ext cx="83910" cy="153536"/>
            </a:xfrm>
            <a:custGeom>
              <a:avLst/>
              <a:gdLst>
                <a:gd name="connsiteX0" fmla="*/ 50865 w 83910"/>
                <a:gd name="connsiteY0" fmla="*/ 55698 h 153536"/>
                <a:gd name="connsiteX1" fmla="*/ 76187 w 83910"/>
                <a:gd name="connsiteY1" fmla="*/ 55698 h 153536"/>
                <a:gd name="connsiteX2" fmla="*/ 84131 w 83910"/>
                <a:gd name="connsiteY2" fmla="*/ 50379 h 153536"/>
                <a:gd name="connsiteX3" fmla="*/ 76683 w 83910"/>
                <a:gd name="connsiteY3" fmla="*/ 46993 h 153536"/>
                <a:gd name="connsiteX4" fmla="*/ 53099 w 83910"/>
                <a:gd name="connsiteY4" fmla="*/ 46993 h 153536"/>
                <a:gd name="connsiteX5" fmla="*/ 62284 w 83910"/>
                <a:gd name="connsiteY5" fmla="*/ 11209 h 153536"/>
                <a:gd name="connsiteX6" fmla="*/ 63029 w 83910"/>
                <a:gd name="connsiteY6" fmla="*/ 7823 h 153536"/>
                <a:gd name="connsiteX7" fmla="*/ 54588 w 83910"/>
                <a:gd name="connsiteY7" fmla="*/ 86 h 153536"/>
                <a:gd name="connsiteX8" fmla="*/ 42920 w 83910"/>
                <a:gd name="connsiteY8" fmla="*/ 10483 h 153536"/>
                <a:gd name="connsiteX9" fmla="*/ 33487 w 83910"/>
                <a:gd name="connsiteY9" fmla="*/ 46993 h 153536"/>
                <a:gd name="connsiteX10" fmla="*/ 8165 w 83910"/>
                <a:gd name="connsiteY10" fmla="*/ 46993 h 153536"/>
                <a:gd name="connsiteX11" fmla="*/ 220 w 83910"/>
                <a:gd name="connsiteY11" fmla="*/ 52313 h 153536"/>
                <a:gd name="connsiteX12" fmla="*/ 7668 w 83910"/>
                <a:gd name="connsiteY12" fmla="*/ 55698 h 153536"/>
                <a:gd name="connsiteX13" fmla="*/ 31252 w 83910"/>
                <a:gd name="connsiteY13" fmla="*/ 55698 h 153536"/>
                <a:gd name="connsiteX14" fmla="*/ 16605 w 83910"/>
                <a:gd name="connsiteY14" fmla="*/ 112760 h 153536"/>
                <a:gd name="connsiteX15" fmla="*/ 12881 w 83910"/>
                <a:gd name="connsiteY15" fmla="*/ 130653 h 153536"/>
                <a:gd name="connsiteX16" fmla="*/ 39445 w 83910"/>
                <a:gd name="connsiteY16" fmla="*/ 153623 h 153536"/>
                <a:gd name="connsiteX17" fmla="*/ 82641 w 83910"/>
                <a:gd name="connsiteY17" fmla="*/ 116629 h 153536"/>
                <a:gd name="connsiteX18" fmla="*/ 78669 w 83910"/>
                <a:gd name="connsiteY18" fmla="*/ 113486 h 153536"/>
                <a:gd name="connsiteX19" fmla="*/ 73456 w 83910"/>
                <a:gd name="connsiteY19" fmla="*/ 118080 h 153536"/>
                <a:gd name="connsiteX20" fmla="*/ 40190 w 83910"/>
                <a:gd name="connsiteY20" fmla="*/ 146853 h 153536"/>
                <a:gd name="connsiteX21" fmla="*/ 31501 w 83910"/>
                <a:gd name="connsiteY21" fmla="*/ 135005 h 153536"/>
                <a:gd name="connsiteX22" fmla="*/ 32990 w 83910"/>
                <a:gd name="connsiteY22" fmla="*/ 125092 h 153536"/>
                <a:gd name="connsiteX23" fmla="*/ 50865 w 8391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910" h="153536">
                  <a:moveTo>
                    <a:pt x="50865" y="55698"/>
                  </a:moveTo>
                  <a:lnTo>
                    <a:pt x="76187" y="55698"/>
                  </a:lnTo>
                  <a:cubicBezTo>
                    <a:pt x="80904" y="55698"/>
                    <a:pt x="84131" y="55698"/>
                    <a:pt x="84131" y="50379"/>
                  </a:cubicBezTo>
                  <a:cubicBezTo>
                    <a:pt x="84131" y="46993"/>
                    <a:pt x="80904" y="46993"/>
                    <a:pt x="76683" y="46993"/>
                  </a:cubicBezTo>
                  <a:lnTo>
                    <a:pt x="53099" y="46993"/>
                  </a:lnTo>
                  <a:lnTo>
                    <a:pt x="62284" y="11209"/>
                  </a:lnTo>
                  <a:cubicBezTo>
                    <a:pt x="62533" y="10000"/>
                    <a:pt x="63029" y="8791"/>
                    <a:pt x="63029" y="7823"/>
                  </a:cubicBezTo>
                  <a:cubicBezTo>
                    <a:pt x="63029" y="3471"/>
                    <a:pt x="59554" y="86"/>
                    <a:pt x="54588" y="86"/>
                  </a:cubicBezTo>
                  <a:cubicBezTo>
                    <a:pt x="48382" y="86"/>
                    <a:pt x="44658" y="4197"/>
                    <a:pt x="42920" y="10483"/>
                  </a:cubicBezTo>
                  <a:cubicBezTo>
                    <a:pt x="41183" y="16528"/>
                    <a:pt x="44410" y="4922"/>
                    <a:pt x="33487" y="46993"/>
                  </a:cubicBezTo>
                  <a:lnTo>
                    <a:pt x="8165" y="46993"/>
                  </a:lnTo>
                  <a:cubicBezTo>
                    <a:pt x="3448" y="46993"/>
                    <a:pt x="220" y="46993"/>
                    <a:pt x="220" y="52313"/>
                  </a:cubicBezTo>
                  <a:cubicBezTo>
                    <a:pt x="220" y="55698"/>
                    <a:pt x="3199" y="55698"/>
                    <a:pt x="7668" y="55698"/>
                  </a:cubicBezTo>
                  <a:lnTo>
                    <a:pt x="31252" y="55698"/>
                  </a:lnTo>
                  <a:lnTo>
                    <a:pt x="16605" y="112760"/>
                  </a:lnTo>
                  <a:cubicBezTo>
                    <a:pt x="15116" y="118805"/>
                    <a:pt x="12881" y="127510"/>
                    <a:pt x="12881" y="130653"/>
                  </a:cubicBezTo>
                  <a:cubicBezTo>
                    <a:pt x="12881" y="144919"/>
                    <a:pt x="25294" y="153623"/>
                    <a:pt x="39445" y="153623"/>
                  </a:cubicBezTo>
                  <a:cubicBezTo>
                    <a:pt x="67001" y="153623"/>
                    <a:pt x="82641" y="119772"/>
                    <a:pt x="82641" y="116629"/>
                  </a:cubicBezTo>
                  <a:cubicBezTo>
                    <a:pt x="82641" y="113486"/>
                    <a:pt x="79414" y="113486"/>
                    <a:pt x="78669" y="113486"/>
                  </a:cubicBezTo>
                  <a:cubicBezTo>
                    <a:pt x="75690" y="113486"/>
                    <a:pt x="75442" y="113969"/>
                    <a:pt x="73456" y="118080"/>
                  </a:cubicBezTo>
                  <a:cubicBezTo>
                    <a:pt x="66505" y="133313"/>
                    <a:pt x="53844" y="146853"/>
                    <a:pt x="40190" y="146853"/>
                  </a:cubicBezTo>
                  <a:cubicBezTo>
                    <a:pt x="34976" y="146853"/>
                    <a:pt x="31501" y="143710"/>
                    <a:pt x="31501" y="135005"/>
                  </a:cubicBezTo>
                  <a:cubicBezTo>
                    <a:pt x="31501" y="132587"/>
                    <a:pt x="32494" y="127510"/>
                    <a:pt x="32990" y="125092"/>
                  </a:cubicBezTo>
                  <a:lnTo>
                    <a:pt x="50865" y="55698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C27C3150-A39E-E811-ABB9-095D7DB8683C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0355702" y="6648906"/>
              <a:ext cx="130866" cy="148873"/>
            </a:xfrm>
            <a:custGeom>
              <a:avLst/>
              <a:gdLst>
                <a:gd name="connsiteX0" fmla="*/ 74703 w 130866"/>
                <a:gd name="connsiteY0" fmla="*/ 13210 h 148873"/>
                <a:gd name="connsiteX1" fmla="*/ 65837 w 130866"/>
                <a:gd name="connsiteY1" fmla="*/ 85 h 148873"/>
                <a:gd name="connsiteX2" fmla="*/ 56616 w 130866"/>
                <a:gd name="connsiteY2" fmla="*/ 9065 h 148873"/>
                <a:gd name="connsiteX3" fmla="*/ 56616 w 130866"/>
                <a:gd name="connsiteY3" fmla="*/ 13556 h 148873"/>
                <a:gd name="connsiteX4" fmla="*/ 61581 w 130866"/>
                <a:gd name="connsiteY4" fmla="*/ 67095 h 148873"/>
                <a:gd name="connsiteX5" fmla="*/ 16185 w 130866"/>
                <a:gd name="connsiteY5" fmla="*/ 34972 h 148873"/>
                <a:gd name="connsiteX6" fmla="*/ 9802 w 130866"/>
                <a:gd name="connsiteY6" fmla="*/ 32554 h 148873"/>
                <a:gd name="connsiteX7" fmla="*/ 226 w 130866"/>
                <a:gd name="connsiteY7" fmla="*/ 42225 h 148873"/>
                <a:gd name="connsiteX8" fmla="*/ 7319 w 130866"/>
                <a:gd name="connsiteY8" fmla="*/ 50861 h 148873"/>
                <a:gd name="connsiteX9" fmla="*/ 57680 w 130866"/>
                <a:gd name="connsiteY9" fmla="*/ 74349 h 148873"/>
                <a:gd name="connsiteX10" fmla="*/ 8738 w 130866"/>
                <a:gd name="connsiteY10" fmla="*/ 97492 h 148873"/>
                <a:gd name="connsiteX11" fmla="*/ 226 w 130866"/>
                <a:gd name="connsiteY11" fmla="*/ 106818 h 148873"/>
                <a:gd name="connsiteX12" fmla="*/ 9802 w 130866"/>
                <a:gd name="connsiteY12" fmla="*/ 116489 h 148873"/>
                <a:gd name="connsiteX13" fmla="*/ 21860 w 130866"/>
                <a:gd name="connsiteY13" fmla="*/ 109927 h 148873"/>
                <a:gd name="connsiteX14" fmla="*/ 61581 w 130866"/>
                <a:gd name="connsiteY14" fmla="*/ 81948 h 148873"/>
                <a:gd name="connsiteX15" fmla="*/ 56261 w 130866"/>
                <a:gd name="connsiteY15" fmla="*/ 139978 h 148873"/>
                <a:gd name="connsiteX16" fmla="*/ 65482 w 130866"/>
                <a:gd name="connsiteY16" fmla="*/ 148958 h 148873"/>
                <a:gd name="connsiteX17" fmla="*/ 75058 w 130866"/>
                <a:gd name="connsiteY17" fmla="*/ 139978 h 148873"/>
                <a:gd name="connsiteX18" fmla="*/ 69738 w 130866"/>
                <a:gd name="connsiteY18" fmla="*/ 81948 h 148873"/>
                <a:gd name="connsiteX19" fmla="*/ 115133 w 130866"/>
                <a:gd name="connsiteY19" fmla="*/ 114072 h 148873"/>
                <a:gd name="connsiteX20" fmla="*/ 121517 w 130866"/>
                <a:gd name="connsiteY20" fmla="*/ 116489 h 148873"/>
                <a:gd name="connsiteX21" fmla="*/ 131093 w 130866"/>
                <a:gd name="connsiteY21" fmla="*/ 106818 h 148873"/>
                <a:gd name="connsiteX22" fmla="*/ 123645 w 130866"/>
                <a:gd name="connsiteY22" fmla="*/ 97837 h 148873"/>
                <a:gd name="connsiteX23" fmla="*/ 73639 w 130866"/>
                <a:gd name="connsiteY23" fmla="*/ 74694 h 148873"/>
                <a:gd name="connsiteX24" fmla="*/ 122581 w 130866"/>
                <a:gd name="connsiteY24" fmla="*/ 51551 h 148873"/>
                <a:gd name="connsiteX25" fmla="*/ 131093 w 130866"/>
                <a:gd name="connsiteY25" fmla="*/ 42225 h 148873"/>
                <a:gd name="connsiteX26" fmla="*/ 121517 w 130866"/>
                <a:gd name="connsiteY26" fmla="*/ 32554 h 148873"/>
                <a:gd name="connsiteX27" fmla="*/ 109459 w 130866"/>
                <a:gd name="connsiteY27" fmla="*/ 39117 h 148873"/>
                <a:gd name="connsiteX28" fmla="*/ 69738 w 130866"/>
                <a:gd name="connsiteY28" fmla="*/ 67095 h 148873"/>
                <a:gd name="connsiteX29" fmla="*/ 74703 w 130866"/>
                <a:gd name="connsiteY29" fmla="*/ 13210 h 148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0866" h="148873">
                  <a:moveTo>
                    <a:pt x="74703" y="13210"/>
                  </a:moveTo>
                  <a:cubicBezTo>
                    <a:pt x="75058" y="8375"/>
                    <a:pt x="75058" y="85"/>
                    <a:pt x="65837" y="85"/>
                  </a:cubicBezTo>
                  <a:cubicBezTo>
                    <a:pt x="60162" y="85"/>
                    <a:pt x="55552" y="4575"/>
                    <a:pt x="56616" y="9065"/>
                  </a:cubicBezTo>
                  <a:lnTo>
                    <a:pt x="56616" y="13556"/>
                  </a:lnTo>
                  <a:lnTo>
                    <a:pt x="61581" y="67095"/>
                  </a:lnTo>
                  <a:lnTo>
                    <a:pt x="16185" y="34972"/>
                  </a:lnTo>
                  <a:cubicBezTo>
                    <a:pt x="12994" y="33245"/>
                    <a:pt x="12284" y="32554"/>
                    <a:pt x="9802" y="32554"/>
                  </a:cubicBezTo>
                  <a:cubicBezTo>
                    <a:pt x="4837" y="32554"/>
                    <a:pt x="226" y="37389"/>
                    <a:pt x="226" y="42225"/>
                  </a:cubicBezTo>
                  <a:cubicBezTo>
                    <a:pt x="226" y="47752"/>
                    <a:pt x="3773" y="49134"/>
                    <a:pt x="7319" y="50861"/>
                  </a:cubicBezTo>
                  <a:lnTo>
                    <a:pt x="57680" y="74349"/>
                  </a:lnTo>
                  <a:lnTo>
                    <a:pt x="8738" y="97492"/>
                  </a:lnTo>
                  <a:cubicBezTo>
                    <a:pt x="3063" y="100255"/>
                    <a:pt x="226" y="101637"/>
                    <a:pt x="226" y="106818"/>
                  </a:cubicBezTo>
                  <a:cubicBezTo>
                    <a:pt x="226" y="111999"/>
                    <a:pt x="4837" y="116489"/>
                    <a:pt x="9802" y="116489"/>
                  </a:cubicBezTo>
                  <a:cubicBezTo>
                    <a:pt x="12284" y="116489"/>
                    <a:pt x="12994" y="116489"/>
                    <a:pt x="21860" y="109927"/>
                  </a:cubicBezTo>
                  <a:lnTo>
                    <a:pt x="61581" y="81948"/>
                  </a:lnTo>
                  <a:lnTo>
                    <a:pt x="56261" y="139978"/>
                  </a:lnTo>
                  <a:cubicBezTo>
                    <a:pt x="56261" y="147231"/>
                    <a:pt x="62645" y="148958"/>
                    <a:pt x="65482" y="148958"/>
                  </a:cubicBezTo>
                  <a:cubicBezTo>
                    <a:pt x="69738" y="148958"/>
                    <a:pt x="75058" y="146541"/>
                    <a:pt x="75058" y="139978"/>
                  </a:cubicBezTo>
                  <a:lnTo>
                    <a:pt x="69738" y="81948"/>
                  </a:lnTo>
                  <a:lnTo>
                    <a:pt x="115133" y="114072"/>
                  </a:lnTo>
                  <a:cubicBezTo>
                    <a:pt x="118325" y="115799"/>
                    <a:pt x="119034" y="116489"/>
                    <a:pt x="121517" y="116489"/>
                  </a:cubicBezTo>
                  <a:cubicBezTo>
                    <a:pt x="126482" y="116489"/>
                    <a:pt x="131093" y="111654"/>
                    <a:pt x="131093" y="106818"/>
                  </a:cubicBezTo>
                  <a:cubicBezTo>
                    <a:pt x="131093" y="101637"/>
                    <a:pt x="127901" y="99910"/>
                    <a:pt x="123645" y="97837"/>
                  </a:cubicBezTo>
                  <a:cubicBezTo>
                    <a:pt x="102366" y="87475"/>
                    <a:pt x="101656" y="87475"/>
                    <a:pt x="73639" y="74694"/>
                  </a:cubicBezTo>
                  <a:lnTo>
                    <a:pt x="122581" y="51551"/>
                  </a:lnTo>
                  <a:cubicBezTo>
                    <a:pt x="128255" y="48788"/>
                    <a:pt x="131093" y="47407"/>
                    <a:pt x="131093" y="42225"/>
                  </a:cubicBezTo>
                  <a:cubicBezTo>
                    <a:pt x="131093" y="37044"/>
                    <a:pt x="126482" y="32554"/>
                    <a:pt x="121517" y="32554"/>
                  </a:cubicBezTo>
                  <a:cubicBezTo>
                    <a:pt x="119034" y="32554"/>
                    <a:pt x="118325" y="32554"/>
                    <a:pt x="109459" y="39117"/>
                  </a:cubicBezTo>
                  <a:lnTo>
                    <a:pt x="69738" y="67095"/>
                  </a:lnTo>
                  <a:lnTo>
                    <a:pt x="74703" y="13210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93C5C6C1-3300-527E-F689-675502BFEEBF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0595524" y="6597093"/>
              <a:ext cx="111005" cy="216229"/>
            </a:xfrm>
            <a:custGeom>
              <a:avLst/>
              <a:gdLst>
                <a:gd name="connsiteX0" fmla="*/ 54850 w 111005"/>
                <a:gd name="connsiteY0" fmla="*/ 74349 h 216229"/>
                <a:gd name="connsiteX1" fmla="*/ 105565 w 111005"/>
                <a:gd name="connsiteY1" fmla="*/ 74349 h 216229"/>
                <a:gd name="connsiteX2" fmla="*/ 105565 w 111005"/>
                <a:gd name="connsiteY2" fmla="*/ 63641 h 216229"/>
                <a:gd name="connsiteX3" fmla="*/ 54850 w 111005"/>
                <a:gd name="connsiteY3" fmla="*/ 63641 h 216229"/>
                <a:gd name="connsiteX4" fmla="*/ 54850 w 111005"/>
                <a:gd name="connsiteY4" fmla="*/ 85 h 216229"/>
                <a:gd name="connsiteX5" fmla="*/ 45983 w 111005"/>
                <a:gd name="connsiteY5" fmla="*/ 85 h 216229"/>
                <a:gd name="connsiteX6" fmla="*/ 233 w 111005"/>
                <a:gd name="connsiteY6" fmla="*/ 66750 h 216229"/>
                <a:gd name="connsiteX7" fmla="*/ 233 w 111005"/>
                <a:gd name="connsiteY7" fmla="*/ 74349 h 216229"/>
                <a:gd name="connsiteX8" fmla="*/ 30379 w 111005"/>
                <a:gd name="connsiteY8" fmla="*/ 74349 h 216229"/>
                <a:gd name="connsiteX9" fmla="*/ 30379 w 111005"/>
                <a:gd name="connsiteY9" fmla="*/ 169683 h 216229"/>
                <a:gd name="connsiteX10" fmla="*/ 76129 w 111005"/>
                <a:gd name="connsiteY10" fmla="*/ 216314 h 216229"/>
                <a:gd name="connsiteX11" fmla="*/ 111239 w 111005"/>
                <a:gd name="connsiteY11" fmla="*/ 169683 h 216229"/>
                <a:gd name="connsiteX12" fmla="*/ 111239 w 111005"/>
                <a:gd name="connsiteY12" fmla="*/ 149995 h 216229"/>
                <a:gd name="connsiteX13" fmla="*/ 102373 w 111005"/>
                <a:gd name="connsiteY13" fmla="*/ 149995 h 216229"/>
                <a:gd name="connsiteX14" fmla="*/ 102373 w 111005"/>
                <a:gd name="connsiteY14" fmla="*/ 168992 h 216229"/>
                <a:gd name="connsiteX15" fmla="*/ 78611 w 111005"/>
                <a:gd name="connsiteY15" fmla="*/ 207679 h 216229"/>
                <a:gd name="connsiteX16" fmla="*/ 54850 w 111005"/>
                <a:gd name="connsiteY16" fmla="*/ 170374 h 216229"/>
                <a:gd name="connsiteX17" fmla="*/ 54850 w 111005"/>
                <a:gd name="connsiteY17" fmla="*/ 74349 h 216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005" h="216229">
                  <a:moveTo>
                    <a:pt x="54850" y="74349"/>
                  </a:moveTo>
                  <a:lnTo>
                    <a:pt x="105565" y="74349"/>
                  </a:lnTo>
                  <a:lnTo>
                    <a:pt x="105565" y="63641"/>
                  </a:lnTo>
                  <a:lnTo>
                    <a:pt x="54850" y="63641"/>
                  </a:lnTo>
                  <a:lnTo>
                    <a:pt x="54850" y="85"/>
                  </a:lnTo>
                  <a:lnTo>
                    <a:pt x="45983" y="85"/>
                  </a:lnTo>
                  <a:cubicBezTo>
                    <a:pt x="45629" y="28409"/>
                    <a:pt x="34989" y="65368"/>
                    <a:pt x="233" y="66750"/>
                  </a:cubicBezTo>
                  <a:lnTo>
                    <a:pt x="233" y="74349"/>
                  </a:lnTo>
                  <a:lnTo>
                    <a:pt x="30379" y="74349"/>
                  </a:lnTo>
                  <a:lnTo>
                    <a:pt x="30379" y="169683"/>
                  </a:lnTo>
                  <a:cubicBezTo>
                    <a:pt x="30379" y="212169"/>
                    <a:pt x="63361" y="216314"/>
                    <a:pt x="76129" y="216314"/>
                  </a:cubicBezTo>
                  <a:cubicBezTo>
                    <a:pt x="101309" y="216314"/>
                    <a:pt x="111239" y="191790"/>
                    <a:pt x="111239" y="169683"/>
                  </a:cubicBezTo>
                  <a:lnTo>
                    <a:pt x="111239" y="149995"/>
                  </a:lnTo>
                  <a:lnTo>
                    <a:pt x="102373" y="149995"/>
                  </a:lnTo>
                  <a:lnTo>
                    <a:pt x="102373" y="168992"/>
                  </a:lnTo>
                  <a:cubicBezTo>
                    <a:pt x="102373" y="194553"/>
                    <a:pt x="91733" y="207679"/>
                    <a:pt x="78611" y="207679"/>
                  </a:cubicBezTo>
                  <a:cubicBezTo>
                    <a:pt x="54850" y="207679"/>
                    <a:pt x="54850" y="176246"/>
                    <a:pt x="54850" y="170374"/>
                  </a:cubicBezTo>
                  <a:lnTo>
                    <a:pt x="54850" y="74349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D325B35-DE53-A087-907C-1ADBD2E1E7C2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0741601" y="6654778"/>
              <a:ext cx="159947" cy="158545"/>
            </a:xfrm>
            <a:custGeom>
              <a:avLst/>
              <a:gdLst>
                <a:gd name="connsiteX0" fmla="*/ 103441 w 159947"/>
                <a:gd name="connsiteY0" fmla="*/ 128579 h 158545"/>
                <a:gd name="connsiteX1" fmla="*/ 131104 w 159947"/>
                <a:gd name="connsiteY1" fmla="*/ 156903 h 158545"/>
                <a:gd name="connsiteX2" fmla="*/ 160185 w 159947"/>
                <a:gd name="connsiteY2" fmla="*/ 124089 h 158545"/>
                <a:gd name="connsiteX3" fmla="*/ 160185 w 159947"/>
                <a:gd name="connsiteY3" fmla="*/ 104745 h 158545"/>
                <a:gd name="connsiteX4" fmla="*/ 151319 w 159947"/>
                <a:gd name="connsiteY4" fmla="*/ 104745 h 158545"/>
                <a:gd name="connsiteX5" fmla="*/ 151319 w 159947"/>
                <a:gd name="connsiteY5" fmla="*/ 124089 h 158545"/>
                <a:gd name="connsiteX6" fmla="*/ 138551 w 159947"/>
                <a:gd name="connsiteY6" fmla="*/ 146195 h 158545"/>
                <a:gd name="connsiteX7" fmla="*/ 125429 w 159947"/>
                <a:gd name="connsiteY7" fmla="*/ 128924 h 158545"/>
                <a:gd name="connsiteX8" fmla="*/ 125429 w 159947"/>
                <a:gd name="connsiteY8" fmla="*/ 59841 h 158545"/>
                <a:gd name="connsiteX9" fmla="*/ 112662 w 159947"/>
                <a:gd name="connsiteY9" fmla="*/ 19082 h 158545"/>
                <a:gd name="connsiteX10" fmla="*/ 64074 w 159947"/>
                <a:gd name="connsiteY10" fmla="*/ 85 h 158545"/>
                <a:gd name="connsiteX11" fmla="*/ 10522 w 159947"/>
                <a:gd name="connsiteY11" fmla="*/ 39117 h 158545"/>
                <a:gd name="connsiteX12" fmla="*/ 26836 w 159947"/>
                <a:gd name="connsiteY12" fmla="*/ 55351 h 158545"/>
                <a:gd name="connsiteX13" fmla="*/ 43150 w 159947"/>
                <a:gd name="connsiteY13" fmla="*/ 39462 h 158545"/>
                <a:gd name="connsiteX14" fmla="*/ 25063 w 159947"/>
                <a:gd name="connsiteY14" fmla="*/ 23573 h 158545"/>
                <a:gd name="connsiteX15" fmla="*/ 63365 w 159947"/>
                <a:gd name="connsiteY15" fmla="*/ 7684 h 158545"/>
                <a:gd name="connsiteX16" fmla="*/ 100958 w 159947"/>
                <a:gd name="connsiteY16" fmla="*/ 51897 h 158545"/>
                <a:gd name="connsiteX17" fmla="*/ 100958 w 159947"/>
                <a:gd name="connsiteY17" fmla="*/ 64677 h 158545"/>
                <a:gd name="connsiteX18" fmla="*/ 35702 w 159947"/>
                <a:gd name="connsiteY18" fmla="*/ 77112 h 158545"/>
                <a:gd name="connsiteX19" fmla="*/ 237 w 159947"/>
                <a:gd name="connsiteY19" fmla="*/ 122016 h 158545"/>
                <a:gd name="connsiteX20" fmla="*/ 56981 w 159947"/>
                <a:gd name="connsiteY20" fmla="*/ 158630 h 158545"/>
                <a:gd name="connsiteX21" fmla="*/ 103441 w 159947"/>
                <a:gd name="connsiteY21" fmla="*/ 128579 h 158545"/>
                <a:gd name="connsiteX22" fmla="*/ 100958 w 159947"/>
                <a:gd name="connsiteY22" fmla="*/ 71931 h 158545"/>
                <a:gd name="connsiteX23" fmla="*/ 100958 w 159947"/>
                <a:gd name="connsiteY23" fmla="*/ 106472 h 158545"/>
                <a:gd name="connsiteX24" fmla="*/ 59464 w 159947"/>
                <a:gd name="connsiteY24" fmla="*/ 151031 h 158545"/>
                <a:gd name="connsiteX25" fmla="*/ 27545 w 159947"/>
                <a:gd name="connsiteY25" fmla="*/ 121671 h 158545"/>
                <a:gd name="connsiteX26" fmla="*/ 100958 w 159947"/>
                <a:gd name="connsiteY26" fmla="*/ 71931 h 158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59947" h="158545">
                  <a:moveTo>
                    <a:pt x="103441" y="128579"/>
                  </a:moveTo>
                  <a:cubicBezTo>
                    <a:pt x="104859" y="142396"/>
                    <a:pt x="114435" y="156903"/>
                    <a:pt x="131104" y="156903"/>
                  </a:cubicBezTo>
                  <a:cubicBezTo>
                    <a:pt x="138551" y="156903"/>
                    <a:pt x="160185" y="152067"/>
                    <a:pt x="160185" y="124089"/>
                  </a:cubicBezTo>
                  <a:lnTo>
                    <a:pt x="160185" y="104745"/>
                  </a:lnTo>
                  <a:lnTo>
                    <a:pt x="151319" y="104745"/>
                  </a:lnTo>
                  <a:lnTo>
                    <a:pt x="151319" y="124089"/>
                  </a:lnTo>
                  <a:cubicBezTo>
                    <a:pt x="151319" y="144123"/>
                    <a:pt x="142452" y="146195"/>
                    <a:pt x="138551" y="146195"/>
                  </a:cubicBezTo>
                  <a:cubicBezTo>
                    <a:pt x="126848" y="146195"/>
                    <a:pt x="125429" y="130651"/>
                    <a:pt x="125429" y="128924"/>
                  </a:cubicBezTo>
                  <a:lnTo>
                    <a:pt x="125429" y="59841"/>
                  </a:lnTo>
                  <a:cubicBezTo>
                    <a:pt x="125429" y="45334"/>
                    <a:pt x="125429" y="31863"/>
                    <a:pt x="112662" y="19082"/>
                  </a:cubicBezTo>
                  <a:cubicBezTo>
                    <a:pt x="98830" y="5611"/>
                    <a:pt x="81098" y="85"/>
                    <a:pt x="64074" y="85"/>
                  </a:cubicBezTo>
                  <a:cubicBezTo>
                    <a:pt x="34993" y="85"/>
                    <a:pt x="10522" y="16319"/>
                    <a:pt x="10522" y="39117"/>
                  </a:cubicBezTo>
                  <a:cubicBezTo>
                    <a:pt x="10522" y="49479"/>
                    <a:pt x="17615" y="55351"/>
                    <a:pt x="26836" y="55351"/>
                  </a:cubicBezTo>
                  <a:cubicBezTo>
                    <a:pt x="36766" y="55351"/>
                    <a:pt x="43150" y="48443"/>
                    <a:pt x="43150" y="39462"/>
                  </a:cubicBezTo>
                  <a:cubicBezTo>
                    <a:pt x="43150" y="35317"/>
                    <a:pt x="41377" y="23918"/>
                    <a:pt x="25063" y="23573"/>
                  </a:cubicBezTo>
                  <a:cubicBezTo>
                    <a:pt x="34638" y="11483"/>
                    <a:pt x="52016" y="7684"/>
                    <a:pt x="63365" y="7684"/>
                  </a:cubicBezTo>
                  <a:cubicBezTo>
                    <a:pt x="80743" y="7684"/>
                    <a:pt x="100958" y="21155"/>
                    <a:pt x="100958" y="51897"/>
                  </a:cubicBezTo>
                  <a:lnTo>
                    <a:pt x="100958" y="64677"/>
                  </a:lnTo>
                  <a:cubicBezTo>
                    <a:pt x="82871" y="65713"/>
                    <a:pt x="58045" y="66750"/>
                    <a:pt x="35702" y="77112"/>
                  </a:cubicBezTo>
                  <a:cubicBezTo>
                    <a:pt x="9103" y="88856"/>
                    <a:pt x="237" y="106818"/>
                    <a:pt x="237" y="122016"/>
                  </a:cubicBezTo>
                  <a:cubicBezTo>
                    <a:pt x="237" y="149995"/>
                    <a:pt x="34638" y="158630"/>
                    <a:pt x="56981" y="158630"/>
                  </a:cubicBezTo>
                  <a:cubicBezTo>
                    <a:pt x="80388" y="158630"/>
                    <a:pt x="96702" y="144813"/>
                    <a:pt x="103441" y="128579"/>
                  </a:cubicBezTo>
                  <a:close/>
                  <a:moveTo>
                    <a:pt x="100958" y="71931"/>
                  </a:moveTo>
                  <a:lnTo>
                    <a:pt x="100958" y="106472"/>
                  </a:lnTo>
                  <a:cubicBezTo>
                    <a:pt x="100958" y="139287"/>
                    <a:pt x="75423" y="151031"/>
                    <a:pt x="59464" y="151031"/>
                  </a:cubicBezTo>
                  <a:cubicBezTo>
                    <a:pt x="42086" y="151031"/>
                    <a:pt x="27545" y="138941"/>
                    <a:pt x="27545" y="121671"/>
                  </a:cubicBezTo>
                  <a:cubicBezTo>
                    <a:pt x="27545" y="102673"/>
                    <a:pt x="42441" y="74003"/>
                    <a:pt x="100958" y="71931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808122E7-A033-01B9-132B-545E81A382C5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0915381" y="6656850"/>
              <a:ext cx="178389" cy="152673"/>
            </a:xfrm>
            <a:custGeom>
              <a:avLst/>
              <a:gdLst>
                <a:gd name="connsiteX0" fmla="*/ 27905 w 178389"/>
                <a:gd name="connsiteY0" fmla="*/ 33935 h 152673"/>
                <a:gd name="connsiteX1" fmla="*/ 27905 w 178389"/>
                <a:gd name="connsiteY1" fmla="*/ 126506 h 152673"/>
                <a:gd name="connsiteX2" fmla="*/ 242 w 178389"/>
                <a:gd name="connsiteY2" fmla="*/ 142050 h 152673"/>
                <a:gd name="connsiteX3" fmla="*/ 242 w 178389"/>
                <a:gd name="connsiteY3" fmla="*/ 152758 h 152673"/>
                <a:gd name="connsiteX4" fmla="*/ 40318 w 178389"/>
                <a:gd name="connsiteY4" fmla="*/ 151722 h 152673"/>
                <a:gd name="connsiteX5" fmla="*/ 80039 w 178389"/>
                <a:gd name="connsiteY5" fmla="*/ 152758 h 152673"/>
                <a:gd name="connsiteX6" fmla="*/ 80039 w 178389"/>
                <a:gd name="connsiteY6" fmla="*/ 142050 h 152673"/>
                <a:gd name="connsiteX7" fmla="*/ 52376 w 178389"/>
                <a:gd name="connsiteY7" fmla="*/ 126506 h 152673"/>
                <a:gd name="connsiteX8" fmla="*/ 52376 w 178389"/>
                <a:gd name="connsiteY8" fmla="*/ 62950 h 152673"/>
                <a:gd name="connsiteX9" fmla="*/ 100254 w 178389"/>
                <a:gd name="connsiteY9" fmla="*/ 7684 h 152673"/>
                <a:gd name="connsiteX10" fmla="*/ 126498 w 178389"/>
                <a:gd name="connsiteY10" fmla="*/ 46025 h 152673"/>
                <a:gd name="connsiteX11" fmla="*/ 126498 w 178389"/>
                <a:gd name="connsiteY11" fmla="*/ 126506 h 152673"/>
                <a:gd name="connsiteX12" fmla="*/ 98835 w 178389"/>
                <a:gd name="connsiteY12" fmla="*/ 142050 h 152673"/>
                <a:gd name="connsiteX13" fmla="*/ 98835 w 178389"/>
                <a:gd name="connsiteY13" fmla="*/ 152758 h 152673"/>
                <a:gd name="connsiteX14" fmla="*/ 138911 w 178389"/>
                <a:gd name="connsiteY14" fmla="*/ 151722 h 152673"/>
                <a:gd name="connsiteX15" fmla="*/ 178632 w 178389"/>
                <a:gd name="connsiteY15" fmla="*/ 152758 h 152673"/>
                <a:gd name="connsiteX16" fmla="*/ 178632 w 178389"/>
                <a:gd name="connsiteY16" fmla="*/ 142050 h 152673"/>
                <a:gd name="connsiteX17" fmla="*/ 150969 w 178389"/>
                <a:gd name="connsiteY17" fmla="*/ 131688 h 152673"/>
                <a:gd name="connsiteX18" fmla="*/ 150969 w 178389"/>
                <a:gd name="connsiteY18" fmla="*/ 65713 h 152673"/>
                <a:gd name="connsiteX19" fmla="*/ 139975 w 178389"/>
                <a:gd name="connsiteY19" fmla="*/ 12865 h 152673"/>
                <a:gd name="connsiteX20" fmla="*/ 102736 w 178389"/>
                <a:gd name="connsiteY20" fmla="*/ 85 h 152673"/>
                <a:gd name="connsiteX21" fmla="*/ 50248 w 178389"/>
                <a:gd name="connsiteY21" fmla="*/ 36353 h 152673"/>
                <a:gd name="connsiteX22" fmla="*/ 50248 w 178389"/>
                <a:gd name="connsiteY22" fmla="*/ 85 h 152673"/>
                <a:gd name="connsiteX23" fmla="*/ 242 w 178389"/>
                <a:gd name="connsiteY23" fmla="*/ 3884 h 152673"/>
                <a:gd name="connsiteX24" fmla="*/ 242 w 178389"/>
                <a:gd name="connsiteY24" fmla="*/ 14592 h 152673"/>
                <a:gd name="connsiteX25" fmla="*/ 27905 w 178389"/>
                <a:gd name="connsiteY25" fmla="*/ 33935 h 152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8389" h="152673">
                  <a:moveTo>
                    <a:pt x="27905" y="33935"/>
                  </a:moveTo>
                  <a:lnTo>
                    <a:pt x="27905" y="126506"/>
                  </a:lnTo>
                  <a:cubicBezTo>
                    <a:pt x="27905" y="142050"/>
                    <a:pt x="24004" y="142050"/>
                    <a:pt x="242" y="142050"/>
                  </a:cubicBezTo>
                  <a:lnTo>
                    <a:pt x="242" y="152758"/>
                  </a:lnTo>
                  <a:cubicBezTo>
                    <a:pt x="12655" y="152413"/>
                    <a:pt x="30742" y="151722"/>
                    <a:pt x="40318" y="151722"/>
                  </a:cubicBezTo>
                  <a:cubicBezTo>
                    <a:pt x="49539" y="151722"/>
                    <a:pt x="67981" y="152413"/>
                    <a:pt x="80039" y="152758"/>
                  </a:cubicBezTo>
                  <a:lnTo>
                    <a:pt x="80039" y="142050"/>
                  </a:lnTo>
                  <a:cubicBezTo>
                    <a:pt x="56277" y="142050"/>
                    <a:pt x="52376" y="142050"/>
                    <a:pt x="52376" y="126506"/>
                  </a:cubicBezTo>
                  <a:lnTo>
                    <a:pt x="52376" y="62950"/>
                  </a:lnTo>
                  <a:cubicBezTo>
                    <a:pt x="52376" y="27027"/>
                    <a:pt x="77556" y="7684"/>
                    <a:pt x="100254" y="7684"/>
                  </a:cubicBezTo>
                  <a:cubicBezTo>
                    <a:pt x="122597" y="7684"/>
                    <a:pt x="126498" y="26336"/>
                    <a:pt x="126498" y="46025"/>
                  </a:cubicBezTo>
                  <a:lnTo>
                    <a:pt x="126498" y="126506"/>
                  </a:lnTo>
                  <a:cubicBezTo>
                    <a:pt x="126498" y="142050"/>
                    <a:pt x="122597" y="142050"/>
                    <a:pt x="98835" y="142050"/>
                  </a:cubicBezTo>
                  <a:lnTo>
                    <a:pt x="98835" y="152758"/>
                  </a:lnTo>
                  <a:cubicBezTo>
                    <a:pt x="111248" y="152413"/>
                    <a:pt x="129335" y="151722"/>
                    <a:pt x="138911" y="151722"/>
                  </a:cubicBezTo>
                  <a:cubicBezTo>
                    <a:pt x="148132" y="151722"/>
                    <a:pt x="166574" y="152413"/>
                    <a:pt x="178632" y="152758"/>
                  </a:cubicBezTo>
                  <a:lnTo>
                    <a:pt x="178632" y="142050"/>
                  </a:lnTo>
                  <a:cubicBezTo>
                    <a:pt x="160190" y="142050"/>
                    <a:pt x="151324" y="142050"/>
                    <a:pt x="150969" y="131688"/>
                  </a:cubicBezTo>
                  <a:lnTo>
                    <a:pt x="150969" y="65713"/>
                  </a:lnTo>
                  <a:cubicBezTo>
                    <a:pt x="150969" y="36008"/>
                    <a:pt x="150969" y="25300"/>
                    <a:pt x="139975" y="12865"/>
                  </a:cubicBezTo>
                  <a:cubicBezTo>
                    <a:pt x="135010" y="6993"/>
                    <a:pt x="123306" y="85"/>
                    <a:pt x="102736" y="85"/>
                  </a:cubicBezTo>
                  <a:cubicBezTo>
                    <a:pt x="76847" y="85"/>
                    <a:pt x="60178" y="14938"/>
                    <a:pt x="50248" y="36353"/>
                  </a:cubicBezTo>
                  <a:lnTo>
                    <a:pt x="50248" y="85"/>
                  </a:lnTo>
                  <a:lnTo>
                    <a:pt x="242" y="3884"/>
                  </a:lnTo>
                  <a:lnTo>
                    <a:pt x="242" y="14592"/>
                  </a:lnTo>
                  <a:cubicBezTo>
                    <a:pt x="25068" y="14592"/>
                    <a:pt x="27905" y="17010"/>
                    <a:pt x="27905" y="33935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5B9AC0E4-8190-EBF3-308A-A12AFA079C76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1112411" y="6569806"/>
              <a:ext cx="178389" cy="239717"/>
            </a:xfrm>
            <a:custGeom>
              <a:avLst/>
              <a:gdLst>
                <a:gd name="connsiteX0" fmla="*/ 27910 w 178389"/>
                <a:gd name="connsiteY0" fmla="*/ 213551 h 239717"/>
                <a:gd name="connsiteX1" fmla="*/ 248 w 178389"/>
                <a:gd name="connsiteY1" fmla="*/ 229095 h 239717"/>
                <a:gd name="connsiteX2" fmla="*/ 248 w 178389"/>
                <a:gd name="connsiteY2" fmla="*/ 239802 h 239717"/>
                <a:gd name="connsiteX3" fmla="*/ 40323 w 178389"/>
                <a:gd name="connsiteY3" fmla="*/ 238766 h 239717"/>
                <a:gd name="connsiteX4" fmla="*/ 80044 w 178389"/>
                <a:gd name="connsiteY4" fmla="*/ 239802 h 239717"/>
                <a:gd name="connsiteX5" fmla="*/ 80044 w 178389"/>
                <a:gd name="connsiteY5" fmla="*/ 229095 h 239717"/>
                <a:gd name="connsiteX6" fmla="*/ 52381 w 178389"/>
                <a:gd name="connsiteY6" fmla="*/ 213551 h 239717"/>
                <a:gd name="connsiteX7" fmla="*/ 52381 w 178389"/>
                <a:gd name="connsiteY7" fmla="*/ 149995 h 239717"/>
                <a:gd name="connsiteX8" fmla="*/ 100259 w 178389"/>
                <a:gd name="connsiteY8" fmla="*/ 94728 h 239717"/>
                <a:gd name="connsiteX9" fmla="*/ 126504 w 178389"/>
                <a:gd name="connsiteY9" fmla="*/ 133069 h 239717"/>
                <a:gd name="connsiteX10" fmla="*/ 126504 w 178389"/>
                <a:gd name="connsiteY10" fmla="*/ 213551 h 239717"/>
                <a:gd name="connsiteX11" fmla="*/ 98841 w 178389"/>
                <a:gd name="connsiteY11" fmla="*/ 229095 h 239717"/>
                <a:gd name="connsiteX12" fmla="*/ 98841 w 178389"/>
                <a:gd name="connsiteY12" fmla="*/ 239802 h 239717"/>
                <a:gd name="connsiteX13" fmla="*/ 138916 w 178389"/>
                <a:gd name="connsiteY13" fmla="*/ 238766 h 239717"/>
                <a:gd name="connsiteX14" fmla="*/ 178637 w 178389"/>
                <a:gd name="connsiteY14" fmla="*/ 239802 h 239717"/>
                <a:gd name="connsiteX15" fmla="*/ 178637 w 178389"/>
                <a:gd name="connsiteY15" fmla="*/ 229095 h 239717"/>
                <a:gd name="connsiteX16" fmla="*/ 150975 w 178389"/>
                <a:gd name="connsiteY16" fmla="*/ 218732 h 239717"/>
                <a:gd name="connsiteX17" fmla="*/ 150975 w 178389"/>
                <a:gd name="connsiteY17" fmla="*/ 152758 h 239717"/>
                <a:gd name="connsiteX18" fmla="*/ 139980 w 178389"/>
                <a:gd name="connsiteY18" fmla="*/ 99910 h 239717"/>
                <a:gd name="connsiteX19" fmla="*/ 102742 w 178389"/>
                <a:gd name="connsiteY19" fmla="*/ 87129 h 239717"/>
                <a:gd name="connsiteX20" fmla="*/ 51318 w 178389"/>
                <a:gd name="connsiteY20" fmla="*/ 120980 h 239717"/>
                <a:gd name="connsiteX21" fmla="*/ 51318 w 178389"/>
                <a:gd name="connsiteY21" fmla="*/ 85 h 239717"/>
                <a:gd name="connsiteX22" fmla="*/ 248 w 178389"/>
                <a:gd name="connsiteY22" fmla="*/ 3884 h 239717"/>
                <a:gd name="connsiteX23" fmla="*/ 248 w 178389"/>
                <a:gd name="connsiteY23" fmla="*/ 14592 h 239717"/>
                <a:gd name="connsiteX24" fmla="*/ 27910 w 178389"/>
                <a:gd name="connsiteY24" fmla="*/ 33935 h 239717"/>
                <a:gd name="connsiteX25" fmla="*/ 27910 w 178389"/>
                <a:gd name="connsiteY25" fmla="*/ 213551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8389" h="239717">
                  <a:moveTo>
                    <a:pt x="27910" y="213551"/>
                  </a:moveTo>
                  <a:cubicBezTo>
                    <a:pt x="27910" y="229095"/>
                    <a:pt x="24009" y="229095"/>
                    <a:pt x="248" y="229095"/>
                  </a:cubicBezTo>
                  <a:lnTo>
                    <a:pt x="248" y="239802"/>
                  </a:lnTo>
                  <a:cubicBezTo>
                    <a:pt x="12660" y="239457"/>
                    <a:pt x="30748" y="238766"/>
                    <a:pt x="40323" y="238766"/>
                  </a:cubicBezTo>
                  <a:cubicBezTo>
                    <a:pt x="49544" y="238766"/>
                    <a:pt x="67986" y="239457"/>
                    <a:pt x="80044" y="239802"/>
                  </a:cubicBezTo>
                  <a:lnTo>
                    <a:pt x="80044" y="229095"/>
                  </a:lnTo>
                  <a:cubicBezTo>
                    <a:pt x="56283" y="229095"/>
                    <a:pt x="52381" y="229095"/>
                    <a:pt x="52381" y="213551"/>
                  </a:cubicBezTo>
                  <a:lnTo>
                    <a:pt x="52381" y="149995"/>
                  </a:lnTo>
                  <a:cubicBezTo>
                    <a:pt x="52381" y="114072"/>
                    <a:pt x="77562" y="94728"/>
                    <a:pt x="100259" y="94728"/>
                  </a:cubicBezTo>
                  <a:cubicBezTo>
                    <a:pt x="122602" y="94728"/>
                    <a:pt x="126504" y="113381"/>
                    <a:pt x="126504" y="133069"/>
                  </a:cubicBezTo>
                  <a:lnTo>
                    <a:pt x="126504" y="213551"/>
                  </a:lnTo>
                  <a:cubicBezTo>
                    <a:pt x="126504" y="229095"/>
                    <a:pt x="122602" y="229095"/>
                    <a:pt x="98841" y="229095"/>
                  </a:cubicBezTo>
                  <a:lnTo>
                    <a:pt x="98841" y="239802"/>
                  </a:lnTo>
                  <a:cubicBezTo>
                    <a:pt x="111254" y="239457"/>
                    <a:pt x="129341" y="238766"/>
                    <a:pt x="138916" y="238766"/>
                  </a:cubicBezTo>
                  <a:cubicBezTo>
                    <a:pt x="148137" y="238766"/>
                    <a:pt x="166579" y="239457"/>
                    <a:pt x="178637" y="239802"/>
                  </a:cubicBezTo>
                  <a:lnTo>
                    <a:pt x="178637" y="229095"/>
                  </a:lnTo>
                  <a:cubicBezTo>
                    <a:pt x="160196" y="229095"/>
                    <a:pt x="151329" y="229095"/>
                    <a:pt x="150975" y="218732"/>
                  </a:cubicBezTo>
                  <a:lnTo>
                    <a:pt x="150975" y="152758"/>
                  </a:lnTo>
                  <a:cubicBezTo>
                    <a:pt x="150975" y="123052"/>
                    <a:pt x="150975" y="112344"/>
                    <a:pt x="139980" y="99910"/>
                  </a:cubicBezTo>
                  <a:cubicBezTo>
                    <a:pt x="135015" y="94037"/>
                    <a:pt x="123312" y="87129"/>
                    <a:pt x="102742" y="87129"/>
                  </a:cubicBezTo>
                  <a:cubicBezTo>
                    <a:pt x="72951" y="87129"/>
                    <a:pt x="57347" y="107854"/>
                    <a:pt x="51318" y="120980"/>
                  </a:cubicBezTo>
                  <a:lnTo>
                    <a:pt x="51318" y="85"/>
                  </a:lnTo>
                  <a:lnTo>
                    <a:pt x="248" y="3884"/>
                  </a:lnTo>
                  <a:lnTo>
                    <a:pt x="248" y="14592"/>
                  </a:lnTo>
                  <a:cubicBezTo>
                    <a:pt x="25073" y="14592"/>
                    <a:pt x="27910" y="17010"/>
                    <a:pt x="27910" y="33935"/>
                  </a:cubicBezTo>
                  <a:lnTo>
                    <a:pt x="27910" y="213551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7B923FF5-3CA6-2DE6-6D1F-D5F2CDA04D52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1392308" y="6550462"/>
              <a:ext cx="82279" cy="345414"/>
            </a:xfrm>
            <a:custGeom>
              <a:avLst/>
              <a:gdLst>
                <a:gd name="connsiteX0" fmla="*/ 82534 w 82279"/>
                <a:gd name="connsiteY0" fmla="*/ 342045 h 345414"/>
                <a:gd name="connsiteX1" fmla="*/ 76505 w 82279"/>
                <a:gd name="connsiteY1" fmla="*/ 334446 h 345414"/>
                <a:gd name="connsiteX2" fmla="*/ 20825 w 82279"/>
                <a:gd name="connsiteY2" fmla="*/ 172792 h 345414"/>
                <a:gd name="connsiteX3" fmla="*/ 77924 w 82279"/>
                <a:gd name="connsiteY3" fmla="*/ 9411 h 345414"/>
                <a:gd name="connsiteX4" fmla="*/ 82534 w 82279"/>
                <a:gd name="connsiteY4" fmla="*/ 3539 h 345414"/>
                <a:gd name="connsiteX5" fmla="*/ 78988 w 82279"/>
                <a:gd name="connsiteY5" fmla="*/ 85 h 345414"/>
                <a:gd name="connsiteX6" fmla="*/ 22598 w 82279"/>
                <a:gd name="connsiteY6" fmla="*/ 67441 h 345414"/>
                <a:gd name="connsiteX7" fmla="*/ 255 w 82279"/>
                <a:gd name="connsiteY7" fmla="*/ 172792 h 345414"/>
                <a:gd name="connsiteX8" fmla="*/ 23662 w 82279"/>
                <a:gd name="connsiteY8" fmla="*/ 280561 h 345414"/>
                <a:gd name="connsiteX9" fmla="*/ 78988 w 82279"/>
                <a:gd name="connsiteY9" fmla="*/ 345499 h 345414"/>
                <a:gd name="connsiteX10" fmla="*/ 82534 w 82279"/>
                <a:gd name="connsiteY10" fmla="*/ 34204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279" h="345414">
                  <a:moveTo>
                    <a:pt x="82534" y="342045"/>
                  </a:moveTo>
                  <a:cubicBezTo>
                    <a:pt x="82534" y="341009"/>
                    <a:pt x="82534" y="340318"/>
                    <a:pt x="76505" y="334446"/>
                  </a:cubicBezTo>
                  <a:cubicBezTo>
                    <a:pt x="32173" y="290924"/>
                    <a:pt x="20825" y="225640"/>
                    <a:pt x="20825" y="172792"/>
                  </a:cubicBezTo>
                  <a:cubicBezTo>
                    <a:pt x="20825" y="112690"/>
                    <a:pt x="34301" y="52588"/>
                    <a:pt x="77924" y="9411"/>
                  </a:cubicBezTo>
                  <a:cubicBezTo>
                    <a:pt x="82534" y="5266"/>
                    <a:pt x="82534" y="4575"/>
                    <a:pt x="82534" y="3539"/>
                  </a:cubicBezTo>
                  <a:cubicBezTo>
                    <a:pt x="82534" y="1121"/>
                    <a:pt x="81115" y="85"/>
                    <a:pt x="78988" y="85"/>
                  </a:cubicBezTo>
                  <a:cubicBezTo>
                    <a:pt x="75441" y="85"/>
                    <a:pt x="43522" y="23573"/>
                    <a:pt x="22598" y="67441"/>
                  </a:cubicBezTo>
                  <a:cubicBezTo>
                    <a:pt x="4511" y="105436"/>
                    <a:pt x="255" y="143777"/>
                    <a:pt x="255" y="172792"/>
                  </a:cubicBezTo>
                  <a:cubicBezTo>
                    <a:pt x="255" y="199734"/>
                    <a:pt x="4156" y="241530"/>
                    <a:pt x="23662" y="280561"/>
                  </a:cubicBezTo>
                  <a:cubicBezTo>
                    <a:pt x="44941" y="323047"/>
                    <a:pt x="75441" y="345499"/>
                    <a:pt x="78988" y="345499"/>
                  </a:cubicBezTo>
                  <a:cubicBezTo>
                    <a:pt x="81115" y="345499"/>
                    <a:pt x="82534" y="344463"/>
                    <a:pt x="82534" y="342045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256E87C6-967F-F6D1-DDDF-FF11EA8065C2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1503630" y="6572569"/>
              <a:ext cx="404302" cy="239717"/>
            </a:xfrm>
            <a:custGeom>
              <a:avLst/>
              <a:gdLst>
                <a:gd name="connsiteX0" fmla="*/ 370870 w 404302"/>
                <a:gd name="connsiteY0" fmla="*/ 24609 h 239717"/>
                <a:gd name="connsiteX1" fmla="*/ 384347 w 404302"/>
                <a:gd name="connsiteY1" fmla="*/ 17010 h 239717"/>
                <a:gd name="connsiteX2" fmla="*/ 404562 w 404302"/>
                <a:gd name="connsiteY2" fmla="*/ 16319 h 239717"/>
                <a:gd name="connsiteX3" fmla="*/ 404562 w 404302"/>
                <a:gd name="connsiteY3" fmla="*/ 85 h 239717"/>
                <a:gd name="connsiteX4" fmla="*/ 366614 w 404302"/>
                <a:gd name="connsiteY4" fmla="*/ 1121 h 239717"/>
                <a:gd name="connsiteX5" fmla="*/ 318381 w 404302"/>
                <a:gd name="connsiteY5" fmla="*/ 85 h 239717"/>
                <a:gd name="connsiteX6" fmla="*/ 318381 w 404302"/>
                <a:gd name="connsiteY6" fmla="*/ 16319 h 239717"/>
                <a:gd name="connsiteX7" fmla="*/ 354556 w 404302"/>
                <a:gd name="connsiteY7" fmla="*/ 20119 h 239717"/>
                <a:gd name="connsiteX8" fmla="*/ 293556 w 404302"/>
                <a:gd name="connsiteY8" fmla="*/ 174519 h 239717"/>
                <a:gd name="connsiteX9" fmla="*/ 230782 w 404302"/>
                <a:gd name="connsiteY9" fmla="*/ 16319 h 239717"/>
                <a:gd name="connsiteX10" fmla="*/ 264829 w 404302"/>
                <a:gd name="connsiteY10" fmla="*/ 16319 h 239717"/>
                <a:gd name="connsiteX11" fmla="*/ 264829 w 404302"/>
                <a:gd name="connsiteY11" fmla="*/ 85 h 239717"/>
                <a:gd name="connsiteX12" fmla="*/ 202765 w 404302"/>
                <a:gd name="connsiteY12" fmla="*/ 1121 h 239717"/>
                <a:gd name="connsiteX13" fmla="*/ 148503 w 404302"/>
                <a:gd name="connsiteY13" fmla="*/ 85 h 239717"/>
                <a:gd name="connsiteX14" fmla="*/ 148503 w 404302"/>
                <a:gd name="connsiteY14" fmla="*/ 16319 h 239717"/>
                <a:gd name="connsiteX15" fmla="*/ 179003 w 404302"/>
                <a:gd name="connsiteY15" fmla="*/ 16319 h 239717"/>
                <a:gd name="connsiteX16" fmla="*/ 193544 w 404302"/>
                <a:gd name="connsiteY16" fmla="*/ 52933 h 239717"/>
                <a:gd name="connsiteX17" fmla="*/ 145311 w 404302"/>
                <a:gd name="connsiteY17" fmla="*/ 174519 h 239717"/>
                <a:gd name="connsiteX18" fmla="*/ 82538 w 404302"/>
                <a:gd name="connsiteY18" fmla="*/ 16319 h 239717"/>
                <a:gd name="connsiteX19" fmla="*/ 116584 w 404302"/>
                <a:gd name="connsiteY19" fmla="*/ 16319 h 239717"/>
                <a:gd name="connsiteX20" fmla="*/ 116584 w 404302"/>
                <a:gd name="connsiteY20" fmla="*/ 85 h 239717"/>
                <a:gd name="connsiteX21" fmla="*/ 54520 w 404302"/>
                <a:gd name="connsiteY21" fmla="*/ 1121 h 239717"/>
                <a:gd name="connsiteX22" fmla="*/ 259 w 404302"/>
                <a:gd name="connsiteY22" fmla="*/ 85 h 239717"/>
                <a:gd name="connsiteX23" fmla="*/ 259 w 404302"/>
                <a:gd name="connsiteY23" fmla="*/ 16319 h 239717"/>
                <a:gd name="connsiteX24" fmla="*/ 30759 w 404302"/>
                <a:gd name="connsiteY24" fmla="*/ 16319 h 239717"/>
                <a:gd name="connsiteX25" fmla="*/ 115875 w 404302"/>
                <a:gd name="connsiteY25" fmla="*/ 230822 h 239717"/>
                <a:gd name="connsiteX26" fmla="*/ 128288 w 404302"/>
                <a:gd name="connsiteY26" fmla="*/ 239802 h 239717"/>
                <a:gd name="connsiteX27" fmla="*/ 140701 w 404302"/>
                <a:gd name="connsiteY27" fmla="*/ 230822 h 239717"/>
                <a:gd name="connsiteX28" fmla="*/ 202410 w 404302"/>
                <a:gd name="connsiteY28" fmla="*/ 75385 h 239717"/>
                <a:gd name="connsiteX29" fmla="*/ 264120 w 404302"/>
                <a:gd name="connsiteY29" fmla="*/ 230822 h 239717"/>
                <a:gd name="connsiteX30" fmla="*/ 276532 w 404302"/>
                <a:gd name="connsiteY30" fmla="*/ 239802 h 239717"/>
                <a:gd name="connsiteX31" fmla="*/ 288945 w 404302"/>
                <a:gd name="connsiteY31" fmla="*/ 230822 h 239717"/>
                <a:gd name="connsiteX32" fmla="*/ 370870 w 404302"/>
                <a:gd name="connsiteY32" fmla="*/ 24609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4302" h="239717">
                  <a:moveTo>
                    <a:pt x="370870" y="24609"/>
                  </a:moveTo>
                  <a:cubicBezTo>
                    <a:pt x="372998" y="18737"/>
                    <a:pt x="373352" y="18046"/>
                    <a:pt x="384347" y="17010"/>
                  </a:cubicBezTo>
                  <a:cubicBezTo>
                    <a:pt x="391440" y="16319"/>
                    <a:pt x="398887" y="16319"/>
                    <a:pt x="404562" y="16319"/>
                  </a:cubicBezTo>
                  <a:lnTo>
                    <a:pt x="404562" y="85"/>
                  </a:lnTo>
                  <a:cubicBezTo>
                    <a:pt x="394986" y="430"/>
                    <a:pt x="382573" y="1121"/>
                    <a:pt x="366614" y="1121"/>
                  </a:cubicBezTo>
                  <a:cubicBezTo>
                    <a:pt x="353137" y="1121"/>
                    <a:pt x="331149" y="1121"/>
                    <a:pt x="318381" y="85"/>
                  </a:cubicBezTo>
                  <a:lnTo>
                    <a:pt x="318381" y="16319"/>
                  </a:lnTo>
                  <a:cubicBezTo>
                    <a:pt x="327248" y="16319"/>
                    <a:pt x="344271" y="16319"/>
                    <a:pt x="354556" y="20119"/>
                  </a:cubicBezTo>
                  <a:lnTo>
                    <a:pt x="293556" y="174519"/>
                  </a:lnTo>
                  <a:lnTo>
                    <a:pt x="230782" y="16319"/>
                  </a:lnTo>
                  <a:lnTo>
                    <a:pt x="264829" y="16319"/>
                  </a:lnTo>
                  <a:lnTo>
                    <a:pt x="264829" y="85"/>
                  </a:lnTo>
                  <a:cubicBezTo>
                    <a:pt x="251352" y="1121"/>
                    <a:pt x="218015" y="1121"/>
                    <a:pt x="202765" y="1121"/>
                  </a:cubicBezTo>
                  <a:cubicBezTo>
                    <a:pt x="188933" y="1121"/>
                    <a:pt x="160916" y="1121"/>
                    <a:pt x="148503" y="85"/>
                  </a:cubicBezTo>
                  <a:lnTo>
                    <a:pt x="148503" y="16319"/>
                  </a:lnTo>
                  <a:lnTo>
                    <a:pt x="179003" y="16319"/>
                  </a:lnTo>
                  <a:lnTo>
                    <a:pt x="193544" y="52933"/>
                  </a:lnTo>
                  <a:lnTo>
                    <a:pt x="145311" y="174519"/>
                  </a:lnTo>
                  <a:lnTo>
                    <a:pt x="82538" y="16319"/>
                  </a:lnTo>
                  <a:lnTo>
                    <a:pt x="116584" y="16319"/>
                  </a:lnTo>
                  <a:lnTo>
                    <a:pt x="116584" y="85"/>
                  </a:lnTo>
                  <a:cubicBezTo>
                    <a:pt x="103108" y="1121"/>
                    <a:pt x="69770" y="1121"/>
                    <a:pt x="54520" y="1121"/>
                  </a:cubicBezTo>
                  <a:cubicBezTo>
                    <a:pt x="40689" y="1121"/>
                    <a:pt x="12672" y="1121"/>
                    <a:pt x="259" y="85"/>
                  </a:cubicBezTo>
                  <a:lnTo>
                    <a:pt x="259" y="16319"/>
                  </a:lnTo>
                  <a:lnTo>
                    <a:pt x="30759" y="16319"/>
                  </a:lnTo>
                  <a:lnTo>
                    <a:pt x="115875" y="230822"/>
                  </a:lnTo>
                  <a:cubicBezTo>
                    <a:pt x="118003" y="236348"/>
                    <a:pt x="119422" y="239802"/>
                    <a:pt x="128288" y="239802"/>
                  </a:cubicBezTo>
                  <a:cubicBezTo>
                    <a:pt x="137154" y="239802"/>
                    <a:pt x="138573" y="236348"/>
                    <a:pt x="140701" y="230822"/>
                  </a:cubicBezTo>
                  <a:lnTo>
                    <a:pt x="202410" y="75385"/>
                  </a:lnTo>
                  <a:lnTo>
                    <a:pt x="264120" y="230822"/>
                  </a:lnTo>
                  <a:cubicBezTo>
                    <a:pt x="266247" y="236348"/>
                    <a:pt x="267666" y="239802"/>
                    <a:pt x="276532" y="239802"/>
                  </a:cubicBezTo>
                  <a:cubicBezTo>
                    <a:pt x="285399" y="239802"/>
                    <a:pt x="286817" y="236348"/>
                    <a:pt x="288945" y="230822"/>
                  </a:cubicBezTo>
                  <a:lnTo>
                    <a:pt x="370870" y="24609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C8AC90E8-4910-8F79-4012-1426B287F773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1964272" y="6550462"/>
              <a:ext cx="48587" cy="345414"/>
            </a:xfrm>
            <a:custGeom>
              <a:avLst/>
              <a:gdLst>
                <a:gd name="connsiteX0" fmla="*/ 48858 w 48587"/>
                <a:gd name="connsiteY0" fmla="*/ 345499 h 345414"/>
                <a:gd name="connsiteX1" fmla="*/ 48858 w 48587"/>
                <a:gd name="connsiteY1" fmla="*/ 331683 h 345414"/>
                <a:gd name="connsiteX2" fmla="*/ 14457 w 48587"/>
                <a:gd name="connsiteY2" fmla="*/ 331683 h 345414"/>
                <a:gd name="connsiteX3" fmla="*/ 14457 w 48587"/>
                <a:gd name="connsiteY3" fmla="*/ 13901 h 345414"/>
                <a:gd name="connsiteX4" fmla="*/ 48858 w 48587"/>
                <a:gd name="connsiteY4" fmla="*/ 13901 h 345414"/>
                <a:gd name="connsiteX5" fmla="*/ 48858 w 48587"/>
                <a:gd name="connsiteY5" fmla="*/ 85 h 345414"/>
                <a:gd name="connsiteX6" fmla="*/ 271 w 48587"/>
                <a:gd name="connsiteY6" fmla="*/ 85 h 345414"/>
                <a:gd name="connsiteX7" fmla="*/ 271 w 48587"/>
                <a:gd name="connsiteY7" fmla="*/ 345499 h 345414"/>
                <a:gd name="connsiteX8" fmla="*/ 48858 w 48587"/>
                <a:gd name="connsiteY8" fmla="*/ 345499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587" h="345414">
                  <a:moveTo>
                    <a:pt x="48858" y="345499"/>
                  </a:moveTo>
                  <a:lnTo>
                    <a:pt x="48858" y="331683"/>
                  </a:lnTo>
                  <a:lnTo>
                    <a:pt x="14457" y="331683"/>
                  </a:lnTo>
                  <a:lnTo>
                    <a:pt x="14457" y="13901"/>
                  </a:lnTo>
                  <a:lnTo>
                    <a:pt x="48858" y="13901"/>
                  </a:lnTo>
                  <a:lnTo>
                    <a:pt x="48858" y="85"/>
                  </a:lnTo>
                  <a:lnTo>
                    <a:pt x="271" y="85"/>
                  </a:lnTo>
                  <a:lnTo>
                    <a:pt x="271" y="345499"/>
                  </a:lnTo>
                  <a:lnTo>
                    <a:pt x="48858" y="345499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0A60D496-D437-FE1C-E8E5-3CD457A1A698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2028740" y="6656159"/>
              <a:ext cx="199668" cy="153364"/>
            </a:xfrm>
            <a:custGeom>
              <a:avLst/>
              <a:gdLst>
                <a:gd name="connsiteX0" fmla="*/ 115181 w 199668"/>
                <a:gd name="connsiteY0" fmla="*/ 68477 h 153364"/>
                <a:gd name="connsiteX1" fmla="*/ 156675 w 199668"/>
                <a:gd name="connsiteY1" fmla="*/ 23573 h 153364"/>
                <a:gd name="connsiteX2" fmla="*/ 192849 w 199668"/>
                <a:gd name="connsiteY2" fmla="*/ 16319 h 153364"/>
                <a:gd name="connsiteX3" fmla="*/ 192849 w 199668"/>
                <a:gd name="connsiteY3" fmla="*/ 85 h 153364"/>
                <a:gd name="connsiteX4" fmla="*/ 160221 w 199668"/>
                <a:gd name="connsiteY4" fmla="*/ 1121 h 153364"/>
                <a:gd name="connsiteX5" fmla="*/ 123692 w 199668"/>
                <a:gd name="connsiteY5" fmla="*/ 85 h 153364"/>
                <a:gd name="connsiteX6" fmla="*/ 123692 w 199668"/>
                <a:gd name="connsiteY6" fmla="*/ 16319 h 153364"/>
                <a:gd name="connsiteX7" fmla="*/ 137169 w 199668"/>
                <a:gd name="connsiteY7" fmla="*/ 19428 h 153364"/>
                <a:gd name="connsiteX8" fmla="*/ 134332 w 199668"/>
                <a:gd name="connsiteY8" fmla="*/ 23573 h 153364"/>
                <a:gd name="connsiteX9" fmla="*/ 104541 w 199668"/>
                <a:gd name="connsiteY9" fmla="*/ 56042 h 153364"/>
                <a:gd name="connsiteX10" fmla="*/ 69785 w 199668"/>
                <a:gd name="connsiteY10" fmla="*/ 16319 h 153364"/>
                <a:gd name="connsiteX11" fmla="*/ 83971 w 199668"/>
                <a:gd name="connsiteY11" fmla="*/ 16319 h 153364"/>
                <a:gd name="connsiteX12" fmla="*/ 83971 w 199668"/>
                <a:gd name="connsiteY12" fmla="*/ 85 h 153364"/>
                <a:gd name="connsiteX13" fmla="*/ 41058 w 199668"/>
                <a:gd name="connsiteY13" fmla="*/ 1121 h 153364"/>
                <a:gd name="connsiteX14" fmla="*/ 2047 w 199668"/>
                <a:gd name="connsiteY14" fmla="*/ 85 h 153364"/>
                <a:gd name="connsiteX15" fmla="*/ 2047 w 199668"/>
                <a:gd name="connsiteY15" fmla="*/ 16319 h 153364"/>
                <a:gd name="connsiteX16" fmla="*/ 27227 w 199668"/>
                <a:gd name="connsiteY16" fmla="*/ 16319 h 153364"/>
                <a:gd name="connsiteX17" fmla="*/ 82553 w 199668"/>
                <a:gd name="connsiteY17" fmla="*/ 79875 h 153364"/>
                <a:gd name="connsiteX18" fmla="*/ 36093 w 199668"/>
                <a:gd name="connsiteY18" fmla="*/ 130651 h 153364"/>
                <a:gd name="connsiteX19" fmla="*/ 273 w 199668"/>
                <a:gd name="connsiteY19" fmla="*/ 137214 h 153364"/>
                <a:gd name="connsiteX20" fmla="*/ 273 w 199668"/>
                <a:gd name="connsiteY20" fmla="*/ 153449 h 153364"/>
                <a:gd name="connsiteX21" fmla="*/ 32901 w 199668"/>
                <a:gd name="connsiteY21" fmla="*/ 152413 h 153364"/>
                <a:gd name="connsiteX22" fmla="*/ 69431 w 199668"/>
                <a:gd name="connsiteY22" fmla="*/ 153449 h 153364"/>
                <a:gd name="connsiteX23" fmla="*/ 69431 w 199668"/>
                <a:gd name="connsiteY23" fmla="*/ 137214 h 153364"/>
                <a:gd name="connsiteX24" fmla="*/ 56308 w 199668"/>
                <a:gd name="connsiteY24" fmla="*/ 133415 h 153364"/>
                <a:gd name="connsiteX25" fmla="*/ 58791 w 199668"/>
                <a:gd name="connsiteY25" fmla="*/ 129961 h 153364"/>
                <a:gd name="connsiteX26" fmla="*/ 93192 w 199668"/>
                <a:gd name="connsiteY26" fmla="*/ 92310 h 153364"/>
                <a:gd name="connsiteX27" fmla="*/ 132204 w 199668"/>
                <a:gd name="connsiteY27" fmla="*/ 137214 h 153364"/>
                <a:gd name="connsiteX28" fmla="*/ 118372 w 199668"/>
                <a:gd name="connsiteY28" fmla="*/ 137214 h 153364"/>
                <a:gd name="connsiteX29" fmla="*/ 118372 w 199668"/>
                <a:gd name="connsiteY29" fmla="*/ 153449 h 153364"/>
                <a:gd name="connsiteX30" fmla="*/ 160931 w 199668"/>
                <a:gd name="connsiteY30" fmla="*/ 152413 h 153364"/>
                <a:gd name="connsiteX31" fmla="*/ 199942 w 199668"/>
                <a:gd name="connsiteY31" fmla="*/ 153449 h 153364"/>
                <a:gd name="connsiteX32" fmla="*/ 199942 w 199668"/>
                <a:gd name="connsiteY32" fmla="*/ 137214 h 153364"/>
                <a:gd name="connsiteX33" fmla="*/ 174762 w 199668"/>
                <a:gd name="connsiteY33" fmla="*/ 137214 h 153364"/>
                <a:gd name="connsiteX34" fmla="*/ 115181 w 199668"/>
                <a:gd name="connsiteY34" fmla="*/ 68477 h 153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668" h="153364">
                  <a:moveTo>
                    <a:pt x="115181" y="68477"/>
                  </a:moveTo>
                  <a:lnTo>
                    <a:pt x="156675" y="23573"/>
                  </a:lnTo>
                  <a:cubicBezTo>
                    <a:pt x="161285" y="18737"/>
                    <a:pt x="163413" y="16319"/>
                    <a:pt x="192849" y="16319"/>
                  </a:cubicBezTo>
                  <a:lnTo>
                    <a:pt x="192849" y="85"/>
                  </a:lnTo>
                  <a:cubicBezTo>
                    <a:pt x="180437" y="775"/>
                    <a:pt x="161995" y="1121"/>
                    <a:pt x="160221" y="1121"/>
                  </a:cubicBezTo>
                  <a:cubicBezTo>
                    <a:pt x="151355" y="1121"/>
                    <a:pt x="133623" y="430"/>
                    <a:pt x="123692" y="85"/>
                  </a:cubicBezTo>
                  <a:lnTo>
                    <a:pt x="123692" y="16319"/>
                  </a:lnTo>
                  <a:cubicBezTo>
                    <a:pt x="128657" y="16319"/>
                    <a:pt x="132913" y="17010"/>
                    <a:pt x="137169" y="19428"/>
                  </a:cubicBezTo>
                  <a:cubicBezTo>
                    <a:pt x="135750" y="21500"/>
                    <a:pt x="135750" y="22191"/>
                    <a:pt x="134332" y="23573"/>
                  </a:cubicBezTo>
                  <a:lnTo>
                    <a:pt x="104541" y="56042"/>
                  </a:lnTo>
                  <a:lnTo>
                    <a:pt x="69785" y="16319"/>
                  </a:lnTo>
                  <a:lnTo>
                    <a:pt x="83971" y="16319"/>
                  </a:lnTo>
                  <a:lnTo>
                    <a:pt x="83971" y="85"/>
                  </a:lnTo>
                  <a:cubicBezTo>
                    <a:pt x="74750" y="430"/>
                    <a:pt x="52407" y="1121"/>
                    <a:pt x="41058" y="1121"/>
                  </a:cubicBezTo>
                  <a:cubicBezTo>
                    <a:pt x="29710" y="1121"/>
                    <a:pt x="13750" y="430"/>
                    <a:pt x="2047" y="85"/>
                  </a:cubicBezTo>
                  <a:lnTo>
                    <a:pt x="2047" y="16319"/>
                  </a:lnTo>
                  <a:lnTo>
                    <a:pt x="27227" y="16319"/>
                  </a:lnTo>
                  <a:lnTo>
                    <a:pt x="82553" y="79875"/>
                  </a:lnTo>
                  <a:lnTo>
                    <a:pt x="36093" y="130651"/>
                  </a:lnTo>
                  <a:cubicBezTo>
                    <a:pt x="30064" y="137214"/>
                    <a:pt x="17297" y="137214"/>
                    <a:pt x="273" y="137214"/>
                  </a:cubicBezTo>
                  <a:lnTo>
                    <a:pt x="273" y="153449"/>
                  </a:lnTo>
                  <a:cubicBezTo>
                    <a:pt x="12686" y="152758"/>
                    <a:pt x="31128" y="152413"/>
                    <a:pt x="32901" y="152413"/>
                  </a:cubicBezTo>
                  <a:cubicBezTo>
                    <a:pt x="41768" y="152413"/>
                    <a:pt x="62338" y="153103"/>
                    <a:pt x="69431" y="153449"/>
                  </a:cubicBezTo>
                  <a:lnTo>
                    <a:pt x="69431" y="137214"/>
                  </a:lnTo>
                  <a:cubicBezTo>
                    <a:pt x="63047" y="137214"/>
                    <a:pt x="56308" y="135487"/>
                    <a:pt x="56308" y="133415"/>
                  </a:cubicBezTo>
                  <a:cubicBezTo>
                    <a:pt x="56308" y="133069"/>
                    <a:pt x="56308" y="132724"/>
                    <a:pt x="58791" y="129961"/>
                  </a:cubicBezTo>
                  <a:lnTo>
                    <a:pt x="93192" y="92310"/>
                  </a:lnTo>
                  <a:lnTo>
                    <a:pt x="132204" y="137214"/>
                  </a:lnTo>
                  <a:lnTo>
                    <a:pt x="118372" y="137214"/>
                  </a:lnTo>
                  <a:lnTo>
                    <a:pt x="118372" y="153449"/>
                  </a:lnTo>
                  <a:cubicBezTo>
                    <a:pt x="127593" y="153103"/>
                    <a:pt x="149227" y="152413"/>
                    <a:pt x="160931" y="152413"/>
                  </a:cubicBezTo>
                  <a:cubicBezTo>
                    <a:pt x="172280" y="152413"/>
                    <a:pt x="188239" y="153103"/>
                    <a:pt x="199942" y="153449"/>
                  </a:cubicBezTo>
                  <a:lnTo>
                    <a:pt x="199942" y="137214"/>
                  </a:lnTo>
                  <a:lnTo>
                    <a:pt x="174762" y="137214"/>
                  </a:lnTo>
                  <a:lnTo>
                    <a:pt x="115181" y="68477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A37DC236-D170-4F3F-E15E-5B49B4A798DF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2246617" y="6710216"/>
              <a:ext cx="83910" cy="153536"/>
            </a:xfrm>
            <a:custGeom>
              <a:avLst/>
              <a:gdLst>
                <a:gd name="connsiteX0" fmla="*/ 50924 w 83910"/>
                <a:gd name="connsiteY0" fmla="*/ 55698 h 153536"/>
                <a:gd name="connsiteX1" fmla="*/ 76246 w 83910"/>
                <a:gd name="connsiteY1" fmla="*/ 55698 h 153536"/>
                <a:gd name="connsiteX2" fmla="*/ 84190 w 83910"/>
                <a:gd name="connsiteY2" fmla="*/ 50379 h 153536"/>
                <a:gd name="connsiteX3" fmla="*/ 76742 w 83910"/>
                <a:gd name="connsiteY3" fmla="*/ 46993 h 153536"/>
                <a:gd name="connsiteX4" fmla="*/ 53158 w 83910"/>
                <a:gd name="connsiteY4" fmla="*/ 46993 h 153536"/>
                <a:gd name="connsiteX5" fmla="*/ 62344 w 83910"/>
                <a:gd name="connsiteY5" fmla="*/ 11209 h 153536"/>
                <a:gd name="connsiteX6" fmla="*/ 63088 w 83910"/>
                <a:gd name="connsiteY6" fmla="*/ 7823 h 153536"/>
                <a:gd name="connsiteX7" fmla="*/ 54648 w 83910"/>
                <a:gd name="connsiteY7" fmla="*/ 86 h 153536"/>
                <a:gd name="connsiteX8" fmla="*/ 42980 w 83910"/>
                <a:gd name="connsiteY8" fmla="*/ 10483 h 153536"/>
                <a:gd name="connsiteX9" fmla="*/ 33546 w 83910"/>
                <a:gd name="connsiteY9" fmla="*/ 46993 h 153536"/>
                <a:gd name="connsiteX10" fmla="*/ 8224 w 83910"/>
                <a:gd name="connsiteY10" fmla="*/ 46993 h 153536"/>
                <a:gd name="connsiteX11" fmla="*/ 280 w 83910"/>
                <a:gd name="connsiteY11" fmla="*/ 52313 h 153536"/>
                <a:gd name="connsiteX12" fmla="*/ 7727 w 83910"/>
                <a:gd name="connsiteY12" fmla="*/ 55698 h 153536"/>
                <a:gd name="connsiteX13" fmla="*/ 31312 w 83910"/>
                <a:gd name="connsiteY13" fmla="*/ 55698 h 153536"/>
                <a:gd name="connsiteX14" fmla="*/ 16664 w 83910"/>
                <a:gd name="connsiteY14" fmla="*/ 112760 h 153536"/>
                <a:gd name="connsiteX15" fmla="*/ 12941 w 83910"/>
                <a:gd name="connsiteY15" fmla="*/ 130653 h 153536"/>
                <a:gd name="connsiteX16" fmla="*/ 39504 w 83910"/>
                <a:gd name="connsiteY16" fmla="*/ 153623 h 153536"/>
                <a:gd name="connsiteX17" fmla="*/ 82701 w 83910"/>
                <a:gd name="connsiteY17" fmla="*/ 116629 h 153536"/>
                <a:gd name="connsiteX18" fmla="*/ 78728 w 83910"/>
                <a:gd name="connsiteY18" fmla="*/ 113486 h 153536"/>
                <a:gd name="connsiteX19" fmla="*/ 73515 w 83910"/>
                <a:gd name="connsiteY19" fmla="*/ 118080 h 153536"/>
                <a:gd name="connsiteX20" fmla="*/ 40249 w 83910"/>
                <a:gd name="connsiteY20" fmla="*/ 146853 h 153536"/>
                <a:gd name="connsiteX21" fmla="*/ 31560 w 83910"/>
                <a:gd name="connsiteY21" fmla="*/ 135005 h 153536"/>
                <a:gd name="connsiteX22" fmla="*/ 33049 w 83910"/>
                <a:gd name="connsiteY22" fmla="*/ 125092 h 153536"/>
                <a:gd name="connsiteX23" fmla="*/ 50924 w 8391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910" h="153536">
                  <a:moveTo>
                    <a:pt x="50924" y="55698"/>
                  </a:moveTo>
                  <a:lnTo>
                    <a:pt x="76246" y="55698"/>
                  </a:lnTo>
                  <a:cubicBezTo>
                    <a:pt x="80963" y="55698"/>
                    <a:pt x="84190" y="55698"/>
                    <a:pt x="84190" y="50379"/>
                  </a:cubicBezTo>
                  <a:cubicBezTo>
                    <a:pt x="84190" y="46993"/>
                    <a:pt x="80963" y="46993"/>
                    <a:pt x="76742" y="46993"/>
                  </a:cubicBezTo>
                  <a:lnTo>
                    <a:pt x="53158" y="46993"/>
                  </a:lnTo>
                  <a:lnTo>
                    <a:pt x="62344" y="11209"/>
                  </a:lnTo>
                  <a:cubicBezTo>
                    <a:pt x="62592" y="10000"/>
                    <a:pt x="63088" y="8791"/>
                    <a:pt x="63088" y="7823"/>
                  </a:cubicBezTo>
                  <a:cubicBezTo>
                    <a:pt x="63088" y="3471"/>
                    <a:pt x="59613" y="86"/>
                    <a:pt x="54648" y="86"/>
                  </a:cubicBezTo>
                  <a:cubicBezTo>
                    <a:pt x="48441" y="86"/>
                    <a:pt x="44717" y="4197"/>
                    <a:pt x="42980" y="10483"/>
                  </a:cubicBezTo>
                  <a:cubicBezTo>
                    <a:pt x="41242" y="16528"/>
                    <a:pt x="44469" y="4922"/>
                    <a:pt x="33546" y="46993"/>
                  </a:cubicBezTo>
                  <a:lnTo>
                    <a:pt x="8224" y="46993"/>
                  </a:lnTo>
                  <a:cubicBezTo>
                    <a:pt x="3507" y="46993"/>
                    <a:pt x="280" y="46993"/>
                    <a:pt x="280" y="52313"/>
                  </a:cubicBezTo>
                  <a:cubicBezTo>
                    <a:pt x="280" y="55698"/>
                    <a:pt x="3259" y="55698"/>
                    <a:pt x="7727" y="55698"/>
                  </a:cubicBezTo>
                  <a:lnTo>
                    <a:pt x="31312" y="55698"/>
                  </a:lnTo>
                  <a:lnTo>
                    <a:pt x="16664" y="112760"/>
                  </a:lnTo>
                  <a:cubicBezTo>
                    <a:pt x="15175" y="118805"/>
                    <a:pt x="12941" y="127510"/>
                    <a:pt x="12941" y="130653"/>
                  </a:cubicBezTo>
                  <a:cubicBezTo>
                    <a:pt x="12941" y="144919"/>
                    <a:pt x="25353" y="153623"/>
                    <a:pt x="39504" y="153623"/>
                  </a:cubicBezTo>
                  <a:cubicBezTo>
                    <a:pt x="67060" y="153623"/>
                    <a:pt x="82701" y="119772"/>
                    <a:pt x="82701" y="116629"/>
                  </a:cubicBezTo>
                  <a:cubicBezTo>
                    <a:pt x="82701" y="113486"/>
                    <a:pt x="79473" y="113486"/>
                    <a:pt x="78728" y="113486"/>
                  </a:cubicBezTo>
                  <a:cubicBezTo>
                    <a:pt x="75749" y="113486"/>
                    <a:pt x="75501" y="113969"/>
                    <a:pt x="73515" y="118080"/>
                  </a:cubicBezTo>
                  <a:cubicBezTo>
                    <a:pt x="66564" y="133313"/>
                    <a:pt x="53903" y="146853"/>
                    <a:pt x="40249" y="146853"/>
                  </a:cubicBezTo>
                  <a:cubicBezTo>
                    <a:pt x="35035" y="146853"/>
                    <a:pt x="31560" y="143710"/>
                    <a:pt x="31560" y="135005"/>
                  </a:cubicBezTo>
                  <a:cubicBezTo>
                    <a:pt x="31560" y="132587"/>
                    <a:pt x="32553" y="127510"/>
                    <a:pt x="33049" y="125092"/>
                  </a:cubicBezTo>
                  <a:lnTo>
                    <a:pt x="50924" y="55698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51ACB88-F2FE-3B4D-F0A2-B85271C42DB3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2391557" y="6660650"/>
              <a:ext cx="38657" cy="215538"/>
            </a:xfrm>
            <a:custGeom>
              <a:avLst/>
              <a:gdLst>
                <a:gd name="connsiteX0" fmla="*/ 37876 w 38657"/>
                <a:gd name="connsiteY0" fmla="*/ 18392 h 215538"/>
                <a:gd name="connsiteX1" fmla="*/ 19080 w 38657"/>
                <a:gd name="connsiteY1" fmla="*/ 85 h 215538"/>
                <a:gd name="connsiteX2" fmla="*/ 283 w 38657"/>
                <a:gd name="connsiteY2" fmla="*/ 18392 h 215538"/>
                <a:gd name="connsiteX3" fmla="*/ 19080 w 38657"/>
                <a:gd name="connsiteY3" fmla="*/ 36699 h 215538"/>
                <a:gd name="connsiteX4" fmla="*/ 37876 w 38657"/>
                <a:gd name="connsiteY4" fmla="*/ 18392 h 215538"/>
                <a:gd name="connsiteX5" fmla="*/ 31138 w 38657"/>
                <a:gd name="connsiteY5" fmla="*/ 145159 h 215538"/>
                <a:gd name="connsiteX6" fmla="*/ 8440 w 38657"/>
                <a:gd name="connsiteY6" fmla="*/ 207334 h 215538"/>
                <a:gd name="connsiteX7" fmla="*/ 5957 w 38657"/>
                <a:gd name="connsiteY7" fmla="*/ 211824 h 215538"/>
                <a:gd name="connsiteX8" fmla="*/ 9504 w 38657"/>
                <a:gd name="connsiteY8" fmla="*/ 215623 h 215538"/>
                <a:gd name="connsiteX9" fmla="*/ 38940 w 38657"/>
                <a:gd name="connsiteY9" fmla="*/ 147922 h 215538"/>
                <a:gd name="connsiteX10" fmla="*/ 19080 w 38657"/>
                <a:gd name="connsiteY10" fmla="*/ 112344 h 215538"/>
                <a:gd name="connsiteX11" fmla="*/ 283 w 38657"/>
                <a:gd name="connsiteY11" fmla="*/ 130651 h 215538"/>
                <a:gd name="connsiteX12" fmla="*/ 19080 w 38657"/>
                <a:gd name="connsiteY12" fmla="*/ 148958 h 215538"/>
                <a:gd name="connsiteX13" fmla="*/ 21917 w 38657"/>
                <a:gd name="connsiteY13" fmla="*/ 148613 h 215538"/>
                <a:gd name="connsiteX14" fmla="*/ 31138 w 38657"/>
                <a:gd name="connsiteY14" fmla="*/ 145159 h 215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657" h="215538">
                  <a:moveTo>
                    <a:pt x="37876" y="18392"/>
                  </a:moveTo>
                  <a:cubicBezTo>
                    <a:pt x="37876" y="8375"/>
                    <a:pt x="29364" y="85"/>
                    <a:pt x="19080" y="85"/>
                  </a:cubicBezTo>
                  <a:cubicBezTo>
                    <a:pt x="8795" y="85"/>
                    <a:pt x="283" y="8375"/>
                    <a:pt x="283" y="18392"/>
                  </a:cubicBezTo>
                  <a:cubicBezTo>
                    <a:pt x="283" y="28409"/>
                    <a:pt x="8795" y="36699"/>
                    <a:pt x="19080" y="36699"/>
                  </a:cubicBezTo>
                  <a:cubicBezTo>
                    <a:pt x="29364" y="36699"/>
                    <a:pt x="37876" y="28409"/>
                    <a:pt x="37876" y="18392"/>
                  </a:cubicBezTo>
                  <a:close/>
                  <a:moveTo>
                    <a:pt x="31138" y="145159"/>
                  </a:moveTo>
                  <a:cubicBezTo>
                    <a:pt x="31138" y="154830"/>
                    <a:pt x="31138" y="181773"/>
                    <a:pt x="8440" y="207334"/>
                  </a:cubicBezTo>
                  <a:cubicBezTo>
                    <a:pt x="5957" y="210097"/>
                    <a:pt x="5957" y="210788"/>
                    <a:pt x="5957" y="211824"/>
                  </a:cubicBezTo>
                  <a:cubicBezTo>
                    <a:pt x="5957" y="214242"/>
                    <a:pt x="7731" y="215623"/>
                    <a:pt x="9504" y="215623"/>
                  </a:cubicBezTo>
                  <a:cubicBezTo>
                    <a:pt x="13405" y="215623"/>
                    <a:pt x="38940" y="187990"/>
                    <a:pt x="38940" y="147922"/>
                  </a:cubicBezTo>
                  <a:cubicBezTo>
                    <a:pt x="38940" y="137905"/>
                    <a:pt x="38231" y="112344"/>
                    <a:pt x="19080" y="112344"/>
                  </a:cubicBezTo>
                  <a:cubicBezTo>
                    <a:pt x="6667" y="112344"/>
                    <a:pt x="283" y="121671"/>
                    <a:pt x="283" y="130651"/>
                  </a:cubicBezTo>
                  <a:cubicBezTo>
                    <a:pt x="283" y="139632"/>
                    <a:pt x="6312" y="148958"/>
                    <a:pt x="19080" y="148958"/>
                  </a:cubicBezTo>
                  <a:cubicBezTo>
                    <a:pt x="20853" y="148958"/>
                    <a:pt x="21562" y="148958"/>
                    <a:pt x="21917" y="148613"/>
                  </a:cubicBezTo>
                  <a:cubicBezTo>
                    <a:pt x="24399" y="148268"/>
                    <a:pt x="28301" y="147577"/>
                    <a:pt x="31138" y="145159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7E78F8D7-5D15-A1D9-4264-1EB915727090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2531801" y="6654087"/>
              <a:ext cx="143633" cy="155436"/>
            </a:xfrm>
            <a:custGeom>
              <a:avLst/>
              <a:gdLst>
                <a:gd name="connsiteX0" fmla="*/ 59160 w 143633"/>
                <a:gd name="connsiteY0" fmla="*/ 39117 h 155436"/>
                <a:gd name="connsiteX1" fmla="*/ 59160 w 143633"/>
                <a:gd name="connsiteY1" fmla="*/ 85 h 155436"/>
                <a:gd name="connsiteX2" fmla="*/ 287 w 143633"/>
                <a:gd name="connsiteY2" fmla="*/ 2848 h 155436"/>
                <a:gd name="connsiteX3" fmla="*/ 287 w 143633"/>
                <a:gd name="connsiteY3" fmla="*/ 19082 h 155436"/>
                <a:gd name="connsiteX4" fmla="*/ 24758 w 143633"/>
                <a:gd name="connsiteY4" fmla="*/ 32554 h 155436"/>
                <a:gd name="connsiteX5" fmla="*/ 24758 w 143633"/>
                <a:gd name="connsiteY5" fmla="*/ 139287 h 155436"/>
                <a:gd name="connsiteX6" fmla="*/ 287 w 143633"/>
                <a:gd name="connsiteY6" fmla="*/ 139287 h 155436"/>
                <a:gd name="connsiteX7" fmla="*/ 287 w 143633"/>
                <a:gd name="connsiteY7" fmla="*/ 155521 h 155436"/>
                <a:gd name="connsiteX8" fmla="*/ 44974 w 143633"/>
                <a:gd name="connsiteY8" fmla="*/ 154485 h 155436"/>
                <a:gd name="connsiteX9" fmla="*/ 93915 w 143633"/>
                <a:gd name="connsiteY9" fmla="*/ 155521 h 155436"/>
                <a:gd name="connsiteX10" fmla="*/ 93915 w 143633"/>
                <a:gd name="connsiteY10" fmla="*/ 139287 h 155436"/>
                <a:gd name="connsiteX11" fmla="*/ 63061 w 143633"/>
                <a:gd name="connsiteY11" fmla="*/ 139287 h 155436"/>
                <a:gd name="connsiteX12" fmla="*/ 63061 w 143633"/>
                <a:gd name="connsiteY12" fmla="*/ 78839 h 155436"/>
                <a:gd name="connsiteX13" fmla="*/ 107392 w 143633"/>
                <a:gd name="connsiteY13" fmla="*/ 12520 h 155436"/>
                <a:gd name="connsiteX14" fmla="*/ 100654 w 143633"/>
                <a:gd name="connsiteY14" fmla="*/ 28409 h 155436"/>
                <a:gd name="connsiteX15" fmla="*/ 122288 w 143633"/>
                <a:gd name="connsiteY15" fmla="*/ 49479 h 155436"/>
                <a:gd name="connsiteX16" fmla="*/ 143921 w 143633"/>
                <a:gd name="connsiteY16" fmla="*/ 28409 h 155436"/>
                <a:gd name="connsiteX17" fmla="*/ 106328 w 143633"/>
                <a:gd name="connsiteY17" fmla="*/ 85 h 155436"/>
                <a:gd name="connsiteX18" fmla="*/ 59160 w 143633"/>
                <a:gd name="connsiteY18" fmla="*/ 39117 h 155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3633" h="155436">
                  <a:moveTo>
                    <a:pt x="59160" y="39117"/>
                  </a:moveTo>
                  <a:lnTo>
                    <a:pt x="59160" y="85"/>
                  </a:lnTo>
                  <a:lnTo>
                    <a:pt x="287" y="2848"/>
                  </a:lnTo>
                  <a:lnTo>
                    <a:pt x="287" y="19082"/>
                  </a:lnTo>
                  <a:cubicBezTo>
                    <a:pt x="22276" y="19082"/>
                    <a:pt x="24758" y="19082"/>
                    <a:pt x="24758" y="32554"/>
                  </a:cubicBezTo>
                  <a:lnTo>
                    <a:pt x="24758" y="139287"/>
                  </a:lnTo>
                  <a:lnTo>
                    <a:pt x="287" y="139287"/>
                  </a:lnTo>
                  <a:lnTo>
                    <a:pt x="287" y="155521"/>
                  </a:lnTo>
                  <a:cubicBezTo>
                    <a:pt x="12700" y="155176"/>
                    <a:pt x="28660" y="154485"/>
                    <a:pt x="44974" y="154485"/>
                  </a:cubicBezTo>
                  <a:cubicBezTo>
                    <a:pt x="58450" y="154485"/>
                    <a:pt x="81148" y="154485"/>
                    <a:pt x="93915" y="155521"/>
                  </a:cubicBezTo>
                  <a:lnTo>
                    <a:pt x="93915" y="139287"/>
                  </a:lnTo>
                  <a:lnTo>
                    <a:pt x="63061" y="139287"/>
                  </a:lnTo>
                  <a:lnTo>
                    <a:pt x="63061" y="78839"/>
                  </a:lnTo>
                  <a:cubicBezTo>
                    <a:pt x="63061" y="54660"/>
                    <a:pt x="71927" y="12520"/>
                    <a:pt x="107392" y="12520"/>
                  </a:cubicBezTo>
                  <a:cubicBezTo>
                    <a:pt x="107038" y="12865"/>
                    <a:pt x="100654" y="18392"/>
                    <a:pt x="100654" y="28409"/>
                  </a:cubicBezTo>
                  <a:cubicBezTo>
                    <a:pt x="100654" y="42571"/>
                    <a:pt x="112003" y="49479"/>
                    <a:pt x="122288" y="49479"/>
                  </a:cubicBezTo>
                  <a:cubicBezTo>
                    <a:pt x="132573" y="49479"/>
                    <a:pt x="143921" y="42225"/>
                    <a:pt x="143921" y="28409"/>
                  </a:cubicBezTo>
                  <a:cubicBezTo>
                    <a:pt x="143921" y="10102"/>
                    <a:pt x="124770" y="85"/>
                    <a:pt x="106328" y="85"/>
                  </a:cubicBezTo>
                  <a:cubicBezTo>
                    <a:pt x="81503" y="85"/>
                    <a:pt x="67317" y="17355"/>
                    <a:pt x="59160" y="39117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02B802F-2326-490A-CD03-3F1010692012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2697072" y="6710216"/>
              <a:ext cx="83910" cy="153536"/>
            </a:xfrm>
            <a:custGeom>
              <a:avLst/>
              <a:gdLst>
                <a:gd name="connsiteX0" fmla="*/ 50936 w 83910"/>
                <a:gd name="connsiteY0" fmla="*/ 55698 h 153536"/>
                <a:gd name="connsiteX1" fmla="*/ 76259 w 83910"/>
                <a:gd name="connsiteY1" fmla="*/ 55698 h 153536"/>
                <a:gd name="connsiteX2" fmla="*/ 84203 w 83910"/>
                <a:gd name="connsiteY2" fmla="*/ 50379 h 153536"/>
                <a:gd name="connsiteX3" fmla="*/ 76755 w 83910"/>
                <a:gd name="connsiteY3" fmla="*/ 46993 h 153536"/>
                <a:gd name="connsiteX4" fmla="*/ 53171 w 83910"/>
                <a:gd name="connsiteY4" fmla="*/ 46993 h 153536"/>
                <a:gd name="connsiteX5" fmla="*/ 62356 w 83910"/>
                <a:gd name="connsiteY5" fmla="*/ 11209 h 153536"/>
                <a:gd name="connsiteX6" fmla="*/ 63101 w 83910"/>
                <a:gd name="connsiteY6" fmla="*/ 7823 h 153536"/>
                <a:gd name="connsiteX7" fmla="*/ 54660 w 83910"/>
                <a:gd name="connsiteY7" fmla="*/ 86 h 153536"/>
                <a:gd name="connsiteX8" fmla="*/ 42992 w 83910"/>
                <a:gd name="connsiteY8" fmla="*/ 10483 h 153536"/>
                <a:gd name="connsiteX9" fmla="*/ 33558 w 83910"/>
                <a:gd name="connsiteY9" fmla="*/ 46993 h 153536"/>
                <a:gd name="connsiteX10" fmla="*/ 8236 w 83910"/>
                <a:gd name="connsiteY10" fmla="*/ 46993 h 153536"/>
                <a:gd name="connsiteX11" fmla="*/ 292 w 83910"/>
                <a:gd name="connsiteY11" fmla="*/ 52313 h 153536"/>
                <a:gd name="connsiteX12" fmla="*/ 7740 w 83910"/>
                <a:gd name="connsiteY12" fmla="*/ 55698 h 153536"/>
                <a:gd name="connsiteX13" fmla="*/ 31324 w 83910"/>
                <a:gd name="connsiteY13" fmla="*/ 55698 h 153536"/>
                <a:gd name="connsiteX14" fmla="*/ 16677 w 83910"/>
                <a:gd name="connsiteY14" fmla="*/ 112760 h 153536"/>
                <a:gd name="connsiteX15" fmla="*/ 12953 w 83910"/>
                <a:gd name="connsiteY15" fmla="*/ 130653 h 153536"/>
                <a:gd name="connsiteX16" fmla="*/ 39517 w 83910"/>
                <a:gd name="connsiteY16" fmla="*/ 153623 h 153536"/>
                <a:gd name="connsiteX17" fmla="*/ 82713 w 83910"/>
                <a:gd name="connsiteY17" fmla="*/ 116629 h 153536"/>
                <a:gd name="connsiteX18" fmla="*/ 78741 w 83910"/>
                <a:gd name="connsiteY18" fmla="*/ 113486 h 153536"/>
                <a:gd name="connsiteX19" fmla="*/ 73528 w 83910"/>
                <a:gd name="connsiteY19" fmla="*/ 118080 h 153536"/>
                <a:gd name="connsiteX20" fmla="*/ 40261 w 83910"/>
                <a:gd name="connsiteY20" fmla="*/ 146853 h 153536"/>
                <a:gd name="connsiteX21" fmla="*/ 31572 w 83910"/>
                <a:gd name="connsiteY21" fmla="*/ 135005 h 153536"/>
                <a:gd name="connsiteX22" fmla="*/ 33062 w 83910"/>
                <a:gd name="connsiteY22" fmla="*/ 125092 h 153536"/>
                <a:gd name="connsiteX23" fmla="*/ 50936 w 8391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910" h="153536">
                  <a:moveTo>
                    <a:pt x="50936" y="55698"/>
                  </a:moveTo>
                  <a:lnTo>
                    <a:pt x="76259" y="55698"/>
                  </a:lnTo>
                  <a:cubicBezTo>
                    <a:pt x="80975" y="55698"/>
                    <a:pt x="84203" y="55698"/>
                    <a:pt x="84203" y="50379"/>
                  </a:cubicBezTo>
                  <a:cubicBezTo>
                    <a:pt x="84203" y="46993"/>
                    <a:pt x="80975" y="46993"/>
                    <a:pt x="76755" y="46993"/>
                  </a:cubicBezTo>
                  <a:lnTo>
                    <a:pt x="53171" y="46993"/>
                  </a:lnTo>
                  <a:lnTo>
                    <a:pt x="62356" y="11209"/>
                  </a:lnTo>
                  <a:cubicBezTo>
                    <a:pt x="62604" y="10000"/>
                    <a:pt x="63101" y="8791"/>
                    <a:pt x="63101" y="7823"/>
                  </a:cubicBezTo>
                  <a:cubicBezTo>
                    <a:pt x="63101" y="3471"/>
                    <a:pt x="59625" y="86"/>
                    <a:pt x="54660" y="86"/>
                  </a:cubicBezTo>
                  <a:cubicBezTo>
                    <a:pt x="48454" y="86"/>
                    <a:pt x="44730" y="4197"/>
                    <a:pt x="42992" y="10483"/>
                  </a:cubicBezTo>
                  <a:cubicBezTo>
                    <a:pt x="41254" y="16528"/>
                    <a:pt x="44482" y="4922"/>
                    <a:pt x="33558" y="46993"/>
                  </a:cubicBezTo>
                  <a:lnTo>
                    <a:pt x="8236" y="46993"/>
                  </a:lnTo>
                  <a:cubicBezTo>
                    <a:pt x="3519" y="46993"/>
                    <a:pt x="292" y="46993"/>
                    <a:pt x="292" y="52313"/>
                  </a:cubicBezTo>
                  <a:cubicBezTo>
                    <a:pt x="292" y="55698"/>
                    <a:pt x="3271" y="55698"/>
                    <a:pt x="7740" y="55698"/>
                  </a:cubicBezTo>
                  <a:lnTo>
                    <a:pt x="31324" y="55698"/>
                  </a:lnTo>
                  <a:lnTo>
                    <a:pt x="16677" y="112760"/>
                  </a:lnTo>
                  <a:cubicBezTo>
                    <a:pt x="15188" y="118805"/>
                    <a:pt x="12953" y="127510"/>
                    <a:pt x="12953" y="130653"/>
                  </a:cubicBezTo>
                  <a:cubicBezTo>
                    <a:pt x="12953" y="144919"/>
                    <a:pt x="25366" y="153623"/>
                    <a:pt x="39517" y="153623"/>
                  </a:cubicBezTo>
                  <a:cubicBezTo>
                    <a:pt x="67073" y="153623"/>
                    <a:pt x="82713" y="119772"/>
                    <a:pt x="82713" y="116629"/>
                  </a:cubicBezTo>
                  <a:cubicBezTo>
                    <a:pt x="82713" y="113486"/>
                    <a:pt x="79486" y="113486"/>
                    <a:pt x="78741" y="113486"/>
                  </a:cubicBezTo>
                  <a:cubicBezTo>
                    <a:pt x="75762" y="113486"/>
                    <a:pt x="75514" y="113969"/>
                    <a:pt x="73528" y="118080"/>
                  </a:cubicBezTo>
                  <a:cubicBezTo>
                    <a:pt x="66577" y="133313"/>
                    <a:pt x="53915" y="146853"/>
                    <a:pt x="40261" y="146853"/>
                  </a:cubicBezTo>
                  <a:cubicBezTo>
                    <a:pt x="35048" y="146853"/>
                    <a:pt x="31572" y="143710"/>
                    <a:pt x="31572" y="135005"/>
                  </a:cubicBezTo>
                  <a:cubicBezTo>
                    <a:pt x="31572" y="132587"/>
                    <a:pt x="32565" y="127510"/>
                    <a:pt x="33062" y="125092"/>
                  </a:cubicBezTo>
                  <a:lnTo>
                    <a:pt x="50936" y="55698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AE757BB5-7EEA-7367-A605-26023F8DEE4C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2913375" y="6648906"/>
              <a:ext cx="130866" cy="148873"/>
            </a:xfrm>
            <a:custGeom>
              <a:avLst/>
              <a:gdLst>
                <a:gd name="connsiteX0" fmla="*/ 74775 w 130866"/>
                <a:gd name="connsiteY0" fmla="*/ 13210 h 148873"/>
                <a:gd name="connsiteX1" fmla="*/ 65908 w 130866"/>
                <a:gd name="connsiteY1" fmla="*/ 85 h 148873"/>
                <a:gd name="connsiteX2" fmla="*/ 56687 w 130866"/>
                <a:gd name="connsiteY2" fmla="*/ 9065 h 148873"/>
                <a:gd name="connsiteX3" fmla="*/ 56687 w 130866"/>
                <a:gd name="connsiteY3" fmla="*/ 13556 h 148873"/>
                <a:gd name="connsiteX4" fmla="*/ 61653 w 130866"/>
                <a:gd name="connsiteY4" fmla="*/ 67095 h 148873"/>
                <a:gd name="connsiteX5" fmla="*/ 16257 w 130866"/>
                <a:gd name="connsiteY5" fmla="*/ 34972 h 148873"/>
                <a:gd name="connsiteX6" fmla="*/ 9873 w 130866"/>
                <a:gd name="connsiteY6" fmla="*/ 32554 h 148873"/>
                <a:gd name="connsiteX7" fmla="*/ 298 w 130866"/>
                <a:gd name="connsiteY7" fmla="*/ 42225 h 148873"/>
                <a:gd name="connsiteX8" fmla="*/ 7391 w 130866"/>
                <a:gd name="connsiteY8" fmla="*/ 50861 h 148873"/>
                <a:gd name="connsiteX9" fmla="*/ 57751 w 130866"/>
                <a:gd name="connsiteY9" fmla="*/ 74349 h 148873"/>
                <a:gd name="connsiteX10" fmla="*/ 8810 w 130866"/>
                <a:gd name="connsiteY10" fmla="*/ 97492 h 148873"/>
                <a:gd name="connsiteX11" fmla="*/ 298 w 130866"/>
                <a:gd name="connsiteY11" fmla="*/ 106818 h 148873"/>
                <a:gd name="connsiteX12" fmla="*/ 9873 w 130866"/>
                <a:gd name="connsiteY12" fmla="*/ 116489 h 148873"/>
                <a:gd name="connsiteX13" fmla="*/ 21932 w 130866"/>
                <a:gd name="connsiteY13" fmla="*/ 109927 h 148873"/>
                <a:gd name="connsiteX14" fmla="*/ 61653 w 130866"/>
                <a:gd name="connsiteY14" fmla="*/ 81948 h 148873"/>
                <a:gd name="connsiteX15" fmla="*/ 56333 w 130866"/>
                <a:gd name="connsiteY15" fmla="*/ 139978 h 148873"/>
                <a:gd name="connsiteX16" fmla="*/ 65554 w 130866"/>
                <a:gd name="connsiteY16" fmla="*/ 148958 h 148873"/>
                <a:gd name="connsiteX17" fmla="*/ 75129 w 130866"/>
                <a:gd name="connsiteY17" fmla="*/ 139978 h 148873"/>
                <a:gd name="connsiteX18" fmla="*/ 69810 w 130866"/>
                <a:gd name="connsiteY18" fmla="*/ 81948 h 148873"/>
                <a:gd name="connsiteX19" fmla="*/ 115205 w 130866"/>
                <a:gd name="connsiteY19" fmla="*/ 114072 h 148873"/>
                <a:gd name="connsiteX20" fmla="*/ 121589 w 130866"/>
                <a:gd name="connsiteY20" fmla="*/ 116489 h 148873"/>
                <a:gd name="connsiteX21" fmla="*/ 131164 w 130866"/>
                <a:gd name="connsiteY21" fmla="*/ 106818 h 148873"/>
                <a:gd name="connsiteX22" fmla="*/ 123717 w 130866"/>
                <a:gd name="connsiteY22" fmla="*/ 97837 h 148873"/>
                <a:gd name="connsiteX23" fmla="*/ 73711 w 130866"/>
                <a:gd name="connsiteY23" fmla="*/ 74694 h 148873"/>
                <a:gd name="connsiteX24" fmla="*/ 122653 w 130866"/>
                <a:gd name="connsiteY24" fmla="*/ 51551 h 148873"/>
                <a:gd name="connsiteX25" fmla="*/ 131164 w 130866"/>
                <a:gd name="connsiteY25" fmla="*/ 42225 h 148873"/>
                <a:gd name="connsiteX26" fmla="*/ 121589 w 130866"/>
                <a:gd name="connsiteY26" fmla="*/ 32554 h 148873"/>
                <a:gd name="connsiteX27" fmla="*/ 109531 w 130866"/>
                <a:gd name="connsiteY27" fmla="*/ 39117 h 148873"/>
                <a:gd name="connsiteX28" fmla="*/ 69810 w 130866"/>
                <a:gd name="connsiteY28" fmla="*/ 67095 h 148873"/>
                <a:gd name="connsiteX29" fmla="*/ 74775 w 130866"/>
                <a:gd name="connsiteY29" fmla="*/ 13210 h 148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0866" h="148873">
                  <a:moveTo>
                    <a:pt x="74775" y="13210"/>
                  </a:moveTo>
                  <a:cubicBezTo>
                    <a:pt x="75129" y="8375"/>
                    <a:pt x="75129" y="85"/>
                    <a:pt x="65908" y="85"/>
                  </a:cubicBezTo>
                  <a:cubicBezTo>
                    <a:pt x="60234" y="85"/>
                    <a:pt x="55624" y="4575"/>
                    <a:pt x="56687" y="9065"/>
                  </a:cubicBezTo>
                  <a:lnTo>
                    <a:pt x="56687" y="13556"/>
                  </a:lnTo>
                  <a:lnTo>
                    <a:pt x="61653" y="67095"/>
                  </a:lnTo>
                  <a:lnTo>
                    <a:pt x="16257" y="34972"/>
                  </a:lnTo>
                  <a:cubicBezTo>
                    <a:pt x="13065" y="33245"/>
                    <a:pt x="12356" y="32554"/>
                    <a:pt x="9873" y="32554"/>
                  </a:cubicBezTo>
                  <a:cubicBezTo>
                    <a:pt x="4908" y="32554"/>
                    <a:pt x="298" y="37389"/>
                    <a:pt x="298" y="42225"/>
                  </a:cubicBezTo>
                  <a:cubicBezTo>
                    <a:pt x="298" y="47752"/>
                    <a:pt x="3844" y="49134"/>
                    <a:pt x="7391" y="50861"/>
                  </a:cubicBezTo>
                  <a:lnTo>
                    <a:pt x="57751" y="74349"/>
                  </a:lnTo>
                  <a:lnTo>
                    <a:pt x="8810" y="97492"/>
                  </a:lnTo>
                  <a:cubicBezTo>
                    <a:pt x="3135" y="100255"/>
                    <a:pt x="298" y="101637"/>
                    <a:pt x="298" y="106818"/>
                  </a:cubicBezTo>
                  <a:cubicBezTo>
                    <a:pt x="298" y="111999"/>
                    <a:pt x="4908" y="116489"/>
                    <a:pt x="9873" y="116489"/>
                  </a:cubicBezTo>
                  <a:cubicBezTo>
                    <a:pt x="12356" y="116489"/>
                    <a:pt x="13065" y="116489"/>
                    <a:pt x="21932" y="109927"/>
                  </a:cubicBezTo>
                  <a:lnTo>
                    <a:pt x="61653" y="81948"/>
                  </a:lnTo>
                  <a:lnTo>
                    <a:pt x="56333" y="139978"/>
                  </a:lnTo>
                  <a:cubicBezTo>
                    <a:pt x="56333" y="147231"/>
                    <a:pt x="62717" y="148958"/>
                    <a:pt x="65554" y="148958"/>
                  </a:cubicBezTo>
                  <a:cubicBezTo>
                    <a:pt x="69810" y="148958"/>
                    <a:pt x="75129" y="146541"/>
                    <a:pt x="75129" y="139978"/>
                  </a:cubicBezTo>
                  <a:lnTo>
                    <a:pt x="69810" y="81948"/>
                  </a:lnTo>
                  <a:lnTo>
                    <a:pt x="115205" y="114072"/>
                  </a:lnTo>
                  <a:cubicBezTo>
                    <a:pt x="118397" y="115799"/>
                    <a:pt x="119106" y="116489"/>
                    <a:pt x="121589" y="116489"/>
                  </a:cubicBezTo>
                  <a:cubicBezTo>
                    <a:pt x="126554" y="116489"/>
                    <a:pt x="131164" y="111654"/>
                    <a:pt x="131164" y="106818"/>
                  </a:cubicBezTo>
                  <a:cubicBezTo>
                    <a:pt x="131164" y="101637"/>
                    <a:pt x="127972" y="99910"/>
                    <a:pt x="123717" y="97837"/>
                  </a:cubicBezTo>
                  <a:cubicBezTo>
                    <a:pt x="102438" y="87475"/>
                    <a:pt x="101728" y="87475"/>
                    <a:pt x="73711" y="74694"/>
                  </a:cubicBezTo>
                  <a:lnTo>
                    <a:pt x="122653" y="51551"/>
                  </a:lnTo>
                  <a:cubicBezTo>
                    <a:pt x="128327" y="48788"/>
                    <a:pt x="131164" y="47407"/>
                    <a:pt x="131164" y="42225"/>
                  </a:cubicBezTo>
                  <a:cubicBezTo>
                    <a:pt x="131164" y="37044"/>
                    <a:pt x="126554" y="32554"/>
                    <a:pt x="121589" y="32554"/>
                  </a:cubicBezTo>
                  <a:cubicBezTo>
                    <a:pt x="119106" y="32554"/>
                    <a:pt x="118397" y="32554"/>
                    <a:pt x="109531" y="39117"/>
                  </a:cubicBezTo>
                  <a:lnTo>
                    <a:pt x="69810" y="67095"/>
                  </a:lnTo>
                  <a:lnTo>
                    <a:pt x="74775" y="13210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AD65AA8-11DE-8722-B8FC-F552FBD1DCFF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3162418" y="6569806"/>
              <a:ext cx="202151" cy="239717"/>
            </a:xfrm>
            <a:custGeom>
              <a:avLst/>
              <a:gdLst>
                <a:gd name="connsiteX0" fmla="*/ 24776 w 202151"/>
                <a:gd name="connsiteY0" fmla="*/ 223568 h 239717"/>
                <a:gd name="connsiteX1" fmla="*/ 305 w 202151"/>
                <a:gd name="connsiteY1" fmla="*/ 223568 h 239717"/>
                <a:gd name="connsiteX2" fmla="*/ 305 w 202151"/>
                <a:gd name="connsiteY2" fmla="*/ 239802 h 239717"/>
                <a:gd name="connsiteX3" fmla="*/ 44991 w 202151"/>
                <a:gd name="connsiteY3" fmla="*/ 238766 h 239717"/>
                <a:gd name="connsiteX4" fmla="*/ 89677 w 202151"/>
                <a:gd name="connsiteY4" fmla="*/ 239802 h 239717"/>
                <a:gd name="connsiteX5" fmla="*/ 89677 w 202151"/>
                <a:gd name="connsiteY5" fmla="*/ 223568 h 239717"/>
                <a:gd name="connsiteX6" fmla="*/ 65206 w 202151"/>
                <a:gd name="connsiteY6" fmla="*/ 223568 h 239717"/>
                <a:gd name="connsiteX7" fmla="*/ 65206 w 202151"/>
                <a:gd name="connsiteY7" fmla="*/ 151376 h 239717"/>
                <a:gd name="connsiteX8" fmla="*/ 118049 w 202151"/>
                <a:gd name="connsiteY8" fmla="*/ 96801 h 239717"/>
                <a:gd name="connsiteX9" fmla="*/ 137555 w 202151"/>
                <a:gd name="connsiteY9" fmla="*/ 130306 h 239717"/>
                <a:gd name="connsiteX10" fmla="*/ 137555 w 202151"/>
                <a:gd name="connsiteY10" fmla="*/ 223568 h 239717"/>
                <a:gd name="connsiteX11" fmla="*/ 113084 w 202151"/>
                <a:gd name="connsiteY11" fmla="*/ 223568 h 239717"/>
                <a:gd name="connsiteX12" fmla="*/ 113084 w 202151"/>
                <a:gd name="connsiteY12" fmla="*/ 239802 h 239717"/>
                <a:gd name="connsiteX13" fmla="*/ 157770 w 202151"/>
                <a:gd name="connsiteY13" fmla="*/ 238766 h 239717"/>
                <a:gd name="connsiteX14" fmla="*/ 202457 w 202151"/>
                <a:gd name="connsiteY14" fmla="*/ 239802 h 239717"/>
                <a:gd name="connsiteX15" fmla="*/ 202457 w 202151"/>
                <a:gd name="connsiteY15" fmla="*/ 223568 h 239717"/>
                <a:gd name="connsiteX16" fmla="*/ 177986 w 202151"/>
                <a:gd name="connsiteY16" fmla="*/ 223568 h 239717"/>
                <a:gd name="connsiteX17" fmla="*/ 177986 w 202151"/>
                <a:gd name="connsiteY17" fmla="*/ 134106 h 239717"/>
                <a:gd name="connsiteX18" fmla="*/ 123369 w 202151"/>
                <a:gd name="connsiteY18" fmla="*/ 84366 h 239717"/>
                <a:gd name="connsiteX19" fmla="*/ 63078 w 202151"/>
                <a:gd name="connsiteY19" fmla="*/ 118217 h 239717"/>
                <a:gd name="connsiteX20" fmla="*/ 63078 w 202151"/>
                <a:gd name="connsiteY20" fmla="*/ 85 h 239717"/>
                <a:gd name="connsiteX21" fmla="*/ 305 w 202151"/>
                <a:gd name="connsiteY21" fmla="*/ 2848 h 239717"/>
                <a:gd name="connsiteX22" fmla="*/ 305 w 202151"/>
                <a:gd name="connsiteY22" fmla="*/ 19082 h 239717"/>
                <a:gd name="connsiteX23" fmla="*/ 24776 w 202151"/>
                <a:gd name="connsiteY23" fmla="*/ 32554 h 239717"/>
                <a:gd name="connsiteX24" fmla="*/ 24776 w 202151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2151" h="239717">
                  <a:moveTo>
                    <a:pt x="24776" y="223568"/>
                  </a:moveTo>
                  <a:lnTo>
                    <a:pt x="305" y="223568"/>
                  </a:lnTo>
                  <a:lnTo>
                    <a:pt x="305" y="239802"/>
                  </a:lnTo>
                  <a:cubicBezTo>
                    <a:pt x="10235" y="239457"/>
                    <a:pt x="31514" y="238766"/>
                    <a:pt x="44991" y="238766"/>
                  </a:cubicBezTo>
                  <a:cubicBezTo>
                    <a:pt x="58823" y="238766"/>
                    <a:pt x="79747" y="239457"/>
                    <a:pt x="89677" y="239802"/>
                  </a:cubicBezTo>
                  <a:lnTo>
                    <a:pt x="89677" y="223568"/>
                  </a:lnTo>
                  <a:lnTo>
                    <a:pt x="65206" y="223568"/>
                  </a:lnTo>
                  <a:lnTo>
                    <a:pt x="65206" y="151376"/>
                  </a:lnTo>
                  <a:cubicBezTo>
                    <a:pt x="65206" y="113726"/>
                    <a:pt x="95706" y="96801"/>
                    <a:pt x="118049" y="96801"/>
                  </a:cubicBezTo>
                  <a:cubicBezTo>
                    <a:pt x="130108" y="96801"/>
                    <a:pt x="137555" y="104054"/>
                    <a:pt x="137555" y="130306"/>
                  </a:cubicBezTo>
                  <a:lnTo>
                    <a:pt x="137555" y="223568"/>
                  </a:lnTo>
                  <a:lnTo>
                    <a:pt x="113084" y="223568"/>
                  </a:lnTo>
                  <a:lnTo>
                    <a:pt x="113084" y="239802"/>
                  </a:lnTo>
                  <a:cubicBezTo>
                    <a:pt x="123015" y="239457"/>
                    <a:pt x="144294" y="238766"/>
                    <a:pt x="157770" y="238766"/>
                  </a:cubicBezTo>
                  <a:cubicBezTo>
                    <a:pt x="171602" y="238766"/>
                    <a:pt x="192526" y="239457"/>
                    <a:pt x="202457" y="239802"/>
                  </a:cubicBezTo>
                  <a:lnTo>
                    <a:pt x="202457" y="223568"/>
                  </a:lnTo>
                  <a:lnTo>
                    <a:pt x="177986" y="223568"/>
                  </a:lnTo>
                  <a:lnTo>
                    <a:pt x="177986" y="134106"/>
                  </a:lnTo>
                  <a:cubicBezTo>
                    <a:pt x="177986" y="97837"/>
                    <a:pt x="158834" y="84366"/>
                    <a:pt x="123369" y="84366"/>
                  </a:cubicBezTo>
                  <a:cubicBezTo>
                    <a:pt x="89323" y="84366"/>
                    <a:pt x="71235" y="104400"/>
                    <a:pt x="63078" y="118217"/>
                  </a:cubicBezTo>
                  <a:lnTo>
                    <a:pt x="63078" y="85"/>
                  </a:lnTo>
                  <a:lnTo>
                    <a:pt x="305" y="2848"/>
                  </a:lnTo>
                  <a:lnTo>
                    <a:pt x="305" y="19082"/>
                  </a:lnTo>
                  <a:cubicBezTo>
                    <a:pt x="22293" y="19082"/>
                    <a:pt x="24776" y="19082"/>
                    <a:pt x="24776" y="32554"/>
                  </a:cubicBezTo>
                  <a:lnTo>
                    <a:pt x="24776" y="223568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1BF0BC11-B630-9816-9B45-63C4DD017245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3383467" y="6710216"/>
              <a:ext cx="83910" cy="153536"/>
            </a:xfrm>
            <a:custGeom>
              <a:avLst/>
              <a:gdLst>
                <a:gd name="connsiteX0" fmla="*/ 50956 w 83910"/>
                <a:gd name="connsiteY0" fmla="*/ 55698 h 153536"/>
                <a:gd name="connsiteX1" fmla="*/ 76278 w 83910"/>
                <a:gd name="connsiteY1" fmla="*/ 55698 h 153536"/>
                <a:gd name="connsiteX2" fmla="*/ 84222 w 83910"/>
                <a:gd name="connsiteY2" fmla="*/ 50379 h 153536"/>
                <a:gd name="connsiteX3" fmla="*/ 76774 w 83910"/>
                <a:gd name="connsiteY3" fmla="*/ 46993 h 153536"/>
                <a:gd name="connsiteX4" fmla="*/ 53190 w 83910"/>
                <a:gd name="connsiteY4" fmla="*/ 46993 h 153536"/>
                <a:gd name="connsiteX5" fmla="*/ 62375 w 83910"/>
                <a:gd name="connsiteY5" fmla="*/ 11209 h 153536"/>
                <a:gd name="connsiteX6" fmla="*/ 63120 w 83910"/>
                <a:gd name="connsiteY6" fmla="*/ 7823 h 153536"/>
                <a:gd name="connsiteX7" fmla="*/ 54680 w 83910"/>
                <a:gd name="connsiteY7" fmla="*/ 86 h 153536"/>
                <a:gd name="connsiteX8" fmla="*/ 43011 w 83910"/>
                <a:gd name="connsiteY8" fmla="*/ 10483 h 153536"/>
                <a:gd name="connsiteX9" fmla="*/ 33578 w 83910"/>
                <a:gd name="connsiteY9" fmla="*/ 46993 h 153536"/>
                <a:gd name="connsiteX10" fmla="*/ 8256 w 83910"/>
                <a:gd name="connsiteY10" fmla="*/ 46993 h 153536"/>
                <a:gd name="connsiteX11" fmla="*/ 311 w 83910"/>
                <a:gd name="connsiteY11" fmla="*/ 52313 h 153536"/>
                <a:gd name="connsiteX12" fmla="*/ 7759 w 83910"/>
                <a:gd name="connsiteY12" fmla="*/ 55698 h 153536"/>
                <a:gd name="connsiteX13" fmla="*/ 31343 w 83910"/>
                <a:gd name="connsiteY13" fmla="*/ 55698 h 153536"/>
                <a:gd name="connsiteX14" fmla="*/ 16696 w 83910"/>
                <a:gd name="connsiteY14" fmla="*/ 112760 h 153536"/>
                <a:gd name="connsiteX15" fmla="*/ 12973 w 83910"/>
                <a:gd name="connsiteY15" fmla="*/ 130653 h 153536"/>
                <a:gd name="connsiteX16" fmla="*/ 39536 w 83910"/>
                <a:gd name="connsiteY16" fmla="*/ 153623 h 153536"/>
                <a:gd name="connsiteX17" fmla="*/ 82732 w 83910"/>
                <a:gd name="connsiteY17" fmla="*/ 116629 h 153536"/>
                <a:gd name="connsiteX18" fmla="*/ 78760 w 83910"/>
                <a:gd name="connsiteY18" fmla="*/ 113486 h 153536"/>
                <a:gd name="connsiteX19" fmla="*/ 73547 w 83910"/>
                <a:gd name="connsiteY19" fmla="*/ 118080 h 153536"/>
                <a:gd name="connsiteX20" fmla="*/ 40281 w 83910"/>
                <a:gd name="connsiteY20" fmla="*/ 146853 h 153536"/>
                <a:gd name="connsiteX21" fmla="*/ 31592 w 83910"/>
                <a:gd name="connsiteY21" fmla="*/ 135005 h 153536"/>
                <a:gd name="connsiteX22" fmla="*/ 33081 w 83910"/>
                <a:gd name="connsiteY22" fmla="*/ 125092 h 153536"/>
                <a:gd name="connsiteX23" fmla="*/ 50956 w 8391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910" h="153536">
                  <a:moveTo>
                    <a:pt x="50956" y="55698"/>
                  </a:moveTo>
                  <a:lnTo>
                    <a:pt x="76278" y="55698"/>
                  </a:lnTo>
                  <a:cubicBezTo>
                    <a:pt x="80995" y="55698"/>
                    <a:pt x="84222" y="55698"/>
                    <a:pt x="84222" y="50379"/>
                  </a:cubicBezTo>
                  <a:cubicBezTo>
                    <a:pt x="84222" y="46993"/>
                    <a:pt x="80995" y="46993"/>
                    <a:pt x="76774" y="46993"/>
                  </a:cubicBezTo>
                  <a:lnTo>
                    <a:pt x="53190" y="46993"/>
                  </a:lnTo>
                  <a:lnTo>
                    <a:pt x="62375" y="11209"/>
                  </a:lnTo>
                  <a:cubicBezTo>
                    <a:pt x="62624" y="10000"/>
                    <a:pt x="63120" y="8791"/>
                    <a:pt x="63120" y="7823"/>
                  </a:cubicBezTo>
                  <a:cubicBezTo>
                    <a:pt x="63120" y="3471"/>
                    <a:pt x="59645" y="86"/>
                    <a:pt x="54680" y="86"/>
                  </a:cubicBezTo>
                  <a:cubicBezTo>
                    <a:pt x="48473" y="86"/>
                    <a:pt x="44749" y="4197"/>
                    <a:pt x="43011" y="10483"/>
                  </a:cubicBezTo>
                  <a:cubicBezTo>
                    <a:pt x="41274" y="16528"/>
                    <a:pt x="44501" y="4922"/>
                    <a:pt x="33578" y="46993"/>
                  </a:cubicBezTo>
                  <a:lnTo>
                    <a:pt x="8256" y="46993"/>
                  </a:lnTo>
                  <a:cubicBezTo>
                    <a:pt x="3539" y="46993"/>
                    <a:pt x="311" y="46993"/>
                    <a:pt x="311" y="52313"/>
                  </a:cubicBezTo>
                  <a:cubicBezTo>
                    <a:pt x="311" y="55698"/>
                    <a:pt x="3291" y="55698"/>
                    <a:pt x="7759" y="55698"/>
                  </a:cubicBezTo>
                  <a:lnTo>
                    <a:pt x="31343" y="55698"/>
                  </a:lnTo>
                  <a:lnTo>
                    <a:pt x="16696" y="112760"/>
                  </a:lnTo>
                  <a:cubicBezTo>
                    <a:pt x="15207" y="118805"/>
                    <a:pt x="12973" y="127510"/>
                    <a:pt x="12973" y="130653"/>
                  </a:cubicBezTo>
                  <a:cubicBezTo>
                    <a:pt x="12973" y="144919"/>
                    <a:pt x="25385" y="153623"/>
                    <a:pt x="39536" y="153623"/>
                  </a:cubicBezTo>
                  <a:cubicBezTo>
                    <a:pt x="67092" y="153623"/>
                    <a:pt x="82732" y="119772"/>
                    <a:pt x="82732" y="116629"/>
                  </a:cubicBezTo>
                  <a:cubicBezTo>
                    <a:pt x="82732" y="113486"/>
                    <a:pt x="79505" y="113486"/>
                    <a:pt x="78760" y="113486"/>
                  </a:cubicBezTo>
                  <a:cubicBezTo>
                    <a:pt x="75781" y="113486"/>
                    <a:pt x="75533" y="113969"/>
                    <a:pt x="73547" y="118080"/>
                  </a:cubicBezTo>
                  <a:cubicBezTo>
                    <a:pt x="66596" y="133313"/>
                    <a:pt x="53935" y="146853"/>
                    <a:pt x="40281" y="146853"/>
                  </a:cubicBezTo>
                  <a:cubicBezTo>
                    <a:pt x="35067" y="146853"/>
                    <a:pt x="31592" y="143710"/>
                    <a:pt x="31592" y="135005"/>
                  </a:cubicBezTo>
                  <a:cubicBezTo>
                    <a:pt x="31592" y="132587"/>
                    <a:pt x="32585" y="127510"/>
                    <a:pt x="33081" y="125092"/>
                  </a:cubicBezTo>
                  <a:lnTo>
                    <a:pt x="50956" y="55698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C5C50406-138F-5D36-023E-91F27815EB32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3506987" y="6794843"/>
              <a:ext cx="167821" cy="11847"/>
            </a:xfrm>
            <a:custGeom>
              <a:avLst/>
              <a:gdLst>
                <a:gd name="connsiteX0" fmla="*/ 158205 w 167821"/>
                <a:gd name="connsiteY0" fmla="*/ 11934 h 11847"/>
                <a:gd name="connsiteX1" fmla="*/ 168136 w 167821"/>
                <a:gd name="connsiteY1" fmla="*/ 6131 h 11847"/>
                <a:gd name="connsiteX2" fmla="*/ 158205 w 167821"/>
                <a:gd name="connsiteY2" fmla="*/ 86 h 11847"/>
                <a:gd name="connsiteX3" fmla="*/ 10245 w 167821"/>
                <a:gd name="connsiteY3" fmla="*/ 86 h 11847"/>
                <a:gd name="connsiteX4" fmla="*/ 314 w 167821"/>
                <a:gd name="connsiteY4" fmla="*/ 5889 h 11847"/>
                <a:gd name="connsiteX5" fmla="*/ 10245 w 167821"/>
                <a:gd name="connsiteY5" fmla="*/ 11934 h 11847"/>
                <a:gd name="connsiteX6" fmla="*/ 158205 w 167821"/>
                <a:gd name="connsiteY6" fmla="*/ 11934 h 11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821" h="11847">
                  <a:moveTo>
                    <a:pt x="158205" y="11934"/>
                  </a:moveTo>
                  <a:cubicBezTo>
                    <a:pt x="162178" y="11934"/>
                    <a:pt x="168136" y="11934"/>
                    <a:pt x="168136" y="6131"/>
                  </a:cubicBezTo>
                  <a:cubicBezTo>
                    <a:pt x="168136" y="86"/>
                    <a:pt x="162426" y="86"/>
                    <a:pt x="158205" y="86"/>
                  </a:cubicBezTo>
                  <a:lnTo>
                    <a:pt x="10245" y="86"/>
                  </a:lnTo>
                  <a:cubicBezTo>
                    <a:pt x="6273" y="86"/>
                    <a:pt x="314" y="86"/>
                    <a:pt x="314" y="5889"/>
                  </a:cubicBezTo>
                  <a:cubicBezTo>
                    <a:pt x="314" y="11934"/>
                    <a:pt x="6024" y="11934"/>
                    <a:pt x="10245" y="11934"/>
                  </a:cubicBezTo>
                  <a:lnTo>
                    <a:pt x="158205" y="11934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E77B1532-CC85-59A5-E491-2219611AC338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3728894" y="6700786"/>
              <a:ext cx="90365" cy="160548"/>
            </a:xfrm>
            <a:custGeom>
              <a:avLst/>
              <a:gdLst>
                <a:gd name="connsiteX0" fmla="*/ 56427 w 90365"/>
                <a:gd name="connsiteY0" fmla="*/ 6856 h 160548"/>
                <a:gd name="connsiteX1" fmla="*/ 48979 w 90365"/>
                <a:gd name="connsiteY1" fmla="*/ 86 h 160548"/>
                <a:gd name="connsiteX2" fmla="*/ 321 w 90365"/>
                <a:gd name="connsiteY2" fmla="*/ 15561 h 160548"/>
                <a:gd name="connsiteX3" fmla="*/ 321 w 90365"/>
                <a:gd name="connsiteY3" fmla="*/ 24265 h 160548"/>
                <a:gd name="connsiteX4" fmla="*/ 36318 w 90365"/>
                <a:gd name="connsiteY4" fmla="*/ 17495 h 160548"/>
                <a:gd name="connsiteX5" fmla="*/ 36318 w 90365"/>
                <a:gd name="connsiteY5" fmla="*/ 140808 h 160548"/>
                <a:gd name="connsiteX6" fmla="*/ 11492 w 90365"/>
                <a:gd name="connsiteY6" fmla="*/ 151930 h 160548"/>
                <a:gd name="connsiteX7" fmla="*/ 2058 w 90365"/>
                <a:gd name="connsiteY7" fmla="*/ 151930 h 160548"/>
                <a:gd name="connsiteX8" fmla="*/ 2058 w 90365"/>
                <a:gd name="connsiteY8" fmla="*/ 160635 h 160548"/>
                <a:gd name="connsiteX9" fmla="*/ 46248 w 90365"/>
                <a:gd name="connsiteY9" fmla="*/ 159668 h 160548"/>
                <a:gd name="connsiteX10" fmla="*/ 90686 w 90365"/>
                <a:gd name="connsiteY10" fmla="*/ 160635 h 160548"/>
                <a:gd name="connsiteX11" fmla="*/ 90686 w 90365"/>
                <a:gd name="connsiteY11" fmla="*/ 151930 h 160548"/>
                <a:gd name="connsiteX12" fmla="*/ 81252 w 90365"/>
                <a:gd name="connsiteY12" fmla="*/ 151930 h 160548"/>
                <a:gd name="connsiteX13" fmla="*/ 56427 w 90365"/>
                <a:gd name="connsiteY13" fmla="*/ 140808 h 160548"/>
                <a:gd name="connsiteX14" fmla="*/ 56427 w 90365"/>
                <a:gd name="connsiteY14" fmla="*/ 6856 h 160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365" h="160548">
                  <a:moveTo>
                    <a:pt x="56427" y="6856"/>
                  </a:moveTo>
                  <a:cubicBezTo>
                    <a:pt x="56427" y="328"/>
                    <a:pt x="55930" y="86"/>
                    <a:pt x="48979" y="86"/>
                  </a:cubicBezTo>
                  <a:cubicBezTo>
                    <a:pt x="33091" y="15319"/>
                    <a:pt x="10499" y="15561"/>
                    <a:pt x="321" y="15561"/>
                  </a:cubicBezTo>
                  <a:lnTo>
                    <a:pt x="321" y="24265"/>
                  </a:lnTo>
                  <a:cubicBezTo>
                    <a:pt x="6279" y="24265"/>
                    <a:pt x="22664" y="24265"/>
                    <a:pt x="36318" y="17495"/>
                  </a:cubicBezTo>
                  <a:lnTo>
                    <a:pt x="36318" y="140808"/>
                  </a:lnTo>
                  <a:cubicBezTo>
                    <a:pt x="36318" y="148787"/>
                    <a:pt x="36318" y="151930"/>
                    <a:pt x="11492" y="151930"/>
                  </a:cubicBezTo>
                  <a:lnTo>
                    <a:pt x="2058" y="151930"/>
                  </a:lnTo>
                  <a:lnTo>
                    <a:pt x="2058" y="160635"/>
                  </a:lnTo>
                  <a:cubicBezTo>
                    <a:pt x="6527" y="160393"/>
                    <a:pt x="37063" y="159668"/>
                    <a:pt x="46248" y="159668"/>
                  </a:cubicBezTo>
                  <a:cubicBezTo>
                    <a:pt x="53944" y="159668"/>
                    <a:pt x="85224" y="160393"/>
                    <a:pt x="90686" y="160635"/>
                  </a:cubicBezTo>
                  <a:lnTo>
                    <a:pt x="90686" y="151930"/>
                  </a:lnTo>
                  <a:lnTo>
                    <a:pt x="81252" y="151930"/>
                  </a:lnTo>
                  <a:cubicBezTo>
                    <a:pt x="56427" y="151930"/>
                    <a:pt x="56427" y="148787"/>
                    <a:pt x="56427" y="140808"/>
                  </a:cubicBezTo>
                  <a:lnTo>
                    <a:pt x="56427" y="6856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1A1E8B60-9DF9-84A8-4FC3-307526333CFB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3868737" y="6550462"/>
              <a:ext cx="48587" cy="345414"/>
            </a:xfrm>
            <a:custGeom>
              <a:avLst/>
              <a:gdLst>
                <a:gd name="connsiteX0" fmla="*/ 48912 w 48587"/>
                <a:gd name="connsiteY0" fmla="*/ 85 h 345414"/>
                <a:gd name="connsiteX1" fmla="*/ 325 w 48587"/>
                <a:gd name="connsiteY1" fmla="*/ 85 h 345414"/>
                <a:gd name="connsiteX2" fmla="*/ 325 w 48587"/>
                <a:gd name="connsiteY2" fmla="*/ 13901 h 345414"/>
                <a:gd name="connsiteX3" fmla="*/ 34726 w 48587"/>
                <a:gd name="connsiteY3" fmla="*/ 13901 h 345414"/>
                <a:gd name="connsiteX4" fmla="*/ 34726 w 48587"/>
                <a:gd name="connsiteY4" fmla="*/ 331683 h 345414"/>
                <a:gd name="connsiteX5" fmla="*/ 325 w 48587"/>
                <a:gd name="connsiteY5" fmla="*/ 331683 h 345414"/>
                <a:gd name="connsiteX6" fmla="*/ 325 w 48587"/>
                <a:gd name="connsiteY6" fmla="*/ 345499 h 345414"/>
                <a:gd name="connsiteX7" fmla="*/ 48912 w 48587"/>
                <a:gd name="connsiteY7" fmla="*/ 345499 h 345414"/>
                <a:gd name="connsiteX8" fmla="*/ 48912 w 48587"/>
                <a:gd name="connsiteY8" fmla="*/ 8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587" h="345414">
                  <a:moveTo>
                    <a:pt x="48912" y="85"/>
                  </a:moveTo>
                  <a:lnTo>
                    <a:pt x="325" y="85"/>
                  </a:lnTo>
                  <a:lnTo>
                    <a:pt x="325" y="13901"/>
                  </a:lnTo>
                  <a:lnTo>
                    <a:pt x="34726" y="13901"/>
                  </a:lnTo>
                  <a:lnTo>
                    <a:pt x="34726" y="331683"/>
                  </a:lnTo>
                  <a:lnTo>
                    <a:pt x="325" y="331683"/>
                  </a:lnTo>
                  <a:lnTo>
                    <a:pt x="325" y="345499"/>
                  </a:lnTo>
                  <a:lnTo>
                    <a:pt x="48912" y="345499"/>
                  </a:lnTo>
                  <a:lnTo>
                    <a:pt x="48912" y="85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B763C8DE-89E9-4925-F6FD-5E6F670F9B7F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4058119" y="6608147"/>
              <a:ext cx="235843" cy="230046"/>
            </a:xfrm>
            <a:custGeom>
              <a:avLst/>
              <a:gdLst>
                <a:gd name="connsiteX0" fmla="*/ 125522 w 235843"/>
                <a:gd name="connsiteY0" fmla="*/ 122016 h 230046"/>
                <a:gd name="connsiteX1" fmla="*/ 224470 w 235843"/>
                <a:gd name="connsiteY1" fmla="*/ 122016 h 230046"/>
                <a:gd name="connsiteX2" fmla="*/ 236174 w 235843"/>
                <a:gd name="connsiteY2" fmla="*/ 115108 h 230046"/>
                <a:gd name="connsiteX3" fmla="*/ 224470 w 235843"/>
                <a:gd name="connsiteY3" fmla="*/ 108199 h 230046"/>
                <a:gd name="connsiteX4" fmla="*/ 125522 w 235843"/>
                <a:gd name="connsiteY4" fmla="*/ 108199 h 230046"/>
                <a:gd name="connsiteX5" fmla="*/ 125522 w 235843"/>
                <a:gd name="connsiteY5" fmla="*/ 11483 h 230046"/>
                <a:gd name="connsiteX6" fmla="*/ 118429 w 235843"/>
                <a:gd name="connsiteY6" fmla="*/ 85 h 230046"/>
                <a:gd name="connsiteX7" fmla="*/ 111336 w 235843"/>
                <a:gd name="connsiteY7" fmla="*/ 11483 h 230046"/>
                <a:gd name="connsiteX8" fmla="*/ 111336 w 235843"/>
                <a:gd name="connsiteY8" fmla="*/ 108199 h 230046"/>
                <a:gd name="connsiteX9" fmla="*/ 12034 w 235843"/>
                <a:gd name="connsiteY9" fmla="*/ 108199 h 230046"/>
                <a:gd name="connsiteX10" fmla="*/ 330 w 235843"/>
                <a:gd name="connsiteY10" fmla="*/ 115108 h 230046"/>
                <a:gd name="connsiteX11" fmla="*/ 12034 w 235843"/>
                <a:gd name="connsiteY11" fmla="*/ 122016 h 230046"/>
                <a:gd name="connsiteX12" fmla="*/ 111336 w 235843"/>
                <a:gd name="connsiteY12" fmla="*/ 122016 h 230046"/>
                <a:gd name="connsiteX13" fmla="*/ 111336 w 235843"/>
                <a:gd name="connsiteY13" fmla="*/ 218732 h 230046"/>
                <a:gd name="connsiteX14" fmla="*/ 118429 w 235843"/>
                <a:gd name="connsiteY14" fmla="*/ 230131 h 230046"/>
                <a:gd name="connsiteX15" fmla="*/ 125522 w 235843"/>
                <a:gd name="connsiteY15" fmla="*/ 218732 h 230046"/>
                <a:gd name="connsiteX16" fmla="*/ 125522 w 235843"/>
                <a:gd name="connsiteY16" fmla="*/ 122016 h 23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843" h="230046">
                  <a:moveTo>
                    <a:pt x="125522" y="122016"/>
                  </a:moveTo>
                  <a:lnTo>
                    <a:pt x="224470" y="122016"/>
                  </a:lnTo>
                  <a:cubicBezTo>
                    <a:pt x="229435" y="122016"/>
                    <a:pt x="236174" y="122016"/>
                    <a:pt x="236174" y="115108"/>
                  </a:cubicBezTo>
                  <a:cubicBezTo>
                    <a:pt x="236174" y="108199"/>
                    <a:pt x="229435" y="108199"/>
                    <a:pt x="224470" y="108199"/>
                  </a:cubicBezTo>
                  <a:lnTo>
                    <a:pt x="125522" y="108199"/>
                  </a:lnTo>
                  <a:lnTo>
                    <a:pt x="125522" y="11483"/>
                  </a:lnTo>
                  <a:cubicBezTo>
                    <a:pt x="125522" y="6648"/>
                    <a:pt x="125522" y="85"/>
                    <a:pt x="118429" y="85"/>
                  </a:cubicBezTo>
                  <a:cubicBezTo>
                    <a:pt x="111336" y="85"/>
                    <a:pt x="111336" y="6648"/>
                    <a:pt x="111336" y="11483"/>
                  </a:cubicBezTo>
                  <a:lnTo>
                    <a:pt x="111336" y="108199"/>
                  </a:lnTo>
                  <a:lnTo>
                    <a:pt x="12034" y="108199"/>
                  </a:lnTo>
                  <a:cubicBezTo>
                    <a:pt x="7069" y="108199"/>
                    <a:pt x="330" y="108199"/>
                    <a:pt x="330" y="115108"/>
                  </a:cubicBezTo>
                  <a:cubicBezTo>
                    <a:pt x="330" y="122016"/>
                    <a:pt x="7069" y="122016"/>
                    <a:pt x="12034" y="122016"/>
                  </a:cubicBezTo>
                  <a:lnTo>
                    <a:pt x="111336" y="122016"/>
                  </a:lnTo>
                  <a:lnTo>
                    <a:pt x="111336" y="218732"/>
                  </a:lnTo>
                  <a:cubicBezTo>
                    <a:pt x="111336" y="223568"/>
                    <a:pt x="111336" y="230131"/>
                    <a:pt x="118429" y="230131"/>
                  </a:cubicBezTo>
                  <a:cubicBezTo>
                    <a:pt x="125522" y="230131"/>
                    <a:pt x="125522" y="223568"/>
                    <a:pt x="125522" y="218732"/>
                  </a:cubicBezTo>
                  <a:lnTo>
                    <a:pt x="125522" y="122016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695ABC77-E5A7-96FC-9502-A7BFB1D4C4ED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4406032" y="6569806"/>
              <a:ext cx="199668" cy="241790"/>
            </a:xfrm>
            <a:custGeom>
              <a:avLst/>
              <a:gdLst>
                <a:gd name="connsiteX0" fmla="*/ 63113 w 199668"/>
                <a:gd name="connsiteY0" fmla="*/ 101291 h 241790"/>
                <a:gd name="connsiteX1" fmla="*/ 63113 w 199668"/>
                <a:gd name="connsiteY1" fmla="*/ 85 h 241790"/>
                <a:gd name="connsiteX2" fmla="*/ 340 w 199668"/>
                <a:gd name="connsiteY2" fmla="*/ 2848 h 241790"/>
                <a:gd name="connsiteX3" fmla="*/ 340 w 199668"/>
                <a:gd name="connsiteY3" fmla="*/ 19082 h 241790"/>
                <a:gd name="connsiteX4" fmla="*/ 24811 w 199668"/>
                <a:gd name="connsiteY4" fmla="*/ 32554 h 241790"/>
                <a:gd name="connsiteX5" fmla="*/ 24811 w 199668"/>
                <a:gd name="connsiteY5" fmla="*/ 239802 h 241790"/>
                <a:gd name="connsiteX6" fmla="*/ 41480 w 199668"/>
                <a:gd name="connsiteY6" fmla="*/ 239802 h 241790"/>
                <a:gd name="connsiteX7" fmla="*/ 58858 w 199668"/>
                <a:gd name="connsiteY7" fmla="*/ 220459 h 241790"/>
                <a:gd name="connsiteX8" fmla="*/ 110637 w 199668"/>
                <a:gd name="connsiteY8" fmla="*/ 241875 h 241790"/>
                <a:gd name="connsiteX9" fmla="*/ 200009 w 199668"/>
                <a:gd name="connsiteY9" fmla="*/ 162775 h 241790"/>
                <a:gd name="connsiteX10" fmla="*/ 115247 w 199668"/>
                <a:gd name="connsiteY10" fmla="*/ 84366 h 241790"/>
                <a:gd name="connsiteX11" fmla="*/ 63113 w 199668"/>
                <a:gd name="connsiteY11" fmla="*/ 101291 h 241790"/>
                <a:gd name="connsiteX12" fmla="*/ 65241 w 199668"/>
                <a:gd name="connsiteY12" fmla="*/ 205606 h 241790"/>
                <a:gd name="connsiteX13" fmla="*/ 65241 w 199668"/>
                <a:gd name="connsiteY13" fmla="*/ 118907 h 241790"/>
                <a:gd name="connsiteX14" fmla="*/ 111346 w 199668"/>
                <a:gd name="connsiteY14" fmla="*/ 96801 h 241790"/>
                <a:gd name="connsiteX15" fmla="*/ 154614 w 199668"/>
                <a:gd name="connsiteY15" fmla="*/ 162775 h 241790"/>
                <a:gd name="connsiteX16" fmla="*/ 145393 w 199668"/>
                <a:gd name="connsiteY16" fmla="*/ 211478 h 241790"/>
                <a:gd name="connsiteX17" fmla="*/ 107445 w 199668"/>
                <a:gd name="connsiteY17" fmla="*/ 229440 h 241790"/>
                <a:gd name="connsiteX18" fmla="*/ 65241 w 199668"/>
                <a:gd name="connsiteY18" fmla="*/ 205606 h 241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668" h="241790">
                  <a:moveTo>
                    <a:pt x="63113" y="101291"/>
                  </a:moveTo>
                  <a:lnTo>
                    <a:pt x="63113" y="85"/>
                  </a:lnTo>
                  <a:lnTo>
                    <a:pt x="340" y="2848"/>
                  </a:lnTo>
                  <a:lnTo>
                    <a:pt x="340" y="19082"/>
                  </a:lnTo>
                  <a:cubicBezTo>
                    <a:pt x="22328" y="19082"/>
                    <a:pt x="24811" y="19082"/>
                    <a:pt x="24811" y="32554"/>
                  </a:cubicBezTo>
                  <a:lnTo>
                    <a:pt x="24811" y="239802"/>
                  </a:lnTo>
                  <a:lnTo>
                    <a:pt x="41480" y="239802"/>
                  </a:lnTo>
                  <a:lnTo>
                    <a:pt x="58858" y="220459"/>
                  </a:lnTo>
                  <a:cubicBezTo>
                    <a:pt x="61695" y="223223"/>
                    <a:pt x="79073" y="241875"/>
                    <a:pt x="110637" y="241875"/>
                  </a:cubicBezTo>
                  <a:cubicBezTo>
                    <a:pt x="163480" y="241875"/>
                    <a:pt x="200009" y="210788"/>
                    <a:pt x="200009" y="162775"/>
                  </a:cubicBezTo>
                  <a:cubicBezTo>
                    <a:pt x="200009" y="116835"/>
                    <a:pt x="166672" y="84366"/>
                    <a:pt x="115247" y="84366"/>
                  </a:cubicBezTo>
                  <a:cubicBezTo>
                    <a:pt x="89358" y="84366"/>
                    <a:pt x="71625" y="94383"/>
                    <a:pt x="63113" y="101291"/>
                  </a:cubicBezTo>
                  <a:close/>
                  <a:moveTo>
                    <a:pt x="65241" y="205606"/>
                  </a:moveTo>
                  <a:lnTo>
                    <a:pt x="65241" y="118907"/>
                  </a:lnTo>
                  <a:cubicBezTo>
                    <a:pt x="74817" y="106818"/>
                    <a:pt x="91840" y="96801"/>
                    <a:pt x="111346" y="96801"/>
                  </a:cubicBezTo>
                  <a:cubicBezTo>
                    <a:pt x="154614" y="96801"/>
                    <a:pt x="154614" y="138596"/>
                    <a:pt x="154614" y="162775"/>
                  </a:cubicBezTo>
                  <a:cubicBezTo>
                    <a:pt x="154614" y="179009"/>
                    <a:pt x="154614" y="198007"/>
                    <a:pt x="145393" y="211478"/>
                  </a:cubicBezTo>
                  <a:cubicBezTo>
                    <a:pt x="135108" y="225640"/>
                    <a:pt x="118794" y="229440"/>
                    <a:pt x="107445" y="229440"/>
                  </a:cubicBezTo>
                  <a:cubicBezTo>
                    <a:pt x="82619" y="229440"/>
                    <a:pt x="68788" y="210788"/>
                    <a:pt x="65241" y="205606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3A7F2BCC-2872-789D-ACAB-E473FF630FA5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4639706" y="6550462"/>
              <a:ext cx="82279" cy="345414"/>
            </a:xfrm>
            <a:custGeom>
              <a:avLst/>
              <a:gdLst>
                <a:gd name="connsiteX0" fmla="*/ 82626 w 82279"/>
                <a:gd name="connsiteY0" fmla="*/ 172792 h 345414"/>
                <a:gd name="connsiteX1" fmla="*/ 59219 w 82279"/>
                <a:gd name="connsiteY1" fmla="*/ 65023 h 345414"/>
                <a:gd name="connsiteX2" fmla="*/ 3893 w 82279"/>
                <a:gd name="connsiteY2" fmla="*/ 85 h 345414"/>
                <a:gd name="connsiteX3" fmla="*/ 346 w 82279"/>
                <a:gd name="connsiteY3" fmla="*/ 3539 h 345414"/>
                <a:gd name="connsiteX4" fmla="*/ 7085 w 82279"/>
                <a:gd name="connsiteY4" fmla="*/ 11483 h 345414"/>
                <a:gd name="connsiteX5" fmla="*/ 62056 w 82279"/>
                <a:gd name="connsiteY5" fmla="*/ 172792 h 345414"/>
                <a:gd name="connsiteX6" fmla="*/ 4957 w 82279"/>
                <a:gd name="connsiteY6" fmla="*/ 336173 h 345414"/>
                <a:gd name="connsiteX7" fmla="*/ 346 w 82279"/>
                <a:gd name="connsiteY7" fmla="*/ 342045 h 345414"/>
                <a:gd name="connsiteX8" fmla="*/ 3893 w 82279"/>
                <a:gd name="connsiteY8" fmla="*/ 345499 h 345414"/>
                <a:gd name="connsiteX9" fmla="*/ 60283 w 82279"/>
                <a:gd name="connsiteY9" fmla="*/ 278144 h 345414"/>
                <a:gd name="connsiteX10" fmla="*/ 82626 w 82279"/>
                <a:gd name="connsiteY10" fmla="*/ 172792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279" h="345414">
                  <a:moveTo>
                    <a:pt x="82626" y="172792"/>
                  </a:moveTo>
                  <a:cubicBezTo>
                    <a:pt x="82626" y="145850"/>
                    <a:pt x="78725" y="104055"/>
                    <a:pt x="59219" y="65023"/>
                  </a:cubicBezTo>
                  <a:cubicBezTo>
                    <a:pt x="37940" y="22537"/>
                    <a:pt x="7440" y="85"/>
                    <a:pt x="3893" y="85"/>
                  </a:cubicBezTo>
                  <a:cubicBezTo>
                    <a:pt x="1765" y="85"/>
                    <a:pt x="346" y="1466"/>
                    <a:pt x="346" y="3539"/>
                  </a:cubicBezTo>
                  <a:cubicBezTo>
                    <a:pt x="346" y="4575"/>
                    <a:pt x="346" y="5266"/>
                    <a:pt x="7085" y="11483"/>
                  </a:cubicBezTo>
                  <a:cubicBezTo>
                    <a:pt x="41841" y="45679"/>
                    <a:pt x="62056" y="100600"/>
                    <a:pt x="62056" y="172792"/>
                  </a:cubicBezTo>
                  <a:cubicBezTo>
                    <a:pt x="62056" y="231858"/>
                    <a:pt x="48934" y="292651"/>
                    <a:pt x="4957" y="336173"/>
                  </a:cubicBezTo>
                  <a:cubicBezTo>
                    <a:pt x="346" y="340318"/>
                    <a:pt x="346" y="341009"/>
                    <a:pt x="346" y="342045"/>
                  </a:cubicBezTo>
                  <a:cubicBezTo>
                    <a:pt x="346" y="344118"/>
                    <a:pt x="1765" y="345499"/>
                    <a:pt x="3893" y="345499"/>
                  </a:cubicBezTo>
                  <a:cubicBezTo>
                    <a:pt x="7440" y="345499"/>
                    <a:pt x="39358" y="322011"/>
                    <a:pt x="60283" y="278144"/>
                  </a:cubicBezTo>
                  <a:cubicBezTo>
                    <a:pt x="78370" y="240148"/>
                    <a:pt x="82626" y="201807"/>
                    <a:pt x="82626" y="172792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383606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04263-B487-1538-8155-242D2651E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RNN: Practical Approaches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7AFFB6-5166-5A94-B04B-569E27D760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CA" dirty="0"/>
                  <a:t>Gradient clip: gradient sometimes goes very large even with LSTMs. </a:t>
                </a:r>
                <a:br>
                  <a:rPr lang="en-CA" dirty="0"/>
                </a:br>
                <a:r>
                  <a:rPr lang="en-CA" dirty="0"/>
                  <a:t>Empirical solution: After calculating gradients, require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CA" dirty="0"/>
                  <a:t> norm to be at most 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CA" dirty="0"/>
                  <a:t> (set by hyperparameters).</a:t>
                </a:r>
              </a:p>
              <a:p>
                <a:r>
                  <a:rPr lang="en-US" altLang="zh-CN" dirty="0"/>
                  <a:t>At time step </a:t>
                </a:r>
                <a14:m>
                  <m:oMath xmlns:m="http://schemas.openxmlformats.org/officeDocument/2006/math">
                    <m:r>
                      <a:rPr lang="en-CA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CA" altLang="zh-CN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CA" dirty="0"/>
                  <a:t> what matters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CA" dirty="0"/>
                  <a:t> is mostly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</m:oMath>
                </a14:m>
                <a:r>
                  <a:rPr lang="en-CA" dirty="0"/>
                  <a:t> 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CA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CA" dirty="0"/>
                  <a:t>is close to 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CA" dirty="0"/>
                  <a:t>.</a:t>
                </a:r>
                <a:br>
                  <a:rPr lang="en-CA" dirty="0"/>
                </a:br>
                <a:r>
                  <a:rPr lang="en-CA" dirty="0"/>
                  <a:t>[Khandelwal et al., ACL 2018]</a:t>
                </a:r>
              </a:p>
              <a:p>
                <a:r>
                  <a:rPr lang="en-CA" dirty="0"/>
                  <a:t>Bidirectional modeling typically results in more powerful features.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7AFFB6-5166-5A94-B04B-569E27D760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969" r="-1071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314CB9-D034-3ACA-EA8A-6C79D7660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7099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43A1C-0CF1-87ED-CEE4-597CC94F1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Recursive Neural Networks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40F70-06AA-4788-DF57-D6C1A2F89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19</a:t>
            </a:fld>
            <a:endParaRPr lang="en-CA"/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14ABF962-5DE0-4E59-3D13-D181A5DEB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6748"/>
            <a:ext cx="10515600" cy="4972158"/>
          </a:xfrm>
        </p:spPr>
        <p:txBody>
          <a:bodyPr>
            <a:normAutofit/>
          </a:bodyPr>
          <a:lstStyle/>
          <a:p>
            <a:r>
              <a:rPr lang="en-CA" dirty="0"/>
              <a:t>Run constituency parser on sentence, and construct vector recursively</a:t>
            </a:r>
          </a:p>
          <a:p>
            <a:r>
              <a:rPr lang="en-CA" dirty="0"/>
              <a:t>All nodes share the same set of parameters [</a:t>
            </a:r>
            <a:r>
              <a:rPr lang="en-CA" dirty="0" err="1"/>
              <a:t>Socher</a:t>
            </a:r>
            <a:r>
              <a:rPr lang="zh-CN" altLang="en-US" dirty="0"/>
              <a:t> </a:t>
            </a:r>
            <a:r>
              <a:rPr lang="en-CA" altLang="zh-CN" dirty="0"/>
              <a:t>et</a:t>
            </a:r>
            <a:r>
              <a:rPr lang="zh-CN" altLang="en-US" dirty="0"/>
              <a:t> </a:t>
            </a:r>
            <a:r>
              <a:rPr lang="en-CA" altLang="zh-CN" dirty="0"/>
              <a:t>al</a:t>
            </a:r>
            <a:r>
              <a:rPr lang="en-CA" altLang="zh-CN"/>
              <a:t>., 2011&amp;2013]</a:t>
            </a:r>
            <a:endParaRPr lang="en-CA" dirty="0"/>
          </a:p>
          <a:p>
            <a:pPr marL="0" indent="0">
              <a:buNone/>
            </a:pPr>
            <a:endParaRPr lang="en-CA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2583C0F-EA2B-E0AE-4F42-9DDC80E675E5}"/>
              </a:ext>
            </a:extLst>
          </p:cNvPr>
          <p:cNvGrpSpPr/>
          <p:nvPr/>
        </p:nvGrpSpPr>
        <p:grpSpPr>
          <a:xfrm>
            <a:off x="2480522" y="2483748"/>
            <a:ext cx="5264508" cy="3684149"/>
            <a:chOff x="457200" y="2807877"/>
            <a:chExt cx="5264508" cy="3684149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369F4D8-3797-D293-07F4-9109D9E575E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291066" y="3526016"/>
              <a:ext cx="622441" cy="629876"/>
            </a:xfrm>
            <a:prstGeom prst="straightConnector1">
              <a:avLst/>
            </a:prstGeom>
            <a:solidFill>
              <a:schemeClr val="accent1"/>
            </a:solidFill>
            <a:ln w="222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AFE66B2-B440-3A9D-E937-57EEA86D021A}"/>
                </a:ext>
              </a:extLst>
            </p:cNvPr>
            <p:cNvSpPr/>
            <p:nvPr/>
          </p:nvSpPr>
          <p:spPr>
            <a:xfrm>
              <a:off x="1813277" y="2807877"/>
              <a:ext cx="902858" cy="902858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3F6FCAD-FCA6-EBE4-07E7-7EED4A421B32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2636688" y="3504840"/>
              <a:ext cx="601658" cy="660760"/>
            </a:xfrm>
            <a:prstGeom prst="straightConnector1">
              <a:avLst/>
            </a:prstGeom>
            <a:solidFill>
              <a:schemeClr val="accent1"/>
            </a:solidFill>
            <a:ln w="222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D80E3D3-CF77-233D-EB8C-C76F2185276F}"/>
                </a:ext>
              </a:extLst>
            </p:cNvPr>
            <p:cNvSpPr/>
            <p:nvPr/>
          </p:nvSpPr>
          <p:spPr>
            <a:xfrm>
              <a:off x="3141965" y="3990636"/>
              <a:ext cx="902858" cy="902858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57E9694-1EC2-DA67-D64E-A76DBEB9B432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3939975" y="4735164"/>
              <a:ext cx="601658" cy="660760"/>
            </a:xfrm>
            <a:prstGeom prst="straightConnector1">
              <a:avLst/>
            </a:prstGeom>
            <a:solidFill>
              <a:schemeClr val="accent1"/>
            </a:solidFill>
            <a:ln w="222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F0AD462-A55B-7F07-B2E3-FF15E294A5C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636688" y="4735164"/>
              <a:ext cx="598962" cy="606116"/>
            </a:xfrm>
            <a:prstGeom prst="straightConnector1">
              <a:avLst/>
            </a:prstGeom>
            <a:solidFill>
              <a:schemeClr val="accent1"/>
            </a:solidFill>
            <a:ln w="222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C5F8F55-3925-FCB1-8173-351B4A6997B6}"/>
                </a:ext>
              </a:extLst>
            </p:cNvPr>
            <p:cNvSpPr/>
            <p:nvPr/>
          </p:nvSpPr>
          <p:spPr>
            <a:xfrm>
              <a:off x="1833097" y="5173390"/>
              <a:ext cx="902858" cy="902858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BA26E318-8D97-6D10-536D-87E2C4ADE132}"/>
                </a:ext>
              </a:extLst>
            </p:cNvPr>
            <p:cNvSpPr/>
            <p:nvPr/>
          </p:nvSpPr>
          <p:spPr>
            <a:xfrm>
              <a:off x="4516232" y="5116780"/>
              <a:ext cx="902858" cy="902858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74C380E-BA4A-9F3C-B7E5-074586420639}"/>
                </a:ext>
              </a:extLst>
            </p:cNvPr>
            <p:cNvSpPr/>
            <p:nvPr/>
          </p:nvSpPr>
          <p:spPr>
            <a:xfrm>
              <a:off x="486254" y="3990636"/>
              <a:ext cx="902858" cy="902858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17477C8-58D8-E186-0461-24BB01CDEB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/>
            <a:stretch>
              <a:fillRect/>
            </a:stretch>
          </p:blipFill>
          <p:spPr>
            <a:xfrm>
              <a:off x="457200" y="4958030"/>
              <a:ext cx="977900" cy="3175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A19A51F-A34E-271B-856F-F388CC5A8B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/>
            <a:stretch>
              <a:fillRect/>
            </a:stretch>
          </p:blipFill>
          <p:spPr>
            <a:xfrm>
              <a:off x="1678868" y="6174526"/>
              <a:ext cx="1206500" cy="31750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32EAEF37-3371-3EF4-6640-45C035AAF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/>
            <a:stretch>
              <a:fillRect/>
            </a:stretch>
          </p:blipFill>
          <p:spPr>
            <a:xfrm>
              <a:off x="4235808" y="6122257"/>
              <a:ext cx="1485900" cy="31750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CF27A432-4EF6-6E68-9E82-CB2F050F779E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817034" y="4307195"/>
              <a:ext cx="292100" cy="266700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4818425-67B0-6AC9-05F1-FD5427AF8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/>
            <a:stretch>
              <a:fillRect/>
            </a:stretch>
          </p:blipFill>
          <p:spPr>
            <a:xfrm>
              <a:off x="2161477" y="5499670"/>
              <a:ext cx="304800" cy="2667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A302928B-2863-FA98-A9D2-D8A8F0A73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1"/>
            <a:stretch>
              <a:fillRect/>
            </a:stretch>
          </p:blipFill>
          <p:spPr>
            <a:xfrm>
              <a:off x="4826358" y="5428509"/>
              <a:ext cx="304800" cy="2794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9135CCB6-16FC-7DE3-0778-702CAC7655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2"/>
            <a:stretch>
              <a:fillRect/>
            </a:stretch>
          </p:blipFill>
          <p:spPr>
            <a:xfrm>
              <a:off x="3464496" y="4302299"/>
              <a:ext cx="304800" cy="266700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0C5BC97C-9068-31BA-4E18-78DE483367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3"/>
            <a:stretch>
              <a:fillRect/>
            </a:stretch>
          </p:blipFill>
          <p:spPr>
            <a:xfrm>
              <a:off x="2144543" y="3129089"/>
              <a:ext cx="304800" cy="279400"/>
            </a:xfrm>
            <a:prstGeom prst="rect">
              <a:avLst/>
            </a:prstGeom>
          </p:spPr>
        </p:pic>
      </p:grpSp>
      <p:grpSp>
        <p:nvGrpSpPr>
          <p:cNvPr id="24" name="Group 23" descr="\documentclass{article}&#10;\usepackage{amsmath,amssymb}&#10;\pagestyle{empty}&#10;\begin{document}&#10;&#10;\newcommand{\score}{\textrm{score}}&#10;\newcommand{\classify}{\textrm{classify}}&#10;\newcommand{\bx}{\mathbf{x}}&#10;&#10;\begin{align*}&#10;\mathbf{h}_5 = g\left(\mathbf{W} [\mathbf{h}_1; \mathbf{h}_4] +\mathbf{b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ED69343E-3793-E8C6-D348-1E46E12EE22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123990" y="2635581"/>
            <a:ext cx="3516071" cy="345414"/>
            <a:chOff x="11755269" y="5459415"/>
            <a:chExt cx="3516071" cy="345414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E0D5246-38A4-4577-A904-71383923410B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1755269" y="5478759"/>
              <a:ext cx="200935" cy="239717"/>
            </a:xfrm>
            <a:custGeom>
              <a:avLst/>
              <a:gdLst>
                <a:gd name="connsiteX0" fmla="*/ 24507 w 200935"/>
                <a:gd name="connsiteY0" fmla="*/ 223568 h 239717"/>
                <a:gd name="connsiteX1" fmla="*/ 183 w 200935"/>
                <a:gd name="connsiteY1" fmla="*/ 223568 h 239717"/>
                <a:gd name="connsiteX2" fmla="*/ 183 w 200935"/>
                <a:gd name="connsiteY2" fmla="*/ 239802 h 239717"/>
                <a:gd name="connsiteX3" fmla="*/ 44600 w 200935"/>
                <a:gd name="connsiteY3" fmla="*/ 238766 h 239717"/>
                <a:gd name="connsiteX4" fmla="*/ 89018 w 200935"/>
                <a:gd name="connsiteY4" fmla="*/ 239802 h 239717"/>
                <a:gd name="connsiteX5" fmla="*/ 89018 w 200935"/>
                <a:gd name="connsiteY5" fmla="*/ 223568 h 239717"/>
                <a:gd name="connsiteX6" fmla="*/ 64694 w 200935"/>
                <a:gd name="connsiteY6" fmla="*/ 223568 h 239717"/>
                <a:gd name="connsiteX7" fmla="*/ 64694 w 200935"/>
                <a:gd name="connsiteY7" fmla="*/ 151376 h 239717"/>
                <a:gd name="connsiteX8" fmla="*/ 117219 w 200935"/>
                <a:gd name="connsiteY8" fmla="*/ 96801 h 239717"/>
                <a:gd name="connsiteX9" fmla="*/ 136608 w 200935"/>
                <a:gd name="connsiteY9" fmla="*/ 130306 h 239717"/>
                <a:gd name="connsiteX10" fmla="*/ 136608 w 200935"/>
                <a:gd name="connsiteY10" fmla="*/ 223568 h 239717"/>
                <a:gd name="connsiteX11" fmla="*/ 112284 w 200935"/>
                <a:gd name="connsiteY11" fmla="*/ 223568 h 239717"/>
                <a:gd name="connsiteX12" fmla="*/ 112284 w 200935"/>
                <a:gd name="connsiteY12" fmla="*/ 239802 h 239717"/>
                <a:gd name="connsiteX13" fmla="*/ 156701 w 200935"/>
                <a:gd name="connsiteY13" fmla="*/ 238766 h 239717"/>
                <a:gd name="connsiteX14" fmla="*/ 201118 w 200935"/>
                <a:gd name="connsiteY14" fmla="*/ 239802 h 239717"/>
                <a:gd name="connsiteX15" fmla="*/ 201118 w 200935"/>
                <a:gd name="connsiteY15" fmla="*/ 223568 h 239717"/>
                <a:gd name="connsiteX16" fmla="*/ 176795 w 200935"/>
                <a:gd name="connsiteY16" fmla="*/ 223568 h 239717"/>
                <a:gd name="connsiteX17" fmla="*/ 176795 w 200935"/>
                <a:gd name="connsiteY17" fmla="*/ 134106 h 239717"/>
                <a:gd name="connsiteX18" fmla="*/ 122507 w 200935"/>
                <a:gd name="connsiteY18" fmla="*/ 84366 h 239717"/>
                <a:gd name="connsiteX19" fmla="*/ 62579 w 200935"/>
                <a:gd name="connsiteY19" fmla="*/ 118217 h 239717"/>
                <a:gd name="connsiteX20" fmla="*/ 62579 w 200935"/>
                <a:gd name="connsiteY20" fmla="*/ 85 h 239717"/>
                <a:gd name="connsiteX21" fmla="*/ 183 w 200935"/>
                <a:gd name="connsiteY21" fmla="*/ 2848 h 239717"/>
                <a:gd name="connsiteX22" fmla="*/ 183 w 200935"/>
                <a:gd name="connsiteY22" fmla="*/ 19082 h 239717"/>
                <a:gd name="connsiteX23" fmla="*/ 24507 w 200935"/>
                <a:gd name="connsiteY23" fmla="*/ 32554 h 239717"/>
                <a:gd name="connsiteX24" fmla="*/ 24507 w 200935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0935" h="239717">
                  <a:moveTo>
                    <a:pt x="24507" y="223568"/>
                  </a:moveTo>
                  <a:lnTo>
                    <a:pt x="183" y="223568"/>
                  </a:lnTo>
                  <a:lnTo>
                    <a:pt x="183" y="239802"/>
                  </a:lnTo>
                  <a:cubicBezTo>
                    <a:pt x="10054" y="239457"/>
                    <a:pt x="31205" y="238766"/>
                    <a:pt x="44600" y="238766"/>
                  </a:cubicBezTo>
                  <a:cubicBezTo>
                    <a:pt x="58349" y="238766"/>
                    <a:pt x="79147" y="239457"/>
                    <a:pt x="89018" y="239802"/>
                  </a:cubicBezTo>
                  <a:lnTo>
                    <a:pt x="89018" y="223568"/>
                  </a:lnTo>
                  <a:lnTo>
                    <a:pt x="64694" y="223568"/>
                  </a:lnTo>
                  <a:lnTo>
                    <a:pt x="64694" y="151376"/>
                  </a:lnTo>
                  <a:cubicBezTo>
                    <a:pt x="64694" y="113726"/>
                    <a:pt x="95010" y="96801"/>
                    <a:pt x="117219" y="96801"/>
                  </a:cubicBezTo>
                  <a:cubicBezTo>
                    <a:pt x="129205" y="96801"/>
                    <a:pt x="136608" y="104054"/>
                    <a:pt x="136608" y="130306"/>
                  </a:cubicBezTo>
                  <a:lnTo>
                    <a:pt x="136608" y="223568"/>
                  </a:lnTo>
                  <a:lnTo>
                    <a:pt x="112284" y="223568"/>
                  </a:lnTo>
                  <a:lnTo>
                    <a:pt x="112284" y="239802"/>
                  </a:lnTo>
                  <a:cubicBezTo>
                    <a:pt x="122154" y="239457"/>
                    <a:pt x="143305" y="238766"/>
                    <a:pt x="156701" y="238766"/>
                  </a:cubicBezTo>
                  <a:cubicBezTo>
                    <a:pt x="170449" y="238766"/>
                    <a:pt x="191248" y="239457"/>
                    <a:pt x="201118" y="239802"/>
                  </a:cubicBezTo>
                  <a:lnTo>
                    <a:pt x="201118" y="223568"/>
                  </a:lnTo>
                  <a:lnTo>
                    <a:pt x="176795" y="223568"/>
                  </a:lnTo>
                  <a:lnTo>
                    <a:pt x="176795" y="134106"/>
                  </a:lnTo>
                  <a:cubicBezTo>
                    <a:pt x="176795" y="97837"/>
                    <a:pt x="157759" y="84366"/>
                    <a:pt x="122507" y="84366"/>
                  </a:cubicBezTo>
                  <a:cubicBezTo>
                    <a:pt x="88665" y="84366"/>
                    <a:pt x="70687" y="104400"/>
                    <a:pt x="62579" y="118217"/>
                  </a:cubicBezTo>
                  <a:lnTo>
                    <a:pt x="62579" y="85"/>
                  </a:lnTo>
                  <a:lnTo>
                    <a:pt x="183" y="2848"/>
                  </a:lnTo>
                  <a:lnTo>
                    <a:pt x="183" y="19082"/>
                  </a:lnTo>
                  <a:cubicBezTo>
                    <a:pt x="22039" y="19082"/>
                    <a:pt x="24507" y="19082"/>
                    <a:pt x="24507" y="32554"/>
                  </a:cubicBezTo>
                  <a:lnTo>
                    <a:pt x="24507" y="223568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EE95F1FF-E0FA-ABB9-9FFF-FC96D57968B0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1980170" y="5609739"/>
              <a:ext cx="109068" cy="165384"/>
            </a:xfrm>
            <a:custGeom>
              <a:avLst/>
              <a:gdLst>
                <a:gd name="connsiteX0" fmla="*/ 22892 w 109068"/>
                <a:gd name="connsiteY0" fmla="*/ 25716 h 165384"/>
                <a:gd name="connsiteX1" fmla="*/ 46828 w 109068"/>
                <a:gd name="connsiteY1" fmla="*/ 28859 h 165384"/>
                <a:gd name="connsiteX2" fmla="*/ 98648 w 109068"/>
                <a:gd name="connsiteY2" fmla="*/ 3471 h 165384"/>
                <a:gd name="connsiteX3" fmla="*/ 95687 w 109068"/>
                <a:gd name="connsiteY3" fmla="*/ 86 h 165384"/>
                <a:gd name="connsiteX4" fmla="*/ 93713 w 109068"/>
                <a:gd name="connsiteY4" fmla="*/ 812 h 165384"/>
                <a:gd name="connsiteX5" fmla="*/ 56451 w 109068"/>
                <a:gd name="connsiteY5" fmla="*/ 7823 h 165384"/>
                <a:gd name="connsiteX6" fmla="*/ 20424 w 109068"/>
                <a:gd name="connsiteY6" fmla="*/ 1295 h 165384"/>
                <a:gd name="connsiteX7" fmla="*/ 17216 w 109068"/>
                <a:gd name="connsiteY7" fmla="*/ 86 h 165384"/>
                <a:gd name="connsiteX8" fmla="*/ 14008 w 109068"/>
                <a:gd name="connsiteY8" fmla="*/ 6615 h 165384"/>
                <a:gd name="connsiteX9" fmla="*/ 14008 w 109068"/>
                <a:gd name="connsiteY9" fmla="*/ 77943 h 165384"/>
                <a:gd name="connsiteX10" fmla="*/ 17956 w 109068"/>
                <a:gd name="connsiteY10" fmla="*/ 84955 h 165384"/>
                <a:gd name="connsiteX11" fmla="*/ 22892 w 109068"/>
                <a:gd name="connsiteY11" fmla="*/ 81570 h 165384"/>
                <a:gd name="connsiteX12" fmla="*/ 57192 w 109068"/>
                <a:gd name="connsiteY12" fmla="*/ 66337 h 165384"/>
                <a:gd name="connsiteX13" fmla="*/ 79894 w 109068"/>
                <a:gd name="connsiteY13" fmla="*/ 79877 h 165384"/>
                <a:gd name="connsiteX14" fmla="*/ 85816 w 109068"/>
                <a:gd name="connsiteY14" fmla="*/ 111068 h 165384"/>
                <a:gd name="connsiteX15" fmla="*/ 78413 w 109068"/>
                <a:gd name="connsiteY15" fmla="*/ 143226 h 165384"/>
                <a:gd name="connsiteX16" fmla="*/ 49542 w 109068"/>
                <a:gd name="connsiteY16" fmla="*/ 157733 h 165384"/>
                <a:gd name="connsiteX17" fmla="*/ 10800 w 109068"/>
                <a:gd name="connsiteY17" fmla="*/ 133071 h 165384"/>
                <a:gd name="connsiteX18" fmla="*/ 24866 w 109068"/>
                <a:gd name="connsiteY18" fmla="*/ 121223 h 165384"/>
                <a:gd name="connsiteX19" fmla="*/ 12528 w 109068"/>
                <a:gd name="connsiteY19" fmla="*/ 108892 h 165384"/>
                <a:gd name="connsiteX20" fmla="*/ 190 w 109068"/>
                <a:gd name="connsiteY20" fmla="*/ 121948 h 165384"/>
                <a:gd name="connsiteX21" fmla="*/ 50036 w 109068"/>
                <a:gd name="connsiteY21" fmla="*/ 165471 h 165384"/>
                <a:gd name="connsiteX22" fmla="*/ 109259 w 109068"/>
                <a:gd name="connsiteY22" fmla="*/ 112035 h 165384"/>
                <a:gd name="connsiteX23" fmla="*/ 57438 w 109068"/>
                <a:gd name="connsiteY23" fmla="*/ 59567 h 165384"/>
                <a:gd name="connsiteX24" fmla="*/ 22892 w 109068"/>
                <a:gd name="connsiteY24" fmla="*/ 71414 h 165384"/>
                <a:gd name="connsiteX25" fmla="*/ 22892 w 109068"/>
                <a:gd name="connsiteY25" fmla="*/ 25716 h 165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09068" h="165384">
                  <a:moveTo>
                    <a:pt x="22892" y="25716"/>
                  </a:moveTo>
                  <a:cubicBezTo>
                    <a:pt x="35477" y="28859"/>
                    <a:pt x="42879" y="28859"/>
                    <a:pt x="46828" y="28859"/>
                  </a:cubicBezTo>
                  <a:cubicBezTo>
                    <a:pt x="79400" y="28859"/>
                    <a:pt x="98648" y="7098"/>
                    <a:pt x="98648" y="3471"/>
                  </a:cubicBezTo>
                  <a:cubicBezTo>
                    <a:pt x="98648" y="812"/>
                    <a:pt x="96920" y="86"/>
                    <a:pt x="95687" y="86"/>
                  </a:cubicBezTo>
                  <a:cubicBezTo>
                    <a:pt x="95193" y="86"/>
                    <a:pt x="94700" y="86"/>
                    <a:pt x="93713" y="812"/>
                  </a:cubicBezTo>
                  <a:cubicBezTo>
                    <a:pt x="87790" y="2988"/>
                    <a:pt x="74712" y="7823"/>
                    <a:pt x="56451" y="7823"/>
                  </a:cubicBezTo>
                  <a:cubicBezTo>
                    <a:pt x="49542" y="7823"/>
                    <a:pt x="36464" y="7340"/>
                    <a:pt x="20424" y="1295"/>
                  </a:cubicBezTo>
                  <a:cubicBezTo>
                    <a:pt x="17956" y="86"/>
                    <a:pt x="17463" y="86"/>
                    <a:pt x="17216" y="86"/>
                  </a:cubicBezTo>
                  <a:cubicBezTo>
                    <a:pt x="14008" y="86"/>
                    <a:pt x="14008" y="2746"/>
                    <a:pt x="14008" y="6615"/>
                  </a:cubicBezTo>
                  <a:lnTo>
                    <a:pt x="14008" y="77943"/>
                  </a:lnTo>
                  <a:cubicBezTo>
                    <a:pt x="14008" y="82053"/>
                    <a:pt x="14008" y="84955"/>
                    <a:pt x="17956" y="84955"/>
                  </a:cubicBezTo>
                  <a:cubicBezTo>
                    <a:pt x="20177" y="84955"/>
                    <a:pt x="20424" y="84471"/>
                    <a:pt x="22892" y="81570"/>
                  </a:cubicBezTo>
                  <a:cubicBezTo>
                    <a:pt x="33503" y="68271"/>
                    <a:pt x="48555" y="66337"/>
                    <a:pt x="57192" y="66337"/>
                  </a:cubicBezTo>
                  <a:cubicBezTo>
                    <a:pt x="71997" y="66337"/>
                    <a:pt x="78660" y="77943"/>
                    <a:pt x="79894" y="79877"/>
                  </a:cubicBezTo>
                  <a:cubicBezTo>
                    <a:pt x="84336" y="87856"/>
                    <a:pt x="85816" y="97044"/>
                    <a:pt x="85816" y="111068"/>
                  </a:cubicBezTo>
                  <a:cubicBezTo>
                    <a:pt x="85816" y="118322"/>
                    <a:pt x="85816" y="132587"/>
                    <a:pt x="78413" y="143226"/>
                  </a:cubicBezTo>
                  <a:cubicBezTo>
                    <a:pt x="72244" y="151930"/>
                    <a:pt x="61633" y="157733"/>
                    <a:pt x="49542" y="157733"/>
                  </a:cubicBezTo>
                  <a:cubicBezTo>
                    <a:pt x="33503" y="157733"/>
                    <a:pt x="16969" y="149029"/>
                    <a:pt x="10800" y="133071"/>
                  </a:cubicBezTo>
                  <a:cubicBezTo>
                    <a:pt x="20177" y="133796"/>
                    <a:pt x="24866" y="127751"/>
                    <a:pt x="24866" y="121223"/>
                  </a:cubicBezTo>
                  <a:cubicBezTo>
                    <a:pt x="24866" y="110826"/>
                    <a:pt x="15736" y="108892"/>
                    <a:pt x="12528" y="108892"/>
                  </a:cubicBezTo>
                  <a:cubicBezTo>
                    <a:pt x="12034" y="108892"/>
                    <a:pt x="190" y="108892"/>
                    <a:pt x="190" y="121948"/>
                  </a:cubicBezTo>
                  <a:cubicBezTo>
                    <a:pt x="190" y="143710"/>
                    <a:pt x="20424" y="165471"/>
                    <a:pt x="50036" y="165471"/>
                  </a:cubicBezTo>
                  <a:cubicBezTo>
                    <a:pt x="81621" y="165471"/>
                    <a:pt x="109259" y="142501"/>
                    <a:pt x="109259" y="112035"/>
                  </a:cubicBezTo>
                  <a:cubicBezTo>
                    <a:pt x="109259" y="84713"/>
                    <a:pt x="88037" y="59567"/>
                    <a:pt x="57438" y="59567"/>
                  </a:cubicBezTo>
                  <a:cubicBezTo>
                    <a:pt x="46581" y="59567"/>
                    <a:pt x="33749" y="62226"/>
                    <a:pt x="22892" y="71414"/>
                  </a:cubicBezTo>
                  <a:lnTo>
                    <a:pt x="22892" y="25716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68C1CC4-6314-1586-E734-730E218136E1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2240428" y="5591709"/>
              <a:ext cx="234424" cy="80827"/>
            </a:xfrm>
            <a:custGeom>
              <a:avLst/>
              <a:gdLst>
                <a:gd name="connsiteX0" fmla="*/ 222635 w 234424"/>
                <a:gd name="connsiteY0" fmla="*/ 13901 h 80827"/>
                <a:gd name="connsiteX1" fmla="*/ 234621 w 234424"/>
                <a:gd name="connsiteY1" fmla="*/ 6993 h 80827"/>
                <a:gd name="connsiteX2" fmla="*/ 222988 w 234424"/>
                <a:gd name="connsiteY2" fmla="*/ 85 h 80827"/>
                <a:gd name="connsiteX3" fmla="*/ 11830 w 234424"/>
                <a:gd name="connsiteY3" fmla="*/ 85 h 80827"/>
                <a:gd name="connsiteX4" fmla="*/ 197 w 234424"/>
                <a:gd name="connsiteY4" fmla="*/ 6993 h 80827"/>
                <a:gd name="connsiteX5" fmla="*/ 12182 w 234424"/>
                <a:gd name="connsiteY5" fmla="*/ 13901 h 80827"/>
                <a:gd name="connsiteX6" fmla="*/ 222635 w 234424"/>
                <a:gd name="connsiteY6" fmla="*/ 13901 h 80827"/>
                <a:gd name="connsiteX7" fmla="*/ 222988 w 234424"/>
                <a:gd name="connsiteY7" fmla="*/ 80912 h 80827"/>
                <a:gd name="connsiteX8" fmla="*/ 234621 w 234424"/>
                <a:gd name="connsiteY8" fmla="*/ 74003 h 80827"/>
                <a:gd name="connsiteX9" fmla="*/ 222635 w 234424"/>
                <a:gd name="connsiteY9" fmla="*/ 67095 h 80827"/>
                <a:gd name="connsiteX10" fmla="*/ 12182 w 234424"/>
                <a:gd name="connsiteY10" fmla="*/ 67095 h 80827"/>
                <a:gd name="connsiteX11" fmla="*/ 197 w 234424"/>
                <a:gd name="connsiteY11" fmla="*/ 74003 h 80827"/>
                <a:gd name="connsiteX12" fmla="*/ 11830 w 234424"/>
                <a:gd name="connsiteY12" fmla="*/ 80912 h 80827"/>
                <a:gd name="connsiteX13" fmla="*/ 222988 w 234424"/>
                <a:gd name="connsiteY13" fmla="*/ 80912 h 8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424" h="80827">
                  <a:moveTo>
                    <a:pt x="222635" y="13901"/>
                  </a:moveTo>
                  <a:cubicBezTo>
                    <a:pt x="227923" y="13901"/>
                    <a:pt x="234621" y="13901"/>
                    <a:pt x="234621" y="6993"/>
                  </a:cubicBezTo>
                  <a:cubicBezTo>
                    <a:pt x="234621" y="85"/>
                    <a:pt x="227923" y="85"/>
                    <a:pt x="222988" y="85"/>
                  </a:cubicBezTo>
                  <a:lnTo>
                    <a:pt x="11830" y="85"/>
                  </a:lnTo>
                  <a:cubicBezTo>
                    <a:pt x="6895" y="85"/>
                    <a:pt x="197" y="85"/>
                    <a:pt x="197" y="6993"/>
                  </a:cubicBezTo>
                  <a:cubicBezTo>
                    <a:pt x="197" y="13901"/>
                    <a:pt x="6895" y="13901"/>
                    <a:pt x="12182" y="13901"/>
                  </a:cubicBezTo>
                  <a:lnTo>
                    <a:pt x="222635" y="13901"/>
                  </a:lnTo>
                  <a:close/>
                  <a:moveTo>
                    <a:pt x="222988" y="80912"/>
                  </a:moveTo>
                  <a:cubicBezTo>
                    <a:pt x="227923" y="80912"/>
                    <a:pt x="234621" y="80912"/>
                    <a:pt x="234621" y="74003"/>
                  </a:cubicBezTo>
                  <a:cubicBezTo>
                    <a:pt x="234621" y="67095"/>
                    <a:pt x="227923" y="67095"/>
                    <a:pt x="222635" y="67095"/>
                  </a:cubicBezTo>
                  <a:lnTo>
                    <a:pt x="12182" y="67095"/>
                  </a:lnTo>
                  <a:cubicBezTo>
                    <a:pt x="6895" y="67095"/>
                    <a:pt x="197" y="67095"/>
                    <a:pt x="197" y="74003"/>
                  </a:cubicBezTo>
                  <a:cubicBezTo>
                    <a:pt x="197" y="80912"/>
                    <a:pt x="6895" y="80912"/>
                    <a:pt x="11830" y="80912"/>
                  </a:cubicBezTo>
                  <a:lnTo>
                    <a:pt x="222988" y="80912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BFC929-ADB5-7A55-9FBE-CCEAE2A0D9EC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2598076" y="5565803"/>
              <a:ext cx="161805" cy="223483"/>
            </a:xfrm>
            <a:custGeom>
              <a:avLst/>
              <a:gdLst>
                <a:gd name="connsiteX0" fmla="*/ 160955 w 161805"/>
                <a:gd name="connsiteY0" fmla="*/ 22537 h 223483"/>
                <a:gd name="connsiteX1" fmla="*/ 162013 w 161805"/>
                <a:gd name="connsiteY1" fmla="*/ 16319 h 223483"/>
                <a:gd name="connsiteX2" fmla="*/ 151790 w 161805"/>
                <a:gd name="connsiteY2" fmla="*/ 6993 h 223483"/>
                <a:gd name="connsiteX3" fmla="*/ 137337 w 161805"/>
                <a:gd name="connsiteY3" fmla="*/ 21846 h 223483"/>
                <a:gd name="connsiteX4" fmla="*/ 104553 w 161805"/>
                <a:gd name="connsiteY4" fmla="*/ 85 h 223483"/>
                <a:gd name="connsiteX5" fmla="*/ 20653 w 161805"/>
                <a:gd name="connsiteY5" fmla="*/ 98182 h 223483"/>
                <a:gd name="connsiteX6" fmla="*/ 67538 w 161805"/>
                <a:gd name="connsiteY6" fmla="*/ 152758 h 223483"/>
                <a:gd name="connsiteX7" fmla="*/ 108430 w 161805"/>
                <a:gd name="connsiteY7" fmla="*/ 132724 h 223483"/>
                <a:gd name="connsiteX8" fmla="*/ 108783 w 161805"/>
                <a:gd name="connsiteY8" fmla="*/ 133069 h 223483"/>
                <a:gd name="connsiteX9" fmla="*/ 97150 w 161805"/>
                <a:gd name="connsiteY9" fmla="*/ 178664 h 223483"/>
                <a:gd name="connsiteX10" fmla="*/ 46387 w 161805"/>
                <a:gd name="connsiteY10" fmla="*/ 215969 h 223483"/>
                <a:gd name="connsiteX11" fmla="*/ 18186 w 161805"/>
                <a:gd name="connsiteY11" fmla="*/ 212515 h 223483"/>
                <a:gd name="connsiteX12" fmla="*/ 32639 w 161805"/>
                <a:gd name="connsiteY12" fmla="*/ 194553 h 223483"/>
                <a:gd name="connsiteX13" fmla="*/ 19243 w 161805"/>
                <a:gd name="connsiteY13" fmla="*/ 182464 h 223483"/>
                <a:gd name="connsiteX14" fmla="*/ 207 w 161805"/>
                <a:gd name="connsiteY14" fmla="*/ 202498 h 223483"/>
                <a:gd name="connsiteX15" fmla="*/ 47092 w 161805"/>
                <a:gd name="connsiteY15" fmla="*/ 223568 h 223483"/>
                <a:gd name="connsiteX16" fmla="*/ 121826 w 161805"/>
                <a:gd name="connsiteY16" fmla="*/ 175901 h 223483"/>
                <a:gd name="connsiteX17" fmla="*/ 160955 w 161805"/>
                <a:gd name="connsiteY17" fmla="*/ 22537 h 223483"/>
                <a:gd name="connsiteX18" fmla="*/ 115128 w 161805"/>
                <a:gd name="connsiteY18" fmla="*/ 108545 h 223483"/>
                <a:gd name="connsiteX19" fmla="*/ 97150 w 161805"/>
                <a:gd name="connsiteY19" fmla="*/ 132724 h 223483"/>
                <a:gd name="connsiteX20" fmla="*/ 68596 w 161805"/>
                <a:gd name="connsiteY20" fmla="*/ 145159 h 223483"/>
                <a:gd name="connsiteX21" fmla="*/ 45682 w 161805"/>
                <a:gd name="connsiteY21" fmla="*/ 113381 h 223483"/>
                <a:gd name="connsiteX22" fmla="*/ 65423 w 161805"/>
                <a:gd name="connsiteY22" fmla="*/ 38426 h 223483"/>
                <a:gd name="connsiteX23" fmla="*/ 104905 w 161805"/>
                <a:gd name="connsiteY23" fmla="*/ 7684 h 223483"/>
                <a:gd name="connsiteX24" fmla="*/ 133106 w 161805"/>
                <a:gd name="connsiteY24" fmla="*/ 37389 h 223483"/>
                <a:gd name="connsiteX25" fmla="*/ 132049 w 161805"/>
                <a:gd name="connsiteY25" fmla="*/ 42571 h 223483"/>
                <a:gd name="connsiteX26" fmla="*/ 115128 w 161805"/>
                <a:gd name="connsiteY26" fmla="*/ 108545 h 223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1805" h="223483">
                  <a:moveTo>
                    <a:pt x="160955" y="22537"/>
                  </a:moveTo>
                  <a:cubicBezTo>
                    <a:pt x="161308" y="20464"/>
                    <a:pt x="162013" y="18737"/>
                    <a:pt x="162013" y="16319"/>
                  </a:cubicBezTo>
                  <a:cubicBezTo>
                    <a:pt x="162013" y="10447"/>
                    <a:pt x="157783" y="6993"/>
                    <a:pt x="151790" y="6993"/>
                  </a:cubicBezTo>
                  <a:cubicBezTo>
                    <a:pt x="148265" y="6993"/>
                    <a:pt x="138747" y="9411"/>
                    <a:pt x="137337" y="21846"/>
                  </a:cubicBezTo>
                  <a:cubicBezTo>
                    <a:pt x="130991" y="9065"/>
                    <a:pt x="118653" y="85"/>
                    <a:pt x="104553" y="85"/>
                  </a:cubicBezTo>
                  <a:cubicBezTo>
                    <a:pt x="64366" y="85"/>
                    <a:pt x="20653" y="48443"/>
                    <a:pt x="20653" y="98182"/>
                  </a:cubicBezTo>
                  <a:cubicBezTo>
                    <a:pt x="20653" y="132379"/>
                    <a:pt x="42157" y="152758"/>
                    <a:pt x="67538" y="152758"/>
                  </a:cubicBezTo>
                  <a:cubicBezTo>
                    <a:pt x="88337" y="152758"/>
                    <a:pt x="104905" y="136524"/>
                    <a:pt x="108430" y="132724"/>
                  </a:cubicBezTo>
                  <a:lnTo>
                    <a:pt x="108783" y="133069"/>
                  </a:lnTo>
                  <a:cubicBezTo>
                    <a:pt x="101380" y="163811"/>
                    <a:pt x="97150" y="177973"/>
                    <a:pt x="97150" y="178664"/>
                  </a:cubicBezTo>
                  <a:cubicBezTo>
                    <a:pt x="95740" y="181773"/>
                    <a:pt x="83754" y="215969"/>
                    <a:pt x="46387" y="215969"/>
                  </a:cubicBezTo>
                  <a:cubicBezTo>
                    <a:pt x="39689" y="215969"/>
                    <a:pt x="28056" y="215623"/>
                    <a:pt x="18186" y="212515"/>
                  </a:cubicBezTo>
                  <a:cubicBezTo>
                    <a:pt x="28761" y="209406"/>
                    <a:pt x="32639" y="200425"/>
                    <a:pt x="32639" y="194553"/>
                  </a:cubicBezTo>
                  <a:cubicBezTo>
                    <a:pt x="32639" y="189027"/>
                    <a:pt x="28761" y="182464"/>
                    <a:pt x="19243" y="182464"/>
                  </a:cubicBezTo>
                  <a:cubicBezTo>
                    <a:pt x="11488" y="182464"/>
                    <a:pt x="207" y="188681"/>
                    <a:pt x="207" y="202498"/>
                  </a:cubicBezTo>
                  <a:cubicBezTo>
                    <a:pt x="207" y="216660"/>
                    <a:pt x="13250" y="223568"/>
                    <a:pt x="47092" y="223568"/>
                  </a:cubicBezTo>
                  <a:cubicBezTo>
                    <a:pt x="91157" y="223568"/>
                    <a:pt x="116538" y="196626"/>
                    <a:pt x="121826" y="175901"/>
                  </a:cubicBezTo>
                  <a:lnTo>
                    <a:pt x="160955" y="22537"/>
                  </a:lnTo>
                  <a:close/>
                  <a:moveTo>
                    <a:pt x="115128" y="108545"/>
                  </a:moveTo>
                  <a:cubicBezTo>
                    <a:pt x="113013" y="117526"/>
                    <a:pt x="104905" y="126161"/>
                    <a:pt x="97150" y="132724"/>
                  </a:cubicBezTo>
                  <a:cubicBezTo>
                    <a:pt x="89747" y="138941"/>
                    <a:pt x="78819" y="145159"/>
                    <a:pt x="68596" y="145159"/>
                  </a:cubicBezTo>
                  <a:cubicBezTo>
                    <a:pt x="50970" y="145159"/>
                    <a:pt x="45682" y="127197"/>
                    <a:pt x="45682" y="113381"/>
                  </a:cubicBezTo>
                  <a:cubicBezTo>
                    <a:pt x="45682" y="96801"/>
                    <a:pt x="55905" y="56042"/>
                    <a:pt x="65423" y="38426"/>
                  </a:cubicBezTo>
                  <a:cubicBezTo>
                    <a:pt x="74941" y="21500"/>
                    <a:pt x="90099" y="7684"/>
                    <a:pt x="104905" y="7684"/>
                  </a:cubicBezTo>
                  <a:cubicBezTo>
                    <a:pt x="128171" y="7684"/>
                    <a:pt x="133106" y="35662"/>
                    <a:pt x="133106" y="37389"/>
                  </a:cubicBezTo>
                  <a:cubicBezTo>
                    <a:pt x="133106" y="39117"/>
                    <a:pt x="132401" y="41189"/>
                    <a:pt x="132049" y="42571"/>
                  </a:cubicBezTo>
                  <a:lnTo>
                    <a:pt x="115128" y="108545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9645B84-1886-FE94-082E-878184A77EF1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2867226" y="5459415"/>
              <a:ext cx="81784" cy="345414"/>
            </a:xfrm>
            <a:custGeom>
              <a:avLst/>
              <a:gdLst>
                <a:gd name="connsiteX0" fmla="*/ 81998 w 81784"/>
                <a:gd name="connsiteY0" fmla="*/ 342045 h 345414"/>
                <a:gd name="connsiteX1" fmla="*/ 76005 w 81784"/>
                <a:gd name="connsiteY1" fmla="*/ 334446 h 345414"/>
                <a:gd name="connsiteX2" fmla="*/ 20660 w 81784"/>
                <a:gd name="connsiteY2" fmla="*/ 172792 h 345414"/>
                <a:gd name="connsiteX3" fmla="*/ 77416 w 81784"/>
                <a:gd name="connsiteY3" fmla="*/ 9411 h 345414"/>
                <a:gd name="connsiteX4" fmla="*/ 81998 w 81784"/>
                <a:gd name="connsiteY4" fmla="*/ 3539 h 345414"/>
                <a:gd name="connsiteX5" fmla="*/ 78473 w 81784"/>
                <a:gd name="connsiteY5" fmla="*/ 85 h 345414"/>
                <a:gd name="connsiteX6" fmla="*/ 22423 w 81784"/>
                <a:gd name="connsiteY6" fmla="*/ 67441 h 345414"/>
                <a:gd name="connsiteX7" fmla="*/ 214 w 81784"/>
                <a:gd name="connsiteY7" fmla="*/ 172792 h 345414"/>
                <a:gd name="connsiteX8" fmla="*/ 23480 w 81784"/>
                <a:gd name="connsiteY8" fmla="*/ 280561 h 345414"/>
                <a:gd name="connsiteX9" fmla="*/ 78473 w 81784"/>
                <a:gd name="connsiteY9" fmla="*/ 345499 h 345414"/>
                <a:gd name="connsiteX10" fmla="*/ 81998 w 81784"/>
                <a:gd name="connsiteY10" fmla="*/ 34204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784" h="345414">
                  <a:moveTo>
                    <a:pt x="81998" y="342045"/>
                  </a:moveTo>
                  <a:cubicBezTo>
                    <a:pt x="81998" y="341009"/>
                    <a:pt x="81998" y="340318"/>
                    <a:pt x="76005" y="334446"/>
                  </a:cubicBezTo>
                  <a:cubicBezTo>
                    <a:pt x="31941" y="290924"/>
                    <a:pt x="20660" y="225640"/>
                    <a:pt x="20660" y="172792"/>
                  </a:cubicBezTo>
                  <a:cubicBezTo>
                    <a:pt x="20660" y="112690"/>
                    <a:pt x="34056" y="52588"/>
                    <a:pt x="77416" y="9411"/>
                  </a:cubicBezTo>
                  <a:cubicBezTo>
                    <a:pt x="81998" y="5266"/>
                    <a:pt x="81998" y="4575"/>
                    <a:pt x="81998" y="3539"/>
                  </a:cubicBezTo>
                  <a:cubicBezTo>
                    <a:pt x="81998" y="1121"/>
                    <a:pt x="80588" y="85"/>
                    <a:pt x="78473" y="85"/>
                  </a:cubicBezTo>
                  <a:cubicBezTo>
                    <a:pt x="74948" y="85"/>
                    <a:pt x="43221" y="23573"/>
                    <a:pt x="22423" y="67441"/>
                  </a:cubicBezTo>
                  <a:cubicBezTo>
                    <a:pt x="4444" y="105436"/>
                    <a:pt x="214" y="143777"/>
                    <a:pt x="214" y="172792"/>
                  </a:cubicBezTo>
                  <a:cubicBezTo>
                    <a:pt x="214" y="199734"/>
                    <a:pt x="4092" y="241530"/>
                    <a:pt x="23480" y="280561"/>
                  </a:cubicBezTo>
                  <a:cubicBezTo>
                    <a:pt x="44631" y="323047"/>
                    <a:pt x="74948" y="345499"/>
                    <a:pt x="78473" y="345499"/>
                  </a:cubicBezTo>
                  <a:cubicBezTo>
                    <a:pt x="80588" y="345499"/>
                    <a:pt x="81998" y="344463"/>
                    <a:pt x="81998" y="342045"/>
                  </a:cubicBez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A08079F-1EB3-0FBE-C37F-873F4B5E5331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2977878" y="5481522"/>
              <a:ext cx="401870" cy="239717"/>
            </a:xfrm>
            <a:custGeom>
              <a:avLst/>
              <a:gdLst>
                <a:gd name="connsiteX0" fmla="*/ 368599 w 401870"/>
                <a:gd name="connsiteY0" fmla="*/ 24609 h 239717"/>
                <a:gd name="connsiteX1" fmla="*/ 381995 w 401870"/>
                <a:gd name="connsiteY1" fmla="*/ 17010 h 239717"/>
                <a:gd name="connsiteX2" fmla="*/ 402088 w 401870"/>
                <a:gd name="connsiteY2" fmla="*/ 16319 h 239717"/>
                <a:gd name="connsiteX3" fmla="*/ 402088 w 401870"/>
                <a:gd name="connsiteY3" fmla="*/ 85 h 239717"/>
                <a:gd name="connsiteX4" fmla="*/ 364369 w 401870"/>
                <a:gd name="connsiteY4" fmla="*/ 1121 h 239717"/>
                <a:gd name="connsiteX5" fmla="*/ 316426 w 401870"/>
                <a:gd name="connsiteY5" fmla="*/ 85 h 239717"/>
                <a:gd name="connsiteX6" fmla="*/ 316426 w 401870"/>
                <a:gd name="connsiteY6" fmla="*/ 16319 h 239717"/>
                <a:gd name="connsiteX7" fmla="*/ 352383 w 401870"/>
                <a:gd name="connsiteY7" fmla="*/ 20119 h 239717"/>
                <a:gd name="connsiteX8" fmla="*/ 291750 w 401870"/>
                <a:gd name="connsiteY8" fmla="*/ 174519 h 239717"/>
                <a:gd name="connsiteX9" fmla="*/ 229354 w 401870"/>
                <a:gd name="connsiteY9" fmla="*/ 16319 h 239717"/>
                <a:gd name="connsiteX10" fmla="*/ 263196 w 401870"/>
                <a:gd name="connsiteY10" fmla="*/ 16319 h 239717"/>
                <a:gd name="connsiteX11" fmla="*/ 263196 w 401870"/>
                <a:gd name="connsiteY11" fmla="*/ 85 h 239717"/>
                <a:gd name="connsiteX12" fmla="*/ 201506 w 401870"/>
                <a:gd name="connsiteY12" fmla="*/ 1121 h 239717"/>
                <a:gd name="connsiteX13" fmla="*/ 147570 w 401870"/>
                <a:gd name="connsiteY13" fmla="*/ 85 h 239717"/>
                <a:gd name="connsiteX14" fmla="*/ 147570 w 401870"/>
                <a:gd name="connsiteY14" fmla="*/ 16319 h 239717"/>
                <a:gd name="connsiteX15" fmla="*/ 177887 w 401870"/>
                <a:gd name="connsiteY15" fmla="*/ 16319 h 239717"/>
                <a:gd name="connsiteX16" fmla="*/ 192340 w 401870"/>
                <a:gd name="connsiteY16" fmla="*/ 52933 h 239717"/>
                <a:gd name="connsiteX17" fmla="*/ 144398 w 401870"/>
                <a:gd name="connsiteY17" fmla="*/ 174519 h 239717"/>
                <a:gd name="connsiteX18" fmla="*/ 82002 w 401870"/>
                <a:gd name="connsiteY18" fmla="*/ 16319 h 239717"/>
                <a:gd name="connsiteX19" fmla="*/ 115844 w 401870"/>
                <a:gd name="connsiteY19" fmla="*/ 16319 h 239717"/>
                <a:gd name="connsiteX20" fmla="*/ 115844 w 401870"/>
                <a:gd name="connsiteY20" fmla="*/ 85 h 239717"/>
                <a:gd name="connsiteX21" fmla="*/ 54153 w 401870"/>
                <a:gd name="connsiteY21" fmla="*/ 1121 h 239717"/>
                <a:gd name="connsiteX22" fmla="*/ 218 w 401870"/>
                <a:gd name="connsiteY22" fmla="*/ 85 h 239717"/>
                <a:gd name="connsiteX23" fmla="*/ 218 w 401870"/>
                <a:gd name="connsiteY23" fmla="*/ 16319 h 239717"/>
                <a:gd name="connsiteX24" fmla="*/ 30534 w 401870"/>
                <a:gd name="connsiteY24" fmla="*/ 16319 h 239717"/>
                <a:gd name="connsiteX25" fmla="*/ 115139 w 401870"/>
                <a:gd name="connsiteY25" fmla="*/ 230822 h 239717"/>
                <a:gd name="connsiteX26" fmla="*/ 127477 w 401870"/>
                <a:gd name="connsiteY26" fmla="*/ 239802 h 239717"/>
                <a:gd name="connsiteX27" fmla="*/ 139815 w 401870"/>
                <a:gd name="connsiteY27" fmla="*/ 230822 h 239717"/>
                <a:gd name="connsiteX28" fmla="*/ 201153 w 401870"/>
                <a:gd name="connsiteY28" fmla="*/ 75385 h 239717"/>
                <a:gd name="connsiteX29" fmla="*/ 262491 w 401870"/>
                <a:gd name="connsiteY29" fmla="*/ 230822 h 239717"/>
                <a:gd name="connsiteX30" fmla="*/ 274829 w 401870"/>
                <a:gd name="connsiteY30" fmla="*/ 239802 h 239717"/>
                <a:gd name="connsiteX31" fmla="*/ 287167 w 401870"/>
                <a:gd name="connsiteY31" fmla="*/ 230822 h 239717"/>
                <a:gd name="connsiteX32" fmla="*/ 368599 w 401870"/>
                <a:gd name="connsiteY32" fmla="*/ 24609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1870" h="239717">
                  <a:moveTo>
                    <a:pt x="368599" y="24609"/>
                  </a:moveTo>
                  <a:cubicBezTo>
                    <a:pt x="370714" y="18737"/>
                    <a:pt x="371067" y="18046"/>
                    <a:pt x="381995" y="17010"/>
                  </a:cubicBezTo>
                  <a:cubicBezTo>
                    <a:pt x="389045" y="16319"/>
                    <a:pt x="396448" y="16319"/>
                    <a:pt x="402088" y="16319"/>
                  </a:cubicBezTo>
                  <a:lnTo>
                    <a:pt x="402088" y="85"/>
                  </a:lnTo>
                  <a:cubicBezTo>
                    <a:pt x="392570" y="430"/>
                    <a:pt x="380232" y="1121"/>
                    <a:pt x="364369" y="1121"/>
                  </a:cubicBezTo>
                  <a:cubicBezTo>
                    <a:pt x="350973" y="1121"/>
                    <a:pt x="329117" y="1121"/>
                    <a:pt x="316426" y="85"/>
                  </a:cubicBezTo>
                  <a:lnTo>
                    <a:pt x="316426" y="16319"/>
                  </a:lnTo>
                  <a:cubicBezTo>
                    <a:pt x="325239" y="16319"/>
                    <a:pt x="342160" y="16319"/>
                    <a:pt x="352383" y="20119"/>
                  </a:cubicBezTo>
                  <a:lnTo>
                    <a:pt x="291750" y="174519"/>
                  </a:lnTo>
                  <a:lnTo>
                    <a:pt x="229354" y="16319"/>
                  </a:lnTo>
                  <a:lnTo>
                    <a:pt x="263196" y="16319"/>
                  </a:lnTo>
                  <a:lnTo>
                    <a:pt x="263196" y="85"/>
                  </a:lnTo>
                  <a:cubicBezTo>
                    <a:pt x="249801" y="1121"/>
                    <a:pt x="216664" y="1121"/>
                    <a:pt x="201506" y="1121"/>
                  </a:cubicBezTo>
                  <a:cubicBezTo>
                    <a:pt x="187757" y="1121"/>
                    <a:pt x="159908" y="1121"/>
                    <a:pt x="147570" y="85"/>
                  </a:cubicBezTo>
                  <a:lnTo>
                    <a:pt x="147570" y="16319"/>
                  </a:lnTo>
                  <a:lnTo>
                    <a:pt x="177887" y="16319"/>
                  </a:lnTo>
                  <a:lnTo>
                    <a:pt x="192340" y="52933"/>
                  </a:lnTo>
                  <a:lnTo>
                    <a:pt x="144398" y="174519"/>
                  </a:lnTo>
                  <a:lnTo>
                    <a:pt x="82002" y="16319"/>
                  </a:lnTo>
                  <a:lnTo>
                    <a:pt x="115844" y="16319"/>
                  </a:lnTo>
                  <a:lnTo>
                    <a:pt x="115844" y="85"/>
                  </a:lnTo>
                  <a:cubicBezTo>
                    <a:pt x="102448" y="1121"/>
                    <a:pt x="69311" y="1121"/>
                    <a:pt x="54153" y="1121"/>
                  </a:cubicBezTo>
                  <a:cubicBezTo>
                    <a:pt x="40405" y="1121"/>
                    <a:pt x="12556" y="1121"/>
                    <a:pt x="218" y="85"/>
                  </a:cubicBezTo>
                  <a:lnTo>
                    <a:pt x="218" y="16319"/>
                  </a:lnTo>
                  <a:lnTo>
                    <a:pt x="30534" y="16319"/>
                  </a:lnTo>
                  <a:lnTo>
                    <a:pt x="115139" y="230822"/>
                  </a:lnTo>
                  <a:cubicBezTo>
                    <a:pt x="117254" y="236348"/>
                    <a:pt x="118664" y="239802"/>
                    <a:pt x="127477" y="239802"/>
                  </a:cubicBezTo>
                  <a:cubicBezTo>
                    <a:pt x="136290" y="239802"/>
                    <a:pt x="137700" y="236348"/>
                    <a:pt x="139815" y="230822"/>
                  </a:cubicBezTo>
                  <a:lnTo>
                    <a:pt x="201153" y="75385"/>
                  </a:lnTo>
                  <a:lnTo>
                    <a:pt x="262491" y="230822"/>
                  </a:lnTo>
                  <a:cubicBezTo>
                    <a:pt x="264606" y="236348"/>
                    <a:pt x="266016" y="239802"/>
                    <a:pt x="274829" y="239802"/>
                  </a:cubicBezTo>
                  <a:cubicBezTo>
                    <a:pt x="283642" y="239802"/>
                    <a:pt x="285052" y="236348"/>
                    <a:pt x="287167" y="230822"/>
                  </a:cubicBezTo>
                  <a:lnTo>
                    <a:pt x="368599" y="24609"/>
                  </a:lnTo>
                  <a:close/>
                </a:path>
              </a:pathLst>
            </a:custGeom>
            <a:solidFill>
              <a:schemeClr val="accent2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B473F242-314A-B4AF-DB01-4A05C65C6ACA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3435748" y="5459415"/>
              <a:ext cx="48294" cy="345414"/>
            </a:xfrm>
            <a:custGeom>
              <a:avLst/>
              <a:gdLst>
                <a:gd name="connsiteX0" fmla="*/ 48525 w 48294"/>
                <a:gd name="connsiteY0" fmla="*/ 345499 h 345414"/>
                <a:gd name="connsiteX1" fmla="*/ 48525 w 48294"/>
                <a:gd name="connsiteY1" fmla="*/ 331683 h 345414"/>
                <a:gd name="connsiteX2" fmla="*/ 14331 w 48294"/>
                <a:gd name="connsiteY2" fmla="*/ 331683 h 345414"/>
                <a:gd name="connsiteX3" fmla="*/ 14331 w 48294"/>
                <a:gd name="connsiteY3" fmla="*/ 13901 h 345414"/>
                <a:gd name="connsiteX4" fmla="*/ 48525 w 48294"/>
                <a:gd name="connsiteY4" fmla="*/ 13901 h 345414"/>
                <a:gd name="connsiteX5" fmla="*/ 48525 w 48294"/>
                <a:gd name="connsiteY5" fmla="*/ 85 h 345414"/>
                <a:gd name="connsiteX6" fmla="*/ 230 w 48294"/>
                <a:gd name="connsiteY6" fmla="*/ 85 h 345414"/>
                <a:gd name="connsiteX7" fmla="*/ 230 w 48294"/>
                <a:gd name="connsiteY7" fmla="*/ 345499 h 345414"/>
                <a:gd name="connsiteX8" fmla="*/ 48525 w 48294"/>
                <a:gd name="connsiteY8" fmla="*/ 345499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294" h="345414">
                  <a:moveTo>
                    <a:pt x="48525" y="345499"/>
                  </a:moveTo>
                  <a:lnTo>
                    <a:pt x="48525" y="331683"/>
                  </a:lnTo>
                  <a:lnTo>
                    <a:pt x="14331" y="331683"/>
                  </a:lnTo>
                  <a:lnTo>
                    <a:pt x="14331" y="13901"/>
                  </a:lnTo>
                  <a:lnTo>
                    <a:pt x="48525" y="13901"/>
                  </a:lnTo>
                  <a:lnTo>
                    <a:pt x="48525" y="85"/>
                  </a:lnTo>
                  <a:lnTo>
                    <a:pt x="230" y="85"/>
                  </a:lnTo>
                  <a:lnTo>
                    <a:pt x="230" y="345499"/>
                  </a:lnTo>
                  <a:lnTo>
                    <a:pt x="48525" y="345499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7439E36-66FE-073B-8003-EE6BAFDCC365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3507936" y="5478759"/>
              <a:ext cx="200935" cy="239717"/>
            </a:xfrm>
            <a:custGeom>
              <a:avLst/>
              <a:gdLst>
                <a:gd name="connsiteX0" fmla="*/ 24556 w 200935"/>
                <a:gd name="connsiteY0" fmla="*/ 223568 h 239717"/>
                <a:gd name="connsiteX1" fmla="*/ 233 w 200935"/>
                <a:gd name="connsiteY1" fmla="*/ 223568 h 239717"/>
                <a:gd name="connsiteX2" fmla="*/ 233 w 200935"/>
                <a:gd name="connsiteY2" fmla="*/ 239802 h 239717"/>
                <a:gd name="connsiteX3" fmla="*/ 44650 w 200935"/>
                <a:gd name="connsiteY3" fmla="*/ 238766 h 239717"/>
                <a:gd name="connsiteX4" fmla="*/ 89067 w 200935"/>
                <a:gd name="connsiteY4" fmla="*/ 239802 h 239717"/>
                <a:gd name="connsiteX5" fmla="*/ 89067 w 200935"/>
                <a:gd name="connsiteY5" fmla="*/ 223568 h 239717"/>
                <a:gd name="connsiteX6" fmla="*/ 64743 w 200935"/>
                <a:gd name="connsiteY6" fmla="*/ 223568 h 239717"/>
                <a:gd name="connsiteX7" fmla="*/ 64743 w 200935"/>
                <a:gd name="connsiteY7" fmla="*/ 151376 h 239717"/>
                <a:gd name="connsiteX8" fmla="*/ 117269 w 200935"/>
                <a:gd name="connsiteY8" fmla="*/ 96801 h 239717"/>
                <a:gd name="connsiteX9" fmla="*/ 136657 w 200935"/>
                <a:gd name="connsiteY9" fmla="*/ 130306 h 239717"/>
                <a:gd name="connsiteX10" fmla="*/ 136657 w 200935"/>
                <a:gd name="connsiteY10" fmla="*/ 223568 h 239717"/>
                <a:gd name="connsiteX11" fmla="*/ 112333 w 200935"/>
                <a:gd name="connsiteY11" fmla="*/ 223568 h 239717"/>
                <a:gd name="connsiteX12" fmla="*/ 112333 w 200935"/>
                <a:gd name="connsiteY12" fmla="*/ 239802 h 239717"/>
                <a:gd name="connsiteX13" fmla="*/ 156751 w 200935"/>
                <a:gd name="connsiteY13" fmla="*/ 238766 h 239717"/>
                <a:gd name="connsiteX14" fmla="*/ 201168 w 200935"/>
                <a:gd name="connsiteY14" fmla="*/ 239802 h 239717"/>
                <a:gd name="connsiteX15" fmla="*/ 201168 w 200935"/>
                <a:gd name="connsiteY15" fmla="*/ 223568 h 239717"/>
                <a:gd name="connsiteX16" fmla="*/ 176844 w 200935"/>
                <a:gd name="connsiteY16" fmla="*/ 223568 h 239717"/>
                <a:gd name="connsiteX17" fmla="*/ 176844 w 200935"/>
                <a:gd name="connsiteY17" fmla="*/ 134106 h 239717"/>
                <a:gd name="connsiteX18" fmla="*/ 122556 w 200935"/>
                <a:gd name="connsiteY18" fmla="*/ 84366 h 239717"/>
                <a:gd name="connsiteX19" fmla="*/ 62628 w 200935"/>
                <a:gd name="connsiteY19" fmla="*/ 118217 h 239717"/>
                <a:gd name="connsiteX20" fmla="*/ 62628 w 200935"/>
                <a:gd name="connsiteY20" fmla="*/ 85 h 239717"/>
                <a:gd name="connsiteX21" fmla="*/ 233 w 200935"/>
                <a:gd name="connsiteY21" fmla="*/ 2848 h 239717"/>
                <a:gd name="connsiteX22" fmla="*/ 233 w 200935"/>
                <a:gd name="connsiteY22" fmla="*/ 19082 h 239717"/>
                <a:gd name="connsiteX23" fmla="*/ 24556 w 200935"/>
                <a:gd name="connsiteY23" fmla="*/ 32554 h 239717"/>
                <a:gd name="connsiteX24" fmla="*/ 24556 w 200935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0935" h="239717">
                  <a:moveTo>
                    <a:pt x="24556" y="223568"/>
                  </a:moveTo>
                  <a:lnTo>
                    <a:pt x="233" y="223568"/>
                  </a:lnTo>
                  <a:lnTo>
                    <a:pt x="233" y="239802"/>
                  </a:lnTo>
                  <a:cubicBezTo>
                    <a:pt x="10103" y="239457"/>
                    <a:pt x="31254" y="238766"/>
                    <a:pt x="44650" y="238766"/>
                  </a:cubicBezTo>
                  <a:cubicBezTo>
                    <a:pt x="58398" y="238766"/>
                    <a:pt x="79197" y="239457"/>
                    <a:pt x="89067" y="239802"/>
                  </a:cubicBezTo>
                  <a:lnTo>
                    <a:pt x="89067" y="223568"/>
                  </a:lnTo>
                  <a:lnTo>
                    <a:pt x="64743" y="223568"/>
                  </a:lnTo>
                  <a:lnTo>
                    <a:pt x="64743" y="151376"/>
                  </a:lnTo>
                  <a:cubicBezTo>
                    <a:pt x="64743" y="113726"/>
                    <a:pt x="95060" y="96801"/>
                    <a:pt x="117269" y="96801"/>
                  </a:cubicBezTo>
                  <a:cubicBezTo>
                    <a:pt x="129254" y="96801"/>
                    <a:pt x="136657" y="104054"/>
                    <a:pt x="136657" y="130306"/>
                  </a:cubicBezTo>
                  <a:lnTo>
                    <a:pt x="136657" y="223568"/>
                  </a:lnTo>
                  <a:lnTo>
                    <a:pt x="112333" y="223568"/>
                  </a:lnTo>
                  <a:lnTo>
                    <a:pt x="112333" y="239802"/>
                  </a:lnTo>
                  <a:cubicBezTo>
                    <a:pt x="122204" y="239457"/>
                    <a:pt x="143355" y="238766"/>
                    <a:pt x="156751" y="238766"/>
                  </a:cubicBezTo>
                  <a:cubicBezTo>
                    <a:pt x="170499" y="238766"/>
                    <a:pt x="191297" y="239457"/>
                    <a:pt x="201168" y="239802"/>
                  </a:cubicBezTo>
                  <a:lnTo>
                    <a:pt x="201168" y="223568"/>
                  </a:lnTo>
                  <a:lnTo>
                    <a:pt x="176844" y="223568"/>
                  </a:lnTo>
                  <a:lnTo>
                    <a:pt x="176844" y="134106"/>
                  </a:lnTo>
                  <a:cubicBezTo>
                    <a:pt x="176844" y="97837"/>
                    <a:pt x="157808" y="84366"/>
                    <a:pt x="122556" y="84366"/>
                  </a:cubicBezTo>
                  <a:cubicBezTo>
                    <a:pt x="88715" y="84366"/>
                    <a:pt x="70736" y="104400"/>
                    <a:pt x="62628" y="118217"/>
                  </a:cubicBezTo>
                  <a:lnTo>
                    <a:pt x="62628" y="85"/>
                  </a:lnTo>
                  <a:lnTo>
                    <a:pt x="233" y="2848"/>
                  </a:lnTo>
                  <a:lnTo>
                    <a:pt x="233" y="19082"/>
                  </a:lnTo>
                  <a:cubicBezTo>
                    <a:pt x="22089" y="19082"/>
                    <a:pt x="24556" y="19082"/>
                    <a:pt x="24556" y="32554"/>
                  </a:cubicBezTo>
                  <a:lnTo>
                    <a:pt x="24556" y="223568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5D82DDDA-1306-391B-3436-33ACEA046F0F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3744188" y="5609739"/>
              <a:ext cx="89821" cy="160548"/>
            </a:xfrm>
            <a:custGeom>
              <a:avLst/>
              <a:gdLst>
                <a:gd name="connsiteX0" fmla="*/ 56007 w 89821"/>
                <a:gd name="connsiteY0" fmla="*/ 6856 h 160548"/>
                <a:gd name="connsiteX1" fmla="*/ 48605 w 89821"/>
                <a:gd name="connsiteY1" fmla="*/ 86 h 160548"/>
                <a:gd name="connsiteX2" fmla="*/ 239 w 89821"/>
                <a:gd name="connsiteY2" fmla="*/ 15561 h 160548"/>
                <a:gd name="connsiteX3" fmla="*/ 239 w 89821"/>
                <a:gd name="connsiteY3" fmla="*/ 24265 h 160548"/>
                <a:gd name="connsiteX4" fmla="*/ 36020 w 89821"/>
                <a:gd name="connsiteY4" fmla="*/ 17495 h 160548"/>
                <a:gd name="connsiteX5" fmla="*/ 36020 w 89821"/>
                <a:gd name="connsiteY5" fmla="*/ 140808 h 160548"/>
                <a:gd name="connsiteX6" fmla="*/ 11343 w 89821"/>
                <a:gd name="connsiteY6" fmla="*/ 151930 h 160548"/>
                <a:gd name="connsiteX7" fmla="*/ 1966 w 89821"/>
                <a:gd name="connsiteY7" fmla="*/ 151930 h 160548"/>
                <a:gd name="connsiteX8" fmla="*/ 1966 w 89821"/>
                <a:gd name="connsiteY8" fmla="*/ 160635 h 160548"/>
                <a:gd name="connsiteX9" fmla="*/ 45890 w 89821"/>
                <a:gd name="connsiteY9" fmla="*/ 159668 h 160548"/>
                <a:gd name="connsiteX10" fmla="*/ 90061 w 89821"/>
                <a:gd name="connsiteY10" fmla="*/ 160635 h 160548"/>
                <a:gd name="connsiteX11" fmla="*/ 90061 w 89821"/>
                <a:gd name="connsiteY11" fmla="*/ 151930 h 160548"/>
                <a:gd name="connsiteX12" fmla="*/ 80684 w 89821"/>
                <a:gd name="connsiteY12" fmla="*/ 151930 h 160548"/>
                <a:gd name="connsiteX13" fmla="*/ 56007 w 89821"/>
                <a:gd name="connsiteY13" fmla="*/ 140808 h 160548"/>
                <a:gd name="connsiteX14" fmla="*/ 56007 w 89821"/>
                <a:gd name="connsiteY14" fmla="*/ 6856 h 160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9821" h="160548">
                  <a:moveTo>
                    <a:pt x="56007" y="6856"/>
                  </a:moveTo>
                  <a:cubicBezTo>
                    <a:pt x="56007" y="328"/>
                    <a:pt x="55514" y="86"/>
                    <a:pt x="48605" y="86"/>
                  </a:cubicBezTo>
                  <a:cubicBezTo>
                    <a:pt x="32812" y="15319"/>
                    <a:pt x="10356" y="15561"/>
                    <a:pt x="239" y="15561"/>
                  </a:cubicBezTo>
                  <a:lnTo>
                    <a:pt x="239" y="24265"/>
                  </a:lnTo>
                  <a:cubicBezTo>
                    <a:pt x="6161" y="24265"/>
                    <a:pt x="22448" y="24265"/>
                    <a:pt x="36020" y="17495"/>
                  </a:cubicBezTo>
                  <a:lnTo>
                    <a:pt x="36020" y="140808"/>
                  </a:lnTo>
                  <a:cubicBezTo>
                    <a:pt x="36020" y="148787"/>
                    <a:pt x="36020" y="151930"/>
                    <a:pt x="11343" y="151930"/>
                  </a:cubicBezTo>
                  <a:lnTo>
                    <a:pt x="1966" y="151930"/>
                  </a:lnTo>
                  <a:lnTo>
                    <a:pt x="1966" y="160635"/>
                  </a:lnTo>
                  <a:cubicBezTo>
                    <a:pt x="6408" y="160393"/>
                    <a:pt x="36760" y="159668"/>
                    <a:pt x="45890" y="159668"/>
                  </a:cubicBezTo>
                  <a:cubicBezTo>
                    <a:pt x="53540" y="159668"/>
                    <a:pt x="84632" y="160393"/>
                    <a:pt x="90061" y="160635"/>
                  </a:cubicBezTo>
                  <a:lnTo>
                    <a:pt x="90061" y="151930"/>
                  </a:lnTo>
                  <a:lnTo>
                    <a:pt x="80684" y="151930"/>
                  </a:lnTo>
                  <a:cubicBezTo>
                    <a:pt x="56007" y="151930"/>
                    <a:pt x="56007" y="148787"/>
                    <a:pt x="56007" y="140808"/>
                  </a:cubicBezTo>
                  <a:lnTo>
                    <a:pt x="56007" y="6856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85F052CF-A111-A60D-E732-AAB1F65BCCD1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3905751" y="5569603"/>
              <a:ext cx="38424" cy="215538"/>
            </a:xfrm>
            <a:custGeom>
              <a:avLst/>
              <a:gdLst>
                <a:gd name="connsiteX0" fmla="*/ 37610 w 38424"/>
                <a:gd name="connsiteY0" fmla="*/ 18392 h 215538"/>
                <a:gd name="connsiteX1" fmla="*/ 18927 w 38424"/>
                <a:gd name="connsiteY1" fmla="*/ 85 h 215538"/>
                <a:gd name="connsiteX2" fmla="*/ 244 w 38424"/>
                <a:gd name="connsiteY2" fmla="*/ 18392 h 215538"/>
                <a:gd name="connsiteX3" fmla="*/ 18927 w 38424"/>
                <a:gd name="connsiteY3" fmla="*/ 36699 h 215538"/>
                <a:gd name="connsiteX4" fmla="*/ 37610 w 38424"/>
                <a:gd name="connsiteY4" fmla="*/ 18392 h 215538"/>
                <a:gd name="connsiteX5" fmla="*/ 30913 w 38424"/>
                <a:gd name="connsiteY5" fmla="*/ 145159 h 215538"/>
                <a:gd name="connsiteX6" fmla="*/ 8351 w 38424"/>
                <a:gd name="connsiteY6" fmla="*/ 207334 h 215538"/>
                <a:gd name="connsiteX7" fmla="*/ 5884 w 38424"/>
                <a:gd name="connsiteY7" fmla="*/ 211824 h 215538"/>
                <a:gd name="connsiteX8" fmla="*/ 9409 w 38424"/>
                <a:gd name="connsiteY8" fmla="*/ 215623 h 215538"/>
                <a:gd name="connsiteX9" fmla="*/ 38668 w 38424"/>
                <a:gd name="connsiteY9" fmla="*/ 147922 h 215538"/>
                <a:gd name="connsiteX10" fmla="*/ 18927 w 38424"/>
                <a:gd name="connsiteY10" fmla="*/ 112344 h 215538"/>
                <a:gd name="connsiteX11" fmla="*/ 244 w 38424"/>
                <a:gd name="connsiteY11" fmla="*/ 130651 h 215538"/>
                <a:gd name="connsiteX12" fmla="*/ 18927 w 38424"/>
                <a:gd name="connsiteY12" fmla="*/ 148958 h 215538"/>
                <a:gd name="connsiteX13" fmla="*/ 21747 w 38424"/>
                <a:gd name="connsiteY13" fmla="*/ 148613 h 215538"/>
                <a:gd name="connsiteX14" fmla="*/ 30913 w 38424"/>
                <a:gd name="connsiteY14" fmla="*/ 145159 h 215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424" h="215538">
                  <a:moveTo>
                    <a:pt x="37610" y="18392"/>
                  </a:moveTo>
                  <a:cubicBezTo>
                    <a:pt x="37610" y="8375"/>
                    <a:pt x="29150" y="85"/>
                    <a:pt x="18927" y="85"/>
                  </a:cubicBezTo>
                  <a:cubicBezTo>
                    <a:pt x="8704" y="85"/>
                    <a:pt x="244" y="8375"/>
                    <a:pt x="244" y="18392"/>
                  </a:cubicBezTo>
                  <a:cubicBezTo>
                    <a:pt x="244" y="28409"/>
                    <a:pt x="8704" y="36699"/>
                    <a:pt x="18927" y="36699"/>
                  </a:cubicBezTo>
                  <a:cubicBezTo>
                    <a:pt x="29150" y="36699"/>
                    <a:pt x="37610" y="28409"/>
                    <a:pt x="37610" y="18392"/>
                  </a:cubicBezTo>
                  <a:close/>
                  <a:moveTo>
                    <a:pt x="30913" y="145159"/>
                  </a:moveTo>
                  <a:cubicBezTo>
                    <a:pt x="30913" y="154830"/>
                    <a:pt x="30913" y="181773"/>
                    <a:pt x="8351" y="207334"/>
                  </a:cubicBezTo>
                  <a:cubicBezTo>
                    <a:pt x="5884" y="210097"/>
                    <a:pt x="5884" y="210788"/>
                    <a:pt x="5884" y="211824"/>
                  </a:cubicBezTo>
                  <a:cubicBezTo>
                    <a:pt x="5884" y="214242"/>
                    <a:pt x="7646" y="215623"/>
                    <a:pt x="9409" y="215623"/>
                  </a:cubicBezTo>
                  <a:cubicBezTo>
                    <a:pt x="13287" y="215623"/>
                    <a:pt x="38668" y="187990"/>
                    <a:pt x="38668" y="147922"/>
                  </a:cubicBezTo>
                  <a:cubicBezTo>
                    <a:pt x="38668" y="137905"/>
                    <a:pt x="37963" y="112344"/>
                    <a:pt x="18927" y="112344"/>
                  </a:cubicBezTo>
                  <a:cubicBezTo>
                    <a:pt x="6589" y="112344"/>
                    <a:pt x="244" y="121671"/>
                    <a:pt x="244" y="130651"/>
                  </a:cubicBezTo>
                  <a:cubicBezTo>
                    <a:pt x="244" y="139632"/>
                    <a:pt x="6236" y="148958"/>
                    <a:pt x="18927" y="148958"/>
                  </a:cubicBezTo>
                  <a:cubicBezTo>
                    <a:pt x="20690" y="148958"/>
                    <a:pt x="21395" y="148958"/>
                    <a:pt x="21747" y="148613"/>
                  </a:cubicBezTo>
                  <a:cubicBezTo>
                    <a:pt x="24215" y="148268"/>
                    <a:pt x="28092" y="147577"/>
                    <a:pt x="30913" y="145159"/>
                  </a:cubicBez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93A1B0CE-1C5A-BC56-A1F7-2DC41DCD7AEE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4047971" y="5478759"/>
              <a:ext cx="200935" cy="239717"/>
            </a:xfrm>
            <a:custGeom>
              <a:avLst/>
              <a:gdLst>
                <a:gd name="connsiteX0" fmla="*/ 24572 w 200935"/>
                <a:gd name="connsiteY0" fmla="*/ 223568 h 239717"/>
                <a:gd name="connsiteX1" fmla="*/ 248 w 200935"/>
                <a:gd name="connsiteY1" fmla="*/ 223568 h 239717"/>
                <a:gd name="connsiteX2" fmla="*/ 248 w 200935"/>
                <a:gd name="connsiteY2" fmla="*/ 239802 h 239717"/>
                <a:gd name="connsiteX3" fmla="*/ 44665 w 200935"/>
                <a:gd name="connsiteY3" fmla="*/ 238766 h 239717"/>
                <a:gd name="connsiteX4" fmla="*/ 89082 w 200935"/>
                <a:gd name="connsiteY4" fmla="*/ 239802 h 239717"/>
                <a:gd name="connsiteX5" fmla="*/ 89082 w 200935"/>
                <a:gd name="connsiteY5" fmla="*/ 223568 h 239717"/>
                <a:gd name="connsiteX6" fmla="*/ 64759 w 200935"/>
                <a:gd name="connsiteY6" fmla="*/ 223568 h 239717"/>
                <a:gd name="connsiteX7" fmla="*/ 64759 w 200935"/>
                <a:gd name="connsiteY7" fmla="*/ 151376 h 239717"/>
                <a:gd name="connsiteX8" fmla="*/ 117284 w 200935"/>
                <a:gd name="connsiteY8" fmla="*/ 96801 h 239717"/>
                <a:gd name="connsiteX9" fmla="*/ 136672 w 200935"/>
                <a:gd name="connsiteY9" fmla="*/ 130306 h 239717"/>
                <a:gd name="connsiteX10" fmla="*/ 136672 w 200935"/>
                <a:gd name="connsiteY10" fmla="*/ 223568 h 239717"/>
                <a:gd name="connsiteX11" fmla="*/ 112349 w 200935"/>
                <a:gd name="connsiteY11" fmla="*/ 223568 h 239717"/>
                <a:gd name="connsiteX12" fmla="*/ 112349 w 200935"/>
                <a:gd name="connsiteY12" fmla="*/ 239802 h 239717"/>
                <a:gd name="connsiteX13" fmla="*/ 156766 w 200935"/>
                <a:gd name="connsiteY13" fmla="*/ 238766 h 239717"/>
                <a:gd name="connsiteX14" fmla="*/ 201183 w 200935"/>
                <a:gd name="connsiteY14" fmla="*/ 239802 h 239717"/>
                <a:gd name="connsiteX15" fmla="*/ 201183 w 200935"/>
                <a:gd name="connsiteY15" fmla="*/ 223568 h 239717"/>
                <a:gd name="connsiteX16" fmla="*/ 176859 w 200935"/>
                <a:gd name="connsiteY16" fmla="*/ 223568 h 239717"/>
                <a:gd name="connsiteX17" fmla="*/ 176859 w 200935"/>
                <a:gd name="connsiteY17" fmla="*/ 134106 h 239717"/>
                <a:gd name="connsiteX18" fmla="*/ 122572 w 200935"/>
                <a:gd name="connsiteY18" fmla="*/ 84366 h 239717"/>
                <a:gd name="connsiteX19" fmla="*/ 62644 w 200935"/>
                <a:gd name="connsiteY19" fmla="*/ 118217 h 239717"/>
                <a:gd name="connsiteX20" fmla="*/ 62644 w 200935"/>
                <a:gd name="connsiteY20" fmla="*/ 85 h 239717"/>
                <a:gd name="connsiteX21" fmla="*/ 248 w 200935"/>
                <a:gd name="connsiteY21" fmla="*/ 2848 h 239717"/>
                <a:gd name="connsiteX22" fmla="*/ 248 w 200935"/>
                <a:gd name="connsiteY22" fmla="*/ 19082 h 239717"/>
                <a:gd name="connsiteX23" fmla="*/ 24572 w 200935"/>
                <a:gd name="connsiteY23" fmla="*/ 32554 h 239717"/>
                <a:gd name="connsiteX24" fmla="*/ 24572 w 200935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0935" h="239717">
                  <a:moveTo>
                    <a:pt x="24572" y="223568"/>
                  </a:moveTo>
                  <a:lnTo>
                    <a:pt x="248" y="223568"/>
                  </a:lnTo>
                  <a:lnTo>
                    <a:pt x="248" y="239802"/>
                  </a:lnTo>
                  <a:cubicBezTo>
                    <a:pt x="10119" y="239457"/>
                    <a:pt x="31270" y="238766"/>
                    <a:pt x="44665" y="238766"/>
                  </a:cubicBezTo>
                  <a:cubicBezTo>
                    <a:pt x="58413" y="238766"/>
                    <a:pt x="79212" y="239457"/>
                    <a:pt x="89082" y="239802"/>
                  </a:cubicBezTo>
                  <a:lnTo>
                    <a:pt x="89082" y="223568"/>
                  </a:lnTo>
                  <a:lnTo>
                    <a:pt x="64759" y="223568"/>
                  </a:lnTo>
                  <a:lnTo>
                    <a:pt x="64759" y="151376"/>
                  </a:lnTo>
                  <a:cubicBezTo>
                    <a:pt x="64759" y="113726"/>
                    <a:pt x="95075" y="96801"/>
                    <a:pt x="117284" y="96801"/>
                  </a:cubicBezTo>
                  <a:cubicBezTo>
                    <a:pt x="129269" y="96801"/>
                    <a:pt x="136672" y="104054"/>
                    <a:pt x="136672" y="130306"/>
                  </a:cubicBezTo>
                  <a:lnTo>
                    <a:pt x="136672" y="223568"/>
                  </a:lnTo>
                  <a:lnTo>
                    <a:pt x="112349" y="223568"/>
                  </a:lnTo>
                  <a:lnTo>
                    <a:pt x="112349" y="239802"/>
                  </a:lnTo>
                  <a:cubicBezTo>
                    <a:pt x="122219" y="239457"/>
                    <a:pt x="143370" y="238766"/>
                    <a:pt x="156766" y="238766"/>
                  </a:cubicBezTo>
                  <a:cubicBezTo>
                    <a:pt x="170514" y="238766"/>
                    <a:pt x="191313" y="239457"/>
                    <a:pt x="201183" y="239802"/>
                  </a:cubicBezTo>
                  <a:lnTo>
                    <a:pt x="201183" y="223568"/>
                  </a:lnTo>
                  <a:lnTo>
                    <a:pt x="176859" y="223568"/>
                  </a:lnTo>
                  <a:lnTo>
                    <a:pt x="176859" y="134106"/>
                  </a:lnTo>
                  <a:cubicBezTo>
                    <a:pt x="176859" y="97837"/>
                    <a:pt x="157823" y="84366"/>
                    <a:pt x="122572" y="84366"/>
                  </a:cubicBezTo>
                  <a:cubicBezTo>
                    <a:pt x="88730" y="84366"/>
                    <a:pt x="70752" y="104400"/>
                    <a:pt x="62644" y="118217"/>
                  </a:cubicBezTo>
                  <a:lnTo>
                    <a:pt x="62644" y="85"/>
                  </a:lnTo>
                  <a:lnTo>
                    <a:pt x="248" y="2848"/>
                  </a:lnTo>
                  <a:lnTo>
                    <a:pt x="248" y="19082"/>
                  </a:lnTo>
                  <a:cubicBezTo>
                    <a:pt x="22104" y="19082"/>
                    <a:pt x="24572" y="19082"/>
                    <a:pt x="24572" y="32554"/>
                  </a:cubicBezTo>
                  <a:lnTo>
                    <a:pt x="24572" y="223568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44908675-2D99-AF88-D35B-A65207C0324F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4266950" y="5607321"/>
              <a:ext cx="120913" cy="162966"/>
            </a:xfrm>
            <a:custGeom>
              <a:avLst/>
              <a:gdLst>
                <a:gd name="connsiteX0" fmla="*/ 121168 w 120913"/>
                <a:gd name="connsiteY0" fmla="*/ 123399 h 162966"/>
                <a:gd name="connsiteX1" fmla="*/ 121168 w 120913"/>
                <a:gd name="connsiteY1" fmla="*/ 114695 h 162966"/>
                <a:gd name="connsiteX2" fmla="*/ 93777 w 120913"/>
                <a:gd name="connsiteY2" fmla="*/ 114695 h 162966"/>
                <a:gd name="connsiteX3" fmla="*/ 93777 w 120913"/>
                <a:gd name="connsiteY3" fmla="*/ 6856 h 162966"/>
                <a:gd name="connsiteX4" fmla="*/ 88349 w 120913"/>
                <a:gd name="connsiteY4" fmla="*/ 86 h 162966"/>
                <a:gd name="connsiteX5" fmla="*/ 81933 w 120913"/>
                <a:gd name="connsiteY5" fmla="*/ 3471 h 162966"/>
                <a:gd name="connsiteX6" fmla="*/ 254 w 120913"/>
                <a:gd name="connsiteY6" fmla="*/ 114695 h 162966"/>
                <a:gd name="connsiteX7" fmla="*/ 254 w 120913"/>
                <a:gd name="connsiteY7" fmla="*/ 123399 h 162966"/>
                <a:gd name="connsiteX8" fmla="*/ 72803 w 120913"/>
                <a:gd name="connsiteY8" fmla="*/ 123399 h 162966"/>
                <a:gd name="connsiteX9" fmla="*/ 72803 w 120913"/>
                <a:gd name="connsiteY9" fmla="*/ 143226 h 162966"/>
                <a:gd name="connsiteX10" fmla="*/ 52815 w 120913"/>
                <a:gd name="connsiteY10" fmla="*/ 154348 h 162966"/>
                <a:gd name="connsiteX11" fmla="*/ 46152 w 120913"/>
                <a:gd name="connsiteY11" fmla="*/ 154348 h 162966"/>
                <a:gd name="connsiteX12" fmla="*/ 46152 w 120913"/>
                <a:gd name="connsiteY12" fmla="*/ 163053 h 162966"/>
                <a:gd name="connsiteX13" fmla="*/ 83167 w 120913"/>
                <a:gd name="connsiteY13" fmla="*/ 162086 h 162966"/>
                <a:gd name="connsiteX14" fmla="*/ 120428 w 120913"/>
                <a:gd name="connsiteY14" fmla="*/ 163053 h 162966"/>
                <a:gd name="connsiteX15" fmla="*/ 120428 w 120913"/>
                <a:gd name="connsiteY15" fmla="*/ 154348 h 162966"/>
                <a:gd name="connsiteX16" fmla="*/ 113765 w 120913"/>
                <a:gd name="connsiteY16" fmla="*/ 154348 h 162966"/>
                <a:gd name="connsiteX17" fmla="*/ 93777 w 120913"/>
                <a:gd name="connsiteY17" fmla="*/ 143226 h 162966"/>
                <a:gd name="connsiteX18" fmla="*/ 93777 w 120913"/>
                <a:gd name="connsiteY18" fmla="*/ 123399 h 162966"/>
                <a:gd name="connsiteX19" fmla="*/ 121168 w 120913"/>
                <a:gd name="connsiteY19" fmla="*/ 123399 h 162966"/>
                <a:gd name="connsiteX20" fmla="*/ 74530 w 120913"/>
                <a:gd name="connsiteY20" fmla="*/ 26200 h 162966"/>
                <a:gd name="connsiteX21" fmla="*/ 74530 w 120913"/>
                <a:gd name="connsiteY21" fmla="*/ 114695 h 162966"/>
                <a:gd name="connsiteX22" fmla="*/ 9385 w 120913"/>
                <a:gd name="connsiteY22" fmla="*/ 114695 h 162966"/>
                <a:gd name="connsiteX23" fmla="*/ 74530 w 120913"/>
                <a:gd name="connsiteY23" fmla="*/ 26200 h 16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0913" h="162966">
                  <a:moveTo>
                    <a:pt x="121168" y="123399"/>
                  </a:moveTo>
                  <a:lnTo>
                    <a:pt x="121168" y="114695"/>
                  </a:lnTo>
                  <a:lnTo>
                    <a:pt x="93777" y="114695"/>
                  </a:lnTo>
                  <a:lnTo>
                    <a:pt x="93777" y="6856"/>
                  </a:lnTo>
                  <a:cubicBezTo>
                    <a:pt x="93777" y="1779"/>
                    <a:pt x="93777" y="86"/>
                    <a:pt x="88349" y="86"/>
                  </a:cubicBezTo>
                  <a:cubicBezTo>
                    <a:pt x="85387" y="86"/>
                    <a:pt x="84400" y="86"/>
                    <a:pt x="81933" y="3471"/>
                  </a:cubicBezTo>
                  <a:lnTo>
                    <a:pt x="254" y="114695"/>
                  </a:lnTo>
                  <a:lnTo>
                    <a:pt x="254" y="123399"/>
                  </a:lnTo>
                  <a:lnTo>
                    <a:pt x="72803" y="123399"/>
                  </a:lnTo>
                  <a:lnTo>
                    <a:pt x="72803" y="143226"/>
                  </a:lnTo>
                  <a:cubicBezTo>
                    <a:pt x="72803" y="151447"/>
                    <a:pt x="72803" y="154348"/>
                    <a:pt x="52815" y="154348"/>
                  </a:cubicBezTo>
                  <a:lnTo>
                    <a:pt x="46152" y="154348"/>
                  </a:lnTo>
                  <a:lnTo>
                    <a:pt x="46152" y="163053"/>
                  </a:lnTo>
                  <a:cubicBezTo>
                    <a:pt x="58490" y="162569"/>
                    <a:pt x="74283" y="162086"/>
                    <a:pt x="83167" y="162086"/>
                  </a:cubicBezTo>
                  <a:cubicBezTo>
                    <a:pt x="92297" y="162086"/>
                    <a:pt x="108090" y="162569"/>
                    <a:pt x="120428" y="163053"/>
                  </a:cubicBezTo>
                  <a:lnTo>
                    <a:pt x="120428" y="154348"/>
                  </a:lnTo>
                  <a:lnTo>
                    <a:pt x="113765" y="154348"/>
                  </a:lnTo>
                  <a:cubicBezTo>
                    <a:pt x="93777" y="154348"/>
                    <a:pt x="93777" y="151447"/>
                    <a:pt x="93777" y="143226"/>
                  </a:cubicBezTo>
                  <a:lnTo>
                    <a:pt x="93777" y="123399"/>
                  </a:lnTo>
                  <a:lnTo>
                    <a:pt x="121168" y="123399"/>
                  </a:lnTo>
                  <a:close/>
                  <a:moveTo>
                    <a:pt x="74530" y="26200"/>
                  </a:moveTo>
                  <a:lnTo>
                    <a:pt x="74530" y="114695"/>
                  </a:lnTo>
                  <a:lnTo>
                    <a:pt x="9385" y="114695"/>
                  </a:lnTo>
                  <a:lnTo>
                    <a:pt x="74530" y="26200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DF54C14C-2178-D0E2-ED6B-CFBAD4163009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4423226" y="5459415"/>
              <a:ext cx="48294" cy="345414"/>
            </a:xfrm>
            <a:custGeom>
              <a:avLst/>
              <a:gdLst>
                <a:gd name="connsiteX0" fmla="*/ 48554 w 48294"/>
                <a:gd name="connsiteY0" fmla="*/ 85 h 345414"/>
                <a:gd name="connsiteX1" fmla="*/ 259 w 48294"/>
                <a:gd name="connsiteY1" fmla="*/ 85 h 345414"/>
                <a:gd name="connsiteX2" fmla="*/ 259 w 48294"/>
                <a:gd name="connsiteY2" fmla="*/ 13901 h 345414"/>
                <a:gd name="connsiteX3" fmla="*/ 34453 w 48294"/>
                <a:gd name="connsiteY3" fmla="*/ 13901 h 345414"/>
                <a:gd name="connsiteX4" fmla="*/ 34453 w 48294"/>
                <a:gd name="connsiteY4" fmla="*/ 331683 h 345414"/>
                <a:gd name="connsiteX5" fmla="*/ 259 w 48294"/>
                <a:gd name="connsiteY5" fmla="*/ 331683 h 345414"/>
                <a:gd name="connsiteX6" fmla="*/ 259 w 48294"/>
                <a:gd name="connsiteY6" fmla="*/ 345499 h 345414"/>
                <a:gd name="connsiteX7" fmla="*/ 48554 w 48294"/>
                <a:gd name="connsiteY7" fmla="*/ 345499 h 345414"/>
                <a:gd name="connsiteX8" fmla="*/ 48554 w 48294"/>
                <a:gd name="connsiteY8" fmla="*/ 8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294" h="345414">
                  <a:moveTo>
                    <a:pt x="48554" y="85"/>
                  </a:moveTo>
                  <a:lnTo>
                    <a:pt x="259" y="85"/>
                  </a:lnTo>
                  <a:lnTo>
                    <a:pt x="259" y="13901"/>
                  </a:lnTo>
                  <a:lnTo>
                    <a:pt x="34453" y="13901"/>
                  </a:lnTo>
                  <a:lnTo>
                    <a:pt x="34453" y="331683"/>
                  </a:lnTo>
                  <a:lnTo>
                    <a:pt x="259" y="331683"/>
                  </a:lnTo>
                  <a:lnTo>
                    <a:pt x="259" y="345499"/>
                  </a:lnTo>
                  <a:lnTo>
                    <a:pt x="48554" y="345499"/>
                  </a:lnTo>
                  <a:lnTo>
                    <a:pt x="48554" y="85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E0FCC9FA-E5CA-1EC6-DD2C-0421BC55285C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4611469" y="5517100"/>
              <a:ext cx="234424" cy="230046"/>
            </a:xfrm>
            <a:custGeom>
              <a:avLst/>
              <a:gdLst>
                <a:gd name="connsiteX0" fmla="*/ 124703 w 234424"/>
                <a:gd name="connsiteY0" fmla="*/ 122016 h 230046"/>
                <a:gd name="connsiteX1" fmla="*/ 223055 w 234424"/>
                <a:gd name="connsiteY1" fmla="*/ 122016 h 230046"/>
                <a:gd name="connsiteX2" fmla="*/ 234688 w 234424"/>
                <a:gd name="connsiteY2" fmla="*/ 115108 h 230046"/>
                <a:gd name="connsiteX3" fmla="*/ 223055 w 234424"/>
                <a:gd name="connsiteY3" fmla="*/ 108199 h 230046"/>
                <a:gd name="connsiteX4" fmla="*/ 124703 w 234424"/>
                <a:gd name="connsiteY4" fmla="*/ 108199 h 230046"/>
                <a:gd name="connsiteX5" fmla="*/ 124703 w 234424"/>
                <a:gd name="connsiteY5" fmla="*/ 11483 h 230046"/>
                <a:gd name="connsiteX6" fmla="*/ 117652 w 234424"/>
                <a:gd name="connsiteY6" fmla="*/ 85 h 230046"/>
                <a:gd name="connsiteX7" fmla="*/ 110602 w 234424"/>
                <a:gd name="connsiteY7" fmla="*/ 11483 h 230046"/>
                <a:gd name="connsiteX8" fmla="*/ 110602 w 234424"/>
                <a:gd name="connsiteY8" fmla="*/ 108199 h 230046"/>
                <a:gd name="connsiteX9" fmla="*/ 11897 w 234424"/>
                <a:gd name="connsiteY9" fmla="*/ 108199 h 230046"/>
                <a:gd name="connsiteX10" fmla="*/ 264 w 234424"/>
                <a:gd name="connsiteY10" fmla="*/ 115108 h 230046"/>
                <a:gd name="connsiteX11" fmla="*/ 11897 w 234424"/>
                <a:gd name="connsiteY11" fmla="*/ 122016 h 230046"/>
                <a:gd name="connsiteX12" fmla="*/ 110602 w 234424"/>
                <a:gd name="connsiteY12" fmla="*/ 122016 h 230046"/>
                <a:gd name="connsiteX13" fmla="*/ 110602 w 234424"/>
                <a:gd name="connsiteY13" fmla="*/ 218732 h 230046"/>
                <a:gd name="connsiteX14" fmla="*/ 117652 w 234424"/>
                <a:gd name="connsiteY14" fmla="*/ 230131 h 230046"/>
                <a:gd name="connsiteX15" fmla="*/ 124703 w 234424"/>
                <a:gd name="connsiteY15" fmla="*/ 218732 h 230046"/>
                <a:gd name="connsiteX16" fmla="*/ 124703 w 234424"/>
                <a:gd name="connsiteY16" fmla="*/ 122016 h 23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4424" h="230046">
                  <a:moveTo>
                    <a:pt x="124703" y="122016"/>
                  </a:moveTo>
                  <a:lnTo>
                    <a:pt x="223055" y="122016"/>
                  </a:lnTo>
                  <a:cubicBezTo>
                    <a:pt x="227990" y="122016"/>
                    <a:pt x="234688" y="122016"/>
                    <a:pt x="234688" y="115108"/>
                  </a:cubicBezTo>
                  <a:cubicBezTo>
                    <a:pt x="234688" y="108199"/>
                    <a:pt x="227990" y="108199"/>
                    <a:pt x="223055" y="108199"/>
                  </a:cubicBezTo>
                  <a:lnTo>
                    <a:pt x="124703" y="108199"/>
                  </a:lnTo>
                  <a:lnTo>
                    <a:pt x="124703" y="11483"/>
                  </a:lnTo>
                  <a:cubicBezTo>
                    <a:pt x="124703" y="6648"/>
                    <a:pt x="124703" y="85"/>
                    <a:pt x="117652" y="85"/>
                  </a:cubicBezTo>
                  <a:cubicBezTo>
                    <a:pt x="110602" y="85"/>
                    <a:pt x="110602" y="6648"/>
                    <a:pt x="110602" y="11483"/>
                  </a:cubicBezTo>
                  <a:lnTo>
                    <a:pt x="110602" y="108199"/>
                  </a:lnTo>
                  <a:lnTo>
                    <a:pt x="11897" y="108199"/>
                  </a:lnTo>
                  <a:cubicBezTo>
                    <a:pt x="6962" y="108199"/>
                    <a:pt x="264" y="108199"/>
                    <a:pt x="264" y="115108"/>
                  </a:cubicBezTo>
                  <a:cubicBezTo>
                    <a:pt x="264" y="122016"/>
                    <a:pt x="6962" y="122016"/>
                    <a:pt x="11897" y="122016"/>
                  </a:cubicBezTo>
                  <a:lnTo>
                    <a:pt x="110602" y="122016"/>
                  </a:lnTo>
                  <a:lnTo>
                    <a:pt x="110602" y="218732"/>
                  </a:lnTo>
                  <a:cubicBezTo>
                    <a:pt x="110602" y="223568"/>
                    <a:pt x="110602" y="230131"/>
                    <a:pt x="117652" y="230131"/>
                  </a:cubicBezTo>
                  <a:cubicBezTo>
                    <a:pt x="124703" y="230131"/>
                    <a:pt x="124703" y="223568"/>
                    <a:pt x="124703" y="218732"/>
                  </a:cubicBezTo>
                  <a:lnTo>
                    <a:pt x="124703" y="122016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885C50FB-4B1D-A7C0-5D68-6317FAD0E394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4957288" y="5478759"/>
              <a:ext cx="198467" cy="241790"/>
            </a:xfrm>
            <a:custGeom>
              <a:avLst/>
              <a:gdLst>
                <a:gd name="connsiteX0" fmla="*/ 62669 w 198467"/>
                <a:gd name="connsiteY0" fmla="*/ 101291 h 241790"/>
                <a:gd name="connsiteX1" fmla="*/ 62669 w 198467"/>
                <a:gd name="connsiteY1" fmla="*/ 85 h 241790"/>
                <a:gd name="connsiteX2" fmla="*/ 274 w 198467"/>
                <a:gd name="connsiteY2" fmla="*/ 2848 h 241790"/>
                <a:gd name="connsiteX3" fmla="*/ 274 w 198467"/>
                <a:gd name="connsiteY3" fmla="*/ 19082 h 241790"/>
                <a:gd name="connsiteX4" fmla="*/ 24598 w 198467"/>
                <a:gd name="connsiteY4" fmla="*/ 32554 h 241790"/>
                <a:gd name="connsiteX5" fmla="*/ 24598 w 198467"/>
                <a:gd name="connsiteY5" fmla="*/ 239802 h 241790"/>
                <a:gd name="connsiteX6" fmla="*/ 41166 w 198467"/>
                <a:gd name="connsiteY6" fmla="*/ 239802 h 241790"/>
                <a:gd name="connsiteX7" fmla="*/ 58439 w 198467"/>
                <a:gd name="connsiteY7" fmla="*/ 220459 h 241790"/>
                <a:gd name="connsiteX8" fmla="*/ 109907 w 198467"/>
                <a:gd name="connsiteY8" fmla="*/ 241875 h 241790"/>
                <a:gd name="connsiteX9" fmla="*/ 198741 w 198467"/>
                <a:gd name="connsiteY9" fmla="*/ 162775 h 241790"/>
                <a:gd name="connsiteX10" fmla="*/ 114490 w 198467"/>
                <a:gd name="connsiteY10" fmla="*/ 84366 h 241790"/>
                <a:gd name="connsiteX11" fmla="*/ 62669 w 198467"/>
                <a:gd name="connsiteY11" fmla="*/ 101291 h 241790"/>
                <a:gd name="connsiteX12" fmla="*/ 64785 w 198467"/>
                <a:gd name="connsiteY12" fmla="*/ 205606 h 241790"/>
                <a:gd name="connsiteX13" fmla="*/ 64785 w 198467"/>
                <a:gd name="connsiteY13" fmla="*/ 118907 h 241790"/>
                <a:gd name="connsiteX14" fmla="*/ 110612 w 198467"/>
                <a:gd name="connsiteY14" fmla="*/ 96801 h 241790"/>
                <a:gd name="connsiteX15" fmla="*/ 153619 w 198467"/>
                <a:gd name="connsiteY15" fmla="*/ 162775 h 241790"/>
                <a:gd name="connsiteX16" fmla="*/ 144453 w 198467"/>
                <a:gd name="connsiteY16" fmla="*/ 211478 h 241790"/>
                <a:gd name="connsiteX17" fmla="*/ 106734 w 198467"/>
                <a:gd name="connsiteY17" fmla="*/ 229440 h 241790"/>
                <a:gd name="connsiteX18" fmla="*/ 64785 w 198467"/>
                <a:gd name="connsiteY18" fmla="*/ 205606 h 241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8467" h="241790">
                  <a:moveTo>
                    <a:pt x="62669" y="101291"/>
                  </a:moveTo>
                  <a:lnTo>
                    <a:pt x="62669" y="85"/>
                  </a:lnTo>
                  <a:lnTo>
                    <a:pt x="274" y="2848"/>
                  </a:lnTo>
                  <a:lnTo>
                    <a:pt x="274" y="19082"/>
                  </a:lnTo>
                  <a:cubicBezTo>
                    <a:pt x="22130" y="19082"/>
                    <a:pt x="24598" y="19082"/>
                    <a:pt x="24598" y="32554"/>
                  </a:cubicBezTo>
                  <a:lnTo>
                    <a:pt x="24598" y="239802"/>
                  </a:lnTo>
                  <a:lnTo>
                    <a:pt x="41166" y="239802"/>
                  </a:lnTo>
                  <a:lnTo>
                    <a:pt x="58439" y="220459"/>
                  </a:lnTo>
                  <a:cubicBezTo>
                    <a:pt x="61259" y="223223"/>
                    <a:pt x="78533" y="241875"/>
                    <a:pt x="109907" y="241875"/>
                  </a:cubicBezTo>
                  <a:cubicBezTo>
                    <a:pt x="162432" y="241875"/>
                    <a:pt x="198741" y="210788"/>
                    <a:pt x="198741" y="162775"/>
                  </a:cubicBezTo>
                  <a:cubicBezTo>
                    <a:pt x="198741" y="116835"/>
                    <a:pt x="165605" y="84366"/>
                    <a:pt x="114490" y="84366"/>
                  </a:cubicBezTo>
                  <a:cubicBezTo>
                    <a:pt x="88756" y="84366"/>
                    <a:pt x="71130" y="94383"/>
                    <a:pt x="62669" y="101291"/>
                  </a:cubicBezTo>
                  <a:close/>
                  <a:moveTo>
                    <a:pt x="64785" y="205606"/>
                  </a:moveTo>
                  <a:lnTo>
                    <a:pt x="64785" y="118907"/>
                  </a:lnTo>
                  <a:cubicBezTo>
                    <a:pt x="74302" y="106818"/>
                    <a:pt x="91223" y="96801"/>
                    <a:pt x="110612" y="96801"/>
                  </a:cubicBezTo>
                  <a:cubicBezTo>
                    <a:pt x="153619" y="96801"/>
                    <a:pt x="153619" y="138596"/>
                    <a:pt x="153619" y="162775"/>
                  </a:cubicBezTo>
                  <a:cubicBezTo>
                    <a:pt x="153619" y="179009"/>
                    <a:pt x="153619" y="198007"/>
                    <a:pt x="144453" y="211478"/>
                  </a:cubicBezTo>
                  <a:cubicBezTo>
                    <a:pt x="134230" y="225640"/>
                    <a:pt x="118015" y="229440"/>
                    <a:pt x="106734" y="229440"/>
                  </a:cubicBezTo>
                  <a:cubicBezTo>
                    <a:pt x="82058" y="229440"/>
                    <a:pt x="68310" y="210788"/>
                    <a:pt x="64785" y="205606"/>
                  </a:cubicBezTo>
                  <a:close/>
                </a:path>
              </a:pathLst>
            </a:custGeom>
            <a:solidFill>
              <a:schemeClr val="accent2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86F878E-02BC-CD38-35F4-883C7441337B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5189556" y="5459415"/>
              <a:ext cx="81784" cy="345414"/>
            </a:xfrm>
            <a:custGeom>
              <a:avLst/>
              <a:gdLst>
                <a:gd name="connsiteX0" fmla="*/ 82064 w 81784"/>
                <a:gd name="connsiteY0" fmla="*/ 172792 h 345414"/>
                <a:gd name="connsiteX1" fmla="*/ 58798 w 81784"/>
                <a:gd name="connsiteY1" fmla="*/ 65023 h 345414"/>
                <a:gd name="connsiteX2" fmla="*/ 3805 w 81784"/>
                <a:gd name="connsiteY2" fmla="*/ 85 h 345414"/>
                <a:gd name="connsiteX3" fmla="*/ 280 w 81784"/>
                <a:gd name="connsiteY3" fmla="*/ 3539 h 345414"/>
                <a:gd name="connsiteX4" fmla="*/ 6978 w 81784"/>
                <a:gd name="connsiteY4" fmla="*/ 11483 h 345414"/>
                <a:gd name="connsiteX5" fmla="*/ 61618 w 81784"/>
                <a:gd name="connsiteY5" fmla="*/ 172792 h 345414"/>
                <a:gd name="connsiteX6" fmla="*/ 4863 w 81784"/>
                <a:gd name="connsiteY6" fmla="*/ 336173 h 345414"/>
                <a:gd name="connsiteX7" fmla="*/ 280 w 81784"/>
                <a:gd name="connsiteY7" fmla="*/ 342045 h 345414"/>
                <a:gd name="connsiteX8" fmla="*/ 3805 w 81784"/>
                <a:gd name="connsiteY8" fmla="*/ 345499 h 345414"/>
                <a:gd name="connsiteX9" fmla="*/ 59856 w 81784"/>
                <a:gd name="connsiteY9" fmla="*/ 278144 h 345414"/>
                <a:gd name="connsiteX10" fmla="*/ 82064 w 81784"/>
                <a:gd name="connsiteY10" fmla="*/ 172792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784" h="345414">
                  <a:moveTo>
                    <a:pt x="82064" y="172792"/>
                  </a:moveTo>
                  <a:cubicBezTo>
                    <a:pt x="82064" y="145850"/>
                    <a:pt x="78187" y="104055"/>
                    <a:pt x="58798" y="65023"/>
                  </a:cubicBezTo>
                  <a:cubicBezTo>
                    <a:pt x="37647" y="22537"/>
                    <a:pt x="7331" y="85"/>
                    <a:pt x="3805" y="85"/>
                  </a:cubicBezTo>
                  <a:cubicBezTo>
                    <a:pt x="1690" y="85"/>
                    <a:pt x="280" y="1466"/>
                    <a:pt x="280" y="3539"/>
                  </a:cubicBezTo>
                  <a:cubicBezTo>
                    <a:pt x="280" y="4575"/>
                    <a:pt x="280" y="5266"/>
                    <a:pt x="6978" y="11483"/>
                  </a:cubicBezTo>
                  <a:cubicBezTo>
                    <a:pt x="41525" y="45679"/>
                    <a:pt x="61618" y="100600"/>
                    <a:pt x="61618" y="172792"/>
                  </a:cubicBezTo>
                  <a:cubicBezTo>
                    <a:pt x="61618" y="231858"/>
                    <a:pt x="48575" y="292651"/>
                    <a:pt x="4863" y="336173"/>
                  </a:cubicBezTo>
                  <a:cubicBezTo>
                    <a:pt x="280" y="340318"/>
                    <a:pt x="280" y="341009"/>
                    <a:pt x="280" y="342045"/>
                  </a:cubicBezTo>
                  <a:cubicBezTo>
                    <a:pt x="280" y="344118"/>
                    <a:pt x="1690" y="345499"/>
                    <a:pt x="3805" y="345499"/>
                  </a:cubicBezTo>
                  <a:cubicBezTo>
                    <a:pt x="7331" y="345499"/>
                    <a:pt x="39057" y="322011"/>
                    <a:pt x="59856" y="278144"/>
                  </a:cubicBezTo>
                  <a:cubicBezTo>
                    <a:pt x="77834" y="240148"/>
                    <a:pt x="82064" y="201807"/>
                    <a:pt x="82064" y="172792"/>
                  </a:cubicBez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grpSp>
        <p:nvGrpSpPr>
          <p:cNvPr id="41" name="Group 40" descr="\documentclass{article}&#10;\usepackage{amsmath,amssymb}&#10;\pagestyle{empty}&#10;\begin{document}&#10;&#10;\newcommand{\score}{\textrm{score}}&#10;\newcommand{\classify}{\textrm{classify}}&#10;\newcommand{\bx}{\mathbf{x}}&#10;&#10;\begin{align*}&#10;\mathbf{h}_4 = g\left(\mathbf{W} [\mathbf{h}_2; \mathbf{h}_3] +\mathbf{b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981B7E96-71B7-FE6E-7FF0-C3070B3B23BD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6324600" y="3943681"/>
            <a:ext cx="3516071" cy="345414"/>
            <a:chOff x="12826927" y="6765946"/>
            <a:chExt cx="3516071" cy="345414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2BCBD22-2E1D-BF14-3992-FCDA51997272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12826927" y="6785290"/>
              <a:ext cx="200935" cy="239717"/>
            </a:xfrm>
            <a:custGeom>
              <a:avLst/>
              <a:gdLst>
                <a:gd name="connsiteX0" fmla="*/ 24507 w 200935"/>
                <a:gd name="connsiteY0" fmla="*/ 223568 h 239717"/>
                <a:gd name="connsiteX1" fmla="*/ 183 w 200935"/>
                <a:gd name="connsiteY1" fmla="*/ 223568 h 239717"/>
                <a:gd name="connsiteX2" fmla="*/ 183 w 200935"/>
                <a:gd name="connsiteY2" fmla="*/ 239802 h 239717"/>
                <a:gd name="connsiteX3" fmla="*/ 44600 w 200935"/>
                <a:gd name="connsiteY3" fmla="*/ 238766 h 239717"/>
                <a:gd name="connsiteX4" fmla="*/ 89018 w 200935"/>
                <a:gd name="connsiteY4" fmla="*/ 239802 h 239717"/>
                <a:gd name="connsiteX5" fmla="*/ 89018 w 200935"/>
                <a:gd name="connsiteY5" fmla="*/ 223568 h 239717"/>
                <a:gd name="connsiteX6" fmla="*/ 64694 w 200935"/>
                <a:gd name="connsiteY6" fmla="*/ 223568 h 239717"/>
                <a:gd name="connsiteX7" fmla="*/ 64694 w 200935"/>
                <a:gd name="connsiteY7" fmla="*/ 151376 h 239717"/>
                <a:gd name="connsiteX8" fmla="*/ 117219 w 200935"/>
                <a:gd name="connsiteY8" fmla="*/ 96801 h 239717"/>
                <a:gd name="connsiteX9" fmla="*/ 136608 w 200935"/>
                <a:gd name="connsiteY9" fmla="*/ 130306 h 239717"/>
                <a:gd name="connsiteX10" fmla="*/ 136608 w 200935"/>
                <a:gd name="connsiteY10" fmla="*/ 223568 h 239717"/>
                <a:gd name="connsiteX11" fmla="*/ 112284 w 200935"/>
                <a:gd name="connsiteY11" fmla="*/ 223568 h 239717"/>
                <a:gd name="connsiteX12" fmla="*/ 112284 w 200935"/>
                <a:gd name="connsiteY12" fmla="*/ 239802 h 239717"/>
                <a:gd name="connsiteX13" fmla="*/ 156701 w 200935"/>
                <a:gd name="connsiteY13" fmla="*/ 238766 h 239717"/>
                <a:gd name="connsiteX14" fmla="*/ 201118 w 200935"/>
                <a:gd name="connsiteY14" fmla="*/ 239802 h 239717"/>
                <a:gd name="connsiteX15" fmla="*/ 201118 w 200935"/>
                <a:gd name="connsiteY15" fmla="*/ 223568 h 239717"/>
                <a:gd name="connsiteX16" fmla="*/ 176795 w 200935"/>
                <a:gd name="connsiteY16" fmla="*/ 223568 h 239717"/>
                <a:gd name="connsiteX17" fmla="*/ 176795 w 200935"/>
                <a:gd name="connsiteY17" fmla="*/ 134106 h 239717"/>
                <a:gd name="connsiteX18" fmla="*/ 122507 w 200935"/>
                <a:gd name="connsiteY18" fmla="*/ 84366 h 239717"/>
                <a:gd name="connsiteX19" fmla="*/ 62579 w 200935"/>
                <a:gd name="connsiteY19" fmla="*/ 118217 h 239717"/>
                <a:gd name="connsiteX20" fmla="*/ 62579 w 200935"/>
                <a:gd name="connsiteY20" fmla="*/ 85 h 239717"/>
                <a:gd name="connsiteX21" fmla="*/ 183 w 200935"/>
                <a:gd name="connsiteY21" fmla="*/ 2848 h 239717"/>
                <a:gd name="connsiteX22" fmla="*/ 183 w 200935"/>
                <a:gd name="connsiteY22" fmla="*/ 19082 h 239717"/>
                <a:gd name="connsiteX23" fmla="*/ 24507 w 200935"/>
                <a:gd name="connsiteY23" fmla="*/ 32554 h 239717"/>
                <a:gd name="connsiteX24" fmla="*/ 24507 w 200935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0935" h="239717">
                  <a:moveTo>
                    <a:pt x="24507" y="223568"/>
                  </a:moveTo>
                  <a:lnTo>
                    <a:pt x="183" y="223568"/>
                  </a:lnTo>
                  <a:lnTo>
                    <a:pt x="183" y="239802"/>
                  </a:lnTo>
                  <a:cubicBezTo>
                    <a:pt x="10054" y="239457"/>
                    <a:pt x="31205" y="238766"/>
                    <a:pt x="44600" y="238766"/>
                  </a:cubicBezTo>
                  <a:cubicBezTo>
                    <a:pt x="58349" y="238766"/>
                    <a:pt x="79147" y="239457"/>
                    <a:pt x="89018" y="239802"/>
                  </a:cubicBezTo>
                  <a:lnTo>
                    <a:pt x="89018" y="223568"/>
                  </a:lnTo>
                  <a:lnTo>
                    <a:pt x="64694" y="223568"/>
                  </a:lnTo>
                  <a:lnTo>
                    <a:pt x="64694" y="151376"/>
                  </a:lnTo>
                  <a:cubicBezTo>
                    <a:pt x="64694" y="113726"/>
                    <a:pt x="95010" y="96801"/>
                    <a:pt x="117219" y="96801"/>
                  </a:cubicBezTo>
                  <a:cubicBezTo>
                    <a:pt x="129205" y="96801"/>
                    <a:pt x="136608" y="104054"/>
                    <a:pt x="136608" y="130306"/>
                  </a:cubicBezTo>
                  <a:lnTo>
                    <a:pt x="136608" y="223568"/>
                  </a:lnTo>
                  <a:lnTo>
                    <a:pt x="112284" y="223568"/>
                  </a:lnTo>
                  <a:lnTo>
                    <a:pt x="112284" y="239802"/>
                  </a:lnTo>
                  <a:cubicBezTo>
                    <a:pt x="122154" y="239457"/>
                    <a:pt x="143305" y="238766"/>
                    <a:pt x="156701" y="238766"/>
                  </a:cubicBezTo>
                  <a:cubicBezTo>
                    <a:pt x="170449" y="238766"/>
                    <a:pt x="191248" y="239457"/>
                    <a:pt x="201118" y="239802"/>
                  </a:cubicBezTo>
                  <a:lnTo>
                    <a:pt x="201118" y="223568"/>
                  </a:lnTo>
                  <a:lnTo>
                    <a:pt x="176795" y="223568"/>
                  </a:lnTo>
                  <a:lnTo>
                    <a:pt x="176795" y="134106"/>
                  </a:lnTo>
                  <a:cubicBezTo>
                    <a:pt x="176795" y="97837"/>
                    <a:pt x="157759" y="84366"/>
                    <a:pt x="122507" y="84366"/>
                  </a:cubicBezTo>
                  <a:cubicBezTo>
                    <a:pt x="88665" y="84366"/>
                    <a:pt x="70687" y="104400"/>
                    <a:pt x="62579" y="118217"/>
                  </a:cubicBezTo>
                  <a:lnTo>
                    <a:pt x="62579" y="85"/>
                  </a:lnTo>
                  <a:lnTo>
                    <a:pt x="183" y="2848"/>
                  </a:lnTo>
                  <a:lnTo>
                    <a:pt x="183" y="19082"/>
                  </a:lnTo>
                  <a:cubicBezTo>
                    <a:pt x="22039" y="19082"/>
                    <a:pt x="24507" y="19082"/>
                    <a:pt x="24507" y="32554"/>
                  </a:cubicBezTo>
                  <a:lnTo>
                    <a:pt x="24507" y="223568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B86B263-DA43-F565-02D6-A65608662E80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13045906" y="6913852"/>
              <a:ext cx="120913" cy="162966"/>
            </a:xfrm>
            <a:custGeom>
              <a:avLst/>
              <a:gdLst>
                <a:gd name="connsiteX0" fmla="*/ 121103 w 120913"/>
                <a:gd name="connsiteY0" fmla="*/ 123399 h 162966"/>
                <a:gd name="connsiteX1" fmla="*/ 121103 w 120913"/>
                <a:gd name="connsiteY1" fmla="*/ 114695 h 162966"/>
                <a:gd name="connsiteX2" fmla="*/ 93713 w 120913"/>
                <a:gd name="connsiteY2" fmla="*/ 114695 h 162966"/>
                <a:gd name="connsiteX3" fmla="*/ 93713 w 120913"/>
                <a:gd name="connsiteY3" fmla="*/ 6856 h 162966"/>
                <a:gd name="connsiteX4" fmla="*/ 88284 w 120913"/>
                <a:gd name="connsiteY4" fmla="*/ 86 h 162966"/>
                <a:gd name="connsiteX5" fmla="*/ 81868 w 120913"/>
                <a:gd name="connsiteY5" fmla="*/ 3471 h 162966"/>
                <a:gd name="connsiteX6" fmla="*/ 190 w 120913"/>
                <a:gd name="connsiteY6" fmla="*/ 114695 h 162966"/>
                <a:gd name="connsiteX7" fmla="*/ 190 w 120913"/>
                <a:gd name="connsiteY7" fmla="*/ 123399 h 162966"/>
                <a:gd name="connsiteX8" fmla="*/ 72738 w 120913"/>
                <a:gd name="connsiteY8" fmla="*/ 123399 h 162966"/>
                <a:gd name="connsiteX9" fmla="*/ 72738 w 120913"/>
                <a:gd name="connsiteY9" fmla="*/ 143226 h 162966"/>
                <a:gd name="connsiteX10" fmla="*/ 52750 w 120913"/>
                <a:gd name="connsiteY10" fmla="*/ 154348 h 162966"/>
                <a:gd name="connsiteX11" fmla="*/ 46087 w 120913"/>
                <a:gd name="connsiteY11" fmla="*/ 154348 h 162966"/>
                <a:gd name="connsiteX12" fmla="*/ 46087 w 120913"/>
                <a:gd name="connsiteY12" fmla="*/ 163053 h 162966"/>
                <a:gd name="connsiteX13" fmla="*/ 83102 w 120913"/>
                <a:gd name="connsiteY13" fmla="*/ 162086 h 162966"/>
                <a:gd name="connsiteX14" fmla="*/ 120363 w 120913"/>
                <a:gd name="connsiteY14" fmla="*/ 163053 h 162966"/>
                <a:gd name="connsiteX15" fmla="*/ 120363 w 120913"/>
                <a:gd name="connsiteY15" fmla="*/ 154348 h 162966"/>
                <a:gd name="connsiteX16" fmla="*/ 113700 w 120913"/>
                <a:gd name="connsiteY16" fmla="*/ 154348 h 162966"/>
                <a:gd name="connsiteX17" fmla="*/ 93713 w 120913"/>
                <a:gd name="connsiteY17" fmla="*/ 143226 h 162966"/>
                <a:gd name="connsiteX18" fmla="*/ 93713 w 120913"/>
                <a:gd name="connsiteY18" fmla="*/ 123399 h 162966"/>
                <a:gd name="connsiteX19" fmla="*/ 121103 w 120913"/>
                <a:gd name="connsiteY19" fmla="*/ 123399 h 162966"/>
                <a:gd name="connsiteX20" fmla="*/ 74465 w 120913"/>
                <a:gd name="connsiteY20" fmla="*/ 26200 h 162966"/>
                <a:gd name="connsiteX21" fmla="*/ 74465 w 120913"/>
                <a:gd name="connsiteY21" fmla="*/ 114695 h 162966"/>
                <a:gd name="connsiteX22" fmla="*/ 9320 w 120913"/>
                <a:gd name="connsiteY22" fmla="*/ 114695 h 162966"/>
                <a:gd name="connsiteX23" fmla="*/ 74465 w 120913"/>
                <a:gd name="connsiteY23" fmla="*/ 26200 h 16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0913" h="162966">
                  <a:moveTo>
                    <a:pt x="121103" y="123399"/>
                  </a:moveTo>
                  <a:lnTo>
                    <a:pt x="121103" y="114695"/>
                  </a:lnTo>
                  <a:lnTo>
                    <a:pt x="93713" y="114695"/>
                  </a:lnTo>
                  <a:lnTo>
                    <a:pt x="93713" y="6856"/>
                  </a:lnTo>
                  <a:cubicBezTo>
                    <a:pt x="93713" y="1779"/>
                    <a:pt x="93713" y="86"/>
                    <a:pt x="88284" y="86"/>
                  </a:cubicBezTo>
                  <a:cubicBezTo>
                    <a:pt x="85323" y="86"/>
                    <a:pt x="84336" y="86"/>
                    <a:pt x="81868" y="3471"/>
                  </a:cubicBezTo>
                  <a:lnTo>
                    <a:pt x="190" y="114695"/>
                  </a:lnTo>
                  <a:lnTo>
                    <a:pt x="190" y="123399"/>
                  </a:lnTo>
                  <a:lnTo>
                    <a:pt x="72738" y="123399"/>
                  </a:lnTo>
                  <a:lnTo>
                    <a:pt x="72738" y="143226"/>
                  </a:lnTo>
                  <a:cubicBezTo>
                    <a:pt x="72738" y="151447"/>
                    <a:pt x="72738" y="154348"/>
                    <a:pt x="52750" y="154348"/>
                  </a:cubicBezTo>
                  <a:lnTo>
                    <a:pt x="46087" y="154348"/>
                  </a:lnTo>
                  <a:lnTo>
                    <a:pt x="46087" y="163053"/>
                  </a:lnTo>
                  <a:cubicBezTo>
                    <a:pt x="58425" y="162569"/>
                    <a:pt x="74218" y="162086"/>
                    <a:pt x="83102" y="162086"/>
                  </a:cubicBezTo>
                  <a:cubicBezTo>
                    <a:pt x="92232" y="162086"/>
                    <a:pt x="108025" y="162569"/>
                    <a:pt x="120363" y="163053"/>
                  </a:cubicBezTo>
                  <a:lnTo>
                    <a:pt x="120363" y="154348"/>
                  </a:lnTo>
                  <a:lnTo>
                    <a:pt x="113700" y="154348"/>
                  </a:lnTo>
                  <a:cubicBezTo>
                    <a:pt x="93713" y="154348"/>
                    <a:pt x="93713" y="151447"/>
                    <a:pt x="93713" y="143226"/>
                  </a:cubicBezTo>
                  <a:lnTo>
                    <a:pt x="93713" y="123399"/>
                  </a:lnTo>
                  <a:lnTo>
                    <a:pt x="121103" y="123399"/>
                  </a:lnTo>
                  <a:close/>
                  <a:moveTo>
                    <a:pt x="74465" y="26200"/>
                  </a:moveTo>
                  <a:lnTo>
                    <a:pt x="74465" y="114695"/>
                  </a:lnTo>
                  <a:lnTo>
                    <a:pt x="9320" y="114695"/>
                  </a:lnTo>
                  <a:lnTo>
                    <a:pt x="74465" y="26200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DD6A33DD-3F1A-4E62-3D24-64A5ECC961EF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13312086" y="6898240"/>
              <a:ext cx="234424" cy="80827"/>
            </a:xfrm>
            <a:custGeom>
              <a:avLst/>
              <a:gdLst>
                <a:gd name="connsiteX0" fmla="*/ 222635 w 234424"/>
                <a:gd name="connsiteY0" fmla="*/ 13901 h 80827"/>
                <a:gd name="connsiteX1" fmla="*/ 234621 w 234424"/>
                <a:gd name="connsiteY1" fmla="*/ 6993 h 80827"/>
                <a:gd name="connsiteX2" fmla="*/ 222988 w 234424"/>
                <a:gd name="connsiteY2" fmla="*/ 85 h 80827"/>
                <a:gd name="connsiteX3" fmla="*/ 11830 w 234424"/>
                <a:gd name="connsiteY3" fmla="*/ 85 h 80827"/>
                <a:gd name="connsiteX4" fmla="*/ 197 w 234424"/>
                <a:gd name="connsiteY4" fmla="*/ 6993 h 80827"/>
                <a:gd name="connsiteX5" fmla="*/ 12182 w 234424"/>
                <a:gd name="connsiteY5" fmla="*/ 13901 h 80827"/>
                <a:gd name="connsiteX6" fmla="*/ 222635 w 234424"/>
                <a:gd name="connsiteY6" fmla="*/ 13901 h 80827"/>
                <a:gd name="connsiteX7" fmla="*/ 222988 w 234424"/>
                <a:gd name="connsiteY7" fmla="*/ 80912 h 80827"/>
                <a:gd name="connsiteX8" fmla="*/ 234621 w 234424"/>
                <a:gd name="connsiteY8" fmla="*/ 74003 h 80827"/>
                <a:gd name="connsiteX9" fmla="*/ 222635 w 234424"/>
                <a:gd name="connsiteY9" fmla="*/ 67095 h 80827"/>
                <a:gd name="connsiteX10" fmla="*/ 12182 w 234424"/>
                <a:gd name="connsiteY10" fmla="*/ 67095 h 80827"/>
                <a:gd name="connsiteX11" fmla="*/ 197 w 234424"/>
                <a:gd name="connsiteY11" fmla="*/ 74003 h 80827"/>
                <a:gd name="connsiteX12" fmla="*/ 11830 w 234424"/>
                <a:gd name="connsiteY12" fmla="*/ 80912 h 80827"/>
                <a:gd name="connsiteX13" fmla="*/ 222988 w 234424"/>
                <a:gd name="connsiteY13" fmla="*/ 80912 h 8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424" h="80827">
                  <a:moveTo>
                    <a:pt x="222635" y="13901"/>
                  </a:moveTo>
                  <a:cubicBezTo>
                    <a:pt x="227923" y="13901"/>
                    <a:pt x="234621" y="13901"/>
                    <a:pt x="234621" y="6993"/>
                  </a:cubicBezTo>
                  <a:cubicBezTo>
                    <a:pt x="234621" y="85"/>
                    <a:pt x="227923" y="85"/>
                    <a:pt x="222988" y="85"/>
                  </a:cubicBezTo>
                  <a:lnTo>
                    <a:pt x="11830" y="85"/>
                  </a:lnTo>
                  <a:cubicBezTo>
                    <a:pt x="6895" y="85"/>
                    <a:pt x="197" y="85"/>
                    <a:pt x="197" y="6993"/>
                  </a:cubicBezTo>
                  <a:cubicBezTo>
                    <a:pt x="197" y="13901"/>
                    <a:pt x="6895" y="13901"/>
                    <a:pt x="12182" y="13901"/>
                  </a:cubicBezTo>
                  <a:lnTo>
                    <a:pt x="222635" y="13901"/>
                  </a:lnTo>
                  <a:close/>
                  <a:moveTo>
                    <a:pt x="222988" y="80912"/>
                  </a:moveTo>
                  <a:cubicBezTo>
                    <a:pt x="227923" y="80912"/>
                    <a:pt x="234621" y="80912"/>
                    <a:pt x="234621" y="74003"/>
                  </a:cubicBezTo>
                  <a:cubicBezTo>
                    <a:pt x="234621" y="67095"/>
                    <a:pt x="227923" y="67095"/>
                    <a:pt x="222635" y="67095"/>
                  </a:cubicBezTo>
                  <a:lnTo>
                    <a:pt x="12182" y="67095"/>
                  </a:lnTo>
                  <a:cubicBezTo>
                    <a:pt x="6895" y="67095"/>
                    <a:pt x="197" y="67095"/>
                    <a:pt x="197" y="74003"/>
                  </a:cubicBezTo>
                  <a:cubicBezTo>
                    <a:pt x="197" y="80912"/>
                    <a:pt x="6895" y="80912"/>
                    <a:pt x="11830" y="80912"/>
                  </a:cubicBezTo>
                  <a:lnTo>
                    <a:pt x="222988" y="80912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808F460-B924-7CE4-8A8A-4172BF0C526D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3669734" y="6872334"/>
              <a:ext cx="161805" cy="223483"/>
            </a:xfrm>
            <a:custGeom>
              <a:avLst/>
              <a:gdLst>
                <a:gd name="connsiteX0" fmla="*/ 160955 w 161805"/>
                <a:gd name="connsiteY0" fmla="*/ 22537 h 223483"/>
                <a:gd name="connsiteX1" fmla="*/ 162013 w 161805"/>
                <a:gd name="connsiteY1" fmla="*/ 16319 h 223483"/>
                <a:gd name="connsiteX2" fmla="*/ 151790 w 161805"/>
                <a:gd name="connsiteY2" fmla="*/ 6993 h 223483"/>
                <a:gd name="connsiteX3" fmla="*/ 137337 w 161805"/>
                <a:gd name="connsiteY3" fmla="*/ 21846 h 223483"/>
                <a:gd name="connsiteX4" fmla="*/ 104553 w 161805"/>
                <a:gd name="connsiteY4" fmla="*/ 85 h 223483"/>
                <a:gd name="connsiteX5" fmla="*/ 20653 w 161805"/>
                <a:gd name="connsiteY5" fmla="*/ 98182 h 223483"/>
                <a:gd name="connsiteX6" fmla="*/ 67538 w 161805"/>
                <a:gd name="connsiteY6" fmla="*/ 152758 h 223483"/>
                <a:gd name="connsiteX7" fmla="*/ 108430 w 161805"/>
                <a:gd name="connsiteY7" fmla="*/ 132724 h 223483"/>
                <a:gd name="connsiteX8" fmla="*/ 108783 w 161805"/>
                <a:gd name="connsiteY8" fmla="*/ 133069 h 223483"/>
                <a:gd name="connsiteX9" fmla="*/ 97150 w 161805"/>
                <a:gd name="connsiteY9" fmla="*/ 178664 h 223483"/>
                <a:gd name="connsiteX10" fmla="*/ 46387 w 161805"/>
                <a:gd name="connsiteY10" fmla="*/ 215969 h 223483"/>
                <a:gd name="connsiteX11" fmla="*/ 18186 w 161805"/>
                <a:gd name="connsiteY11" fmla="*/ 212515 h 223483"/>
                <a:gd name="connsiteX12" fmla="*/ 32639 w 161805"/>
                <a:gd name="connsiteY12" fmla="*/ 194553 h 223483"/>
                <a:gd name="connsiteX13" fmla="*/ 19243 w 161805"/>
                <a:gd name="connsiteY13" fmla="*/ 182464 h 223483"/>
                <a:gd name="connsiteX14" fmla="*/ 207 w 161805"/>
                <a:gd name="connsiteY14" fmla="*/ 202498 h 223483"/>
                <a:gd name="connsiteX15" fmla="*/ 47092 w 161805"/>
                <a:gd name="connsiteY15" fmla="*/ 223568 h 223483"/>
                <a:gd name="connsiteX16" fmla="*/ 121826 w 161805"/>
                <a:gd name="connsiteY16" fmla="*/ 175901 h 223483"/>
                <a:gd name="connsiteX17" fmla="*/ 160955 w 161805"/>
                <a:gd name="connsiteY17" fmla="*/ 22537 h 223483"/>
                <a:gd name="connsiteX18" fmla="*/ 115128 w 161805"/>
                <a:gd name="connsiteY18" fmla="*/ 108545 h 223483"/>
                <a:gd name="connsiteX19" fmla="*/ 97150 w 161805"/>
                <a:gd name="connsiteY19" fmla="*/ 132724 h 223483"/>
                <a:gd name="connsiteX20" fmla="*/ 68596 w 161805"/>
                <a:gd name="connsiteY20" fmla="*/ 145159 h 223483"/>
                <a:gd name="connsiteX21" fmla="*/ 45682 w 161805"/>
                <a:gd name="connsiteY21" fmla="*/ 113381 h 223483"/>
                <a:gd name="connsiteX22" fmla="*/ 65423 w 161805"/>
                <a:gd name="connsiteY22" fmla="*/ 38426 h 223483"/>
                <a:gd name="connsiteX23" fmla="*/ 104905 w 161805"/>
                <a:gd name="connsiteY23" fmla="*/ 7684 h 223483"/>
                <a:gd name="connsiteX24" fmla="*/ 133106 w 161805"/>
                <a:gd name="connsiteY24" fmla="*/ 37389 h 223483"/>
                <a:gd name="connsiteX25" fmla="*/ 132049 w 161805"/>
                <a:gd name="connsiteY25" fmla="*/ 42571 h 223483"/>
                <a:gd name="connsiteX26" fmla="*/ 115128 w 161805"/>
                <a:gd name="connsiteY26" fmla="*/ 108545 h 223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1805" h="223483">
                  <a:moveTo>
                    <a:pt x="160955" y="22537"/>
                  </a:moveTo>
                  <a:cubicBezTo>
                    <a:pt x="161308" y="20464"/>
                    <a:pt x="162013" y="18737"/>
                    <a:pt x="162013" y="16319"/>
                  </a:cubicBezTo>
                  <a:cubicBezTo>
                    <a:pt x="162013" y="10447"/>
                    <a:pt x="157783" y="6993"/>
                    <a:pt x="151790" y="6993"/>
                  </a:cubicBezTo>
                  <a:cubicBezTo>
                    <a:pt x="148265" y="6993"/>
                    <a:pt x="138747" y="9411"/>
                    <a:pt x="137337" y="21846"/>
                  </a:cubicBezTo>
                  <a:cubicBezTo>
                    <a:pt x="130991" y="9065"/>
                    <a:pt x="118653" y="85"/>
                    <a:pt x="104553" y="85"/>
                  </a:cubicBezTo>
                  <a:cubicBezTo>
                    <a:pt x="64366" y="85"/>
                    <a:pt x="20653" y="48443"/>
                    <a:pt x="20653" y="98182"/>
                  </a:cubicBezTo>
                  <a:cubicBezTo>
                    <a:pt x="20653" y="132379"/>
                    <a:pt x="42157" y="152758"/>
                    <a:pt x="67538" y="152758"/>
                  </a:cubicBezTo>
                  <a:cubicBezTo>
                    <a:pt x="88337" y="152758"/>
                    <a:pt x="104905" y="136524"/>
                    <a:pt x="108430" y="132724"/>
                  </a:cubicBezTo>
                  <a:lnTo>
                    <a:pt x="108783" y="133069"/>
                  </a:lnTo>
                  <a:cubicBezTo>
                    <a:pt x="101380" y="163811"/>
                    <a:pt x="97150" y="177973"/>
                    <a:pt x="97150" y="178664"/>
                  </a:cubicBezTo>
                  <a:cubicBezTo>
                    <a:pt x="95740" y="181773"/>
                    <a:pt x="83754" y="215969"/>
                    <a:pt x="46387" y="215969"/>
                  </a:cubicBezTo>
                  <a:cubicBezTo>
                    <a:pt x="39689" y="215969"/>
                    <a:pt x="28056" y="215623"/>
                    <a:pt x="18186" y="212515"/>
                  </a:cubicBezTo>
                  <a:cubicBezTo>
                    <a:pt x="28761" y="209406"/>
                    <a:pt x="32639" y="200425"/>
                    <a:pt x="32639" y="194553"/>
                  </a:cubicBezTo>
                  <a:cubicBezTo>
                    <a:pt x="32639" y="189027"/>
                    <a:pt x="28761" y="182464"/>
                    <a:pt x="19243" y="182464"/>
                  </a:cubicBezTo>
                  <a:cubicBezTo>
                    <a:pt x="11488" y="182464"/>
                    <a:pt x="207" y="188681"/>
                    <a:pt x="207" y="202498"/>
                  </a:cubicBezTo>
                  <a:cubicBezTo>
                    <a:pt x="207" y="216660"/>
                    <a:pt x="13250" y="223568"/>
                    <a:pt x="47092" y="223568"/>
                  </a:cubicBezTo>
                  <a:cubicBezTo>
                    <a:pt x="91157" y="223568"/>
                    <a:pt x="116538" y="196626"/>
                    <a:pt x="121826" y="175901"/>
                  </a:cubicBezTo>
                  <a:lnTo>
                    <a:pt x="160955" y="22537"/>
                  </a:lnTo>
                  <a:close/>
                  <a:moveTo>
                    <a:pt x="115128" y="108545"/>
                  </a:moveTo>
                  <a:cubicBezTo>
                    <a:pt x="113013" y="117526"/>
                    <a:pt x="104905" y="126161"/>
                    <a:pt x="97150" y="132724"/>
                  </a:cubicBezTo>
                  <a:cubicBezTo>
                    <a:pt x="89747" y="138941"/>
                    <a:pt x="78819" y="145159"/>
                    <a:pt x="68596" y="145159"/>
                  </a:cubicBezTo>
                  <a:cubicBezTo>
                    <a:pt x="50970" y="145159"/>
                    <a:pt x="45682" y="127197"/>
                    <a:pt x="45682" y="113381"/>
                  </a:cubicBezTo>
                  <a:cubicBezTo>
                    <a:pt x="45682" y="96801"/>
                    <a:pt x="55905" y="56042"/>
                    <a:pt x="65423" y="38426"/>
                  </a:cubicBezTo>
                  <a:cubicBezTo>
                    <a:pt x="74941" y="21500"/>
                    <a:pt x="90099" y="7684"/>
                    <a:pt x="104905" y="7684"/>
                  </a:cubicBezTo>
                  <a:cubicBezTo>
                    <a:pt x="128171" y="7684"/>
                    <a:pt x="133106" y="35662"/>
                    <a:pt x="133106" y="37389"/>
                  </a:cubicBezTo>
                  <a:cubicBezTo>
                    <a:pt x="133106" y="39117"/>
                    <a:pt x="132401" y="41189"/>
                    <a:pt x="132049" y="42571"/>
                  </a:cubicBezTo>
                  <a:lnTo>
                    <a:pt x="115128" y="108545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297D7EB-8944-E5D9-02B8-82F4813E4688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3938884" y="6765946"/>
              <a:ext cx="81784" cy="345414"/>
            </a:xfrm>
            <a:custGeom>
              <a:avLst/>
              <a:gdLst>
                <a:gd name="connsiteX0" fmla="*/ 81998 w 81784"/>
                <a:gd name="connsiteY0" fmla="*/ 342045 h 345414"/>
                <a:gd name="connsiteX1" fmla="*/ 76005 w 81784"/>
                <a:gd name="connsiteY1" fmla="*/ 334446 h 345414"/>
                <a:gd name="connsiteX2" fmla="*/ 20660 w 81784"/>
                <a:gd name="connsiteY2" fmla="*/ 172792 h 345414"/>
                <a:gd name="connsiteX3" fmla="*/ 77416 w 81784"/>
                <a:gd name="connsiteY3" fmla="*/ 9411 h 345414"/>
                <a:gd name="connsiteX4" fmla="*/ 81998 w 81784"/>
                <a:gd name="connsiteY4" fmla="*/ 3539 h 345414"/>
                <a:gd name="connsiteX5" fmla="*/ 78473 w 81784"/>
                <a:gd name="connsiteY5" fmla="*/ 85 h 345414"/>
                <a:gd name="connsiteX6" fmla="*/ 22423 w 81784"/>
                <a:gd name="connsiteY6" fmla="*/ 67441 h 345414"/>
                <a:gd name="connsiteX7" fmla="*/ 214 w 81784"/>
                <a:gd name="connsiteY7" fmla="*/ 172792 h 345414"/>
                <a:gd name="connsiteX8" fmla="*/ 23480 w 81784"/>
                <a:gd name="connsiteY8" fmla="*/ 280561 h 345414"/>
                <a:gd name="connsiteX9" fmla="*/ 78473 w 81784"/>
                <a:gd name="connsiteY9" fmla="*/ 345499 h 345414"/>
                <a:gd name="connsiteX10" fmla="*/ 81998 w 81784"/>
                <a:gd name="connsiteY10" fmla="*/ 34204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784" h="345414">
                  <a:moveTo>
                    <a:pt x="81998" y="342045"/>
                  </a:moveTo>
                  <a:cubicBezTo>
                    <a:pt x="81998" y="341009"/>
                    <a:pt x="81998" y="340318"/>
                    <a:pt x="76005" y="334446"/>
                  </a:cubicBezTo>
                  <a:cubicBezTo>
                    <a:pt x="31941" y="290924"/>
                    <a:pt x="20660" y="225640"/>
                    <a:pt x="20660" y="172792"/>
                  </a:cubicBezTo>
                  <a:cubicBezTo>
                    <a:pt x="20660" y="112690"/>
                    <a:pt x="34056" y="52588"/>
                    <a:pt x="77416" y="9411"/>
                  </a:cubicBezTo>
                  <a:cubicBezTo>
                    <a:pt x="81998" y="5266"/>
                    <a:pt x="81998" y="4575"/>
                    <a:pt x="81998" y="3539"/>
                  </a:cubicBezTo>
                  <a:cubicBezTo>
                    <a:pt x="81998" y="1121"/>
                    <a:pt x="80588" y="85"/>
                    <a:pt x="78473" y="85"/>
                  </a:cubicBezTo>
                  <a:cubicBezTo>
                    <a:pt x="74948" y="85"/>
                    <a:pt x="43221" y="23573"/>
                    <a:pt x="22423" y="67441"/>
                  </a:cubicBezTo>
                  <a:cubicBezTo>
                    <a:pt x="4444" y="105436"/>
                    <a:pt x="214" y="143777"/>
                    <a:pt x="214" y="172792"/>
                  </a:cubicBezTo>
                  <a:cubicBezTo>
                    <a:pt x="214" y="199734"/>
                    <a:pt x="4092" y="241530"/>
                    <a:pt x="23480" y="280561"/>
                  </a:cubicBezTo>
                  <a:cubicBezTo>
                    <a:pt x="44631" y="323047"/>
                    <a:pt x="74948" y="345499"/>
                    <a:pt x="78473" y="345499"/>
                  </a:cubicBezTo>
                  <a:cubicBezTo>
                    <a:pt x="80588" y="345499"/>
                    <a:pt x="81998" y="344463"/>
                    <a:pt x="81998" y="342045"/>
                  </a:cubicBez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F633578-CBEA-B3E2-F780-F8D5EA4EF139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4049536" y="6788053"/>
              <a:ext cx="401870" cy="239717"/>
            </a:xfrm>
            <a:custGeom>
              <a:avLst/>
              <a:gdLst>
                <a:gd name="connsiteX0" fmla="*/ 368599 w 401870"/>
                <a:gd name="connsiteY0" fmla="*/ 24609 h 239717"/>
                <a:gd name="connsiteX1" fmla="*/ 381995 w 401870"/>
                <a:gd name="connsiteY1" fmla="*/ 17010 h 239717"/>
                <a:gd name="connsiteX2" fmla="*/ 402088 w 401870"/>
                <a:gd name="connsiteY2" fmla="*/ 16319 h 239717"/>
                <a:gd name="connsiteX3" fmla="*/ 402088 w 401870"/>
                <a:gd name="connsiteY3" fmla="*/ 85 h 239717"/>
                <a:gd name="connsiteX4" fmla="*/ 364369 w 401870"/>
                <a:gd name="connsiteY4" fmla="*/ 1121 h 239717"/>
                <a:gd name="connsiteX5" fmla="*/ 316426 w 401870"/>
                <a:gd name="connsiteY5" fmla="*/ 85 h 239717"/>
                <a:gd name="connsiteX6" fmla="*/ 316426 w 401870"/>
                <a:gd name="connsiteY6" fmla="*/ 16319 h 239717"/>
                <a:gd name="connsiteX7" fmla="*/ 352383 w 401870"/>
                <a:gd name="connsiteY7" fmla="*/ 20119 h 239717"/>
                <a:gd name="connsiteX8" fmla="*/ 291750 w 401870"/>
                <a:gd name="connsiteY8" fmla="*/ 174519 h 239717"/>
                <a:gd name="connsiteX9" fmla="*/ 229354 w 401870"/>
                <a:gd name="connsiteY9" fmla="*/ 16319 h 239717"/>
                <a:gd name="connsiteX10" fmla="*/ 263196 w 401870"/>
                <a:gd name="connsiteY10" fmla="*/ 16319 h 239717"/>
                <a:gd name="connsiteX11" fmla="*/ 263196 w 401870"/>
                <a:gd name="connsiteY11" fmla="*/ 85 h 239717"/>
                <a:gd name="connsiteX12" fmla="*/ 201506 w 401870"/>
                <a:gd name="connsiteY12" fmla="*/ 1121 h 239717"/>
                <a:gd name="connsiteX13" fmla="*/ 147570 w 401870"/>
                <a:gd name="connsiteY13" fmla="*/ 85 h 239717"/>
                <a:gd name="connsiteX14" fmla="*/ 147570 w 401870"/>
                <a:gd name="connsiteY14" fmla="*/ 16319 h 239717"/>
                <a:gd name="connsiteX15" fmla="*/ 177887 w 401870"/>
                <a:gd name="connsiteY15" fmla="*/ 16319 h 239717"/>
                <a:gd name="connsiteX16" fmla="*/ 192340 w 401870"/>
                <a:gd name="connsiteY16" fmla="*/ 52933 h 239717"/>
                <a:gd name="connsiteX17" fmla="*/ 144398 w 401870"/>
                <a:gd name="connsiteY17" fmla="*/ 174519 h 239717"/>
                <a:gd name="connsiteX18" fmla="*/ 82002 w 401870"/>
                <a:gd name="connsiteY18" fmla="*/ 16319 h 239717"/>
                <a:gd name="connsiteX19" fmla="*/ 115844 w 401870"/>
                <a:gd name="connsiteY19" fmla="*/ 16319 h 239717"/>
                <a:gd name="connsiteX20" fmla="*/ 115844 w 401870"/>
                <a:gd name="connsiteY20" fmla="*/ 85 h 239717"/>
                <a:gd name="connsiteX21" fmla="*/ 54153 w 401870"/>
                <a:gd name="connsiteY21" fmla="*/ 1121 h 239717"/>
                <a:gd name="connsiteX22" fmla="*/ 218 w 401870"/>
                <a:gd name="connsiteY22" fmla="*/ 85 h 239717"/>
                <a:gd name="connsiteX23" fmla="*/ 218 w 401870"/>
                <a:gd name="connsiteY23" fmla="*/ 16319 h 239717"/>
                <a:gd name="connsiteX24" fmla="*/ 30534 w 401870"/>
                <a:gd name="connsiteY24" fmla="*/ 16319 h 239717"/>
                <a:gd name="connsiteX25" fmla="*/ 115139 w 401870"/>
                <a:gd name="connsiteY25" fmla="*/ 230822 h 239717"/>
                <a:gd name="connsiteX26" fmla="*/ 127477 w 401870"/>
                <a:gd name="connsiteY26" fmla="*/ 239802 h 239717"/>
                <a:gd name="connsiteX27" fmla="*/ 139815 w 401870"/>
                <a:gd name="connsiteY27" fmla="*/ 230822 h 239717"/>
                <a:gd name="connsiteX28" fmla="*/ 201153 w 401870"/>
                <a:gd name="connsiteY28" fmla="*/ 75385 h 239717"/>
                <a:gd name="connsiteX29" fmla="*/ 262491 w 401870"/>
                <a:gd name="connsiteY29" fmla="*/ 230822 h 239717"/>
                <a:gd name="connsiteX30" fmla="*/ 274829 w 401870"/>
                <a:gd name="connsiteY30" fmla="*/ 239802 h 239717"/>
                <a:gd name="connsiteX31" fmla="*/ 287167 w 401870"/>
                <a:gd name="connsiteY31" fmla="*/ 230822 h 239717"/>
                <a:gd name="connsiteX32" fmla="*/ 368599 w 401870"/>
                <a:gd name="connsiteY32" fmla="*/ 24609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1870" h="239717">
                  <a:moveTo>
                    <a:pt x="368599" y="24609"/>
                  </a:moveTo>
                  <a:cubicBezTo>
                    <a:pt x="370714" y="18737"/>
                    <a:pt x="371067" y="18046"/>
                    <a:pt x="381995" y="17010"/>
                  </a:cubicBezTo>
                  <a:cubicBezTo>
                    <a:pt x="389045" y="16319"/>
                    <a:pt x="396448" y="16319"/>
                    <a:pt x="402088" y="16319"/>
                  </a:cubicBezTo>
                  <a:lnTo>
                    <a:pt x="402088" y="85"/>
                  </a:lnTo>
                  <a:cubicBezTo>
                    <a:pt x="392570" y="430"/>
                    <a:pt x="380232" y="1121"/>
                    <a:pt x="364369" y="1121"/>
                  </a:cubicBezTo>
                  <a:cubicBezTo>
                    <a:pt x="350973" y="1121"/>
                    <a:pt x="329117" y="1121"/>
                    <a:pt x="316426" y="85"/>
                  </a:cubicBezTo>
                  <a:lnTo>
                    <a:pt x="316426" y="16319"/>
                  </a:lnTo>
                  <a:cubicBezTo>
                    <a:pt x="325239" y="16319"/>
                    <a:pt x="342160" y="16319"/>
                    <a:pt x="352383" y="20119"/>
                  </a:cubicBezTo>
                  <a:lnTo>
                    <a:pt x="291750" y="174519"/>
                  </a:lnTo>
                  <a:lnTo>
                    <a:pt x="229354" y="16319"/>
                  </a:lnTo>
                  <a:lnTo>
                    <a:pt x="263196" y="16319"/>
                  </a:lnTo>
                  <a:lnTo>
                    <a:pt x="263196" y="85"/>
                  </a:lnTo>
                  <a:cubicBezTo>
                    <a:pt x="249801" y="1121"/>
                    <a:pt x="216664" y="1121"/>
                    <a:pt x="201506" y="1121"/>
                  </a:cubicBezTo>
                  <a:cubicBezTo>
                    <a:pt x="187757" y="1121"/>
                    <a:pt x="159908" y="1121"/>
                    <a:pt x="147570" y="85"/>
                  </a:cubicBezTo>
                  <a:lnTo>
                    <a:pt x="147570" y="16319"/>
                  </a:lnTo>
                  <a:lnTo>
                    <a:pt x="177887" y="16319"/>
                  </a:lnTo>
                  <a:lnTo>
                    <a:pt x="192340" y="52933"/>
                  </a:lnTo>
                  <a:lnTo>
                    <a:pt x="144398" y="174519"/>
                  </a:lnTo>
                  <a:lnTo>
                    <a:pt x="82002" y="16319"/>
                  </a:lnTo>
                  <a:lnTo>
                    <a:pt x="115844" y="16319"/>
                  </a:lnTo>
                  <a:lnTo>
                    <a:pt x="115844" y="85"/>
                  </a:lnTo>
                  <a:cubicBezTo>
                    <a:pt x="102448" y="1121"/>
                    <a:pt x="69311" y="1121"/>
                    <a:pt x="54153" y="1121"/>
                  </a:cubicBezTo>
                  <a:cubicBezTo>
                    <a:pt x="40405" y="1121"/>
                    <a:pt x="12556" y="1121"/>
                    <a:pt x="218" y="85"/>
                  </a:cubicBezTo>
                  <a:lnTo>
                    <a:pt x="218" y="16319"/>
                  </a:lnTo>
                  <a:lnTo>
                    <a:pt x="30534" y="16319"/>
                  </a:lnTo>
                  <a:lnTo>
                    <a:pt x="115139" y="230822"/>
                  </a:lnTo>
                  <a:cubicBezTo>
                    <a:pt x="117254" y="236348"/>
                    <a:pt x="118664" y="239802"/>
                    <a:pt x="127477" y="239802"/>
                  </a:cubicBezTo>
                  <a:cubicBezTo>
                    <a:pt x="136290" y="239802"/>
                    <a:pt x="137700" y="236348"/>
                    <a:pt x="139815" y="230822"/>
                  </a:cubicBezTo>
                  <a:lnTo>
                    <a:pt x="201153" y="75385"/>
                  </a:lnTo>
                  <a:lnTo>
                    <a:pt x="262491" y="230822"/>
                  </a:lnTo>
                  <a:cubicBezTo>
                    <a:pt x="264606" y="236348"/>
                    <a:pt x="266016" y="239802"/>
                    <a:pt x="274829" y="239802"/>
                  </a:cubicBezTo>
                  <a:cubicBezTo>
                    <a:pt x="283642" y="239802"/>
                    <a:pt x="285052" y="236348"/>
                    <a:pt x="287167" y="230822"/>
                  </a:cubicBezTo>
                  <a:lnTo>
                    <a:pt x="368599" y="24609"/>
                  </a:lnTo>
                  <a:close/>
                </a:path>
              </a:pathLst>
            </a:custGeom>
            <a:solidFill>
              <a:schemeClr val="accent2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E83F4285-1E3E-A5F1-9AA6-754DA48D2D56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4507406" y="6765946"/>
              <a:ext cx="48294" cy="345414"/>
            </a:xfrm>
            <a:custGeom>
              <a:avLst/>
              <a:gdLst>
                <a:gd name="connsiteX0" fmla="*/ 48525 w 48294"/>
                <a:gd name="connsiteY0" fmla="*/ 345499 h 345414"/>
                <a:gd name="connsiteX1" fmla="*/ 48525 w 48294"/>
                <a:gd name="connsiteY1" fmla="*/ 331683 h 345414"/>
                <a:gd name="connsiteX2" fmla="*/ 14331 w 48294"/>
                <a:gd name="connsiteY2" fmla="*/ 331683 h 345414"/>
                <a:gd name="connsiteX3" fmla="*/ 14331 w 48294"/>
                <a:gd name="connsiteY3" fmla="*/ 13901 h 345414"/>
                <a:gd name="connsiteX4" fmla="*/ 48525 w 48294"/>
                <a:gd name="connsiteY4" fmla="*/ 13901 h 345414"/>
                <a:gd name="connsiteX5" fmla="*/ 48525 w 48294"/>
                <a:gd name="connsiteY5" fmla="*/ 85 h 345414"/>
                <a:gd name="connsiteX6" fmla="*/ 230 w 48294"/>
                <a:gd name="connsiteY6" fmla="*/ 85 h 345414"/>
                <a:gd name="connsiteX7" fmla="*/ 230 w 48294"/>
                <a:gd name="connsiteY7" fmla="*/ 345499 h 345414"/>
                <a:gd name="connsiteX8" fmla="*/ 48525 w 48294"/>
                <a:gd name="connsiteY8" fmla="*/ 345499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294" h="345414">
                  <a:moveTo>
                    <a:pt x="48525" y="345499"/>
                  </a:moveTo>
                  <a:lnTo>
                    <a:pt x="48525" y="331683"/>
                  </a:lnTo>
                  <a:lnTo>
                    <a:pt x="14331" y="331683"/>
                  </a:lnTo>
                  <a:lnTo>
                    <a:pt x="14331" y="13901"/>
                  </a:lnTo>
                  <a:lnTo>
                    <a:pt x="48525" y="13901"/>
                  </a:lnTo>
                  <a:lnTo>
                    <a:pt x="48525" y="85"/>
                  </a:lnTo>
                  <a:lnTo>
                    <a:pt x="230" y="85"/>
                  </a:lnTo>
                  <a:lnTo>
                    <a:pt x="230" y="345499"/>
                  </a:lnTo>
                  <a:lnTo>
                    <a:pt x="48525" y="345499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8B7A5A78-5E3E-9A76-BEAB-2671F41667D1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4579594" y="6785290"/>
              <a:ext cx="200935" cy="239717"/>
            </a:xfrm>
            <a:custGeom>
              <a:avLst/>
              <a:gdLst>
                <a:gd name="connsiteX0" fmla="*/ 24556 w 200935"/>
                <a:gd name="connsiteY0" fmla="*/ 223568 h 239717"/>
                <a:gd name="connsiteX1" fmla="*/ 233 w 200935"/>
                <a:gd name="connsiteY1" fmla="*/ 223568 h 239717"/>
                <a:gd name="connsiteX2" fmla="*/ 233 w 200935"/>
                <a:gd name="connsiteY2" fmla="*/ 239802 h 239717"/>
                <a:gd name="connsiteX3" fmla="*/ 44650 w 200935"/>
                <a:gd name="connsiteY3" fmla="*/ 238766 h 239717"/>
                <a:gd name="connsiteX4" fmla="*/ 89067 w 200935"/>
                <a:gd name="connsiteY4" fmla="*/ 239802 h 239717"/>
                <a:gd name="connsiteX5" fmla="*/ 89067 w 200935"/>
                <a:gd name="connsiteY5" fmla="*/ 223568 h 239717"/>
                <a:gd name="connsiteX6" fmla="*/ 64743 w 200935"/>
                <a:gd name="connsiteY6" fmla="*/ 223568 h 239717"/>
                <a:gd name="connsiteX7" fmla="*/ 64743 w 200935"/>
                <a:gd name="connsiteY7" fmla="*/ 151376 h 239717"/>
                <a:gd name="connsiteX8" fmla="*/ 117269 w 200935"/>
                <a:gd name="connsiteY8" fmla="*/ 96801 h 239717"/>
                <a:gd name="connsiteX9" fmla="*/ 136657 w 200935"/>
                <a:gd name="connsiteY9" fmla="*/ 130306 h 239717"/>
                <a:gd name="connsiteX10" fmla="*/ 136657 w 200935"/>
                <a:gd name="connsiteY10" fmla="*/ 223568 h 239717"/>
                <a:gd name="connsiteX11" fmla="*/ 112333 w 200935"/>
                <a:gd name="connsiteY11" fmla="*/ 223568 h 239717"/>
                <a:gd name="connsiteX12" fmla="*/ 112333 w 200935"/>
                <a:gd name="connsiteY12" fmla="*/ 239802 h 239717"/>
                <a:gd name="connsiteX13" fmla="*/ 156751 w 200935"/>
                <a:gd name="connsiteY13" fmla="*/ 238766 h 239717"/>
                <a:gd name="connsiteX14" fmla="*/ 201168 w 200935"/>
                <a:gd name="connsiteY14" fmla="*/ 239802 h 239717"/>
                <a:gd name="connsiteX15" fmla="*/ 201168 w 200935"/>
                <a:gd name="connsiteY15" fmla="*/ 223568 h 239717"/>
                <a:gd name="connsiteX16" fmla="*/ 176844 w 200935"/>
                <a:gd name="connsiteY16" fmla="*/ 223568 h 239717"/>
                <a:gd name="connsiteX17" fmla="*/ 176844 w 200935"/>
                <a:gd name="connsiteY17" fmla="*/ 134106 h 239717"/>
                <a:gd name="connsiteX18" fmla="*/ 122556 w 200935"/>
                <a:gd name="connsiteY18" fmla="*/ 84366 h 239717"/>
                <a:gd name="connsiteX19" fmla="*/ 62628 w 200935"/>
                <a:gd name="connsiteY19" fmla="*/ 118217 h 239717"/>
                <a:gd name="connsiteX20" fmla="*/ 62628 w 200935"/>
                <a:gd name="connsiteY20" fmla="*/ 85 h 239717"/>
                <a:gd name="connsiteX21" fmla="*/ 233 w 200935"/>
                <a:gd name="connsiteY21" fmla="*/ 2848 h 239717"/>
                <a:gd name="connsiteX22" fmla="*/ 233 w 200935"/>
                <a:gd name="connsiteY22" fmla="*/ 19082 h 239717"/>
                <a:gd name="connsiteX23" fmla="*/ 24556 w 200935"/>
                <a:gd name="connsiteY23" fmla="*/ 32554 h 239717"/>
                <a:gd name="connsiteX24" fmla="*/ 24556 w 200935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0935" h="239717">
                  <a:moveTo>
                    <a:pt x="24556" y="223568"/>
                  </a:moveTo>
                  <a:lnTo>
                    <a:pt x="233" y="223568"/>
                  </a:lnTo>
                  <a:lnTo>
                    <a:pt x="233" y="239802"/>
                  </a:lnTo>
                  <a:cubicBezTo>
                    <a:pt x="10103" y="239457"/>
                    <a:pt x="31254" y="238766"/>
                    <a:pt x="44650" y="238766"/>
                  </a:cubicBezTo>
                  <a:cubicBezTo>
                    <a:pt x="58398" y="238766"/>
                    <a:pt x="79197" y="239457"/>
                    <a:pt x="89067" y="239802"/>
                  </a:cubicBezTo>
                  <a:lnTo>
                    <a:pt x="89067" y="223568"/>
                  </a:lnTo>
                  <a:lnTo>
                    <a:pt x="64743" y="223568"/>
                  </a:lnTo>
                  <a:lnTo>
                    <a:pt x="64743" y="151376"/>
                  </a:lnTo>
                  <a:cubicBezTo>
                    <a:pt x="64743" y="113726"/>
                    <a:pt x="95060" y="96801"/>
                    <a:pt x="117269" y="96801"/>
                  </a:cubicBezTo>
                  <a:cubicBezTo>
                    <a:pt x="129254" y="96801"/>
                    <a:pt x="136657" y="104054"/>
                    <a:pt x="136657" y="130306"/>
                  </a:cubicBezTo>
                  <a:lnTo>
                    <a:pt x="136657" y="223568"/>
                  </a:lnTo>
                  <a:lnTo>
                    <a:pt x="112333" y="223568"/>
                  </a:lnTo>
                  <a:lnTo>
                    <a:pt x="112333" y="239802"/>
                  </a:lnTo>
                  <a:cubicBezTo>
                    <a:pt x="122204" y="239457"/>
                    <a:pt x="143355" y="238766"/>
                    <a:pt x="156751" y="238766"/>
                  </a:cubicBezTo>
                  <a:cubicBezTo>
                    <a:pt x="170499" y="238766"/>
                    <a:pt x="191297" y="239457"/>
                    <a:pt x="201168" y="239802"/>
                  </a:cubicBezTo>
                  <a:lnTo>
                    <a:pt x="201168" y="223568"/>
                  </a:lnTo>
                  <a:lnTo>
                    <a:pt x="176844" y="223568"/>
                  </a:lnTo>
                  <a:lnTo>
                    <a:pt x="176844" y="134106"/>
                  </a:lnTo>
                  <a:cubicBezTo>
                    <a:pt x="176844" y="97837"/>
                    <a:pt x="157808" y="84366"/>
                    <a:pt x="122556" y="84366"/>
                  </a:cubicBezTo>
                  <a:cubicBezTo>
                    <a:pt x="88715" y="84366"/>
                    <a:pt x="70736" y="104400"/>
                    <a:pt x="62628" y="118217"/>
                  </a:cubicBezTo>
                  <a:lnTo>
                    <a:pt x="62628" y="85"/>
                  </a:lnTo>
                  <a:lnTo>
                    <a:pt x="233" y="2848"/>
                  </a:lnTo>
                  <a:lnTo>
                    <a:pt x="233" y="19082"/>
                  </a:lnTo>
                  <a:cubicBezTo>
                    <a:pt x="22089" y="19082"/>
                    <a:pt x="24556" y="19082"/>
                    <a:pt x="24556" y="32554"/>
                  </a:cubicBezTo>
                  <a:lnTo>
                    <a:pt x="24556" y="223568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12E470E-3AE4-71E9-C7B0-233E52E7439F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4804495" y="6916270"/>
              <a:ext cx="109068" cy="160548"/>
            </a:xfrm>
            <a:custGeom>
              <a:avLst/>
              <a:gdLst>
                <a:gd name="connsiteX0" fmla="*/ 109308 w 109068"/>
                <a:gd name="connsiteY0" fmla="*/ 116629 h 160548"/>
                <a:gd name="connsiteX1" fmla="*/ 100918 w 109068"/>
                <a:gd name="connsiteY1" fmla="*/ 116629 h 160548"/>
                <a:gd name="connsiteX2" fmla="*/ 94502 w 109068"/>
                <a:gd name="connsiteY2" fmla="*/ 138632 h 160548"/>
                <a:gd name="connsiteX3" fmla="*/ 70073 w 109068"/>
                <a:gd name="connsiteY3" fmla="*/ 140083 h 160548"/>
                <a:gd name="connsiteX4" fmla="*/ 24669 w 109068"/>
                <a:gd name="connsiteY4" fmla="*/ 140083 h 160548"/>
                <a:gd name="connsiteX5" fmla="*/ 74021 w 109068"/>
                <a:gd name="connsiteY5" fmla="*/ 99462 h 160548"/>
                <a:gd name="connsiteX6" fmla="*/ 109308 w 109068"/>
                <a:gd name="connsiteY6" fmla="*/ 47235 h 160548"/>
                <a:gd name="connsiteX7" fmla="*/ 51566 w 109068"/>
                <a:gd name="connsiteY7" fmla="*/ 86 h 160548"/>
                <a:gd name="connsiteX8" fmla="*/ 239 w 109068"/>
                <a:gd name="connsiteY8" fmla="*/ 43367 h 160548"/>
                <a:gd name="connsiteX9" fmla="*/ 13318 w 109068"/>
                <a:gd name="connsiteY9" fmla="*/ 56907 h 160548"/>
                <a:gd name="connsiteX10" fmla="*/ 26396 w 109068"/>
                <a:gd name="connsiteY10" fmla="*/ 44092 h 160548"/>
                <a:gd name="connsiteX11" fmla="*/ 11837 w 109068"/>
                <a:gd name="connsiteY11" fmla="*/ 31277 h 160548"/>
                <a:gd name="connsiteX12" fmla="*/ 47864 w 109068"/>
                <a:gd name="connsiteY12" fmla="*/ 8791 h 160548"/>
                <a:gd name="connsiteX13" fmla="*/ 85372 w 109068"/>
                <a:gd name="connsiteY13" fmla="*/ 47235 h 160548"/>
                <a:gd name="connsiteX14" fmla="*/ 62176 w 109068"/>
                <a:gd name="connsiteY14" fmla="*/ 93659 h 160548"/>
                <a:gd name="connsiteX15" fmla="*/ 2707 w 109068"/>
                <a:gd name="connsiteY15" fmla="*/ 151205 h 160548"/>
                <a:gd name="connsiteX16" fmla="*/ 239 w 109068"/>
                <a:gd name="connsiteY16" fmla="*/ 160635 h 160548"/>
                <a:gd name="connsiteX17" fmla="*/ 101905 w 109068"/>
                <a:gd name="connsiteY17" fmla="*/ 160635 h 160548"/>
                <a:gd name="connsiteX18" fmla="*/ 109308 w 109068"/>
                <a:gd name="connsiteY18" fmla="*/ 116629 h 160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068" h="160548">
                  <a:moveTo>
                    <a:pt x="109308" y="116629"/>
                  </a:moveTo>
                  <a:lnTo>
                    <a:pt x="100918" y="116629"/>
                  </a:lnTo>
                  <a:cubicBezTo>
                    <a:pt x="100178" y="121948"/>
                    <a:pt x="97710" y="136214"/>
                    <a:pt x="94502" y="138632"/>
                  </a:cubicBezTo>
                  <a:cubicBezTo>
                    <a:pt x="92528" y="140083"/>
                    <a:pt x="73528" y="140083"/>
                    <a:pt x="70073" y="140083"/>
                  </a:cubicBezTo>
                  <a:lnTo>
                    <a:pt x="24669" y="140083"/>
                  </a:lnTo>
                  <a:cubicBezTo>
                    <a:pt x="50579" y="117596"/>
                    <a:pt x="59215" y="110826"/>
                    <a:pt x="74021" y="99462"/>
                  </a:cubicBezTo>
                  <a:cubicBezTo>
                    <a:pt x="92282" y="85196"/>
                    <a:pt x="109308" y="70205"/>
                    <a:pt x="109308" y="47235"/>
                  </a:cubicBezTo>
                  <a:cubicBezTo>
                    <a:pt x="109308" y="17979"/>
                    <a:pt x="83151" y="86"/>
                    <a:pt x="51566" y="86"/>
                  </a:cubicBezTo>
                  <a:cubicBezTo>
                    <a:pt x="20967" y="86"/>
                    <a:pt x="239" y="21122"/>
                    <a:pt x="239" y="43367"/>
                  </a:cubicBezTo>
                  <a:cubicBezTo>
                    <a:pt x="239" y="55698"/>
                    <a:pt x="10850" y="56907"/>
                    <a:pt x="13318" y="56907"/>
                  </a:cubicBezTo>
                  <a:cubicBezTo>
                    <a:pt x="19240" y="56907"/>
                    <a:pt x="26396" y="52796"/>
                    <a:pt x="26396" y="44092"/>
                  </a:cubicBezTo>
                  <a:cubicBezTo>
                    <a:pt x="26396" y="39740"/>
                    <a:pt x="24669" y="31277"/>
                    <a:pt x="11837" y="31277"/>
                  </a:cubicBezTo>
                  <a:cubicBezTo>
                    <a:pt x="19487" y="14110"/>
                    <a:pt x="36266" y="8791"/>
                    <a:pt x="47864" y="8791"/>
                  </a:cubicBezTo>
                  <a:cubicBezTo>
                    <a:pt x="72541" y="8791"/>
                    <a:pt x="85372" y="27650"/>
                    <a:pt x="85372" y="47235"/>
                  </a:cubicBezTo>
                  <a:cubicBezTo>
                    <a:pt x="85372" y="68271"/>
                    <a:pt x="70073" y="84955"/>
                    <a:pt x="62176" y="93659"/>
                  </a:cubicBezTo>
                  <a:lnTo>
                    <a:pt x="2707" y="151205"/>
                  </a:lnTo>
                  <a:cubicBezTo>
                    <a:pt x="239" y="153381"/>
                    <a:pt x="239" y="153865"/>
                    <a:pt x="239" y="160635"/>
                  </a:cubicBezTo>
                  <a:lnTo>
                    <a:pt x="101905" y="160635"/>
                  </a:lnTo>
                  <a:lnTo>
                    <a:pt x="109308" y="116629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14B1FB0-5353-6C01-9BF6-D0274F0DC984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4977409" y="6876134"/>
              <a:ext cx="38424" cy="215538"/>
            </a:xfrm>
            <a:custGeom>
              <a:avLst/>
              <a:gdLst>
                <a:gd name="connsiteX0" fmla="*/ 37610 w 38424"/>
                <a:gd name="connsiteY0" fmla="*/ 18392 h 215538"/>
                <a:gd name="connsiteX1" fmla="*/ 18927 w 38424"/>
                <a:gd name="connsiteY1" fmla="*/ 85 h 215538"/>
                <a:gd name="connsiteX2" fmla="*/ 244 w 38424"/>
                <a:gd name="connsiteY2" fmla="*/ 18392 h 215538"/>
                <a:gd name="connsiteX3" fmla="*/ 18927 w 38424"/>
                <a:gd name="connsiteY3" fmla="*/ 36699 h 215538"/>
                <a:gd name="connsiteX4" fmla="*/ 37610 w 38424"/>
                <a:gd name="connsiteY4" fmla="*/ 18392 h 215538"/>
                <a:gd name="connsiteX5" fmla="*/ 30913 w 38424"/>
                <a:gd name="connsiteY5" fmla="*/ 145159 h 215538"/>
                <a:gd name="connsiteX6" fmla="*/ 8351 w 38424"/>
                <a:gd name="connsiteY6" fmla="*/ 207334 h 215538"/>
                <a:gd name="connsiteX7" fmla="*/ 5884 w 38424"/>
                <a:gd name="connsiteY7" fmla="*/ 211824 h 215538"/>
                <a:gd name="connsiteX8" fmla="*/ 9409 w 38424"/>
                <a:gd name="connsiteY8" fmla="*/ 215623 h 215538"/>
                <a:gd name="connsiteX9" fmla="*/ 38668 w 38424"/>
                <a:gd name="connsiteY9" fmla="*/ 147922 h 215538"/>
                <a:gd name="connsiteX10" fmla="*/ 18927 w 38424"/>
                <a:gd name="connsiteY10" fmla="*/ 112344 h 215538"/>
                <a:gd name="connsiteX11" fmla="*/ 244 w 38424"/>
                <a:gd name="connsiteY11" fmla="*/ 130651 h 215538"/>
                <a:gd name="connsiteX12" fmla="*/ 18927 w 38424"/>
                <a:gd name="connsiteY12" fmla="*/ 148958 h 215538"/>
                <a:gd name="connsiteX13" fmla="*/ 21747 w 38424"/>
                <a:gd name="connsiteY13" fmla="*/ 148613 h 215538"/>
                <a:gd name="connsiteX14" fmla="*/ 30913 w 38424"/>
                <a:gd name="connsiteY14" fmla="*/ 145159 h 215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424" h="215538">
                  <a:moveTo>
                    <a:pt x="37610" y="18392"/>
                  </a:moveTo>
                  <a:cubicBezTo>
                    <a:pt x="37610" y="8375"/>
                    <a:pt x="29150" y="85"/>
                    <a:pt x="18927" y="85"/>
                  </a:cubicBezTo>
                  <a:cubicBezTo>
                    <a:pt x="8704" y="85"/>
                    <a:pt x="244" y="8375"/>
                    <a:pt x="244" y="18392"/>
                  </a:cubicBezTo>
                  <a:cubicBezTo>
                    <a:pt x="244" y="28409"/>
                    <a:pt x="8704" y="36699"/>
                    <a:pt x="18927" y="36699"/>
                  </a:cubicBezTo>
                  <a:cubicBezTo>
                    <a:pt x="29150" y="36699"/>
                    <a:pt x="37610" y="28409"/>
                    <a:pt x="37610" y="18392"/>
                  </a:cubicBezTo>
                  <a:close/>
                  <a:moveTo>
                    <a:pt x="30913" y="145159"/>
                  </a:moveTo>
                  <a:cubicBezTo>
                    <a:pt x="30913" y="154830"/>
                    <a:pt x="30913" y="181773"/>
                    <a:pt x="8351" y="207334"/>
                  </a:cubicBezTo>
                  <a:cubicBezTo>
                    <a:pt x="5884" y="210097"/>
                    <a:pt x="5884" y="210788"/>
                    <a:pt x="5884" y="211824"/>
                  </a:cubicBezTo>
                  <a:cubicBezTo>
                    <a:pt x="5884" y="214242"/>
                    <a:pt x="7646" y="215623"/>
                    <a:pt x="9409" y="215623"/>
                  </a:cubicBezTo>
                  <a:cubicBezTo>
                    <a:pt x="13287" y="215623"/>
                    <a:pt x="38668" y="187990"/>
                    <a:pt x="38668" y="147922"/>
                  </a:cubicBezTo>
                  <a:cubicBezTo>
                    <a:pt x="38668" y="137905"/>
                    <a:pt x="37963" y="112344"/>
                    <a:pt x="18927" y="112344"/>
                  </a:cubicBezTo>
                  <a:cubicBezTo>
                    <a:pt x="6589" y="112344"/>
                    <a:pt x="244" y="121671"/>
                    <a:pt x="244" y="130651"/>
                  </a:cubicBezTo>
                  <a:cubicBezTo>
                    <a:pt x="244" y="139632"/>
                    <a:pt x="6236" y="148958"/>
                    <a:pt x="18927" y="148958"/>
                  </a:cubicBezTo>
                  <a:cubicBezTo>
                    <a:pt x="20690" y="148958"/>
                    <a:pt x="21395" y="148958"/>
                    <a:pt x="21747" y="148613"/>
                  </a:cubicBezTo>
                  <a:cubicBezTo>
                    <a:pt x="24215" y="148268"/>
                    <a:pt x="28092" y="147577"/>
                    <a:pt x="30913" y="145159"/>
                  </a:cubicBez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0844FFE8-7E8C-31DB-54BA-99D57821566D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5119629" y="6785290"/>
              <a:ext cx="200935" cy="239717"/>
            </a:xfrm>
            <a:custGeom>
              <a:avLst/>
              <a:gdLst>
                <a:gd name="connsiteX0" fmla="*/ 24572 w 200935"/>
                <a:gd name="connsiteY0" fmla="*/ 223568 h 239717"/>
                <a:gd name="connsiteX1" fmla="*/ 248 w 200935"/>
                <a:gd name="connsiteY1" fmla="*/ 223568 h 239717"/>
                <a:gd name="connsiteX2" fmla="*/ 248 w 200935"/>
                <a:gd name="connsiteY2" fmla="*/ 239802 h 239717"/>
                <a:gd name="connsiteX3" fmla="*/ 44665 w 200935"/>
                <a:gd name="connsiteY3" fmla="*/ 238766 h 239717"/>
                <a:gd name="connsiteX4" fmla="*/ 89082 w 200935"/>
                <a:gd name="connsiteY4" fmla="*/ 239802 h 239717"/>
                <a:gd name="connsiteX5" fmla="*/ 89082 w 200935"/>
                <a:gd name="connsiteY5" fmla="*/ 223568 h 239717"/>
                <a:gd name="connsiteX6" fmla="*/ 64759 w 200935"/>
                <a:gd name="connsiteY6" fmla="*/ 223568 h 239717"/>
                <a:gd name="connsiteX7" fmla="*/ 64759 w 200935"/>
                <a:gd name="connsiteY7" fmla="*/ 151376 h 239717"/>
                <a:gd name="connsiteX8" fmla="*/ 117284 w 200935"/>
                <a:gd name="connsiteY8" fmla="*/ 96801 h 239717"/>
                <a:gd name="connsiteX9" fmla="*/ 136672 w 200935"/>
                <a:gd name="connsiteY9" fmla="*/ 130306 h 239717"/>
                <a:gd name="connsiteX10" fmla="*/ 136672 w 200935"/>
                <a:gd name="connsiteY10" fmla="*/ 223568 h 239717"/>
                <a:gd name="connsiteX11" fmla="*/ 112349 w 200935"/>
                <a:gd name="connsiteY11" fmla="*/ 223568 h 239717"/>
                <a:gd name="connsiteX12" fmla="*/ 112349 w 200935"/>
                <a:gd name="connsiteY12" fmla="*/ 239802 h 239717"/>
                <a:gd name="connsiteX13" fmla="*/ 156766 w 200935"/>
                <a:gd name="connsiteY13" fmla="*/ 238766 h 239717"/>
                <a:gd name="connsiteX14" fmla="*/ 201183 w 200935"/>
                <a:gd name="connsiteY14" fmla="*/ 239802 h 239717"/>
                <a:gd name="connsiteX15" fmla="*/ 201183 w 200935"/>
                <a:gd name="connsiteY15" fmla="*/ 223568 h 239717"/>
                <a:gd name="connsiteX16" fmla="*/ 176859 w 200935"/>
                <a:gd name="connsiteY16" fmla="*/ 223568 h 239717"/>
                <a:gd name="connsiteX17" fmla="*/ 176859 w 200935"/>
                <a:gd name="connsiteY17" fmla="*/ 134106 h 239717"/>
                <a:gd name="connsiteX18" fmla="*/ 122572 w 200935"/>
                <a:gd name="connsiteY18" fmla="*/ 84366 h 239717"/>
                <a:gd name="connsiteX19" fmla="*/ 62644 w 200935"/>
                <a:gd name="connsiteY19" fmla="*/ 118217 h 239717"/>
                <a:gd name="connsiteX20" fmla="*/ 62644 w 200935"/>
                <a:gd name="connsiteY20" fmla="*/ 85 h 239717"/>
                <a:gd name="connsiteX21" fmla="*/ 248 w 200935"/>
                <a:gd name="connsiteY21" fmla="*/ 2848 h 239717"/>
                <a:gd name="connsiteX22" fmla="*/ 248 w 200935"/>
                <a:gd name="connsiteY22" fmla="*/ 19082 h 239717"/>
                <a:gd name="connsiteX23" fmla="*/ 24572 w 200935"/>
                <a:gd name="connsiteY23" fmla="*/ 32554 h 239717"/>
                <a:gd name="connsiteX24" fmla="*/ 24572 w 200935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0935" h="239717">
                  <a:moveTo>
                    <a:pt x="24572" y="223568"/>
                  </a:moveTo>
                  <a:lnTo>
                    <a:pt x="248" y="223568"/>
                  </a:lnTo>
                  <a:lnTo>
                    <a:pt x="248" y="239802"/>
                  </a:lnTo>
                  <a:cubicBezTo>
                    <a:pt x="10119" y="239457"/>
                    <a:pt x="31270" y="238766"/>
                    <a:pt x="44665" y="238766"/>
                  </a:cubicBezTo>
                  <a:cubicBezTo>
                    <a:pt x="58413" y="238766"/>
                    <a:pt x="79212" y="239457"/>
                    <a:pt x="89082" y="239802"/>
                  </a:cubicBezTo>
                  <a:lnTo>
                    <a:pt x="89082" y="223568"/>
                  </a:lnTo>
                  <a:lnTo>
                    <a:pt x="64759" y="223568"/>
                  </a:lnTo>
                  <a:lnTo>
                    <a:pt x="64759" y="151376"/>
                  </a:lnTo>
                  <a:cubicBezTo>
                    <a:pt x="64759" y="113726"/>
                    <a:pt x="95075" y="96801"/>
                    <a:pt x="117284" y="96801"/>
                  </a:cubicBezTo>
                  <a:cubicBezTo>
                    <a:pt x="129269" y="96801"/>
                    <a:pt x="136672" y="104054"/>
                    <a:pt x="136672" y="130306"/>
                  </a:cubicBezTo>
                  <a:lnTo>
                    <a:pt x="136672" y="223568"/>
                  </a:lnTo>
                  <a:lnTo>
                    <a:pt x="112349" y="223568"/>
                  </a:lnTo>
                  <a:lnTo>
                    <a:pt x="112349" y="239802"/>
                  </a:lnTo>
                  <a:cubicBezTo>
                    <a:pt x="122219" y="239457"/>
                    <a:pt x="143370" y="238766"/>
                    <a:pt x="156766" y="238766"/>
                  </a:cubicBezTo>
                  <a:cubicBezTo>
                    <a:pt x="170514" y="238766"/>
                    <a:pt x="191313" y="239457"/>
                    <a:pt x="201183" y="239802"/>
                  </a:cubicBezTo>
                  <a:lnTo>
                    <a:pt x="201183" y="223568"/>
                  </a:lnTo>
                  <a:lnTo>
                    <a:pt x="176859" y="223568"/>
                  </a:lnTo>
                  <a:lnTo>
                    <a:pt x="176859" y="134106"/>
                  </a:lnTo>
                  <a:cubicBezTo>
                    <a:pt x="176859" y="97837"/>
                    <a:pt x="157823" y="84366"/>
                    <a:pt x="122572" y="84366"/>
                  </a:cubicBezTo>
                  <a:cubicBezTo>
                    <a:pt x="88730" y="84366"/>
                    <a:pt x="70752" y="104400"/>
                    <a:pt x="62644" y="118217"/>
                  </a:cubicBezTo>
                  <a:lnTo>
                    <a:pt x="62644" y="85"/>
                  </a:lnTo>
                  <a:lnTo>
                    <a:pt x="248" y="2848"/>
                  </a:lnTo>
                  <a:lnTo>
                    <a:pt x="248" y="19082"/>
                  </a:lnTo>
                  <a:cubicBezTo>
                    <a:pt x="22104" y="19082"/>
                    <a:pt x="24572" y="19082"/>
                    <a:pt x="24572" y="32554"/>
                  </a:cubicBezTo>
                  <a:lnTo>
                    <a:pt x="24572" y="223568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5E8B9B46-8E2C-1FCD-79EB-FB015D7DC7FF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5342310" y="6916270"/>
              <a:ext cx="113510" cy="165384"/>
            </a:xfrm>
            <a:custGeom>
              <a:avLst/>
              <a:gdLst>
                <a:gd name="connsiteX0" fmla="*/ 54295 w 113510"/>
                <a:gd name="connsiteY0" fmla="*/ 79877 h 165384"/>
                <a:gd name="connsiteX1" fmla="*/ 87361 w 113510"/>
                <a:gd name="connsiteY1" fmla="*/ 118805 h 165384"/>
                <a:gd name="connsiteX2" fmla="*/ 55282 w 113510"/>
                <a:gd name="connsiteY2" fmla="*/ 157733 h 165384"/>
                <a:gd name="connsiteX3" fmla="*/ 13333 w 113510"/>
                <a:gd name="connsiteY3" fmla="*/ 140808 h 165384"/>
                <a:gd name="connsiteX4" fmla="*/ 27645 w 113510"/>
                <a:gd name="connsiteY4" fmla="*/ 127268 h 165384"/>
                <a:gd name="connsiteX5" fmla="*/ 14073 w 113510"/>
                <a:gd name="connsiteY5" fmla="*/ 113969 h 165384"/>
                <a:gd name="connsiteX6" fmla="*/ 254 w 113510"/>
                <a:gd name="connsiteY6" fmla="*/ 127993 h 165384"/>
                <a:gd name="connsiteX7" fmla="*/ 55776 w 113510"/>
                <a:gd name="connsiteY7" fmla="*/ 165471 h 165384"/>
                <a:gd name="connsiteX8" fmla="*/ 113765 w 113510"/>
                <a:gd name="connsiteY8" fmla="*/ 118805 h 165384"/>
                <a:gd name="connsiteX9" fmla="*/ 70828 w 113510"/>
                <a:gd name="connsiteY9" fmla="*/ 75525 h 165384"/>
                <a:gd name="connsiteX10" fmla="*/ 106115 w 113510"/>
                <a:gd name="connsiteY10" fmla="*/ 33453 h 165384"/>
                <a:gd name="connsiteX11" fmla="*/ 56269 w 113510"/>
                <a:gd name="connsiteY11" fmla="*/ 86 h 165384"/>
                <a:gd name="connsiteX12" fmla="*/ 7904 w 113510"/>
                <a:gd name="connsiteY12" fmla="*/ 32486 h 165384"/>
                <a:gd name="connsiteX13" fmla="*/ 20736 w 113510"/>
                <a:gd name="connsiteY13" fmla="*/ 45301 h 165384"/>
                <a:gd name="connsiteX14" fmla="*/ 33321 w 113510"/>
                <a:gd name="connsiteY14" fmla="*/ 32970 h 165384"/>
                <a:gd name="connsiteX15" fmla="*/ 20736 w 113510"/>
                <a:gd name="connsiteY15" fmla="*/ 20397 h 165384"/>
                <a:gd name="connsiteX16" fmla="*/ 55529 w 113510"/>
                <a:gd name="connsiteY16" fmla="*/ 7098 h 165384"/>
                <a:gd name="connsiteX17" fmla="*/ 82179 w 113510"/>
                <a:gd name="connsiteY17" fmla="*/ 33453 h 165384"/>
                <a:gd name="connsiteX18" fmla="*/ 72309 w 113510"/>
                <a:gd name="connsiteY18" fmla="*/ 62226 h 165384"/>
                <a:gd name="connsiteX19" fmla="*/ 44918 w 113510"/>
                <a:gd name="connsiteY19" fmla="*/ 72623 h 165384"/>
                <a:gd name="connsiteX20" fmla="*/ 37022 w 113510"/>
                <a:gd name="connsiteY20" fmla="*/ 73349 h 165384"/>
                <a:gd name="connsiteX21" fmla="*/ 34554 w 113510"/>
                <a:gd name="connsiteY21" fmla="*/ 76492 h 165384"/>
                <a:gd name="connsiteX22" fmla="*/ 40970 w 113510"/>
                <a:gd name="connsiteY22" fmla="*/ 79877 h 165384"/>
                <a:gd name="connsiteX23" fmla="*/ 54295 w 113510"/>
                <a:gd name="connsiteY23" fmla="*/ 79877 h 165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3510" h="165384">
                  <a:moveTo>
                    <a:pt x="54295" y="79877"/>
                  </a:moveTo>
                  <a:cubicBezTo>
                    <a:pt x="73543" y="79877"/>
                    <a:pt x="87361" y="92934"/>
                    <a:pt x="87361" y="118805"/>
                  </a:cubicBezTo>
                  <a:cubicBezTo>
                    <a:pt x="87361" y="148787"/>
                    <a:pt x="69595" y="157733"/>
                    <a:pt x="55282" y="157733"/>
                  </a:cubicBezTo>
                  <a:cubicBezTo>
                    <a:pt x="45412" y="157733"/>
                    <a:pt x="23697" y="155074"/>
                    <a:pt x="13333" y="140808"/>
                  </a:cubicBezTo>
                  <a:cubicBezTo>
                    <a:pt x="24931" y="140325"/>
                    <a:pt x="27645" y="132345"/>
                    <a:pt x="27645" y="127268"/>
                  </a:cubicBezTo>
                  <a:cubicBezTo>
                    <a:pt x="27645" y="119531"/>
                    <a:pt x="21723" y="113969"/>
                    <a:pt x="14073" y="113969"/>
                  </a:cubicBezTo>
                  <a:cubicBezTo>
                    <a:pt x="7164" y="113969"/>
                    <a:pt x="254" y="118080"/>
                    <a:pt x="254" y="127993"/>
                  </a:cubicBezTo>
                  <a:cubicBezTo>
                    <a:pt x="254" y="150722"/>
                    <a:pt x="25918" y="165471"/>
                    <a:pt x="55776" y="165471"/>
                  </a:cubicBezTo>
                  <a:cubicBezTo>
                    <a:pt x="90076" y="165471"/>
                    <a:pt x="113765" y="142984"/>
                    <a:pt x="113765" y="118805"/>
                  </a:cubicBezTo>
                  <a:cubicBezTo>
                    <a:pt x="113765" y="99946"/>
                    <a:pt x="97972" y="81086"/>
                    <a:pt x="70828" y="75525"/>
                  </a:cubicBezTo>
                  <a:cubicBezTo>
                    <a:pt x="96738" y="66337"/>
                    <a:pt x="106115" y="48202"/>
                    <a:pt x="106115" y="33453"/>
                  </a:cubicBezTo>
                  <a:cubicBezTo>
                    <a:pt x="106115" y="14352"/>
                    <a:pt x="83660" y="86"/>
                    <a:pt x="56269" y="86"/>
                  </a:cubicBezTo>
                  <a:cubicBezTo>
                    <a:pt x="28879" y="86"/>
                    <a:pt x="7904" y="13143"/>
                    <a:pt x="7904" y="32486"/>
                  </a:cubicBezTo>
                  <a:cubicBezTo>
                    <a:pt x="7904" y="40707"/>
                    <a:pt x="13333" y="45301"/>
                    <a:pt x="20736" y="45301"/>
                  </a:cubicBezTo>
                  <a:cubicBezTo>
                    <a:pt x="28385" y="45301"/>
                    <a:pt x="33321" y="39740"/>
                    <a:pt x="33321" y="32970"/>
                  </a:cubicBezTo>
                  <a:cubicBezTo>
                    <a:pt x="33321" y="25958"/>
                    <a:pt x="28385" y="20880"/>
                    <a:pt x="20736" y="20397"/>
                  </a:cubicBezTo>
                  <a:cubicBezTo>
                    <a:pt x="29372" y="9758"/>
                    <a:pt x="46399" y="7098"/>
                    <a:pt x="55529" y="7098"/>
                  </a:cubicBezTo>
                  <a:cubicBezTo>
                    <a:pt x="66633" y="7098"/>
                    <a:pt x="82179" y="12417"/>
                    <a:pt x="82179" y="33453"/>
                  </a:cubicBezTo>
                  <a:cubicBezTo>
                    <a:pt x="82179" y="43608"/>
                    <a:pt x="78725" y="54731"/>
                    <a:pt x="72309" y="62226"/>
                  </a:cubicBezTo>
                  <a:cubicBezTo>
                    <a:pt x="64166" y="71414"/>
                    <a:pt x="57256" y="71898"/>
                    <a:pt x="44918" y="72623"/>
                  </a:cubicBezTo>
                  <a:cubicBezTo>
                    <a:pt x="38749" y="73107"/>
                    <a:pt x="38256" y="73107"/>
                    <a:pt x="37022" y="73349"/>
                  </a:cubicBezTo>
                  <a:cubicBezTo>
                    <a:pt x="36528" y="73349"/>
                    <a:pt x="34554" y="73832"/>
                    <a:pt x="34554" y="76492"/>
                  </a:cubicBezTo>
                  <a:cubicBezTo>
                    <a:pt x="34554" y="79877"/>
                    <a:pt x="36775" y="79877"/>
                    <a:pt x="40970" y="79877"/>
                  </a:cubicBezTo>
                  <a:lnTo>
                    <a:pt x="54295" y="79877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77C2BA5A-EB59-3ACF-D912-CC6C7F339850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5494884" y="6765946"/>
              <a:ext cx="48294" cy="345414"/>
            </a:xfrm>
            <a:custGeom>
              <a:avLst/>
              <a:gdLst>
                <a:gd name="connsiteX0" fmla="*/ 48554 w 48294"/>
                <a:gd name="connsiteY0" fmla="*/ 85 h 345414"/>
                <a:gd name="connsiteX1" fmla="*/ 259 w 48294"/>
                <a:gd name="connsiteY1" fmla="*/ 85 h 345414"/>
                <a:gd name="connsiteX2" fmla="*/ 259 w 48294"/>
                <a:gd name="connsiteY2" fmla="*/ 13901 h 345414"/>
                <a:gd name="connsiteX3" fmla="*/ 34453 w 48294"/>
                <a:gd name="connsiteY3" fmla="*/ 13901 h 345414"/>
                <a:gd name="connsiteX4" fmla="*/ 34453 w 48294"/>
                <a:gd name="connsiteY4" fmla="*/ 331683 h 345414"/>
                <a:gd name="connsiteX5" fmla="*/ 259 w 48294"/>
                <a:gd name="connsiteY5" fmla="*/ 331683 h 345414"/>
                <a:gd name="connsiteX6" fmla="*/ 259 w 48294"/>
                <a:gd name="connsiteY6" fmla="*/ 345499 h 345414"/>
                <a:gd name="connsiteX7" fmla="*/ 48554 w 48294"/>
                <a:gd name="connsiteY7" fmla="*/ 345499 h 345414"/>
                <a:gd name="connsiteX8" fmla="*/ 48554 w 48294"/>
                <a:gd name="connsiteY8" fmla="*/ 8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294" h="345414">
                  <a:moveTo>
                    <a:pt x="48554" y="85"/>
                  </a:moveTo>
                  <a:lnTo>
                    <a:pt x="259" y="85"/>
                  </a:lnTo>
                  <a:lnTo>
                    <a:pt x="259" y="13901"/>
                  </a:lnTo>
                  <a:lnTo>
                    <a:pt x="34453" y="13901"/>
                  </a:lnTo>
                  <a:lnTo>
                    <a:pt x="34453" y="331683"/>
                  </a:lnTo>
                  <a:lnTo>
                    <a:pt x="259" y="331683"/>
                  </a:lnTo>
                  <a:lnTo>
                    <a:pt x="259" y="345499"/>
                  </a:lnTo>
                  <a:lnTo>
                    <a:pt x="48554" y="345499"/>
                  </a:lnTo>
                  <a:lnTo>
                    <a:pt x="48554" y="85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517B9F0B-A0B3-E97A-8964-2186BC2AA982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5683127" y="6823631"/>
              <a:ext cx="234424" cy="230046"/>
            </a:xfrm>
            <a:custGeom>
              <a:avLst/>
              <a:gdLst>
                <a:gd name="connsiteX0" fmla="*/ 124703 w 234424"/>
                <a:gd name="connsiteY0" fmla="*/ 122016 h 230046"/>
                <a:gd name="connsiteX1" fmla="*/ 223055 w 234424"/>
                <a:gd name="connsiteY1" fmla="*/ 122016 h 230046"/>
                <a:gd name="connsiteX2" fmla="*/ 234688 w 234424"/>
                <a:gd name="connsiteY2" fmla="*/ 115108 h 230046"/>
                <a:gd name="connsiteX3" fmla="*/ 223055 w 234424"/>
                <a:gd name="connsiteY3" fmla="*/ 108199 h 230046"/>
                <a:gd name="connsiteX4" fmla="*/ 124703 w 234424"/>
                <a:gd name="connsiteY4" fmla="*/ 108199 h 230046"/>
                <a:gd name="connsiteX5" fmla="*/ 124703 w 234424"/>
                <a:gd name="connsiteY5" fmla="*/ 11483 h 230046"/>
                <a:gd name="connsiteX6" fmla="*/ 117652 w 234424"/>
                <a:gd name="connsiteY6" fmla="*/ 85 h 230046"/>
                <a:gd name="connsiteX7" fmla="*/ 110602 w 234424"/>
                <a:gd name="connsiteY7" fmla="*/ 11483 h 230046"/>
                <a:gd name="connsiteX8" fmla="*/ 110602 w 234424"/>
                <a:gd name="connsiteY8" fmla="*/ 108199 h 230046"/>
                <a:gd name="connsiteX9" fmla="*/ 11897 w 234424"/>
                <a:gd name="connsiteY9" fmla="*/ 108199 h 230046"/>
                <a:gd name="connsiteX10" fmla="*/ 264 w 234424"/>
                <a:gd name="connsiteY10" fmla="*/ 115108 h 230046"/>
                <a:gd name="connsiteX11" fmla="*/ 11897 w 234424"/>
                <a:gd name="connsiteY11" fmla="*/ 122016 h 230046"/>
                <a:gd name="connsiteX12" fmla="*/ 110602 w 234424"/>
                <a:gd name="connsiteY12" fmla="*/ 122016 h 230046"/>
                <a:gd name="connsiteX13" fmla="*/ 110602 w 234424"/>
                <a:gd name="connsiteY13" fmla="*/ 218732 h 230046"/>
                <a:gd name="connsiteX14" fmla="*/ 117652 w 234424"/>
                <a:gd name="connsiteY14" fmla="*/ 230131 h 230046"/>
                <a:gd name="connsiteX15" fmla="*/ 124703 w 234424"/>
                <a:gd name="connsiteY15" fmla="*/ 218732 h 230046"/>
                <a:gd name="connsiteX16" fmla="*/ 124703 w 234424"/>
                <a:gd name="connsiteY16" fmla="*/ 122016 h 23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4424" h="230046">
                  <a:moveTo>
                    <a:pt x="124703" y="122016"/>
                  </a:moveTo>
                  <a:lnTo>
                    <a:pt x="223055" y="122016"/>
                  </a:lnTo>
                  <a:cubicBezTo>
                    <a:pt x="227990" y="122016"/>
                    <a:pt x="234688" y="122016"/>
                    <a:pt x="234688" y="115108"/>
                  </a:cubicBezTo>
                  <a:cubicBezTo>
                    <a:pt x="234688" y="108199"/>
                    <a:pt x="227990" y="108199"/>
                    <a:pt x="223055" y="108199"/>
                  </a:cubicBezTo>
                  <a:lnTo>
                    <a:pt x="124703" y="108199"/>
                  </a:lnTo>
                  <a:lnTo>
                    <a:pt x="124703" y="11483"/>
                  </a:lnTo>
                  <a:cubicBezTo>
                    <a:pt x="124703" y="6648"/>
                    <a:pt x="124703" y="85"/>
                    <a:pt x="117652" y="85"/>
                  </a:cubicBezTo>
                  <a:cubicBezTo>
                    <a:pt x="110602" y="85"/>
                    <a:pt x="110602" y="6648"/>
                    <a:pt x="110602" y="11483"/>
                  </a:cubicBezTo>
                  <a:lnTo>
                    <a:pt x="110602" y="108199"/>
                  </a:lnTo>
                  <a:lnTo>
                    <a:pt x="11897" y="108199"/>
                  </a:lnTo>
                  <a:cubicBezTo>
                    <a:pt x="6962" y="108199"/>
                    <a:pt x="264" y="108199"/>
                    <a:pt x="264" y="115108"/>
                  </a:cubicBezTo>
                  <a:cubicBezTo>
                    <a:pt x="264" y="122016"/>
                    <a:pt x="6962" y="122016"/>
                    <a:pt x="11897" y="122016"/>
                  </a:cubicBezTo>
                  <a:lnTo>
                    <a:pt x="110602" y="122016"/>
                  </a:lnTo>
                  <a:lnTo>
                    <a:pt x="110602" y="218732"/>
                  </a:lnTo>
                  <a:cubicBezTo>
                    <a:pt x="110602" y="223568"/>
                    <a:pt x="110602" y="230131"/>
                    <a:pt x="117652" y="230131"/>
                  </a:cubicBezTo>
                  <a:cubicBezTo>
                    <a:pt x="124703" y="230131"/>
                    <a:pt x="124703" y="223568"/>
                    <a:pt x="124703" y="218732"/>
                  </a:cubicBezTo>
                  <a:lnTo>
                    <a:pt x="124703" y="122016"/>
                  </a:ln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4E98FF27-E595-5879-21C4-B631135D7ECB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6028946" y="6785290"/>
              <a:ext cx="198467" cy="241790"/>
            </a:xfrm>
            <a:custGeom>
              <a:avLst/>
              <a:gdLst>
                <a:gd name="connsiteX0" fmla="*/ 62669 w 198467"/>
                <a:gd name="connsiteY0" fmla="*/ 101291 h 241790"/>
                <a:gd name="connsiteX1" fmla="*/ 62669 w 198467"/>
                <a:gd name="connsiteY1" fmla="*/ 85 h 241790"/>
                <a:gd name="connsiteX2" fmla="*/ 274 w 198467"/>
                <a:gd name="connsiteY2" fmla="*/ 2848 h 241790"/>
                <a:gd name="connsiteX3" fmla="*/ 274 w 198467"/>
                <a:gd name="connsiteY3" fmla="*/ 19082 h 241790"/>
                <a:gd name="connsiteX4" fmla="*/ 24598 w 198467"/>
                <a:gd name="connsiteY4" fmla="*/ 32554 h 241790"/>
                <a:gd name="connsiteX5" fmla="*/ 24598 w 198467"/>
                <a:gd name="connsiteY5" fmla="*/ 239802 h 241790"/>
                <a:gd name="connsiteX6" fmla="*/ 41166 w 198467"/>
                <a:gd name="connsiteY6" fmla="*/ 239802 h 241790"/>
                <a:gd name="connsiteX7" fmla="*/ 58439 w 198467"/>
                <a:gd name="connsiteY7" fmla="*/ 220459 h 241790"/>
                <a:gd name="connsiteX8" fmla="*/ 109907 w 198467"/>
                <a:gd name="connsiteY8" fmla="*/ 241875 h 241790"/>
                <a:gd name="connsiteX9" fmla="*/ 198741 w 198467"/>
                <a:gd name="connsiteY9" fmla="*/ 162775 h 241790"/>
                <a:gd name="connsiteX10" fmla="*/ 114490 w 198467"/>
                <a:gd name="connsiteY10" fmla="*/ 84366 h 241790"/>
                <a:gd name="connsiteX11" fmla="*/ 62669 w 198467"/>
                <a:gd name="connsiteY11" fmla="*/ 101291 h 241790"/>
                <a:gd name="connsiteX12" fmla="*/ 64785 w 198467"/>
                <a:gd name="connsiteY12" fmla="*/ 205606 h 241790"/>
                <a:gd name="connsiteX13" fmla="*/ 64785 w 198467"/>
                <a:gd name="connsiteY13" fmla="*/ 118907 h 241790"/>
                <a:gd name="connsiteX14" fmla="*/ 110612 w 198467"/>
                <a:gd name="connsiteY14" fmla="*/ 96801 h 241790"/>
                <a:gd name="connsiteX15" fmla="*/ 153619 w 198467"/>
                <a:gd name="connsiteY15" fmla="*/ 162775 h 241790"/>
                <a:gd name="connsiteX16" fmla="*/ 144453 w 198467"/>
                <a:gd name="connsiteY16" fmla="*/ 211478 h 241790"/>
                <a:gd name="connsiteX17" fmla="*/ 106734 w 198467"/>
                <a:gd name="connsiteY17" fmla="*/ 229440 h 241790"/>
                <a:gd name="connsiteX18" fmla="*/ 64785 w 198467"/>
                <a:gd name="connsiteY18" fmla="*/ 205606 h 241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8467" h="241790">
                  <a:moveTo>
                    <a:pt x="62669" y="101291"/>
                  </a:moveTo>
                  <a:lnTo>
                    <a:pt x="62669" y="85"/>
                  </a:lnTo>
                  <a:lnTo>
                    <a:pt x="274" y="2848"/>
                  </a:lnTo>
                  <a:lnTo>
                    <a:pt x="274" y="19082"/>
                  </a:lnTo>
                  <a:cubicBezTo>
                    <a:pt x="22130" y="19082"/>
                    <a:pt x="24598" y="19082"/>
                    <a:pt x="24598" y="32554"/>
                  </a:cubicBezTo>
                  <a:lnTo>
                    <a:pt x="24598" y="239802"/>
                  </a:lnTo>
                  <a:lnTo>
                    <a:pt x="41166" y="239802"/>
                  </a:lnTo>
                  <a:lnTo>
                    <a:pt x="58439" y="220459"/>
                  </a:lnTo>
                  <a:cubicBezTo>
                    <a:pt x="61259" y="223223"/>
                    <a:pt x="78533" y="241875"/>
                    <a:pt x="109907" y="241875"/>
                  </a:cubicBezTo>
                  <a:cubicBezTo>
                    <a:pt x="162432" y="241875"/>
                    <a:pt x="198741" y="210788"/>
                    <a:pt x="198741" y="162775"/>
                  </a:cubicBezTo>
                  <a:cubicBezTo>
                    <a:pt x="198741" y="116835"/>
                    <a:pt x="165605" y="84366"/>
                    <a:pt x="114490" y="84366"/>
                  </a:cubicBezTo>
                  <a:cubicBezTo>
                    <a:pt x="88756" y="84366"/>
                    <a:pt x="71130" y="94383"/>
                    <a:pt x="62669" y="101291"/>
                  </a:cubicBezTo>
                  <a:close/>
                  <a:moveTo>
                    <a:pt x="64785" y="205606"/>
                  </a:moveTo>
                  <a:lnTo>
                    <a:pt x="64785" y="118907"/>
                  </a:lnTo>
                  <a:cubicBezTo>
                    <a:pt x="74302" y="106818"/>
                    <a:pt x="91223" y="96801"/>
                    <a:pt x="110612" y="96801"/>
                  </a:cubicBezTo>
                  <a:cubicBezTo>
                    <a:pt x="153619" y="96801"/>
                    <a:pt x="153619" y="138596"/>
                    <a:pt x="153619" y="162775"/>
                  </a:cubicBezTo>
                  <a:cubicBezTo>
                    <a:pt x="153619" y="179009"/>
                    <a:pt x="153619" y="198007"/>
                    <a:pt x="144453" y="211478"/>
                  </a:cubicBezTo>
                  <a:cubicBezTo>
                    <a:pt x="134230" y="225640"/>
                    <a:pt x="118015" y="229440"/>
                    <a:pt x="106734" y="229440"/>
                  </a:cubicBezTo>
                  <a:cubicBezTo>
                    <a:pt x="82058" y="229440"/>
                    <a:pt x="68310" y="210788"/>
                    <a:pt x="64785" y="205606"/>
                  </a:cubicBezTo>
                  <a:close/>
                </a:path>
              </a:pathLst>
            </a:custGeom>
            <a:solidFill>
              <a:schemeClr val="accent2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21667F1-AA7F-79BE-4045-D35A1D43409A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6261214" y="6765946"/>
              <a:ext cx="81784" cy="345414"/>
            </a:xfrm>
            <a:custGeom>
              <a:avLst/>
              <a:gdLst>
                <a:gd name="connsiteX0" fmla="*/ 82064 w 81784"/>
                <a:gd name="connsiteY0" fmla="*/ 172792 h 345414"/>
                <a:gd name="connsiteX1" fmla="*/ 58798 w 81784"/>
                <a:gd name="connsiteY1" fmla="*/ 65023 h 345414"/>
                <a:gd name="connsiteX2" fmla="*/ 3805 w 81784"/>
                <a:gd name="connsiteY2" fmla="*/ 85 h 345414"/>
                <a:gd name="connsiteX3" fmla="*/ 280 w 81784"/>
                <a:gd name="connsiteY3" fmla="*/ 3539 h 345414"/>
                <a:gd name="connsiteX4" fmla="*/ 6978 w 81784"/>
                <a:gd name="connsiteY4" fmla="*/ 11483 h 345414"/>
                <a:gd name="connsiteX5" fmla="*/ 61618 w 81784"/>
                <a:gd name="connsiteY5" fmla="*/ 172792 h 345414"/>
                <a:gd name="connsiteX6" fmla="*/ 4863 w 81784"/>
                <a:gd name="connsiteY6" fmla="*/ 336173 h 345414"/>
                <a:gd name="connsiteX7" fmla="*/ 280 w 81784"/>
                <a:gd name="connsiteY7" fmla="*/ 342045 h 345414"/>
                <a:gd name="connsiteX8" fmla="*/ 3805 w 81784"/>
                <a:gd name="connsiteY8" fmla="*/ 345499 h 345414"/>
                <a:gd name="connsiteX9" fmla="*/ 59856 w 81784"/>
                <a:gd name="connsiteY9" fmla="*/ 278144 h 345414"/>
                <a:gd name="connsiteX10" fmla="*/ 82064 w 81784"/>
                <a:gd name="connsiteY10" fmla="*/ 172792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784" h="345414">
                  <a:moveTo>
                    <a:pt x="82064" y="172792"/>
                  </a:moveTo>
                  <a:cubicBezTo>
                    <a:pt x="82064" y="145850"/>
                    <a:pt x="78187" y="104055"/>
                    <a:pt x="58798" y="65023"/>
                  </a:cubicBezTo>
                  <a:cubicBezTo>
                    <a:pt x="37647" y="22537"/>
                    <a:pt x="7331" y="85"/>
                    <a:pt x="3805" y="85"/>
                  </a:cubicBezTo>
                  <a:cubicBezTo>
                    <a:pt x="1690" y="85"/>
                    <a:pt x="280" y="1466"/>
                    <a:pt x="280" y="3539"/>
                  </a:cubicBezTo>
                  <a:cubicBezTo>
                    <a:pt x="280" y="4575"/>
                    <a:pt x="280" y="5266"/>
                    <a:pt x="6978" y="11483"/>
                  </a:cubicBezTo>
                  <a:cubicBezTo>
                    <a:pt x="41525" y="45679"/>
                    <a:pt x="61618" y="100600"/>
                    <a:pt x="61618" y="172792"/>
                  </a:cubicBezTo>
                  <a:cubicBezTo>
                    <a:pt x="61618" y="231858"/>
                    <a:pt x="48575" y="292651"/>
                    <a:pt x="4863" y="336173"/>
                  </a:cubicBezTo>
                  <a:cubicBezTo>
                    <a:pt x="280" y="340318"/>
                    <a:pt x="280" y="341009"/>
                    <a:pt x="280" y="342045"/>
                  </a:cubicBezTo>
                  <a:cubicBezTo>
                    <a:pt x="280" y="344118"/>
                    <a:pt x="1690" y="345499"/>
                    <a:pt x="3805" y="345499"/>
                  </a:cubicBezTo>
                  <a:cubicBezTo>
                    <a:pt x="7331" y="345499"/>
                    <a:pt x="39057" y="322011"/>
                    <a:pt x="59856" y="278144"/>
                  </a:cubicBezTo>
                  <a:cubicBezTo>
                    <a:pt x="77834" y="240148"/>
                    <a:pt x="82064" y="201807"/>
                    <a:pt x="82064" y="172792"/>
                  </a:cubicBezTo>
                  <a:close/>
                </a:path>
              </a:pathLst>
            </a:custGeom>
            <a:solidFill>
              <a:srgbClr val="000000"/>
            </a:solidFill>
            <a:ln w="3554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7245615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629DB-E1ED-FDE8-7EDD-262E3E40F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Recursive Neural Networks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DA10A-620A-AEE8-08D8-5D5B494C6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20</a:t>
            </a:fld>
            <a:endParaRPr lang="en-CA"/>
          </a:p>
        </p:txBody>
      </p:sp>
      <p:grpSp>
        <p:nvGrpSpPr>
          <p:cNvPr id="6" name="Group 5" descr="\documentclass{article}&#10;\usepackage{amsmath,amssymb}&#10;\pagestyle{empty}&#10;\begin{document}&#10;&#10;\newcommand{\score}{\textrm{score}}&#10;\newcommand{\classify}{\textrm{classify}}&#10;\newcommand{\bx}{\mathbf{x}}&#10;&#10;\begin{align*}&#10;\mathbf{f}_t = \sigma\left(\mathbf{W}_\textit{f}[\mathbf{x}_t; \mathbf{h}_{t-1}] + \mathbf{b}_\textit{f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2F5BF00B-2E2E-99C4-2714-50187A57405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920845" y="2847410"/>
            <a:ext cx="3918612" cy="387904"/>
            <a:chOff x="9469182" y="5651484"/>
            <a:chExt cx="3918612" cy="387904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9ADD1B2-4B44-9A01-59CE-4A6D4ACA9DF2}"/>
                </a:ext>
              </a:extLst>
            </p:cNvPr>
            <p:cNvSpPr/>
            <p:nvPr>
              <p:custDataLst>
                <p:tags r:id="rId211"/>
              </p:custDataLst>
            </p:nvPr>
          </p:nvSpPr>
          <p:spPr>
            <a:xfrm>
              <a:off x="9469182" y="5670083"/>
              <a:ext cx="139624" cy="260389"/>
            </a:xfrm>
            <a:custGeom>
              <a:avLst/>
              <a:gdLst>
                <a:gd name="connsiteX0" fmla="*/ 26689 w 139624"/>
                <a:gd name="connsiteY0" fmla="*/ 95313 h 260389"/>
                <a:gd name="connsiteX1" fmla="*/ 178 w 139624"/>
                <a:gd name="connsiteY1" fmla="*/ 95313 h 260389"/>
                <a:gd name="connsiteX2" fmla="*/ 178 w 139624"/>
                <a:gd name="connsiteY2" fmla="*/ 112796 h 260389"/>
                <a:gd name="connsiteX3" fmla="*/ 26689 w 139624"/>
                <a:gd name="connsiteY3" fmla="*/ 112796 h 260389"/>
                <a:gd name="connsiteX4" fmla="*/ 26689 w 139624"/>
                <a:gd name="connsiteY4" fmla="*/ 242991 h 260389"/>
                <a:gd name="connsiteX5" fmla="*/ 2299 w 139624"/>
                <a:gd name="connsiteY5" fmla="*/ 242991 h 260389"/>
                <a:gd name="connsiteX6" fmla="*/ 2299 w 139624"/>
                <a:gd name="connsiteY6" fmla="*/ 260474 h 260389"/>
                <a:gd name="connsiteX7" fmla="*/ 46837 w 139624"/>
                <a:gd name="connsiteY7" fmla="*/ 259358 h 260389"/>
                <a:gd name="connsiteX8" fmla="*/ 95617 w 139624"/>
                <a:gd name="connsiteY8" fmla="*/ 260474 h 260389"/>
                <a:gd name="connsiteX9" fmla="*/ 95617 w 139624"/>
                <a:gd name="connsiteY9" fmla="*/ 242991 h 260389"/>
                <a:gd name="connsiteX10" fmla="*/ 64865 w 139624"/>
                <a:gd name="connsiteY10" fmla="*/ 242991 h 260389"/>
                <a:gd name="connsiteX11" fmla="*/ 64865 w 139624"/>
                <a:gd name="connsiteY11" fmla="*/ 112796 h 260389"/>
                <a:gd name="connsiteX12" fmla="*/ 105515 w 139624"/>
                <a:gd name="connsiteY12" fmla="*/ 112796 h 260389"/>
                <a:gd name="connsiteX13" fmla="*/ 105515 w 139624"/>
                <a:gd name="connsiteY13" fmla="*/ 95313 h 260389"/>
                <a:gd name="connsiteX14" fmla="*/ 62744 w 139624"/>
                <a:gd name="connsiteY14" fmla="*/ 95313 h 260389"/>
                <a:gd name="connsiteX15" fmla="*/ 62744 w 139624"/>
                <a:gd name="connsiteY15" fmla="*/ 57742 h 260389"/>
                <a:gd name="connsiteX16" fmla="*/ 98445 w 139624"/>
                <a:gd name="connsiteY16" fmla="*/ 13476 h 260389"/>
                <a:gd name="connsiteX17" fmla="*/ 104454 w 139624"/>
                <a:gd name="connsiteY17" fmla="*/ 14220 h 260389"/>
                <a:gd name="connsiteX18" fmla="*/ 96324 w 139624"/>
                <a:gd name="connsiteY18" fmla="*/ 32447 h 260389"/>
                <a:gd name="connsiteX19" fmla="*/ 117887 w 139624"/>
                <a:gd name="connsiteY19" fmla="*/ 55510 h 260389"/>
                <a:gd name="connsiteX20" fmla="*/ 139803 w 139624"/>
                <a:gd name="connsiteY20" fmla="*/ 32447 h 260389"/>
                <a:gd name="connsiteX21" fmla="*/ 99506 w 139624"/>
                <a:gd name="connsiteY21" fmla="*/ 85 h 260389"/>
                <a:gd name="connsiteX22" fmla="*/ 26689 w 139624"/>
                <a:gd name="connsiteY22" fmla="*/ 57742 h 260389"/>
                <a:gd name="connsiteX23" fmla="*/ 26689 w 139624"/>
                <a:gd name="connsiteY23" fmla="*/ 95313 h 2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39624" h="260389">
                  <a:moveTo>
                    <a:pt x="26689" y="95313"/>
                  </a:moveTo>
                  <a:lnTo>
                    <a:pt x="178" y="95313"/>
                  </a:lnTo>
                  <a:lnTo>
                    <a:pt x="178" y="112796"/>
                  </a:lnTo>
                  <a:lnTo>
                    <a:pt x="26689" y="112796"/>
                  </a:lnTo>
                  <a:lnTo>
                    <a:pt x="26689" y="242991"/>
                  </a:lnTo>
                  <a:lnTo>
                    <a:pt x="2299" y="242991"/>
                  </a:lnTo>
                  <a:lnTo>
                    <a:pt x="2299" y="260474"/>
                  </a:lnTo>
                  <a:cubicBezTo>
                    <a:pt x="14670" y="260102"/>
                    <a:pt x="30577" y="259358"/>
                    <a:pt x="46837" y="259358"/>
                  </a:cubicBezTo>
                  <a:cubicBezTo>
                    <a:pt x="60269" y="259358"/>
                    <a:pt x="82892" y="259358"/>
                    <a:pt x="95617" y="260474"/>
                  </a:cubicBezTo>
                  <a:lnTo>
                    <a:pt x="95617" y="242991"/>
                  </a:lnTo>
                  <a:lnTo>
                    <a:pt x="64865" y="242991"/>
                  </a:lnTo>
                  <a:lnTo>
                    <a:pt x="64865" y="112796"/>
                  </a:lnTo>
                  <a:lnTo>
                    <a:pt x="105515" y="112796"/>
                  </a:lnTo>
                  <a:lnTo>
                    <a:pt x="105515" y="95313"/>
                  </a:lnTo>
                  <a:lnTo>
                    <a:pt x="62744" y="95313"/>
                  </a:lnTo>
                  <a:lnTo>
                    <a:pt x="62744" y="57742"/>
                  </a:lnTo>
                  <a:cubicBezTo>
                    <a:pt x="62744" y="16824"/>
                    <a:pt x="89608" y="13476"/>
                    <a:pt x="98445" y="13476"/>
                  </a:cubicBezTo>
                  <a:cubicBezTo>
                    <a:pt x="100213" y="13476"/>
                    <a:pt x="101980" y="13476"/>
                    <a:pt x="104454" y="14220"/>
                  </a:cubicBezTo>
                  <a:cubicBezTo>
                    <a:pt x="99152" y="18312"/>
                    <a:pt x="96324" y="25380"/>
                    <a:pt x="96324" y="32447"/>
                  </a:cubicBezTo>
                  <a:cubicBezTo>
                    <a:pt x="96324" y="48443"/>
                    <a:pt x="108696" y="55510"/>
                    <a:pt x="117887" y="55510"/>
                  </a:cubicBezTo>
                  <a:cubicBezTo>
                    <a:pt x="128491" y="55510"/>
                    <a:pt x="139803" y="47699"/>
                    <a:pt x="139803" y="32447"/>
                  </a:cubicBezTo>
                  <a:cubicBezTo>
                    <a:pt x="139803" y="16824"/>
                    <a:pt x="127077" y="85"/>
                    <a:pt x="99506" y="85"/>
                  </a:cubicBezTo>
                  <a:cubicBezTo>
                    <a:pt x="64865" y="85"/>
                    <a:pt x="26689" y="15708"/>
                    <a:pt x="26689" y="57742"/>
                  </a:cubicBezTo>
                  <a:lnTo>
                    <a:pt x="26689" y="95313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5DE0755-3858-6EBB-3E37-3C135DEE6622}"/>
                </a:ext>
              </a:extLst>
            </p:cNvPr>
            <p:cNvSpPr/>
            <p:nvPr>
              <p:custDataLst>
                <p:tags r:id="rId212"/>
              </p:custDataLst>
            </p:nvPr>
          </p:nvSpPr>
          <p:spPr>
            <a:xfrm>
              <a:off x="9588937" y="5823526"/>
              <a:ext cx="83633" cy="165347"/>
            </a:xfrm>
            <a:custGeom>
              <a:avLst/>
              <a:gdLst>
                <a:gd name="connsiteX0" fmla="*/ 50658 w 83633"/>
                <a:gd name="connsiteY0" fmla="*/ 59976 h 165347"/>
                <a:gd name="connsiteX1" fmla="*/ 75897 w 83633"/>
                <a:gd name="connsiteY1" fmla="*/ 59976 h 165347"/>
                <a:gd name="connsiteX2" fmla="*/ 83815 w 83633"/>
                <a:gd name="connsiteY2" fmla="*/ 54247 h 165347"/>
                <a:gd name="connsiteX3" fmla="*/ 76392 w 83633"/>
                <a:gd name="connsiteY3" fmla="*/ 50602 h 165347"/>
                <a:gd name="connsiteX4" fmla="*/ 52885 w 83633"/>
                <a:gd name="connsiteY4" fmla="*/ 50602 h 165347"/>
                <a:gd name="connsiteX5" fmla="*/ 62040 w 83633"/>
                <a:gd name="connsiteY5" fmla="*/ 12064 h 165347"/>
                <a:gd name="connsiteX6" fmla="*/ 62783 w 83633"/>
                <a:gd name="connsiteY6" fmla="*/ 8419 h 165347"/>
                <a:gd name="connsiteX7" fmla="*/ 54370 w 83633"/>
                <a:gd name="connsiteY7" fmla="*/ 86 h 165347"/>
                <a:gd name="connsiteX8" fmla="*/ 42740 w 83633"/>
                <a:gd name="connsiteY8" fmla="*/ 11283 h 165347"/>
                <a:gd name="connsiteX9" fmla="*/ 33338 w 83633"/>
                <a:gd name="connsiteY9" fmla="*/ 50602 h 165347"/>
                <a:gd name="connsiteX10" fmla="*/ 8099 w 83633"/>
                <a:gd name="connsiteY10" fmla="*/ 50602 h 165347"/>
                <a:gd name="connsiteX11" fmla="*/ 181 w 83633"/>
                <a:gd name="connsiteY11" fmla="*/ 56330 h 165347"/>
                <a:gd name="connsiteX12" fmla="*/ 7604 w 83633"/>
                <a:gd name="connsiteY12" fmla="*/ 59976 h 165347"/>
                <a:gd name="connsiteX13" fmla="*/ 31111 w 83633"/>
                <a:gd name="connsiteY13" fmla="*/ 59976 h 165347"/>
                <a:gd name="connsiteX14" fmla="*/ 16512 w 83633"/>
                <a:gd name="connsiteY14" fmla="*/ 121428 h 165347"/>
                <a:gd name="connsiteX15" fmla="*/ 12800 w 83633"/>
                <a:gd name="connsiteY15" fmla="*/ 140697 h 165347"/>
                <a:gd name="connsiteX16" fmla="*/ 39276 w 83633"/>
                <a:gd name="connsiteY16" fmla="*/ 165434 h 165347"/>
                <a:gd name="connsiteX17" fmla="*/ 82330 w 83633"/>
                <a:gd name="connsiteY17" fmla="*/ 125594 h 165347"/>
                <a:gd name="connsiteX18" fmla="*/ 78371 w 83633"/>
                <a:gd name="connsiteY18" fmla="*/ 122209 h 165347"/>
                <a:gd name="connsiteX19" fmla="*/ 73175 w 83633"/>
                <a:gd name="connsiteY19" fmla="*/ 127156 h 165347"/>
                <a:gd name="connsiteX20" fmla="*/ 40018 w 83633"/>
                <a:gd name="connsiteY20" fmla="*/ 158143 h 165347"/>
                <a:gd name="connsiteX21" fmla="*/ 31358 w 83633"/>
                <a:gd name="connsiteY21" fmla="*/ 145384 h 165347"/>
                <a:gd name="connsiteX22" fmla="*/ 32843 w 83633"/>
                <a:gd name="connsiteY22" fmla="*/ 134708 h 165347"/>
                <a:gd name="connsiteX23" fmla="*/ 50658 w 83633"/>
                <a:gd name="connsiteY23" fmla="*/ 59976 h 16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33" h="165347">
                  <a:moveTo>
                    <a:pt x="50658" y="59976"/>
                  </a:moveTo>
                  <a:lnTo>
                    <a:pt x="75897" y="59976"/>
                  </a:lnTo>
                  <a:cubicBezTo>
                    <a:pt x="80598" y="59976"/>
                    <a:pt x="83815" y="59976"/>
                    <a:pt x="83815" y="54247"/>
                  </a:cubicBezTo>
                  <a:cubicBezTo>
                    <a:pt x="83815" y="50602"/>
                    <a:pt x="80598" y="50602"/>
                    <a:pt x="76392" y="50602"/>
                  </a:cubicBezTo>
                  <a:lnTo>
                    <a:pt x="52885" y="50602"/>
                  </a:lnTo>
                  <a:lnTo>
                    <a:pt x="62040" y="12064"/>
                  </a:lnTo>
                  <a:cubicBezTo>
                    <a:pt x="62288" y="10762"/>
                    <a:pt x="62783" y="9460"/>
                    <a:pt x="62783" y="8419"/>
                  </a:cubicBezTo>
                  <a:cubicBezTo>
                    <a:pt x="62783" y="3732"/>
                    <a:pt x="59318" y="86"/>
                    <a:pt x="54370" y="86"/>
                  </a:cubicBezTo>
                  <a:cubicBezTo>
                    <a:pt x="48184" y="86"/>
                    <a:pt x="44472" y="4513"/>
                    <a:pt x="42740" y="11283"/>
                  </a:cubicBezTo>
                  <a:cubicBezTo>
                    <a:pt x="41008" y="17793"/>
                    <a:pt x="44225" y="5294"/>
                    <a:pt x="33338" y="50602"/>
                  </a:cubicBezTo>
                  <a:lnTo>
                    <a:pt x="8099" y="50602"/>
                  </a:lnTo>
                  <a:cubicBezTo>
                    <a:pt x="3398" y="50602"/>
                    <a:pt x="181" y="50602"/>
                    <a:pt x="181" y="56330"/>
                  </a:cubicBezTo>
                  <a:cubicBezTo>
                    <a:pt x="181" y="59976"/>
                    <a:pt x="3150" y="59976"/>
                    <a:pt x="7604" y="59976"/>
                  </a:cubicBezTo>
                  <a:lnTo>
                    <a:pt x="31111" y="59976"/>
                  </a:lnTo>
                  <a:lnTo>
                    <a:pt x="16512" y="121428"/>
                  </a:lnTo>
                  <a:cubicBezTo>
                    <a:pt x="15027" y="127937"/>
                    <a:pt x="12800" y="137311"/>
                    <a:pt x="12800" y="140697"/>
                  </a:cubicBezTo>
                  <a:cubicBezTo>
                    <a:pt x="12800" y="156060"/>
                    <a:pt x="25172" y="165434"/>
                    <a:pt x="39276" y="165434"/>
                  </a:cubicBezTo>
                  <a:cubicBezTo>
                    <a:pt x="66742" y="165434"/>
                    <a:pt x="82330" y="128979"/>
                    <a:pt x="82330" y="125594"/>
                  </a:cubicBezTo>
                  <a:cubicBezTo>
                    <a:pt x="82330" y="122209"/>
                    <a:pt x="79113" y="122209"/>
                    <a:pt x="78371" y="122209"/>
                  </a:cubicBezTo>
                  <a:cubicBezTo>
                    <a:pt x="75402" y="122209"/>
                    <a:pt x="75154" y="122730"/>
                    <a:pt x="73175" y="127156"/>
                  </a:cubicBezTo>
                  <a:cubicBezTo>
                    <a:pt x="66247" y="143561"/>
                    <a:pt x="53627" y="158143"/>
                    <a:pt x="40018" y="158143"/>
                  </a:cubicBezTo>
                  <a:cubicBezTo>
                    <a:pt x="34822" y="158143"/>
                    <a:pt x="31358" y="154758"/>
                    <a:pt x="31358" y="145384"/>
                  </a:cubicBezTo>
                  <a:cubicBezTo>
                    <a:pt x="31358" y="142780"/>
                    <a:pt x="32348" y="137311"/>
                    <a:pt x="32843" y="134708"/>
                  </a:cubicBezTo>
                  <a:lnTo>
                    <a:pt x="50658" y="5997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927F330-D133-3A2A-4239-084684365E6C}"/>
                </a:ext>
              </a:extLst>
            </p:cNvPr>
            <p:cNvSpPr/>
            <p:nvPr>
              <p:custDataLst>
                <p:tags r:id="rId213"/>
              </p:custDataLst>
            </p:nvPr>
          </p:nvSpPr>
          <p:spPr>
            <a:xfrm>
              <a:off x="9820981" y="5793954"/>
              <a:ext cx="235064" cy="87044"/>
            </a:xfrm>
            <a:custGeom>
              <a:avLst/>
              <a:gdLst>
                <a:gd name="connsiteX0" fmla="*/ 223234 w 235064"/>
                <a:gd name="connsiteY0" fmla="*/ 14964 h 87044"/>
                <a:gd name="connsiteX1" fmla="*/ 235252 w 235064"/>
                <a:gd name="connsiteY1" fmla="*/ 7524 h 87044"/>
                <a:gd name="connsiteX2" fmla="*/ 223587 w 235064"/>
                <a:gd name="connsiteY2" fmla="*/ 85 h 87044"/>
                <a:gd name="connsiteX3" fmla="*/ 11852 w 235064"/>
                <a:gd name="connsiteY3" fmla="*/ 85 h 87044"/>
                <a:gd name="connsiteX4" fmla="*/ 187 w 235064"/>
                <a:gd name="connsiteY4" fmla="*/ 7524 h 87044"/>
                <a:gd name="connsiteX5" fmla="*/ 12206 w 235064"/>
                <a:gd name="connsiteY5" fmla="*/ 14964 h 87044"/>
                <a:gd name="connsiteX6" fmla="*/ 223234 w 235064"/>
                <a:gd name="connsiteY6" fmla="*/ 14964 h 87044"/>
                <a:gd name="connsiteX7" fmla="*/ 223587 w 235064"/>
                <a:gd name="connsiteY7" fmla="*/ 87129 h 87044"/>
                <a:gd name="connsiteX8" fmla="*/ 235252 w 235064"/>
                <a:gd name="connsiteY8" fmla="*/ 79689 h 87044"/>
                <a:gd name="connsiteX9" fmla="*/ 223234 w 235064"/>
                <a:gd name="connsiteY9" fmla="*/ 72250 h 87044"/>
                <a:gd name="connsiteX10" fmla="*/ 12206 w 235064"/>
                <a:gd name="connsiteY10" fmla="*/ 72250 h 87044"/>
                <a:gd name="connsiteX11" fmla="*/ 187 w 235064"/>
                <a:gd name="connsiteY11" fmla="*/ 79689 h 87044"/>
                <a:gd name="connsiteX12" fmla="*/ 11852 w 235064"/>
                <a:gd name="connsiteY12" fmla="*/ 87129 h 87044"/>
                <a:gd name="connsiteX13" fmla="*/ 223587 w 235064"/>
                <a:gd name="connsiteY13" fmla="*/ 87129 h 87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064" h="87044">
                  <a:moveTo>
                    <a:pt x="223234" y="14964"/>
                  </a:moveTo>
                  <a:cubicBezTo>
                    <a:pt x="228536" y="14964"/>
                    <a:pt x="235252" y="14964"/>
                    <a:pt x="235252" y="7524"/>
                  </a:cubicBezTo>
                  <a:cubicBezTo>
                    <a:pt x="235252" y="85"/>
                    <a:pt x="228536" y="85"/>
                    <a:pt x="223587" y="85"/>
                  </a:cubicBezTo>
                  <a:lnTo>
                    <a:pt x="11852" y="85"/>
                  </a:lnTo>
                  <a:cubicBezTo>
                    <a:pt x="6904" y="85"/>
                    <a:pt x="187" y="85"/>
                    <a:pt x="187" y="7524"/>
                  </a:cubicBezTo>
                  <a:cubicBezTo>
                    <a:pt x="187" y="14964"/>
                    <a:pt x="6904" y="14964"/>
                    <a:pt x="12206" y="14964"/>
                  </a:cubicBezTo>
                  <a:lnTo>
                    <a:pt x="223234" y="14964"/>
                  </a:lnTo>
                  <a:close/>
                  <a:moveTo>
                    <a:pt x="223587" y="87129"/>
                  </a:moveTo>
                  <a:cubicBezTo>
                    <a:pt x="228536" y="87129"/>
                    <a:pt x="235252" y="87129"/>
                    <a:pt x="235252" y="79689"/>
                  </a:cubicBezTo>
                  <a:cubicBezTo>
                    <a:pt x="235252" y="72250"/>
                    <a:pt x="228536" y="72250"/>
                    <a:pt x="223234" y="72250"/>
                  </a:cubicBezTo>
                  <a:lnTo>
                    <a:pt x="12206" y="72250"/>
                  </a:lnTo>
                  <a:cubicBezTo>
                    <a:pt x="6904" y="72250"/>
                    <a:pt x="187" y="72250"/>
                    <a:pt x="187" y="79689"/>
                  </a:cubicBezTo>
                  <a:cubicBezTo>
                    <a:pt x="187" y="87129"/>
                    <a:pt x="6904" y="87129"/>
                    <a:pt x="11852" y="87129"/>
                  </a:cubicBezTo>
                  <a:lnTo>
                    <a:pt x="223587" y="8712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C6243A-BC5E-6D84-71E3-18D0CCBA52B2}"/>
                </a:ext>
              </a:extLst>
            </p:cNvPr>
            <p:cNvSpPr/>
            <p:nvPr>
              <p:custDataLst>
                <p:tags r:id="rId214"/>
              </p:custDataLst>
            </p:nvPr>
          </p:nvSpPr>
          <p:spPr>
            <a:xfrm>
              <a:off x="10187735" y="5770147"/>
              <a:ext cx="186991" cy="164417"/>
            </a:xfrm>
            <a:custGeom>
              <a:avLst/>
              <a:gdLst>
                <a:gd name="connsiteX0" fmla="*/ 169869 w 186991"/>
                <a:gd name="connsiteY0" fmla="*/ 21660 h 164417"/>
                <a:gd name="connsiteX1" fmla="*/ 187189 w 186991"/>
                <a:gd name="connsiteY1" fmla="*/ 9012 h 164417"/>
                <a:gd name="connsiteX2" fmla="*/ 173404 w 186991"/>
                <a:gd name="connsiteY2" fmla="*/ 85 h 164417"/>
                <a:gd name="connsiteX3" fmla="*/ 92810 w 186991"/>
                <a:gd name="connsiteY3" fmla="*/ 85 h 164417"/>
                <a:gd name="connsiteX4" fmla="*/ 198 w 186991"/>
                <a:gd name="connsiteY4" fmla="*/ 105728 h 164417"/>
                <a:gd name="connsiteX5" fmla="*/ 53220 w 186991"/>
                <a:gd name="connsiteY5" fmla="*/ 164502 h 164417"/>
                <a:gd name="connsiteX6" fmla="*/ 141944 w 186991"/>
                <a:gd name="connsiteY6" fmla="*/ 62206 h 164417"/>
                <a:gd name="connsiteX7" fmla="*/ 130986 w 186991"/>
                <a:gd name="connsiteY7" fmla="*/ 21660 h 164417"/>
                <a:gd name="connsiteX8" fmla="*/ 169869 w 186991"/>
                <a:gd name="connsiteY8" fmla="*/ 21660 h 164417"/>
                <a:gd name="connsiteX9" fmla="*/ 53574 w 186991"/>
                <a:gd name="connsiteY9" fmla="*/ 156318 h 164417"/>
                <a:gd name="connsiteX10" fmla="*/ 22114 w 186991"/>
                <a:gd name="connsiteY10" fmla="*/ 116144 h 164417"/>
                <a:gd name="connsiteX11" fmla="*/ 38727 w 186991"/>
                <a:gd name="connsiteY11" fmla="*/ 52535 h 164417"/>
                <a:gd name="connsiteX12" fmla="*/ 86801 w 186991"/>
                <a:gd name="connsiteY12" fmla="*/ 21660 h 164417"/>
                <a:gd name="connsiteX13" fmla="*/ 119321 w 186991"/>
                <a:gd name="connsiteY13" fmla="*/ 57742 h 164417"/>
                <a:gd name="connsiteX14" fmla="*/ 100233 w 186991"/>
                <a:gd name="connsiteY14" fmla="*/ 124700 h 164417"/>
                <a:gd name="connsiteX15" fmla="*/ 53574 w 186991"/>
                <a:gd name="connsiteY15" fmla="*/ 156318 h 164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6991" h="164417">
                  <a:moveTo>
                    <a:pt x="169869" y="21660"/>
                  </a:moveTo>
                  <a:cubicBezTo>
                    <a:pt x="174464" y="21660"/>
                    <a:pt x="187189" y="21660"/>
                    <a:pt x="187189" y="9012"/>
                  </a:cubicBezTo>
                  <a:cubicBezTo>
                    <a:pt x="187189" y="85"/>
                    <a:pt x="179766" y="85"/>
                    <a:pt x="173404" y="85"/>
                  </a:cubicBezTo>
                  <a:lnTo>
                    <a:pt x="92810" y="85"/>
                  </a:lnTo>
                  <a:cubicBezTo>
                    <a:pt x="39434" y="85"/>
                    <a:pt x="198" y="61462"/>
                    <a:pt x="198" y="105728"/>
                  </a:cubicBezTo>
                  <a:cubicBezTo>
                    <a:pt x="198" y="138463"/>
                    <a:pt x="21053" y="164502"/>
                    <a:pt x="53220" y="164502"/>
                  </a:cubicBezTo>
                  <a:cubicBezTo>
                    <a:pt x="94931" y="164502"/>
                    <a:pt x="141944" y="119492"/>
                    <a:pt x="141944" y="62206"/>
                  </a:cubicBezTo>
                  <a:cubicBezTo>
                    <a:pt x="141944" y="55882"/>
                    <a:pt x="141944" y="38027"/>
                    <a:pt x="130986" y="21660"/>
                  </a:cubicBezTo>
                  <a:lnTo>
                    <a:pt x="169869" y="21660"/>
                  </a:lnTo>
                  <a:close/>
                  <a:moveTo>
                    <a:pt x="53574" y="156318"/>
                  </a:moveTo>
                  <a:cubicBezTo>
                    <a:pt x="36253" y="156318"/>
                    <a:pt x="22114" y="142927"/>
                    <a:pt x="22114" y="116144"/>
                  </a:cubicBezTo>
                  <a:cubicBezTo>
                    <a:pt x="22114" y="104984"/>
                    <a:pt x="26356" y="74482"/>
                    <a:pt x="38727" y="52535"/>
                  </a:cubicBezTo>
                  <a:cubicBezTo>
                    <a:pt x="53574" y="26868"/>
                    <a:pt x="74782" y="21660"/>
                    <a:pt x="86801" y="21660"/>
                  </a:cubicBezTo>
                  <a:cubicBezTo>
                    <a:pt x="116493" y="21660"/>
                    <a:pt x="119321" y="46211"/>
                    <a:pt x="119321" y="57742"/>
                  </a:cubicBezTo>
                  <a:cubicBezTo>
                    <a:pt x="119321" y="75226"/>
                    <a:pt x="112251" y="105728"/>
                    <a:pt x="100233" y="124700"/>
                  </a:cubicBezTo>
                  <a:cubicBezTo>
                    <a:pt x="86447" y="146647"/>
                    <a:pt x="67359" y="156318"/>
                    <a:pt x="53574" y="156318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E35AC1B-B100-2A96-42A0-04D51D4A3F56}"/>
                </a:ext>
              </a:extLst>
            </p:cNvPr>
            <p:cNvSpPr/>
            <p:nvPr>
              <p:custDataLst>
                <p:tags r:id="rId215"/>
              </p:custDataLst>
            </p:nvPr>
          </p:nvSpPr>
          <p:spPr>
            <a:xfrm>
              <a:off x="10482875" y="5651484"/>
              <a:ext cx="82007" cy="371985"/>
            </a:xfrm>
            <a:custGeom>
              <a:avLst/>
              <a:gdLst>
                <a:gd name="connsiteX0" fmla="*/ 82213 w 82007"/>
                <a:gd name="connsiteY0" fmla="*/ 368350 h 371985"/>
                <a:gd name="connsiteX1" fmla="*/ 76204 w 82007"/>
                <a:gd name="connsiteY1" fmla="*/ 360166 h 371985"/>
                <a:gd name="connsiteX2" fmla="*/ 20708 w 82007"/>
                <a:gd name="connsiteY2" fmla="*/ 186077 h 371985"/>
                <a:gd name="connsiteX3" fmla="*/ 77618 w 82007"/>
                <a:gd name="connsiteY3" fmla="*/ 10128 h 371985"/>
                <a:gd name="connsiteX4" fmla="*/ 82213 w 82007"/>
                <a:gd name="connsiteY4" fmla="*/ 3805 h 371985"/>
                <a:gd name="connsiteX5" fmla="*/ 78678 w 82007"/>
                <a:gd name="connsiteY5" fmla="*/ 85 h 371985"/>
                <a:gd name="connsiteX6" fmla="*/ 22475 w 82007"/>
                <a:gd name="connsiteY6" fmla="*/ 72622 h 371985"/>
                <a:gd name="connsiteX7" fmla="*/ 206 w 82007"/>
                <a:gd name="connsiteY7" fmla="*/ 186077 h 371985"/>
                <a:gd name="connsiteX8" fmla="*/ 23535 w 82007"/>
                <a:gd name="connsiteY8" fmla="*/ 302137 h 371985"/>
                <a:gd name="connsiteX9" fmla="*/ 78678 w 82007"/>
                <a:gd name="connsiteY9" fmla="*/ 372070 h 371985"/>
                <a:gd name="connsiteX10" fmla="*/ 82213 w 82007"/>
                <a:gd name="connsiteY10" fmla="*/ 368350 h 37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07" h="371985">
                  <a:moveTo>
                    <a:pt x="82213" y="368350"/>
                  </a:moveTo>
                  <a:cubicBezTo>
                    <a:pt x="82213" y="367234"/>
                    <a:pt x="82213" y="366490"/>
                    <a:pt x="76204" y="360166"/>
                  </a:cubicBezTo>
                  <a:cubicBezTo>
                    <a:pt x="32019" y="313296"/>
                    <a:pt x="20708" y="242991"/>
                    <a:pt x="20708" y="186077"/>
                  </a:cubicBezTo>
                  <a:cubicBezTo>
                    <a:pt x="20708" y="121352"/>
                    <a:pt x="34140" y="56626"/>
                    <a:pt x="77618" y="10128"/>
                  </a:cubicBezTo>
                  <a:cubicBezTo>
                    <a:pt x="82213" y="5664"/>
                    <a:pt x="82213" y="4920"/>
                    <a:pt x="82213" y="3805"/>
                  </a:cubicBezTo>
                  <a:cubicBezTo>
                    <a:pt x="82213" y="1201"/>
                    <a:pt x="80799" y="85"/>
                    <a:pt x="78678" y="85"/>
                  </a:cubicBezTo>
                  <a:cubicBezTo>
                    <a:pt x="75144" y="85"/>
                    <a:pt x="43330" y="25380"/>
                    <a:pt x="22475" y="72622"/>
                  </a:cubicBezTo>
                  <a:cubicBezTo>
                    <a:pt x="4447" y="113540"/>
                    <a:pt x="206" y="154830"/>
                    <a:pt x="206" y="186077"/>
                  </a:cubicBezTo>
                  <a:cubicBezTo>
                    <a:pt x="206" y="215092"/>
                    <a:pt x="4094" y="260102"/>
                    <a:pt x="23535" y="302137"/>
                  </a:cubicBezTo>
                  <a:cubicBezTo>
                    <a:pt x="44744" y="347891"/>
                    <a:pt x="75144" y="372070"/>
                    <a:pt x="78678" y="372070"/>
                  </a:cubicBezTo>
                  <a:cubicBezTo>
                    <a:pt x="80799" y="372070"/>
                    <a:pt x="82213" y="370954"/>
                    <a:pt x="82213" y="368350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E7E8DAE-3BF8-63F6-8170-B6CC72CFFB33}"/>
                </a:ext>
              </a:extLst>
            </p:cNvPr>
            <p:cNvSpPr/>
            <p:nvPr>
              <p:custDataLst>
                <p:tags r:id="rId216"/>
              </p:custDataLst>
            </p:nvPr>
          </p:nvSpPr>
          <p:spPr>
            <a:xfrm>
              <a:off x="10593829" y="5675291"/>
              <a:ext cx="402967" cy="258157"/>
            </a:xfrm>
            <a:custGeom>
              <a:avLst/>
              <a:gdLst>
                <a:gd name="connsiteX0" fmla="*/ 369597 w 402967"/>
                <a:gd name="connsiteY0" fmla="*/ 26496 h 258157"/>
                <a:gd name="connsiteX1" fmla="*/ 383029 w 402967"/>
                <a:gd name="connsiteY1" fmla="*/ 18312 h 258157"/>
                <a:gd name="connsiteX2" fmla="*/ 403177 w 402967"/>
                <a:gd name="connsiteY2" fmla="*/ 17568 h 258157"/>
                <a:gd name="connsiteX3" fmla="*/ 403177 w 402967"/>
                <a:gd name="connsiteY3" fmla="*/ 85 h 258157"/>
                <a:gd name="connsiteX4" fmla="*/ 365355 w 402967"/>
                <a:gd name="connsiteY4" fmla="*/ 1201 h 258157"/>
                <a:gd name="connsiteX5" fmla="*/ 317282 w 402967"/>
                <a:gd name="connsiteY5" fmla="*/ 85 h 258157"/>
                <a:gd name="connsiteX6" fmla="*/ 317282 w 402967"/>
                <a:gd name="connsiteY6" fmla="*/ 17568 h 258157"/>
                <a:gd name="connsiteX7" fmla="*/ 353337 w 402967"/>
                <a:gd name="connsiteY7" fmla="*/ 21660 h 258157"/>
                <a:gd name="connsiteX8" fmla="*/ 292538 w 402967"/>
                <a:gd name="connsiteY8" fmla="*/ 187937 h 258157"/>
                <a:gd name="connsiteX9" fmla="*/ 229972 w 402967"/>
                <a:gd name="connsiteY9" fmla="*/ 17568 h 258157"/>
                <a:gd name="connsiteX10" fmla="*/ 263906 w 402967"/>
                <a:gd name="connsiteY10" fmla="*/ 17568 h 258157"/>
                <a:gd name="connsiteX11" fmla="*/ 263906 w 402967"/>
                <a:gd name="connsiteY11" fmla="*/ 85 h 258157"/>
                <a:gd name="connsiteX12" fmla="*/ 202047 w 402967"/>
                <a:gd name="connsiteY12" fmla="*/ 1201 h 258157"/>
                <a:gd name="connsiteX13" fmla="*/ 147964 w 402967"/>
                <a:gd name="connsiteY13" fmla="*/ 85 h 258157"/>
                <a:gd name="connsiteX14" fmla="*/ 147964 w 402967"/>
                <a:gd name="connsiteY14" fmla="*/ 17568 h 258157"/>
                <a:gd name="connsiteX15" fmla="*/ 178364 w 402967"/>
                <a:gd name="connsiteY15" fmla="*/ 17568 h 258157"/>
                <a:gd name="connsiteX16" fmla="*/ 192857 w 402967"/>
                <a:gd name="connsiteY16" fmla="*/ 56998 h 258157"/>
                <a:gd name="connsiteX17" fmla="*/ 144783 w 402967"/>
                <a:gd name="connsiteY17" fmla="*/ 187937 h 258157"/>
                <a:gd name="connsiteX18" fmla="*/ 82217 w 402967"/>
                <a:gd name="connsiteY18" fmla="*/ 17568 h 258157"/>
                <a:gd name="connsiteX19" fmla="*/ 116151 w 402967"/>
                <a:gd name="connsiteY19" fmla="*/ 17568 h 258157"/>
                <a:gd name="connsiteX20" fmla="*/ 116151 w 402967"/>
                <a:gd name="connsiteY20" fmla="*/ 85 h 258157"/>
                <a:gd name="connsiteX21" fmla="*/ 54292 w 402967"/>
                <a:gd name="connsiteY21" fmla="*/ 1201 h 258157"/>
                <a:gd name="connsiteX22" fmla="*/ 210 w 402967"/>
                <a:gd name="connsiteY22" fmla="*/ 85 h 258157"/>
                <a:gd name="connsiteX23" fmla="*/ 210 w 402967"/>
                <a:gd name="connsiteY23" fmla="*/ 17568 h 258157"/>
                <a:gd name="connsiteX24" fmla="*/ 30609 w 402967"/>
                <a:gd name="connsiteY24" fmla="*/ 17568 h 258157"/>
                <a:gd name="connsiteX25" fmla="*/ 115444 w 402967"/>
                <a:gd name="connsiteY25" fmla="*/ 248571 h 258157"/>
                <a:gd name="connsiteX26" fmla="*/ 127816 w 402967"/>
                <a:gd name="connsiteY26" fmla="*/ 258242 h 258157"/>
                <a:gd name="connsiteX27" fmla="*/ 140188 w 402967"/>
                <a:gd name="connsiteY27" fmla="*/ 248571 h 258157"/>
                <a:gd name="connsiteX28" fmla="*/ 201694 w 402967"/>
                <a:gd name="connsiteY28" fmla="*/ 81177 h 258157"/>
                <a:gd name="connsiteX29" fmla="*/ 263199 w 402967"/>
                <a:gd name="connsiteY29" fmla="*/ 248571 h 258157"/>
                <a:gd name="connsiteX30" fmla="*/ 275571 w 402967"/>
                <a:gd name="connsiteY30" fmla="*/ 258242 h 258157"/>
                <a:gd name="connsiteX31" fmla="*/ 287943 w 402967"/>
                <a:gd name="connsiteY31" fmla="*/ 248571 h 258157"/>
                <a:gd name="connsiteX32" fmla="*/ 369597 w 402967"/>
                <a:gd name="connsiteY32" fmla="*/ 26496 h 258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2967" h="258157">
                  <a:moveTo>
                    <a:pt x="369597" y="26496"/>
                  </a:moveTo>
                  <a:cubicBezTo>
                    <a:pt x="371718" y="20172"/>
                    <a:pt x="372071" y="19428"/>
                    <a:pt x="383029" y="18312"/>
                  </a:cubicBezTo>
                  <a:cubicBezTo>
                    <a:pt x="390099" y="17568"/>
                    <a:pt x="397522" y="17568"/>
                    <a:pt x="403177" y="17568"/>
                  </a:cubicBezTo>
                  <a:lnTo>
                    <a:pt x="403177" y="85"/>
                  </a:lnTo>
                  <a:cubicBezTo>
                    <a:pt x="393634" y="457"/>
                    <a:pt x="381262" y="1201"/>
                    <a:pt x="365355" y="1201"/>
                  </a:cubicBezTo>
                  <a:cubicBezTo>
                    <a:pt x="351923" y="1201"/>
                    <a:pt x="330007" y="1201"/>
                    <a:pt x="317282" y="85"/>
                  </a:cubicBezTo>
                  <a:lnTo>
                    <a:pt x="317282" y="17568"/>
                  </a:lnTo>
                  <a:cubicBezTo>
                    <a:pt x="326119" y="17568"/>
                    <a:pt x="343086" y="17568"/>
                    <a:pt x="353337" y="21660"/>
                  </a:cubicBezTo>
                  <a:lnTo>
                    <a:pt x="292538" y="187937"/>
                  </a:lnTo>
                  <a:lnTo>
                    <a:pt x="229972" y="17568"/>
                  </a:lnTo>
                  <a:lnTo>
                    <a:pt x="263906" y="17568"/>
                  </a:lnTo>
                  <a:lnTo>
                    <a:pt x="263906" y="85"/>
                  </a:lnTo>
                  <a:cubicBezTo>
                    <a:pt x="250474" y="1201"/>
                    <a:pt x="217247" y="1201"/>
                    <a:pt x="202047" y="1201"/>
                  </a:cubicBezTo>
                  <a:cubicBezTo>
                    <a:pt x="188261" y="1201"/>
                    <a:pt x="160336" y="1201"/>
                    <a:pt x="147964" y="85"/>
                  </a:cubicBezTo>
                  <a:lnTo>
                    <a:pt x="147964" y="17568"/>
                  </a:lnTo>
                  <a:lnTo>
                    <a:pt x="178364" y="17568"/>
                  </a:lnTo>
                  <a:lnTo>
                    <a:pt x="192857" y="56998"/>
                  </a:lnTo>
                  <a:lnTo>
                    <a:pt x="144783" y="187937"/>
                  </a:lnTo>
                  <a:lnTo>
                    <a:pt x="82217" y="17568"/>
                  </a:lnTo>
                  <a:lnTo>
                    <a:pt x="116151" y="17568"/>
                  </a:lnTo>
                  <a:lnTo>
                    <a:pt x="116151" y="85"/>
                  </a:lnTo>
                  <a:cubicBezTo>
                    <a:pt x="102719" y="1201"/>
                    <a:pt x="69492" y="1201"/>
                    <a:pt x="54292" y="1201"/>
                  </a:cubicBezTo>
                  <a:cubicBezTo>
                    <a:pt x="40506" y="1201"/>
                    <a:pt x="12581" y="1201"/>
                    <a:pt x="210" y="85"/>
                  </a:cubicBezTo>
                  <a:lnTo>
                    <a:pt x="210" y="17568"/>
                  </a:lnTo>
                  <a:lnTo>
                    <a:pt x="30609" y="17568"/>
                  </a:lnTo>
                  <a:lnTo>
                    <a:pt x="115444" y="248571"/>
                  </a:lnTo>
                  <a:cubicBezTo>
                    <a:pt x="117565" y="254522"/>
                    <a:pt x="118979" y="258242"/>
                    <a:pt x="127816" y="258242"/>
                  </a:cubicBezTo>
                  <a:cubicBezTo>
                    <a:pt x="136653" y="258242"/>
                    <a:pt x="138067" y="254522"/>
                    <a:pt x="140188" y="248571"/>
                  </a:cubicBezTo>
                  <a:lnTo>
                    <a:pt x="201694" y="81177"/>
                  </a:lnTo>
                  <a:lnTo>
                    <a:pt x="263199" y="248571"/>
                  </a:lnTo>
                  <a:cubicBezTo>
                    <a:pt x="265320" y="254522"/>
                    <a:pt x="266734" y="258242"/>
                    <a:pt x="275571" y="258242"/>
                  </a:cubicBezTo>
                  <a:cubicBezTo>
                    <a:pt x="284408" y="258242"/>
                    <a:pt x="285822" y="254522"/>
                    <a:pt x="287943" y="248571"/>
                  </a:cubicBezTo>
                  <a:lnTo>
                    <a:pt x="369597" y="2649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8A4588-D02B-B6DA-9B15-75A7BEE1CE73}"/>
                </a:ext>
              </a:extLst>
            </p:cNvPr>
            <p:cNvSpPr/>
            <p:nvPr>
              <p:custDataLst>
                <p:tags r:id="rId217"/>
              </p:custDataLst>
            </p:nvPr>
          </p:nvSpPr>
          <p:spPr>
            <a:xfrm>
              <a:off x="11001387" y="5802955"/>
              <a:ext cx="128419" cy="236433"/>
            </a:xfrm>
            <a:custGeom>
              <a:avLst/>
              <a:gdLst>
                <a:gd name="connsiteX0" fmla="*/ 80886 w 128419"/>
                <a:gd name="connsiteY0" fmla="*/ 80547 h 236433"/>
                <a:gd name="connsiteX1" fmla="*/ 104145 w 128419"/>
                <a:gd name="connsiteY1" fmla="*/ 80547 h 236433"/>
                <a:gd name="connsiteX2" fmla="*/ 111815 w 128419"/>
                <a:gd name="connsiteY2" fmla="*/ 74818 h 236433"/>
                <a:gd name="connsiteX3" fmla="*/ 104640 w 128419"/>
                <a:gd name="connsiteY3" fmla="*/ 71172 h 236433"/>
                <a:gd name="connsiteX4" fmla="*/ 82618 w 128419"/>
                <a:gd name="connsiteY4" fmla="*/ 71172 h 236433"/>
                <a:gd name="connsiteX5" fmla="*/ 89546 w 128419"/>
                <a:gd name="connsiteY5" fmla="*/ 32635 h 236433"/>
                <a:gd name="connsiteX6" fmla="*/ 104392 w 128419"/>
                <a:gd name="connsiteY6" fmla="*/ 7377 h 236433"/>
                <a:gd name="connsiteX7" fmla="*/ 115279 w 128419"/>
                <a:gd name="connsiteY7" fmla="*/ 11023 h 236433"/>
                <a:gd name="connsiteX8" fmla="*/ 107361 w 128419"/>
                <a:gd name="connsiteY8" fmla="*/ 23000 h 236433"/>
                <a:gd name="connsiteX9" fmla="*/ 116022 w 128419"/>
                <a:gd name="connsiteY9" fmla="*/ 31854 h 236433"/>
                <a:gd name="connsiteX10" fmla="*/ 128641 w 128419"/>
                <a:gd name="connsiteY10" fmla="*/ 17532 h 236433"/>
                <a:gd name="connsiteX11" fmla="*/ 104392 w 128419"/>
                <a:gd name="connsiteY11" fmla="*/ 86 h 236433"/>
                <a:gd name="connsiteX12" fmla="*/ 70246 w 128419"/>
                <a:gd name="connsiteY12" fmla="*/ 38884 h 236433"/>
                <a:gd name="connsiteX13" fmla="*/ 64307 w 128419"/>
                <a:gd name="connsiteY13" fmla="*/ 71172 h 236433"/>
                <a:gd name="connsiteX14" fmla="*/ 45502 w 128419"/>
                <a:gd name="connsiteY14" fmla="*/ 71172 h 236433"/>
                <a:gd name="connsiteX15" fmla="*/ 38079 w 128419"/>
                <a:gd name="connsiteY15" fmla="*/ 76901 h 236433"/>
                <a:gd name="connsiteX16" fmla="*/ 45007 w 128419"/>
                <a:gd name="connsiteY16" fmla="*/ 80547 h 236433"/>
                <a:gd name="connsiteX17" fmla="*/ 62575 w 128419"/>
                <a:gd name="connsiteY17" fmla="*/ 80547 h 236433"/>
                <a:gd name="connsiteX18" fmla="*/ 46492 w 128419"/>
                <a:gd name="connsiteY18" fmla="*/ 172985 h 236433"/>
                <a:gd name="connsiteX19" fmla="*/ 23975 w 128419"/>
                <a:gd name="connsiteY19" fmla="*/ 229229 h 236433"/>
                <a:gd name="connsiteX20" fmla="*/ 13583 w 128419"/>
                <a:gd name="connsiteY20" fmla="*/ 225323 h 236433"/>
                <a:gd name="connsiteX21" fmla="*/ 21501 w 128419"/>
                <a:gd name="connsiteY21" fmla="*/ 213606 h 236433"/>
                <a:gd name="connsiteX22" fmla="*/ 12841 w 128419"/>
                <a:gd name="connsiteY22" fmla="*/ 204752 h 236433"/>
                <a:gd name="connsiteX23" fmla="*/ 221 w 128419"/>
                <a:gd name="connsiteY23" fmla="*/ 219074 h 236433"/>
                <a:gd name="connsiteX24" fmla="*/ 23728 w 128419"/>
                <a:gd name="connsiteY24" fmla="*/ 236520 h 236433"/>
                <a:gd name="connsiteX25" fmla="*/ 60348 w 128419"/>
                <a:gd name="connsiteY25" fmla="*/ 190691 h 236433"/>
                <a:gd name="connsiteX26" fmla="*/ 66287 w 128419"/>
                <a:gd name="connsiteY26" fmla="*/ 164132 h 236433"/>
                <a:gd name="connsiteX27" fmla="*/ 80886 w 128419"/>
                <a:gd name="connsiteY27" fmla="*/ 80547 h 236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28419" h="236433">
                  <a:moveTo>
                    <a:pt x="80886" y="80547"/>
                  </a:moveTo>
                  <a:lnTo>
                    <a:pt x="104145" y="80547"/>
                  </a:lnTo>
                  <a:cubicBezTo>
                    <a:pt x="108599" y="80547"/>
                    <a:pt x="111815" y="80547"/>
                    <a:pt x="111815" y="74818"/>
                  </a:cubicBezTo>
                  <a:cubicBezTo>
                    <a:pt x="111815" y="71172"/>
                    <a:pt x="108351" y="71172"/>
                    <a:pt x="104640" y="71172"/>
                  </a:cubicBezTo>
                  <a:lnTo>
                    <a:pt x="82618" y="71172"/>
                  </a:lnTo>
                  <a:cubicBezTo>
                    <a:pt x="85340" y="53987"/>
                    <a:pt x="88309" y="38103"/>
                    <a:pt x="89546" y="32635"/>
                  </a:cubicBezTo>
                  <a:cubicBezTo>
                    <a:pt x="92020" y="19876"/>
                    <a:pt x="94495" y="7377"/>
                    <a:pt x="104392" y="7377"/>
                  </a:cubicBezTo>
                  <a:cubicBezTo>
                    <a:pt x="108351" y="7377"/>
                    <a:pt x="112310" y="8419"/>
                    <a:pt x="115279" y="11023"/>
                  </a:cubicBezTo>
                  <a:cubicBezTo>
                    <a:pt x="110578" y="13106"/>
                    <a:pt x="107361" y="17793"/>
                    <a:pt x="107361" y="23000"/>
                  </a:cubicBezTo>
                  <a:cubicBezTo>
                    <a:pt x="107361" y="30552"/>
                    <a:pt x="113300" y="31854"/>
                    <a:pt x="116022" y="31854"/>
                  </a:cubicBezTo>
                  <a:cubicBezTo>
                    <a:pt x="123197" y="31854"/>
                    <a:pt x="128641" y="25604"/>
                    <a:pt x="128641" y="17532"/>
                  </a:cubicBezTo>
                  <a:cubicBezTo>
                    <a:pt x="128641" y="6336"/>
                    <a:pt x="117259" y="86"/>
                    <a:pt x="104392" y="86"/>
                  </a:cubicBezTo>
                  <a:cubicBezTo>
                    <a:pt x="77422" y="86"/>
                    <a:pt x="71731" y="30812"/>
                    <a:pt x="70246" y="38884"/>
                  </a:cubicBezTo>
                  <a:lnTo>
                    <a:pt x="64307" y="71172"/>
                  </a:lnTo>
                  <a:lnTo>
                    <a:pt x="45502" y="71172"/>
                  </a:lnTo>
                  <a:cubicBezTo>
                    <a:pt x="41048" y="71172"/>
                    <a:pt x="38079" y="71172"/>
                    <a:pt x="38079" y="76901"/>
                  </a:cubicBezTo>
                  <a:cubicBezTo>
                    <a:pt x="38079" y="80547"/>
                    <a:pt x="41048" y="80547"/>
                    <a:pt x="45007" y="80547"/>
                  </a:cubicBezTo>
                  <a:lnTo>
                    <a:pt x="62575" y="80547"/>
                  </a:lnTo>
                  <a:lnTo>
                    <a:pt x="46492" y="172985"/>
                  </a:lnTo>
                  <a:cubicBezTo>
                    <a:pt x="36595" y="229229"/>
                    <a:pt x="29419" y="229229"/>
                    <a:pt x="23975" y="229229"/>
                  </a:cubicBezTo>
                  <a:cubicBezTo>
                    <a:pt x="22986" y="229229"/>
                    <a:pt x="17789" y="229229"/>
                    <a:pt x="13583" y="225323"/>
                  </a:cubicBezTo>
                  <a:cubicBezTo>
                    <a:pt x="21501" y="221938"/>
                    <a:pt x="21501" y="214647"/>
                    <a:pt x="21501" y="213606"/>
                  </a:cubicBezTo>
                  <a:cubicBezTo>
                    <a:pt x="21501" y="206054"/>
                    <a:pt x="15562" y="204752"/>
                    <a:pt x="12841" y="204752"/>
                  </a:cubicBezTo>
                  <a:cubicBezTo>
                    <a:pt x="5665" y="204752"/>
                    <a:pt x="221" y="211002"/>
                    <a:pt x="221" y="219074"/>
                  </a:cubicBezTo>
                  <a:cubicBezTo>
                    <a:pt x="221" y="230791"/>
                    <a:pt x="12346" y="236520"/>
                    <a:pt x="23728" y="236520"/>
                  </a:cubicBezTo>
                  <a:cubicBezTo>
                    <a:pt x="47482" y="236520"/>
                    <a:pt x="57132" y="203190"/>
                    <a:pt x="60348" y="190691"/>
                  </a:cubicBezTo>
                  <a:cubicBezTo>
                    <a:pt x="62575" y="181838"/>
                    <a:pt x="64802" y="172985"/>
                    <a:pt x="66287" y="164132"/>
                  </a:cubicBezTo>
                  <a:lnTo>
                    <a:pt x="80886" y="80547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BFCC69C-1AC4-6ECE-2387-90079EF75F03}"/>
                </a:ext>
              </a:extLst>
            </p:cNvPr>
            <p:cNvSpPr/>
            <p:nvPr>
              <p:custDataLst>
                <p:tags r:id="rId218"/>
              </p:custDataLst>
            </p:nvPr>
          </p:nvSpPr>
          <p:spPr>
            <a:xfrm>
              <a:off x="11156099" y="5651484"/>
              <a:ext cx="48426" cy="371985"/>
            </a:xfrm>
            <a:custGeom>
              <a:avLst/>
              <a:gdLst>
                <a:gd name="connsiteX0" fmla="*/ 48651 w 48426"/>
                <a:gd name="connsiteY0" fmla="*/ 372070 h 371985"/>
                <a:gd name="connsiteX1" fmla="*/ 48651 w 48426"/>
                <a:gd name="connsiteY1" fmla="*/ 357190 h 371985"/>
                <a:gd name="connsiteX2" fmla="*/ 14364 w 48426"/>
                <a:gd name="connsiteY2" fmla="*/ 357190 h 371985"/>
                <a:gd name="connsiteX3" fmla="*/ 14364 w 48426"/>
                <a:gd name="connsiteY3" fmla="*/ 14964 h 371985"/>
                <a:gd name="connsiteX4" fmla="*/ 48651 w 48426"/>
                <a:gd name="connsiteY4" fmla="*/ 14964 h 371985"/>
                <a:gd name="connsiteX5" fmla="*/ 48651 w 48426"/>
                <a:gd name="connsiteY5" fmla="*/ 85 h 371985"/>
                <a:gd name="connsiteX6" fmla="*/ 224 w 48426"/>
                <a:gd name="connsiteY6" fmla="*/ 85 h 371985"/>
                <a:gd name="connsiteX7" fmla="*/ 224 w 48426"/>
                <a:gd name="connsiteY7" fmla="*/ 372070 h 371985"/>
                <a:gd name="connsiteX8" fmla="*/ 48651 w 48426"/>
                <a:gd name="connsiteY8" fmla="*/ 372070 h 37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26" h="371985">
                  <a:moveTo>
                    <a:pt x="48651" y="372070"/>
                  </a:moveTo>
                  <a:lnTo>
                    <a:pt x="48651" y="357190"/>
                  </a:lnTo>
                  <a:lnTo>
                    <a:pt x="14364" y="357190"/>
                  </a:lnTo>
                  <a:lnTo>
                    <a:pt x="14364" y="14964"/>
                  </a:lnTo>
                  <a:lnTo>
                    <a:pt x="48651" y="14964"/>
                  </a:lnTo>
                  <a:lnTo>
                    <a:pt x="48651" y="85"/>
                  </a:lnTo>
                  <a:lnTo>
                    <a:pt x="224" y="85"/>
                  </a:lnTo>
                  <a:lnTo>
                    <a:pt x="224" y="372070"/>
                  </a:lnTo>
                  <a:lnTo>
                    <a:pt x="48651" y="372070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70A40CA-B600-F53B-121C-F6DC5099DC55}"/>
                </a:ext>
              </a:extLst>
            </p:cNvPr>
            <p:cNvSpPr/>
            <p:nvPr>
              <p:custDataLst>
                <p:tags r:id="rId219"/>
              </p:custDataLst>
            </p:nvPr>
          </p:nvSpPr>
          <p:spPr>
            <a:xfrm>
              <a:off x="11220354" y="5765311"/>
              <a:ext cx="199009" cy="165161"/>
            </a:xfrm>
            <a:custGeom>
              <a:avLst/>
              <a:gdLst>
                <a:gd name="connsiteX0" fmla="*/ 114755 w 199009"/>
                <a:gd name="connsiteY0" fmla="*/ 73738 h 165161"/>
                <a:gd name="connsiteX1" fmla="*/ 156112 w 199009"/>
                <a:gd name="connsiteY1" fmla="*/ 25380 h 165161"/>
                <a:gd name="connsiteX2" fmla="*/ 192167 w 199009"/>
                <a:gd name="connsiteY2" fmla="*/ 17568 h 165161"/>
                <a:gd name="connsiteX3" fmla="*/ 192167 w 199009"/>
                <a:gd name="connsiteY3" fmla="*/ 85 h 165161"/>
                <a:gd name="connsiteX4" fmla="*/ 159647 w 199009"/>
                <a:gd name="connsiteY4" fmla="*/ 1201 h 165161"/>
                <a:gd name="connsiteX5" fmla="*/ 123239 w 199009"/>
                <a:gd name="connsiteY5" fmla="*/ 85 h 165161"/>
                <a:gd name="connsiteX6" fmla="*/ 123239 w 199009"/>
                <a:gd name="connsiteY6" fmla="*/ 17568 h 165161"/>
                <a:gd name="connsiteX7" fmla="*/ 136671 w 199009"/>
                <a:gd name="connsiteY7" fmla="*/ 20916 h 165161"/>
                <a:gd name="connsiteX8" fmla="*/ 133843 w 199009"/>
                <a:gd name="connsiteY8" fmla="*/ 25380 h 165161"/>
                <a:gd name="connsiteX9" fmla="*/ 104151 w 199009"/>
                <a:gd name="connsiteY9" fmla="*/ 60346 h 165161"/>
                <a:gd name="connsiteX10" fmla="*/ 69509 w 199009"/>
                <a:gd name="connsiteY10" fmla="*/ 17568 h 165161"/>
                <a:gd name="connsiteX11" fmla="*/ 83649 w 199009"/>
                <a:gd name="connsiteY11" fmla="*/ 17568 h 165161"/>
                <a:gd name="connsiteX12" fmla="*/ 83649 w 199009"/>
                <a:gd name="connsiteY12" fmla="*/ 85 h 165161"/>
                <a:gd name="connsiteX13" fmla="*/ 40878 w 199009"/>
                <a:gd name="connsiteY13" fmla="*/ 1201 h 165161"/>
                <a:gd name="connsiteX14" fmla="*/ 1995 w 199009"/>
                <a:gd name="connsiteY14" fmla="*/ 85 h 165161"/>
                <a:gd name="connsiteX15" fmla="*/ 1995 w 199009"/>
                <a:gd name="connsiteY15" fmla="*/ 17568 h 165161"/>
                <a:gd name="connsiteX16" fmla="*/ 27092 w 199009"/>
                <a:gd name="connsiteY16" fmla="*/ 17568 h 165161"/>
                <a:gd name="connsiteX17" fmla="*/ 82235 w 199009"/>
                <a:gd name="connsiteY17" fmla="*/ 86013 h 165161"/>
                <a:gd name="connsiteX18" fmla="*/ 35929 w 199009"/>
                <a:gd name="connsiteY18" fmla="*/ 140695 h 165161"/>
                <a:gd name="connsiteX19" fmla="*/ 227 w 199009"/>
                <a:gd name="connsiteY19" fmla="*/ 147763 h 165161"/>
                <a:gd name="connsiteX20" fmla="*/ 227 w 199009"/>
                <a:gd name="connsiteY20" fmla="*/ 165246 h 165161"/>
                <a:gd name="connsiteX21" fmla="*/ 32747 w 199009"/>
                <a:gd name="connsiteY21" fmla="*/ 164130 h 165161"/>
                <a:gd name="connsiteX22" fmla="*/ 69156 w 199009"/>
                <a:gd name="connsiteY22" fmla="*/ 165246 h 165161"/>
                <a:gd name="connsiteX23" fmla="*/ 69156 w 199009"/>
                <a:gd name="connsiteY23" fmla="*/ 147763 h 165161"/>
                <a:gd name="connsiteX24" fmla="*/ 56077 w 199009"/>
                <a:gd name="connsiteY24" fmla="*/ 143671 h 165161"/>
                <a:gd name="connsiteX25" fmla="*/ 58552 w 199009"/>
                <a:gd name="connsiteY25" fmla="*/ 139951 h 165161"/>
                <a:gd name="connsiteX26" fmla="*/ 92839 w 199009"/>
                <a:gd name="connsiteY26" fmla="*/ 99405 h 165161"/>
                <a:gd name="connsiteX27" fmla="*/ 131722 w 199009"/>
                <a:gd name="connsiteY27" fmla="*/ 147763 h 165161"/>
                <a:gd name="connsiteX28" fmla="*/ 117936 w 199009"/>
                <a:gd name="connsiteY28" fmla="*/ 147763 h 165161"/>
                <a:gd name="connsiteX29" fmla="*/ 117936 w 199009"/>
                <a:gd name="connsiteY29" fmla="*/ 165246 h 165161"/>
                <a:gd name="connsiteX30" fmla="*/ 160354 w 199009"/>
                <a:gd name="connsiteY30" fmla="*/ 164130 h 165161"/>
                <a:gd name="connsiteX31" fmla="*/ 199237 w 199009"/>
                <a:gd name="connsiteY31" fmla="*/ 165246 h 165161"/>
                <a:gd name="connsiteX32" fmla="*/ 199237 w 199009"/>
                <a:gd name="connsiteY32" fmla="*/ 147763 h 165161"/>
                <a:gd name="connsiteX33" fmla="*/ 174140 w 199009"/>
                <a:gd name="connsiteY33" fmla="*/ 147763 h 165161"/>
                <a:gd name="connsiteX34" fmla="*/ 114755 w 199009"/>
                <a:gd name="connsiteY34" fmla="*/ 73738 h 165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009" h="165161">
                  <a:moveTo>
                    <a:pt x="114755" y="73738"/>
                  </a:moveTo>
                  <a:lnTo>
                    <a:pt x="156112" y="25380"/>
                  </a:lnTo>
                  <a:cubicBezTo>
                    <a:pt x="160707" y="20172"/>
                    <a:pt x="162828" y="17568"/>
                    <a:pt x="192167" y="17568"/>
                  </a:cubicBezTo>
                  <a:lnTo>
                    <a:pt x="192167" y="85"/>
                  </a:lnTo>
                  <a:cubicBezTo>
                    <a:pt x="179795" y="829"/>
                    <a:pt x="161414" y="1201"/>
                    <a:pt x="159647" y="1201"/>
                  </a:cubicBezTo>
                  <a:cubicBezTo>
                    <a:pt x="150810" y="1201"/>
                    <a:pt x="133136" y="457"/>
                    <a:pt x="123239" y="85"/>
                  </a:cubicBezTo>
                  <a:lnTo>
                    <a:pt x="123239" y="17568"/>
                  </a:lnTo>
                  <a:cubicBezTo>
                    <a:pt x="128187" y="17568"/>
                    <a:pt x="132429" y="18312"/>
                    <a:pt x="136671" y="20916"/>
                  </a:cubicBezTo>
                  <a:cubicBezTo>
                    <a:pt x="135257" y="23148"/>
                    <a:pt x="135257" y="23892"/>
                    <a:pt x="133843" y="25380"/>
                  </a:cubicBezTo>
                  <a:lnTo>
                    <a:pt x="104151" y="60346"/>
                  </a:lnTo>
                  <a:lnTo>
                    <a:pt x="69509" y="17568"/>
                  </a:lnTo>
                  <a:lnTo>
                    <a:pt x="83649" y="17568"/>
                  </a:lnTo>
                  <a:lnTo>
                    <a:pt x="83649" y="85"/>
                  </a:lnTo>
                  <a:cubicBezTo>
                    <a:pt x="74458" y="457"/>
                    <a:pt x="52189" y="1201"/>
                    <a:pt x="40878" y="1201"/>
                  </a:cubicBezTo>
                  <a:cubicBezTo>
                    <a:pt x="29566" y="1201"/>
                    <a:pt x="13660" y="457"/>
                    <a:pt x="1995" y="85"/>
                  </a:cubicBezTo>
                  <a:lnTo>
                    <a:pt x="1995" y="17568"/>
                  </a:lnTo>
                  <a:lnTo>
                    <a:pt x="27092" y="17568"/>
                  </a:lnTo>
                  <a:lnTo>
                    <a:pt x="82235" y="86013"/>
                  </a:lnTo>
                  <a:lnTo>
                    <a:pt x="35929" y="140695"/>
                  </a:lnTo>
                  <a:cubicBezTo>
                    <a:pt x="29920" y="147763"/>
                    <a:pt x="17194" y="147763"/>
                    <a:pt x="227" y="147763"/>
                  </a:cubicBezTo>
                  <a:lnTo>
                    <a:pt x="227" y="165246"/>
                  </a:lnTo>
                  <a:cubicBezTo>
                    <a:pt x="12599" y="164502"/>
                    <a:pt x="30980" y="164130"/>
                    <a:pt x="32747" y="164130"/>
                  </a:cubicBezTo>
                  <a:cubicBezTo>
                    <a:pt x="41584" y="164130"/>
                    <a:pt x="62086" y="164874"/>
                    <a:pt x="69156" y="165246"/>
                  </a:cubicBezTo>
                  <a:lnTo>
                    <a:pt x="69156" y="147763"/>
                  </a:lnTo>
                  <a:cubicBezTo>
                    <a:pt x="62793" y="147763"/>
                    <a:pt x="56077" y="145903"/>
                    <a:pt x="56077" y="143671"/>
                  </a:cubicBezTo>
                  <a:cubicBezTo>
                    <a:pt x="56077" y="143299"/>
                    <a:pt x="56077" y="142927"/>
                    <a:pt x="58552" y="139951"/>
                  </a:cubicBezTo>
                  <a:lnTo>
                    <a:pt x="92839" y="99405"/>
                  </a:lnTo>
                  <a:lnTo>
                    <a:pt x="131722" y="147763"/>
                  </a:lnTo>
                  <a:lnTo>
                    <a:pt x="117936" y="147763"/>
                  </a:lnTo>
                  <a:lnTo>
                    <a:pt x="117936" y="165246"/>
                  </a:lnTo>
                  <a:cubicBezTo>
                    <a:pt x="127127" y="164874"/>
                    <a:pt x="148689" y="164130"/>
                    <a:pt x="160354" y="164130"/>
                  </a:cubicBezTo>
                  <a:cubicBezTo>
                    <a:pt x="171665" y="164130"/>
                    <a:pt x="187572" y="164874"/>
                    <a:pt x="199237" y="165246"/>
                  </a:cubicBezTo>
                  <a:lnTo>
                    <a:pt x="199237" y="147763"/>
                  </a:lnTo>
                  <a:lnTo>
                    <a:pt x="174140" y="147763"/>
                  </a:lnTo>
                  <a:lnTo>
                    <a:pt x="114755" y="7373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CF6E66C-58D1-DB14-1C47-5D1C23915C53}"/>
                </a:ext>
              </a:extLst>
            </p:cNvPr>
            <p:cNvSpPr/>
            <p:nvPr>
              <p:custDataLst>
                <p:tags r:id="rId220"/>
              </p:custDataLst>
            </p:nvPr>
          </p:nvSpPr>
          <p:spPr>
            <a:xfrm>
              <a:off x="11437512" y="5823526"/>
              <a:ext cx="83633" cy="165347"/>
            </a:xfrm>
            <a:custGeom>
              <a:avLst/>
              <a:gdLst>
                <a:gd name="connsiteX0" fmla="*/ 50710 w 83633"/>
                <a:gd name="connsiteY0" fmla="*/ 59976 h 165347"/>
                <a:gd name="connsiteX1" fmla="*/ 75949 w 83633"/>
                <a:gd name="connsiteY1" fmla="*/ 59976 h 165347"/>
                <a:gd name="connsiteX2" fmla="*/ 83867 w 83633"/>
                <a:gd name="connsiteY2" fmla="*/ 54247 h 165347"/>
                <a:gd name="connsiteX3" fmla="*/ 76444 w 83633"/>
                <a:gd name="connsiteY3" fmla="*/ 50602 h 165347"/>
                <a:gd name="connsiteX4" fmla="*/ 52937 w 83633"/>
                <a:gd name="connsiteY4" fmla="*/ 50602 h 165347"/>
                <a:gd name="connsiteX5" fmla="*/ 62092 w 83633"/>
                <a:gd name="connsiteY5" fmla="*/ 12064 h 165347"/>
                <a:gd name="connsiteX6" fmla="*/ 62835 w 83633"/>
                <a:gd name="connsiteY6" fmla="*/ 8419 h 165347"/>
                <a:gd name="connsiteX7" fmla="*/ 54422 w 83633"/>
                <a:gd name="connsiteY7" fmla="*/ 86 h 165347"/>
                <a:gd name="connsiteX8" fmla="*/ 42792 w 83633"/>
                <a:gd name="connsiteY8" fmla="*/ 11283 h 165347"/>
                <a:gd name="connsiteX9" fmla="*/ 33390 w 83633"/>
                <a:gd name="connsiteY9" fmla="*/ 50602 h 165347"/>
                <a:gd name="connsiteX10" fmla="*/ 8151 w 83633"/>
                <a:gd name="connsiteY10" fmla="*/ 50602 h 165347"/>
                <a:gd name="connsiteX11" fmla="*/ 233 w 83633"/>
                <a:gd name="connsiteY11" fmla="*/ 56330 h 165347"/>
                <a:gd name="connsiteX12" fmla="*/ 7656 w 83633"/>
                <a:gd name="connsiteY12" fmla="*/ 59976 h 165347"/>
                <a:gd name="connsiteX13" fmla="*/ 31163 w 83633"/>
                <a:gd name="connsiteY13" fmla="*/ 59976 h 165347"/>
                <a:gd name="connsiteX14" fmla="*/ 16564 w 83633"/>
                <a:gd name="connsiteY14" fmla="*/ 121428 h 165347"/>
                <a:gd name="connsiteX15" fmla="*/ 12853 w 83633"/>
                <a:gd name="connsiteY15" fmla="*/ 140697 h 165347"/>
                <a:gd name="connsiteX16" fmla="*/ 39328 w 83633"/>
                <a:gd name="connsiteY16" fmla="*/ 165434 h 165347"/>
                <a:gd name="connsiteX17" fmla="*/ 82382 w 83633"/>
                <a:gd name="connsiteY17" fmla="*/ 125594 h 165347"/>
                <a:gd name="connsiteX18" fmla="*/ 78423 w 83633"/>
                <a:gd name="connsiteY18" fmla="*/ 122209 h 165347"/>
                <a:gd name="connsiteX19" fmla="*/ 73227 w 83633"/>
                <a:gd name="connsiteY19" fmla="*/ 127156 h 165347"/>
                <a:gd name="connsiteX20" fmla="*/ 40071 w 83633"/>
                <a:gd name="connsiteY20" fmla="*/ 158143 h 165347"/>
                <a:gd name="connsiteX21" fmla="*/ 31410 w 83633"/>
                <a:gd name="connsiteY21" fmla="*/ 145384 h 165347"/>
                <a:gd name="connsiteX22" fmla="*/ 32895 w 83633"/>
                <a:gd name="connsiteY22" fmla="*/ 134708 h 165347"/>
                <a:gd name="connsiteX23" fmla="*/ 50710 w 83633"/>
                <a:gd name="connsiteY23" fmla="*/ 59976 h 16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33" h="165347">
                  <a:moveTo>
                    <a:pt x="50710" y="59976"/>
                  </a:moveTo>
                  <a:lnTo>
                    <a:pt x="75949" y="59976"/>
                  </a:lnTo>
                  <a:cubicBezTo>
                    <a:pt x="80650" y="59976"/>
                    <a:pt x="83867" y="59976"/>
                    <a:pt x="83867" y="54247"/>
                  </a:cubicBezTo>
                  <a:cubicBezTo>
                    <a:pt x="83867" y="50602"/>
                    <a:pt x="80650" y="50602"/>
                    <a:pt x="76444" y="50602"/>
                  </a:cubicBezTo>
                  <a:lnTo>
                    <a:pt x="52937" y="50602"/>
                  </a:lnTo>
                  <a:lnTo>
                    <a:pt x="62092" y="12064"/>
                  </a:lnTo>
                  <a:cubicBezTo>
                    <a:pt x="62340" y="10762"/>
                    <a:pt x="62835" y="9460"/>
                    <a:pt x="62835" y="8419"/>
                  </a:cubicBezTo>
                  <a:cubicBezTo>
                    <a:pt x="62835" y="3732"/>
                    <a:pt x="59371" y="86"/>
                    <a:pt x="54422" y="86"/>
                  </a:cubicBezTo>
                  <a:cubicBezTo>
                    <a:pt x="48236" y="86"/>
                    <a:pt x="44524" y="4513"/>
                    <a:pt x="42792" y="11283"/>
                  </a:cubicBezTo>
                  <a:cubicBezTo>
                    <a:pt x="41060" y="17793"/>
                    <a:pt x="44277" y="5294"/>
                    <a:pt x="33390" y="50602"/>
                  </a:cubicBezTo>
                  <a:lnTo>
                    <a:pt x="8151" y="50602"/>
                  </a:lnTo>
                  <a:cubicBezTo>
                    <a:pt x="3450" y="50602"/>
                    <a:pt x="233" y="50602"/>
                    <a:pt x="233" y="56330"/>
                  </a:cubicBezTo>
                  <a:cubicBezTo>
                    <a:pt x="233" y="59976"/>
                    <a:pt x="3203" y="59976"/>
                    <a:pt x="7656" y="59976"/>
                  </a:cubicBezTo>
                  <a:lnTo>
                    <a:pt x="31163" y="59976"/>
                  </a:lnTo>
                  <a:lnTo>
                    <a:pt x="16564" y="121428"/>
                  </a:lnTo>
                  <a:cubicBezTo>
                    <a:pt x="15079" y="127937"/>
                    <a:pt x="12853" y="137311"/>
                    <a:pt x="12853" y="140697"/>
                  </a:cubicBezTo>
                  <a:cubicBezTo>
                    <a:pt x="12853" y="156060"/>
                    <a:pt x="25224" y="165434"/>
                    <a:pt x="39328" y="165434"/>
                  </a:cubicBezTo>
                  <a:cubicBezTo>
                    <a:pt x="66794" y="165434"/>
                    <a:pt x="82382" y="128979"/>
                    <a:pt x="82382" y="125594"/>
                  </a:cubicBezTo>
                  <a:cubicBezTo>
                    <a:pt x="82382" y="122209"/>
                    <a:pt x="79166" y="122209"/>
                    <a:pt x="78423" y="122209"/>
                  </a:cubicBezTo>
                  <a:cubicBezTo>
                    <a:pt x="75454" y="122209"/>
                    <a:pt x="75207" y="122730"/>
                    <a:pt x="73227" y="127156"/>
                  </a:cubicBezTo>
                  <a:cubicBezTo>
                    <a:pt x="66299" y="143561"/>
                    <a:pt x="53680" y="158143"/>
                    <a:pt x="40071" y="158143"/>
                  </a:cubicBezTo>
                  <a:cubicBezTo>
                    <a:pt x="34874" y="158143"/>
                    <a:pt x="31410" y="154758"/>
                    <a:pt x="31410" y="145384"/>
                  </a:cubicBezTo>
                  <a:cubicBezTo>
                    <a:pt x="31410" y="142780"/>
                    <a:pt x="32400" y="137311"/>
                    <a:pt x="32895" y="134708"/>
                  </a:cubicBezTo>
                  <a:lnTo>
                    <a:pt x="50710" y="5997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0EC0C63-4913-2F89-B03A-C8A35B1027E9}"/>
                </a:ext>
              </a:extLst>
            </p:cNvPr>
            <p:cNvSpPr/>
            <p:nvPr>
              <p:custDataLst>
                <p:tags r:id="rId221"/>
              </p:custDataLst>
            </p:nvPr>
          </p:nvSpPr>
          <p:spPr>
            <a:xfrm>
              <a:off x="11581974" y="5770147"/>
              <a:ext cx="38529" cy="232118"/>
            </a:xfrm>
            <a:custGeom>
              <a:avLst/>
              <a:gdLst>
                <a:gd name="connsiteX0" fmla="*/ 37706 w 38529"/>
                <a:gd name="connsiteY0" fmla="*/ 19800 h 232118"/>
                <a:gd name="connsiteX1" fmla="*/ 18971 w 38529"/>
                <a:gd name="connsiteY1" fmla="*/ 85 h 232118"/>
                <a:gd name="connsiteX2" fmla="*/ 237 w 38529"/>
                <a:gd name="connsiteY2" fmla="*/ 19800 h 232118"/>
                <a:gd name="connsiteX3" fmla="*/ 18971 w 38529"/>
                <a:gd name="connsiteY3" fmla="*/ 39515 h 232118"/>
                <a:gd name="connsiteX4" fmla="*/ 37706 w 38529"/>
                <a:gd name="connsiteY4" fmla="*/ 19800 h 232118"/>
                <a:gd name="connsiteX5" fmla="*/ 30990 w 38529"/>
                <a:gd name="connsiteY5" fmla="*/ 156318 h 232118"/>
                <a:gd name="connsiteX6" fmla="*/ 8367 w 38529"/>
                <a:gd name="connsiteY6" fmla="*/ 223276 h 232118"/>
                <a:gd name="connsiteX7" fmla="*/ 5892 w 38529"/>
                <a:gd name="connsiteY7" fmla="*/ 228112 h 232118"/>
                <a:gd name="connsiteX8" fmla="*/ 9427 w 38529"/>
                <a:gd name="connsiteY8" fmla="*/ 232203 h 232118"/>
                <a:gd name="connsiteX9" fmla="*/ 38766 w 38529"/>
                <a:gd name="connsiteY9" fmla="*/ 159294 h 232118"/>
                <a:gd name="connsiteX10" fmla="*/ 18971 w 38529"/>
                <a:gd name="connsiteY10" fmla="*/ 120980 h 232118"/>
                <a:gd name="connsiteX11" fmla="*/ 237 w 38529"/>
                <a:gd name="connsiteY11" fmla="*/ 140695 h 232118"/>
                <a:gd name="connsiteX12" fmla="*/ 18971 w 38529"/>
                <a:gd name="connsiteY12" fmla="*/ 160410 h 232118"/>
                <a:gd name="connsiteX13" fmla="*/ 21799 w 38529"/>
                <a:gd name="connsiteY13" fmla="*/ 160038 h 232118"/>
                <a:gd name="connsiteX14" fmla="*/ 30990 w 38529"/>
                <a:gd name="connsiteY14" fmla="*/ 156318 h 232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29" h="232118">
                  <a:moveTo>
                    <a:pt x="37706" y="19800"/>
                  </a:moveTo>
                  <a:cubicBezTo>
                    <a:pt x="37706" y="9012"/>
                    <a:pt x="29222" y="85"/>
                    <a:pt x="18971" y="85"/>
                  </a:cubicBezTo>
                  <a:cubicBezTo>
                    <a:pt x="8720" y="85"/>
                    <a:pt x="237" y="9012"/>
                    <a:pt x="237" y="19800"/>
                  </a:cubicBezTo>
                  <a:cubicBezTo>
                    <a:pt x="237" y="30587"/>
                    <a:pt x="8720" y="39515"/>
                    <a:pt x="18971" y="39515"/>
                  </a:cubicBezTo>
                  <a:cubicBezTo>
                    <a:pt x="29222" y="39515"/>
                    <a:pt x="37706" y="30587"/>
                    <a:pt x="37706" y="19800"/>
                  </a:cubicBezTo>
                  <a:close/>
                  <a:moveTo>
                    <a:pt x="30990" y="156318"/>
                  </a:moveTo>
                  <a:cubicBezTo>
                    <a:pt x="30990" y="166734"/>
                    <a:pt x="30990" y="195749"/>
                    <a:pt x="8367" y="223276"/>
                  </a:cubicBezTo>
                  <a:cubicBezTo>
                    <a:pt x="5892" y="226252"/>
                    <a:pt x="5892" y="226996"/>
                    <a:pt x="5892" y="228112"/>
                  </a:cubicBezTo>
                  <a:cubicBezTo>
                    <a:pt x="5892" y="230715"/>
                    <a:pt x="7660" y="232203"/>
                    <a:pt x="9427" y="232203"/>
                  </a:cubicBezTo>
                  <a:cubicBezTo>
                    <a:pt x="13316" y="232203"/>
                    <a:pt x="38766" y="202445"/>
                    <a:pt x="38766" y="159294"/>
                  </a:cubicBezTo>
                  <a:cubicBezTo>
                    <a:pt x="38766" y="148507"/>
                    <a:pt x="38059" y="120980"/>
                    <a:pt x="18971" y="120980"/>
                  </a:cubicBezTo>
                  <a:cubicBezTo>
                    <a:pt x="6599" y="120980"/>
                    <a:pt x="237" y="131023"/>
                    <a:pt x="237" y="140695"/>
                  </a:cubicBezTo>
                  <a:cubicBezTo>
                    <a:pt x="237" y="150367"/>
                    <a:pt x="6246" y="160410"/>
                    <a:pt x="18971" y="160410"/>
                  </a:cubicBezTo>
                  <a:cubicBezTo>
                    <a:pt x="20739" y="160410"/>
                    <a:pt x="21446" y="160410"/>
                    <a:pt x="21799" y="160038"/>
                  </a:cubicBezTo>
                  <a:cubicBezTo>
                    <a:pt x="24274" y="159666"/>
                    <a:pt x="28162" y="158922"/>
                    <a:pt x="30990" y="156318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73290734-4D8F-6F19-3FC9-51CB4305EA3F}"/>
                </a:ext>
              </a:extLst>
            </p:cNvPr>
            <p:cNvSpPr/>
            <p:nvPr>
              <p:custDataLst>
                <p:tags r:id="rId222"/>
              </p:custDataLst>
            </p:nvPr>
          </p:nvSpPr>
          <p:spPr>
            <a:xfrm>
              <a:off x="11724582" y="5672315"/>
              <a:ext cx="201483" cy="258157"/>
            </a:xfrm>
            <a:custGeom>
              <a:avLst/>
              <a:gdLst>
                <a:gd name="connsiteX0" fmla="*/ 24631 w 201483"/>
                <a:gd name="connsiteY0" fmla="*/ 240759 h 258157"/>
                <a:gd name="connsiteX1" fmla="*/ 241 w 201483"/>
                <a:gd name="connsiteY1" fmla="*/ 240759 h 258157"/>
                <a:gd name="connsiteX2" fmla="*/ 241 w 201483"/>
                <a:gd name="connsiteY2" fmla="*/ 258242 h 258157"/>
                <a:gd name="connsiteX3" fmla="*/ 44780 w 201483"/>
                <a:gd name="connsiteY3" fmla="*/ 257126 h 258157"/>
                <a:gd name="connsiteX4" fmla="*/ 89318 w 201483"/>
                <a:gd name="connsiteY4" fmla="*/ 258242 h 258157"/>
                <a:gd name="connsiteX5" fmla="*/ 89318 w 201483"/>
                <a:gd name="connsiteY5" fmla="*/ 240759 h 258157"/>
                <a:gd name="connsiteX6" fmla="*/ 64928 w 201483"/>
                <a:gd name="connsiteY6" fmla="*/ 240759 h 258157"/>
                <a:gd name="connsiteX7" fmla="*/ 64928 w 201483"/>
                <a:gd name="connsiteY7" fmla="*/ 163014 h 258157"/>
                <a:gd name="connsiteX8" fmla="*/ 117597 w 201483"/>
                <a:gd name="connsiteY8" fmla="*/ 104240 h 258157"/>
                <a:gd name="connsiteX9" fmla="*/ 137038 w 201483"/>
                <a:gd name="connsiteY9" fmla="*/ 140323 h 258157"/>
                <a:gd name="connsiteX10" fmla="*/ 137038 w 201483"/>
                <a:gd name="connsiteY10" fmla="*/ 240759 h 258157"/>
                <a:gd name="connsiteX11" fmla="*/ 112648 w 201483"/>
                <a:gd name="connsiteY11" fmla="*/ 240759 h 258157"/>
                <a:gd name="connsiteX12" fmla="*/ 112648 w 201483"/>
                <a:gd name="connsiteY12" fmla="*/ 258242 h 258157"/>
                <a:gd name="connsiteX13" fmla="*/ 157187 w 201483"/>
                <a:gd name="connsiteY13" fmla="*/ 257126 h 258157"/>
                <a:gd name="connsiteX14" fmla="*/ 201725 w 201483"/>
                <a:gd name="connsiteY14" fmla="*/ 258242 h 258157"/>
                <a:gd name="connsiteX15" fmla="*/ 201725 w 201483"/>
                <a:gd name="connsiteY15" fmla="*/ 240759 h 258157"/>
                <a:gd name="connsiteX16" fmla="*/ 177335 w 201483"/>
                <a:gd name="connsiteY16" fmla="*/ 240759 h 258157"/>
                <a:gd name="connsiteX17" fmla="*/ 177335 w 201483"/>
                <a:gd name="connsiteY17" fmla="*/ 144415 h 258157"/>
                <a:gd name="connsiteX18" fmla="*/ 122899 w 201483"/>
                <a:gd name="connsiteY18" fmla="*/ 90849 h 258157"/>
                <a:gd name="connsiteX19" fmla="*/ 62807 w 201483"/>
                <a:gd name="connsiteY19" fmla="*/ 127304 h 258157"/>
                <a:gd name="connsiteX20" fmla="*/ 62807 w 201483"/>
                <a:gd name="connsiteY20" fmla="*/ 85 h 258157"/>
                <a:gd name="connsiteX21" fmla="*/ 241 w 201483"/>
                <a:gd name="connsiteY21" fmla="*/ 3061 h 258157"/>
                <a:gd name="connsiteX22" fmla="*/ 241 w 201483"/>
                <a:gd name="connsiteY22" fmla="*/ 20544 h 258157"/>
                <a:gd name="connsiteX23" fmla="*/ 24631 w 201483"/>
                <a:gd name="connsiteY23" fmla="*/ 35051 h 258157"/>
                <a:gd name="connsiteX24" fmla="*/ 24631 w 201483"/>
                <a:gd name="connsiteY24" fmla="*/ 240759 h 258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483" h="258157">
                  <a:moveTo>
                    <a:pt x="24631" y="240759"/>
                  </a:moveTo>
                  <a:lnTo>
                    <a:pt x="241" y="240759"/>
                  </a:lnTo>
                  <a:lnTo>
                    <a:pt x="241" y="258242"/>
                  </a:lnTo>
                  <a:cubicBezTo>
                    <a:pt x="10139" y="257870"/>
                    <a:pt x="31348" y="257126"/>
                    <a:pt x="44780" y="257126"/>
                  </a:cubicBezTo>
                  <a:cubicBezTo>
                    <a:pt x="58566" y="257126"/>
                    <a:pt x="79421" y="257870"/>
                    <a:pt x="89318" y="258242"/>
                  </a:cubicBezTo>
                  <a:lnTo>
                    <a:pt x="89318" y="240759"/>
                  </a:lnTo>
                  <a:lnTo>
                    <a:pt x="64928" y="240759"/>
                  </a:lnTo>
                  <a:lnTo>
                    <a:pt x="64928" y="163014"/>
                  </a:lnTo>
                  <a:cubicBezTo>
                    <a:pt x="64928" y="122468"/>
                    <a:pt x="95328" y="104240"/>
                    <a:pt x="117597" y="104240"/>
                  </a:cubicBezTo>
                  <a:cubicBezTo>
                    <a:pt x="129615" y="104240"/>
                    <a:pt x="137038" y="112052"/>
                    <a:pt x="137038" y="140323"/>
                  </a:cubicBezTo>
                  <a:lnTo>
                    <a:pt x="137038" y="240759"/>
                  </a:lnTo>
                  <a:lnTo>
                    <a:pt x="112648" y="240759"/>
                  </a:lnTo>
                  <a:lnTo>
                    <a:pt x="112648" y="258242"/>
                  </a:lnTo>
                  <a:cubicBezTo>
                    <a:pt x="122546" y="257870"/>
                    <a:pt x="143754" y="257126"/>
                    <a:pt x="157187" y="257126"/>
                  </a:cubicBezTo>
                  <a:cubicBezTo>
                    <a:pt x="170972" y="257126"/>
                    <a:pt x="191828" y="257870"/>
                    <a:pt x="201725" y="258242"/>
                  </a:cubicBezTo>
                  <a:lnTo>
                    <a:pt x="201725" y="240759"/>
                  </a:lnTo>
                  <a:lnTo>
                    <a:pt x="177335" y="240759"/>
                  </a:lnTo>
                  <a:lnTo>
                    <a:pt x="177335" y="144415"/>
                  </a:lnTo>
                  <a:cubicBezTo>
                    <a:pt x="177335" y="105356"/>
                    <a:pt x="158247" y="90849"/>
                    <a:pt x="122899" y="90849"/>
                  </a:cubicBezTo>
                  <a:cubicBezTo>
                    <a:pt x="88965" y="90849"/>
                    <a:pt x="70937" y="112424"/>
                    <a:pt x="62807" y="127304"/>
                  </a:cubicBezTo>
                  <a:lnTo>
                    <a:pt x="62807" y="85"/>
                  </a:lnTo>
                  <a:lnTo>
                    <a:pt x="241" y="3061"/>
                  </a:lnTo>
                  <a:lnTo>
                    <a:pt x="241" y="20544"/>
                  </a:lnTo>
                  <a:cubicBezTo>
                    <a:pt x="22157" y="20544"/>
                    <a:pt x="24631" y="20544"/>
                    <a:pt x="24631" y="35051"/>
                  </a:cubicBezTo>
                  <a:lnTo>
                    <a:pt x="24631" y="24075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C0BE04B-F17E-36E8-2212-88DD79DA362A}"/>
                </a:ext>
              </a:extLst>
            </p:cNvPr>
            <p:cNvSpPr/>
            <p:nvPr>
              <p:custDataLst>
                <p:tags r:id="rId223"/>
              </p:custDataLst>
            </p:nvPr>
          </p:nvSpPr>
          <p:spPr>
            <a:xfrm>
              <a:off x="11944902" y="5823526"/>
              <a:ext cx="83633" cy="165347"/>
            </a:xfrm>
            <a:custGeom>
              <a:avLst/>
              <a:gdLst>
                <a:gd name="connsiteX0" fmla="*/ 50725 w 83633"/>
                <a:gd name="connsiteY0" fmla="*/ 59976 h 165347"/>
                <a:gd name="connsiteX1" fmla="*/ 75963 w 83633"/>
                <a:gd name="connsiteY1" fmla="*/ 59976 h 165347"/>
                <a:gd name="connsiteX2" fmla="*/ 83881 w 83633"/>
                <a:gd name="connsiteY2" fmla="*/ 54247 h 165347"/>
                <a:gd name="connsiteX3" fmla="*/ 76458 w 83633"/>
                <a:gd name="connsiteY3" fmla="*/ 50602 h 165347"/>
                <a:gd name="connsiteX4" fmla="*/ 52952 w 83633"/>
                <a:gd name="connsiteY4" fmla="*/ 50602 h 165347"/>
                <a:gd name="connsiteX5" fmla="*/ 62107 w 83633"/>
                <a:gd name="connsiteY5" fmla="*/ 12064 h 165347"/>
                <a:gd name="connsiteX6" fmla="*/ 62849 w 83633"/>
                <a:gd name="connsiteY6" fmla="*/ 8419 h 165347"/>
                <a:gd name="connsiteX7" fmla="*/ 54436 w 83633"/>
                <a:gd name="connsiteY7" fmla="*/ 86 h 165347"/>
                <a:gd name="connsiteX8" fmla="*/ 42807 w 83633"/>
                <a:gd name="connsiteY8" fmla="*/ 11283 h 165347"/>
                <a:gd name="connsiteX9" fmla="*/ 33404 w 83633"/>
                <a:gd name="connsiteY9" fmla="*/ 50602 h 165347"/>
                <a:gd name="connsiteX10" fmla="*/ 8166 w 83633"/>
                <a:gd name="connsiteY10" fmla="*/ 50602 h 165347"/>
                <a:gd name="connsiteX11" fmla="*/ 248 w 83633"/>
                <a:gd name="connsiteY11" fmla="*/ 56330 h 165347"/>
                <a:gd name="connsiteX12" fmla="*/ 7671 w 83633"/>
                <a:gd name="connsiteY12" fmla="*/ 59976 h 165347"/>
                <a:gd name="connsiteX13" fmla="*/ 31177 w 83633"/>
                <a:gd name="connsiteY13" fmla="*/ 59976 h 165347"/>
                <a:gd name="connsiteX14" fmla="*/ 16578 w 83633"/>
                <a:gd name="connsiteY14" fmla="*/ 121428 h 165347"/>
                <a:gd name="connsiteX15" fmla="*/ 12867 w 83633"/>
                <a:gd name="connsiteY15" fmla="*/ 140697 h 165347"/>
                <a:gd name="connsiteX16" fmla="*/ 39343 w 83633"/>
                <a:gd name="connsiteY16" fmla="*/ 165434 h 165347"/>
                <a:gd name="connsiteX17" fmla="*/ 82396 w 83633"/>
                <a:gd name="connsiteY17" fmla="*/ 125594 h 165347"/>
                <a:gd name="connsiteX18" fmla="*/ 78438 w 83633"/>
                <a:gd name="connsiteY18" fmla="*/ 122209 h 165347"/>
                <a:gd name="connsiteX19" fmla="*/ 73241 w 83633"/>
                <a:gd name="connsiteY19" fmla="*/ 127156 h 165347"/>
                <a:gd name="connsiteX20" fmla="*/ 40085 w 83633"/>
                <a:gd name="connsiteY20" fmla="*/ 158143 h 165347"/>
                <a:gd name="connsiteX21" fmla="*/ 31425 w 83633"/>
                <a:gd name="connsiteY21" fmla="*/ 145384 h 165347"/>
                <a:gd name="connsiteX22" fmla="*/ 32909 w 83633"/>
                <a:gd name="connsiteY22" fmla="*/ 134708 h 165347"/>
                <a:gd name="connsiteX23" fmla="*/ 50725 w 83633"/>
                <a:gd name="connsiteY23" fmla="*/ 59976 h 16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33" h="165347">
                  <a:moveTo>
                    <a:pt x="50725" y="59976"/>
                  </a:moveTo>
                  <a:lnTo>
                    <a:pt x="75963" y="59976"/>
                  </a:lnTo>
                  <a:cubicBezTo>
                    <a:pt x="80664" y="59976"/>
                    <a:pt x="83881" y="59976"/>
                    <a:pt x="83881" y="54247"/>
                  </a:cubicBezTo>
                  <a:cubicBezTo>
                    <a:pt x="83881" y="50602"/>
                    <a:pt x="80664" y="50602"/>
                    <a:pt x="76458" y="50602"/>
                  </a:cubicBezTo>
                  <a:lnTo>
                    <a:pt x="52952" y="50602"/>
                  </a:lnTo>
                  <a:lnTo>
                    <a:pt x="62107" y="12064"/>
                  </a:lnTo>
                  <a:cubicBezTo>
                    <a:pt x="62354" y="10762"/>
                    <a:pt x="62849" y="9460"/>
                    <a:pt x="62849" y="8419"/>
                  </a:cubicBezTo>
                  <a:cubicBezTo>
                    <a:pt x="62849" y="3732"/>
                    <a:pt x="59385" y="86"/>
                    <a:pt x="54436" y="86"/>
                  </a:cubicBezTo>
                  <a:cubicBezTo>
                    <a:pt x="48250" y="86"/>
                    <a:pt x="44539" y="4513"/>
                    <a:pt x="42807" y="11283"/>
                  </a:cubicBezTo>
                  <a:cubicBezTo>
                    <a:pt x="41075" y="17793"/>
                    <a:pt x="44291" y="5294"/>
                    <a:pt x="33404" y="50602"/>
                  </a:cubicBezTo>
                  <a:lnTo>
                    <a:pt x="8166" y="50602"/>
                  </a:lnTo>
                  <a:cubicBezTo>
                    <a:pt x="3464" y="50602"/>
                    <a:pt x="248" y="50602"/>
                    <a:pt x="248" y="56330"/>
                  </a:cubicBezTo>
                  <a:cubicBezTo>
                    <a:pt x="248" y="59976"/>
                    <a:pt x="3217" y="59976"/>
                    <a:pt x="7671" y="59976"/>
                  </a:cubicBezTo>
                  <a:lnTo>
                    <a:pt x="31177" y="59976"/>
                  </a:lnTo>
                  <a:lnTo>
                    <a:pt x="16578" y="121428"/>
                  </a:lnTo>
                  <a:cubicBezTo>
                    <a:pt x="15094" y="127937"/>
                    <a:pt x="12867" y="137311"/>
                    <a:pt x="12867" y="140697"/>
                  </a:cubicBezTo>
                  <a:cubicBezTo>
                    <a:pt x="12867" y="156060"/>
                    <a:pt x="25239" y="165434"/>
                    <a:pt x="39343" y="165434"/>
                  </a:cubicBezTo>
                  <a:cubicBezTo>
                    <a:pt x="66808" y="165434"/>
                    <a:pt x="82396" y="128979"/>
                    <a:pt x="82396" y="125594"/>
                  </a:cubicBezTo>
                  <a:cubicBezTo>
                    <a:pt x="82396" y="122209"/>
                    <a:pt x="79180" y="122209"/>
                    <a:pt x="78438" y="122209"/>
                  </a:cubicBezTo>
                  <a:cubicBezTo>
                    <a:pt x="75468" y="122209"/>
                    <a:pt x="75221" y="122730"/>
                    <a:pt x="73241" y="127156"/>
                  </a:cubicBezTo>
                  <a:cubicBezTo>
                    <a:pt x="66313" y="143561"/>
                    <a:pt x="53694" y="158143"/>
                    <a:pt x="40085" y="158143"/>
                  </a:cubicBezTo>
                  <a:cubicBezTo>
                    <a:pt x="34889" y="158143"/>
                    <a:pt x="31425" y="154758"/>
                    <a:pt x="31425" y="145384"/>
                  </a:cubicBezTo>
                  <a:cubicBezTo>
                    <a:pt x="31425" y="142780"/>
                    <a:pt x="32414" y="137311"/>
                    <a:pt x="32909" y="134708"/>
                  </a:cubicBezTo>
                  <a:lnTo>
                    <a:pt x="50725" y="5997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EFA283A-7E6B-F5F2-674B-827AD0CB6B09}"/>
                </a:ext>
              </a:extLst>
            </p:cNvPr>
            <p:cNvSpPr/>
            <p:nvPr>
              <p:custDataLst>
                <p:tags r:id="rId224"/>
              </p:custDataLst>
            </p:nvPr>
          </p:nvSpPr>
          <p:spPr>
            <a:xfrm>
              <a:off x="12068014" y="5914663"/>
              <a:ext cx="167267" cy="12759"/>
            </a:xfrm>
            <a:custGeom>
              <a:avLst/>
              <a:gdLst>
                <a:gd name="connsiteX0" fmla="*/ 157620 w 167267"/>
                <a:gd name="connsiteY0" fmla="*/ 12845 h 12759"/>
                <a:gd name="connsiteX1" fmla="*/ 167518 w 167267"/>
                <a:gd name="connsiteY1" fmla="*/ 6596 h 12759"/>
                <a:gd name="connsiteX2" fmla="*/ 157620 w 167267"/>
                <a:gd name="connsiteY2" fmla="*/ 86 h 12759"/>
                <a:gd name="connsiteX3" fmla="*/ 10148 w 167267"/>
                <a:gd name="connsiteY3" fmla="*/ 86 h 12759"/>
                <a:gd name="connsiteX4" fmla="*/ 251 w 167267"/>
                <a:gd name="connsiteY4" fmla="*/ 6336 h 12759"/>
                <a:gd name="connsiteX5" fmla="*/ 10148 w 167267"/>
                <a:gd name="connsiteY5" fmla="*/ 12845 h 12759"/>
                <a:gd name="connsiteX6" fmla="*/ 157620 w 167267"/>
                <a:gd name="connsiteY6" fmla="*/ 12845 h 12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267" h="12759">
                  <a:moveTo>
                    <a:pt x="157620" y="12845"/>
                  </a:moveTo>
                  <a:cubicBezTo>
                    <a:pt x="161579" y="12845"/>
                    <a:pt x="167518" y="12845"/>
                    <a:pt x="167518" y="6596"/>
                  </a:cubicBezTo>
                  <a:cubicBezTo>
                    <a:pt x="167518" y="86"/>
                    <a:pt x="161827" y="86"/>
                    <a:pt x="157620" y="86"/>
                  </a:cubicBezTo>
                  <a:lnTo>
                    <a:pt x="10148" y="86"/>
                  </a:lnTo>
                  <a:cubicBezTo>
                    <a:pt x="6189" y="86"/>
                    <a:pt x="251" y="86"/>
                    <a:pt x="251" y="6336"/>
                  </a:cubicBezTo>
                  <a:cubicBezTo>
                    <a:pt x="251" y="12845"/>
                    <a:pt x="5942" y="12845"/>
                    <a:pt x="10148" y="12845"/>
                  </a:cubicBezTo>
                  <a:lnTo>
                    <a:pt x="157620" y="12845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4340872-F688-44DD-9AFC-9C57C940C831}"/>
                </a:ext>
              </a:extLst>
            </p:cNvPr>
            <p:cNvSpPr/>
            <p:nvPr>
              <p:custDataLst>
                <p:tags r:id="rId225"/>
              </p:custDataLst>
            </p:nvPr>
          </p:nvSpPr>
          <p:spPr>
            <a:xfrm>
              <a:off x="12289188" y="5813371"/>
              <a:ext cx="90066" cy="172898"/>
            </a:xfrm>
            <a:custGeom>
              <a:avLst/>
              <a:gdLst>
                <a:gd name="connsiteX0" fmla="*/ 56177 w 90066"/>
                <a:gd name="connsiteY0" fmla="*/ 7377 h 172898"/>
                <a:gd name="connsiteX1" fmla="*/ 48754 w 90066"/>
                <a:gd name="connsiteY1" fmla="*/ 86 h 172898"/>
                <a:gd name="connsiteX2" fmla="*/ 257 w 90066"/>
                <a:gd name="connsiteY2" fmla="*/ 16751 h 172898"/>
                <a:gd name="connsiteX3" fmla="*/ 257 w 90066"/>
                <a:gd name="connsiteY3" fmla="*/ 26125 h 172898"/>
                <a:gd name="connsiteX4" fmla="*/ 36135 w 90066"/>
                <a:gd name="connsiteY4" fmla="*/ 18834 h 172898"/>
                <a:gd name="connsiteX5" fmla="*/ 36135 w 90066"/>
                <a:gd name="connsiteY5" fmla="*/ 151633 h 172898"/>
                <a:gd name="connsiteX6" fmla="*/ 11392 w 90066"/>
                <a:gd name="connsiteY6" fmla="*/ 163611 h 172898"/>
                <a:gd name="connsiteX7" fmla="*/ 1989 w 90066"/>
                <a:gd name="connsiteY7" fmla="*/ 163611 h 172898"/>
                <a:gd name="connsiteX8" fmla="*/ 1989 w 90066"/>
                <a:gd name="connsiteY8" fmla="*/ 172985 h 172898"/>
                <a:gd name="connsiteX9" fmla="*/ 46033 w 90066"/>
                <a:gd name="connsiteY9" fmla="*/ 171943 h 172898"/>
                <a:gd name="connsiteX10" fmla="*/ 90324 w 90066"/>
                <a:gd name="connsiteY10" fmla="*/ 172985 h 172898"/>
                <a:gd name="connsiteX11" fmla="*/ 90324 w 90066"/>
                <a:gd name="connsiteY11" fmla="*/ 163611 h 172898"/>
                <a:gd name="connsiteX12" fmla="*/ 80921 w 90066"/>
                <a:gd name="connsiteY12" fmla="*/ 163611 h 172898"/>
                <a:gd name="connsiteX13" fmla="*/ 56177 w 90066"/>
                <a:gd name="connsiteY13" fmla="*/ 151633 h 172898"/>
                <a:gd name="connsiteX14" fmla="*/ 56177 w 90066"/>
                <a:gd name="connsiteY14" fmla="*/ 7377 h 17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066" h="172898">
                  <a:moveTo>
                    <a:pt x="56177" y="7377"/>
                  </a:moveTo>
                  <a:cubicBezTo>
                    <a:pt x="56177" y="347"/>
                    <a:pt x="55683" y="86"/>
                    <a:pt x="48754" y="86"/>
                  </a:cubicBezTo>
                  <a:cubicBezTo>
                    <a:pt x="32918" y="16491"/>
                    <a:pt x="10402" y="16751"/>
                    <a:pt x="257" y="16751"/>
                  </a:cubicBezTo>
                  <a:lnTo>
                    <a:pt x="257" y="26125"/>
                  </a:lnTo>
                  <a:cubicBezTo>
                    <a:pt x="6195" y="26125"/>
                    <a:pt x="22526" y="26125"/>
                    <a:pt x="36135" y="18834"/>
                  </a:cubicBezTo>
                  <a:lnTo>
                    <a:pt x="36135" y="151633"/>
                  </a:lnTo>
                  <a:cubicBezTo>
                    <a:pt x="36135" y="160226"/>
                    <a:pt x="36135" y="163611"/>
                    <a:pt x="11392" y="163611"/>
                  </a:cubicBezTo>
                  <a:lnTo>
                    <a:pt x="1989" y="163611"/>
                  </a:lnTo>
                  <a:lnTo>
                    <a:pt x="1989" y="172985"/>
                  </a:lnTo>
                  <a:cubicBezTo>
                    <a:pt x="6443" y="172724"/>
                    <a:pt x="36877" y="171943"/>
                    <a:pt x="46033" y="171943"/>
                  </a:cubicBezTo>
                  <a:cubicBezTo>
                    <a:pt x="53703" y="171943"/>
                    <a:pt x="84880" y="172724"/>
                    <a:pt x="90324" y="172985"/>
                  </a:cubicBezTo>
                  <a:lnTo>
                    <a:pt x="90324" y="163611"/>
                  </a:lnTo>
                  <a:lnTo>
                    <a:pt x="80921" y="163611"/>
                  </a:lnTo>
                  <a:cubicBezTo>
                    <a:pt x="56177" y="163611"/>
                    <a:pt x="56177" y="160226"/>
                    <a:pt x="56177" y="151633"/>
                  </a:cubicBezTo>
                  <a:lnTo>
                    <a:pt x="56177" y="7377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0BCB35A-610D-FF7E-E0D0-D4315503A5C3}"/>
                </a:ext>
              </a:extLst>
            </p:cNvPr>
            <p:cNvSpPr/>
            <p:nvPr>
              <p:custDataLst>
                <p:tags r:id="rId226"/>
              </p:custDataLst>
            </p:nvPr>
          </p:nvSpPr>
          <p:spPr>
            <a:xfrm>
              <a:off x="12428569" y="5651484"/>
              <a:ext cx="48426" cy="371985"/>
            </a:xfrm>
            <a:custGeom>
              <a:avLst/>
              <a:gdLst>
                <a:gd name="connsiteX0" fmla="*/ 48688 w 48426"/>
                <a:gd name="connsiteY0" fmla="*/ 85 h 371985"/>
                <a:gd name="connsiteX1" fmla="*/ 261 w 48426"/>
                <a:gd name="connsiteY1" fmla="*/ 85 h 371985"/>
                <a:gd name="connsiteX2" fmla="*/ 261 w 48426"/>
                <a:gd name="connsiteY2" fmla="*/ 14964 h 371985"/>
                <a:gd name="connsiteX3" fmla="*/ 34549 w 48426"/>
                <a:gd name="connsiteY3" fmla="*/ 14964 h 371985"/>
                <a:gd name="connsiteX4" fmla="*/ 34549 w 48426"/>
                <a:gd name="connsiteY4" fmla="*/ 357190 h 371985"/>
                <a:gd name="connsiteX5" fmla="*/ 261 w 48426"/>
                <a:gd name="connsiteY5" fmla="*/ 357190 h 371985"/>
                <a:gd name="connsiteX6" fmla="*/ 261 w 48426"/>
                <a:gd name="connsiteY6" fmla="*/ 372070 h 371985"/>
                <a:gd name="connsiteX7" fmla="*/ 48688 w 48426"/>
                <a:gd name="connsiteY7" fmla="*/ 372070 h 371985"/>
                <a:gd name="connsiteX8" fmla="*/ 48688 w 48426"/>
                <a:gd name="connsiteY8" fmla="*/ 85 h 37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26" h="371985">
                  <a:moveTo>
                    <a:pt x="48688" y="85"/>
                  </a:moveTo>
                  <a:lnTo>
                    <a:pt x="261" y="85"/>
                  </a:lnTo>
                  <a:lnTo>
                    <a:pt x="261" y="14964"/>
                  </a:lnTo>
                  <a:lnTo>
                    <a:pt x="34549" y="14964"/>
                  </a:lnTo>
                  <a:lnTo>
                    <a:pt x="34549" y="357190"/>
                  </a:lnTo>
                  <a:lnTo>
                    <a:pt x="261" y="357190"/>
                  </a:lnTo>
                  <a:lnTo>
                    <a:pt x="261" y="372070"/>
                  </a:lnTo>
                  <a:lnTo>
                    <a:pt x="48688" y="372070"/>
                  </a:lnTo>
                  <a:lnTo>
                    <a:pt x="48688" y="85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4D2BACEE-AD35-B84E-93EE-7C22FA21578D}"/>
                </a:ext>
              </a:extLst>
            </p:cNvPr>
            <p:cNvSpPr/>
            <p:nvPr>
              <p:custDataLst>
                <p:tags r:id="rId227"/>
              </p:custDataLst>
            </p:nvPr>
          </p:nvSpPr>
          <p:spPr>
            <a:xfrm>
              <a:off x="12617326" y="5713605"/>
              <a:ext cx="235064" cy="247742"/>
            </a:xfrm>
            <a:custGeom>
              <a:avLst/>
              <a:gdLst>
                <a:gd name="connsiteX0" fmla="*/ 125045 w 235064"/>
                <a:gd name="connsiteY0" fmla="*/ 131395 h 247742"/>
                <a:gd name="connsiteX1" fmla="*/ 223666 w 235064"/>
                <a:gd name="connsiteY1" fmla="*/ 131395 h 247742"/>
                <a:gd name="connsiteX2" fmla="*/ 235331 w 235064"/>
                <a:gd name="connsiteY2" fmla="*/ 123956 h 247742"/>
                <a:gd name="connsiteX3" fmla="*/ 223666 w 235064"/>
                <a:gd name="connsiteY3" fmla="*/ 116516 h 247742"/>
                <a:gd name="connsiteX4" fmla="*/ 125045 w 235064"/>
                <a:gd name="connsiteY4" fmla="*/ 116516 h 247742"/>
                <a:gd name="connsiteX5" fmla="*/ 125045 w 235064"/>
                <a:gd name="connsiteY5" fmla="*/ 12360 h 247742"/>
                <a:gd name="connsiteX6" fmla="*/ 117975 w 235064"/>
                <a:gd name="connsiteY6" fmla="*/ 85 h 247742"/>
                <a:gd name="connsiteX7" fmla="*/ 110906 w 235064"/>
                <a:gd name="connsiteY7" fmla="*/ 12360 h 247742"/>
                <a:gd name="connsiteX8" fmla="*/ 110906 w 235064"/>
                <a:gd name="connsiteY8" fmla="*/ 116516 h 247742"/>
                <a:gd name="connsiteX9" fmla="*/ 11931 w 235064"/>
                <a:gd name="connsiteY9" fmla="*/ 116516 h 247742"/>
                <a:gd name="connsiteX10" fmla="*/ 266 w 235064"/>
                <a:gd name="connsiteY10" fmla="*/ 123956 h 247742"/>
                <a:gd name="connsiteX11" fmla="*/ 11931 w 235064"/>
                <a:gd name="connsiteY11" fmla="*/ 131395 h 247742"/>
                <a:gd name="connsiteX12" fmla="*/ 110906 w 235064"/>
                <a:gd name="connsiteY12" fmla="*/ 131395 h 247742"/>
                <a:gd name="connsiteX13" fmla="*/ 110906 w 235064"/>
                <a:gd name="connsiteY13" fmla="*/ 235551 h 247742"/>
                <a:gd name="connsiteX14" fmla="*/ 117975 w 235064"/>
                <a:gd name="connsiteY14" fmla="*/ 247827 h 247742"/>
                <a:gd name="connsiteX15" fmla="*/ 125045 w 235064"/>
                <a:gd name="connsiteY15" fmla="*/ 235551 h 247742"/>
                <a:gd name="connsiteX16" fmla="*/ 125045 w 235064"/>
                <a:gd name="connsiteY16" fmla="*/ 131395 h 247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064" h="247742">
                  <a:moveTo>
                    <a:pt x="125045" y="131395"/>
                  </a:moveTo>
                  <a:lnTo>
                    <a:pt x="223666" y="131395"/>
                  </a:lnTo>
                  <a:cubicBezTo>
                    <a:pt x="228615" y="131395"/>
                    <a:pt x="235331" y="131395"/>
                    <a:pt x="235331" y="123956"/>
                  </a:cubicBezTo>
                  <a:cubicBezTo>
                    <a:pt x="235331" y="116516"/>
                    <a:pt x="228615" y="116516"/>
                    <a:pt x="223666" y="116516"/>
                  </a:cubicBezTo>
                  <a:lnTo>
                    <a:pt x="125045" y="116516"/>
                  </a:lnTo>
                  <a:lnTo>
                    <a:pt x="125045" y="12360"/>
                  </a:lnTo>
                  <a:cubicBezTo>
                    <a:pt x="125045" y="7152"/>
                    <a:pt x="125045" y="85"/>
                    <a:pt x="117975" y="85"/>
                  </a:cubicBezTo>
                  <a:cubicBezTo>
                    <a:pt x="110906" y="85"/>
                    <a:pt x="110906" y="7152"/>
                    <a:pt x="110906" y="12360"/>
                  </a:cubicBezTo>
                  <a:lnTo>
                    <a:pt x="110906" y="116516"/>
                  </a:lnTo>
                  <a:lnTo>
                    <a:pt x="11931" y="116516"/>
                  </a:lnTo>
                  <a:cubicBezTo>
                    <a:pt x="6982" y="116516"/>
                    <a:pt x="266" y="116516"/>
                    <a:pt x="266" y="123956"/>
                  </a:cubicBezTo>
                  <a:cubicBezTo>
                    <a:pt x="266" y="131395"/>
                    <a:pt x="6982" y="131395"/>
                    <a:pt x="11931" y="131395"/>
                  </a:cubicBezTo>
                  <a:lnTo>
                    <a:pt x="110906" y="131395"/>
                  </a:lnTo>
                  <a:lnTo>
                    <a:pt x="110906" y="235551"/>
                  </a:lnTo>
                  <a:cubicBezTo>
                    <a:pt x="110906" y="240759"/>
                    <a:pt x="110906" y="247827"/>
                    <a:pt x="117975" y="247827"/>
                  </a:cubicBezTo>
                  <a:cubicBezTo>
                    <a:pt x="125045" y="247827"/>
                    <a:pt x="125045" y="240759"/>
                    <a:pt x="125045" y="235551"/>
                  </a:cubicBezTo>
                  <a:lnTo>
                    <a:pt x="125045" y="131395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009C3B-B506-A592-0D4A-9B68929D90B3}"/>
                </a:ext>
              </a:extLst>
            </p:cNvPr>
            <p:cNvSpPr/>
            <p:nvPr>
              <p:custDataLst>
                <p:tags r:id="rId228"/>
              </p:custDataLst>
            </p:nvPr>
          </p:nvSpPr>
          <p:spPr>
            <a:xfrm>
              <a:off x="12964089" y="5672315"/>
              <a:ext cx="199009" cy="260389"/>
            </a:xfrm>
            <a:custGeom>
              <a:avLst/>
              <a:gdLst>
                <a:gd name="connsiteX0" fmla="*/ 62842 w 199009"/>
                <a:gd name="connsiteY0" fmla="*/ 109076 h 260389"/>
                <a:gd name="connsiteX1" fmla="*/ 62842 w 199009"/>
                <a:gd name="connsiteY1" fmla="*/ 85 h 260389"/>
                <a:gd name="connsiteX2" fmla="*/ 276 w 199009"/>
                <a:gd name="connsiteY2" fmla="*/ 3061 h 260389"/>
                <a:gd name="connsiteX3" fmla="*/ 276 w 199009"/>
                <a:gd name="connsiteY3" fmla="*/ 20544 h 260389"/>
                <a:gd name="connsiteX4" fmla="*/ 24666 w 199009"/>
                <a:gd name="connsiteY4" fmla="*/ 35051 h 260389"/>
                <a:gd name="connsiteX5" fmla="*/ 24666 w 199009"/>
                <a:gd name="connsiteY5" fmla="*/ 258242 h 260389"/>
                <a:gd name="connsiteX6" fmla="*/ 41280 w 199009"/>
                <a:gd name="connsiteY6" fmla="*/ 258242 h 260389"/>
                <a:gd name="connsiteX7" fmla="*/ 58601 w 199009"/>
                <a:gd name="connsiteY7" fmla="*/ 237411 h 260389"/>
                <a:gd name="connsiteX8" fmla="*/ 110209 w 199009"/>
                <a:gd name="connsiteY8" fmla="*/ 260474 h 260389"/>
                <a:gd name="connsiteX9" fmla="*/ 199286 w 199009"/>
                <a:gd name="connsiteY9" fmla="*/ 175290 h 260389"/>
                <a:gd name="connsiteX10" fmla="*/ 114804 w 199009"/>
                <a:gd name="connsiteY10" fmla="*/ 90849 h 260389"/>
                <a:gd name="connsiteX11" fmla="*/ 62842 w 199009"/>
                <a:gd name="connsiteY11" fmla="*/ 109076 h 260389"/>
                <a:gd name="connsiteX12" fmla="*/ 64963 w 199009"/>
                <a:gd name="connsiteY12" fmla="*/ 221416 h 260389"/>
                <a:gd name="connsiteX13" fmla="*/ 64963 w 199009"/>
                <a:gd name="connsiteY13" fmla="*/ 128048 h 260389"/>
                <a:gd name="connsiteX14" fmla="*/ 110916 w 199009"/>
                <a:gd name="connsiteY14" fmla="*/ 104240 h 260389"/>
                <a:gd name="connsiteX15" fmla="*/ 154040 w 199009"/>
                <a:gd name="connsiteY15" fmla="*/ 175290 h 260389"/>
                <a:gd name="connsiteX16" fmla="*/ 144850 w 199009"/>
                <a:gd name="connsiteY16" fmla="*/ 227740 h 260389"/>
                <a:gd name="connsiteX17" fmla="*/ 107027 w 199009"/>
                <a:gd name="connsiteY17" fmla="*/ 247083 h 260389"/>
                <a:gd name="connsiteX18" fmla="*/ 64963 w 199009"/>
                <a:gd name="connsiteY18" fmla="*/ 221416 h 2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009" h="260389">
                  <a:moveTo>
                    <a:pt x="62842" y="109076"/>
                  </a:moveTo>
                  <a:lnTo>
                    <a:pt x="62842" y="85"/>
                  </a:lnTo>
                  <a:lnTo>
                    <a:pt x="276" y="3061"/>
                  </a:lnTo>
                  <a:lnTo>
                    <a:pt x="276" y="20544"/>
                  </a:lnTo>
                  <a:cubicBezTo>
                    <a:pt x="22192" y="20544"/>
                    <a:pt x="24666" y="20544"/>
                    <a:pt x="24666" y="35051"/>
                  </a:cubicBezTo>
                  <a:lnTo>
                    <a:pt x="24666" y="258242"/>
                  </a:lnTo>
                  <a:lnTo>
                    <a:pt x="41280" y="258242"/>
                  </a:lnTo>
                  <a:lnTo>
                    <a:pt x="58601" y="237411"/>
                  </a:lnTo>
                  <a:cubicBezTo>
                    <a:pt x="61428" y="240387"/>
                    <a:pt x="78749" y="260474"/>
                    <a:pt x="110209" y="260474"/>
                  </a:cubicBezTo>
                  <a:cubicBezTo>
                    <a:pt x="162877" y="260474"/>
                    <a:pt x="199286" y="226996"/>
                    <a:pt x="199286" y="175290"/>
                  </a:cubicBezTo>
                  <a:cubicBezTo>
                    <a:pt x="199286" y="125816"/>
                    <a:pt x="166059" y="90849"/>
                    <a:pt x="114804" y="90849"/>
                  </a:cubicBezTo>
                  <a:cubicBezTo>
                    <a:pt x="89000" y="90849"/>
                    <a:pt x="71326" y="101637"/>
                    <a:pt x="62842" y="109076"/>
                  </a:cubicBezTo>
                  <a:close/>
                  <a:moveTo>
                    <a:pt x="64963" y="221416"/>
                  </a:moveTo>
                  <a:lnTo>
                    <a:pt x="64963" y="128048"/>
                  </a:lnTo>
                  <a:cubicBezTo>
                    <a:pt x="74507" y="115028"/>
                    <a:pt x="91474" y="104240"/>
                    <a:pt x="110916" y="104240"/>
                  </a:cubicBezTo>
                  <a:cubicBezTo>
                    <a:pt x="154040" y="104240"/>
                    <a:pt x="154040" y="149251"/>
                    <a:pt x="154040" y="175290"/>
                  </a:cubicBezTo>
                  <a:cubicBezTo>
                    <a:pt x="154040" y="192773"/>
                    <a:pt x="154040" y="213232"/>
                    <a:pt x="144850" y="227740"/>
                  </a:cubicBezTo>
                  <a:cubicBezTo>
                    <a:pt x="134599" y="242991"/>
                    <a:pt x="118339" y="247083"/>
                    <a:pt x="107027" y="247083"/>
                  </a:cubicBezTo>
                  <a:cubicBezTo>
                    <a:pt x="82284" y="247083"/>
                    <a:pt x="68498" y="226996"/>
                    <a:pt x="64963" y="221416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BC89DE7-2F26-B3D6-1AA5-C19BF35B35FA}"/>
                </a:ext>
              </a:extLst>
            </p:cNvPr>
            <p:cNvSpPr/>
            <p:nvPr>
              <p:custDataLst>
                <p:tags r:id="rId229"/>
              </p:custDataLst>
            </p:nvPr>
          </p:nvSpPr>
          <p:spPr>
            <a:xfrm>
              <a:off x="13172638" y="5802955"/>
              <a:ext cx="128419" cy="236433"/>
            </a:xfrm>
            <a:custGeom>
              <a:avLst/>
              <a:gdLst>
                <a:gd name="connsiteX0" fmla="*/ 80947 w 128419"/>
                <a:gd name="connsiteY0" fmla="*/ 80547 h 236433"/>
                <a:gd name="connsiteX1" fmla="*/ 104206 w 128419"/>
                <a:gd name="connsiteY1" fmla="*/ 80547 h 236433"/>
                <a:gd name="connsiteX2" fmla="*/ 111876 w 128419"/>
                <a:gd name="connsiteY2" fmla="*/ 74818 h 236433"/>
                <a:gd name="connsiteX3" fmla="*/ 104701 w 128419"/>
                <a:gd name="connsiteY3" fmla="*/ 71172 h 236433"/>
                <a:gd name="connsiteX4" fmla="*/ 82679 w 128419"/>
                <a:gd name="connsiteY4" fmla="*/ 71172 h 236433"/>
                <a:gd name="connsiteX5" fmla="*/ 89607 w 128419"/>
                <a:gd name="connsiteY5" fmla="*/ 32635 h 236433"/>
                <a:gd name="connsiteX6" fmla="*/ 104453 w 128419"/>
                <a:gd name="connsiteY6" fmla="*/ 7377 h 236433"/>
                <a:gd name="connsiteX7" fmla="*/ 115341 w 128419"/>
                <a:gd name="connsiteY7" fmla="*/ 11023 h 236433"/>
                <a:gd name="connsiteX8" fmla="*/ 107423 w 128419"/>
                <a:gd name="connsiteY8" fmla="*/ 23000 h 236433"/>
                <a:gd name="connsiteX9" fmla="*/ 116083 w 128419"/>
                <a:gd name="connsiteY9" fmla="*/ 31854 h 236433"/>
                <a:gd name="connsiteX10" fmla="*/ 128702 w 128419"/>
                <a:gd name="connsiteY10" fmla="*/ 17532 h 236433"/>
                <a:gd name="connsiteX11" fmla="*/ 104453 w 128419"/>
                <a:gd name="connsiteY11" fmla="*/ 86 h 236433"/>
                <a:gd name="connsiteX12" fmla="*/ 70307 w 128419"/>
                <a:gd name="connsiteY12" fmla="*/ 38884 h 236433"/>
                <a:gd name="connsiteX13" fmla="*/ 64369 w 128419"/>
                <a:gd name="connsiteY13" fmla="*/ 71172 h 236433"/>
                <a:gd name="connsiteX14" fmla="*/ 45563 w 128419"/>
                <a:gd name="connsiteY14" fmla="*/ 71172 h 236433"/>
                <a:gd name="connsiteX15" fmla="*/ 38140 w 128419"/>
                <a:gd name="connsiteY15" fmla="*/ 76901 h 236433"/>
                <a:gd name="connsiteX16" fmla="*/ 45069 w 128419"/>
                <a:gd name="connsiteY16" fmla="*/ 80547 h 236433"/>
                <a:gd name="connsiteX17" fmla="*/ 62637 w 128419"/>
                <a:gd name="connsiteY17" fmla="*/ 80547 h 236433"/>
                <a:gd name="connsiteX18" fmla="*/ 46553 w 128419"/>
                <a:gd name="connsiteY18" fmla="*/ 172985 h 236433"/>
                <a:gd name="connsiteX19" fmla="*/ 24036 w 128419"/>
                <a:gd name="connsiteY19" fmla="*/ 229229 h 236433"/>
                <a:gd name="connsiteX20" fmla="*/ 13644 w 128419"/>
                <a:gd name="connsiteY20" fmla="*/ 225323 h 236433"/>
                <a:gd name="connsiteX21" fmla="*/ 21562 w 128419"/>
                <a:gd name="connsiteY21" fmla="*/ 213606 h 236433"/>
                <a:gd name="connsiteX22" fmla="*/ 12902 w 128419"/>
                <a:gd name="connsiteY22" fmla="*/ 204752 h 236433"/>
                <a:gd name="connsiteX23" fmla="*/ 283 w 128419"/>
                <a:gd name="connsiteY23" fmla="*/ 219074 h 236433"/>
                <a:gd name="connsiteX24" fmla="*/ 23789 w 128419"/>
                <a:gd name="connsiteY24" fmla="*/ 236520 h 236433"/>
                <a:gd name="connsiteX25" fmla="*/ 60410 w 128419"/>
                <a:gd name="connsiteY25" fmla="*/ 190691 h 236433"/>
                <a:gd name="connsiteX26" fmla="*/ 66348 w 128419"/>
                <a:gd name="connsiteY26" fmla="*/ 164132 h 236433"/>
                <a:gd name="connsiteX27" fmla="*/ 80947 w 128419"/>
                <a:gd name="connsiteY27" fmla="*/ 80547 h 236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28419" h="236433">
                  <a:moveTo>
                    <a:pt x="80947" y="80547"/>
                  </a:moveTo>
                  <a:lnTo>
                    <a:pt x="104206" y="80547"/>
                  </a:lnTo>
                  <a:cubicBezTo>
                    <a:pt x="108660" y="80547"/>
                    <a:pt x="111876" y="80547"/>
                    <a:pt x="111876" y="74818"/>
                  </a:cubicBezTo>
                  <a:cubicBezTo>
                    <a:pt x="111876" y="71172"/>
                    <a:pt x="108412" y="71172"/>
                    <a:pt x="104701" y="71172"/>
                  </a:cubicBezTo>
                  <a:lnTo>
                    <a:pt x="82679" y="71172"/>
                  </a:lnTo>
                  <a:cubicBezTo>
                    <a:pt x="85401" y="53987"/>
                    <a:pt x="88370" y="38103"/>
                    <a:pt x="89607" y="32635"/>
                  </a:cubicBezTo>
                  <a:cubicBezTo>
                    <a:pt x="92082" y="19876"/>
                    <a:pt x="94556" y="7377"/>
                    <a:pt x="104453" y="7377"/>
                  </a:cubicBezTo>
                  <a:cubicBezTo>
                    <a:pt x="108412" y="7377"/>
                    <a:pt x="112371" y="8419"/>
                    <a:pt x="115341" y="11023"/>
                  </a:cubicBezTo>
                  <a:cubicBezTo>
                    <a:pt x="110639" y="13106"/>
                    <a:pt x="107423" y="17793"/>
                    <a:pt x="107423" y="23000"/>
                  </a:cubicBezTo>
                  <a:cubicBezTo>
                    <a:pt x="107423" y="30552"/>
                    <a:pt x="113361" y="31854"/>
                    <a:pt x="116083" y="31854"/>
                  </a:cubicBezTo>
                  <a:cubicBezTo>
                    <a:pt x="123258" y="31854"/>
                    <a:pt x="128702" y="25604"/>
                    <a:pt x="128702" y="17532"/>
                  </a:cubicBezTo>
                  <a:cubicBezTo>
                    <a:pt x="128702" y="6336"/>
                    <a:pt x="117320" y="86"/>
                    <a:pt x="104453" y="86"/>
                  </a:cubicBezTo>
                  <a:cubicBezTo>
                    <a:pt x="77483" y="86"/>
                    <a:pt x="71792" y="30812"/>
                    <a:pt x="70307" y="38884"/>
                  </a:cubicBezTo>
                  <a:lnTo>
                    <a:pt x="64369" y="71172"/>
                  </a:lnTo>
                  <a:lnTo>
                    <a:pt x="45563" y="71172"/>
                  </a:lnTo>
                  <a:cubicBezTo>
                    <a:pt x="41110" y="71172"/>
                    <a:pt x="38140" y="71172"/>
                    <a:pt x="38140" y="76901"/>
                  </a:cubicBezTo>
                  <a:cubicBezTo>
                    <a:pt x="38140" y="80547"/>
                    <a:pt x="41110" y="80547"/>
                    <a:pt x="45069" y="80547"/>
                  </a:cubicBezTo>
                  <a:lnTo>
                    <a:pt x="62637" y="80547"/>
                  </a:lnTo>
                  <a:lnTo>
                    <a:pt x="46553" y="172985"/>
                  </a:lnTo>
                  <a:cubicBezTo>
                    <a:pt x="36656" y="229229"/>
                    <a:pt x="29480" y="229229"/>
                    <a:pt x="24036" y="229229"/>
                  </a:cubicBezTo>
                  <a:cubicBezTo>
                    <a:pt x="23047" y="229229"/>
                    <a:pt x="17851" y="229229"/>
                    <a:pt x="13644" y="225323"/>
                  </a:cubicBezTo>
                  <a:cubicBezTo>
                    <a:pt x="21562" y="221938"/>
                    <a:pt x="21562" y="214647"/>
                    <a:pt x="21562" y="213606"/>
                  </a:cubicBezTo>
                  <a:cubicBezTo>
                    <a:pt x="21562" y="206054"/>
                    <a:pt x="15624" y="204752"/>
                    <a:pt x="12902" y="204752"/>
                  </a:cubicBezTo>
                  <a:cubicBezTo>
                    <a:pt x="5726" y="204752"/>
                    <a:pt x="283" y="211002"/>
                    <a:pt x="283" y="219074"/>
                  </a:cubicBezTo>
                  <a:cubicBezTo>
                    <a:pt x="283" y="230791"/>
                    <a:pt x="12407" y="236520"/>
                    <a:pt x="23789" y="236520"/>
                  </a:cubicBezTo>
                  <a:cubicBezTo>
                    <a:pt x="47543" y="236520"/>
                    <a:pt x="57193" y="203190"/>
                    <a:pt x="60410" y="190691"/>
                  </a:cubicBezTo>
                  <a:cubicBezTo>
                    <a:pt x="62637" y="181838"/>
                    <a:pt x="64864" y="172985"/>
                    <a:pt x="66348" y="164132"/>
                  </a:cubicBezTo>
                  <a:lnTo>
                    <a:pt x="80947" y="80547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69A7B92-1A0D-6FA8-C9D2-5FFB84EB06CA}"/>
                </a:ext>
              </a:extLst>
            </p:cNvPr>
            <p:cNvSpPr/>
            <p:nvPr>
              <p:custDataLst>
                <p:tags r:id="rId230"/>
              </p:custDataLst>
            </p:nvPr>
          </p:nvSpPr>
          <p:spPr>
            <a:xfrm>
              <a:off x="13305787" y="5651484"/>
              <a:ext cx="82007" cy="371985"/>
            </a:xfrm>
            <a:custGeom>
              <a:avLst/>
              <a:gdLst>
                <a:gd name="connsiteX0" fmla="*/ 82293 w 82007"/>
                <a:gd name="connsiteY0" fmla="*/ 186077 h 371985"/>
                <a:gd name="connsiteX1" fmla="*/ 58963 w 82007"/>
                <a:gd name="connsiteY1" fmla="*/ 70018 h 371985"/>
                <a:gd name="connsiteX2" fmla="*/ 3821 w 82007"/>
                <a:gd name="connsiteY2" fmla="*/ 85 h 371985"/>
                <a:gd name="connsiteX3" fmla="*/ 286 w 82007"/>
                <a:gd name="connsiteY3" fmla="*/ 3805 h 371985"/>
                <a:gd name="connsiteX4" fmla="*/ 7002 w 82007"/>
                <a:gd name="connsiteY4" fmla="*/ 12360 h 371985"/>
                <a:gd name="connsiteX5" fmla="*/ 61791 w 82007"/>
                <a:gd name="connsiteY5" fmla="*/ 186077 h 371985"/>
                <a:gd name="connsiteX6" fmla="*/ 4881 w 82007"/>
                <a:gd name="connsiteY6" fmla="*/ 362026 h 371985"/>
                <a:gd name="connsiteX7" fmla="*/ 286 w 82007"/>
                <a:gd name="connsiteY7" fmla="*/ 368350 h 371985"/>
                <a:gd name="connsiteX8" fmla="*/ 3821 w 82007"/>
                <a:gd name="connsiteY8" fmla="*/ 372070 h 371985"/>
                <a:gd name="connsiteX9" fmla="*/ 60024 w 82007"/>
                <a:gd name="connsiteY9" fmla="*/ 299533 h 371985"/>
                <a:gd name="connsiteX10" fmla="*/ 82293 w 82007"/>
                <a:gd name="connsiteY10" fmla="*/ 186077 h 37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07" h="371985">
                  <a:moveTo>
                    <a:pt x="82293" y="186077"/>
                  </a:moveTo>
                  <a:cubicBezTo>
                    <a:pt x="82293" y="157062"/>
                    <a:pt x="78405" y="112052"/>
                    <a:pt x="58963" y="70018"/>
                  </a:cubicBezTo>
                  <a:cubicBezTo>
                    <a:pt x="37755" y="24264"/>
                    <a:pt x="7355" y="85"/>
                    <a:pt x="3821" y="85"/>
                  </a:cubicBezTo>
                  <a:cubicBezTo>
                    <a:pt x="1700" y="85"/>
                    <a:pt x="286" y="1573"/>
                    <a:pt x="286" y="3805"/>
                  </a:cubicBezTo>
                  <a:cubicBezTo>
                    <a:pt x="286" y="4920"/>
                    <a:pt x="286" y="5664"/>
                    <a:pt x="7002" y="12360"/>
                  </a:cubicBezTo>
                  <a:cubicBezTo>
                    <a:pt x="41643" y="49187"/>
                    <a:pt x="61791" y="108332"/>
                    <a:pt x="61791" y="186077"/>
                  </a:cubicBezTo>
                  <a:cubicBezTo>
                    <a:pt x="61791" y="249687"/>
                    <a:pt x="48713" y="315156"/>
                    <a:pt x="4881" y="362026"/>
                  </a:cubicBezTo>
                  <a:cubicBezTo>
                    <a:pt x="286" y="366490"/>
                    <a:pt x="286" y="367234"/>
                    <a:pt x="286" y="368350"/>
                  </a:cubicBezTo>
                  <a:cubicBezTo>
                    <a:pt x="286" y="370582"/>
                    <a:pt x="1700" y="372070"/>
                    <a:pt x="3821" y="372070"/>
                  </a:cubicBezTo>
                  <a:cubicBezTo>
                    <a:pt x="7355" y="372070"/>
                    <a:pt x="39169" y="346775"/>
                    <a:pt x="60024" y="299533"/>
                  </a:cubicBezTo>
                  <a:cubicBezTo>
                    <a:pt x="78051" y="258614"/>
                    <a:pt x="82293" y="217324"/>
                    <a:pt x="82293" y="186077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27" name="Group 26" descr="\documentclass{article}&#10;\usepackage{amsmath,amssymb}&#10;\pagestyle{empty}&#10;\begin{document}&#10;&#10;\newcommand{\score}{\textrm{score}}&#10;\newcommand{\classify}{\textrm{classify}}&#10;\newcommand{\bx}{\mathbf{x}}&#10;&#10;\begin{align*}&#10;\mathbf{i}_t = \sigma\left(\mathbf{W}_\textit{i}[\mathbf{x}_t; \mathbf{h}_{t-1}] + \mathbf{b}_\textit{i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2A62ECAB-F5C4-1DB4-0A3A-7171E88C476F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941308" y="3376358"/>
            <a:ext cx="3905552" cy="345414"/>
            <a:chOff x="9620076" y="5615807"/>
            <a:chExt cx="3905552" cy="345414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5FE34B94-5410-7AD6-1097-549D53794E81}"/>
                </a:ext>
              </a:extLst>
            </p:cNvPr>
            <p:cNvSpPr/>
            <p:nvPr>
              <p:custDataLst>
                <p:tags r:id="rId191"/>
              </p:custDataLst>
            </p:nvPr>
          </p:nvSpPr>
          <p:spPr>
            <a:xfrm>
              <a:off x="9620076" y="5634805"/>
              <a:ext cx="84481" cy="240063"/>
            </a:xfrm>
            <a:custGeom>
              <a:avLst/>
              <a:gdLst>
                <a:gd name="connsiteX0" fmla="*/ 62744 w 84481"/>
                <a:gd name="connsiteY0" fmla="*/ 84711 h 240063"/>
                <a:gd name="connsiteX1" fmla="*/ 1238 w 84481"/>
                <a:gd name="connsiteY1" fmla="*/ 87475 h 240063"/>
                <a:gd name="connsiteX2" fmla="*/ 1238 w 84481"/>
                <a:gd name="connsiteY2" fmla="*/ 103709 h 240063"/>
                <a:gd name="connsiteX3" fmla="*/ 24568 w 84481"/>
                <a:gd name="connsiteY3" fmla="*/ 117180 h 240063"/>
                <a:gd name="connsiteX4" fmla="*/ 24568 w 84481"/>
                <a:gd name="connsiteY4" fmla="*/ 223913 h 240063"/>
                <a:gd name="connsiteX5" fmla="*/ 178 w 84481"/>
                <a:gd name="connsiteY5" fmla="*/ 223913 h 240063"/>
                <a:gd name="connsiteX6" fmla="*/ 178 w 84481"/>
                <a:gd name="connsiteY6" fmla="*/ 240148 h 240063"/>
                <a:gd name="connsiteX7" fmla="*/ 43302 w 84481"/>
                <a:gd name="connsiteY7" fmla="*/ 239112 h 240063"/>
                <a:gd name="connsiteX8" fmla="*/ 84660 w 84481"/>
                <a:gd name="connsiteY8" fmla="*/ 240148 h 240063"/>
                <a:gd name="connsiteX9" fmla="*/ 84660 w 84481"/>
                <a:gd name="connsiteY9" fmla="*/ 223913 h 240063"/>
                <a:gd name="connsiteX10" fmla="*/ 62744 w 84481"/>
                <a:gd name="connsiteY10" fmla="*/ 223913 h 240063"/>
                <a:gd name="connsiteX11" fmla="*/ 62744 w 84481"/>
                <a:gd name="connsiteY11" fmla="*/ 84711 h 240063"/>
                <a:gd name="connsiteX12" fmla="*/ 66279 w 84481"/>
                <a:gd name="connsiteY12" fmla="*/ 27027 h 240063"/>
                <a:gd name="connsiteX13" fmla="*/ 38707 w 84481"/>
                <a:gd name="connsiteY13" fmla="*/ 85 h 240063"/>
                <a:gd name="connsiteX14" fmla="*/ 11136 w 84481"/>
                <a:gd name="connsiteY14" fmla="*/ 27027 h 240063"/>
                <a:gd name="connsiteX15" fmla="*/ 38707 w 84481"/>
                <a:gd name="connsiteY15" fmla="*/ 53969 h 240063"/>
                <a:gd name="connsiteX16" fmla="*/ 66279 w 84481"/>
                <a:gd name="connsiteY16" fmla="*/ 27027 h 240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4481" h="240063">
                  <a:moveTo>
                    <a:pt x="62744" y="84711"/>
                  </a:moveTo>
                  <a:lnTo>
                    <a:pt x="1238" y="87475"/>
                  </a:lnTo>
                  <a:lnTo>
                    <a:pt x="1238" y="103709"/>
                  </a:lnTo>
                  <a:cubicBezTo>
                    <a:pt x="22094" y="103709"/>
                    <a:pt x="24568" y="103709"/>
                    <a:pt x="24568" y="117180"/>
                  </a:cubicBezTo>
                  <a:lnTo>
                    <a:pt x="24568" y="223913"/>
                  </a:lnTo>
                  <a:lnTo>
                    <a:pt x="178" y="223913"/>
                  </a:lnTo>
                  <a:lnTo>
                    <a:pt x="178" y="240148"/>
                  </a:lnTo>
                  <a:cubicBezTo>
                    <a:pt x="11136" y="239802"/>
                    <a:pt x="28456" y="239112"/>
                    <a:pt x="43302" y="239112"/>
                  </a:cubicBezTo>
                  <a:cubicBezTo>
                    <a:pt x="53907" y="239112"/>
                    <a:pt x="71934" y="239802"/>
                    <a:pt x="84660" y="240148"/>
                  </a:cubicBezTo>
                  <a:lnTo>
                    <a:pt x="84660" y="223913"/>
                  </a:lnTo>
                  <a:lnTo>
                    <a:pt x="62744" y="223913"/>
                  </a:lnTo>
                  <a:lnTo>
                    <a:pt x="62744" y="84711"/>
                  </a:lnTo>
                  <a:close/>
                  <a:moveTo>
                    <a:pt x="66279" y="27027"/>
                  </a:moveTo>
                  <a:cubicBezTo>
                    <a:pt x="66279" y="11829"/>
                    <a:pt x="53553" y="85"/>
                    <a:pt x="38707" y="85"/>
                  </a:cubicBezTo>
                  <a:cubicBezTo>
                    <a:pt x="23508" y="85"/>
                    <a:pt x="11136" y="12174"/>
                    <a:pt x="11136" y="27027"/>
                  </a:cubicBezTo>
                  <a:cubicBezTo>
                    <a:pt x="11136" y="41880"/>
                    <a:pt x="23508" y="53969"/>
                    <a:pt x="38707" y="53969"/>
                  </a:cubicBezTo>
                  <a:cubicBezTo>
                    <a:pt x="53553" y="53969"/>
                    <a:pt x="66279" y="42225"/>
                    <a:pt x="66279" y="27027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1F369E7-96D9-5432-3438-38F6A9C2A478}"/>
                </a:ext>
              </a:extLst>
            </p:cNvPr>
            <p:cNvSpPr/>
            <p:nvPr>
              <p:custDataLst>
                <p:tags r:id="rId192"/>
              </p:custDataLst>
            </p:nvPr>
          </p:nvSpPr>
          <p:spPr>
            <a:xfrm>
              <a:off x="9726772" y="5775561"/>
              <a:ext cx="83633" cy="153536"/>
            </a:xfrm>
            <a:custGeom>
              <a:avLst/>
              <a:gdLst>
                <a:gd name="connsiteX0" fmla="*/ 50658 w 83633"/>
                <a:gd name="connsiteY0" fmla="*/ 55698 h 153536"/>
                <a:gd name="connsiteX1" fmla="*/ 75897 w 83633"/>
                <a:gd name="connsiteY1" fmla="*/ 55698 h 153536"/>
                <a:gd name="connsiteX2" fmla="*/ 83815 w 83633"/>
                <a:gd name="connsiteY2" fmla="*/ 50379 h 153536"/>
                <a:gd name="connsiteX3" fmla="*/ 76391 w 83633"/>
                <a:gd name="connsiteY3" fmla="*/ 46993 h 153536"/>
                <a:gd name="connsiteX4" fmla="*/ 52885 w 83633"/>
                <a:gd name="connsiteY4" fmla="*/ 46993 h 153536"/>
                <a:gd name="connsiteX5" fmla="*/ 62040 w 83633"/>
                <a:gd name="connsiteY5" fmla="*/ 11209 h 153536"/>
                <a:gd name="connsiteX6" fmla="*/ 62782 w 83633"/>
                <a:gd name="connsiteY6" fmla="*/ 7823 h 153536"/>
                <a:gd name="connsiteX7" fmla="*/ 54370 w 83633"/>
                <a:gd name="connsiteY7" fmla="*/ 86 h 153536"/>
                <a:gd name="connsiteX8" fmla="*/ 42740 w 83633"/>
                <a:gd name="connsiteY8" fmla="*/ 10483 h 153536"/>
                <a:gd name="connsiteX9" fmla="*/ 33338 w 83633"/>
                <a:gd name="connsiteY9" fmla="*/ 46993 h 153536"/>
                <a:gd name="connsiteX10" fmla="*/ 8099 w 83633"/>
                <a:gd name="connsiteY10" fmla="*/ 46993 h 153536"/>
                <a:gd name="connsiteX11" fmla="*/ 181 w 83633"/>
                <a:gd name="connsiteY11" fmla="*/ 52313 h 153536"/>
                <a:gd name="connsiteX12" fmla="*/ 7604 w 83633"/>
                <a:gd name="connsiteY12" fmla="*/ 55698 h 153536"/>
                <a:gd name="connsiteX13" fmla="*/ 31111 w 83633"/>
                <a:gd name="connsiteY13" fmla="*/ 55698 h 153536"/>
                <a:gd name="connsiteX14" fmla="*/ 16512 w 83633"/>
                <a:gd name="connsiteY14" fmla="*/ 112760 h 153536"/>
                <a:gd name="connsiteX15" fmla="*/ 12800 w 83633"/>
                <a:gd name="connsiteY15" fmla="*/ 130653 h 153536"/>
                <a:gd name="connsiteX16" fmla="*/ 39276 w 83633"/>
                <a:gd name="connsiteY16" fmla="*/ 153623 h 153536"/>
                <a:gd name="connsiteX17" fmla="*/ 82330 w 83633"/>
                <a:gd name="connsiteY17" fmla="*/ 116629 h 153536"/>
                <a:gd name="connsiteX18" fmla="*/ 78371 w 83633"/>
                <a:gd name="connsiteY18" fmla="*/ 113486 h 153536"/>
                <a:gd name="connsiteX19" fmla="*/ 73175 w 83633"/>
                <a:gd name="connsiteY19" fmla="*/ 118080 h 153536"/>
                <a:gd name="connsiteX20" fmla="*/ 40018 w 83633"/>
                <a:gd name="connsiteY20" fmla="*/ 146853 h 153536"/>
                <a:gd name="connsiteX21" fmla="*/ 31358 w 83633"/>
                <a:gd name="connsiteY21" fmla="*/ 135005 h 153536"/>
                <a:gd name="connsiteX22" fmla="*/ 32843 w 83633"/>
                <a:gd name="connsiteY22" fmla="*/ 125092 h 153536"/>
                <a:gd name="connsiteX23" fmla="*/ 50658 w 83633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33" h="153536">
                  <a:moveTo>
                    <a:pt x="50658" y="55698"/>
                  </a:moveTo>
                  <a:lnTo>
                    <a:pt x="75897" y="55698"/>
                  </a:lnTo>
                  <a:cubicBezTo>
                    <a:pt x="80598" y="55698"/>
                    <a:pt x="83815" y="55698"/>
                    <a:pt x="83815" y="50379"/>
                  </a:cubicBezTo>
                  <a:cubicBezTo>
                    <a:pt x="83815" y="46993"/>
                    <a:pt x="80598" y="46993"/>
                    <a:pt x="76391" y="46993"/>
                  </a:cubicBezTo>
                  <a:lnTo>
                    <a:pt x="52885" y="46993"/>
                  </a:lnTo>
                  <a:lnTo>
                    <a:pt x="62040" y="11209"/>
                  </a:lnTo>
                  <a:cubicBezTo>
                    <a:pt x="62288" y="10000"/>
                    <a:pt x="62782" y="8791"/>
                    <a:pt x="62782" y="7823"/>
                  </a:cubicBezTo>
                  <a:cubicBezTo>
                    <a:pt x="62782" y="3471"/>
                    <a:pt x="59318" y="86"/>
                    <a:pt x="54370" y="86"/>
                  </a:cubicBezTo>
                  <a:cubicBezTo>
                    <a:pt x="48184" y="86"/>
                    <a:pt x="44472" y="4197"/>
                    <a:pt x="42740" y="10483"/>
                  </a:cubicBezTo>
                  <a:cubicBezTo>
                    <a:pt x="41008" y="16528"/>
                    <a:pt x="44225" y="4922"/>
                    <a:pt x="33338" y="46993"/>
                  </a:cubicBezTo>
                  <a:lnTo>
                    <a:pt x="8099" y="46993"/>
                  </a:lnTo>
                  <a:cubicBezTo>
                    <a:pt x="3398" y="46993"/>
                    <a:pt x="181" y="46993"/>
                    <a:pt x="181" y="52313"/>
                  </a:cubicBezTo>
                  <a:cubicBezTo>
                    <a:pt x="181" y="55698"/>
                    <a:pt x="3150" y="55698"/>
                    <a:pt x="7604" y="55698"/>
                  </a:cubicBezTo>
                  <a:lnTo>
                    <a:pt x="31111" y="55698"/>
                  </a:lnTo>
                  <a:lnTo>
                    <a:pt x="16512" y="112760"/>
                  </a:lnTo>
                  <a:cubicBezTo>
                    <a:pt x="15027" y="118805"/>
                    <a:pt x="12800" y="127510"/>
                    <a:pt x="12800" y="130653"/>
                  </a:cubicBezTo>
                  <a:cubicBezTo>
                    <a:pt x="12800" y="144919"/>
                    <a:pt x="25172" y="153623"/>
                    <a:pt x="39276" y="153623"/>
                  </a:cubicBezTo>
                  <a:cubicBezTo>
                    <a:pt x="66741" y="153623"/>
                    <a:pt x="82330" y="119772"/>
                    <a:pt x="82330" y="116629"/>
                  </a:cubicBezTo>
                  <a:cubicBezTo>
                    <a:pt x="82330" y="113486"/>
                    <a:pt x="79113" y="113486"/>
                    <a:pt x="78371" y="113486"/>
                  </a:cubicBezTo>
                  <a:cubicBezTo>
                    <a:pt x="75402" y="113486"/>
                    <a:pt x="75154" y="113969"/>
                    <a:pt x="73175" y="118080"/>
                  </a:cubicBezTo>
                  <a:cubicBezTo>
                    <a:pt x="66247" y="133313"/>
                    <a:pt x="53627" y="146853"/>
                    <a:pt x="40018" y="146853"/>
                  </a:cubicBezTo>
                  <a:cubicBezTo>
                    <a:pt x="34822" y="146853"/>
                    <a:pt x="31358" y="143710"/>
                    <a:pt x="31358" y="135005"/>
                  </a:cubicBezTo>
                  <a:cubicBezTo>
                    <a:pt x="31358" y="132587"/>
                    <a:pt x="32348" y="127510"/>
                    <a:pt x="32843" y="125092"/>
                  </a:cubicBezTo>
                  <a:lnTo>
                    <a:pt x="50658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9182932-B9C4-C79D-FDBC-989C1862F946}"/>
                </a:ext>
              </a:extLst>
            </p:cNvPr>
            <p:cNvSpPr/>
            <p:nvPr>
              <p:custDataLst>
                <p:tags r:id="rId193"/>
              </p:custDataLst>
            </p:nvPr>
          </p:nvSpPr>
          <p:spPr>
            <a:xfrm>
              <a:off x="9958816" y="5748101"/>
              <a:ext cx="235064" cy="80827"/>
            </a:xfrm>
            <a:custGeom>
              <a:avLst/>
              <a:gdLst>
                <a:gd name="connsiteX0" fmla="*/ 223234 w 235064"/>
                <a:gd name="connsiteY0" fmla="*/ 13901 h 80827"/>
                <a:gd name="connsiteX1" fmla="*/ 235252 w 235064"/>
                <a:gd name="connsiteY1" fmla="*/ 6993 h 80827"/>
                <a:gd name="connsiteX2" fmla="*/ 223587 w 235064"/>
                <a:gd name="connsiteY2" fmla="*/ 85 h 80827"/>
                <a:gd name="connsiteX3" fmla="*/ 11852 w 235064"/>
                <a:gd name="connsiteY3" fmla="*/ 85 h 80827"/>
                <a:gd name="connsiteX4" fmla="*/ 187 w 235064"/>
                <a:gd name="connsiteY4" fmla="*/ 6993 h 80827"/>
                <a:gd name="connsiteX5" fmla="*/ 12206 w 235064"/>
                <a:gd name="connsiteY5" fmla="*/ 13901 h 80827"/>
                <a:gd name="connsiteX6" fmla="*/ 223234 w 235064"/>
                <a:gd name="connsiteY6" fmla="*/ 13901 h 80827"/>
                <a:gd name="connsiteX7" fmla="*/ 223587 w 235064"/>
                <a:gd name="connsiteY7" fmla="*/ 80912 h 80827"/>
                <a:gd name="connsiteX8" fmla="*/ 235252 w 235064"/>
                <a:gd name="connsiteY8" fmla="*/ 74003 h 80827"/>
                <a:gd name="connsiteX9" fmla="*/ 223234 w 235064"/>
                <a:gd name="connsiteY9" fmla="*/ 67095 h 80827"/>
                <a:gd name="connsiteX10" fmla="*/ 12206 w 235064"/>
                <a:gd name="connsiteY10" fmla="*/ 67095 h 80827"/>
                <a:gd name="connsiteX11" fmla="*/ 187 w 235064"/>
                <a:gd name="connsiteY11" fmla="*/ 74003 h 80827"/>
                <a:gd name="connsiteX12" fmla="*/ 11852 w 235064"/>
                <a:gd name="connsiteY12" fmla="*/ 80912 h 80827"/>
                <a:gd name="connsiteX13" fmla="*/ 223587 w 235064"/>
                <a:gd name="connsiteY13" fmla="*/ 80912 h 8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064" h="80827">
                  <a:moveTo>
                    <a:pt x="223234" y="13901"/>
                  </a:moveTo>
                  <a:cubicBezTo>
                    <a:pt x="228536" y="13901"/>
                    <a:pt x="235252" y="13901"/>
                    <a:pt x="235252" y="6993"/>
                  </a:cubicBezTo>
                  <a:cubicBezTo>
                    <a:pt x="235252" y="85"/>
                    <a:pt x="228536" y="85"/>
                    <a:pt x="223587" y="85"/>
                  </a:cubicBezTo>
                  <a:lnTo>
                    <a:pt x="11852" y="85"/>
                  </a:lnTo>
                  <a:cubicBezTo>
                    <a:pt x="6903" y="85"/>
                    <a:pt x="187" y="85"/>
                    <a:pt x="187" y="6993"/>
                  </a:cubicBezTo>
                  <a:cubicBezTo>
                    <a:pt x="187" y="13901"/>
                    <a:pt x="6903" y="13901"/>
                    <a:pt x="12206" y="13901"/>
                  </a:cubicBezTo>
                  <a:lnTo>
                    <a:pt x="223234" y="13901"/>
                  </a:lnTo>
                  <a:close/>
                  <a:moveTo>
                    <a:pt x="223587" y="80912"/>
                  </a:moveTo>
                  <a:cubicBezTo>
                    <a:pt x="228536" y="80912"/>
                    <a:pt x="235252" y="80912"/>
                    <a:pt x="235252" y="74003"/>
                  </a:cubicBezTo>
                  <a:cubicBezTo>
                    <a:pt x="235252" y="67095"/>
                    <a:pt x="228536" y="67095"/>
                    <a:pt x="223234" y="67095"/>
                  </a:cubicBezTo>
                  <a:lnTo>
                    <a:pt x="12206" y="67095"/>
                  </a:lnTo>
                  <a:cubicBezTo>
                    <a:pt x="6903" y="67095"/>
                    <a:pt x="187" y="67095"/>
                    <a:pt x="187" y="74003"/>
                  </a:cubicBezTo>
                  <a:cubicBezTo>
                    <a:pt x="187" y="80912"/>
                    <a:pt x="6903" y="80912"/>
                    <a:pt x="11852" y="80912"/>
                  </a:cubicBezTo>
                  <a:lnTo>
                    <a:pt x="223587" y="80912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7F5606B-67D4-8C7F-CCE9-1B775572510D}"/>
                </a:ext>
              </a:extLst>
            </p:cNvPr>
            <p:cNvSpPr/>
            <p:nvPr>
              <p:custDataLst>
                <p:tags r:id="rId194"/>
              </p:custDataLst>
            </p:nvPr>
          </p:nvSpPr>
          <p:spPr>
            <a:xfrm>
              <a:off x="10325570" y="5725995"/>
              <a:ext cx="186991" cy="152673"/>
            </a:xfrm>
            <a:custGeom>
              <a:avLst/>
              <a:gdLst>
                <a:gd name="connsiteX0" fmla="*/ 169869 w 186991"/>
                <a:gd name="connsiteY0" fmla="*/ 20119 h 152673"/>
                <a:gd name="connsiteX1" fmla="*/ 187189 w 186991"/>
                <a:gd name="connsiteY1" fmla="*/ 8375 h 152673"/>
                <a:gd name="connsiteX2" fmla="*/ 173403 w 186991"/>
                <a:gd name="connsiteY2" fmla="*/ 85 h 152673"/>
                <a:gd name="connsiteX3" fmla="*/ 92810 w 186991"/>
                <a:gd name="connsiteY3" fmla="*/ 85 h 152673"/>
                <a:gd name="connsiteX4" fmla="*/ 198 w 186991"/>
                <a:gd name="connsiteY4" fmla="*/ 98182 h 152673"/>
                <a:gd name="connsiteX5" fmla="*/ 53220 w 186991"/>
                <a:gd name="connsiteY5" fmla="*/ 152758 h 152673"/>
                <a:gd name="connsiteX6" fmla="*/ 141944 w 186991"/>
                <a:gd name="connsiteY6" fmla="*/ 57769 h 152673"/>
                <a:gd name="connsiteX7" fmla="*/ 130986 w 186991"/>
                <a:gd name="connsiteY7" fmla="*/ 20119 h 152673"/>
                <a:gd name="connsiteX8" fmla="*/ 169869 w 186991"/>
                <a:gd name="connsiteY8" fmla="*/ 20119 h 152673"/>
                <a:gd name="connsiteX9" fmla="*/ 53573 w 186991"/>
                <a:gd name="connsiteY9" fmla="*/ 145159 h 152673"/>
                <a:gd name="connsiteX10" fmla="*/ 22114 w 186991"/>
                <a:gd name="connsiteY10" fmla="*/ 107854 h 152673"/>
                <a:gd name="connsiteX11" fmla="*/ 38727 w 186991"/>
                <a:gd name="connsiteY11" fmla="*/ 48788 h 152673"/>
                <a:gd name="connsiteX12" fmla="*/ 86801 w 186991"/>
                <a:gd name="connsiteY12" fmla="*/ 20119 h 152673"/>
                <a:gd name="connsiteX13" fmla="*/ 119321 w 186991"/>
                <a:gd name="connsiteY13" fmla="*/ 53624 h 152673"/>
                <a:gd name="connsiteX14" fmla="*/ 100233 w 186991"/>
                <a:gd name="connsiteY14" fmla="*/ 115799 h 152673"/>
                <a:gd name="connsiteX15" fmla="*/ 53573 w 186991"/>
                <a:gd name="connsiteY15" fmla="*/ 145159 h 152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6991" h="152673">
                  <a:moveTo>
                    <a:pt x="169869" y="20119"/>
                  </a:moveTo>
                  <a:cubicBezTo>
                    <a:pt x="174464" y="20119"/>
                    <a:pt x="187189" y="20119"/>
                    <a:pt x="187189" y="8375"/>
                  </a:cubicBezTo>
                  <a:cubicBezTo>
                    <a:pt x="187189" y="85"/>
                    <a:pt x="179766" y="85"/>
                    <a:pt x="173403" y="85"/>
                  </a:cubicBezTo>
                  <a:lnTo>
                    <a:pt x="92810" y="85"/>
                  </a:lnTo>
                  <a:cubicBezTo>
                    <a:pt x="39434" y="85"/>
                    <a:pt x="198" y="57078"/>
                    <a:pt x="198" y="98182"/>
                  </a:cubicBezTo>
                  <a:cubicBezTo>
                    <a:pt x="198" y="128579"/>
                    <a:pt x="21053" y="152758"/>
                    <a:pt x="53220" y="152758"/>
                  </a:cubicBezTo>
                  <a:cubicBezTo>
                    <a:pt x="94931" y="152758"/>
                    <a:pt x="141944" y="110963"/>
                    <a:pt x="141944" y="57769"/>
                  </a:cubicBezTo>
                  <a:cubicBezTo>
                    <a:pt x="141944" y="51897"/>
                    <a:pt x="141944" y="35317"/>
                    <a:pt x="130986" y="20119"/>
                  </a:cubicBezTo>
                  <a:lnTo>
                    <a:pt x="169869" y="20119"/>
                  </a:lnTo>
                  <a:close/>
                  <a:moveTo>
                    <a:pt x="53573" y="145159"/>
                  </a:moveTo>
                  <a:cubicBezTo>
                    <a:pt x="36253" y="145159"/>
                    <a:pt x="22114" y="132724"/>
                    <a:pt x="22114" y="107854"/>
                  </a:cubicBezTo>
                  <a:cubicBezTo>
                    <a:pt x="22114" y="97492"/>
                    <a:pt x="26355" y="69168"/>
                    <a:pt x="38727" y="48788"/>
                  </a:cubicBezTo>
                  <a:cubicBezTo>
                    <a:pt x="53573" y="24955"/>
                    <a:pt x="74782" y="20119"/>
                    <a:pt x="86801" y="20119"/>
                  </a:cubicBezTo>
                  <a:cubicBezTo>
                    <a:pt x="116493" y="20119"/>
                    <a:pt x="119321" y="42916"/>
                    <a:pt x="119321" y="53624"/>
                  </a:cubicBezTo>
                  <a:cubicBezTo>
                    <a:pt x="119321" y="69858"/>
                    <a:pt x="112251" y="98182"/>
                    <a:pt x="100233" y="115799"/>
                  </a:cubicBezTo>
                  <a:cubicBezTo>
                    <a:pt x="86447" y="136178"/>
                    <a:pt x="67359" y="145159"/>
                    <a:pt x="53573" y="145159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F75505F4-EDE4-CAE5-B1DF-DD12679DB375}"/>
                </a:ext>
              </a:extLst>
            </p:cNvPr>
            <p:cNvSpPr/>
            <p:nvPr>
              <p:custDataLst>
                <p:tags r:id="rId195"/>
              </p:custDataLst>
            </p:nvPr>
          </p:nvSpPr>
          <p:spPr>
            <a:xfrm>
              <a:off x="10620711" y="5615807"/>
              <a:ext cx="82007" cy="345414"/>
            </a:xfrm>
            <a:custGeom>
              <a:avLst/>
              <a:gdLst>
                <a:gd name="connsiteX0" fmla="*/ 82213 w 82007"/>
                <a:gd name="connsiteY0" fmla="*/ 342045 h 345414"/>
                <a:gd name="connsiteX1" fmla="*/ 76204 w 82007"/>
                <a:gd name="connsiteY1" fmla="*/ 334446 h 345414"/>
                <a:gd name="connsiteX2" fmla="*/ 20707 w 82007"/>
                <a:gd name="connsiteY2" fmla="*/ 172792 h 345414"/>
                <a:gd name="connsiteX3" fmla="*/ 77618 w 82007"/>
                <a:gd name="connsiteY3" fmla="*/ 9411 h 345414"/>
                <a:gd name="connsiteX4" fmla="*/ 82213 w 82007"/>
                <a:gd name="connsiteY4" fmla="*/ 3539 h 345414"/>
                <a:gd name="connsiteX5" fmla="*/ 78678 w 82007"/>
                <a:gd name="connsiteY5" fmla="*/ 85 h 345414"/>
                <a:gd name="connsiteX6" fmla="*/ 22475 w 82007"/>
                <a:gd name="connsiteY6" fmla="*/ 67441 h 345414"/>
                <a:gd name="connsiteX7" fmla="*/ 206 w 82007"/>
                <a:gd name="connsiteY7" fmla="*/ 172792 h 345414"/>
                <a:gd name="connsiteX8" fmla="*/ 23535 w 82007"/>
                <a:gd name="connsiteY8" fmla="*/ 280561 h 345414"/>
                <a:gd name="connsiteX9" fmla="*/ 78678 w 82007"/>
                <a:gd name="connsiteY9" fmla="*/ 345499 h 345414"/>
                <a:gd name="connsiteX10" fmla="*/ 82213 w 82007"/>
                <a:gd name="connsiteY10" fmla="*/ 34204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07" h="345414">
                  <a:moveTo>
                    <a:pt x="82213" y="342045"/>
                  </a:moveTo>
                  <a:cubicBezTo>
                    <a:pt x="82213" y="341009"/>
                    <a:pt x="82213" y="340318"/>
                    <a:pt x="76204" y="334446"/>
                  </a:cubicBezTo>
                  <a:cubicBezTo>
                    <a:pt x="32019" y="290924"/>
                    <a:pt x="20707" y="225640"/>
                    <a:pt x="20707" y="172792"/>
                  </a:cubicBezTo>
                  <a:cubicBezTo>
                    <a:pt x="20707" y="112690"/>
                    <a:pt x="34140" y="52588"/>
                    <a:pt x="77618" y="9411"/>
                  </a:cubicBezTo>
                  <a:cubicBezTo>
                    <a:pt x="82213" y="5266"/>
                    <a:pt x="82213" y="4575"/>
                    <a:pt x="82213" y="3539"/>
                  </a:cubicBezTo>
                  <a:cubicBezTo>
                    <a:pt x="82213" y="1121"/>
                    <a:pt x="80799" y="85"/>
                    <a:pt x="78678" y="85"/>
                  </a:cubicBezTo>
                  <a:cubicBezTo>
                    <a:pt x="75143" y="85"/>
                    <a:pt x="43330" y="23573"/>
                    <a:pt x="22475" y="67441"/>
                  </a:cubicBezTo>
                  <a:cubicBezTo>
                    <a:pt x="4447" y="105436"/>
                    <a:pt x="206" y="143777"/>
                    <a:pt x="206" y="172792"/>
                  </a:cubicBezTo>
                  <a:cubicBezTo>
                    <a:pt x="206" y="199734"/>
                    <a:pt x="4094" y="241530"/>
                    <a:pt x="23535" y="280561"/>
                  </a:cubicBezTo>
                  <a:cubicBezTo>
                    <a:pt x="44744" y="323047"/>
                    <a:pt x="75143" y="345499"/>
                    <a:pt x="78678" y="345499"/>
                  </a:cubicBezTo>
                  <a:cubicBezTo>
                    <a:pt x="80799" y="345499"/>
                    <a:pt x="82213" y="344463"/>
                    <a:pt x="82213" y="342045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C970B2B6-9530-D08C-3967-139BCC544814}"/>
                </a:ext>
              </a:extLst>
            </p:cNvPr>
            <p:cNvSpPr/>
            <p:nvPr>
              <p:custDataLst>
                <p:tags r:id="rId196"/>
              </p:custDataLst>
            </p:nvPr>
          </p:nvSpPr>
          <p:spPr>
            <a:xfrm>
              <a:off x="10731665" y="5637914"/>
              <a:ext cx="402967" cy="239717"/>
            </a:xfrm>
            <a:custGeom>
              <a:avLst/>
              <a:gdLst>
                <a:gd name="connsiteX0" fmla="*/ 369597 w 402967"/>
                <a:gd name="connsiteY0" fmla="*/ 24609 h 239717"/>
                <a:gd name="connsiteX1" fmla="*/ 383029 w 402967"/>
                <a:gd name="connsiteY1" fmla="*/ 17010 h 239717"/>
                <a:gd name="connsiteX2" fmla="*/ 403177 w 402967"/>
                <a:gd name="connsiteY2" fmla="*/ 16319 h 239717"/>
                <a:gd name="connsiteX3" fmla="*/ 403177 w 402967"/>
                <a:gd name="connsiteY3" fmla="*/ 85 h 239717"/>
                <a:gd name="connsiteX4" fmla="*/ 365355 w 402967"/>
                <a:gd name="connsiteY4" fmla="*/ 1121 h 239717"/>
                <a:gd name="connsiteX5" fmla="*/ 317282 w 402967"/>
                <a:gd name="connsiteY5" fmla="*/ 85 h 239717"/>
                <a:gd name="connsiteX6" fmla="*/ 317282 w 402967"/>
                <a:gd name="connsiteY6" fmla="*/ 16319 h 239717"/>
                <a:gd name="connsiteX7" fmla="*/ 353337 w 402967"/>
                <a:gd name="connsiteY7" fmla="*/ 20119 h 239717"/>
                <a:gd name="connsiteX8" fmla="*/ 292538 w 402967"/>
                <a:gd name="connsiteY8" fmla="*/ 174519 h 239717"/>
                <a:gd name="connsiteX9" fmla="*/ 229972 w 402967"/>
                <a:gd name="connsiteY9" fmla="*/ 16319 h 239717"/>
                <a:gd name="connsiteX10" fmla="*/ 263906 w 402967"/>
                <a:gd name="connsiteY10" fmla="*/ 16319 h 239717"/>
                <a:gd name="connsiteX11" fmla="*/ 263906 w 402967"/>
                <a:gd name="connsiteY11" fmla="*/ 85 h 239717"/>
                <a:gd name="connsiteX12" fmla="*/ 202047 w 402967"/>
                <a:gd name="connsiteY12" fmla="*/ 1121 h 239717"/>
                <a:gd name="connsiteX13" fmla="*/ 147964 w 402967"/>
                <a:gd name="connsiteY13" fmla="*/ 85 h 239717"/>
                <a:gd name="connsiteX14" fmla="*/ 147964 w 402967"/>
                <a:gd name="connsiteY14" fmla="*/ 16319 h 239717"/>
                <a:gd name="connsiteX15" fmla="*/ 178364 w 402967"/>
                <a:gd name="connsiteY15" fmla="*/ 16319 h 239717"/>
                <a:gd name="connsiteX16" fmla="*/ 192856 w 402967"/>
                <a:gd name="connsiteY16" fmla="*/ 52933 h 239717"/>
                <a:gd name="connsiteX17" fmla="*/ 144783 w 402967"/>
                <a:gd name="connsiteY17" fmla="*/ 174519 h 239717"/>
                <a:gd name="connsiteX18" fmla="*/ 82217 w 402967"/>
                <a:gd name="connsiteY18" fmla="*/ 16319 h 239717"/>
                <a:gd name="connsiteX19" fmla="*/ 116151 w 402967"/>
                <a:gd name="connsiteY19" fmla="*/ 16319 h 239717"/>
                <a:gd name="connsiteX20" fmla="*/ 116151 w 402967"/>
                <a:gd name="connsiteY20" fmla="*/ 85 h 239717"/>
                <a:gd name="connsiteX21" fmla="*/ 54292 w 402967"/>
                <a:gd name="connsiteY21" fmla="*/ 1121 h 239717"/>
                <a:gd name="connsiteX22" fmla="*/ 209 w 402967"/>
                <a:gd name="connsiteY22" fmla="*/ 85 h 239717"/>
                <a:gd name="connsiteX23" fmla="*/ 209 w 402967"/>
                <a:gd name="connsiteY23" fmla="*/ 16319 h 239717"/>
                <a:gd name="connsiteX24" fmla="*/ 30609 w 402967"/>
                <a:gd name="connsiteY24" fmla="*/ 16319 h 239717"/>
                <a:gd name="connsiteX25" fmla="*/ 115444 w 402967"/>
                <a:gd name="connsiteY25" fmla="*/ 230822 h 239717"/>
                <a:gd name="connsiteX26" fmla="*/ 127816 w 402967"/>
                <a:gd name="connsiteY26" fmla="*/ 239802 h 239717"/>
                <a:gd name="connsiteX27" fmla="*/ 140188 w 402967"/>
                <a:gd name="connsiteY27" fmla="*/ 230822 h 239717"/>
                <a:gd name="connsiteX28" fmla="*/ 201693 w 402967"/>
                <a:gd name="connsiteY28" fmla="*/ 75385 h 239717"/>
                <a:gd name="connsiteX29" fmla="*/ 263199 w 402967"/>
                <a:gd name="connsiteY29" fmla="*/ 230822 h 239717"/>
                <a:gd name="connsiteX30" fmla="*/ 275571 w 402967"/>
                <a:gd name="connsiteY30" fmla="*/ 239802 h 239717"/>
                <a:gd name="connsiteX31" fmla="*/ 287943 w 402967"/>
                <a:gd name="connsiteY31" fmla="*/ 230822 h 239717"/>
                <a:gd name="connsiteX32" fmla="*/ 369597 w 402967"/>
                <a:gd name="connsiteY32" fmla="*/ 24609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2967" h="239717">
                  <a:moveTo>
                    <a:pt x="369597" y="24609"/>
                  </a:moveTo>
                  <a:cubicBezTo>
                    <a:pt x="371718" y="18737"/>
                    <a:pt x="372071" y="18046"/>
                    <a:pt x="383029" y="17010"/>
                  </a:cubicBezTo>
                  <a:cubicBezTo>
                    <a:pt x="390099" y="16319"/>
                    <a:pt x="397522" y="16319"/>
                    <a:pt x="403177" y="16319"/>
                  </a:cubicBezTo>
                  <a:lnTo>
                    <a:pt x="403177" y="85"/>
                  </a:lnTo>
                  <a:cubicBezTo>
                    <a:pt x="393633" y="430"/>
                    <a:pt x="381262" y="1121"/>
                    <a:pt x="365355" y="1121"/>
                  </a:cubicBezTo>
                  <a:cubicBezTo>
                    <a:pt x="351923" y="1121"/>
                    <a:pt x="330007" y="1121"/>
                    <a:pt x="317282" y="85"/>
                  </a:cubicBezTo>
                  <a:lnTo>
                    <a:pt x="317282" y="16319"/>
                  </a:lnTo>
                  <a:cubicBezTo>
                    <a:pt x="326119" y="16319"/>
                    <a:pt x="343086" y="16319"/>
                    <a:pt x="353337" y="20119"/>
                  </a:cubicBezTo>
                  <a:lnTo>
                    <a:pt x="292538" y="174519"/>
                  </a:lnTo>
                  <a:lnTo>
                    <a:pt x="229972" y="16319"/>
                  </a:lnTo>
                  <a:lnTo>
                    <a:pt x="263906" y="16319"/>
                  </a:lnTo>
                  <a:lnTo>
                    <a:pt x="263906" y="85"/>
                  </a:lnTo>
                  <a:cubicBezTo>
                    <a:pt x="250474" y="1121"/>
                    <a:pt x="217247" y="1121"/>
                    <a:pt x="202047" y="1121"/>
                  </a:cubicBezTo>
                  <a:cubicBezTo>
                    <a:pt x="188261" y="1121"/>
                    <a:pt x="160336" y="1121"/>
                    <a:pt x="147964" y="85"/>
                  </a:cubicBezTo>
                  <a:lnTo>
                    <a:pt x="147964" y="16319"/>
                  </a:lnTo>
                  <a:lnTo>
                    <a:pt x="178364" y="16319"/>
                  </a:lnTo>
                  <a:lnTo>
                    <a:pt x="192856" y="52933"/>
                  </a:lnTo>
                  <a:lnTo>
                    <a:pt x="144783" y="174519"/>
                  </a:lnTo>
                  <a:lnTo>
                    <a:pt x="82217" y="16319"/>
                  </a:lnTo>
                  <a:lnTo>
                    <a:pt x="116151" y="16319"/>
                  </a:lnTo>
                  <a:lnTo>
                    <a:pt x="116151" y="85"/>
                  </a:lnTo>
                  <a:cubicBezTo>
                    <a:pt x="102719" y="1121"/>
                    <a:pt x="69492" y="1121"/>
                    <a:pt x="54292" y="1121"/>
                  </a:cubicBezTo>
                  <a:cubicBezTo>
                    <a:pt x="40506" y="1121"/>
                    <a:pt x="12581" y="1121"/>
                    <a:pt x="209" y="85"/>
                  </a:cubicBezTo>
                  <a:lnTo>
                    <a:pt x="209" y="16319"/>
                  </a:lnTo>
                  <a:lnTo>
                    <a:pt x="30609" y="16319"/>
                  </a:lnTo>
                  <a:lnTo>
                    <a:pt x="115444" y="230822"/>
                  </a:lnTo>
                  <a:cubicBezTo>
                    <a:pt x="117565" y="236348"/>
                    <a:pt x="118979" y="239802"/>
                    <a:pt x="127816" y="239802"/>
                  </a:cubicBezTo>
                  <a:cubicBezTo>
                    <a:pt x="136653" y="239802"/>
                    <a:pt x="138067" y="236348"/>
                    <a:pt x="140188" y="230822"/>
                  </a:cubicBezTo>
                  <a:lnTo>
                    <a:pt x="201693" y="75385"/>
                  </a:lnTo>
                  <a:lnTo>
                    <a:pt x="263199" y="230822"/>
                  </a:lnTo>
                  <a:cubicBezTo>
                    <a:pt x="265320" y="236348"/>
                    <a:pt x="266734" y="239802"/>
                    <a:pt x="275571" y="239802"/>
                  </a:cubicBezTo>
                  <a:cubicBezTo>
                    <a:pt x="284408" y="239802"/>
                    <a:pt x="285822" y="236348"/>
                    <a:pt x="287943" y="230822"/>
                  </a:cubicBezTo>
                  <a:lnTo>
                    <a:pt x="369597" y="2460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9AFB563-3BB8-27C9-36E7-D9D0571175A7}"/>
                </a:ext>
              </a:extLst>
            </p:cNvPr>
            <p:cNvSpPr/>
            <p:nvPr>
              <p:custDataLst>
                <p:tags r:id="rId197"/>
              </p:custDataLst>
            </p:nvPr>
          </p:nvSpPr>
          <p:spPr>
            <a:xfrm>
              <a:off x="11165203" y="5767582"/>
              <a:ext cx="73736" cy="161515"/>
            </a:xfrm>
            <a:custGeom>
              <a:avLst/>
              <a:gdLst>
                <a:gd name="connsiteX0" fmla="*/ 66782 w 73736"/>
                <a:gd name="connsiteY0" fmla="*/ 8549 h 161515"/>
                <a:gd name="connsiteX1" fmla="*/ 58121 w 73736"/>
                <a:gd name="connsiteY1" fmla="*/ 86 h 161515"/>
                <a:gd name="connsiteX2" fmla="*/ 45750 w 73736"/>
                <a:gd name="connsiteY2" fmla="*/ 11692 h 161515"/>
                <a:gd name="connsiteX3" fmla="*/ 54657 w 73736"/>
                <a:gd name="connsiteY3" fmla="*/ 20155 h 161515"/>
                <a:gd name="connsiteX4" fmla="*/ 66782 w 73736"/>
                <a:gd name="connsiteY4" fmla="*/ 8549 h 161515"/>
                <a:gd name="connsiteX5" fmla="*/ 30656 w 73736"/>
                <a:gd name="connsiteY5" fmla="*/ 99462 h 161515"/>
                <a:gd name="connsiteX6" fmla="*/ 21996 w 73736"/>
                <a:gd name="connsiteY6" fmla="*/ 121948 h 161515"/>
                <a:gd name="connsiteX7" fmla="*/ 16057 w 73736"/>
                <a:gd name="connsiteY7" fmla="*/ 141292 h 161515"/>
                <a:gd name="connsiteX8" fmla="*/ 38079 w 73736"/>
                <a:gd name="connsiteY8" fmla="*/ 161602 h 161515"/>
                <a:gd name="connsiteX9" fmla="*/ 73957 w 73736"/>
                <a:gd name="connsiteY9" fmla="*/ 124608 h 161515"/>
                <a:gd name="connsiteX10" fmla="*/ 68761 w 73736"/>
                <a:gd name="connsiteY10" fmla="*/ 121465 h 161515"/>
                <a:gd name="connsiteX11" fmla="*/ 62823 w 73736"/>
                <a:gd name="connsiteY11" fmla="*/ 126543 h 161515"/>
                <a:gd name="connsiteX12" fmla="*/ 38821 w 73736"/>
                <a:gd name="connsiteY12" fmla="*/ 154832 h 161515"/>
                <a:gd name="connsiteX13" fmla="*/ 32883 w 73736"/>
                <a:gd name="connsiteY13" fmla="*/ 146611 h 161515"/>
                <a:gd name="connsiteX14" fmla="*/ 40306 w 73736"/>
                <a:gd name="connsiteY14" fmla="*/ 122674 h 161515"/>
                <a:gd name="connsiteX15" fmla="*/ 56637 w 73736"/>
                <a:gd name="connsiteY15" fmla="*/ 80844 h 161515"/>
                <a:gd name="connsiteX16" fmla="*/ 58121 w 73736"/>
                <a:gd name="connsiteY16" fmla="*/ 72865 h 161515"/>
                <a:gd name="connsiteX17" fmla="*/ 35852 w 73736"/>
                <a:gd name="connsiteY17" fmla="*/ 52555 h 161515"/>
                <a:gd name="connsiteX18" fmla="*/ 221 w 73736"/>
                <a:gd name="connsiteY18" fmla="*/ 89549 h 161515"/>
                <a:gd name="connsiteX19" fmla="*/ 5417 w 73736"/>
                <a:gd name="connsiteY19" fmla="*/ 92692 h 161515"/>
                <a:gd name="connsiteX20" fmla="*/ 10614 w 73736"/>
                <a:gd name="connsiteY20" fmla="*/ 89549 h 161515"/>
                <a:gd name="connsiteX21" fmla="*/ 35110 w 73736"/>
                <a:gd name="connsiteY21" fmla="*/ 59325 h 161515"/>
                <a:gd name="connsiteX22" fmla="*/ 41296 w 73736"/>
                <a:gd name="connsiteY22" fmla="*/ 67546 h 161515"/>
                <a:gd name="connsiteX23" fmla="*/ 37337 w 73736"/>
                <a:gd name="connsiteY23" fmla="*/ 82778 h 161515"/>
                <a:gd name="connsiteX24" fmla="*/ 30656 w 73736"/>
                <a:gd name="connsiteY24" fmla="*/ 99462 h 16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3736" h="161515">
                  <a:moveTo>
                    <a:pt x="66782" y="8549"/>
                  </a:moveTo>
                  <a:cubicBezTo>
                    <a:pt x="66782" y="3471"/>
                    <a:pt x="63070" y="86"/>
                    <a:pt x="58121" y="86"/>
                  </a:cubicBezTo>
                  <a:cubicBezTo>
                    <a:pt x="51193" y="86"/>
                    <a:pt x="45750" y="6373"/>
                    <a:pt x="45750" y="11692"/>
                  </a:cubicBezTo>
                  <a:cubicBezTo>
                    <a:pt x="45750" y="16044"/>
                    <a:pt x="48719" y="20155"/>
                    <a:pt x="54657" y="20155"/>
                  </a:cubicBezTo>
                  <a:cubicBezTo>
                    <a:pt x="60843" y="20155"/>
                    <a:pt x="66782" y="14352"/>
                    <a:pt x="66782" y="8549"/>
                  </a:cubicBezTo>
                  <a:close/>
                  <a:moveTo>
                    <a:pt x="30656" y="99462"/>
                  </a:moveTo>
                  <a:cubicBezTo>
                    <a:pt x="28924" y="104056"/>
                    <a:pt x="24470" y="115178"/>
                    <a:pt x="21996" y="121948"/>
                  </a:cubicBezTo>
                  <a:cubicBezTo>
                    <a:pt x="19521" y="128235"/>
                    <a:pt x="16057" y="136939"/>
                    <a:pt x="16057" y="141292"/>
                  </a:cubicBezTo>
                  <a:cubicBezTo>
                    <a:pt x="16057" y="152414"/>
                    <a:pt x="24965" y="161602"/>
                    <a:pt x="38079" y="161602"/>
                  </a:cubicBezTo>
                  <a:cubicBezTo>
                    <a:pt x="62823" y="161602"/>
                    <a:pt x="73957" y="128477"/>
                    <a:pt x="73957" y="124608"/>
                  </a:cubicBezTo>
                  <a:cubicBezTo>
                    <a:pt x="73957" y="121465"/>
                    <a:pt x="70741" y="121465"/>
                    <a:pt x="68761" y="121465"/>
                  </a:cubicBezTo>
                  <a:cubicBezTo>
                    <a:pt x="64307" y="121465"/>
                    <a:pt x="64060" y="122190"/>
                    <a:pt x="62823" y="126543"/>
                  </a:cubicBezTo>
                  <a:cubicBezTo>
                    <a:pt x="59606" y="138148"/>
                    <a:pt x="51441" y="154832"/>
                    <a:pt x="38821" y="154832"/>
                  </a:cubicBezTo>
                  <a:cubicBezTo>
                    <a:pt x="32883" y="154832"/>
                    <a:pt x="32883" y="149029"/>
                    <a:pt x="32883" y="146611"/>
                  </a:cubicBezTo>
                  <a:cubicBezTo>
                    <a:pt x="32883" y="140808"/>
                    <a:pt x="37089" y="130411"/>
                    <a:pt x="40306" y="122674"/>
                  </a:cubicBezTo>
                  <a:cubicBezTo>
                    <a:pt x="43028" y="115178"/>
                    <a:pt x="55400" y="84471"/>
                    <a:pt x="56637" y="80844"/>
                  </a:cubicBezTo>
                  <a:cubicBezTo>
                    <a:pt x="58121" y="76734"/>
                    <a:pt x="58121" y="76008"/>
                    <a:pt x="58121" y="72865"/>
                  </a:cubicBezTo>
                  <a:cubicBezTo>
                    <a:pt x="58121" y="61984"/>
                    <a:pt x="49461" y="52555"/>
                    <a:pt x="35852" y="52555"/>
                  </a:cubicBezTo>
                  <a:cubicBezTo>
                    <a:pt x="11603" y="52555"/>
                    <a:pt x="221" y="85196"/>
                    <a:pt x="221" y="89549"/>
                  </a:cubicBezTo>
                  <a:cubicBezTo>
                    <a:pt x="221" y="92692"/>
                    <a:pt x="3438" y="92692"/>
                    <a:pt x="5417" y="92692"/>
                  </a:cubicBezTo>
                  <a:cubicBezTo>
                    <a:pt x="8387" y="92692"/>
                    <a:pt x="9871" y="92692"/>
                    <a:pt x="10614" y="89549"/>
                  </a:cubicBezTo>
                  <a:cubicBezTo>
                    <a:pt x="18779" y="61501"/>
                    <a:pt x="30656" y="59325"/>
                    <a:pt x="35110" y="59325"/>
                  </a:cubicBezTo>
                  <a:cubicBezTo>
                    <a:pt x="38079" y="59325"/>
                    <a:pt x="41296" y="60050"/>
                    <a:pt x="41296" y="67546"/>
                  </a:cubicBezTo>
                  <a:cubicBezTo>
                    <a:pt x="41296" y="72865"/>
                    <a:pt x="39316" y="77701"/>
                    <a:pt x="37337" y="82778"/>
                  </a:cubicBezTo>
                  <a:lnTo>
                    <a:pt x="30656" y="99462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3E226E9D-494B-B327-143C-19B71267BCC2}"/>
                </a:ext>
              </a:extLst>
            </p:cNvPr>
            <p:cNvSpPr/>
            <p:nvPr>
              <p:custDataLst>
                <p:tags r:id="rId198"/>
              </p:custDataLst>
            </p:nvPr>
          </p:nvSpPr>
          <p:spPr>
            <a:xfrm>
              <a:off x="11293933" y="5615807"/>
              <a:ext cx="48426" cy="345414"/>
            </a:xfrm>
            <a:custGeom>
              <a:avLst/>
              <a:gdLst>
                <a:gd name="connsiteX0" fmla="*/ 48651 w 48426"/>
                <a:gd name="connsiteY0" fmla="*/ 345499 h 345414"/>
                <a:gd name="connsiteX1" fmla="*/ 48651 w 48426"/>
                <a:gd name="connsiteY1" fmla="*/ 331683 h 345414"/>
                <a:gd name="connsiteX2" fmla="*/ 14364 w 48426"/>
                <a:gd name="connsiteY2" fmla="*/ 331683 h 345414"/>
                <a:gd name="connsiteX3" fmla="*/ 14364 w 48426"/>
                <a:gd name="connsiteY3" fmla="*/ 13901 h 345414"/>
                <a:gd name="connsiteX4" fmla="*/ 48651 w 48426"/>
                <a:gd name="connsiteY4" fmla="*/ 13901 h 345414"/>
                <a:gd name="connsiteX5" fmla="*/ 48651 w 48426"/>
                <a:gd name="connsiteY5" fmla="*/ 85 h 345414"/>
                <a:gd name="connsiteX6" fmla="*/ 224 w 48426"/>
                <a:gd name="connsiteY6" fmla="*/ 85 h 345414"/>
                <a:gd name="connsiteX7" fmla="*/ 224 w 48426"/>
                <a:gd name="connsiteY7" fmla="*/ 345499 h 345414"/>
                <a:gd name="connsiteX8" fmla="*/ 48651 w 48426"/>
                <a:gd name="connsiteY8" fmla="*/ 345499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26" h="345414">
                  <a:moveTo>
                    <a:pt x="48651" y="345499"/>
                  </a:moveTo>
                  <a:lnTo>
                    <a:pt x="48651" y="331683"/>
                  </a:lnTo>
                  <a:lnTo>
                    <a:pt x="14364" y="331683"/>
                  </a:lnTo>
                  <a:lnTo>
                    <a:pt x="14364" y="13901"/>
                  </a:lnTo>
                  <a:lnTo>
                    <a:pt x="48651" y="13901"/>
                  </a:lnTo>
                  <a:lnTo>
                    <a:pt x="48651" y="85"/>
                  </a:lnTo>
                  <a:lnTo>
                    <a:pt x="224" y="85"/>
                  </a:lnTo>
                  <a:lnTo>
                    <a:pt x="224" y="345499"/>
                  </a:lnTo>
                  <a:lnTo>
                    <a:pt x="48651" y="34549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77FF576-1F65-6338-D49F-4D9D1FB2485D}"/>
                </a:ext>
              </a:extLst>
            </p:cNvPr>
            <p:cNvSpPr/>
            <p:nvPr>
              <p:custDataLst>
                <p:tags r:id="rId199"/>
              </p:custDataLst>
            </p:nvPr>
          </p:nvSpPr>
          <p:spPr>
            <a:xfrm>
              <a:off x="11358188" y="5721504"/>
              <a:ext cx="199009" cy="153364"/>
            </a:xfrm>
            <a:custGeom>
              <a:avLst/>
              <a:gdLst>
                <a:gd name="connsiteX0" fmla="*/ 114755 w 199009"/>
                <a:gd name="connsiteY0" fmla="*/ 68477 h 153364"/>
                <a:gd name="connsiteX1" fmla="*/ 156112 w 199009"/>
                <a:gd name="connsiteY1" fmla="*/ 23573 h 153364"/>
                <a:gd name="connsiteX2" fmla="*/ 192167 w 199009"/>
                <a:gd name="connsiteY2" fmla="*/ 16319 h 153364"/>
                <a:gd name="connsiteX3" fmla="*/ 192167 w 199009"/>
                <a:gd name="connsiteY3" fmla="*/ 85 h 153364"/>
                <a:gd name="connsiteX4" fmla="*/ 159647 w 199009"/>
                <a:gd name="connsiteY4" fmla="*/ 1121 h 153364"/>
                <a:gd name="connsiteX5" fmla="*/ 123238 w 199009"/>
                <a:gd name="connsiteY5" fmla="*/ 85 h 153364"/>
                <a:gd name="connsiteX6" fmla="*/ 123238 w 199009"/>
                <a:gd name="connsiteY6" fmla="*/ 16319 h 153364"/>
                <a:gd name="connsiteX7" fmla="*/ 136671 w 199009"/>
                <a:gd name="connsiteY7" fmla="*/ 19428 h 153364"/>
                <a:gd name="connsiteX8" fmla="*/ 133843 w 199009"/>
                <a:gd name="connsiteY8" fmla="*/ 23573 h 153364"/>
                <a:gd name="connsiteX9" fmla="*/ 104150 w 199009"/>
                <a:gd name="connsiteY9" fmla="*/ 56042 h 153364"/>
                <a:gd name="connsiteX10" fmla="*/ 69509 w 199009"/>
                <a:gd name="connsiteY10" fmla="*/ 16319 h 153364"/>
                <a:gd name="connsiteX11" fmla="*/ 83649 w 199009"/>
                <a:gd name="connsiteY11" fmla="*/ 16319 h 153364"/>
                <a:gd name="connsiteX12" fmla="*/ 83649 w 199009"/>
                <a:gd name="connsiteY12" fmla="*/ 85 h 153364"/>
                <a:gd name="connsiteX13" fmla="*/ 40877 w 199009"/>
                <a:gd name="connsiteY13" fmla="*/ 1121 h 153364"/>
                <a:gd name="connsiteX14" fmla="*/ 1994 w 199009"/>
                <a:gd name="connsiteY14" fmla="*/ 85 h 153364"/>
                <a:gd name="connsiteX15" fmla="*/ 1994 w 199009"/>
                <a:gd name="connsiteY15" fmla="*/ 16319 h 153364"/>
                <a:gd name="connsiteX16" fmla="*/ 27092 w 199009"/>
                <a:gd name="connsiteY16" fmla="*/ 16319 h 153364"/>
                <a:gd name="connsiteX17" fmla="*/ 82235 w 199009"/>
                <a:gd name="connsiteY17" fmla="*/ 79875 h 153364"/>
                <a:gd name="connsiteX18" fmla="*/ 35929 w 199009"/>
                <a:gd name="connsiteY18" fmla="*/ 130651 h 153364"/>
                <a:gd name="connsiteX19" fmla="*/ 227 w 199009"/>
                <a:gd name="connsiteY19" fmla="*/ 137214 h 153364"/>
                <a:gd name="connsiteX20" fmla="*/ 227 w 199009"/>
                <a:gd name="connsiteY20" fmla="*/ 153449 h 153364"/>
                <a:gd name="connsiteX21" fmla="*/ 32747 w 199009"/>
                <a:gd name="connsiteY21" fmla="*/ 152413 h 153364"/>
                <a:gd name="connsiteX22" fmla="*/ 69156 w 199009"/>
                <a:gd name="connsiteY22" fmla="*/ 153449 h 153364"/>
                <a:gd name="connsiteX23" fmla="*/ 69156 w 199009"/>
                <a:gd name="connsiteY23" fmla="*/ 137214 h 153364"/>
                <a:gd name="connsiteX24" fmla="*/ 56077 w 199009"/>
                <a:gd name="connsiteY24" fmla="*/ 133415 h 153364"/>
                <a:gd name="connsiteX25" fmla="*/ 58551 w 199009"/>
                <a:gd name="connsiteY25" fmla="*/ 129961 h 153364"/>
                <a:gd name="connsiteX26" fmla="*/ 92839 w 199009"/>
                <a:gd name="connsiteY26" fmla="*/ 92310 h 153364"/>
                <a:gd name="connsiteX27" fmla="*/ 131722 w 199009"/>
                <a:gd name="connsiteY27" fmla="*/ 137214 h 153364"/>
                <a:gd name="connsiteX28" fmla="*/ 117936 w 199009"/>
                <a:gd name="connsiteY28" fmla="*/ 137214 h 153364"/>
                <a:gd name="connsiteX29" fmla="*/ 117936 w 199009"/>
                <a:gd name="connsiteY29" fmla="*/ 153449 h 153364"/>
                <a:gd name="connsiteX30" fmla="*/ 160354 w 199009"/>
                <a:gd name="connsiteY30" fmla="*/ 152413 h 153364"/>
                <a:gd name="connsiteX31" fmla="*/ 199237 w 199009"/>
                <a:gd name="connsiteY31" fmla="*/ 153449 h 153364"/>
                <a:gd name="connsiteX32" fmla="*/ 199237 w 199009"/>
                <a:gd name="connsiteY32" fmla="*/ 137214 h 153364"/>
                <a:gd name="connsiteX33" fmla="*/ 174140 w 199009"/>
                <a:gd name="connsiteY33" fmla="*/ 137214 h 153364"/>
                <a:gd name="connsiteX34" fmla="*/ 114755 w 199009"/>
                <a:gd name="connsiteY34" fmla="*/ 68477 h 153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009" h="153364">
                  <a:moveTo>
                    <a:pt x="114755" y="68477"/>
                  </a:moveTo>
                  <a:lnTo>
                    <a:pt x="156112" y="23573"/>
                  </a:lnTo>
                  <a:cubicBezTo>
                    <a:pt x="160707" y="18737"/>
                    <a:pt x="162828" y="16319"/>
                    <a:pt x="192167" y="16319"/>
                  </a:cubicBezTo>
                  <a:lnTo>
                    <a:pt x="192167" y="85"/>
                  </a:lnTo>
                  <a:cubicBezTo>
                    <a:pt x="179795" y="775"/>
                    <a:pt x="161414" y="1121"/>
                    <a:pt x="159647" y="1121"/>
                  </a:cubicBezTo>
                  <a:cubicBezTo>
                    <a:pt x="150810" y="1121"/>
                    <a:pt x="133136" y="430"/>
                    <a:pt x="123238" y="85"/>
                  </a:cubicBezTo>
                  <a:lnTo>
                    <a:pt x="123238" y="16319"/>
                  </a:lnTo>
                  <a:cubicBezTo>
                    <a:pt x="128187" y="16319"/>
                    <a:pt x="132429" y="17010"/>
                    <a:pt x="136671" y="19428"/>
                  </a:cubicBezTo>
                  <a:cubicBezTo>
                    <a:pt x="135257" y="21500"/>
                    <a:pt x="135257" y="22191"/>
                    <a:pt x="133843" y="23573"/>
                  </a:cubicBezTo>
                  <a:lnTo>
                    <a:pt x="104150" y="56042"/>
                  </a:lnTo>
                  <a:lnTo>
                    <a:pt x="69509" y="16319"/>
                  </a:lnTo>
                  <a:lnTo>
                    <a:pt x="83649" y="16319"/>
                  </a:lnTo>
                  <a:lnTo>
                    <a:pt x="83649" y="85"/>
                  </a:lnTo>
                  <a:cubicBezTo>
                    <a:pt x="74458" y="430"/>
                    <a:pt x="52189" y="1121"/>
                    <a:pt x="40877" y="1121"/>
                  </a:cubicBezTo>
                  <a:cubicBezTo>
                    <a:pt x="29566" y="1121"/>
                    <a:pt x="13659" y="430"/>
                    <a:pt x="1994" y="85"/>
                  </a:cubicBezTo>
                  <a:lnTo>
                    <a:pt x="1994" y="16319"/>
                  </a:lnTo>
                  <a:lnTo>
                    <a:pt x="27092" y="16319"/>
                  </a:lnTo>
                  <a:lnTo>
                    <a:pt x="82235" y="79875"/>
                  </a:lnTo>
                  <a:lnTo>
                    <a:pt x="35929" y="130651"/>
                  </a:lnTo>
                  <a:cubicBezTo>
                    <a:pt x="29919" y="137214"/>
                    <a:pt x="17194" y="137214"/>
                    <a:pt x="227" y="137214"/>
                  </a:cubicBezTo>
                  <a:lnTo>
                    <a:pt x="227" y="153449"/>
                  </a:lnTo>
                  <a:cubicBezTo>
                    <a:pt x="12599" y="152758"/>
                    <a:pt x="30980" y="152413"/>
                    <a:pt x="32747" y="152413"/>
                  </a:cubicBezTo>
                  <a:cubicBezTo>
                    <a:pt x="41584" y="152413"/>
                    <a:pt x="62086" y="153103"/>
                    <a:pt x="69156" y="153449"/>
                  </a:cubicBezTo>
                  <a:lnTo>
                    <a:pt x="69156" y="137214"/>
                  </a:lnTo>
                  <a:cubicBezTo>
                    <a:pt x="62793" y="137214"/>
                    <a:pt x="56077" y="135487"/>
                    <a:pt x="56077" y="133415"/>
                  </a:cubicBezTo>
                  <a:cubicBezTo>
                    <a:pt x="56077" y="133069"/>
                    <a:pt x="56077" y="132724"/>
                    <a:pt x="58551" y="129961"/>
                  </a:cubicBezTo>
                  <a:lnTo>
                    <a:pt x="92839" y="92310"/>
                  </a:lnTo>
                  <a:lnTo>
                    <a:pt x="131722" y="137214"/>
                  </a:lnTo>
                  <a:lnTo>
                    <a:pt x="117936" y="137214"/>
                  </a:lnTo>
                  <a:lnTo>
                    <a:pt x="117936" y="153449"/>
                  </a:lnTo>
                  <a:cubicBezTo>
                    <a:pt x="127127" y="153103"/>
                    <a:pt x="148689" y="152413"/>
                    <a:pt x="160354" y="152413"/>
                  </a:cubicBezTo>
                  <a:cubicBezTo>
                    <a:pt x="171665" y="152413"/>
                    <a:pt x="187572" y="153103"/>
                    <a:pt x="199237" y="153449"/>
                  </a:cubicBezTo>
                  <a:lnTo>
                    <a:pt x="199237" y="137214"/>
                  </a:lnTo>
                  <a:lnTo>
                    <a:pt x="174140" y="137214"/>
                  </a:lnTo>
                  <a:lnTo>
                    <a:pt x="114755" y="68477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A399B32-4208-9FE3-A0CA-EEC527FD4431}"/>
                </a:ext>
              </a:extLst>
            </p:cNvPr>
            <p:cNvSpPr/>
            <p:nvPr>
              <p:custDataLst>
                <p:tags r:id="rId200"/>
              </p:custDataLst>
            </p:nvPr>
          </p:nvSpPr>
          <p:spPr>
            <a:xfrm>
              <a:off x="11575346" y="5775561"/>
              <a:ext cx="83633" cy="153536"/>
            </a:xfrm>
            <a:custGeom>
              <a:avLst/>
              <a:gdLst>
                <a:gd name="connsiteX0" fmla="*/ 50710 w 83633"/>
                <a:gd name="connsiteY0" fmla="*/ 55698 h 153536"/>
                <a:gd name="connsiteX1" fmla="*/ 75949 w 83633"/>
                <a:gd name="connsiteY1" fmla="*/ 55698 h 153536"/>
                <a:gd name="connsiteX2" fmla="*/ 83867 w 83633"/>
                <a:gd name="connsiteY2" fmla="*/ 50379 h 153536"/>
                <a:gd name="connsiteX3" fmla="*/ 76444 w 83633"/>
                <a:gd name="connsiteY3" fmla="*/ 46993 h 153536"/>
                <a:gd name="connsiteX4" fmla="*/ 52937 w 83633"/>
                <a:gd name="connsiteY4" fmla="*/ 46993 h 153536"/>
                <a:gd name="connsiteX5" fmla="*/ 62092 w 83633"/>
                <a:gd name="connsiteY5" fmla="*/ 11209 h 153536"/>
                <a:gd name="connsiteX6" fmla="*/ 62835 w 83633"/>
                <a:gd name="connsiteY6" fmla="*/ 7823 h 153536"/>
                <a:gd name="connsiteX7" fmla="*/ 54422 w 83633"/>
                <a:gd name="connsiteY7" fmla="*/ 86 h 153536"/>
                <a:gd name="connsiteX8" fmla="*/ 42792 w 83633"/>
                <a:gd name="connsiteY8" fmla="*/ 10483 h 153536"/>
                <a:gd name="connsiteX9" fmla="*/ 33390 w 83633"/>
                <a:gd name="connsiteY9" fmla="*/ 46993 h 153536"/>
                <a:gd name="connsiteX10" fmla="*/ 8151 w 83633"/>
                <a:gd name="connsiteY10" fmla="*/ 46993 h 153536"/>
                <a:gd name="connsiteX11" fmla="*/ 233 w 83633"/>
                <a:gd name="connsiteY11" fmla="*/ 52313 h 153536"/>
                <a:gd name="connsiteX12" fmla="*/ 7656 w 83633"/>
                <a:gd name="connsiteY12" fmla="*/ 55698 h 153536"/>
                <a:gd name="connsiteX13" fmla="*/ 31163 w 83633"/>
                <a:gd name="connsiteY13" fmla="*/ 55698 h 153536"/>
                <a:gd name="connsiteX14" fmla="*/ 16564 w 83633"/>
                <a:gd name="connsiteY14" fmla="*/ 112760 h 153536"/>
                <a:gd name="connsiteX15" fmla="*/ 12852 w 83633"/>
                <a:gd name="connsiteY15" fmla="*/ 130653 h 153536"/>
                <a:gd name="connsiteX16" fmla="*/ 39328 w 83633"/>
                <a:gd name="connsiteY16" fmla="*/ 153623 h 153536"/>
                <a:gd name="connsiteX17" fmla="*/ 82382 w 83633"/>
                <a:gd name="connsiteY17" fmla="*/ 116629 h 153536"/>
                <a:gd name="connsiteX18" fmla="*/ 78423 w 83633"/>
                <a:gd name="connsiteY18" fmla="*/ 113486 h 153536"/>
                <a:gd name="connsiteX19" fmla="*/ 73227 w 83633"/>
                <a:gd name="connsiteY19" fmla="*/ 118080 h 153536"/>
                <a:gd name="connsiteX20" fmla="*/ 40070 w 83633"/>
                <a:gd name="connsiteY20" fmla="*/ 146853 h 153536"/>
                <a:gd name="connsiteX21" fmla="*/ 31410 w 83633"/>
                <a:gd name="connsiteY21" fmla="*/ 135005 h 153536"/>
                <a:gd name="connsiteX22" fmla="*/ 32895 w 83633"/>
                <a:gd name="connsiteY22" fmla="*/ 125092 h 153536"/>
                <a:gd name="connsiteX23" fmla="*/ 50710 w 83633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33" h="153536">
                  <a:moveTo>
                    <a:pt x="50710" y="55698"/>
                  </a:moveTo>
                  <a:lnTo>
                    <a:pt x="75949" y="55698"/>
                  </a:lnTo>
                  <a:cubicBezTo>
                    <a:pt x="80650" y="55698"/>
                    <a:pt x="83867" y="55698"/>
                    <a:pt x="83867" y="50379"/>
                  </a:cubicBezTo>
                  <a:cubicBezTo>
                    <a:pt x="83867" y="46993"/>
                    <a:pt x="80650" y="46993"/>
                    <a:pt x="76444" y="46993"/>
                  </a:cubicBezTo>
                  <a:lnTo>
                    <a:pt x="52937" y="46993"/>
                  </a:lnTo>
                  <a:lnTo>
                    <a:pt x="62092" y="11209"/>
                  </a:lnTo>
                  <a:cubicBezTo>
                    <a:pt x="62340" y="10000"/>
                    <a:pt x="62835" y="8791"/>
                    <a:pt x="62835" y="7823"/>
                  </a:cubicBezTo>
                  <a:cubicBezTo>
                    <a:pt x="62835" y="3471"/>
                    <a:pt x="59370" y="86"/>
                    <a:pt x="54422" y="86"/>
                  </a:cubicBezTo>
                  <a:cubicBezTo>
                    <a:pt x="48236" y="86"/>
                    <a:pt x="44524" y="4197"/>
                    <a:pt x="42792" y="10483"/>
                  </a:cubicBezTo>
                  <a:cubicBezTo>
                    <a:pt x="41060" y="16528"/>
                    <a:pt x="44277" y="4922"/>
                    <a:pt x="33390" y="46993"/>
                  </a:cubicBezTo>
                  <a:lnTo>
                    <a:pt x="8151" y="46993"/>
                  </a:lnTo>
                  <a:cubicBezTo>
                    <a:pt x="3450" y="46993"/>
                    <a:pt x="233" y="46993"/>
                    <a:pt x="233" y="52313"/>
                  </a:cubicBezTo>
                  <a:cubicBezTo>
                    <a:pt x="233" y="55698"/>
                    <a:pt x="3202" y="55698"/>
                    <a:pt x="7656" y="55698"/>
                  </a:cubicBezTo>
                  <a:lnTo>
                    <a:pt x="31163" y="55698"/>
                  </a:lnTo>
                  <a:lnTo>
                    <a:pt x="16564" y="112760"/>
                  </a:lnTo>
                  <a:cubicBezTo>
                    <a:pt x="15079" y="118805"/>
                    <a:pt x="12852" y="127510"/>
                    <a:pt x="12852" y="130653"/>
                  </a:cubicBezTo>
                  <a:cubicBezTo>
                    <a:pt x="12852" y="144919"/>
                    <a:pt x="25224" y="153623"/>
                    <a:pt x="39328" y="153623"/>
                  </a:cubicBezTo>
                  <a:cubicBezTo>
                    <a:pt x="66794" y="153623"/>
                    <a:pt x="82382" y="119772"/>
                    <a:pt x="82382" y="116629"/>
                  </a:cubicBezTo>
                  <a:cubicBezTo>
                    <a:pt x="82382" y="113486"/>
                    <a:pt x="79165" y="113486"/>
                    <a:pt x="78423" y="113486"/>
                  </a:cubicBezTo>
                  <a:cubicBezTo>
                    <a:pt x="75454" y="113486"/>
                    <a:pt x="75206" y="113969"/>
                    <a:pt x="73227" y="118080"/>
                  </a:cubicBezTo>
                  <a:cubicBezTo>
                    <a:pt x="66299" y="133313"/>
                    <a:pt x="53679" y="146853"/>
                    <a:pt x="40070" y="146853"/>
                  </a:cubicBezTo>
                  <a:cubicBezTo>
                    <a:pt x="34874" y="146853"/>
                    <a:pt x="31410" y="143710"/>
                    <a:pt x="31410" y="135005"/>
                  </a:cubicBezTo>
                  <a:cubicBezTo>
                    <a:pt x="31410" y="132587"/>
                    <a:pt x="32400" y="127510"/>
                    <a:pt x="32895" y="125092"/>
                  </a:cubicBezTo>
                  <a:lnTo>
                    <a:pt x="50710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B17A527F-0AA4-62D3-1950-466F21FF8E6E}"/>
                </a:ext>
              </a:extLst>
            </p:cNvPr>
            <p:cNvSpPr/>
            <p:nvPr>
              <p:custDataLst>
                <p:tags r:id="rId201"/>
              </p:custDataLst>
            </p:nvPr>
          </p:nvSpPr>
          <p:spPr>
            <a:xfrm>
              <a:off x="11719808" y="5725995"/>
              <a:ext cx="38529" cy="215538"/>
            </a:xfrm>
            <a:custGeom>
              <a:avLst/>
              <a:gdLst>
                <a:gd name="connsiteX0" fmla="*/ 37706 w 38529"/>
                <a:gd name="connsiteY0" fmla="*/ 18392 h 215538"/>
                <a:gd name="connsiteX1" fmla="*/ 18971 w 38529"/>
                <a:gd name="connsiteY1" fmla="*/ 85 h 215538"/>
                <a:gd name="connsiteX2" fmla="*/ 237 w 38529"/>
                <a:gd name="connsiteY2" fmla="*/ 18392 h 215538"/>
                <a:gd name="connsiteX3" fmla="*/ 18971 w 38529"/>
                <a:gd name="connsiteY3" fmla="*/ 36699 h 215538"/>
                <a:gd name="connsiteX4" fmla="*/ 37706 w 38529"/>
                <a:gd name="connsiteY4" fmla="*/ 18392 h 215538"/>
                <a:gd name="connsiteX5" fmla="*/ 30989 w 38529"/>
                <a:gd name="connsiteY5" fmla="*/ 145159 h 215538"/>
                <a:gd name="connsiteX6" fmla="*/ 8367 w 38529"/>
                <a:gd name="connsiteY6" fmla="*/ 207334 h 215538"/>
                <a:gd name="connsiteX7" fmla="*/ 5892 w 38529"/>
                <a:gd name="connsiteY7" fmla="*/ 211824 h 215538"/>
                <a:gd name="connsiteX8" fmla="*/ 9427 w 38529"/>
                <a:gd name="connsiteY8" fmla="*/ 215623 h 215538"/>
                <a:gd name="connsiteX9" fmla="*/ 38766 w 38529"/>
                <a:gd name="connsiteY9" fmla="*/ 147922 h 215538"/>
                <a:gd name="connsiteX10" fmla="*/ 18971 w 38529"/>
                <a:gd name="connsiteY10" fmla="*/ 112344 h 215538"/>
                <a:gd name="connsiteX11" fmla="*/ 237 w 38529"/>
                <a:gd name="connsiteY11" fmla="*/ 130651 h 215538"/>
                <a:gd name="connsiteX12" fmla="*/ 18971 w 38529"/>
                <a:gd name="connsiteY12" fmla="*/ 148958 h 215538"/>
                <a:gd name="connsiteX13" fmla="*/ 21799 w 38529"/>
                <a:gd name="connsiteY13" fmla="*/ 148613 h 215538"/>
                <a:gd name="connsiteX14" fmla="*/ 30989 w 38529"/>
                <a:gd name="connsiteY14" fmla="*/ 145159 h 215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29" h="215538">
                  <a:moveTo>
                    <a:pt x="37706" y="18392"/>
                  </a:moveTo>
                  <a:cubicBezTo>
                    <a:pt x="37706" y="8375"/>
                    <a:pt x="29222" y="85"/>
                    <a:pt x="18971" y="85"/>
                  </a:cubicBezTo>
                  <a:cubicBezTo>
                    <a:pt x="8720" y="85"/>
                    <a:pt x="237" y="8375"/>
                    <a:pt x="237" y="18392"/>
                  </a:cubicBezTo>
                  <a:cubicBezTo>
                    <a:pt x="237" y="28409"/>
                    <a:pt x="8720" y="36699"/>
                    <a:pt x="18971" y="36699"/>
                  </a:cubicBezTo>
                  <a:cubicBezTo>
                    <a:pt x="29222" y="36699"/>
                    <a:pt x="37706" y="28409"/>
                    <a:pt x="37706" y="18392"/>
                  </a:cubicBezTo>
                  <a:close/>
                  <a:moveTo>
                    <a:pt x="30989" y="145159"/>
                  </a:moveTo>
                  <a:cubicBezTo>
                    <a:pt x="30989" y="154830"/>
                    <a:pt x="30989" y="181773"/>
                    <a:pt x="8367" y="207334"/>
                  </a:cubicBezTo>
                  <a:cubicBezTo>
                    <a:pt x="5892" y="210097"/>
                    <a:pt x="5892" y="210788"/>
                    <a:pt x="5892" y="211824"/>
                  </a:cubicBezTo>
                  <a:cubicBezTo>
                    <a:pt x="5892" y="214242"/>
                    <a:pt x="7660" y="215623"/>
                    <a:pt x="9427" y="215623"/>
                  </a:cubicBezTo>
                  <a:cubicBezTo>
                    <a:pt x="13315" y="215623"/>
                    <a:pt x="38766" y="187990"/>
                    <a:pt x="38766" y="147922"/>
                  </a:cubicBezTo>
                  <a:cubicBezTo>
                    <a:pt x="38766" y="137905"/>
                    <a:pt x="38059" y="112344"/>
                    <a:pt x="18971" y="112344"/>
                  </a:cubicBezTo>
                  <a:cubicBezTo>
                    <a:pt x="6599" y="112344"/>
                    <a:pt x="237" y="121671"/>
                    <a:pt x="237" y="130651"/>
                  </a:cubicBezTo>
                  <a:cubicBezTo>
                    <a:pt x="237" y="139632"/>
                    <a:pt x="6246" y="148958"/>
                    <a:pt x="18971" y="148958"/>
                  </a:cubicBezTo>
                  <a:cubicBezTo>
                    <a:pt x="20739" y="148958"/>
                    <a:pt x="21445" y="148958"/>
                    <a:pt x="21799" y="148613"/>
                  </a:cubicBezTo>
                  <a:cubicBezTo>
                    <a:pt x="24273" y="148268"/>
                    <a:pt x="28162" y="147577"/>
                    <a:pt x="30989" y="145159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2BDA7C7-DC13-1674-EA78-CD48A56C761B}"/>
                </a:ext>
              </a:extLst>
            </p:cNvPr>
            <p:cNvSpPr/>
            <p:nvPr>
              <p:custDataLst>
                <p:tags r:id="rId202"/>
              </p:custDataLst>
            </p:nvPr>
          </p:nvSpPr>
          <p:spPr>
            <a:xfrm>
              <a:off x="11862417" y="5635151"/>
              <a:ext cx="201484" cy="239717"/>
            </a:xfrm>
            <a:custGeom>
              <a:avLst/>
              <a:gdLst>
                <a:gd name="connsiteX0" fmla="*/ 24631 w 201484"/>
                <a:gd name="connsiteY0" fmla="*/ 223568 h 239717"/>
                <a:gd name="connsiteX1" fmla="*/ 241 w 201484"/>
                <a:gd name="connsiteY1" fmla="*/ 223568 h 239717"/>
                <a:gd name="connsiteX2" fmla="*/ 241 w 201484"/>
                <a:gd name="connsiteY2" fmla="*/ 239802 h 239717"/>
                <a:gd name="connsiteX3" fmla="*/ 44780 w 201484"/>
                <a:gd name="connsiteY3" fmla="*/ 238766 h 239717"/>
                <a:gd name="connsiteX4" fmla="*/ 89318 w 201484"/>
                <a:gd name="connsiteY4" fmla="*/ 239802 h 239717"/>
                <a:gd name="connsiteX5" fmla="*/ 89318 w 201484"/>
                <a:gd name="connsiteY5" fmla="*/ 223568 h 239717"/>
                <a:gd name="connsiteX6" fmla="*/ 64928 w 201484"/>
                <a:gd name="connsiteY6" fmla="*/ 223568 h 239717"/>
                <a:gd name="connsiteX7" fmla="*/ 64928 w 201484"/>
                <a:gd name="connsiteY7" fmla="*/ 151376 h 239717"/>
                <a:gd name="connsiteX8" fmla="*/ 117597 w 201484"/>
                <a:gd name="connsiteY8" fmla="*/ 96801 h 239717"/>
                <a:gd name="connsiteX9" fmla="*/ 137038 w 201484"/>
                <a:gd name="connsiteY9" fmla="*/ 130306 h 239717"/>
                <a:gd name="connsiteX10" fmla="*/ 137038 w 201484"/>
                <a:gd name="connsiteY10" fmla="*/ 223568 h 239717"/>
                <a:gd name="connsiteX11" fmla="*/ 112648 w 201484"/>
                <a:gd name="connsiteY11" fmla="*/ 223568 h 239717"/>
                <a:gd name="connsiteX12" fmla="*/ 112648 w 201484"/>
                <a:gd name="connsiteY12" fmla="*/ 239802 h 239717"/>
                <a:gd name="connsiteX13" fmla="*/ 157186 w 201484"/>
                <a:gd name="connsiteY13" fmla="*/ 238766 h 239717"/>
                <a:gd name="connsiteX14" fmla="*/ 201725 w 201484"/>
                <a:gd name="connsiteY14" fmla="*/ 239802 h 239717"/>
                <a:gd name="connsiteX15" fmla="*/ 201725 w 201484"/>
                <a:gd name="connsiteY15" fmla="*/ 223568 h 239717"/>
                <a:gd name="connsiteX16" fmla="*/ 177335 w 201484"/>
                <a:gd name="connsiteY16" fmla="*/ 223568 h 239717"/>
                <a:gd name="connsiteX17" fmla="*/ 177335 w 201484"/>
                <a:gd name="connsiteY17" fmla="*/ 134106 h 239717"/>
                <a:gd name="connsiteX18" fmla="*/ 122899 w 201484"/>
                <a:gd name="connsiteY18" fmla="*/ 84366 h 239717"/>
                <a:gd name="connsiteX19" fmla="*/ 62807 w 201484"/>
                <a:gd name="connsiteY19" fmla="*/ 118217 h 239717"/>
                <a:gd name="connsiteX20" fmla="*/ 62807 w 201484"/>
                <a:gd name="connsiteY20" fmla="*/ 85 h 239717"/>
                <a:gd name="connsiteX21" fmla="*/ 241 w 201484"/>
                <a:gd name="connsiteY21" fmla="*/ 2848 h 239717"/>
                <a:gd name="connsiteX22" fmla="*/ 241 w 201484"/>
                <a:gd name="connsiteY22" fmla="*/ 19082 h 239717"/>
                <a:gd name="connsiteX23" fmla="*/ 24631 w 201484"/>
                <a:gd name="connsiteY23" fmla="*/ 32554 h 239717"/>
                <a:gd name="connsiteX24" fmla="*/ 24631 w 201484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484" h="239717">
                  <a:moveTo>
                    <a:pt x="24631" y="223568"/>
                  </a:moveTo>
                  <a:lnTo>
                    <a:pt x="241" y="223568"/>
                  </a:lnTo>
                  <a:lnTo>
                    <a:pt x="241" y="239802"/>
                  </a:lnTo>
                  <a:cubicBezTo>
                    <a:pt x="10139" y="239457"/>
                    <a:pt x="31347" y="238766"/>
                    <a:pt x="44780" y="238766"/>
                  </a:cubicBezTo>
                  <a:cubicBezTo>
                    <a:pt x="58565" y="238766"/>
                    <a:pt x="79421" y="239457"/>
                    <a:pt x="89318" y="239802"/>
                  </a:cubicBezTo>
                  <a:lnTo>
                    <a:pt x="89318" y="223568"/>
                  </a:lnTo>
                  <a:lnTo>
                    <a:pt x="64928" y="223568"/>
                  </a:lnTo>
                  <a:lnTo>
                    <a:pt x="64928" y="151376"/>
                  </a:lnTo>
                  <a:cubicBezTo>
                    <a:pt x="64928" y="113726"/>
                    <a:pt x="95327" y="96801"/>
                    <a:pt x="117597" y="96801"/>
                  </a:cubicBezTo>
                  <a:cubicBezTo>
                    <a:pt x="129615" y="96801"/>
                    <a:pt x="137038" y="104054"/>
                    <a:pt x="137038" y="130306"/>
                  </a:cubicBezTo>
                  <a:lnTo>
                    <a:pt x="137038" y="223568"/>
                  </a:lnTo>
                  <a:lnTo>
                    <a:pt x="112648" y="223568"/>
                  </a:lnTo>
                  <a:lnTo>
                    <a:pt x="112648" y="239802"/>
                  </a:lnTo>
                  <a:cubicBezTo>
                    <a:pt x="122545" y="239457"/>
                    <a:pt x="143754" y="238766"/>
                    <a:pt x="157186" y="238766"/>
                  </a:cubicBezTo>
                  <a:cubicBezTo>
                    <a:pt x="170972" y="238766"/>
                    <a:pt x="191828" y="239457"/>
                    <a:pt x="201725" y="239802"/>
                  </a:cubicBezTo>
                  <a:lnTo>
                    <a:pt x="201725" y="223568"/>
                  </a:lnTo>
                  <a:lnTo>
                    <a:pt x="177335" y="223568"/>
                  </a:lnTo>
                  <a:lnTo>
                    <a:pt x="177335" y="134106"/>
                  </a:lnTo>
                  <a:cubicBezTo>
                    <a:pt x="177335" y="97837"/>
                    <a:pt x="158247" y="84366"/>
                    <a:pt x="122899" y="84366"/>
                  </a:cubicBezTo>
                  <a:cubicBezTo>
                    <a:pt x="88965" y="84366"/>
                    <a:pt x="70937" y="104400"/>
                    <a:pt x="62807" y="118217"/>
                  </a:cubicBezTo>
                  <a:lnTo>
                    <a:pt x="62807" y="85"/>
                  </a:lnTo>
                  <a:lnTo>
                    <a:pt x="241" y="2848"/>
                  </a:lnTo>
                  <a:lnTo>
                    <a:pt x="241" y="19082"/>
                  </a:lnTo>
                  <a:cubicBezTo>
                    <a:pt x="22157" y="19082"/>
                    <a:pt x="24631" y="19082"/>
                    <a:pt x="24631" y="32554"/>
                  </a:cubicBezTo>
                  <a:lnTo>
                    <a:pt x="24631" y="22356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3D1D8430-5D4A-0846-432F-72880397FD75}"/>
                </a:ext>
              </a:extLst>
            </p:cNvPr>
            <p:cNvSpPr/>
            <p:nvPr>
              <p:custDataLst>
                <p:tags r:id="rId203"/>
              </p:custDataLst>
            </p:nvPr>
          </p:nvSpPr>
          <p:spPr>
            <a:xfrm>
              <a:off x="12082736" y="5775561"/>
              <a:ext cx="83633" cy="153536"/>
            </a:xfrm>
            <a:custGeom>
              <a:avLst/>
              <a:gdLst>
                <a:gd name="connsiteX0" fmla="*/ 50724 w 83633"/>
                <a:gd name="connsiteY0" fmla="*/ 55698 h 153536"/>
                <a:gd name="connsiteX1" fmla="*/ 75963 w 83633"/>
                <a:gd name="connsiteY1" fmla="*/ 55698 h 153536"/>
                <a:gd name="connsiteX2" fmla="*/ 83881 w 83633"/>
                <a:gd name="connsiteY2" fmla="*/ 50379 h 153536"/>
                <a:gd name="connsiteX3" fmla="*/ 76458 w 83633"/>
                <a:gd name="connsiteY3" fmla="*/ 46993 h 153536"/>
                <a:gd name="connsiteX4" fmla="*/ 52951 w 83633"/>
                <a:gd name="connsiteY4" fmla="*/ 46993 h 153536"/>
                <a:gd name="connsiteX5" fmla="*/ 62107 w 83633"/>
                <a:gd name="connsiteY5" fmla="*/ 11209 h 153536"/>
                <a:gd name="connsiteX6" fmla="*/ 62849 w 83633"/>
                <a:gd name="connsiteY6" fmla="*/ 7823 h 153536"/>
                <a:gd name="connsiteX7" fmla="*/ 54436 w 83633"/>
                <a:gd name="connsiteY7" fmla="*/ 86 h 153536"/>
                <a:gd name="connsiteX8" fmla="*/ 42806 w 83633"/>
                <a:gd name="connsiteY8" fmla="*/ 10483 h 153536"/>
                <a:gd name="connsiteX9" fmla="*/ 33404 w 83633"/>
                <a:gd name="connsiteY9" fmla="*/ 46993 h 153536"/>
                <a:gd name="connsiteX10" fmla="*/ 8165 w 83633"/>
                <a:gd name="connsiteY10" fmla="*/ 46993 h 153536"/>
                <a:gd name="connsiteX11" fmla="*/ 247 w 83633"/>
                <a:gd name="connsiteY11" fmla="*/ 52313 h 153536"/>
                <a:gd name="connsiteX12" fmla="*/ 7671 w 83633"/>
                <a:gd name="connsiteY12" fmla="*/ 55698 h 153536"/>
                <a:gd name="connsiteX13" fmla="*/ 31177 w 83633"/>
                <a:gd name="connsiteY13" fmla="*/ 55698 h 153536"/>
                <a:gd name="connsiteX14" fmla="*/ 16578 w 83633"/>
                <a:gd name="connsiteY14" fmla="*/ 112760 h 153536"/>
                <a:gd name="connsiteX15" fmla="*/ 12867 w 83633"/>
                <a:gd name="connsiteY15" fmla="*/ 130653 h 153536"/>
                <a:gd name="connsiteX16" fmla="*/ 39342 w 83633"/>
                <a:gd name="connsiteY16" fmla="*/ 153623 h 153536"/>
                <a:gd name="connsiteX17" fmla="*/ 82396 w 83633"/>
                <a:gd name="connsiteY17" fmla="*/ 116629 h 153536"/>
                <a:gd name="connsiteX18" fmla="*/ 78437 w 83633"/>
                <a:gd name="connsiteY18" fmla="*/ 113486 h 153536"/>
                <a:gd name="connsiteX19" fmla="*/ 73241 w 83633"/>
                <a:gd name="connsiteY19" fmla="*/ 118080 h 153536"/>
                <a:gd name="connsiteX20" fmla="*/ 40085 w 83633"/>
                <a:gd name="connsiteY20" fmla="*/ 146853 h 153536"/>
                <a:gd name="connsiteX21" fmla="*/ 31424 w 83633"/>
                <a:gd name="connsiteY21" fmla="*/ 135005 h 153536"/>
                <a:gd name="connsiteX22" fmla="*/ 32909 w 83633"/>
                <a:gd name="connsiteY22" fmla="*/ 125092 h 153536"/>
                <a:gd name="connsiteX23" fmla="*/ 50724 w 83633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33" h="153536">
                  <a:moveTo>
                    <a:pt x="50724" y="55698"/>
                  </a:moveTo>
                  <a:lnTo>
                    <a:pt x="75963" y="55698"/>
                  </a:lnTo>
                  <a:cubicBezTo>
                    <a:pt x="80664" y="55698"/>
                    <a:pt x="83881" y="55698"/>
                    <a:pt x="83881" y="50379"/>
                  </a:cubicBezTo>
                  <a:cubicBezTo>
                    <a:pt x="83881" y="46993"/>
                    <a:pt x="80664" y="46993"/>
                    <a:pt x="76458" y="46993"/>
                  </a:cubicBezTo>
                  <a:lnTo>
                    <a:pt x="52951" y="46993"/>
                  </a:lnTo>
                  <a:lnTo>
                    <a:pt x="62107" y="11209"/>
                  </a:lnTo>
                  <a:cubicBezTo>
                    <a:pt x="62354" y="10000"/>
                    <a:pt x="62849" y="8791"/>
                    <a:pt x="62849" y="7823"/>
                  </a:cubicBezTo>
                  <a:cubicBezTo>
                    <a:pt x="62849" y="3471"/>
                    <a:pt x="59385" y="86"/>
                    <a:pt x="54436" y="86"/>
                  </a:cubicBezTo>
                  <a:cubicBezTo>
                    <a:pt x="48250" y="86"/>
                    <a:pt x="44539" y="4197"/>
                    <a:pt x="42806" y="10483"/>
                  </a:cubicBezTo>
                  <a:cubicBezTo>
                    <a:pt x="41074" y="16528"/>
                    <a:pt x="44291" y="4922"/>
                    <a:pt x="33404" y="46993"/>
                  </a:cubicBezTo>
                  <a:lnTo>
                    <a:pt x="8165" y="46993"/>
                  </a:lnTo>
                  <a:cubicBezTo>
                    <a:pt x="3464" y="46993"/>
                    <a:pt x="247" y="46993"/>
                    <a:pt x="247" y="52313"/>
                  </a:cubicBezTo>
                  <a:cubicBezTo>
                    <a:pt x="247" y="55698"/>
                    <a:pt x="3217" y="55698"/>
                    <a:pt x="7671" y="55698"/>
                  </a:cubicBezTo>
                  <a:lnTo>
                    <a:pt x="31177" y="55698"/>
                  </a:lnTo>
                  <a:lnTo>
                    <a:pt x="16578" y="112760"/>
                  </a:lnTo>
                  <a:cubicBezTo>
                    <a:pt x="15094" y="118805"/>
                    <a:pt x="12867" y="127510"/>
                    <a:pt x="12867" y="130653"/>
                  </a:cubicBezTo>
                  <a:cubicBezTo>
                    <a:pt x="12867" y="144919"/>
                    <a:pt x="25239" y="153623"/>
                    <a:pt x="39342" y="153623"/>
                  </a:cubicBezTo>
                  <a:cubicBezTo>
                    <a:pt x="66808" y="153623"/>
                    <a:pt x="82396" y="119772"/>
                    <a:pt x="82396" y="116629"/>
                  </a:cubicBezTo>
                  <a:cubicBezTo>
                    <a:pt x="82396" y="113486"/>
                    <a:pt x="79180" y="113486"/>
                    <a:pt x="78437" y="113486"/>
                  </a:cubicBezTo>
                  <a:cubicBezTo>
                    <a:pt x="75468" y="113486"/>
                    <a:pt x="75221" y="113969"/>
                    <a:pt x="73241" y="118080"/>
                  </a:cubicBezTo>
                  <a:cubicBezTo>
                    <a:pt x="66313" y="133313"/>
                    <a:pt x="53694" y="146853"/>
                    <a:pt x="40085" y="146853"/>
                  </a:cubicBezTo>
                  <a:cubicBezTo>
                    <a:pt x="34889" y="146853"/>
                    <a:pt x="31424" y="143710"/>
                    <a:pt x="31424" y="135005"/>
                  </a:cubicBezTo>
                  <a:cubicBezTo>
                    <a:pt x="31424" y="132587"/>
                    <a:pt x="32414" y="127510"/>
                    <a:pt x="32909" y="125092"/>
                  </a:cubicBezTo>
                  <a:lnTo>
                    <a:pt x="50724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09915AEB-30DC-8596-E986-235D0E90ABB9}"/>
                </a:ext>
              </a:extLst>
            </p:cNvPr>
            <p:cNvSpPr/>
            <p:nvPr>
              <p:custDataLst>
                <p:tags r:id="rId204"/>
              </p:custDataLst>
            </p:nvPr>
          </p:nvSpPr>
          <p:spPr>
            <a:xfrm>
              <a:off x="12205848" y="5860188"/>
              <a:ext cx="167267" cy="11847"/>
            </a:xfrm>
            <a:custGeom>
              <a:avLst/>
              <a:gdLst>
                <a:gd name="connsiteX0" fmla="*/ 157620 w 167267"/>
                <a:gd name="connsiteY0" fmla="*/ 11934 h 11847"/>
                <a:gd name="connsiteX1" fmla="*/ 167518 w 167267"/>
                <a:gd name="connsiteY1" fmla="*/ 6131 h 11847"/>
                <a:gd name="connsiteX2" fmla="*/ 157620 w 167267"/>
                <a:gd name="connsiteY2" fmla="*/ 86 h 11847"/>
                <a:gd name="connsiteX3" fmla="*/ 10148 w 167267"/>
                <a:gd name="connsiteY3" fmla="*/ 86 h 11847"/>
                <a:gd name="connsiteX4" fmla="*/ 250 w 167267"/>
                <a:gd name="connsiteY4" fmla="*/ 5889 h 11847"/>
                <a:gd name="connsiteX5" fmla="*/ 10148 w 167267"/>
                <a:gd name="connsiteY5" fmla="*/ 11934 h 11847"/>
                <a:gd name="connsiteX6" fmla="*/ 157620 w 167267"/>
                <a:gd name="connsiteY6" fmla="*/ 11934 h 11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267" h="11847">
                  <a:moveTo>
                    <a:pt x="157620" y="11934"/>
                  </a:moveTo>
                  <a:cubicBezTo>
                    <a:pt x="161579" y="11934"/>
                    <a:pt x="167518" y="11934"/>
                    <a:pt x="167518" y="6131"/>
                  </a:cubicBezTo>
                  <a:cubicBezTo>
                    <a:pt x="167518" y="86"/>
                    <a:pt x="161826" y="86"/>
                    <a:pt x="157620" y="86"/>
                  </a:cubicBezTo>
                  <a:lnTo>
                    <a:pt x="10148" y="86"/>
                  </a:lnTo>
                  <a:cubicBezTo>
                    <a:pt x="6189" y="86"/>
                    <a:pt x="250" y="86"/>
                    <a:pt x="250" y="5889"/>
                  </a:cubicBezTo>
                  <a:cubicBezTo>
                    <a:pt x="250" y="11934"/>
                    <a:pt x="5941" y="11934"/>
                    <a:pt x="10148" y="11934"/>
                  </a:cubicBezTo>
                  <a:lnTo>
                    <a:pt x="157620" y="11934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C2319E8-EF60-3A1D-C3E8-A95CBF8C0400}"/>
                </a:ext>
              </a:extLst>
            </p:cNvPr>
            <p:cNvSpPr/>
            <p:nvPr>
              <p:custDataLst>
                <p:tags r:id="rId205"/>
              </p:custDataLst>
            </p:nvPr>
          </p:nvSpPr>
          <p:spPr>
            <a:xfrm>
              <a:off x="12427022" y="5766131"/>
              <a:ext cx="90066" cy="160548"/>
            </a:xfrm>
            <a:custGeom>
              <a:avLst/>
              <a:gdLst>
                <a:gd name="connsiteX0" fmla="*/ 56177 w 90066"/>
                <a:gd name="connsiteY0" fmla="*/ 6856 h 160548"/>
                <a:gd name="connsiteX1" fmla="*/ 48754 w 90066"/>
                <a:gd name="connsiteY1" fmla="*/ 86 h 160548"/>
                <a:gd name="connsiteX2" fmla="*/ 257 w 90066"/>
                <a:gd name="connsiteY2" fmla="*/ 15561 h 160548"/>
                <a:gd name="connsiteX3" fmla="*/ 257 w 90066"/>
                <a:gd name="connsiteY3" fmla="*/ 24265 h 160548"/>
                <a:gd name="connsiteX4" fmla="*/ 36135 w 90066"/>
                <a:gd name="connsiteY4" fmla="*/ 17495 h 160548"/>
                <a:gd name="connsiteX5" fmla="*/ 36135 w 90066"/>
                <a:gd name="connsiteY5" fmla="*/ 140808 h 160548"/>
                <a:gd name="connsiteX6" fmla="*/ 11391 w 90066"/>
                <a:gd name="connsiteY6" fmla="*/ 151930 h 160548"/>
                <a:gd name="connsiteX7" fmla="*/ 1989 w 90066"/>
                <a:gd name="connsiteY7" fmla="*/ 151930 h 160548"/>
                <a:gd name="connsiteX8" fmla="*/ 1989 w 90066"/>
                <a:gd name="connsiteY8" fmla="*/ 160635 h 160548"/>
                <a:gd name="connsiteX9" fmla="*/ 46032 w 90066"/>
                <a:gd name="connsiteY9" fmla="*/ 159668 h 160548"/>
                <a:gd name="connsiteX10" fmla="*/ 90324 w 90066"/>
                <a:gd name="connsiteY10" fmla="*/ 160635 h 160548"/>
                <a:gd name="connsiteX11" fmla="*/ 90324 w 90066"/>
                <a:gd name="connsiteY11" fmla="*/ 151930 h 160548"/>
                <a:gd name="connsiteX12" fmla="*/ 80921 w 90066"/>
                <a:gd name="connsiteY12" fmla="*/ 151930 h 160548"/>
                <a:gd name="connsiteX13" fmla="*/ 56177 w 90066"/>
                <a:gd name="connsiteY13" fmla="*/ 140808 h 160548"/>
                <a:gd name="connsiteX14" fmla="*/ 56177 w 90066"/>
                <a:gd name="connsiteY14" fmla="*/ 6856 h 160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066" h="160548">
                  <a:moveTo>
                    <a:pt x="56177" y="6856"/>
                  </a:moveTo>
                  <a:cubicBezTo>
                    <a:pt x="56177" y="328"/>
                    <a:pt x="55682" y="86"/>
                    <a:pt x="48754" y="86"/>
                  </a:cubicBezTo>
                  <a:cubicBezTo>
                    <a:pt x="32918" y="15319"/>
                    <a:pt x="10402" y="15561"/>
                    <a:pt x="257" y="15561"/>
                  </a:cubicBezTo>
                  <a:lnTo>
                    <a:pt x="257" y="24265"/>
                  </a:lnTo>
                  <a:cubicBezTo>
                    <a:pt x="6195" y="24265"/>
                    <a:pt x="22526" y="24265"/>
                    <a:pt x="36135" y="17495"/>
                  </a:cubicBezTo>
                  <a:lnTo>
                    <a:pt x="36135" y="140808"/>
                  </a:lnTo>
                  <a:cubicBezTo>
                    <a:pt x="36135" y="148787"/>
                    <a:pt x="36135" y="151930"/>
                    <a:pt x="11391" y="151930"/>
                  </a:cubicBezTo>
                  <a:lnTo>
                    <a:pt x="1989" y="151930"/>
                  </a:lnTo>
                  <a:lnTo>
                    <a:pt x="1989" y="160635"/>
                  </a:lnTo>
                  <a:cubicBezTo>
                    <a:pt x="6443" y="160393"/>
                    <a:pt x="36877" y="159668"/>
                    <a:pt x="46032" y="159668"/>
                  </a:cubicBezTo>
                  <a:cubicBezTo>
                    <a:pt x="53703" y="159668"/>
                    <a:pt x="84880" y="160393"/>
                    <a:pt x="90324" y="160635"/>
                  </a:cubicBezTo>
                  <a:lnTo>
                    <a:pt x="90324" y="151930"/>
                  </a:lnTo>
                  <a:lnTo>
                    <a:pt x="80921" y="151930"/>
                  </a:lnTo>
                  <a:cubicBezTo>
                    <a:pt x="56177" y="151930"/>
                    <a:pt x="56177" y="148787"/>
                    <a:pt x="56177" y="140808"/>
                  </a:cubicBezTo>
                  <a:lnTo>
                    <a:pt x="56177" y="685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6BD54B4F-0C23-B4EF-09E2-F81F73C115CD}"/>
                </a:ext>
              </a:extLst>
            </p:cNvPr>
            <p:cNvSpPr/>
            <p:nvPr>
              <p:custDataLst>
                <p:tags r:id="rId206"/>
              </p:custDataLst>
            </p:nvPr>
          </p:nvSpPr>
          <p:spPr>
            <a:xfrm>
              <a:off x="12566403" y="5615807"/>
              <a:ext cx="48426" cy="345414"/>
            </a:xfrm>
            <a:custGeom>
              <a:avLst/>
              <a:gdLst>
                <a:gd name="connsiteX0" fmla="*/ 48688 w 48426"/>
                <a:gd name="connsiteY0" fmla="*/ 85 h 345414"/>
                <a:gd name="connsiteX1" fmla="*/ 261 w 48426"/>
                <a:gd name="connsiteY1" fmla="*/ 85 h 345414"/>
                <a:gd name="connsiteX2" fmla="*/ 261 w 48426"/>
                <a:gd name="connsiteY2" fmla="*/ 13901 h 345414"/>
                <a:gd name="connsiteX3" fmla="*/ 34549 w 48426"/>
                <a:gd name="connsiteY3" fmla="*/ 13901 h 345414"/>
                <a:gd name="connsiteX4" fmla="*/ 34549 w 48426"/>
                <a:gd name="connsiteY4" fmla="*/ 331683 h 345414"/>
                <a:gd name="connsiteX5" fmla="*/ 261 w 48426"/>
                <a:gd name="connsiteY5" fmla="*/ 331683 h 345414"/>
                <a:gd name="connsiteX6" fmla="*/ 261 w 48426"/>
                <a:gd name="connsiteY6" fmla="*/ 345499 h 345414"/>
                <a:gd name="connsiteX7" fmla="*/ 48688 w 48426"/>
                <a:gd name="connsiteY7" fmla="*/ 345499 h 345414"/>
                <a:gd name="connsiteX8" fmla="*/ 48688 w 48426"/>
                <a:gd name="connsiteY8" fmla="*/ 8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26" h="345414">
                  <a:moveTo>
                    <a:pt x="48688" y="85"/>
                  </a:moveTo>
                  <a:lnTo>
                    <a:pt x="261" y="85"/>
                  </a:lnTo>
                  <a:lnTo>
                    <a:pt x="261" y="13901"/>
                  </a:lnTo>
                  <a:lnTo>
                    <a:pt x="34549" y="13901"/>
                  </a:lnTo>
                  <a:lnTo>
                    <a:pt x="34549" y="331683"/>
                  </a:lnTo>
                  <a:lnTo>
                    <a:pt x="261" y="331683"/>
                  </a:lnTo>
                  <a:lnTo>
                    <a:pt x="261" y="345499"/>
                  </a:lnTo>
                  <a:lnTo>
                    <a:pt x="48688" y="345499"/>
                  </a:lnTo>
                  <a:lnTo>
                    <a:pt x="48688" y="85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62848F53-835A-6F11-F1D3-EA01134C01FE}"/>
                </a:ext>
              </a:extLst>
            </p:cNvPr>
            <p:cNvSpPr/>
            <p:nvPr>
              <p:custDataLst>
                <p:tags r:id="rId207"/>
              </p:custDataLst>
            </p:nvPr>
          </p:nvSpPr>
          <p:spPr>
            <a:xfrm>
              <a:off x="12755160" y="5673492"/>
              <a:ext cx="235064" cy="230046"/>
            </a:xfrm>
            <a:custGeom>
              <a:avLst/>
              <a:gdLst>
                <a:gd name="connsiteX0" fmla="*/ 125045 w 235064"/>
                <a:gd name="connsiteY0" fmla="*/ 122016 h 230046"/>
                <a:gd name="connsiteX1" fmla="*/ 223666 w 235064"/>
                <a:gd name="connsiteY1" fmla="*/ 122016 h 230046"/>
                <a:gd name="connsiteX2" fmla="*/ 235331 w 235064"/>
                <a:gd name="connsiteY2" fmla="*/ 115108 h 230046"/>
                <a:gd name="connsiteX3" fmla="*/ 223666 w 235064"/>
                <a:gd name="connsiteY3" fmla="*/ 108199 h 230046"/>
                <a:gd name="connsiteX4" fmla="*/ 125045 w 235064"/>
                <a:gd name="connsiteY4" fmla="*/ 108199 h 230046"/>
                <a:gd name="connsiteX5" fmla="*/ 125045 w 235064"/>
                <a:gd name="connsiteY5" fmla="*/ 11483 h 230046"/>
                <a:gd name="connsiteX6" fmla="*/ 117975 w 235064"/>
                <a:gd name="connsiteY6" fmla="*/ 85 h 230046"/>
                <a:gd name="connsiteX7" fmla="*/ 110906 w 235064"/>
                <a:gd name="connsiteY7" fmla="*/ 11483 h 230046"/>
                <a:gd name="connsiteX8" fmla="*/ 110906 w 235064"/>
                <a:gd name="connsiteY8" fmla="*/ 108199 h 230046"/>
                <a:gd name="connsiteX9" fmla="*/ 11931 w 235064"/>
                <a:gd name="connsiteY9" fmla="*/ 108199 h 230046"/>
                <a:gd name="connsiteX10" fmla="*/ 266 w 235064"/>
                <a:gd name="connsiteY10" fmla="*/ 115108 h 230046"/>
                <a:gd name="connsiteX11" fmla="*/ 11931 w 235064"/>
                <a:gd name="connsiteY11" fmla="*/ 122016 h 230046"/>
                <a:gd name="connsiteX12" fmla="*/ 110906 w 235064"/>
                <a:gd name="connsiteY12" fmla="*/ 122016 h 230046"/>
                <a:gd name="connsiteX13" fmla="*/ 110906 w 235064"/>
                <a:gd name="connsiteY13" fmla="*/ 218732 h 230046"/>
                <a:gd name="connsiteX14" fmla="*/ 117975 w 235064"/>
                <a:gd name="connsiteY14" fmla="*/ 230131 h 230046"/>
                <a:gd name="connsiteX15" fmla="*/ 125045 w 235064"/>
                <a:gd name="connsiteY15" fmla="*/ 218732 h 230046"/>
                <a:gd name="connsiteX16" fmla="*/ 125045 w 235064"/>
                <a:gd name="connsiteY16" fmla="*/ 122016 h 23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064" h="230046">
                  <a:moveTo>
                    <a:pt x="125045" y="122016"/>
                  </a:moveTo>
                  <a:lnTo>
                    <a:pt x="223666" y="122016"/>
                  </a:lnTo>
                  <a:cubicBezTo>
                    <a:pt x="228615" y="122016"/>
                    <a:pt x="235331" y="122016"/>
                    <a:pt x="235331" y="115108"/>
                  </a:cubicBezTo>
                  <a:cubicBezTo>
                    <a:pt x="235331" y="108199"/>
                    <a:pt x="228615" y="108199"/>
                    <a:pt x="223666" y="108199"/>
                  </a:cubicBezTo>
                  <a:lnTo>
                    <a:pt x="125045" y="108199"/>
                  </a:lnTo>
                  <a:lnTo>
                    <a:pt x="125045" y="11483"/>
                  </a:lnTo>
                  <a:cubicBezTo>
                    <a:pt x="125045" y="6648"/>
                    <a:pt x="125045" y="85"/>
                    <a:pt x="117975" y="85"/>
                  </a:cubicBezTo>
                  <a:cubicBezTo>
                    <a:pt x="110906" y="85"/>
                    <a:pt x="110906" y="6648"/>
                    <a:pt x="110906" y="11483"/>
                  </a:cubicBezTo>
                  <a:lnTo>
                    <a:pt x="110906" y="108199"/>
                  </a:lnTo>
                  <a:lnTo>
                    <a:pt x="11931" y="108199"/>
                  </a:lnTo>
                  <a:cubicBezTo>
                    <a:pt x="6982" y="108199"/>
                    <a:pt x="266" y="108199"/>
                    <a:pt x="266" y="115108"/>
                  </a:cubicBezTo>
                  <a:cubicBezTo>
                    <a:pt x="266" y="122016"/>
                    <a:pt x="6982" y="122016"/>
                    <a:pt x="11931" y="122016"/>
                  </a:cubicBezTo>
                  <a:lnTo>
                    <a:pt x="110906" y="122016"/>
                  </a:lnTo>
                  <a:lnTo>
                    <a:pt x="110906" y="218732"/>
                  </a:lnTo>
                  <a:cubicBezTo>
                    <a:pt x="110906" y="223568"/>
                    <a:pt x="110906" y="230131"/>
                    <a:pt x="117975" y="230131"/>
                  </a:cubicBezTo>
                  <a:cubicBezTo>
                    <a:pt x="125045" y="230131"/>
                    <a:pt x="125045" y="223568"/>
                    <a:pt x="125045" y="218732"/>
                  </a:cubicBezTo>
                  <a:lnTo>
                    <a:pt x="125045" y="12201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9D595761-7CAC-37D9-37EC-12563C499F99}"/>
                </a:ext>
              </a:extLst>
            </p:cNvPr>
            <p:cNvSpPr/>
            <p:nvPr>
              <p:custDataLst>
                <p:tags r:id="rId208"/>
              </p:custDataLst>
            </p:nvPr>
          </p:nvSpPr>
          <p:spPr>
            <a:xfrm>
              <a:off x="13101924" y="5635151"/>
              <a:ext cx="199009" cy="241790"/>
            </a:xfrm>
            <a:custGeom>
              <a:avLst/>
              <a:gdLst>
                <a:gd name="connsiteX0" fmla="*/ 62842 w 199009"/>
                <a:gd name="connsiteY0" fmla="*/ 101291 h 241790"/>
                <a:gd name="connsiteX1" fmla="*/ 62842 w 199009"/>
                <a:gd name="connsiteY1" fmla="*/ 85 h 241790"/>
                <a:gd name="connsiteX2" fmla="*/ 276 w 199009"/>
                <a:gd name="connsiteY2" fmla="*/ 2848 h 241790"/>
                <a:gd name="connsiteX3" fmla="*/ 276 w 199009"/>
                <a:gd name="connsiteY3" fmla="*/ 19082 h 241790"/>
                <a:gd name="connsiteX4" fmla="*/ 24666 w 199009"/>
                <a:gd name="connsiteY4" fmla="*/ 32554 h 241790"/>
                <a:gd name="connsiteX5" fmla="*/ 24666 w 199009"/>
                <a:gd name="connsiteY5" fmla="*/ 239802 h 241790"/>
                <a:gd name="connsiteX6" fmla="*/ 41280 w 199009"/>
                <a:gd name="connsiteY6" fmla="*/ 239802 h 241790"/>
                <a:gd name="connsiteX7" fmla="*/ 58600 w 199009"/>
                <a:gd name="connsiteY7" fmla="*/ 220459 h 241790"/>
                <a:gd name="connsiteX8" fmla="*/ 110209 w 199009"/>
                <a:gd name="connsiteY8" fmla="*/ 241875 h 241790"/>
                <a:gd name="connsiteX9" fmla="*/ 199286 w 199009"/>
                <a:gd name="connsiteY9" fmla="*/ 162775 h 241790"/>
                <a:gd name="connsiteX10" fmla="*/ 114804 w 199009"/>
                <a:gd name="connsiteY10" fmla="*/ 84366 h 241790"/>
                <a:gd name="connsiteX11" fmla="*/ 62842 w 199009"/>
                <a:gd name="connsiteY11" fmla="*/ 101291 h 241790"/>
                <a:gd name="connsiteX12" fmla="*/ 64963 w 199009"/>
                <a:gd name="connsiteY12" fmla="*/ 205606 h 241790"/>
                <a:gd name="connsiteX13" fmla="*/ 64963 w 199009"/>
                <a:gd name="connsiteY13" fmla="*/ 118907 h 241790"/>
                <a:gd name="connsiteX14" fmla="*/ 110916 w 199009"/>
                <a:gd name="connsiteY14" fmla="*/ 96801 h 241790"/>
                <a:gd name="connsiteX15" fmla="*/ 154040 w 199009"/>
                <a:gd name="connsiteY15" fmla="*/ 162775 h 241790"/>
                <a:gd name="connsiteX16" fmla="*/ 144850 w 199009"/>
                <a:gd name="connsiteY16" fmla="*/ 211478 h 241790"/>
                <a:gd name="connsiteX17" fmla="*/ 107027 w 199009"/>
                <a:gd name="connsiteY17" fmla="*/ 229440 h 241790"/>
                <a:gd name="connsiteX18" fmla="*/ 64963 w 199009"/>
                <a:gd name="connsiteY18" fmla="*/ 205606 h 241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009" h="241790">
                  <a:moveTo>
                    <a:pt x="62842" y="101291"/>
                  </a:moveTo>
                  <a:lnTo>
                    <a:pt x="62842" y="85"/>
                  </a:lnTo>
                  <a:lnTo>
                    <a:pt x="276" y="2848"/>
                  </a:lnTo>
                  <a:lnTo>
                    <a:pt x="276" y="19082"/>
                  </a:lnTo>
                  <a:cubicBezTo>
                    <a:pt x="22192" y="19082"/>
                    <a:pt x="24666" y="19082"/>
                    <a:pt x="24666" y="32554"/>
                  </a:cubicBezTo>
                  <a:lnTo>
                    <a:pt x="24666" y="239802"/>
                  </a:lnTo>
                  <a:lnTo>
                    <a:pt x="41280" y="239802"/>
                  </a:lnTo>
                  <a:lnTo>
                    <a:pt x="58600" y="220459"/>
                  </a:lnTo>
                  <a:cubicBezTo>
                    <a:pt x="61428" y="223223"/>
                    <a:pt x="78749" y="241875"/>
                    <a:pt x="110209" y="241875"/>
                  </a:cubicBezTo>
                  <a:cubicBezTo>
                    <a:pt x="162877" y="241875"/>
                    <a:pt x="199286" y="210788"/>
                    <a:pt x="199286" y="162775"/>
                  </a:cubicBezTo>
                  <a:cubicBezTo>
                    <a:pt x="199286" y="116835"/>
                    <a:pt x="166059" y="84366"/>
                    <a:pt x="114804" y="84366"/>
                  </a:cubicBezTo>
                  <a:cubicBezTo>
                    <a:pt x="89000" y="84366"/>
                    <a:pt x="71326" y="94383"/>
                    <a:pt x="62842" y="101291"/>
                  </a:cubicBezTo>
                  <a:close/>
                  <a:moveTo>
                    <a:pt x="64963" y="205606"/>
                  </a:moveTo>
                  <a:lnTo>
                    <a:pt x="64963" y="118907"/>
                  </a:lnTo>
                  <a:cubicBezTo>
                    <a:pt x="74507" y="106818"/>
                    <a:pt x="91474" y="96801"/>
                    <a:pt x="110916" y="96801"/>
                  </a:cubicBezTo>
                  <a:cubicBezTo>
                    <a:pt x="154040" y="96801"/>
                    <a:pt x="154040" y="138596"/>
                    <a:pt x="154040" y="162775"/>
                  </a:cubicBezTo>
                  <a:cubicBezTo>
                    <a:pt x="154040" y="179009"/>
                    <a:pt x="154040" y="198007"/>
                    <a:pt x="144850" y="211478"/>
                  </a:cubicBezTo>
                  <a:cubicBezTo>
                    <a:pt x="134599" y="225640"/>
                    <a:pt x="118339" y="229440"/>
                    <a:pt x="107027" y="229440"/>
                  </a:cubicBezTo>
                  <a:cubicBezTo>
                    <a:pt x="82284" y="229440"/>
                    <a:pt x="68498" y="210788"/>
                    <a:pt x="64963" y="205606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7A6FBFB-9A34-CCD0-8F05-751886495B4C}"/>
                </a:ext>
              </a:extLst>
            </p:cNvPr>
            <p:cNvSpPr/>
            <p:nvPr>
              <p:custDataLst>
                <p:tags r:id="rId209"/>
              </p:custDataLst>
            </p:nvPr>
          </p:nvSpPr>
          <p:spPr>
            <a:xfrm>
              <a:off x="13336453" y="5767582"/>
              <a:ext cx="73736" cy="161515"/>
            </a:xfrm>
            <a:custGeom>
              <a:avLst/>
              <a:gdLst>
                <a:gd name="connsiteX0" fmla="*/ 66843 w 73736"/>
                <a:gd name="connsiteY0" fmla="*/ 8549 h 161515"/>
                <a:gd name="connsiteX1" fmla="*/ 58183 w 73736"/>
                <a:gd name="connsiteY1" fmla="*/ 86 h 161515"/>
                <a:gd name="connsiteX2" fmla="*/ 45811 w 73736"/>
                <a:gd name="connsiteY2" fmla="*/ 11692 h 161515"/>
                <a:gd name="connsiteX3" fmla="*/ 54718 w 73736"/>
                <a:gd name="connsiteY3" fmla="*/ 20155 h 161515"/>
                <a:gd name="connsiteX4" fmla="*/ 66843 w 73736"/>
                <a:gd name="connsiteY4" fmla="*/ 8549 h 161515"/>
                <a:gd name="connsiteX5" fmla="*/ 30717 w 73736"/>
                <a:gd name="connsiteY5" fmla="*/ 99462 h 161515"/>
                <a:gd name="connsiteX6" fmla="*/ 22057 w 73736"/>
                <a:gd name="connsiteY6" fmla="*/ 121948 h 161515"/>
                <a:gd name="connsiteX7" fmla="*/ 16118 w 73736"/>
                <a:gd name="connsiteY7" fmla="*/ 141292 h 161515"/>
                <a:gd name="connsiteX8" fmla="*/ 38140 w 73736"/>
                <a:gd name="connsiteY8" fmla="*/ 161602 h 161515"/>
                <a:gd name="connsiteX9" fmla="*/ 74019 w 73736"/>
                <a:gd name="connsiteY9" fmla="*/ 124608 h 161515"/>
                <a:gd name="connsiteX10" fmla="*/ 68822 w 73736"/>
                <a:gd name="connsiteY10" fmla="*/ 121465 h 161515"/>
                <a:gd name="connsiteX11" fmla="*/ 62884 w 73736"/>
                <a:gd name="connsiteY11" fmla="*/ 126543 h 161515"/>
                <a:gd name="connsiteX12" fmla="*/ 38883 w 73736"/>
                <a:gd name="connsiteY12" fmla="*/ 154832 h 161515"/>
                <a:gd name="connsiteX13" fmla="*/ 32944 w 73736"/>
                <a:gd name="connsiteY13" fmla="*/ 146611 h 161515"/>
                <a:gd name="connsiteX14" fmla="*/ 40367 w 73736"/>
                <a:gd name="connsiteY14" fmla="*/ 122674 h 161515"/>
                <a:gd name="connsiteX15" fmla="*/ 56698 w 73736"/>
                <a:gd name="connsiteY15" fmla="*/ 80844 h 161515"/>
                <a:gd name="connsiteX16" fmla="*/ 58183 w 73736"/>
                <a:gd name="connsiteY16" fmla="*/ 72865 h 161515"/>
                <a:gd name="connsiteX17" fmla="*/ 35913 w 73736"/>
                <a:gd name="connsiteY17" fmla="*/ 52555 h 161515"/>
                <a:gd name="connsiteX18" fmla="*/ 282 w 73736"/>
                <a:gd name="connsiteY18" fmla="*/ 89549 h 161515"/>
                <a:gd name="connsiteX19" fmla="*/ 5479 w 73736"/>
                <a:gd name="connsiteY19" fmla="*/ 92692 h 161515"/>
                <a:gd name="connsiteX20" fmla="*/ 10675 w 73736"/>
                <a:gd name="connsiteY20" fmla="*/ 89549 h 161515"/>
                <a:gd name="connsiteX21" fmla="*/ 35171 w 73736"/>
                <a:gd name="connsiteY21" fmla="*/ 59325 h 161515"/>
                <a:gd name="connsiteX22" fmla="*/ 41357 w 73736"/>
                <a:gd name="connsiteY22" fmla="*/ 67546 h 161515"/>
                <a:gd name="connsiteX23" fmla="*/ 37398 w 73736"/>
                <a:gd name="connsiteY23" fmla="*/ 82778 h 161515"/>
                <a:gd name="connsiteX24" fmla="*/ 30717 w 73736"/>
                <a:gd name="connsiteY24" fmla="*/ 99462 h 16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3736" h="161515">
                  <a:moveTo>
                    <a:pt x="66843" y="8549"/>
                  </a:moveTo>
                  <a:cubicBezTo>
                    <a:pt x="66843" y="3471"/>
                    <a:pt x="63131" y="86"/>
                    <a:pt x="58183" y="86"/>
                  </a:cubicBezTo>
                  <a:cubicBezTo>
                    <a:pt x="51254" y="86"/>
                    <a:pt x="45811" y="6373"/>
                    <a:pt x="45811" y="11692"/>
                  </a:cubicBezTo>
                  <a:cubicBezTo>
                    <a:pt x="45811" y="16044"/>
                    <a:pt x="48780" y="20155"/>
                    <a:pt x="54718" y="20155"/>
                  </a:cubicBezTo>
                  <a:cubicBezTo>
                    <a:pt x="60904" y="20155"/>
                    <a:pt x="66843" y="14352"/>
                    <a:pt x="66843" y="8549"/>
                  </a:cubicBezTo>
                  <a:close/>
                  <a:moveTo>
                    <a:pt x="30717" y="99462"/>
                  </a:moveTo>
                  <a:cubicBezTo>
                    <a:pt x="28985" y="104056"/>
                    <a:pt x="24531" y="115178"/>
                    <a:pt x="22057" y="121948"/>
                  </a:cubicBezTo>
                  <a:cubicBezTo>
                    <a:pt x="19582" y="128235"/>
                    <a:pt x="16118" y="136939"/>
                    <a:pt x="16118" y="141292"/>
                  </a:cubicBezTo>
                  <a:cubicBezTo>
                    <a:pt x="16118" y="152414"/>
                    <a:pt x="25026" y="161602"/>
                    <a:pt x="38140" y="161602"/>
                  </a:cubicBezTo>
                  <a:cubicBezTo>
                    <a:pt x="62884" y="161602"/>
                    <a:pt x="74019" y="128477"/>
                    <a:pt x="74019" y="124608"/>
                  </a:cubicBezTo>
                  <a:cubicBezTo>
                    <a:pt x="74019" y="121465"/>
                    <a:pt x="70802" y="121465"/>
                    <a:pt x="68822" y="121465"/>
                  </a:cubicBezTo>
                  <a:cubicBezTo>
                    <a:pt x="64368" y="121465"/>
                    <a:pt x="64121" y="122190"/>
                    <a:pt x="62884" y="126543"/>
                  </a:cubicBezTo>
                  <a:cubicBezTo>
                    <a:pt x="59667" y="138148"/>
                    <a:pt x="51502" y="154832"/>
                    <a:pt x="38883" y="154832"/>
                  </a:cubicBezTo>
                  <a:cubicBezTo>
                    <a:pt x="32944" y="154832"/>
                    <a:pt x="32944" y="149029"/>
                    <a:pt x="32944" y="146611"/>
                  </a:cubicBezTo>
                  <a:cubicBezTo>
                    <a:pt x="32944" y="140808"/>
                    <a:pt x="37150" y="130411"/>
                    <a:pt x="40367" y="122674"/>
                  </a:cubicBezTo>
                  <a:cubicBezTo>
                    <a:pt x="43089" y="115178"/>
                    <a:pt x="55461" y="84471"/>
                    <a:pt x="56698" y="80844"/>
                  </a:cubicBezTo>
                  <a:cubicBezTo>
                    <a:pt x="58183" y="76734"/>
                    <a:pt x="58183" y="76008"/>
                    <a:pt x="58183" y="72865"/>
                  </a:cubicBezTo>
                  <a:cubicBezTo>
                    <a:pt x="58183" y="61984"/>
                    <a:pt x="49522" y="52555"/>
                    <a:pt x="35913" y="52555"/>
                  </a:cubicBezTo>
                  <a:cubicBezTo>
                    <a:pt x="11665" y="52555"/>
                    <a:pt x="282" y="85196"/>
                    <a:pt x="282" y="89549"/>
                  </a:cubicBezTo>
                  <a:cubicBezTo>
                    <a:pt x="282" y="92692"/>
                    <a:pt x="3499" y="92692"/>
                    <a:pt x="5479" y="92692"/>
                  </a:cubicBezTo>
                  <a:cubicBezTo>
                    <a:pt x="8448" y="92692"/>
                    <a:pt x="9932" y="92692"/>
                    <a:pt x="10675" y="89549"/>
                  </a:cubicBezTo>
                  <a:cubicBezTo>
                    <a:pt x="18840" y="61501"/>
                    <a:pt x="30717" y="59325"/>
                    <a:pt x="35171" y="59325"/>
                  </a:cubicBezTo>
                  <a:cubicBezTo>
                    <a:pt x="38140" y="59325"/>
                    <a:pt x="41357" y="60050"/>
                    <a:pt x="41357" y="67546"/>
                  </a:cubicBezTo>
                  <a:cubicBezTo>
                    <a:pt x="41357" y="72865"/>
                    <a:pt x="39377" y="77701"/>
                    <a:pt x="37398" y="82778"/>
                  </a:cubicBezTo>
                  <a:lnTo>
                    <a:pt x="30717" y="99462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506DD1C6-E3E3-F4BB-BE91-E2191A8E16AF}"/>
                </a:ext>
              </a:extLst>
            </p:cNvPr>
            <p:cNvSpPr/>
            <p:nvPr>
              <p:custDataLst>
                <p:tags r:id="rId210"/>
              </p:custDataLst>
            </p:nvPr>
          </p:nvSpPr>
          <p:spPr>
            <a:xfrm>
              <a:off x="13443621" y="5615807"/>
              <a:ext cx="82007" cy="345414"/>
            </a:xfrm>
            <a:custGeom>
              <a:avLst/>
              <a:gdLst>
                <a:gd name="connsiteX0" fmla="*/ 82293 w 82007"/>
                <a:gd name="connsiteY0" fmla="*/ 172792 h 345414"/>
                <a:gd name="connsiteX1" fmla="*/ 58963 w 82007"/>
                <a:gd name="connsiteY1" fmla="*/ 65023 h 345414"/>
                <a:gd name="connsiteX2" fmla="*/ 3820 w 82007"/>
                <a:gd name="connsiteY2" fmla="*/ 85 h 345414"/>
                <a:gd name="connsiteX3" fmla="*/ 286 w 82007"/>
                <a:gd name="connsiteY3" fmla="*/ 3539 h 345414"/>
                <a:gd name="connsiteX4" fmla="*/ 7002 w 82007"/>
                <a:gd name="connsiteY4" fmla="*/ 11483 h 345414"/>
                <a:gd name="connsiteX5" fmla="*/ 61791 w 82007"/>
                <a:gd name="connsiteY5" fmla="*/ 172792 h 345414"/>
                <a:gd name="connsiteX6" fmla="*/ 4881 w 82007"/>
                <a:gd name="connsiteY6" fmla="*/ 336173 h 345414"/>
                <a:gd name="connsiteX7" fmla="*/ 286 w 82007"/>
                <a:gd name="connsiteY7" fmla="*/ 342045 h 345414"/>
                <a:gd name="connsiteX8" fmla="*/ 3820 w 82007"/>
                <a:gd name="connsiteY8" fmla="*/ 345499 h 345414"/>
                <a:gd name="connsiteX9" fmla="*/ 60024 w 82007"/>
                <a:gd name="connsiteY9" fmla="*/ 278144 h 345414"/>
                <a:gd name="connsiteX10" fmla="*/ 82293 w 82007"/>
                <a:gd name="connsiteY10" fmla="*/ 172792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07" h="345414">
                  <a:moveTo>
                    <a:pt x="82293" y="172792"/>
                  </a:moveTo>
                  <a:cubicBezTo>
                    <a:pt x="82293" y="145850"/>
                    <a:pt x="78405" y="104055"/>
                    <a:pt x="58963" y="65023"/>
                  </a:cubicBezTo>
                  <a:cubicBezTo>
                    <a:pt x="37754" y="22537"/>
                    <a:pt x="7355" y="85"/>
                    <a:pt x="3820" y="85"/>
                  </a:cubicBezTo>
                  <a:cubicBezTo>
                    <a:pt x="1699" y="85"/>
                    <a:pt x="286" y="1466"/>
                    <a:pt x="286" y="3539"/>
                  </a:cubicBezTo>
                  <a:cubicBezTo>
                    <a:pt x="286" y="4575"/>
                    <a:pt x="286" y="5266"/>
                    <a:pt x="7002" y="11483"/>
                  </a:cubicBezTo>
                  <a:cubicBezTo>
                    <a:pt x="41643" y="45679"/>
                    <a:pt x="61791" y="100600"/>
                    <a:pt x="61791" y="172792"/>
                  </a:cubicBezTo>
                  <a:cubicBezTo>
                    <a:pt x="61791" y="231858"/>
                    <a:pt x="48712" y="292651"/>
                    <a:pt x="4881" y="336173"/>
                  </a:cubicBezTo>
                  <a:cubicBezTo>
                    <a:pt x="286" y="340318"/>
                    <a:pt x="286" y="341009"/>
                    <a:pt x="286" y="342045"/>
                  </a:cubicBezTo>
                  <a:cubicBezTo>
                    <a:pt x="286" y="344118"/>
                    <a:pt x="1699" y="345499"/>
                    <a:pt x="3820" y="345499"/>
                  </a:cubicBezTo>
                  <a:cubicBezTo>
                    <a:pt x="7355" y="345499"/>
                    <a:pt x="39168" y="322011"/>
                    <a:pt x="60024" y="278144"/>
                  </a:cubicBezTo>
                  <a:cubicBezTo>
                    <a:pt x="78051" y="240148"/>
                    <a:pt x="82293" y="201807"/>
                    <a:pt x="82293" y="172792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48" name="Group 47" descr="\documentclass{article}&#10;\usepackage{amsmath,amssymb}&#10;\pagestyle{empty}&#10;\begin{document}&#10;&#10;\newcommand{\score}{\textrm{score}}&#10;\newcommand{\classify}{\textrm{classify}}&#10;\newcommand{\bx}{\mathbf{x}}&#10;&#10;\begin{align*}&#10;\tilde{\mathbf{c}}_t = \tanh\left(\mathbf{W}_\textit{c}[\mathbf{x}_t; \mathbf{h}_{t-1}] + \mathbf{b}_\textit{c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603CA397-AE1B-CA02-BA9C-92B57876C167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881310" y="3872325"/>
            <a:ext cx="4557386" cy="345414"/>
            <a:chOff x="8967842" y="6460111"/>
            <a:chExt cx="4557386" cy="345414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F6024092-8AF8-4181-8CD0-471310B32231}"/>
                </a:ext>
              </a:extLst>
            </p:cNvPr>
            <p:cNvSpPr/>
            <p:nvPr>
              <p:custDataLst>
                <p:tags r:id="rId167"/>
              </p:custDataLst>
            </p:nvPr>
          </p:nvSpPr>
          <p:spPr>
            <a:xfrm>
              <a:off x="8985717" y="6483638"/>
              <a:ext cx="117745" cy="32123"/>
            </a:xfrm>
            <a:custGeom>
              <a:avLst/>
              <a:gdLst>
                <a:gd name="connsiteX0" fmla="*/ 117914 w 117745"/>
                <a:gd name="connsiteY0" fmla="*/ 5266 h 32123"/>
                <a:gd name="connsiteX1" fmla="*/ 112257 w 117745"/>
                <a:gd name="connsiteY1" fmla="*/ 85 h 32123"/>
                <a:gd name="connsiteX2" fmla="*/ 83263 w 117745"/>
                <a:gd name="connsiteY2" fmla="*/ 16664 h 32123"/>
                <a:gd name="connsiteX3" fmla="*/ 60279 w 117745"/>
                <a:gd name="connsiteY3" fmla="*/ 8029 h 32123"/>
                <a:gd name="connsiteX4" fmla="*/ 38357 w 117745"/>
                <a:gd name="connsiteY4" fmla="*/ 85 h 32123"/>
                <a:gd name="connsiteX5" fmla="*/ 169 w 117745"/>
                <a:gd name="connsiteY5" fmla="*/ 27027 h 32123"/>
                <a:gd name="connsiteX6" fmla="*/ 5826 w 117745"/>
                <a:gd name="connsiteY6" fmla="*/ 32208 h 32123"/>
                <a:gd name="connsiteX7" fmla="*/ 34821 w 117745"/>
                <a:gd name="connsiteY7" fmla="*/ 15628 h 32123"/>
                <a:gd name="connsiteX8" fmla="*/ 57804 w 117745"/>
                <a:gd name="connsiteY8" fmla="*/ 24264 h 32123"/>
                <a:gd name="connsiteX9" fmla="*/ 79727 w 117745"/>
                <a:gd name="connsiteY9" fmla="*/ 32208 h 32123"/>
                <a:gd name="connsiteX10" fmla="*/ 117914 w 117745"/>
                <a:gd name="connsiteY10" fmla="*/ 5266 h 32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7745" h="32123">
                  <a:moveTo>
                    <a:pt x="117914" y="5266"/>
                  </a:moveTo>
                  <a:lnTo>
                    <a:pt x="112257" y="85"/>
                  </a:lnTo>
                  <a:cubicBezTo>
                    <a:pt x="112257" y="430"/>
                    <a:pt x="98820" y="16664"/>
                    <a:pt x="83263" y="16664"/>
                  </a:cubicBezTo>
                  <a:cubicBezTo>
                    <a:pt x="75130" y="16664"/>
                    <a:pt x="66290" y="11483"/>
                    <a:pt x="60279" y="8029"/>
                  </a:cubicBezTo>
                  <a:cubicBezTo>
                    <a:pt x="50732" y="2502"/>
                    <a:pt x="44368" y="85"/>
                    <a:pt x="38357" y="85"/>
                  </a:cubicBezTo>
                  <a:cubicBezTo>
                    <a:pt x="24920" y="85"/>
                    <a:pt x="18202" y="7684"/>
                    <a:pt x="169" y="27027"/>
                  </a:cubicBezTo>
                  <a:lnTo>
                    <a:pt x="5826" y="32208"/>
                  </a:lnTo>
                  <a:cubicBezTo>
                    <a:pt x="5826" y="31863"/>
                    <a:pt x="19263" y="15628"/>
                    <a:pt x="34821" y="15628"/>
                  </a:cubicBezTo>
                  <a:cubicBezTo>
                    <a:pt x="42953" y="15628"/>
                    <a:pt x="51793" y="20809"/>
                    <a:pt x="57804" y="24264"/>
                  </a:cubicBezTo>
                  <a:cubicBezTo>
                    <a:pt x="67351" y="29790"/>
                    <a:pt x="73716" y="32208"/>
                    <a:pt x="79727" y="32208"/>
                  </a:cubicBezTo>
                  <a:cubicBezTo>
                    <a:pt x="93163" y="32208"/>
                    <a:pt x="99881" y="24609"/>
                    <a:pt x="117914" y="5266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746AABB2-7E31-5EC7-1C06-45BB54B2EF4F}"/>
                </a:ext>
              </a:extLst>
            </p:cNvPr>
            <p:cNvSpPr/>
            <p:nvPr>
              <p:custDataLst>
                <p:tags r:id="rId168"/>
              </p:custDataLst>
            </p:nvPr>
          </p:nvSpPr>
          <p:spPr>
            <a:xfrm>
              <a:off x="8967842" y="6562700"/>
              <a:ext cx="155579" cy="158545"/>
            </a:xfrm>
            <a:custGeom>
              <a:avLst/>
              <a:gdLst>
                <a:gd name="connsiteX0" fmla="*/ 114025 w 155579"/>
                <a:gd name="connsiteY0" fmla="*/ 15974 h 158545"/>
                <a:gd name="connsiteX1" fmla="*/ 106953 w 155579"/>
                <a:gd name="connsiteY1" fmla="*/ 31863 h 158545"/>
                <a:gd name="connsiteX2" fmla="*/ 128876 w 155579"/>
                <a:gd name="connsiteY2" fmla="*/ 53624 h 158545"/>
                <a:gd name="connsiteX3" fmla="*/ 151152 w 155579"/>
                <a:gd name="connsiteY3" fmla="*/ 31863 h 158545"/>
                <a:gd name="connsiteX4" fmla="*/ 89627 w 155579"/>
                <a:gd name="connsiteY4" fmla="*/ 85 h 158545"/>
                <a:gd name="connsiteX5" fmla="*/ 169 w 155579"/>
                <a:gd name="connsiteY5" fmla="*/ 79875 h 158545"/>
                <a:gd name="connsiteX6" fmla="*/ 87859 w 155579"/>
                <a:gd name="connsiteY6" fmla="*/ 158630 h 158545"/>
                <a:gd name="connsiteX7" fmla="*/ 155748 w 155579"/>
                <a:gd name="connsiteY7" fmla="*/ 116144 h 158545"/>
                <a:gd name="connsiteX8" fmla="*/ 147262 w 155579"/>
                <a:gd name="connsiteY8" fmla="*/ 111308 h 158545"/>
                <a:gd name="connsiteX9" fmla="*/ 138776 w 155579"/>
                <a:gd name="connsiteY9" fmla="*/ 116489 h 158545"/>
                <a:gd name="connsiteX10" fmla="*/ 94577 w 155579"/>
                <a:gd name="connsiteY10" fmla="*/ 144813 h 158545"/>
                <a:gd name="connsiteX11" fmla="*/ 45428 w 155579"/>
                <a:gd name="connsiteY11" fmla="*/ 78148 h 158545"/>
                <a:gd name="connsiteX12" fmla="*/ 91041 w 155579"/>
                <a:gd name="connsiteY12" fmla="*/ 13901 h 158545"/>
                <a:gd name="connsiteX13" fmla="*/ 114025 w 155579"/>
                <a:gd name="connsiteY13" fmla="*/ 15974 h 158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5579" h="158545">
                  <a:moveTo>
                    <a:pt x="114025" y="15974"/>
                  </a:moveTo>
                  <a:cubicBezTo>
                    <a:pt x="107660" y="21500"/>
                    <a:pt x="106953" y="28754"/>
                    <a:pt x="106953" y="31863"/>
                  </a:cubicBezTo>
                  <a:cubicBezTo>
                    <a:pt x="106953" y="47061"/>
                    <a:pt x="119329" y="53624"/>
                    <a:pt x="128876" y="53624"/>
                  </a:cubicBezTo>
                  <a:cubicBezTo>
                    <a:pt x="139837" y="53624"/>
                    <a:pt x="151152" y="46370"/>
                    <a:pt x="151152" y="31863"/>
                  </a:cubicBezTo>
                  <a:cubicBezTo>
                    <a:pt x="151152" y="2157"/>
                    <a:pt x="110135" y="85"/>
                    <a:pt x="89627" y="85"/>
                  </a:cubicBezTo>
                  <a:cubicBezTo>
                    <a:pt x="26334" y="85"/>
                    <a:pt x="169" y="39807"/>
                    <a:pt x="169" y="79875"/>
                  </a:cubicBezTo>
                  <a:cubicBezTo>
                    <a:pt x="169" y="125816"/>
                    <a:pt x="33406" y="158630"/>
                    <a:pt x="87859" y="158630"/>
                  </a:cubicBezTo>
                  <a:cubicBezTo>
                    <a:pt x="145141" y="158630"/>
                    <a:pt x="155748" y="118562"/>
                    <a:pt x="155748" y="116144"/>
                  </a:cubicBezTo>
                  <a:cubicBezTo>
                    <a:pt x="155748" y="111308"/>
                    <a:pt x="150798" y="111308"/>
                    <a:pt x="147262" y="111308"/>
                  </a:cubicBezTo>
                  <a:cubicBezTo>
                    <a:pt x="140898" y="111308"/>
                    <a:pt x="140544" y="111999"/>
                    <a:pt x="138776" y="116489"/>
                  </a:cubicBezTo>
                  <a:cubicBezTo>
                    <a:pt x="129583" y="138251"/>
                    <a:pt x="112610" y="144813"/>
                    <a:pt x="94577" y="144813"/>
                  </a:cubicBezTo>
                  <a:cubicBezTo>
                    <a:pt x="45428" y="144813"/>
                    <a:pt x="45428" y="94037"/>
                    <a:pt x="45428" y="78148"/>
                  </a:cubicBezTo>
                  <a:cubicBezTo>
                    <a:pt x="45428" y="58805"/>
                    <a:pt x="45428" y="13901"/>
                    <a:pt x="91041" y="13901"/>
                  </a:cubicBezTo>
                  <a:cubicBezTo>
                    <a:pt x="103417" y="13901"/>
                    <a:pt x="109428" y="14938"/>
                    <a:pt x="114025" y="15974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A60FD57-FA27-211D-3D8F-8EBEC06445FB}"/>
                </a:ext>
              </a:extLst>
            </p:cNvPr>
            <p:cNvSpPr/>
            <p:nvPr>
              <p:custDataLst>
                <p:tags r:id="rId169"/>
              </p:custDataLst>
            </p:nvPr>
          </p:nvSpPr>
          <p:spPr>
            <a:xfrm>
              <a:off x="9145524" y="6619865"/>
              <a:ext cx="83659" cy="153536"/>
            </a:xfrm>
            <a:custGeom>
              <a:avLst/>
              <a:gdLst>
                <a:gd name="connsiteX0" fmla="*/ 50667 w 83659"/>
                <a:gd name="connsiteY0" fmla="*/ 55698 h 153536"/>
                <a:gd name="connsiteX1" fmla="*/ 75913 w 83659"/>
                <a:gd name="connsiteY1" fmla="*/ 55698 h 153536"/>
                <a:gd name="connsiteX2" fmla="*/ 83833 w 83659"/>
                <a:gd name="connsiteY2" fmla="*/ 50379 h 153536"/>
                <a:gd name="connsiteX3" fmla="*/ 76408 w 83659"/>
                <a:gd name="connsiteY3" fmla="*/ 46993 h 153536"/>
                <a:gd name="connsiteX4" fmla="*/ 52894 w 83659"/>
                <a:gd name="connsiteY4" fmla="*/ 46993 h 153536"/>
                <a:gd name="connsiteX5" fmla="*/ 62052 w 83659"/>
                <a:gd name="connsiteY5" fmla="*/ 11209 h 153536"/>
                <a:gd name="connsiteX6" fmla="*/ 62795 w 83659"/>
                <a:gd name="connsiteY6" fmla="*/ 7823 h 153536"/>
                <a:gd name="connsiteX7" fmla="*/ 54379 w 83659"/>
                <a:gd name="connsiteY7" fmla="*/ 86 h 153536"/>
                <a:gd name="connsiteX8" fmla="*/ 42746 w 83659"/>
                <a:gd name="connsiteY8" fmla="*/ 10483 h 153536"/>
                <a:gd name="connsiteX9" fmla="*/ 33341 w 83659"/>
                <a:gd name="connsiteY9" fmla="*/ 46993 h 153536"/>
                <a:gd name="connsiteX10" fmla="*/ 8094 w 83659"/>
                <a:gd name="connsiteY10" fmla="*/ 46993 h 153536"/>
                <a:gd name="connsiteX11" fmla="*/ 174 w 83659"/>
                <a:gd name="connsiteY11" fmla="*/ 52313 h 153536"/>
                <a:gd name="connsiteX12" fmla="*/ 7599 w 83659"/>
                <a:gd name="connsiteY12" fmla="*/ 55698 h 153536"/>
                <a:gd name="connsiteX13" fmla="*/ 31113 w 83659"/>
                <a:gd name="connsiteY13" fmla="*/ 55698 h 153536"/>
                <a:gd name="connsiteX14" fmla="*/ 16510 w 83659"/>
                <a:gd name="connsiteY14" fmla="*/ 112760 h 153536"/>
                <a:gd name="connsiteX15" fmla="*/ 12797 w 83659"/>
                <a:gd name="connsiteY15" fmla="*/ 130653 h 153536"/>
                <a:gd name="connsiteX16" fmla="*/ 39281 w 83659"/>
                <a:gd name="connsiteY16" fmla="*/ 153623 h 153536"/>
                <a:gd name="connsiteX17" fmla="*/ 82348 w 83659"/>
                <a:gd name="connsiteY17" fmla="*/ 116629 h 153536"/>
                <a:gd name="connsiteX18" fmla="*/ 78388 w 83659"/>
                <a:gd name="connsiteY18" fmla="*/ 113486 h 153536"/>
                <a:gd name="connsiteX19" fmla="*/ 73190 w 83659"/>
                <a:gd name="connsiteY19" fmla="*/ 118080 h 153536"/>
                <a:gd name="connsiteX20" fmla="*/ 40023 w 83659"/>
                <a:gd name="connsiteY20" fmla="*/ 146853 h 153536"/>
                <a:gd name="connsiteX21" fmla="*/ 31360 w 83659"/>
                <a:gd name="connsiteY21" fmla="*/ 135005 h 153536"/>
                <a:gd name="connsiteX22" fmla="*/ 32846 w 83659"/>
                <a:gd name="connsiteY22" fmla="*/ 125092 h 153536"/>
                <a:gd name="connsiteX23" fmla="*/ 50667 w 83659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59" h="153536">
                  <a:moveTo>
                    <a:pt x="50667" y="55698"/>
                  </a:moveTo>
                  <a:lnTo>
                    <a:pt x="75913" y="55698"/>
                  </a:lnTo>
                  <a:cubicBezTo>
                    <a:pt x="80616" y="55698"/>
                    <a:pt x="83833" y="55698"/>
                    <a:pt x="83833" y="50379"/>
                  </a:cubicBezTo>
                  <a:cubicBezTo>
                    <a:pt x="83833" y="46993"/>
                    <a:pt x="80616" y="46993"/>
                    <a:pt x="76408" y="46993"/>
                  </a:cubicBezTo>
                  <a:lnTo>
                    <a:pt x="52894" y="46993"/>
                  </a:lnTo>
                  <a:lnTo>
                    <a:pt x="62052" y="11209"/>
                  </a:lnTo>
                  <a:cubicBezTo>
                    <a:pt x="62300" y="10000"/>
                    <a:pt x="62795" y="8791"/>
                    <a:pt x="62795" y="7823"/>
                  </a:cubicBezTo>
                  <a:cubicBezTo>
                    <a:pt x="62795" y="3471"/>
                    <a:pt x="59329" y="86"/>
                    <a:pt x="54379" y="86"/>
                  </a:cubicBezTo>
                  <a:cubicBezTo>
                    <a:pt x="48191" y="86"/>
                    <a:pt x="44479" y="4197"/>
                    <a:pt x="42746" y="10483"/>
                  </a:cubicBezTo>
                  <a:cubicBezTo>
                    <a:pt x="41014" y="16528"/>
                    <a:pt x="44231" y="4922"/>
                    <a:pt x="33341" y="46993"/>
                  </a:cubicBezTo>
                  <a:lnTo>
                    <a:pt x="8094" y="46993"/>
                  </a:lnTo>
                  <a:cubicBezTo>
                    <a:pt x="3391" y="46993"/>
                    <a:pt x="174" y="46993"/>
                    <a:pt x="174" y="52313"/>
                  </a:cubicBezTo>
                  <a:cubicBezTo>
                    <a:pt x="174" y="55698"/>
                    <a:pt x="3144" y="55698"/>
                    <a:pt x="7599" y="55698"/>
                  </a:cubicBezTo>
                  <a:lnTo>
                    <a:pt x="31113" y="55698"/>
                  </a:lnTo>
                  <a:lnTo>
                    <a:pt x="16510" y="112760"/>
                  </a:lnTo>
                  <a:cubicBezTo>
                    <a:pt x="15025" y="118805"/>
                    <a:pt x="12797" y="127510"/>
                    <a:pt x="12797" y="130653"/>
                  </a:cubicBezTo>
                  <a:cubicBezTo>
                    <a:pt x="12797" y="144919"/>
                    <a:pt x="25173" y="153623"/>
                    <a:pt x="39281" y="153623"/>
                  </a:cubicBezTo>
                  <a:cubicBezTo>
                    <a:pt x="66755" y="153623"/>
                    <a:pt x="82348" y="119772"/>
                    <a:pt x="82348" y="116629"/>
                  </a:cubicBezTo>
                  <a:cubicBezTo>
                    <a:pt x="82348" y="113486"/>
                    <a:pt x="79131" y="113486"/>
                    <a:pt x="78388" y="113486"/>
                  </a:cubicBezTo>
                  <a:cubicBezTo>
                    <a:pt x="75418" y="113486"/>
                    <a:pt x="75170" y="113969"/>
                    <a:pt x="73190" y="118080"/>
                  </a:cubicBezTo>
                  <a:cubicBezTo>
                    <a:pt x="66260" y="133313"/>
                    <a:pt x="53637" y="146853"/>
                    <a:pt x="40023" y="146853"/>
                  </a:cubicBezTo>
                  <a:cubicBezTo>
                    <a:pt x="34826" y="146853"/>
                    <a:pt x="31360" y="143710"/>
                    <a:pt x="31360" y="135005"/>
                  </a:cubicBezTo>
                  <a:cubicBezTo>
                    <a:pt x="31360" y="132587"/>
                    <a:pt x="32351" y="127510"/>
                    <a:pt x="32846" y="125092"/>
                  </a:cubicBezTo>
                  <a:lnTo>
                    <a:pt x="50667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E6CA5A86-1B67-4D09-19DE-4238399BA997}"/>
                </a:ext>
              </a:extLst>
            </p:cNvPr>
            <p:cNvSpPr/>
            <p:nvPr>
              <p:custDataLst>
                <p:tags r:id="rId170"/>
              </p:custDataLst>
            </p:nvPr>
          </p:nvSpPr>
          <p:spPr>
            <a:xfrm>
              <a:off x="9377640" y="6592405"/>
              <a:ext cx="235137" cy="80827"/>
            </a:xfrm>
            <a:custGeom>
              <a:avLst/>
              <a:gdLst>
                <a:gd name="connsiteX0" fmla="*/ 223296 w 235137"/>
                <a:gd name="connsiteY0" fmla="*/ 13901 h 80827"/>
                <a:gd name="connsiteX1" fmla="*/ 235318 w 235137"/>
                <a:gd name="connsiteY1" fmla="*/ 6993 h 80827"/>
                <a:gd name="connsiteX2" fmla="*/ 223649 w 235137"/>
                <a:gd name="connsiteY2" fmla="*/ 85 h 80827"/>
                <a:gd name="connsiteX3" fmla="*/ 11849 w 235137"/>
                <a:gd name="connsiteY3" fmla="*/ 85 h 80827"/>
                <a:gd name="connsiteX4" fmla="*/ 180 w 235137"/>
                <a:gd name="connsiteY4" fmla="*/ 6993 h 80827"/>
                <a:gd name="connsiteX5" fmla="*/ 12202 w 235137"/>
                <a:gd name="connsiteY5" fmla="*/ 13901 h 80827"/>
                <a:gd name="connsiteX6" fmla="*/ 223296 w 235137"/>
                <a:gd name="connsiteY6" fmla="*/ 13901 h 80827"/>
                <a:gd name="connsiteX7" fmla="*/ 223649 w 235137"/>
                <a:gd name="connsiteY7" fmla="*/ 80912 h 80827"/>
                <a:gd name="connsiteX8" fmla="*/ 235318 w 235137"/>
                <a:gd name="connsiteY8" fmla="*/ 74003 h 80827"/>
                <a:gd name="connsiteX9" fmla="*/ 223296 w 235137"/>
                <a:gd name="connsiteY9" fmla="*/ 67095 h 80827"/>
                <a:gd name="connsiteX10" fmla="*/ 12202 w 235137"/>
                <a:gd name="connsiteY10" fmla="*/ 67095 h 80827"/>
                <a:gd name="connsiteX11" fmla="*/ 180 w 235137"/>
                <a:gd name="connsiteY11" fmla="*/ 74003 h 80827"/>
                <a:gd name="connsiteX12" fmla="*/ 11849 w 235137"/>
                <a:gd name="connsiteY12" fmla="*/ 80912 h 80827"/>
                <a:gd name="connsiteX13" fmla="*/ 223649 w 235137"/>
                <a:gd name="connsiteY13" fmla="*/ 80912 h 8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137" h="80827">
                  <a:moveTo>
                    <a:pt x="223296" y="13901"/>
                  </a:moveTo>
                  <a:cubicBezTo>
                    <a:pt x="228599" y="13901"/>
                    <a:pt x="235318" y="13901"/>
                    <a:pt x="235318" y="6993"/>
                  </a:cubicBezTo>
                  <a:cubicBezTo>
                    <a:pt x="235318" y="85"/>
                    <a:pt x="228599" y="85"/>
                    <a:pt x="223649" y="85"/>
                  </a:cubicBezTo>
                  <a:lnTo>
                    <a:pt x="11849" y="85"/>
                  </a:lnTo>
                  <a:cubicBezTo>
                    <a:pt x="6898" y="85"/>
                    <a:pt x="180" y="85"/>
                    <a:pt x="180" y="6993"/>
                  </a:cubicBezTo>
                  <a:cubicBezTo>
                    <a:pt x="180" y="13901"/>
                    <a:pt x="6898" y="13901"/>
                    <a:pt x="12202" y="13901"/>
                  </a:cubicBezTo>
                  <a:lnTo>
                    <a:pt x="223296" y="13901"/>
                  </a:lnTo>
                  <a:close/>
                  <a:moveTo>
                    <a:pt x="223649" y="80912"/>
                  </a:moveTo>
                  <a:cubicBezTo>
                    <a:pt x="228599" y="80912"/>
                    <a:pt x="235318" y="80912"/>
                    <a:pt x="235318" y="74003"/>
                  </a:cubicBezTo>
                  <a:cubicBezTo>
                    <a:pt x="235318" y="67095"/>
                    <a:pt x="228599" y="67095"/>
                    <a:pt x="223296" y="67095"/>
                  </a:cubicBezTo>
                  <a:lnTo>
                    <a:pt x="12202" y="67095"/>
                  </a:lnTo>
                  <a:cubicBezTo>
                    <a:pt x="6898" y="67095"/>
                    <a:pt x="180" y="67095"/>
                    <a:pt x="180" y="74003"/>
                  </a:cubicBezTo>
                  <a:cubicBezTo>
                    <a:pt x="180" y="80912"/>
                    <a:pt x="6898" y="80912"/>
                    <a:pt x="11849" y="80912"/>
                  </a:cubicBezTo>
                  <a:lnTo>
                    <a:pt x="223649" y="80912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9A684E6B-9B16-352A-70FF-F3C92E4D2976}"/>
                </a:ext>
              </a:extLst>
            </p:cNvPr>
            <p:cNvSpPr/>
            <p:nvPr>
              <p:custDataLst>
                <p:tags r:id="rId171"/>
              </p:custDataLst>
            </p:nvPr>
          </p:nvSpPr>
          <p:spPr>
            <a:xfrm>
              <a:off x="9737790" y="6506742"/>
              <a:ext cx="110673" cy="216229"/>
            </a:xfrm>
            <a:custGeom>
              <a:avLst/>
              <a:gdLst>
                <a:gd name="connsiteX0" fmla="*/ 54644 w 110673"/>
                <a:gd name="connsiteY0" fmla="*/ 74349 h 216229"/>
                <a:gd name="connsiteX1" fmla="*/ 105207 w 110673"/>
                <a:gd name="connsiteY1" fmla="*/ 74349 h 216229"/>
                <a:gd name="connsiteX2" fmla="*/ 105207 w 110673"/>
                <a:gd name="connsiteY2" fmla="*/ 63641 h 216229"/>
                <a:gd name="connsiteX3" fmla="*/ 54644 w 110673"/>
                <a:gd name="connsiteY3" fmla="*/ 63641 h 216229"/>
                <a:gd name="connsiteX4" fmla="*/ 54644 w 110673"/>
                <a:gd name="connsiteY4" fmla="*/ 85 h 216229"/>
                <a:gd name="connsiteX5" fmla="*/ 45804 w 110673"/>
                <a:gd name="connsiteY5" fmla="*/ 85 h 216229"/>
                <a:gd name="connsiteX6" fmla="*/ 191 w 110673"/>
                <a:gd name="connsiteY6" fmla="*/ 66750 h 216229"/>
                <a:gd name="connsiteX7" fmla="*/ 191 w 110673"/>
                <a:gd name="connsiteY7" fmla="*/ 74349 h 216229"/>
                <a:gd name="connsiteX8" fmla="*/ 30246 w 110673"/>
                <a:gd name="connsiteY8" fmla="*/ 74349 h 216229"/>
                <a:gd name="connsiteX9" fmla="*/ 30246 w 110673"/>
                <a:gd name="connsiteY9" fmla="*/ 169683 h 216229"/>
                <a:gd name="connsiteX10" fmla="*/ 75859 w 110673"/>
                <a:gd name="connsiteY10" fmla="*/ 216314 h 216229"/>
                <a:gd name="connsiteX11" fmla="*/ 110864 w 110673"/>
                <a:gd name="connsiteY11" fmla="*/ 169683 h 216229"/>
                <a:gd name="connsiteX12" fmla="*/ 110864 w 110673"/>
                <a:gd name="connsiteY12" fmla="*/ 149995 h 216229"/>
                <a:gd name="connsiteX13" fmla="*/ 102025 w 110673"/>
                <a:gd name="connsiteY13" fmla="*/ 149995 h 216229"/>
                <a:gd name="connsiteX14" fmla="*/ 102025 w 110673"/>
                <a:gd name="connsiteY14" fmla="*/ 168992 h 216229"/>
                <a:gd name="connsiteX15" fmla="*/ 78334 w 110673"/>
                <a:gd name="connsiteY15" fmla="*/ 207679 h 216229"/>
                <a:gd name="connsiteX16" fmla="*/ 54644 w 110673"/>
                <a:gd name="connsiteY16" fmla="*/ 170374 h 216229"/>
                <a:gd name="connsiteX17" fmla="*/ 54644 w 110673"/>
                <a:gd name="connsiteY17" fmla="*/ 74349 h 216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0673" h="216229">
                  <a:moveTo>
                    <a:pt x="54644" y="74349"/>
                  </a:moveTo>
                  <a:lnTo>
                    <a:pt x="105207" y="74349"/>
                  </a:lnTo>
                  <a:lnTo>
                    <a:pt x="105207" y="63641"/>
                  </a:lnTo>
                  <a:lnTo>
                    <a:pt x="54644" y="63641"/>
                  </a:lnTo>
                  <a:lnTo>
                    <a:pt x="54644" y="85"/>
                  </a:lnTo>
                  <a:lnTo>
                    <a:pt x="45804" y="85"/>
                  </a:lnTo>
                  <a:cubicBezTo>
                    <a:pt x="45450" y="28409"/>
                    <a:pt x="34842" y="65368"/>
                    <a:pt x="191" y="66750"/>
                  </a:cubicBezTo>
                  <a:lnTo>
                    <a:pt x="191" y="74349"/>
                  </a:lnTo>
                  <a:lnTo>
                    <a:pt x="30246" y="74349"/>
                  </a:lnTo>
                  <a:lnTo>
                    <a:pt x="30246" y="169683"/>
                  </a:lnTo>
                  <a:cubicBezTo>
                    <a:pt x="30246" y="212169"/>
                    <a:pt x="63130" y="216314"/>
                    <a:pt x="75859" y="216314"/>
                  </a:cubicBezTo>
                  <a:cubicBezTo>
                    <a:pt x="100964" y="216314"/>
                    <a:pt x="110864" y="191790"/>
                    <a:pt x="110864" y="169683"/>
                  </a:cubicBezTo>
                  <a:lnTo>
                    <a:pt x="110864" y="149995"/>
                  </a:lnTo>
                  <a:lnTo>
                    <a:pt x="102025" y="149995"/>
                  </a:lnTo>
                  <a:lnTo>
                    <a:pt x="102025" y="168992"/>
                  </a:lnTo>
                  <a:cubicBezTo>
                    <a:pt x="102025" y="194553"/>
                    <a:pt x="91417" y="207679"/>
                    <a:pt x="78334" y="207679"/>
                  </a:cubicBezTo>
                  <a:cubicBezTo>
                    <a:pt x="54644" y="207679"/>
                    <a:pt x="54644" y="176246"/>
                    <a:pt x="54644" y="170374"/>
                  </a:cubicBezTo>
                  <a:lnTo>
                    <a:pt x="54644" y="7434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E1E3333-99F1-1F61-C2D9-654C61D0890E}"/>
                </a:ext>
              </a:extLst>
            </p:cNvPr>
            <p:cNvSpPr/>
            <p:nvPr>
              <p:custDataLst>
                <p:tags r:id="rId172"/>
              </p:custDataLst>
            </p:nvPr>
          </p:nvSpPr>
          <p:spPr>
            <a:xfrm>
              <a:off x="9883431" y="6564427"/>
              <a:ext cx="159469" cy="158545"/>
            </a:xfrm>
            <a:custGeom>
              <a:avLst/>
              <a:gdLst>
                <a:gd name="connsiteX0" fmla="*/ 103089 w 159469"/>
                <a:gd name="connsiteY0" fmla="*/ 128579 h 158545"/>
                <a:gd name="connsiteX1" fmla="*/ 130669 w 159469"/>
                <a:gd name="connsiteY1" fmla="*/ 156903 h 158545"/>
                <a:gd name="connsiteX2" fmla="*/ 159664 w 159469"/>
                <a:gd name="connsiteY2" fmla="*/ 124089 h 158545"/>
                <a:gd name="connsiteX3" fmla="*/ 159664 w 159469"/>
                <a:gd name="connsiteY3" fmla="*/ 104745 h 158545"/>
                <a:gd name="connsiteX4" fmla="*/ 150824 w 159469"/>
                <a:gd name="connsiteY4" fmla="*/ 104745 h 158545"/>
                <a:gd name="connsiteX5" fmla="*/ 150824 w 159469"/>
                <a:gd name="connsiteY5" fmla="*/ 124089 h 158545"/>
                <a:gd name="connsiteX6" fmla="*/ 138095 w 159469"/>
                <a:gd name="connsiteY6" fmla="*/ 146195 h 158545"/>
                <a:gd name="connsiteX7" fmla="*/ 125012 w 159469"/>
                <a:gd name="connsiteY7" fmla="*/ 128924 h 158545"/>
                <a:gd name="connsiteX8" fmla="*/ 125012 w 159469"/>
                <a:gd name="connsiteY8" fmla="*/ 59841 h 158545"/>
                <a:gd name="connsiteX9" fmla="*/ 112283 w 159469"/>
                <a:gd name="connsiteY9" fmla="*/ 19082 h 158545"/>
                <a:gd name="connsiteX10" fmla="*/ 63841 w 159469"/>
                <a:gd name="connsiteY10" fmla="*/ 85 h 158545"/>
                <a:gd name="connsiteX11" fmla="*/ 10449 w 159469"/>
                <a:gd name="connsiteY11" fmla="*/ 39117 h 158545"/>
                <a:gd name="connsiteX12" fmla="*/ 26714 w 159469"/>
                <a:gd name="connsiteY12" fmla="*/ 55351 h 158545"/>
                <a:gd name="connsiteX13" fmla="*/ 42979 w 159469"/>
                <a:gd name="connsiteY13" fmla="*/ 39462 h 158545"/>
                <a:gd name="connsiteX14" fmla="*/ 24946 w 159469"/>
                <a:gd name="connsiteY14" fmla="*/ 23573 h 158545"/>
                <a:gd name="connsiteX15" fmla="*/ 63134 w 159469"/>
                <a:gd name="connsiteY15" fmla="*/ 7684 h 158545"/>
                <a:gd name="connsiteX16" fmla="*/ 100614 w 159469"/>
                <a:gd name="connsiteY16" fmla="*/ 51897 h 158545"/>
                <a:gd name="connsiteX17" fmla="*/ 100614 w 159469"/>
                <a:gd name="connsiteY17" fmla="*/ 64677 h 158545"/>
                <a:gd name="connsiteX18" fmla="*/ 35554 w 159469"/>
                <a:gd name="connsiteY18" fmla="*/ 77112 h 158545"/>
                <a:gd name="connsiteX19" fmla="*/ 194 w 159469"/>
                <a:gd name="connsiteY19" fmla="*/ 122016 h 158545"/>
                <a:gd name="connsiteX20" fmla="*/ 56769 w 159469"/>
                <a:gd name="connsiteY20" fmla="*/ 158630 h 158545"/>
                <a:gd name="connsiteX21" fmla="*/ 103089 w 159469"/>
                <a:gd name="connsiteY21" fmla="*/ 128579 h 158545"/>
                <a:gd name="connsiteX22" fmla="*/ 100614 w 159469"/>
                <a:gd name="connsiteY22" fmla="*/ 71931 h 158545"/>
                <a:gd name="connsiteX23" fmla="*/ 100614 w 159469"/>
                <a:gd name="connsiteY23" fmla="*/ 106472 h 158545"/>
                <a:gd name="connsiteX24" fmla="*/ 59244 w 159469"/>
                <a:gd name="connsiteY24" fmla="*/ 151031 h 158545"/>
                <a:gd name="connsiteX25" fmla="*/ 27421 w 159469"/>
                <a:gd name="connsiteY25" fmla="*/ 121671 h 158545"/>
                <a:gd name="connsiteX26" fmla="*/ 100614 w 159469"/>
                <a:gd name="connsiteY26" fmla="*/ 71931 h 158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59469" h="158545">
                  <a:moveTo>
                    <a:pt x="103089" y="128579"/>
                  </a:moveTo>
                  <a:cubicBezTo>
                    <a:pt x="104504" y="142396"/>
                    <a:pt x="114051" y="156903"/>
                    <a:pt x="130669" y="156903"/>
                  </a:cubicBezTo>
                  <a:cubicBezTo>
                    <a:pt x="138095" y="156903"/>
                    <a:pt x="159664" y="152067"/>
                    <a:pt x="159664" y="124089"/>
                  </a:cubicBezTo>
                  <a:lnTo>
                    <a:pt x="159664" y="104745"/>
                  </a:lnTo>
                  <a:lnTo>
                    <a:pt x="150824" y="104745"/>
                  </a:lnTo>
                  <a:lnTo>
                    <a:pt x="150824" y="124089"/>
                  </a:lnTo>
                  <a:cubicBezTo>
                    <a:pt x="150824" y="144123"/>
                    <a:pt x="141984" y="146195"/>
                    <a:pt x="138095" y="146195"/>
                  </a:cubicBezTo>
                  <a:cubicBezTo>
                    <a:pt x="126426" y="146195"/>
                    <a:pt x="125012" y="130651"/>
                    <a:pt x="125012" y="128924"/>
                  </a:cubicBezTo>
                  <a:lnTo>
                    <a:pt x="125012" y="59841"/>
                  </a:lnTo>
                  <a:cubicBezTo>
                    <a:pt x="125012" y="45334"/>
                    <a:pt x="125012" y="31863"/>
                    <a:pt x="112283" y="19082"/>
                  </a:cubicBezTo>
                  <a:cubicBezTo>
                    <a:pt x="98493" y="5611"/>
                    <a:pt x="80813" y="85"/>
                    <a:pt x="63841" y="85"/>
                  </a:cubicBezTo>
                  <a:cubicBezTo>
                    <a:pt x="34846" y="85"/>
                    <a:pt x="10449" y="16319"/>
                    <a:pt x="10449" y="39117"/>
                  </a:cubicBezTo>
                  <a:cubicBezTo>
                    <a:pt x="10449" y="49479"/>
                    <a:pt x="17520" y="55351"/>
                    <a:pt x="26714" y="55351"/>
                  </a:cubicBezTo>
                  <a:cubicBezTo>
                    <a:pt x="36614" y="55351"/>
                    <a:pt x="42979" y="48443"/>
                    <a:pt x="42979" y="39462"/>
                  </a:cubicBezTo>
                  <a:cubicBezTo>
                    <a:pt x="42979" y="35317"/>
                    <a:pt x="41211" y="23918"/>
                    <a:pt x="24946" y="23573"/>
                  </a:cubicBezTo>
                  <a:cubicBezTo>
                    <a:pt x="34493" y="11483"/>
                    <a:pt x="51819" y="7684"/>
                    <a:pt x="63134" y="7684"/>
                  </a:cubicBezTo>
                  <a:cubicBezTo>
                    <a:pt x="80459" y="7684"/>
                    <a:pt x="100614" y="21155"/>
                    <a:pt x="100614" y="51897"/>
                  </a:cubicBezTo>
                  <a:lnTo>
                    <a:pt x="100614" y="64677"/>
                  </a:lnTo>
                  <a:cubicBezTo>
                    <a:pt x="82581" y="65713"/>
                    <a:pt x="57830" y="66750"/>
                    <a:pt x="35554" y="77112"/>
                  </a:cubicBezTo>
                  <a:cubicBezTo>
                    <a:pt x="9034" y="88856"/>
                    <a:pt x="194" y="106818"/>
                    <a:pt x="194" y="122016"/>
                  </a:cubicBezTo>
                  <a:cubicBezTo>
                    <a:pt x="194" y="149995"/>
                    <a:pt x="34493" y="158630"/>
                    <a:pt x="56769" y="158630"/>
                  </a:cubicBezTo>
                  <a:cubicBezTo>
                    <a:pt x="80106" y="158630"/>
                    <a:pt x="96371" y="144813"/>
                    <a:pt x="103089" y="128579"/>
                  </a:cubicBezTo>
                  <a:close/>
                  <a:moveTo>
                    <a:pt x="100614" y="71931"/>
                  </a:moveTo>
                  <a:lnTo>
                    <a:pt x="100614" y="106472"/>
                  </a:lnTo>
                  <a:cubicBezTo>
                    <a:pt x="100614" y="139287"/>
                    <a:pt x="75156" y="151031"/>
                    <a:pt x="59244" y="151031"/>
                  </a:cubicBezTo>
                  <a:cubicBezTo>
                    <a:pt x="41918" y="151031"/>
                    <a:pt x="27421" y="138941"/>
                    <a:pt x="27421" y="121671"/>
                  </a:cubicBezTo>
                  <a:cubicBezTo>
                    <a:pt x="27421" y="102673"/>
                    <a:pt x="42272" y="74003"/>
                    <a:pt x="100614" y="71931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FB774C0D-DA35-2940-0DAF-593AFD1AA549}"/>
                </a:ext>
              </a:extLst>
            </p:cNvPr>
            <p:cNvSpPr/>
            <p:nvPr>
              <p:custDataLst>
                <p:tags r:id="rId173"/>
              </p:custDataLst>
            </p:nvPr>
          </p:nvSpPr>
          <p:spPr>
            <a:xfrm>
              <a:off x="10056690" y="6566499"/>
              <a:ext cx="177855" cy="152673"/>
            </a:xfrm>
            <a:custGeom>
              <a:avLst/>
              <a:gdLst>
                <a:gd name="connsiteX0" fmla="*/ 27780 w 177855"/>
                <a:gd name="connsiteY0" fmla="*/ 33935 h 152673"/>
                <a:gd name="connsiteX1" fmla="*/ 27780 w 177855"/>
                <a:gd name="connsiteY1" fmla="*/ 126506 h 152673"/>
                <a:gd name="connsiteX2" fmla="*/ 199 w 177855"/>
                <a:gd name="connsiteY2" fmla="*/ 142050 h 152673"/>
                <a:gd name="connsiteX3" fmla="*/ 199 w 177855"/>
                <a:gd name="connsiteY3" fmla="*/ 152758 h 152673"/>
                <a:gd name="connsiteX4" fmla="*/ 40155 w 177855"/>
                <a:gd name="connsiteY4" fmla="*/ 151722 h 152673"/>
                <a:gd name="connsiteX5" fmla="*/ 79757 w 177855"/>
                <a:gd name="connsiteY5" fmla="*/ 152758 h 152673"/>
                <a:gd name="connsiteX6" fmla="*/ 79757 w 177855"/>
                <a:gd name="connsiteY6" fmla="*/ 142050 h 152673"/>
                <a:gd name="connsiteX7" fmla="*/ 52177 w 177855"/>
                <a:gd name="connsiteY7" fmla="*/ 126506 h 152673"/>
                <a:gd name="connsiteX8" fmla="*/ 52177 w 177855"/>
                <a:gd name="connsiteY8" fmla="*/ 62950 h 152673"/>
                <a:gd name="connsiteX9" fmla="*/ 99912 w 177855"/>
                <a:gd name="connsiteY9" fmla="*/ 7684 h 152673"/>
                <a:gd name="connsiteX10" fmla="*/ 126078 w 177855"/>
                <a:gd name="connsiteY10" fmla="*/ 46025 h 152673"/>
                <a:gd name="connsiteX11" fmla="*/ 126078 w 177855"/>
                <a:gd name="connsiteY11" fmla="*/ 126506 h 152673"/>
                <a:gd name="connsiteX12" fmla="*/ 98498 w 177855"/>
                <a:gd name="connsiteY12" fmla="*/ 142050 h 152673"/>
                <a:gd name="connsiteX13" fmla="*/ 98498 w 177855"/>
                <a:gd name="connsiteY13" fmla="*/ 152758 h 152673"/>
                <a:gd name="connsiteX14" fmla="*/ 138453 w 177855"/>
                <a:gd name="connsiteY14" fmla="*/ 151722 h 152673"/>
                <a:gd name="connsiteX15" fmla="*/ 178055 w 177855"/>
                <a:gd name="connsiteY15" fmla="*/ 152758 h 152673"/>
                <a:gd name="connsiteX16" fmla="*/ 178055 w 177855"/>
                <a:gd name="connsiteY16" fmla="*/ 142050 h 152673"/>
                <a:gd name="connsiteX17" fmla="*/ 150475 w 177855"/>
                <a:gd name="connsiteY17" fmla="*/ 131688 h 152673"/>
                <a:gd name="connsiteX18" fmla="*/ 150475 w 177855"/>
                <a:gd name="connsiteY18" fmla="*/ 65713 h 152673"/>
                <a:gd name="connsiteX19" fmla="*/ 139514 w 177855"/>
                <a:gd name="connsiteY19" fmla="*/ 12865 h 152673"/>
                <a:gd name="connsiteX20" fmla="*/ 102387 w 177855"/>
                <a:gd name="connsiteY20" fmla="*/ 85 h 152673"/>
                <a:gd name="connsiteX21" fmla="*/ 50056 w 177855"/>
                <a:gd name="connsiteY21" fmla="*/ 36353 h 152673"/>
                <a:gd name="connsiteX22" fmla="*/ 50056 w 177855"/>
                <a:gd name="connsiteY22" fmla="*/ 85 h 152673"/>
                <a:gd name="connsiteX23" fmla="*/ 199 w 177855"/>
                <a:gd name="connsiteY23" fmla="*/ 3884 h 152673"/>
                <a:gd name="connsiteX24" fmla="*/ 199 w 177855"/>
                <a:gd name="connsiteY24" fmla="*/ 14592 h 152673"/>
                <a:gd name="connsiteX25" fmla="*/ 27780 w 177855"/>
                <a:gd name="connsiteY25" fmla="*/ 33935 h 152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855" h="152673">
                  <a:moveTo>
                    <a:pt x="27780" y="33935"/>
                  </a:moveTo>
                  <a:lnTo>
                    <a:pt x="27780" y="126506"/>
                  </a:lnTo>
                  <a:cubicBezTo>
                    <a:pt x="27780" y="142050"/>
                    <a:pt x="23890" y="142050"/>
                    <a:pt x="199" y="142050"/>
                  </a:cubicBezTo>
                  <a:lnTo>
                    <a:pt x="199" y="152758"/>
                  </a:lnTo>
                  <a:cubicBezTo>
                    <a:pt x="12575" y="152413"/>
                    <a:pt x="30608" y="151722"/>
                    <a:pt x="40155" y="151722"/>
                  </a:cubicBezTo>
                  <a:cubicBezTo>
                    <a:pt x="49349" y="151722"/>
                    <a:pt x="67735" y="152413"/>
                    <a:pt x="79757" y="152758"/>
                  </a:cubicBezTo>
                  <a:lnTo>
                    <a:pt x="79757" y="142050"/>
                  </a:lnTo>
                  <a:cubicBezTo>
                    <a:pt x="56067" y="142050"/>
                    <a:pt x="52177" y="142050"/>
                    <a:pt x="52177" y="126506"/>
                  </a:cubicBezTo>
                  <a:lnTo>
                    <a:pt x="52177" y="62950"/>
                  </a:lnTo>
                  <a:cubicBezTo>
                    <a:pt x="52177" y="27027"/>
                    <a:pt x="77282" y="7684"/>
                    <a:pt x="99912" y="7684"/>
                  </a:cubicBezTo>
                  <a:cubicBezTo>
                    <a:pt x="122188" y="7684"/>
                    <a:pt x="126078" y="26336"/>
                    <a:pt x="126078" y="46025"/>
                  </a:cubicBezTo>
                  <a:lnTo>
                    <a:pt x="126078" y="126506"/>
                  </a:lnTo>
                  <a:cubicBezTo>
                    <a:pt x="126078" y="142050"/>
                    <a:pt x="122188" y="142050"/>
                    <a:pt x="98498" y="142050"/>
                  </a:cubicBezTo>
                  <a:lnTo>
                    <a:pt x="98498" y="152758"/>
                  </a:lnTo>
                  <a:cubicBezTo>
                    <a:pt x="110873" y="152413"/>
                    <a:pt x="128906" y="151722"/>
                    <a:pt x="138453" y="151722"/>
                  </a:cubicBezTo>
                  <a:cubicBezTo>
                    <a:pt x="147647" y="151722"/>
                    <a:pt x="166033" y="152413"/>
                    <a:pt x="178055" y="152758"/>
                  </a:cubicBezTo>
                  <a:lnTo>
                    <a:pt x="178055" y="142050"/>
                  </a:lnTo>
                  <a:cubicBezTo>
                    <a:pt x="159669" y="142050"/>
                    <a:pt x="150829" y="142050"/>
                    <a:pt x="150475" y="131688"/>
                  </a:cubicBezTo>
                  <a:lnTo>
                    <a:pt x="150475" y="65713"/>
                  </a:lnTo>
                  <a:cubicBezTo>
                    <a:pt x="150475" y="36008"/>
                    <a:pt x="150475" y="25300"/>
                    <a:pt x="139514" y="12865"/>
                  </a:cubicBezTo>
                  <a:cubicBezTo>
                    <a:pt x="134564" y="6993"/>
                    <a:pt x="122895" y="85"/>
                    <a:pt x="102387" y="85"/>
                  </a:cubicBezTo>
                  <a:cubicBezTo>
                    <a:pt x="76575" y="85"/>
                    <a:pt x="59956" y="14938"/>
                    <a:pt x="50056" y="36353"/>
                  </a:cubicBezTo>
                  <a:lnTo>
                    <a:pt x="50056" y="85"/>
                  </a:lnTo>
                  <a:lnTo>
                    <a:pt x="199" y="3884"/>
                  </a:lnTo>
                  <a:lnTo>
                    <a:pt x="199" y="14592"/>
                  </a:lnTo>
                  <a:cubicBezTo>
                    <a:pt x="24951" y="14592"/>
                    <a:pt x="27780" y="17010"/>
                    <a:pt x="27780" y="33935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AA637C6-8EEC-8657-32DF-B21BCF1C5338}"/>
                </a:ext>
              </a:extLst>
            </p:cNvPr>
            <p:cNvSpPr/>
            <p:nvPr>
              <p:custDataLst>
                <p:tags r:id="rId174"/>
              </p:custDataLst>
            </p:nvPr>
          </p:nvSpPr>
          <p:spPr>
            <a:xfrm>
              <a:off x="10253130" y="6479455"/>
              <a:ext cx="177855" cy="239717"/>
            </a:xfrm>
            <a:custGeom>
              <a:avLst/>
              <a:gdLst>
                <a:gd name="connsiteX0" fmla="*/ 27785 w 177855"/>
                <a:gd name="connsiteY0" fmla="*/ 213551 h 239717"/>
                <a:gd name="connsiteX1" fmla="*/ 205 w 177855"/>
                <a:gd name="connsiteY1" fmla="*/ 229095 h 239717"/>
                <a:gd name="connsiteX2" fmla="*/ 205 w 177855"/>
                <a:gd name="connsiteY2" fmla="*/ 239802 h 239717"/>
                <a:gd name="connsiteX3" fmla="*/ 40161 w 177855"/>
                <a:gd name="connsiteY3" fmla="*/ 238766 h 239717"/>
                <a:gd name="connsiteX4" fmla="*/ 79763 w 177855"/>
                <a:gd name="connsiteY4" fmla="*/ 239802 h 239717"/>
                <a:gd name="connsiteX5" fmla="*/ 79763 w 177855"/>
                <a:gd name="connsiteY5" fmla="*/ 229095 h 239717"/>
                <a:gd name="connsiteX6" fmla="*/ 52183 w 177855"/>
                <a:gd name="connsiteY6" fmla="*/ 213551 h 239717"/>
                <a:gd name="connsiteX7" fmla="*/ 52183 w 177855"/>
                <a:gd name="connsiteY7" fmla="*/ 149995 h 239717"/>
                <a:gd name="connsiteX8" fmla="*/ 99917 w 177855"/>
                <a:gd name="connsiteY8" fmla="*/ 94728 h 239717"/>
                <a:gd name="connsiteX9" fmla="*/ 126083 w 177855"/>
                <a:gd name="connsiteY9" fmla="*/ 133069 h 239717"/>
                <a:gd name="connsiteX10" fmla="*/ 126083 w 177855"/>
                <a:gd name="connsiteY10" fmla="*/ 213551 h 239717"/>
                <a:gd name="connsiteX11" fmla="*/ 98503 w 177855"/>
                <a:gd name="connsiteY11" fmla="*/ 229095 h 239717"/>
                <a:gd name="connsiteX12" fmla="*/ 98503 w 177855"/>
                <a:gd name="connsiteY12" fmla="*/ 239802 h 239717"/>
                <a:gd name="connsiteX13" fmla="*/ 138459 w 177855"/>
                <a:gd name="connsiteY13" fmla="*/ 238766 h 239717"/>
                <a:gd name="connsiteX14" fmla="*/ 178061 w 177855"/>
                <a:gd name="connsiteY14" fmla="*/ 239802 h 239717"/>
                <a:gd name="connsiteX15" fmla="*/ 178061 w 177855"/>
                <a:gd name="connsiteY15" fmla="*/ 229095 h 239717"/>
                <a:gd name="connsiteX16" fmla="*/ 150481 w 177855"/>
                <a:gd name="connsiteY16" fmla="*/ 218732 h 239717"/>
                <a:gd name="connsiteX17" fmla="*/ 150481 w 177855"/>
                <a:gd name="connsiteY17" fmla="*/ 152758 h 239717"/>
                <a:gd name="connsiteX18" fmla="*/ 139520 w 177855"/>
                <a:gd name="connsiteY18" fmla="*/ 99910 h 239717"/>
                <a:gd name="connsiteX19" fmla="*/ 102393 w 177855"/>
                <a:gd name="connsiteY19" fmla="*/ 87129 h 239717"/>
                <a:gd name="connsiteX20" fmla="*/ 51122 w 177855"/>
                <a:gd name="connsiteY20" fmla="*/ 120980 h 239717"/>
                <a:gd name="connsiteX21" fmla="*/ 51122 w 177855"/>
                <a:gd name="connsiteY21" fmla="*/ 85 h 239717"/>
                <a:gd name="connsiteX22" fmla="*/ 205 w 177855"/>
                <a:gd name="connsiteY22" fmla="*/ 3884 h 239717"/>
                <a:gd name="connsiteX23" fmla="*/ 205 w 177855"/>
                <a:gd name="connsiteY23" fmla="*/ 14592 h 239717"/>
                <a:gd name="connsiteX24" fmla="*/ 27785 w 177855"/>
                <a:gd name="connsiteY24" fmla="*/ 33935 h 239717"/>
                <a:gd name="connsiteX25" fmla="*/ 27785 w 177855"/>
                <a:gd name="connsiteY25" fmla="*/ 213551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855" h="239717">
                  <a:moveTo>
                    <a:pt x="27785" y="213551"/>
                  </a:moveTo>
                  <a:cubicBezTo>
                    <a:pt x="27785" y="229095"/>
                    <a:pt x="23896" y="229095"/>
                    <a:pt x="205" y="229095"/>
                  </a:cubicBezTo>
                  <a:lnTo>
                    <a:pt x="205" y="239802"/>
                  </a:lnTo>
                  <a:cubicBezTo>
                    <a:pt x="12581" y="239457"/>
                    <a:pt x="30614" y="238766"/>
                    <a:pt x="40161" y="238766"/>
                  </a:cubicBezTo>
                  <a:cubicBezTo>
                    <a:pt x="49354" y="238766"/>
                    <a:pt x="67741" y="239457"/>
                    <a:pt x="79763" y="239802"/>
                  </a:cubicBezTo>
                  <a:lnTo>
                    <a:pt x="79763" y="229095"/>
                  </a:lnTo>
                  <a:cubicBezTo>
                    <a:pt x="56072" y="229095"/>
                    <a:pt x="52183" y="229095"/>
                    <a:pt x="52183" y="213551"/>
                  </a:cubicBezTo>
                  <a:lnTo>
                    <a:pt x="52183" y="149995"/>
                  </a:lnTo>
                  <a:cubicBezTo>
                    <a:pt x="52183" y="114072"/>
                    <a:pt x="77288" y="94728"/>
                    <a:pt x="99917" y="94728"/>
                  </a:cubicBezTo>
                  <a:cubicBezTo>
                    <a:pt x="122194" y="94728"/>
                    <a:pt x="126083" y="113381"/>
                    <a:pt x="126083" y="133069"/>
                  </a:cubicBezTo>
                  <a:lnTo>
                    <a:pt x="126083" y="213551"/>
                  </a:lnTo>
                  <a:cubicBezTo>
                    <a:pt x="126083" y="229095"/>
                    <a:pt x="122194" y="229095"/>
                    <a:pt x="98503" y="229095"/>
                  </a:cubicBezTo>
                  <a:lnTo>
                    <a:pt x="98503" y="239802"/>
                  </a:lnTo>
                  <a:cubicBezTo>
                    <a:pt x="110879" y="239457"/>
                    <a:pt x="128912" y="238766"/>
                    <a:pt x="138459" y="238766"/>
                  </a:cubicBezTo>
                  <a:cubicBezTo>
                    <a:pt x="147652" y="238766"/>
                    <a:pt x="166039" y="239457"/>
                    <a:pt x="178061" y="239802"/>
                  </a:cubicBezTo>
                  <a:lnTo>
                    <a:pt x="178061" y="229095"/>
                  </a:lnTo>
                  <a:cubicBezTo>
                    <a:pt x="159674" y="229095"/>
                    <a:pt x="150834" y="229095"/>
                    <a:pt x="150481" y="218732"/>
                  </a:cubicBezTo>
                  <a:lnTo>
                    <a:pt x="150481" y="152758"/>
                  </a:lnTo>
                  <a:cubicBezTo>
                    <a:pt x="150481" y="123052"/>
                    <a:pt x="150481" y="112344"/>
                    <a:pt x="139520" y="99910"/>
                  </a:cubicBezTo>
                  <a:cubicBezTo>
                    <a:pt x="134569" y="94037"/>
                    <a:pt x="122901" y="87129"/>
                    <a:pt x="102393" y="87129"/>
                  </a:cubicBezTo>
                  <a:cubicBezTo>
                    <a:pt x="72691" y="87129"/>
                    <a:pt x="57133" y="107854"/>
                    <a:pt x="51122" y="120980"/>
                  </a:cubicBezTo>
                  <a:lnTo>
                    <a:pt x="51122" y="85"/>
                  </a:lnTo>
                  <a:lnTo>
                    <a:pt x="205" y="3884"/>
                  </a:lnTo>
                  <a:lnTo>
                    <a:pt x="205" y="14592"/>
                  </a:lnTo>
                  <a:cubicBezTo>
                    <a:pt x="24956" y="14592"/>
                    <a:pt x="27785" y="17010"/>
                    <a:pt x="27785" y="33935"/>
                  </a:cubicBezTo>
                  <a:lnTo>
                    <a:pt x="27785" y="213551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76AC6875-E5AE-F0F1-1339-48A79C1B3AA9}"/>
                </a:ext>
              </a:extLst>
            </p:cNvPr>
            <p:cNvSpPr/>
            <p:nvPr>
              <p:custDataLst>
                <p:tags r:id="rId175"/>
              </p:custDataLst>
            </p:nvPr>
          </p:nvSpPr>
          <p:spPr>
            <a:xfrm>
              <a:off x="10532190" y="6460111"/>
              <a:ext cx="82032" cy="345414"/>
            </a:xfrm>
            <a:custGeom>
              <a:avLst/>
              <a:gdLst>
                <a:gd name="connsiteX0" fmla="*/ 82245 w 82032"/>
                <a:gd name="connsiteY0" fmla="*/ 342045 h 345414"/>
                <a:gd name="connsiteX1" fmla="*/ 76234 w 82032"/>
                <a:gd name="connsiteY1" fmla="*/ 334446 h 345414"/>
                <a:gd name="connsiteX2" fmla="*/ 20720 w 82032"/>
                <a:gd name="connsiteY2" fmla="*/ 172792 h 345414"/>
                <a:gd name="connsiteX3" fmla="*/ 77649 w 82032"/>
                <a:gd name="connsiteY3" fmla="*/ 9411 h 345414"/>
                <a:gd name="connsiteX4" fmla="*/ 82245 w 82032"/>
                <a:gd name="connsiteY4" fmla="*/ 3539 h 345414"/>
                <a:gd name="connsiteX5" fmla="*/ 78709 w 82032"/>
                <a:gd name="connsiteY5" fmla="*/ 85 h 345414"/>
                <a:gd name="connsiteX6" fmla="*/ 22488 w 82032"/>
                <a:gd name="connsiteY6" fmla="*/ 67441 h 345414"/>
                <a:gd name="connsiteX7" fmla="*/ 212 w 82032"/>
                <a:gd name="connsiteY7" fmla="*/ 172792 h 345414"/>
                <a:gd name="connsiteX8" fmla="*/ 23549 w 82032"/>
                <a:gd name="connsiteY8" fmla="*/ 280561 h 345414"/>
                <a:gd name="connsiteX9" fmla="*/ 78709 w 82032"/>
                <a:gd name="connsiteY9" fmla="*/ 345499 h 345414"/>
                <a:gd name="connsiteX10" fmla="*/ 82245 w 82032"/>
                <a:gd name="connsiteY10" fmla="*/ 34204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32" h="345414">
                  <a:moveTo>
                    <a:pt x="82245" y="342045"/>
                  </a:moveTo>
                  <a:cubicBezTo>
                    <a:pt x="82245" y="341009"/>
                    <a:pt x="82245" y="340318"/>
                    <a:pt x="76234" y="334446"/>
                  </a:cubicBezTo>
                  <a:cubicBezTo>
                    <a:pt x="32035" y="290924"/>
                    <a:pt x="20720" y="225640"/>
                    <a:pt x="20720" y="172792"/>
                  </a:cubicBezTo>
                  <a:cubicBezTo>
                    <a:pt x="20720" y="112690"/>
                    <a:pt x="34157" y="52588"/>
                    <a:pt x="77649" y="9411"/>
                  </a:cubicBezTo>
                  <a:cubicBezTo>
                    <a:pt x="82245" y="5266"/>
                    <a:pt x="82245" y="4575"/>
                    <a:pt x="82245" y="3539"/>
                  </a:cubicBezTo>
                  <a:cubicBezTo>
                    <a:pt x="82245" y="1121"/>
                    <a:pt x="80831" y="85"/>
                    <a:pt x="78709" y="85"/>
                  </a:cubicBezTo>
                  <a:cubicBezTo>
                    <a:pt x="75173" y="85"/>
                    <a:pt x="43350" y="23573"/>
                    <a:pt x="22488" y="67441"/>
                  </a:cubicBezTo>
                  <a:cubicBezTo>
                    <a:pt x="4455" y="105436"/>
                    <a:pt x="212" y="143777"/>
                    <a:pt x="212" y="172792"/>
                  </a:cubicBezTo>
                  <a:cubicBezTo>
                    <a:pt x="212" y="199734"/>
                    <a:pt x="4102" y="241530"/>
                    <a:pt x="23549" y="280561"/>
                  </a:cubicBezTo>
                  <a:cubicBezTo>
                    <a:pt x="44765" y="323047"/>
                    <a:pt x="75173" y="345499"/>
                    <a:pt x="78709" y="345499"/>
                  </a:cubicBezTo>
                  <a:cubicBezTo>
                    <a:pt x="80831" y="345499"/>
                    <a:pt x="82245" y="344463"/>
                    <a:pt x="82245" y="342045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2A27FDB3-B510-3A05-7A1B-332FE78CEC3E}"/>
                </a:ext>
              </a:extLst>
            </p:cNvPr>
            <p:cNvSpPr/>
            <p:nvPr>
              <p:custDataLst>
                <p:tags r:id="rId176"/>
              </p:custDataLst>
            </p:nvPr>
          </p:nvSpPr>
          <p:spPr>
            <a:xfrm>
              <a:off x="10643179" y="6482218"/>
              <a:ext cx="403092" cy="239717"/>
            </a:xfrm>
            <a:custGeom>
              <a:avLst/>
              <a:gdLst>
                <a:gd name="connsiteX0" fmla="*/ 369718 w 403092"/>
                <a:gd name="connsiteY0" fmla="*/ 24609 h 239717"/>
                <a:gd name="connsiteX1" fmla="*/ 383154 w 403092"/>
                <a:gd name="connsiteY1" fmla="*/ 17010 h 239717"/>
                <a:gd name="connsiteX2" fmla="*/ 403309 w 403092"/>
                <a:gd name="connsiteY2" fmla="*/ 16319 h 239717"/>
                <a:gd name="connsiteX3" fmla="*/ 403309 w 403092"/>
                <a:gd name="connsiteY3" fmla="*/ 85 h 239717"/>
                <a:gd name="connsiteX4" fmla="*/ 365475 w 403092"/>
                <a:gd name="connsiteY4" fmla="*/ 1121 h 239717"/>
                <a:gd name="connsiteX5" fmla="*/ 317387 w 403092"/>
                <a:gd name="connsiteY5" fmla="*/ 85 h 239717"/>
                <a:gd name="connsiteX6" fmla="*/ 317387 w 403092"/>
                <a:gd name="connsiteY6" fmla="*/ 16319 h 239717"/>
                <a:gd name="connsiteX7" fmla="*/ 353453 w 403092"/>
                <a:gd name="connsiteY7" fmla="*/ 20119 h 239717"/>
                <a:gd name="connsiteX8" fmla="*/ 292635 w 403092"/>
                <a:gd name="connsiteY8" fmla="*/ 174519 h 239717"/>
                <a:gd name="connsiteX9" fmla="*/ 230050 w 403092"/>
                <a:gd name="connsiteY9" fmla="*/ 16319 h 239717"/>
                <a:gd name="connsiteX10" fmla="*/ 263994 w 403092"/>
                <a:gd name="connsiteY10" fmla="*/ 16319 h 239717"/>
                <a:gd name="connsiteX11" fmla="*/ 263994 w 403092"/>
                <a:gd name="connsiteY11" fmla="*/ 85 h 239717"/>
                <a:gd name="connsiteX12" fmla="*/ 202116 w 403092"/>
                <a:gd name="connsiteY12" fmla="*/ 1121 h 239717"/>
                <a:gd name="connsiteX13" fmla="*/ 148017 w 403092"/>
                <a:gd name="connsiteY13" fmla="*/ 85 h 239717"/>
                <a:gd name="connsiteX14" fmla="*/ 148017 w 403092"/>
                <a:gd name="connsiteY14" fmla="*/ 16319 h 239717"/>
                <a:gd name="connsiteX15" fmla="*/ 178426 w 403092"/>
                <a:gd name="connsiteY15" fmla="*/ 16319 h 239717"/>
                <a:gd name="connsiteX16" fmla="*/ 192923 w 403092"/>
                <a:gd name="connsiteY16" fmla="*/ 52933 h 239717"/>
                <a:gd name="connsiteX17" fmla="*/ 144835 w 403092"/>
                <a:gd name="connsiteY17" fmla="*/ 174519 h 239717"/>
                <a:gd name="connsiteX18" fmla="*/ 82249 w 403092"/>
                <a:gd name="connsiteY18" fmla="*/ 16319 h 239717"/>
                <a:gd name="connsiteX19" fmla="*/ 116194 w 403092"/>
                <a:gd name="connsiteY19" fmla="*/ 16319 h 239717"/>
                <a:gd name="connsiteX20" fmla="*/ 116194 w 403092"/>
                <a:gd name="connsiteY20" fmla="*/ 85 h 239717"/>
                <a:gd name="connsiteX21" fmla="*/ 54315 w 403092"/>
                <a:gd name="connsiteY21" fmla="*/ 1121 h 239717"/>
                <a:gd name="connsiteX22" fmla="*/ 216 w 403092"/>
                <a:gd name="connsiteY22" fmla="*/ 85 h 239717"/>
                <a:gd name="connsiteX23" fmla="*/ 216 w 403092"/>
                <a:gd name="connsiteY23" fmla="*/ 16319 h 239717"/>
                <a:gd name="connsiteX24" fmla="*/ 30625 w 403092"/>
                <a:gd name="connsiteY24" fmla="*/ 16319 h 239717"/>
                <a:gd name="connsiteX25" fmla="*/ 115487 w 403092"/>
                <a:gd name="connsiteY25" fmla="*/ 230822 h 239717"/>
                <a:gd name="connsiteX26" fmla="*/ 127862 w 403092"/>
                <a:gd name="connsiteY26" fmla="*/ 239802 h 239717"/>
                <a:gd name="connsiteX27" fmla="*/ 140238 w 403092"/>
                <a:gd name="connsiteY27" fmla="*/ 230822 h 239717"/>
                <a:gd name="connsiteX28" fmla="*/ 201763 w 403092"/>
                <a:gd name="connsiteY28" fmla="*/ 75385 h 239717"/>
                <a:gd name="connsiteX29" fmla="*/ 263287 w 403092"/>
                <a:gd name="connsiteY29" fmla="*/ 230822 h 239717"/>
                <a:gd name="connsiteX30" fmla="*/ 275663 w 403092"/>
                <a:gd name="connsiteY30" fmla="*/ 239802 h 239717"/>
                <a:gd name="connsiteX31" fmla="*/ 288039 w 403092"/>
                <a:gd name="connsiteY31" fmla="*/ 230822 h 239717"/>
                <a:gd name="connsiteX32" fmla="*/ 369718 w 403092"/>
                <a:gd name="connsiteY32" fmla="*/ 24609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3092" h="239717">
                  <a:moveTo>
                    <a:pt x="369718" y="24609"/>
                  </a:moveTo>
                  <a:cubicBezTo>
                    <a:pt x="371839" y="18737"/>
                    <a:pt x="372193" y="18046"/>
                    <a:pt x="383154" y="17010"/>
                  </a:cubicBezTo>
                  <a:cubicBezTo>
                    <a:pt x="390226" y="16319"/>
                    <a:pt x="397652" y="16319"/>
                    <a:pt x="403309" y="16319"/>
                  </a:cubicBezTo>
                  <a:lnTo>
                    <a:pt x="403309" y="85"/>
                  </a:lnTo>
                  <a:cubicBezTo>
                    <a:pt x="393762" y="430"/>
                    <a:pt x="381386" y="1121"/>
                    <a:pt x="365475" y="1121"/>
                  </a:cubicBezTo>
                  <a:cubicBezTo>
                    <a:pt x="352038" y="1121"/>
                    <a:pt x="330116" y="1121"/>
                    <a:pt x="317387" y="85"/>
                  </a:cubicBezTo>
                  <a:lnTo>
                    <a:pt x="317387" y="16319"/>
                  </a:lnTo>
                  <a:cubicBezTo>
                    <a:pt x="326226" y="16319"/>
                    <a:pt x="343199" y="16319"/>
                    <a:pt x="353453" y="20119"/>
                  </a:cubicBezTo>
                  <a:lnTo>
                    <a:pt x="292635" y="174519"/>
                  </a:lnTo>
                  <a:lnTo>
                    <a:pt x="230050" y="16319"/>
                  </a:lnTo>
                  <a:lnTo>
                    <a:pt x="263994" y="16319"/>
                  </a:lnTo>
                  <a:lnTo>
                    <a:pt x="263994" y="85"/>
                  </a:lnTo>
                  <a:cubicBezTo>
                    <a:pt x="250558" y="1121"/>
                    <a:pt x="217321" y="1121"/>
                    <a:pt x="202116" y="1121"/>
                  </a:cubicBezTo>
                  <a:cubicBezTo>
                    <a:pt x="188326" y="1121"/>
                    <a:pt x="160392" y="1121"/>
                    <a:pt x="148017" y="85"/>
                  </a:cubicBezTo>
                  <a:lnTo>
                    <a:pt x="148017" y="16319"/>
                  </a:lnTo>
                  <a:lnTo>
                    <a:pt x="178426" y="16319"/>
                  </a:lnTo>
                  <a:lnTo>
                    <a:pt x="192923" y="52933"/>
                  </a:lnTo>
                  <a:lnTo>
                    <a:pt x="144835" y="174519"/>
                  </a:lnTo>
                  <a:lnTo>
                    <a:pt x="82249" y="16319"/>
                  </a:lnTo>
                  <a:lnTo>
                    <a:pt x="116194" y="16319"/>
                  </a:lnTo>
                  <a:lnTo>
                    <a:pt x="116194" y="85"/>
                  </a:lnTo>
                  <a:cubicBezTo>
                    <a:pt x="102757" y="1121"/>
                    <a:pt x="69520" y="1121"/>
                    <a:pt x="54315" y="1121"/>
                  </a:cubicBezTo>
                  <a:cubicBezTo>
                    <a:pt x="40525" y="1121"/>
                    <a:pt x="12592" y="1121"/>
                    <a:pt x="216" y="85"/>
                  </a:cubicBezTo>
                  <a:lnTo>
                    <a:pt x="216" y="16319"/>
                  </a:lnTo>
                  <a:lnTo>
                    <a:pt x="30625" y="16319"/>
                  </a:lnTo>
                  <a:lnTo>
                    <a:pt x="115487" y="230822"/>
                  </a:lnTo>
                  <a:cubicBezTo>
                    <a:pt x="117608" y="236348"/>
                    <a:pt x="119022" y="239802"/>
                    <a:pt x="127862" y="239802"/>
                  </a:cubicBezTo>
                  <a:cubicBezTo>
                    <a:pt x="136702" y="239802"/>
                    <a:pt x="138116" y="236348"/>
                    <a:pt x="140238" y="230822"/>
                  </a:cubicBezTo>
                  <a:lnTo>
                    <a:pt x="201763" y="75385"/>
                  </a:lnTo>
                  <a:lnTo>
                    <a:pt x="263287" y="230822"/>
                  </a:lnTo>
                  <a:cubicBezTo>
                    <a:pt x="265409" y="236348"/>
                    <a:pt x="266823" y="239802"/>
                    <a:pt x="275663" y="239802"/>
                  </a:cubicBezTo>
                  <a:cubicBezTo>
                    <a:pt x="284503" y="239802"/>
                    <a:pt x="285917" y="236348"/>
                    <a:pt x="288039" y="230822"/>
                  </a:cubicBezTo>
                  <a:lnTo>
                    <a:pt x="369718" y="2460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A4887A1-9C30-9EF4-BC1D-86019FDFD4CD}"/>
                </a:ext>
              </a:extLst>
            </p:cNvPr>
            <p:cNvSpPr/>
            <p:nvPr>
              <p:custDataLst>
                <p:tags r:id="rId177"/>
              </p:custDataLst>
            </p:nvPr>
          </p:nvSpPr>
          <p:spPr>
            <a:xfrm>
              <a:off x="11087247" y="6664355"/>
              <a:ext cx="101727" cy="109047"/>
            </a:xfrm>
            <a:custGeom>
              <a:avLst/>
              <a:gdLst>
                <a:gd name="connsiteX0" fmla="*/ 88095 w 101727"/>
                <a:gd name="connsiteY0" fmla="*/ 15561 h 109047"/>
                <a:gd name="connsiteX1" fmla="*/ 78442 w 101727"/>
                <a:gd name="connsiteY1" fmla="*/ 27408 h 109047"/>
                <a:gd name="connsiteX2" fmla="*/ 87353 w 101727"/>
                <a:gd name="connsiteY2" fmla="*/ 35388 h 109047"/>
                <a:gd name="connsiteX3" fmla="*/ 99728 w 101727"/>
                <a:gd name="connsiteY3" fmla="*/ 21122 h 109047"/>
                <a:gd name="connsiteX4" fmla="*/ 68789 w 101727"/>
                <a:gd name="connsiteY4" fmla="*/ 86 h 109047"/>
                <a:gd name="connsiteX5" fmla="*/ 228 w 101727"/>
                <a:gd name="connsiteY5" fmla="*/ 67546 h 109047"/>
                <a:gd name="connsiteX6" fmla="*/ 43295 w 101727"/>
                <a:gd name="connsiteY6" fmla="*/ 109134 h 109047"/>
                <a:gd name="connsiteX7" fmla="*/ 101956 w 101727"/>
                <a:gd name="connsiteY7" fmla="*/ 83262 h 109047"/>
                <a:gd name="connsiteX8" fmla="*/ 96263 w 101727"/>
                <a:gd name="connsiteY8" fmla="*/ 77459 h 109047"/>
                <a:gd name="connsiteX9" fmla="*/ 92550 w 101727"/>
                <a:gd name="connsiteY9" fmla="*/ 80119 h 109047"/>
                <a:gd name="connsiteX10" fmla="*/ 43543 w 101727"/>
                <a:gd name="connsiteY10" fmla="*/ 102363 h 109047"/>
                <a:gd name="connsiteX11" fmla="*/ 19781 w 101727"/>
                <a:gd name="connsiteY11" fmla="*/ 75767 h 109047"/>
                <a:gd name="connsiteX12" fmla="*/ 36612 w 101727"/>
                <a:gd name="connsiteY12" fmla="*/ 24749 h 109047"/>
                <a:gd name="connsiteX13" fmla="*/ 69037 w 101727"/>
                <a:gd name="connsiteY13" fmla="*/ 6856 h 109047"/>
                <a:gd name="connsiteX14" fmla="*/ 88095 w 101727"/>
                <a:gd name="connsiteY14" fmla="*/ 15561 h 109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1727" h="109047">
                  <a:moveTo>
                    <a:pt x="88095" y="15561"/>
                  </a:moveTo>
                  <a:cubicBezTo>
                    <a:pt x="80917" y="17495"/>
                    <a:pt x="78442" y="23298"/>
                    <a:pt x="78442" y="27408"/>
                  </a:cubicBezTo>
                  <a:cubicBezTo>
                    <a:pt x="78442" y="31277"/>
                    <a:pt x="81165" y="35388"/>
                    <a:pt x="87353" y="35388"/>
                  </a:cubicBezTo>
                  <a:cubicBezTo>
                    <a:pt x="91560" y="35388"/>
                    <a:pt x="99728" y="32728"/>
                    <a:pt x="99728" y="21122"/>
                  </a:cubicBezTo>
                  <a:cubicBezTo>
                    <a:pt x="99728" y="5406"/>
                    <a:pt x="82402" y="86"/>
                    <a:pt x="68789" y="86"/>
                  </a:cubicBezTo>
                  <a:cubicBezTo>
                    <a:pt x="34137" y="86"/>
                    <a:pt x="228" y="33211"/>
                    <a:pt x="228" y="67546"/>
                  </a:cubicBezTo>
                  <a:cubicBezTo>
                    <a:pt x="228" y="90274"/>
                    <a:pt x="15821" y="109134"/>
                    <a:pt x="43295" y="109134"/>
                  </a:cubicBezTo>
                  <a:cubicBezTo>
                    <a:pt x="83145" y="109134"/>
                    <a:pt x="101956" y="86405"/>
                    <a:pt x="101956" y="83262"/>
                  </a:cubicBezTo>
                  <a:cubicBezTo>
                    <a:pt x="101956" y="81328"/>
                    <a:pt x="98491" y="77459"/>
                    <a:pt x="96263" y="77459"/>
                  </a:cubicBezTo>
                  <a:cubicBezTo>
                    <a:pt x="95025" y="77459"/>
                    <a:pt x="94283" y="78184"/>
                    <a:pt x="92550" y="80119"/>
                  </a:cubicBezTo>
                  <a:cubicBezTo>
                    <a:pt x="77452" y="97769"/>
                    <a:pt x="55918" y="102363"/>
                    <a:pt x="43543" y="102363"/>
                  </a:cubicBezTo>
                  <a:cubicBezTo>
                    <a:pt x="31167" y="102363"/>
                    <a:pt x="19781" y="95352"/>
                    <a:pt x="19781" y="75767"/>
                  </a:cubicBezTo>
                  <a:cubicBezTo>
                    <a:pt x="19781" y="64402"/>
                    <a:pt x="25227" y="38773"/>
                    <a:pt x="36612" y="24749"/>
                  </a:cubicBezTo>
                  <a:cubicBezTo>
                    <a:pt x="46513" y="12417"/>
                    <a:pt x="58394" y="6856"/>
                    <a:pt x="69037" y="6856"/>
                  </a:cubicBezTo>
                  <a:cubicBezTo>
                    <a:pt x="73244" y="6856"/>
                    <a:pt x="83887" y="8065"/>
                    <a:pt x="88095" y="15561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766C8F1C-741D-7728-EDBC-C70EB3C3DA2C}"/>
                </a:ext>
              </a:extLst>
            </p:cNvPr>
            <p:cNvSpPr/>
            <p:nvPr>
              <p:custDataLst>
                <p:tags r:id="rId178"/>
              </p:custDataLst>
            </p:nvPr>
          </p:nvSpPr>
          <p:spPr>
            <a:xfrm>
              <a:off x="11249232" y="6460111"/>
              <a:ext cx="48441" cy="345414"/>
            </a:xfrm>
            <a:custGeom>
              <a:avLst/>
              <a:gdLst>
                <a:gd name="connsiteX0" fmla="*/ 48674 w 48441"/>
                <a:gd name="connsiteY0" fmla="*/ 345499 h 345414"/>
                <a:gd name="connsiteX1" fmla="*/ 48674 w 48441"/>
                <a:gd name="connsiteY1" fmla="*/ 331683 h 345414"/>
                <a:gd name="connsiteX2" fmla="*/ 14376 w 48441"/>
                <a:gd name="connsiteY2" fmla="*/ 331683 h 345414"/>
                <a:gd name="connsiteX3" fmla="*/ 14376 w 48441"/>
                <a:gd name="connsiteY3" fmla="*/ 13901 h 345414"/>
                <a:gd name="connsiteX4" fmla="*/ 48674 w 48441"/>
                <a:gd name="connsiteY4" fmla="*/ 13901 h 345414"/>
                <a:gd name="connsiteX5" fmla="*/ 48674 w 48441"/>
                <a:gd name="connsiteY5" fmla="*/ 85 h 345414"/>
                <a:gd name="connsiteX6" fmla="*/ 232 w 48441"/>
                <a:gd name="connsiteY6" fmla="*/ 85 h 345414"/>
                <a:gd name="connsiteX7" fmla="*/ 232 w 48441"/>
                <a:gd name="connsiteY7" fmla="*/ 345499 h 345414"/>
                <a:gd name="connsiteX8" fmla="*/ 48674 w 48441"/>
                <a:gd name="connsiteY8" fmla="*/ 345499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41" h="345414">
                  <a:moveTo>
                    <a:pt x="48674" y="345499"/>
                  </a:moveTo>
                  <a:lnTo>
                    <a:pt x="48674" y="331683"/>
                  </a:lnTo>
                  <a:lnTo>
                    <a:pt x="14376" y="331683"/>
                  </a:lnTo>
                  <a:lnTo>
                    <a:pt x="14376" y="13901"/>
                  </a:lnTo>
                  <a:lnTo>
                    <a:pt x="48674" y="13901"/>
                  </a:lnTo>
                  <a:lnTo>
                    <a:pt x="48674" y="85"/>
                  </a:lnTo>
                  <a:lnTo>
                    <a:pt x="232" y="85"/>
                  </a:lnTo>
                  <a:lnTo>
                    <a:pt x="232" y="345499"/>
                  </a:lnTo>
                  <a:lnTo>
                    <a:pt x="48674" y="34549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BFFFE8A0-30BB-2CBD-9045-26D422203242}"/>
                </a:ext>
              </a:extLst>
            </p:cNvPr>
            <p:cNvSpPr/>
            <p:nvPr>
              <p:custDataLst>
                <p:tags r:id="rId179"/>
              </p:custDataLst>
            </p:nvPr>
          </p:nvSpPr>
          <p:spPr>
            <a:xfrm>
              <a:off x="11313507" y="6565808"/>
              <a:ext cx="199071" cy="153364"/>
            </a:xfrm>
            <a:custGeom>
              <a:avLst/>
              <a:gdLst>
                <a:gd name="connsiteX0" fmla="*/ 114798 w 199071"/>
                <a:gd name="connsiteY0" fmla="*/ 68477 h 153364"/>
                <a:gd name="connsiteX1" fmla="*/ 156168 w 199071"/>
                <a:gd name="connsiteY1" fmla="*/ 23573 h 153364"/>
                <a:gd name="connsiteX2" fmla="*/ 192235 w 199071"/>
                <a:gd name="connsiteY2" fmla="*/ 16319 h 153364"/>
                <a:gd name="connsiteX3" fmla="*/ 192235 w 199071"/>
                <a:gd name="connsiteY3" fmla="*/ 85 h 153364"/>
                <a:gd name="connsiteX4" fmla="*/ 159704 w 199071"/>
                <a:gd name="connsiteY4" fmla="*/ 1121 h 153364"/>
                <a:gd name="connsiteX5" fmla="*/ 123284 w 199071"/>
                <a:gd name="connsiteY5" fmla="*/ 85 h 153364"/>
                <a:gd name="connsiteX6" fmla="*/ 123284 w 199071"/>
                <a:gd name="connsiteY6" fmla="*/ 16319 h 153364"/>
                <a:gd name="connsiteX7" fmla="*/ 136721 w 199071"/>
                <a:gd name="connsiteY7" fmla="*/ 19428 h 153364"/>
                <a:gd name="connsiteX8" fmla="*/ 133892 w 199071"/>
                <a:gd name="connsiteY8" fmla="*/ 23573 h 153364"/>
                <a:gd name="connsiteX9" fmla="*/ 104191 w 199071"/>
                <a:gd name="connsiteY9" fmla="*/ 56042 h 153364"/>
                <a:gd name="connsiteX10" fmla="*/ 69539 w 199071"/>
                <a:gd name="connsiteY10" fmla="*/ 16319 h 153364"/>
                <a:gd name="connsiteX11" fmla="*/ 83682 w 199071"/>
                <a:gd name="connsiteY11" fmla="*/ 16319 h 153364"/>
                <a:gd name="connsiteX12" fmla="*/ 83682 w 199071"/>
                <a:gd name="connsiteY12" fmla="*/ 85 h 153364"/>
                <a:gd name="connsiteX13" fmla="*/ 40898 w 199071"/>
                <a:gd name="connsiteY13" fmla="*/ 1121 h 153364"/>
                <a:gd name="connsiteX14" fmla="*/ 2003 w 199071"/>
                <a:gd name="connsiteY14" fmla="*/ 85 h 153364"/>
                <a:gd name="connsiteX15" fmla="*/ 2003 w 199071"/>
                <a:gd name="connsiteY15" fmla="*/ 16319 h 153364"/>
                <a:gd name="connsiteX16" fmla="*/ 27108 w 199071"/>
                <a:gd name="connsiteY16" fmla="*/ 16319 h 153364"/>
                <a:gd name="connsiteX17" fmla="*/ 82268 w 199071"/>
                <a:gd name="connsiteY17" fmla="*/ 79875 h 153364"/>
                <a:gd name="connsiteX18" fmla="*/ 35948 w 199071"/>
                <a:gd name="connsiteY18" fmla="*/ 130651 h 153364"/>
                <a:gd name="connsiteX19" fmla="*/ 235 w 199071"/>
                <a:gd name="connsiteY19" fmla="*/ 137214 h 153364"/>
                <a:gd name="connsiteX20" fmla="*/ 235 w 199071"/>
                <a:gd name="connsiteY20" fmla="*/ 153449 h 153364"/>
                <a:gd name="connsiteX21" fmla="*/ 32765 w 199071"/>
                <a:gd name="connsiteY21" fmla="*/ 152413 h 153364"/>
                <a:gd name="connsiteX22" fmla="*/ 69185 w 199071"/>
                <a:gd name="connsiteY22" fmla="*/ 153449 h 153364"/>
                <a:gd name="connsiteX23" fmla="*/ 69185 w 199071"/>
                <a:gd name="connsiteY23" fmla="*/ 137214 h 153364"/>
                <a:gd name="connsiteX24" fmla="*/ 56102 w 199071"/>
                <a:gd name="connsiteY24" fmla="*/ 133415 h 153364"/>
                <a:gd name="connsiteX25" fmla="*/ 58577 w 199071"/>
                <a:gd name="connsiteY25" fmla="*/ 129961 h 153364"/>
                <a:gd name="connsiteX26" fmla="*/ 92876 w 199071"/>
                <a:gd name="connsiteY26" fmla="*/ 92310 h 153364"/>
                <a:gd name="connsiteX27" fmla="*/ 131771 w 199071"/>
                <a:gd name="connsiteY27" fmla="*/ 137214 h 153364"/>
                <a:gd name="connsiteX28" fmla="*/ 117981 w 199071"/>
                <a:gd name="connsiteY28" fmla="*/ 137214 h 153364"/>
                <a:gd name="connsiteX29" fmla="*/ 117981 w 199071"/>
                <a:gd name="connsiteY29" fmla="*/ 153449 h 153364"/>
                <a:gd name="connsiteX30" fmla="*/ 160411 w 199071"/>
                <a:gd name="connsiteY30" fmla="*/ 152413 h 153364"/>
                <a:gd name="connsiteX31" fmla="*/ 199306 w 199071"/>
                <a:gd name="connsiteY31" fmla="*/ 153449 h 153364"/>
                <a:gd name="connsiteX32" fmla="*/ 199306 w 199071"/>
                <a:gd name="connsiteY32" fmla="*/ 137214 h 153364"/>
                <a:gd name="connsiteX33" fmla="*/ 174201 w 199071"/>
                <a:gd name="connsiteY33" fmla="*/ 137214 h 153364"/>
                <a:gd name="connsiteX34" fmla="*/ 114798 w 199071"/>
                <a:gd name="connsiteY34" fmla="*/ 68477 h 153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071" h="153364">
                  <a:moveTo>
                    <a:pt x="114798" y="68477"/>
                  </a:moveTo>
                  <a:lnTo>
                    <a:pt x="156168" y="23573"/>
                  </a:lnTo>
                  <a:cubicBezTo>
                    <a:pt x="160765" y="18737"/>
                    <a:pt x="162887" y="16319"/>
                    <a:pt x="192235" y="16319"/>
                  </a:cubicBezTo>
                  <a:lnTo>
                    <a:pt x="192235" y="85"/>
                  </a:lnTo>
                  <a:cubicBezTo>
                    <a:pt x="179859" y="775"/>
                    <a:pt x="161472" y="1121"/>
                    <a:pt x="159704" y="1121"/>
                  </a:cubicBezTo>
                  <a:cubicBezTo>
                    <a:pt x="150864" y="1121"/>
                    <a:pt x="133185" y="430"/>
                    <a:pt x="123284" y="85"/>
                  </a:cubicBezTo>
                  <a:lnTo>
                    <a:pt x="123284" y="16319"/>
                  </a:lnTo>
                  <a:cubicBezTo>
                    <a:pt x="128235" y="16319"/>
                    <a:pt x="132478" y="17010"/>
                    <a:pt x="136721" y="19428"/>
                  </a:cubicBezTo>
                  <a:cubicBezTo>
                    <a:pt x="135306" y="21500"/>
                    <a:pt x="135306" y="22191"/>
                    <a:pt x="133892" y="23573"/>
                  </a:cubicBezTo>
                  <a:lnTo>
                    <a:pt x="104191" y="56042"/>
                  </a:lnTo>
                  <a:lnTo>
                    <a:pt x="69539" y="16319"/>
                  </a:lnTo>
                  <a:lnTo>
                    <a:pt x="83682" y="16319"/>
                  </a:lnTo>
                  <a:lnTo>
                    <a:pt x="83682" y="85"/>
                  </a:lnTo>
                  <a:cubicBezTo>
                    <a:pt x="74489" y="430"/>
                    <a:pt x="52213" y="1121"/>
                    <a:pt x="40898" y="1121"/>
                  </a:cubicBezTo>
                  <a:cubicBezTo>
                    <a:pt x="29583" y="1121"/>
                    <a:pt x="13671" y="430"/>
                    <a:pt x="2003" y="85"/>
                  </a:cubicBezTo>
                  <a:lnTo>
                    <a:pt x="2003" y="16319"/>
                  </a:lnTo>
                  <a:lnTo>
                    <a:pt x="27108" y="16319"/>
                  </a:lnTo>
                  <a:lnTo>
                    <a:pt x="82268" y="79875"/>
                  </a:lnTo>
                  <a:lnTo>
                    <a:pt x="35948" y="130651"/>
                  </a:lnTo>
                  <a:cubicBezTo>
                    <a:pt x="29937" y="137214"/>
                    <a:pt x="17207" y="137214"/>
                    <a:pt x="235" y="137214"/>
                  </a:cubicBezTo>
                  <a:lnTo>
                    <a:pt x="235" y="153449"/>
                  </a:lnTo>
                  <a:cubicBezTo>
                    <a:pt x="12611" y="152758"/>
                    <a:pt x="30997" y="152413"/>
                    <a:pt x="32765" y="152413"/>
                  </a:cubicBezTo>
                  <a:cubicBezTo>
                    <a:pt x="41605" y="152413"/>
                    <a:pt x="62113" y="153103"/>
                    <a:pt x="69185" y="153449"/>
                  </a:cubicBezTo>
                  <a:lnTo>
                    <a:pt x="69185" y="137214"/>
                  </a:lnTo>
                  <a:cubicBezTo>
                    <a:pt x="62820" y="137214"/>
                    <a:pt x="56102" y="135487"/>
                    <a:pt x="56102" y="133415"/>
                  </a:cubicBezTo>
                  <a:cubicBezTo>
                    <a:pt x="56102" y="133069"/>
                    <a:pt x="56102" y="132724"/>
                    <a:pt x="58577" y="129961"/>
                  </a:cubicBezTo>
                  <a:lnTo>
                    <a:pt x="92876" y="92310"/>
                  </a:lnTo>
                  <a:lnTo>
                    <a:pt x="131771" y="137214"/>
                  </a:lnTo>
                  <a:lnTo>
                    <a:pt x="117981" y="137214"/>
                  </a:lnTo>
                  <a:lnTo>
                    <a:pt x="117981" y="153449"/>
                  </a:lnTo>
                  <a:cubicBezTo>
                    <a:pt x="127174" y="153103"/>
                    <a:pt x="148743" y="152413"/>
                    <a:pt x="160411" y="152413"/>
                  </a:cubicBezTo>
                  <a:cubicBezTo>
                    <a:pt x="171726" y="152413"/>
                    <a:pt x="187638" y="153103"/>
                    <a:pt x="199306" y="153449"/>
                  </a:cubicBezTo>
                  <a:lnTo>
                    <a:pt x="199306" y="137214"/>
                  </a:lnTo>
                  <a:lnTo>
                    <a:pt x="174201" y="137214"/>
                  </a:lnTo>
                  <a:lnTo>
                    <a:pt x="114798" y="68477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82032EC8-63F8-2844-BF2A-865CFCEDB7EE}"/>
                </a:ext>
              </a:extLst>
            </p:cNvPr>
            <p:cNvSpPr/>
            <p:nvPr>
              <p:custDataLst>
                <p:tags r:id="rId180"/>
              </p:custDataLst>
            </p:nvPr>
          </p:nvSpPr>
          <p:spPr>
            <a:xfrm>
              <a:off x="11530732" y="6619865"/>
              <a:ext cx="83659" cy="153536"/>
            </a:xfrm>
            <a:custGeom>
              <a:avLst/>
              <a:gdLst>
                <a:gd name="connsiteX0" fmla="*/ 50734 w 83659"/>
                <a:gd name="connsiteY0" fmla="*/ 55698 h 153536"/>
                <a:gd name="connsiteX1" fmla="*/ 75980 w 83659"/>
                <a:gd name="connsiteY1" fmla="*/ 55698 h 153536"/>
                <a:gd name="connsiteX2" fmla="*/ 83900 w 83659"/>
                <a:gd name="connsiteY2" fmla="*/ 50379 h 153536"/>
                <a:gd name="connsiteX3" fmla="*/ 76475 w 83659"/>
                <a:gd name="connsiteY3" fmla="*/ 46993 h 153536"/>
                <a:gd name="connsiteX4" fmla="*/ 52961 w 83659"/>
                <a:gd name="connsiteY4" fmla="*/ 46993 h 153536"/>
                <a:gd name="connsiteX5" fmla="*/ 62119 w 83659"/>
                <a:gd name="connsiteY5" fmla="*/ 11209 h 153536"/>
                <a:gd name="connsiteX6" fmla="*/ 62862 w 83659"/>
                <a:gd name="connsiteY6" fmla="*/ 7823 h 153536"/>
                <a:gd name="connsiteX7" fmla="*/ 54446 w 83659"/>
                <a:gd name="connsiteY7" fmla="*/ 86 h 153536"/>
                <a:gd name="connsiteX8" fmla="*/ 42813 w 83659"/>
                <a:gd name="connsiteY8" fmla="*/ 10483 h 153536"/>
                <a:gd name="connsiteX9" fmla="*/ 33408 w 83659"/>
                <a:gd name="connsiteY9" fmla="*/ 46993 h 153536"/>
                <a:gd name="connsiteX10" fmla="*/ 8161 w 83659"/>
                <a:gd name="connsiteY10" fmla="*/ 46993 h 153536"/>
                <a:gd name="connsiteX11" fmla="*/ 241 w 83659"/>
                <a:gd name="connsiteY11" fmla="*/ 52313 h 153536"/>
                <a:gd name="connsiteX12" fmla="*/ 7666 w 83659"/>
                <a:gd name="connsiteY12" fmla="*/ 55698 h 153536"/>
                <a:gd name="connsiteX13" fmla="*/ 31180 w 83659"/>
                <a:gd name="connsiteY13" fmla="*/ 55698 h 153536"/>
                <a:gd name="connsiteX14" fmla="*/ 16577 w 83659"/>
                <a:gd name="connsiteY14" fmla="*/ 112760 h 153536"/>
                <a:gd name="connsiteX15" fmla="*/ 12864 w 83659"/>
                <a:gd name="connsiteY15" fmla="*/ 130653 h 153536"/>
                <a:gd name="connsiteX16" fmla="*/ 39348 w 83659"/>
                <a:gd name="connsiteY16" fmla="*/ 153623 h 153536"/>
                <a:gd name="connsiteX17" fmla="*/ 82415 w 83659"/>
                <a:gd name="connsiteY17" fmla="*/ 116629 h 153536"/>
                <a:gd name="connsiteX18" fmla="*/ 78455 w 83659"/>
                <a:gd name="connsiteY18" fmla="*/ 113486 h 153536"/>
                <a:gd name="connsiteX19" fmla="*/ 73257 w 83659"/>
                <a:gd name="connsiteY19" fmla="*/ 118080 h 153536"/>
                <a:gd name="connsiteX20" fmla="*/ 40091 w 83659"/>
                <a:gd name="connsiteY20" fmla="*/ 146853 h 153536"/>
                <a:gd name="connsiteX21" fmla="*/ 31428 w 83659"/>
                <a:gd name="connsiteY21" fmla="*/ 135005 h 153536"/>
                <a:gd name="connsiteX22" fmla="*/ 32913 w 83659"/>
                <a:gd name="connsiteY22" fmla="*/ 125092 h 153536"/>
                <a:gd name="connsiteX23" fmla="*/ 50734 w 83659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59" h="153536">
                  <a:moveTo>
                    <a:pt x="50734" y="55698"/>
                  </a:moveTo>
                  <a:lnTo>
                    <a:pt x="75980" y="55698"/>
                  </a:lnTo>
                  <a:cubicBezTo>
                    <a:pt x="80683" y="55698"/>
                    <a:pt x="83900" y="55698"/>
                    <a:pt x="83900" y="50379"/>
                  </a:cubicBezTo>
                  <a:cubicBezTo>
                    <a:pt x="83900" y="46993"/>
                    <a:pt x="80683" y="46993"/>
                    <a:pt x="76475" y="46993"/>
                  </a:cubicBezTo>
                  <a:lnTo>
                    <a:pt x="52961" y="46993"/>
                  </a:lnTo>
                  <a:lnTo>
                    <a:pt x="62119" y="11209"/>
                  </a:lnTo>
                  <a:cubicBezTo>
                    <a:pt x="62367" y="10000"/>
                    <a:pt x="62862" y="8791"/>
                    <a:pt x="62862" y="7823"/>
                  </a:cubicBezTo>
                  <a:cubicBezTo>
                    <a:pt x="62862" y="3471"/>
                    <a:pt x="59397" y="86"/>
                    <a:pt x="54446" y="86"/>
                  </a:cubicBezTo>
                  <a:cubicBezTo>
                    <a:pt x="48259" y="86"/>
                    <a:pt x="44546" y="4197"/>
                    <a:pt x="42813" y="10483"/>
                  </a:cubicBezTo>
                  <a:cubicBezTo>
                    <a:pt x="41081" y="16528"/>
                    <a:pt x="44298" y="4922"/>
                    <a:pt x="33408" y="46993"/>
                  </a:cubicBezTo>
                  <a:lnTo>
                    <a:pt x="8161" y="46993"/>
                  </a:lnTo>
                  <a:cubicBezTo>
                    <a:pt x="3459" y="46993"/>
                    <a:pt x="241" y="46993"/>
                    <a:pt x="241" y="52313"/>
                  </a:cubicBezTo>
                  <a:cubicBezTo>
                    <a:pt x="241" y="55698"/>
                    <a:pt x="3211" y="55698"/>
                    <a:pt x="7666" y="55698"/>
                  </a:cubicBezTo>
                  <a:lnTo>
                    <a:pt x="31180" y="55698"/>
                  </a:lnTo>
                  <a:lnTo>
                    <a:pt x="16577" y="112760"/>
                  </a:lnTo>
                  <a:cubicBezTo>
                    <a:pt x="15092" y="118805"/>
                    <a:pt x="12864" y="127510"/>
                    <a:pt x="12864" y="130653"/>
                  </a:cubicBezTo>
                  <a:cubicBezTo>
                    <a:pt x="12864" y="144919"/>
                    <a:pt x="25240" y="153623"/>
                    <a:pt x="39348" y="153623"/>
                  </a:cubicBezTo>
                  <a:cubicBezTo>
                    <a:pt x="66822" y="153623"/>
                    <a:pt x="82415" y="119772"/>
                    <a:pt x="82415" y="116629"/>
                  </a:cubicBezTo>
                  <a:cubicBezTo>
                    <a:pt x="82415" y="113486"/>
                    <a:pt x="79198" y="113486"/>
                    <a:pt x="78455" y="113486"/>
                  </a:cubicBezTo>
                  <a:cubicBezTo>
                    <a:pt x="75485" y="113486"/>
                    <a:pt x="75238" y="113969"/>
                    <a:pt x="73257" y="118080"/>
                  </a:cubicBezTo>
                  <a:cubicBezTo>
                    <a:pt x="66327" y="133313"/>
                    <a:pt x="53704" y="146853"/>
                    <a:pt x="40091" y="146853"/>
                  </a:cubicBezTo>
                  <a:cubicBezTo>
                    <a:pt x="34893" y="146853"/>
                    <a:pt x="31428" y="143710"/>
                    <a:pt x="31428" y="135005"/>
                  </a:cubicBezTo>
                  <a:cubicBezTo>
                    <a:pt x="31428" y="132587"/>
                    <a:pt x="32418" y="127510"/>
                    <a:pt x="32913" y="125092"/>
                  </a:cubicBezTo>
                  <a:lnTo>
                    <a:pt x="50734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15AE0A7B-5A21-E2AC-9B84-4B0F3AF9B216}"/>
                </a:ext>
              </a:extLst>
            </p:cNvPr>
            <p:cNvSpPr/>
            <p:nvPr>
              <p:custDataLst>
                <p:tags r:id="rId181"/>
              </p:custDataLst>
            </p:nvPr>
          </p:nvSpPr>
          <p:spPr>
            <a:xfrm>
              <a:off x="11675239" y="6570299"/>
              <a:ext cx="38541" cy="215538"/>
            </a:xfrm>
            <a:custGeom>
              <a:avLst/>
              <a:gdLst>
                <a:gd name="connsiteX0" fmla="*/ 37725 w 38541"/>
                <a:gd name="connsiteY0" fmla="*/ 18392 h 215538"/>
                <a:gd name="connsiteX1" fmla="*/ 18985 w 38541"/>
                <a:gd name="connsiteY1" fmla="*/ 85 h 215538"/>
                <a:gd name="connsiteX2" fmla="*/ 245 w 38541"/>
                <a:gd name="connsiteY2" fmla="*/ 18392 h 215538"/>
                <a:gd name="connsiteX3" fmla="*/ 18985 w 38541"/>
                <a:gd name="connsiteY3" fmla="*/ 36699 h 215538"/>
                <a:gd name="connsiteX4" fmla="*/ 37725 w 38541"/>
                <a:gd name="connsiteY4" fmla="*/ 18392 h 215538"/>
                <a:gd name="connsiteX5" fmla="*/ 31007 w 38541"/>
                <a:gd name="connsiteY5" fmla="*/ 145159 h 215538"/>
                <a:gd name="connsiteX6" fmla="*/ 8377 w 38541"/>
                <a:gd name="connsiteY6" fmla="*/ 207334 h 215538"/>
                <a:gd name="connsiteX7" fmla="*/ 5902 w 38541"/>
                <a:gd name="connsiteY7" fmla="*/ 211824 h 215538"/>
                <a:gd name="connsiteX8" fmla="*/ 9438 w 38541"/>
                <a:gd name="connsiteY8" fmla="*/ 215623 h 215538"/>
                <a:gd name="connsiteX9" fmla="*/ 38786 w 38541"/>
                <a:gd name="connsiteY9" fmla="*/ 147922 h 215538"/>
                <a:gd name="connsiteX10" fmla="*/ 18985 w 38541"/>
                <a:gd name="connsiteY10" fmla="*/ 112344 h 215538"/>
                <a:gd name="connsiteX11" fmla="*/ 245 w 38541"/>
                <a:gd name="connsiteY11" fmla="*/ 130651 h 215538"/>
                <a:gd name="connsiteX12" fmla="*/ 18985 w 38541"/>
                <a:gd name="connsiteY12" fmla="*/ 148958 h 215538"/>
                <a:gd name="connsiteX13" fmla="*/ 21814 w 38541"/>
                <a:gd name="connsiteY13" fmla="*/ 148613 h 215538"/>
                <a:gd name="connsiteX14" fmla="*/ 31007 w 38541"/>
                <a:gd name="connsiteY14" fmla="*/ 145159 h 215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41" h="215538">
                  <a:moveTo>
                    <a:pt x="37725" y="18392"/>
                  </a:moveTo>
                  <a:cubicBezTo>
                    <a:pt x="37725" y="8375"/>
                    <a:pt x="29239" y="85"/>
                    <a:pt x="18985" y="85"/>
                  </a:cubicBezTo>
                  <a:cubicBezTo>
                    <a:pt x="8731" y="85"/>
                    <a:pt x="245" y="8375"/>
                    <a:pt x="245" y="18392"/>
                  </a:cubicBezTo>
                  <a:cubicBezTo>
                    <a:pt x="245" y="28409"/>
                    <a:pt x="8731" y="36699"/>
                    <a:pt x="18985" y="36699"/>
                  </a:cubicBezTo>
                  <a:cubicBezTo>
                    <a:pt x="29239" y="36699"/>
                    <a:pt x="37725" y="28409"/>
                    <a:pt x="37725" y="18392"/>
                  </a:cubicBezTo>
                  <a:close/>
                  <a:moveTo>
                    <a:pt x="31007" y="145159"/>
                  </a:moveTo>
                  <a:cubicBezTo>
                    <a:pt x="31007" y="154830"/>
                    <a:pt x="31007" y="181773"/>
                    <a:pt x="8377" y="207334"/>
                  </a:cubicBezTo>
                  <a:cubicBezTo>
                    <a:pt x="5902" y="210097"/>
                    <a:pt x="5902" y="210788"/>
                    <a:pt x="5902" y="211824"/>
                  </a:cubicBezTo>
                  <a:cubicBezTo>
                    <a:pt x="5902" y="214242"/>
                    <a:pt x="7670" y="215623"/>
                    <a:pt x="9438" y="215623"/>
                  </a:cubicBezTo>
                  <a:cubicBezTo>
                    <a:pt x="13327" y="215623"/>
                    <a:pt x="38786" y="187990"/>
                    <a:pt x="38786" y="147922"/>
                  </a:cubicBezTo>
                  <a:cubicBezTo>
                    <a:pt x="38786" y="137905"/>
                    <a:pt x="38079" y="112344"/>
                    <a:pt x="18985" y="112344"/>
                  </a:cubicBezTo>
                  <a:cubicBezTo>
                    <a:pt x="6609" y="112344"/>
                    <a:pt x="245" y="121671"/>
                    <a:pt x="245" y="130651"/>
                  </a:cubicBezTo>
                  <a:cubicBezTo>
                    <a:pt x="245" y="139632"/>
                    <a:pt x="6256" y="148958"/>
                    <a:pt x="18985" y="148958"/>
                  </a:cubicBezTo>
                  <a:cubicBezTo>
                    <a:pt x="20753" y="148958"/>
                    <a:pt x="21460" y="148958"/>
                    <a:pt x="21814" y="148613"/>
                  </a:cubicBezTo>
                  <a:cubicBezTo>
                    <a:pt x="24289" y="148268"/>
                    <a:pt x="28178" y="147577"/>
                    <a:pt x="31007" y="145159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D78C2A22-802A-D28F-5C34-DE9CFE45B71D}"/>
                </a:ext>
              </a:extLst>
            </p:cNvPr>
            <p:cNvSpPr/>
            <p:nvPr>
              <p:custDataLst>
                <p:tags r:id="rId182"/>
              </p:custDataLst>
            </p:nvPr>
          </p:nvSpPr>
          <p:spPr>
            <a:xfrm>
              <a:off x="11817891" y="6479455"/>
              <a:ext cx="201546" cy="239717"/>
            </a:xfrm>
            <a:custGeom>
              <a:avLst/>
              <a:gdLst>
                <a:gd name="connsiteX0" fmla="*/ 24647 w 201546"/>
                <a:gd name="connsiteY0" fmla="*/ 223568 h 239717"/>
                <a:gd name="connsiteX1" fmla="*/ 249 w 201546"/>
                <a:gd name="connsiteY1" fmla="*/ 223568 h 239717"/>
                <a:gd name="connsiteX2" fmla="*/ 249 w 201546"/>
                <a:gd name="connsiteY2" fmla="*/ 239802 h 239717"/>
                <a:gd name="connsiteX3" fmla="*/ 44801 w 201546"/>
                <a:gd name="connsiteY3" fmla="*/ 238766 h 239717"/>
                <a:gd name="connsiteX4" fmla="*/ 89354 w 201546"/>
                <a:gd name="connsiteY4" fmla="*/ 239802 h 239717"/>
                <a:gd name="connsiteX5" fmla="*/ 89354 w 201546"/>
                <a:gd name="connsiteY5" fmla="*/ 223568 h 239717"/>
                <a:gd name="connsiteX6" fmla="*/ 64956 w 201546"/>
                <a:gd name="connsiteY6" fmla="*/ 223568 h 239717"/>
                <a:gd name="connsiteX7" fmla="*/ 64956 w 201546"/>
                <a:gd name="connsiteY7" fmla="*/ 151376 h 239717"/>
                <a:gd name="connsiteX8" fmla="*/ 117641 w 201546"/>
                <a:gd name="connsiteY8" fmla="*/ 96801 h 239717"/>
                <a:gd name="connsiteX9" fmla="*/ 137088 w 201546"/>
                <a:gd name="connsiteY9" fmla="*/ 130306 h 239717"/>
                <a:gd name="connsiteX10" fmla="*/ 137088 w 201546"/>
                <a:gd name="connsiteY10" fmla="*/ 223568 h 239717"/>
                <a:gd name="connsiteX11" fmla="*/ 112691 w 201546"/>
                <a:gd name="connsiteY11" fmla="*/ 223568 h 239717"/>
                <a:gd name="connsiteX12" fmla="*/ 112691 w 201546"/>
                <a:gd name="connsiteY12" fmla="*/ 239802 h 239717"/>
                <a:gd name="connsiteX13" fmla="*/ 157243 w 201546"/>
                <a:gd name="connsiteY13" fmla="*/ 238766 h 239717"/>
                <a:gd name="connsiteX14" fmla="*/ 201795 w 201546"/>
                <a:gd name="connsiteY14" fmla="*/ 239802 h 239717"/>
                <a:gd name="connsiteX15" fmla="*/ 201795 w 201546"/>
                <a:gd name="connsiteY15" fmla="*/ 223568 h 239717"/>
                <a:gd name="connsiteX16" fmla="*/ 177398 w 201546"/>
                <a:gd name="connsiteY16" fmla="*/ 223568 h 239717"/>
                <a:gd name="connsiteX17" fmla="*/ 177398 w 201546"/>
                <a:gd name="connsiteY17" fmla="*/ 134106 h 239717"/>
                <a:gd name="connsiteX18" fmla="*/ 122945 w 201546"/>
                <a:gd name="connsiteY18" fmla="*/ 84366 h 239717"/>
                <a:gd name="connsiteX19" fmla="*/ 62834 w 201546"/>
                <a:gd name="connsiteY19" fmla="*/ 118217 h 239717"/>
                <a:gd name="connsiteX20" fmla="*/ 62834 w 201546"/>
                <a:gd name="connsiteY20" fmla="*/ 85 h 239717"/>
                <a:gd name="connsiteX21" fmla="*/ 249 w 201546"/>
                <a:gd name="connsiteY21" fmla="*/ 2848 h 239717"/>
                <a:gd name="connsiteX22" fmla="*/ 249 w 201546"/>
                <a:gd name="connsiteY22" fmla="*/ 19082 h 239717"/>
                <a:gd name="connsiteX23" fmla="*/ 24647 w 201546"/>
                <a:gd name="connsiteY23" fmla="*/ 32554 h 239717"/>
                <a:gd name="connsiteX24" fmla="*/ 24647 w 201546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546" h="239717">
                  <a:moveTo>
                    <a:pt x="24647" y="223568"/>
                  </a:moveTo>
                  <a:lnTo>
                    <a:pt x="249" y="223568"/>
                  </a:lnTo>
                  <a:lnTo>
                    <a:pt x="249" y="239802"/>
                  </a:lnTo>
                  <a:cubicBezTo>
                    <a:pt x="10149" y="239457"/>
                    <a:pt x="31365" y="238766"/>
                    <a:pt x="44801" y="238766"/>
                  </a:cubicBezTo>
                  <a:cubicBezTo>
                    <a:pt x="58591" y="238766"/>
                    <a:pt x="79453" y="239457"/>
                    <a:pt x="89354" y="239802"/>
                  </a:cubicBezTo>
                  <a:lnTo>
                    <a:pt x="89354" y="223568"/>
                  </a:lnTo>
                  <a:lnTo>
                    <a:pt x="64956" y="223568"/>
                  </a:lnTo>
                  <a:lnTo>
                    <a:pt x="64956" y="151376"/>
                  </a:lnTo>
                  <a:cubicBezTo>
                    <a:pt x="64956" y="113726"/>
                    <a:pt x="95365" y="96801"/>
                    <a:pt x="117641" y="96801"/>
                  </a:cubicBezTo>
                  <a:cubicBezTo>
                    <a:pt x="129663" y="96801"/>
                    <a:pt x="137088" y="104054"/>
                    <a:pt x="137088" y="130306"/>
                  </a:cubicBezTo>
                  <a:lnTo>
                    <a:pt x="137088" y="223568"/>
                  </a:lnTo>
                  <a:lnTo>
                    <a:pt x="112691" y="223568"/>
                  </a:lnTo>
                  <a:lnTo>
                    <a:pt x="112691" y="239802"/>
                  </a:lnTo>
                  <a:cubicBezTo>
                    <a:pt x="122591" y="239457"/>
                    <a:pt x="143807" y="238766"/>
                    <a:pt x="157243" y="238766"/>
                  </a:cubicBezTo>
                  <a:cubicBezTo>
                    <a:pt x="171033" y="238766"/>
                    <a:pt x="191895" y="239457"/>
                    <a:pt x="201795" y="239802"/>
                  </a:cubicBezTo>
                  <a:lnTo>
                    <a:pt x="201795" y="223568"/>
                  </a:lnTo>
                  <a:lnTo>
                    <a:pt x="177398" y="223568"/>
                  </a:lnTo>
                  <a:lnTo>
                    <a:pt x="177398" y="134106"/>
                  </a:lnTo>
                  <a:cubicBezTo>
                    <a:pt x="177398" y="97837"/>
                    <a:pt x="158304" y="84366"/>
                    <a:pt x="122945" y="84366"/>
                  </a:cubicBezTo>
                  <a:cubicBezTo>
                    <a:pt x="89000" y="84366"/>
                    <a:pt x="70967" y="104400"/>
                    <a:pt x="62834" y="118217"/>
                  </a:cubicBezTo>
                  <a:lnTo>
                    <a:pt x="62834" y="85"/>
                  </a:lnTo>
                  <a:lnTo>
                    <a:pt x="249" y="2848"/>
                  </a:lnTo>
                  <a:lnTo>
                    <a:pt x="249" y="19082"/>
                  </a:lnTo>
                  <a:cubicBezTo>
                    <a:pt x="22172" y="19082"/>
                    <a:pt x="24647" y="19082"/>
                    <a:pt x="24647" y="32554"/>
                  </a:cubicBezTo>
                  <a:lnTo>
                    <a:pt x="24647" y="22356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3D5FCA47-A8A7-A113-9361-C8644FCF41E5}"/>
                </a:ext>
              </a:extLst>
            </p:cNvPr>
            <p:cNvSpPr/>
            <p:nvPr>
              <p:custDataLst>
                <p:tags r:id="rId183"/>
              </p:custDataLst>
            </p:nvPr>
          </p:nvSpPr>
          <p:spPr>
            <a:xfrm>
              <a:off x="12038279" y="6619865"/>
              <a:ext cx="83659" cy="153536"/>
            </a:xfrm>
            <a:custGeom>
              <a:avLst/>
              <a:gdLst>
                <a:gd name="connsiteX0" fmla="*/ 50748 w 83659"/>
                <a:gd name="connsiteY0" fmla="*/ 55698 h 153536"/>
                <a:gd name="connsiteX1" fmla="*/ 75994 w 83659"/>
                <a:gd name="connsiteY1" fmla="*/ 55698 h 153536"/>
                <a:gd name="connsiteX2" fmla="*/ 83915 w 83659"/>
                <a:gd name="connsiteY2" fmla="*/ 50379 h 153536"/>
                <a:gd name="connsiteX3" fmla="*/ 76489 w 83659"/>
                <a:gd name="connsiteY3" fmla="*/ 46993 h 153536"/>
                <a:gd name="connsiteX4" fmla="*/ 52976 w 83659"/>
                <a:gd name="connsiteY4" fmla="*/ 46993 h 153536"/>
                <a:gd name="connsiteX5" fmla="*/ 62134 w 83659"/>
                <a:gd name="connsiteY5" fmla="*/ 11209 h 153536"/>
                <a:gd name="connsiteX6" fmla="*/ 62876 w 83659"/>
                <a:gd name="connsiteY6" fmla="*/ 7823 h 153536"/>
                <a:gd name="connsiteX7" fmla="*/ 54461 w 83659"/>
                <a:gd name="connsiteY7" fmla="*/ 86 h 153536"/>
                <a:gd name="connsiteX8" fmla="*/ 42828 w 83659"/>
                <a:gd name="connsiteY8" fmla="*/ 10483 h 153536"/>
                <a:gd name="connsiteX9" fmla="*/ 33422 w 83659"/>
                <a:gd name="connsiteY9" fmla="*/ 46993 h 153536"/>
                <a:gd name="connsiteX10" fmla="*/ 8176 w 83659"/>
                <a:gd name="connsiteY10" fmla="*/ 46993 h 153536"/>
                <a:gd name="connsiteX11" fmla="*/ 255 w 83659"/>
                <a:gd name="connsiteY11" fmla="*/ 52313 h 153536"/>
                <a:gd name="connsiteX12" fmla="*/ 7681 w 83659"/>
                <a:gd name="connsiteY12" fmla="*/ 55698 h 153536"/>
                <a:gd name="connsiteX13" fmla="*/ 31194 w 83659"/>
                <a:gd name="connsiteY13" fmla="*/ 55698 h 153536"/>
                <a:gd name="connsiteX14" fmla="*/ 16591 w 83659"/>
                <a:gd name="connsiteY14" fmla="*/ 112760 h 153536"/>
                <a:gd name="connsiteX15" fmla="*/ 12878 w 83659"/>
                <a:gd name="connsiteY15" fmla="*/ 130653 h 153536"/>
                <a:gd name="connsiteX16" fmla="*/ 39362 w 83659"/>
                <a:gd name="connsiteY16" fmla="*/ 153623 h 153536"/>
                <a:gd name="connsiteX17" fmla="*/ 82430 w 83659"/>
                <a:gd name="connsiteY17" fmla="*/ 116629 h 153536"/>
                <a:gd name="connsiteX18" fmla="*/ 78470 w 83659"/>
                <a:gd name="connsiteY18" fmla="*/ 113486 h 153536"/>
                <a:gd name="connsiteX19" fmla="*/ 73272 w 83659"/>
                <a:gd name="connsiteY19" fmla="*/ 118080 h 153536"/>
                <a:gd name="connsiteX20" fmla="*/ 40105 w 83659"/>
                <a:gd name="connsiteY20" fmla="*/ 146853 h 153536"/>
                <a:gd name="connsiteX21" fmla="*/ 31442 w 83659"/>
                <a:gd name="connsiteY21" fmla="*/ 135005 h 153536"/>
                <a:gd name="connsiteX22" fmla="*/ 32927 w 83659"/>
                <a:gd name="connsiteY22" fmla="*/ 125092 h 153536"/>
                <a:gd name="connsiteX23" fmla="*/ 50748 w 83659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659" h="153536">
                  <a:moveTo>
                    <a:pt x="50748" y="55698"/>
                  </a:moveTo>
                  <a:lnTo>
                    <a:pt x="75994" y="55698"/>
                  </a:lnTo>
                  <a:cubicBezTo>
                    <a:pt x="80697" y="55698"/>
                    <a:pt x="83915" y="55698"/>
                    <a:pt x="83915" y="50379"/>
                  </a:cubicBezTo>
                  <a:cubicBezTo>
                    <a:pt x="83915" y="46993"/>
                    <a:pt x="80697" y="46993"/>
                    <a:pt x="76489" y="46993"/>
                  </a:cubicBezTo>
                  <a:lnTo>
                    <a:pt x="52976" y="46993"/>
                  </a:lnTo>
                  <a:lnTo>
                    <a:pt x="62134" y="11209"/>
                  </a:lnTo>
                  <a:cubicBezTo>
                    <a:pt x="62381" y="10000"/>
                    <a:pt x="62876" y="8791"/>
                    <a:pt x="62876" y="7823"/>
                  </a:cubicBezTo>
                  <a:cubicBezTo>
                    <a:pt x="62876" y="3471"/>
                    <a:pt x="59411" y="86"/>
                    <a:pt x="54461" y="86"/>
                  </a:cubicBezTo>
                  <a:cubicBezTo>
                    <a:pt x="48273" y="86"/>
                    <a:pt x="44560" y="4197"/>
                    <a:pt x="42828" y="10483"/>
                  </a:cubicBezTo>
                  <a:cubicBezTo>
                    <a:pt x="41095" y="16528"/>
                    <a:pt x="44313" y="4922"/>
                    <a:pt x="33422" y="46993"/>
                  </a:cubicBezTo>
                  <a:lnTo>
                    <a:pt x="8176" y="46993"/>
                  </a:lnTo>
                  <a:cubicBezTo>
                    <a:pt x="3473" y="46993"/>
                    <a:pt x="255" y="46993"/>
                    <a:pt x="255" y="52313"/>
                  </a:cubicBezTo>
                  <a:cubicBezTo>
                    <a:pt x="255" y="55698"/>
                    <a:pt x="3225" y="55698"/>
                    <a:pt x="7681" y="55698"/>
                  </a:cubicBezTo>
                  <a:lnTo>
                    <a:pt x="31194" y="55698"/>
                  </a:lnTo>
                  <a:lnTo>
                    <a:pt x="16591" y="112760"/>
                  </a:lnTo>
                  <a:cubicBezTo>
                    <a:pt x="15106" y="118805"/>
                    <a:pt x="12878" y="127510"/>
                    <a:pt x="12878" y="130653"/>
                  </a:cubicBezTo>
                  <a:cubicBezTo>
                    <a:pt x="12878" y="144919"/>
                    <a:pt x="25254" y="153623"/>
                    <a:pt x="39362" y="153623"/>
                  </a:cubicBezTo>
                  <a:cubicBezTo>
                    <a:pt x="66836" y="153623"/>
                    <a:pt x="82430" y="119772"/>
                    <a:pt x="82430" y="116629"/>
                  </a:cubicBezTo>
                  <a:cubicBezTo>
                    <a:pt x="82430" y="113486"/>
                    <a:pt x="79212" y="113486"/>
                    <a:pt x="78470" y="113486"/>
                  </a:cubicBezTo>
                  <a:cubicBezTo>
                    <a:pt x="75499" y="113486"/>
                    <a:pt x="75252" y="113969"/>
                    <a:pt x="73272" y="118080"/>
                  </a:cubicBezTo>
                  <a:cubicBezTo>
                    <a:pt x="66341" y="133313"/>
                    <a:pt x="53718" y="146853"/>
                    <a:pt x="40105" y="146853"/>
                  </a:cubicBezTo>
                  <a:cubicBezTo>
                    <a:pt x="34907" y="146853"/>
                    <a:pt x="31442" y="143710"/>
                    <a:pt x="31442" y="135005"/>
                  </a:cubicBezTo>
                  <a:cubicBezTo>
                    <a:pt x="31442" y="132587"/>
                    <a:pt x="32432" y="127510"/>
                    <a:pt x="32927" y="125092"/>
                  </a:cubicBezTo>
                  <a:lnTo>
                    <a:pt x="50748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8BEF327-8371-7D1C-81B1-692429AA0FF0}"/>
                </a:ext>
              </a:extLst>
            </p:cNvPr>
            <p:cNvSpPr/>
            <p:nvPr>
              <p:custDataLst>
                <p:tags r:id="rId184"/>
              </p:custDataLst>
            </p:nvPr>
          </p:nvSpPr>
          <p:spPr>
            <a:xfrm>
              <a:off x="12161430" y="6704492"/>
              <a:ext cx="167318" cy="11847"/>
            </a:xfrm>
            <a:custGeom>
              <a:avLst/>
              <a:gdLst>
                <a:gd name="connsiteX0" fmla="*/ 157677 w 167318"/>
                <a:gd name="connsiteY0" fmla="*/ 11934 h 11847"/>
                <a:gd name="connsiteX1" fmla="*/ 167577 w 167318"/>
                <a:gd name="connsiteY1" fmla="*/ 6131 h 11847"/>
                <a:gd name="connsiteX2" fmla="*/ 157677 w 167318"/>
                <a:gd name="connsiteY2" fmla="*/ 86 h 11847"/>
                <a:gd name="connsiteX3" fmla="*/ 10159 w 167318"/>
                <a:gd name="connsiteY3" fmla="*/ 86 h 11847"/>
                <a:gd name="connsiteX4" fmla="*/ 258 w 167318"/>
                <a:gd name="connsiteY4" fmla="*/ 5889 h 11847"/>
                <a:gd name="connsiteX5" fmla="*/ 10159 w 167318"/>
                <a:gd name="connsiteY5" fmla="*/ 11934 h 11847"/>
                <a:gd name="connsiteX6" fmla="*/ 157677 w 167318"/>
                <a:gd name="connsiteY6" fmla="*/ 11934 h 11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318" h="11847">
                  <a:moveTo>
                    <a:pt x="157677" y="11934"/>
                  </a:moveTo>
                  <a:cubicBezTo>
                    <a:pt x="161637" y="11934"/>
                    <a:pt x="167577" y="11934"/>
                    <a:pt x="167577" y="6131"/>
                  </a:cubicBezTo>
                  <a:cubicBezTo>
                    <a:pt x="167577" y="86"/>
                    <a:pt x="161884" y="86"/>
                    <a:pt x="157677" y="86"/>
                  </a:cubicBezTo>
                  <a:lnTo>
                    <a:pt x="10159" y="86"/>
                  </a:lnTo>
                  <a:cubicBezTo>
                    <a:pt x="6199" y="86"/>
                    <a:pt x="258" y="86"/>
                    <a:pt x="258" y="5889"/>
                  </a:cubicBezTo>
                  <a:cubicBezTo>
                    <a:pt x="258" y="11934"/>
                    <a:pt x="5951" y="11934"/>
                    <a:pt x="10159" y="11934"/>
                  </a:cubicBezTo>
                  <a:lnTo>
                    <a:pt x="157677" y="11934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FAB2345D-E9EE-8E44-93E9-3115EBF117F5}"/>
                </a:ext>
              </a:extLst>
            </p:cNvPr>
            <p:cNvSpPr/>
            <p:nvPr>
              <p:custDataLst>
                <p:tags r:id="rId185"/>
              </p:custDataLst>
            </p:nvPr>
          </p:nvSpPr>
          <p:spPr>
            <a:xfrm>
              <a:off x="12382672" y="6610435"/>
              <a:ext cx="90094" cy="160548"/>
            </a:xfrm>
            <a:custGeom>
              <a:avLst/>
              <a:gdLst>
                <a:gd name="connsiteX0" fmla="*/ 56203 w 90094"/>
                <a:gd name="connsiteY0" fmla="*/ 6856 h 160548"/>
                <a:gd name="connsiteX1" fmla="*/ 48777 w 90094"/>
                <a:gd name="connsiteY1" fmla="*/ 86 h 160548"/>
                <a:gd name="connsiteX2" fmla="*/ 265 w 90094"/>
                <a:gd name="connsiteY2" fmla="*/ 15561 h 160548"/>
                <a:gd name="connsiteX3" fmla="*/ 265 w 90094"/>
                <a:gd name="connsiteY3" fmla="*/ 24265 h 160548"/>
                <a:gd name="connsiteX4" fmla="*/ 36154 w 90094"/>
                <a:gd name="connsiteY4" fmla="*/ 17495 h 160548"/>
                <a:gd name="connsiteX5" fmla="*/ 36154 w 90094"/>
                <a:gd name="connsiteY5" fmla="*/ 140808 h 160548"/>
                <a:gd name="connsiteX6" fmla="*/ 11403 w 90094"/>
                <a:gd name="connsiteY6" fmla="*/ 151930 h 160548"/>
                <a:gd name="connsiteX7" fmla="*/ 1997 w 90094"/>
                <a:gd name="connsiteY7" fmla="*/ 151930 h 160548"/>
                <a:gd name="connsiteX8" fmla="*/ 1997 w 90094"/>
                <a:gd name="connsiteY8" fmla="*/ 160635 h 160548"/>
                <a:gd name="connsiteX9" fmla="*/ 46055 w 90094"/>
                <a:gd name="connsiteY9" fmla="*/ 159668 h 160548"/>
                <a:gd name="connsiteX10" fmla="*/ 90359 w 90094"/>
                <a:gd name="connsiteY10" fmla="*/ 160635 h 160548"/>
                <a:gd name="connsiteX11" fmla="*/ 90359 w 90094"/>
                <a:gd name="connsiteY11" fmla="*/ 151930 h 160548"/>
                <a:gd name="connsiteX12" fmla="*/ 80954 w 90094"/>
                <a:gd name="connsiteY12" fmla="*/ 151930 h 160548"/>
                <a:gd name="connsiteX13" fmla="*/ 56203 w 90094"/>
                <a:gd name="connsiteY13" fmla="*/ 140808 h 160548"/>
                <a:gd name="connsiteX14" fmla="*/ 56203 w 90094"/>
                <a:gd name="connsiteY14" fmla="*/ 6856 h 160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094" h="160548">
                  <a:moveTo>
                    <a:pt x="56203" y="6856"/>
                  </a:moveTo>
                  <a:cubicBezTo>
                    <a:pt x="56203" y="328"/>
                    <a:pt x="55708" y="86"/>
                    <a:pt x="48777" y="86"/>
                  </a:cubicBezTo>
                  <a:cubicBezTo>
                    <a:pt x="32936" y="15319"/>
                    <a:pt x="10413" y="15561"/>
                    <a:pt x="265" y="15561"/>
                  </a:cubicBezTo>
                  <a:lnTo>
                    <a:pt x="265" y="24265"/>
                  </a:lnTo>
                  <a:cubicBezTo>
                    <a:pt x="6205" y="24265"/>
                    <a:pt x="22541" y="24265"/>
                    <a:pt x="36154" y="17495"/>
                  </a:cubicBezTo>
                  <a:lnTo>
                    <a:pt x="36154" y="140808"/>
                  </a:lnTo>
                  <a:cubicBezTo>
                    <a:pt x="36154" y="148787"/>
                    <a:pt x="36154" y="151930"/>
                    <a:pt x="11403" y="151930"/>
                  </a:cubicBezTo>
                  <a:lnTo>
                    <a:pt x="1997" y="151930"/>
                  </a:lnTo>
                  <a:lnTo>
                    <a:pt x="1997" y="160635"/>
                  </a:lnTo>
                  <a:cubicBezTo>
                    <a:pt x="6452" y="160393"/>
                    <a:pt x="36897" y="159668"/>
                    <a:pt x="46055" y="159668"/>
                  </a:cubicBezTo>
                  <a:cubicBezTo>
                    <a:pt x="53727" y="159668"/>
                    <a:pt x="84914" y="160393"/>
                    <a:pt x="90359" y="160635"/>
                  </a:cubicBezTo>
                  <a:lnTo>
                    <a:pt x="90359" y="151930"/>
                  </a:lnTo>
                  <a:lnTo>
                    <a:pt x="80954" y="151930"/>
                  </a:lnTo>
                  <a:cubicBezTo>
                    <a:pt x="56203" y="151930"/>
                    <a:pt x="56203" y="148787"/>
                    <a:pt x="56203" y="140808"/>
                  </a:cubicBezTo>
                  <a:lnTo>
                    <a:pt x="56203" y="685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8E583E8B-54B3-0AC4-BCC0-45EC38472952}"/>
                </a:ext>
              </a:extLst>
            </p:cNvPr>
            <p:cNvSpPr/>
            <p:nvPr>
              <p:custDataLst>
                <p:tags r:id="rId186"/>
              </p:custDataLst>
            </p:nvPr>
          </p:nvSpPr>
          <p:spPr>
            <a:xfrm>
              <a:off x="12522096" y="6460111"/>
              <a:ext cx="48441" cy="345414"/>
            </a:xfrm>
            <a:custGeom>
              <a:avLst/>
              <a:gdLst>
                <a:gd name="connsiteX0" fmla="*/ 48711 w 48441"/>
                <a:gd name="connsiteY0" fmla="*/ 85 h 345414"/>
                <a:gd name="connsiteX1" fmla="*/ 269 w 48441"/>
                <a:gd name="connsiteY1" fmla="*/ 85 h 345414"/>
                <a:gd name="connsiteX2" fmla="*/ 269 w 48441"/>
                <a:gd name="connsiteY2" fmla="*/ 13901 h 345414"/>
                <a:gd name="connsiteX3" fmla="*/ 34567 w 48441"/>
                <a:gd name="connsiteY3" fmla="*/ 13901 h 345414"/>
                <a:gd name="connsiteX4" fmla="*/ 34567 w 48441"/>
                <a:gd name="connsiteY4" fmla="*/ 331683 h 345414"/>
                <a:gd name="connsiteX5" fmla="*/ 269 w 48441"/>
                <a:gd name="connsiteY5" fmla="*/ 331683 h 345414"/>
                <a:gd name="connsiteX6" fmla="*/ 269 w 48441"/>
                <a:gd name="connsiteY6" fmla="*/ 345499 h 345414"/>
                <a:gd name="connsiteX7" fmla="*/ 48711 w 48441"/>
                <a:gd name="connsiteY7" fmla="*/ 345499 h 345414"/>
                <a:gd name="connsiteX8" fmla="*/ 48711 w 48441"/>
                <a:gd name="connsiteY8" fmla="*/ 8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41" h="345414">
                  <a:moveTo>
                    <a:pt x="48711" y="85"/>
                  </a:moveTo>
                  <a:lnTo>
                    <a:pt x="269" y="85"/>
                  </a:lnTo>
                  <a:lnTo>
                    <a:pt x="269" y="13901"/>
                  </a:lnTo>
                  <a:lnTo>
                    <a:pt x="34567" y="13901"/>
                  </a:lnTo>
                  <a:lnTo>
                    <a:pt x="34567" y="331683"/>
                  </a:lnTo>
                  <a:lnTo>
                    <a:pt x="269" y="331683"/>
                  </a:lnTo>
                  <a:lnTo>
                    <a:pt x="269" y="345499"/>
                  </a:lnTo>
                  <a:lnTo>
                    <a:pt x="48711" y="345499"/>
                  </a:lnTo>
                  <a:lnTo>
                    <a:pt x="48711" y="85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71B14660-92B7-B2DC-5A47-DF4CACA5FD0B}"/>
                </a:ext>
              </a:extLst>
            </p:cNvPr>
            <p:cNvSpPr/>
            <p:nvPr>
              <p:custDataLst>
                <p:tags r:id="rId187"/>
              </p:custDataLst>
            </p:nvPr>
          </p:nvSpPr>
          <p:spPr>
            <a:xfrm>
              <a:off x="12710912" y="6517796"/>
              <a:ext cx="235137" cy="230046"/>
            </a:xfrm>
            <a:custGeom>
              <a:avLst/>
              <a:gdLst>
                <a:gd name="connsiteX0" fmla="*/ 125091 w 235137"/>
                <a:gd name="connsiteY0" fmla="*/ 122016 h 230046"/>
                <a:gd name="connsiteX1" fmla="*/ 223743 w 235137"/>
                <a:gd name="connsiteY1" fmla="*/ 122016 h 230046"/>
                <a:gd name="connsiteX2" fmla="*/ 235412 w 235137"/>
                <a:gd name="connsiteY2" fmla="*/ 115108 h 230046"/>
                <a:gd name="connsiteX3" fmla="*/ 223743 w 235137"/>
                <a:gd name="connsiteY3" fmla="*/ 108199 h 230046"/>
                <a:gd name="connsiteX4" fmla="*/ 125091 w 235137"/>
                <a:gd name="connsiteY4" fmla="*/ 108199 h 230046"/>
                <a:gd name="connsiteX5" fmla="*/ 125091 w 235137"/>
                <a:gd name="connsiteY5" fmla="*/ 11483 h 230046"/>
                <a:gd name="connsiteX6" fmla="*/ 118020 w 235137"/>
                <a:gd name="connsiteY6" fmla="*/ 85 h 230046"/>
                <a:gd name="connsiteX7" fmla="*/ 110948 w 235137"/>
                <a:gd name="connsiteY7" fmla="*/ 11483 h 230046"/>
                <a:gd name="connsiteX8" fmla="*/ 110948 w 235137"/>
                <a:gd name="connsiteY8" fmla="*/ 108199 h 230046"/>
                <a:gd name="connsiteX9" fmla="*/ 11942 w 235137"/>
                <a:gd name="connsiteY9" fmla="*/ 108199 h 230046"/>
                <a:gd name="connsiteX10" fmla="*/ 274 w 235137"/>
                <a:gd name="connsiteY10" fmla="*/ 115108 h 230046"/>
                <a:gd name="connsiteX11" fmla="*/ 11942 w 235137"/>
                <a:gd name="connsiteY11" fmla="*/ 122016 h 230046"/>
                <a:gd name="connsiteX12" fmla="*/ 110948 w 235137"/>
                <a:gd name="connsiteY12" fmla="*/ 122016 h 230046"/>
                <a:gd name="connsiteX13" fmla="*/ 110948 w 235137"/>
                <a:gd name="connsiteY13" fmla="*/ 218732 h 230046"/>
                <a:gd name="connsiteX14" fmla="*/ 118020 w 235137"/>
                <a:gd name="connsiteY14" fmla="*/ 230131 h 230046"/>
                <a:gd name="connsiteX15" fmla="*/ 125091 w 235137"/>
                <a:gd name="connsiteY15" fmla="*/ 218732 h 230046"/>
                <a:gd name="connsiteX16" fmla="*/ 125091 w 235137"/>
                <a:gd name="connsiteY16" fmla="*/ 122016 h 23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137" h="230046">
                  <a:moveTo>
                    <a:pt x="125091" y="122016"/>
                  </a:moveTo>
                  <a:lnTo>
                    <a:pt x="223743" y="122016"/>
                  </a:lnTo>
                  <a:cubicBezTo>
                    <a:pt x="228693" y="122016"/>
                    <a:pt x="235412" y="122016"/>
                    <a:pt x="235412" y="115108"/>
                  </a:cubicBezTo>
                  <a:cubicBezTo>
                    <a:pt x="235412" y="108199"/>
                    <a:pt x="228693" y="108199"/>
                    <a:pt x="223743" y="108199"/>
                  </a:cubicBezTo>
                  <a:lnTo>
                    <a:pt x="125091" y="108199"/>
                  </a:lnTo>
                  <a:lnTo>
                    <a:pt x="125091" y="11483"/>
                  </a:lnTo>
                  <a:cubicBezTo>
                    <a:pt x="125091" y="6648"/>
                    <a:pt x="125091" y="85"/>
                    <a:pt x="118020" y="85"/>
                  </a:cubicBezTo>
                  <a:cubicBezTo>
                    <a:pt x="110948" y="85"/>
                    <a:pt x="110948" y="6648"/>
                    <a:pt x="110948" y="11483"/>
                  </a:cubicBezTo>
                  <a:lnTo>
                    <a:pt x="110948" y="108199"/>
                  </a:lnTo>
                  <a:lnTo>
                    <a:pt x="11942" y="108199"/>
                  </a:lnTo>
                  <a:cubicBezTo>
                    <a:pt x="6992" y="108199"/>
                    <a:pt x="274" y="108199"/>
                    <a:pt x="274" y="115108"/>
                  </a:cubicBezTo>
                  <a:cubicBezTo>
                    <a:pt x="274" y="122016"/>
                    <a:pt x="6992" y="122016"/>
                    <a:pt x="11942" y="122016"/>
                  </a:cubicBezTo>
                  <a:lnTo>
                    <a:pt x="110948" y="122016"/>
                  </a:lnTo>
                  <a:lnTo>
                    <a:pt x="110948" y="218732"/>
                  </a:lnTo>
                  <a:cubicBezTo>
                    <a:pt x="110948" y="223568"/>
                    <a:pt x="110948" y="230131"/>
                    <a:pt x="118020" y="230131"/>
                  </a:cubicBezTo>
                  <a:cubicBezTo>
                    <a:pt x="125091" y="230131"/>
                    <a:pt x="125091" y="223568"/>
                    <a:pt x="125091" y="218732"/>
                  </a:cubicBezTo>
                  <a:lnTo>
                    <a:pt x="125091" y="12201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FB8545E0-7E36-54D7-E2C3-37B39178B6C9}"/>
                </a:ext>
              </a:extLst>
            </p:cNvPr>
            <p:cNvSpPr/>
            <p:nvPr>
              <p:custDataLst>
                <p:tags r:id="rId188"/>
              </p:custDataLst>
            </p:nvPr>
          </p:nvSpPr>
          <p:spPr>
            <a:xfrm>
              <a:off x="13057783" y="6479455"/>
              <a:ext cx="199071" cy="241790"/>
            </a:xfrm>
            <a:custGeom>
              <a:avLst/>
              <a:gdLst>
                <a:gd name="connsiteX0" fmla="*/ 62869 w 199071"/>
                <a:gd name="connsiteY0" fmla="*/ 101291 h 241790"/>
                <a:gd name="connsiteX1" fmla="*/ 62869 w 199071"/>
                <a:gd name="connsiteY1" fmla="*/ 85 h 241790"/>
                <a:gd name="connsiteX2" fmla="*/ 284 w 199071"/>
                <a:gd name="connsiteY2" fmla="*/ 2848 h 241790"/>
                <a:gd name="connsiteX3" fmla="*/ 284 w 199071"/>
                <a:gd name="connsiteY3" fmla="*/ 19082 h 241790"/>
                <a:gd name="connsiteX4" fmla="*/ 24682 w 199071"/>
                <a:gd name="connsiteY4" fmla="*/ 32554 h 241790"/>
                <a:gd name="connsiteX5" fmla="*/ 24682 w 199071"/>
                <a:gd name="connsiteY5" fmla="*/ 239802 h 241790"/>
                <a:gd name="connsiteX6" fmla="*/ 41300 w 199071"/>
                <a:gd name="connsiteY6" fmla="*/ 239802 h 241790"/>
                <a:gd name="connsiteX7" fmla="*/ 58626 w 199071"/>
                <a:gd name="connsiteY7" fmla="*/ 220459 h 241790"/>
                <a:gd name="connsiteX8" fmla="*/ 110251 w 199071"/>
                <a:gd name="connsiteY8" fmla="*/ 241875 h 241790"/>
                <a:gd name="connsiteX9" fmla="*/ 199355 w 199071"/>
                <a:gd name="connsiteY9" fmla="*/ 162775 h 241790"/>
                <a:gd name="connsiteX10" fmla="*/ 114847 w 199071"/>
                <a:gd name="connsiteY10" fmla="*/ 84366 h 241790"/>
                <a:gd name="connsiteX11" fmla="*/ 62869 w 199071"/>
                <a:gd name="connsiteY11" fmla="*/ 101291 h 241790"/>
                <a:gd name="connsiteX12" fmla="*/ 64991 w 199071"/>
                <a:gd name="connsiteY12" fmla="*/ 205606 h 241790"/>
                <a:gd name="connsiteX13" fmla="*/ 64991 w 199071"/>
                <a:gd name="connsiteY13" fmla="*/ 118907 h 241790"/>
                <a:gd name="connsiteX14" fmla="*/ 110958 w 199071"/>
                <a:gd name="connsiteY14" fmla="*/ 96801 h 241790"/>
                <a:gd name="connsiteX15" fmla="*/ 154096 w 199071"/>
                <a:gd name="connsiteY15" fmla="*/ 162775 h 241790"/>
                <a:gd name="connsiteX16" fmla="*/ 144902 w 199071"/>
                <a:gd name="connsiteY16" fmla="*/ 211478 h 241790"/>
                <a:gd name="connsiteX17" fmla="*/ 107068 w 199071"/>
                <a:gd name="connsiteY17" fmla="*/ 229440 h 241790"/>
                <a:gd name="connsiteX18" fmla="*/ 64991 w 199071"/>
                <a:gd name="connsiteY18" fmla="*/ 205606 h 241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071" h="241790">
                  <a:moveTo>
                    <a:pt x="62869" y="101291"/>
                  </a:moveTo>
                  <a:lnTo>
                    <a:pt x="62869" y="85"/>
                  </a:lnTo>
                  <a:lnTo>
                    <a:pt x="284" y="2848"/>
                  </a:lnTo>
                  <a:lnTo>
                    <a:pt x="284" y="19082"/>
                  </a:lnTo>
                  <a:cubicBezTo>
                    <a:pt x="22207" y="19082"/>
                    <a:pt x="24682" y="19082"/>
                    <a:pt x="24682" y="32554"/>
                  </a:cubicBezTo>
                  <a:lnTo>
                    <a:pt x="24682" y="239802"/>
                  </a:lnTo>
                  <a:lnTo>
                    <a:pt x="41300" y="239802"/>
                  </a:lnTo>
                  <a:lnTo>
                    <a:pt x="58626" y="220459"/>
                  </a:lnTo>
                  <a:cubicBezTo>
                    <a:pt x="61455" y="223223"/>
                    <a:pt x="78781" y="241875"/>
                    <a:pt x="110251" y="241875"/>
                  </a:cubicBezTo>
                  <a:cubicBezTo>
                    <a:pt x="162936" y="241875"/>
                    <a:pt x="199355" y="210788"/>
                    <a:pt x="199355" y="162775"/>
                  </a:cubicBezTo>
                  <a:cubicBezTo>
                    <a:pt x="199355" y="116835"/>
                    <a:pt x="166118" y="84366"/>
                    <a:pt x="114847" y="84366"/>
                  </a:cubicBezTo>
                  <a:cubicBezTo>
                    <a:pt x="89035" y="84366"/>
                    <a:pt x="71356" y="94383"/>
                    <a:pt x="62869" y="101291"/>
                  </a:cubicBezTo>
                  <a:close/>
                  <a:moveTo>
                    <a:pt x="64991" y="205606"/>
                  </a:moveTo>
                  <a:lnTo>
                    <a:pt x="64991" y="118907"/>
                  </a:lnTo>
                  <a:cubicBezTo>
                    <a:pt x="74538" y="106818"/>
                    <a:pt x="91510" y="96801"/>
                    <a:pt x="110958" y="96801"/>
                  </a:cubicBezTo>
                  <a:cubicBezTo>
                    <a:pt x="154096" y="96801"/>
                    <a:pt x="154096" y="138596"/>
                    <a:pt x="154096" y="162775"/>
                  </a:cubicBezTo>
                  <a:cubicBezTo>
                    <a:pt x="154096" y="179009"/>
                    <a:pt x="154096" y="198007"/>
                    <a:pt x="144902" y="211478"/>
                  </a:cubicBezTo>
                  <a:cubicBezTo>
                    <a:pt x="134648" y="225640"/>
                    <a:pt x="118383" y="229440"/>
                    <a:pt x="107068" y="229440"/>
                  </a:cubicBezTo>
                  <a:cubicBezTo>
                    <a:pt x="82317" y="229440"/>
                    <a:pt x="68527" y="210788"/>
                    <a:pt x="64991" y="205606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2126554A-B88A-4E5C-6700-3923EC44D8B1}"/>
                </a:ext>
              </a:extLst>
            </p:cNvPr>
            <p:cNvSpPr/>
            <p:nvPr>
              <p:custDataLst>
                <p:tags r:id="rId189"/>
              </p:custDataLst>
            </p:nvPr>
          </p:nvSpPr>
          <p:spPr>
            <a:xfrm>
              <a:off x="13302781" y="6664355"/>
              <a:ext cx="101727" cy="109047"/>
            </a:xfrm>
            <a:custGeom>
              <a:avLst/>
              <a:gdLst>
                <a:gd name="connsiteX0" fmla="*/ 88158 w 101727"/>
                <a:gd name="connsiteY0" fmla="*/ 15561 h 109047"/>
                <a:gd name="connsiteX1" fmla="*/ 78505 w 101727"/>
                <a:gd name="connsiteY1" fmla="*/ 27408 h 109047"/>
                <a:gd name="connsiteX2" fmla="*/ 87415 w 101727"/>
                <a:gd name="connsiteY2" fmla="*/ 35388 h 109047"/>
                <a:gd name="connsiteX3" fmla="*/ 99791 w 101727"/>
                <a:gd name="connsiteY3" fmla="*/ 21122 h 109047"/>
                <a:gd name="connsiteX4" fmla="*/ 68852 w 101727"/>
                <a:gd name="connsiteY4" fmla="*/ 86 h 109047"/>
                <a:gd name="connsiteX5" fmla="*/ 290 w 101727"/>
                <a:gd name="connsiteY5" fmla="*/ 67546 h 109047"/>
                <a:gd name="connsiteX6" fmla="*/ 43358 w 101727"/>
                <a:gd name="connsiteY6" fmla="*/ 109134 h 109047"/>
                <a:gd name="connsiteX7" fmla="*/ 102018 w 101727"/>
                <a:gd name="connsiteY7" fmla="*/ 83262 h 109047"/>
                <a:gd name="connsiteX8" fmla="*/ 96325 w 101727"/>
                <a:gd name="connsiteY8" fmla="*/ 77459 h 109047"/>
                <a:gd name="connsiteX9" fmla="*/ 92613 w 101727"/>
                <a:gd name="connsiteY9" fmla="*/ 80119 h 109047"/>
                <a:gd name="connsiteX10" fmla="*/ 43605 w 101727"/>
                <a:gd name="connsiteY10" fmla="*/ 102363 h 109047"/>
                <a:gd name="connsiteX11" fmla="*/ 19844 w 101727"/>
                <a:gd name="connsiteY11" fmla="*/ 75767 h 109047"/>
                <a:gd name="connsiteX12" fmla="*/ 36675 w 101727"/>
                <a:gd name="connsiteY12" fmla="*/ 24749 h 109047"/>
                <a:gd name="connsiteX13" fmla="*/ 69099 w 101727"/>
                <a:gd name="connsiteY13" fmla="*/ 6856 h 109047"/>
                <a:gd name="connsiteX14" fmla="*/ 88158 w 101727"/>
                <a:gd name="connsiteY14" fmla="*/ 15561 h 109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1727" h="109047">
                  <a:moveTo>
                    <a:pt x="88158" y="15561"/>
                  </a:moveTo>
                  <a:cubicBezTo>
                    <a:pt x="80980" y="17495"/>
                    <a:pt x="78505" y="23298"/>
                    <a:pt x="78505" y="27408"/>
                  </a:cubicBezTo>
                  <a:cubicBezTo>
                    <a:pt x="78505" y="31277"/>
                    <a:pt x="81227" y="35388"/>
                    <a:pt x="87415" y="35388"/>
                  </a:cubicBezTo>
                  <a:cubicBezTo>
                    <a:pt x="91623" y="35388"/>
                    <a:pt x="99791" y="32728"/>
                    <a:pt x="99791" y="21122"/>
                  </a:cubicBezTo>
                  <a:cubicBezTo>
                    <a:pt x="99791" y="5406"/>
                    <a:pt x="82465" y="86"/>
                    <a:pt x="68852" y="86"/>
                  </a:cubicBezTo>
                  <a:cubicBezTo>
                    <a:pt x="34200" y="86"/>
                    <a:pt x="290" y="33211"/>
                    <a:pt x="290" y="67546"/>
                  </a:cubicBezTo>
                  <a:cubicBezTo>
                    <a:pt x="290" y="90274"/>
                    <a:pt x="15884" y="109134"/>
                    <a:pt x="43358" y="109134"/>
                  </a:cubicBezTo>
                  <a:cubicBezTo>
                    <a:pt x="83207" y="109134"/>
                    <a:pt x="102018" y="86405"/>
                    <a:pt x="102018" y="83262"/>
                  </a:cubicBezTo>
                  <a:cubicBezTo>
                    <a:pt x="102018" y="81328"/>
                    <a:pt x="98553" y="77459"/>
                    <a:pt x="96325" y="77459"/>
                  </a:cubicBezTo>
                  <a:cubicBezTo>
                    <a:pt x="95088" y="77459"/>
                    <a:pt x="94345" y="78184"/>
                    <a:pt x="92613" y="80119"/>
                  </a:cubicBezTo>
                  <a:cubicBezTo>
                    <a:pt x="77514" y="97769"/>
                    <a:pt x="55981" y="102363"/>
                    <a:pt x="43605" y="102363"/>
                  </a:cubicBezTo>
                  <a:cubicBezTo>
                    <a:pt x="31230" y="102363"/>
                    <a:pt x="19844" y="95352"/>
                    <a:pt x="19844" y="75767"/>
                  </a:cubicBezTo>
                  <a:cubicBezTo>
                    <a:pt x="19844" y="64402"/>
                    <a:pt x="25289" y="38773"/>
                    <a:pt x="36675" y="24749"/>
                  </a:cubicBezTo>
                  <a:cubicBezTo>
                    <a:pt x="46575" y="12417"/>
                    <a:pt x="58456" y="6856"/>
                    <a:pt x="69099" y="6856"/>
                  </a:cubicBezTo>
                  <a:cubicBezTo>
                    <a:pt x="73307" y="6856"/>
                    <a:pt x="83950" y="8065"/>
                    <a:pt x="88158" y="15561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46FB5B28-6620-8D3E-4F3E-7A5298235F8B}"/>
                </a:ext>
              </a:extLst>
            </p:cNvPr>
            <p:cNvSpPr/>
            <p:nvPr>
              <p:custDataLst>
                <p:tags r:id="rId190"/>
              </p:custDataLst>
            </p:nvPr>
          </p:nvSpPr>
          <p:spPr>
            <a:xfrm>
              <a:off x="13443196" y="6460111"/>
              <a:ext cx="82032" cy="345414"/>
            </a:xfrm>
            <a:custGeom>
              <a:avLst/>
              <a:gdLst>
                <a:gd name="connsiteX0" fmla="*/ 82328 w 82032"/>
                <a:gd name="connsiteY0" fmla="*/ 172792 h 345414"/>
                <a:gd name="connsiteX1" fmla="*/ 58991 w 82032"/>
                <a:gd name="connsiteY1" fmla="*/ 65023 h 345414"/>
                <a:gd name="connsiteX2" fmla="*/ 3831 w 82032"/>
                <a:gd name="connsiteY2" fmla="*/ 85 h 345414"/>
                <a:gd name="connsiteX3" fmla="*/ 295 w 82032"/>
                <a:gd name="connsiteY3" fmla="*/ 3539 h 345414"/>
                <a:gd name="connsiteX4" fmla="*/ 7013 w 82032"/>
                <a:gd name="connsiteY4" fmla="*/ 11483 h 345414"/>
                <a:gd name="connsiteX5" fmla="*/ 61819 w 82032"/>
                <a:gd name="connsiteY5" fmla="*/ 172792 h 345414"/>
                <a:gd name="connsiteX6" fmla="*/ 4891 w 82032"/>
                <a:gd name="connsiteY6" fmla="*/ 336173 h 345414"/>
                <a:gd name="connsiteX7" fmla="*/ 295 w 82032"/>
                <a:gd name="connsiteY7" fmla="*/ 342045 h 345414"/>
                <a:gd name="connsiteX8" fmla="*/ 3831 w 82032"/>
                <a:gd name="connsiteY8" fmla="*/ 345499 h 345414"/>
                <a:gd name="connsiteX9" fmla="*/ 60051 w 82032"/>
                <a:gd name="connsiteY9" fmla="*/ 278144 h 345414"/>
                <a:gd name="connsiteX10" fmla="*/ 82328 w 82032"/>
                <a:gd name="connsiteY10" fmla="*/ 172792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32" h="345414">
                  <a:moveTo>
                    <a:pt x="82328" y="172792"/>
                  </a:moveTo>
                  <a:cubicBezTo>
                    <a:pt x="82328" y="145850"/>
                    <a:pt x="78438" y="104055"/>
                    <a:pt x="58991" y="65023"/>
                  </a:cubicBezTo>
                  <a:cubicBezTo>
                    <a:pt x="37775" y="22537"/>
                    <a:pt x="7366" y="85"/>
                    <a:pt x="3831" y="85"/>
                  </a:cubicBezTo>
                  <a:cubicBezTo>
                    <a:pt x="1709" y="85"/>
                    <a:pt x="295" y="1466"/>
                    <a:pt x="295" y="3539"/>
                  </a:cubicBezTo>
                  <a:cubicBezTo>
                    <a:pt x="295" y="4575"/>
                    <a:pt x="295" y="5266"/>
                    <a:pt x="7013" y="11483"/>
                  </a:cubicBezTo>
                  <a:cubicBezTo>
                    <a:pt x="41665" y="45679"/>
                    <a:pt x="61819" y="100600"/>
                    <a:pt x="61819" y="172792"/>
                  </a:cubicBezTo>
                  <a:cubicBezTo>
                    <a:pt x="61819" y="231858"/>
                    <a:pt x="48737" y="292651"/>
                    <a:pt x="4891" y="336173"/>
                  </a:cubicBezTo>
                  <a:cubicBezTo>
                    <a:pt x="295" y="340318"/>
                    <a:pt x="295" y="341009"/>
                    <a:pt x="295" y="342045"/>
                  </a:cubicBezTo>
                  <a:cubicBezTo>
                    <a:pt x="295" y="344118"/>
                    <a:pt x="1709" y="345499"/>
                    <a:pt x="3831" y="345499"/>
                  </a:cubicBezTo>
                  <a:cubicBezTo>
                    <a:pt x="7366" y="345499"/>
                    <a:pt x="39190" y="322011"/>
                    <a:pt x="60051" y="278144"/>
                  </a:cubicBezTo>
                  <a:cubicBezTo>
                    <a:pt x="78085" y="240148"/>
                    <a:pt x="82328" y="201807"/>
                    <a:pt x="82328" y="172792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73" name="Group 72" descr="\documentclass{article}&#10;\usepackage{amsmath,amssymb}&#10;\pagestyle{empty}&#10;\begin{document}&#10;&#10;\newcommand{\score}{\textrm{score}}&#10;\newcommand{\classify}{\textrm{classify}}&#10;\newcommand{\bx}{\mathbf{x}}&#10;&#10;\begin{align*}&#10;\mathbf{c}_t = \mathbf{f}_t * \mathbf{c}_{t-1} + \mathbf{i}_t * \tilde{\mathbf{c}}_t&#10;\end{align*}&#10;&#10;&#10;\end{document}" title="IguanaTex Vector Display">
            <a:extLst>
              <a:ext uri="{FF2B5EF4-FFF2-40B4-BE49-F238E27FC236}">
                <a16:creationId xmlns:a16="http://schemas.microsoft.com/office/drawing/2014/main" id="{0B1F7E4B-B3F9-904F-A294-9D9F855115F1}"/>
              </a:ext>
            </a:extLst>
          </p:cNvPr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882182" y="4367315"/>
            <a:ext cx="3324335" cy="303610"/>
            <a:chOff x="9243908" y="5303317"/>
            <a:chExt cx="3324335" cy="303610"/>
          </a:xfrm>
        </p:grpSpPr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6BFA667B-E5FD-40F6-073E-A14A57B612BC}"/>
                </a:ext>
              </a:extLst>
            </p:cNvPr>
            <p:cNvSpPr/>
            <p:nvPr>
              <p:custDataLst>
                <p:tags r:id="rId150"/>
              </p:custDataLst>
            </p:nvPr>
          </p:nvSpPr>
          <p:spPr>
            <a:xfrm>
              <a:off x="9243908" y="5390822"/>
              <a:ext cx="157136" cy="162610"/>
            </a:xfrm>
            <a:custGeom>
              <a:avLst/>
              <a:gdLst>
                <a:gd name="connsiteX0" fmla="*/ 115182 w 157136"/>
                <a:gd name="connsiteY0" fmla="*/ 16381 h 162610"/>
                <a:gd name="connsiteX1" fmla="*/ 108039 w 157136"/>
                <a:gd name="connsiteY1" fmla="*/ 32678 h 162610"/>
                <a:gd name="connsiteX2" fmla="*/ 130181 w 157136"/>
                <a:gd name="connsiteY2" fmla="*/ 54997 h 162610"/>
                <a:gd name="connsiteX3" fmla="*/ 152681 w 157136"/>
                <a:gd name="connsiteY3" fmla="*/ 32678 h 162610"/>
                <a:gd name="connsiteX4" fmla="*/ 90540 w 157136"/>
                <a:gd name="connsiteY4" fmla="*/ 85 h 162610"/>
                <a:gd name="connsiteX5" fmla="*/ 187 w 157136"/>
                <a:gd name="connsiteY5" fmla="*/ 81921 h 162610"/>
                <a:gd name="connsiteX6" fmla="*/ 88755 w 157136"/>
                <a:gd name="connsiteY6" fmla="*/ 162695 h 162610"/>
                <a:gd name="connsiteX7" fmla="*/ 157323 w 157136"/>
                <a:gd name="connsiteY7" fmla="*/ 119120 h 162610"/>
                <a:gd name="connsiteX8" fmla="*/ 148752 w 157136"/>
                <a:gd name="connsiteY8" fmla="*/ 114160 h 162610"/>
                <a:gd name="connsiteX9" fmla="*/ 140181 w 157136"/>
                <a:gd name="connsiteY9" fmla="*/ 119474 h 162610"/>
                <a:gd name="connsiteX10" fmla="*/ 95540 w 157136"/>
                <a:gd name="connsiteY10" fmla="*/ 148524 h 162610"/>
                <a:gd name="connsiteX11" fmla="*/ 45899 w 157136"/>
                <a:gd name="connsiteY11" fmla="*/ 80150 h 162610"/>
                <a:gd name="connsiteX12" fmla="*/ 91969 w 157136"/>
                <a:gd name="connsiteY12" fmla="*/ 14256 h 162610"/>
                <a:gd name="connsiteX13" fmla="*/ 115182 w 157136"/>
                <a:gd name="connsiteY13" fmla="*/ 16381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136" h="162610">
                  <a:moveTo>
                    <a:pt x="115182" y="16381"/>
                  </a:moveTo>
                  <a:cubicBezTo>
                    <a:pt x="108754" y="22050"/>
                    <a:pt x="108039" y="29489"/>
                    <a:pt x="108039" y="32678"/>
                  </a:cubicBezTo>
                  <a:cubicBezTo>
                    <a:pt x="108039" y="48266"/>
                    <a:pt x="120539" y="54997"/>
                    <a:pt x="130181" y="54997"/>
                  </a:cubicBezTo>
                  <a:cubicBezTo>
                    <a:pt x="141252" y="54997"/>
                    <a:pt x="152681" y="47557"/>
                    <a:pt x="152681" y="32678"/>
                  </a:cubicBezTo>
                  <a:cubicBezTo>
                    <a:pt x="152681" y="2210"/>
                    <a:pt x="111254" y="85"/>
                    <a:pt x="90540" y="85"/>
                  </a:cubicBezTo>
                  <a:cubicBezTo>
                    <a:pt x="26614" y="85"/>
                    <a:pt x="187" y="40826"/>
                    <a:pt x="187" y="81921"/>
                  </a:cubicBezTo>
                  <a:cubicBezTo>
                    <a:pt x="187" y="129039"/>
                    <a:pt x="33757" y="162695"/>
                    <a:pt x="88755" y="162695"/>
                  </a:cubicBezTo>
                  <a:cubicBezTo>
                    <a:pt x="146609" y="162695"/>
                    <a:pt x="157323" y="121600"/>
                    <a:pt x="157323" y="119120"/>
                  </a:cubicBezTo>
                  <a:cubicBezTo>
                    <a:pt x="157323" y="114160"/>
                    <a:pt x="152323" y="114160"/>
                    <a:pt x="148752" y="114160"/>
                  </a:cubicBezTo>
                  <a:cubicBezTo>
                    <a:pt x="142324" y="114160"/>
                    <a:pt x="141967" y="114869"/>
                    <a:pt x="140181" y="119474"/>
                  </a:cubicBezTo>
                  <a:cubicBezTo>
                    <a:pt x="130896" y="141793"/>
                    <a:pt x="113754" y="148524"/>
                    <a:pt x="95540" y="148524"/>
                  </a:cubicBezTo>
                  <a:cubicBezTo>
                    <a:pt x="45899" y="148524"/>
                    <a:pt x="45899" y="96447"/>
                    <a:pt x="45899" y="80150"/>
                  </a:cubicBezTo>
                  <a:cubicBezTo>
                    <a:pt x="45899" y="60311"/>
                    <a:pt x="45899" y="14256"/>
                    <a:pt x="91969" y="14256"/>
                  </a:cubicBezTo>
                  <a:cubicBezTo>
                    <a:pt x="104468" y="14256"/>
                    <a:pt x="110539" y="15318"/>
                    <a:pt x="115182" y="16381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3231E211-745D-13B6-9AF8-87FEA58F3397}"/>
                </a:ext>
              </a:extLst>
            </p:cNvPr>
            <p:cNvSpPr/>
            <p:nvPr>
              <p:custDataLst>
                <p:tags r:id="rId151"/>
              </p:custDataLst>
            </p:nvPr>
          </p:nvSpPr>
          <p:spPr>
            <a:xfrm>
              <a:off x="9423368" y="5449454"/>
              <a:ext cx="84496" cy="157473"/>
            </a:xfrm>
            <a:custGeom>
              <a:avLst/>
              <a:gdLst>
                <a:gd name="connsiteX0" fmla="*/ 51190 w 84496"/>
                <a:gd name="connsiteY0" fmla="*/ 57124 h 157473"/>
                <a:gd name="connsiteX1" fmla="*/ 76689 w 84496"/>
                <a:gd name="connsiteY1" fmla="*/ 57124 h 157473"/>
                <a:gd name="connsiteX2" fmla="*/ 84688 w 84496"/>
                <a:gd name="connsiteY2" fmla="*/ 51668 h 157473"/>
                <a:gd name="connsiteX3" fmla="*/ 77189 w 84496"/>
                <a:gd name="connsiteY3" fmla="*/ 48196 h 157473"/>
                <a:gd name="connsiteX4" fmla="*/ 53440 w 84496"/>
                <a:gd name="connsiteY4" fmla="*/ 48196 h 157473"/>
                <a:gd name="connsiteX5" fmla="*/ 62689 w 84496"/>
                <a:gd name="connsiteY5" fmla="*/ 11494 h 157473"/>
                <a:gd name="connsiteX6" fmla="*/ 63439 w 84496"/>
                <a:gd name="connsiteY6" fmla="*/ 8022 h 157473"/>
                <a:gd name="connsiteX7" fmla="*/ 54940 w 84496"/>
                <a:gd name="connsiteY7" fmla="*/ 86 h 157473"/>
                <a:gd name="connsiteX8" fmla="*/ 43190 w 84496"/>
                <a:gd name="connsiteY8" fmla="*/ 10750 h 157473"/>
                <a:gd name="connsiteX9" fmla="*/ 33690 w 84496"/>
                <a:gd name="connsiteY9" fmla="*/ 48196 h 157473"/>
                <a:gd name="connsiteX10" fmla="*/ 8191 w 84496"/>
                <a:gd name="connsiteY10" fmla="*/ 48196 h 157473"/>
                <a:gd name="connsiteX11" fmla="*/ 192 w 84496"/>
                <a:gd name="connsiteY11" fmla="*/ 53652 h 157473"/>
                <a:gd name="connsiteX12" fmla="*/ 7691 w 84496"/>
                <a:gd name="connsiteY12" fmla="*/ 57124 h 157473"/>
                <a:gd name="connsiteX13" fmla="*/ 31440 w 84496"/>
                <a:gd name="connsiteY13" fmla="*/ 57124 h 157473"/>
                <a:gd name="connsiteX14" fmla="*/ 16691 w 84496"/>
                <a:gd name="connsiteY14" fmla="*/ 115650 h 157473"/>
                <a:gd name="connsiteX15" fmla="*/ 12941 w 84496"/>
                <a:gd name="connsiteY15" fmla="*/ 134001 h 157473"/>
                <a:gd name="connsiteX16" fmla="*/ 39690 w 84496"/>
                <a:gd name="connsiteY16" fmla="*/ 157560 h 157473"/>
                <a:gd name="connsiteX17" fmla="*/ 83188 w 84496"/>
                <a:gd name="connsiteY17" fmla="*/ 119617 h 157473"/>
                <a:gd name="connsiteX18" fmla="*/ 79189 w 84496"/>
                <a:gd name="connsiteY18" fmla="*/ 116394 h 157473"/>
                <a:gd name="connsiteX19" fmla="*/ 73939 w 84496"/>
                <a:gd name="connsiteY19" fmla="*/ 121105 h 157473"/>
                <a:gd name="connsiteX20" fmla="*/ 40440 w 84496"/>
                <a:gd name="connsiteY20" fmla="*/ 150616 h 157473"/>
                <a:gd name="connsiteX21" fmla="*/ 31690 w 84496"/>
                <a:gd name="connsiteY21" fmla="*/ 138465 h 157473"/>
                <a:gd name="connsiteX22" fmla="*/ 33190 w 84496"/>
                <a:gd name="connsiteY22" fmla="*/ 128297 h 157473"/>
                <a:gd name="connsiteX23" fmla="*/ 51190 w 84496"/>
                <a:gd name="connsiteY23" fmla="*/ 57124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4496" h="157473">
                  <a:moveTo>
                    <a:pt x="51190" y="57124"/>
                  </a:moveTo>
                  <a:lnTo>
                    <a:pt x="76689" y="57124"/>
                  </a:lnTo>
                  <a:cubicBezTo>
                    <a:pt x="81438" y="57124"/>
                    <a:pt x="84688" y="57124"/>
                    <a:pt x="84688" y="51668"/>
                  </a:cubicBezTo>
                  <a:cubicBezTo>
                    <a:pt x="84688" y="48196"/>
                    <a:pt x="81438" y="48196"/>
                    <a:pt x="77189" y="48196"/>
                  </a:cubicBezTo>
                  <a:lnTo>
                    <a:pt x="53440" y="48196"/>
                  </a:lnTo>
                  <a:lnTo>
                    <a:pt x="62689" y="11494"/>
                  </a:lnTo>
                  <a:cubicBezTo>
                    <a:pt x="62939" y="10254"/>
                    <a:pt x="63439" y="9014"/>
                    <a:pt x="63439" y="8022"/>
                  </a:cubicBezTo>
                  <a:cubicBezTo>
                    <a:pt x="63439" y="3558"/>
                    <a:pt x="59939" y="86"/>
                    <a:pt x="54940" y="86"/>
                  </a:cubicBezTo>
                  <a:cubicBezTo>
                    <a:pt x="48690" y="86"/>
                    <a:pt x="44940" y="4302"/>
                    <a:pt x="43190" y="10750"/>
                  </a:cubicBezTo>
                  <a:cubicBezTo>
                    <a:pt x="41440" y="16950"/>
                    <a:pt x="44690" y="5046"/>
                    <a:pt x="33690" y="48196"/>
                  </a:cubicBezTo>
                  <a:lnTo>
                    <a:pt x="8191" y="48196"/>
                  </a:lnTo>
                  <a:cubicBezTo>
                    <a:pt x="3442" y="48196"/>
                    <a:pt x="192" y="48196"/>
                    <a:pt x="192" y="53652"/>
                  </a:cubicBezTo>
                  <a:cubicBezTo>
                    <a:pt x="192" y="57124"/>
                    <a:pt x="3192" y="57124"/>
                    <a:pt x="7691" y="57124"/>
                  </a:cubicBezTo>
                  <a:lnTo>
                    <a:pt x="31440" y="57124"/>
                  </a:lnTo>
                  <a:lnTo>
                    <a:pt x="16691" y="115650"/>
                  </a:lnTo>
                  <a:cubicBezTo>
                    <a:pt x="15191" y="121849"/>
                    <a:pt x="12941" y="130777"/>
                    <a:pt x="12941" y="134001"/>
                  </a:cubicBezTo>
                  <a:cubicBezTo>
                    <a:pt x="12941" y="148632"/>
                    <a:pt x="25441" y="157560"/>
                    <a:pt x="39690" y="157560"/>
                  </a:cubicBezTo>
                  <a:cubicBezTo>
                    <a:pt x="67439" y="157560"/>
                    <a:pt x="83188" y="122841"/>
                    <a:pt x="83188" y="119617"/>
                  </a:cubicBezTo>
                  <a:cubicBezTo>
                    <a:pt x="83188" y="116394"/>
                    <a:pt x="79939" y="116394"/>
                    <a:pt x="79189" y="116394"/>
                  </a:cubicBezTo>
                  <a:cubicBezTo>
                    <a:pt x="76189" y="116394"/>
                    <a:pt x="75939" y="116889"/>
                    <a:pt x="73939" y="121105"/>
                  </a:cubicBezTo>
                  <a:cubicBezTo>
                    <a:pt x="66939" y="136729"/>
                    <a:pt x="54190" y="150616"/>
                    <a:pt x="40440" y="150616"/>
                  </a:cubicBezTo>
                  <a:cubicBezTo>
                    <a:pt x="35190" y="150616"/>
                    <a:pt x="31690" y="147392"/>
                    <a:pt x="31690" y="138465"/>
                  </a:cubicBezTo>
                  <a:cubicBezTo>
                    <a:pt x="31690" y="135985"/>
                    <a:pt x="32690" y="130777"/>
                    <a:pt x="33190" y="128297"/>
                  </a:cubicBezTo>
                  <a:lnTo>
                    <a:pt x="51190" y="57124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A4684928-0CA6-C05F-6025-C390A9027283}"/>
                </a:ext>
              </a:extLst>
            </p:cNvPr>
            <p:cNvSpPr/>
            <p:nvPr>
              <p:custDataLst>
                <p:tags r:id="rId152"/>
              </p:custDataLst>
            </p:nvPr>
          </p:nvSpPr>
          <p:spPr>
            <a:xfrm>
              <a:off x="9657807" y="5421289"/>
              <a:ext cx="237490" cy="82899"/>
            </a:xfrm>
            <a:custGeom>
              <a:avLst/>
              <a:gdLst>
                <a:gd name="connsiteX0" fmla="*/ 225546 w 237490"/>
                <a:gd name="connsiteY0" fmla="*/ 14256 h 82899"/>
                <a:gd name="connsiteX1" fmla="*/ 237688 w 237490"/>
                <a:gd name="connsiteY1" fmla="*/ 7170 h 82899"/>
                <a:gd name="connsiteX2" fmla="*/ 225903 w 237490"/>
                <a:gd name="connsiteY2" fmla="*/ 85 h 82899"/>
                <a:gd name="connsiteX3" fmla="*/ 11983 w 237490"/>
                <a:gd name="connsiteY3" fmla="*/ 85 h 82899"/>
                <a:gd name="connsiteX4" fmla="*/ 198 w 237490"/>
                <a:gd name="connsiteY4" fmla="*/ 7170 h 82899"/>
                <a:gd name="connsiteX5" fmla="*/ 12340 w 237490"/>
                <a:gd name="connsiteY5" fmla="*/ 14256 h 82899"/>
                <a:gd name="connsiteX6" fmla="*/ 225546 w 237490"/>
                <a:gd name="connsiteY6" fmla="*/ 14256 h 82899"/>
                <a:gd name="connsiteX7" fmla="*/ 225903 w 237490"/>
                <a:gd name="connsiteY7" fmla="*/ 82984 h 82899"/>
                <a:gd name="connsiteX8" fmla="*/ 237688 w 237490"/>
                <a:gd name="connsiteY8" fmla="*/ 75899 h 82899"/>
                <a:gd name="connsiteX9" fmla="*/ 225546 w 237490"/>
                <a:gd name="connsiteY9" fmla="*/ 68813 h 82899"/>
                <a:gd name="connsiteX10" fmla="*/ 12340 w 237490"/>
                <a:gd name="connsiteY10" fmla="*/ 68813 h 82899"/>
                <a:gd name="connsiteX11" fmla="*/ 198 w 237490"/>
                <a:gd name="connsiteY11" fmla="*/ 75899 h 82899"/>
                <a:gd name="connsiteX12" fmla="*/ 11983 w 237490"/>
                <a:gd name="connsiteY12" fmla="*/ 82984 h 82899"/>
                <a:gd name="connsiteX13" fmla="*/ 225903 w 237490"/>
                <a:gd name="connsiteY13" fmla="*/ 82984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490" h="82899">
                  <a:moveTo>
                    <a:pt x="225546" y="14256"/>
                  </a:moveTo>
                  <a:cubicBezTo>
                    <a:pt x="230903" y="14256"/>
                    <a:pt x="237688" y="14256"/>
                    <a:pt x="237688" y="7170"/>
                  </a:cubicBezTo>
                  <a:cubicBezTo>
                    <a:pt x="237688" y="85"/>
                    <a:pt x="230903" y="85"/>
                    <a:pt x="225903" y="85"/>
                  </a:cubicBezTo>
                  <a:lnTo>
                    <a:pt x="11983" y="85"/>
                  </a:lnTo>
                  <a:cubicBezTo>
                    <a:pt x="6983" y="85"/>
                    <a:pt x="198" y="85"/>
                    <a:pt x="198" y="7170"/>
                  </a:cubicBezTo>
                  <a:cubicBezTo>
                    <a:pt x="198" y="14256"/>
                    <a:pt x="6983" y="14256"/>
                    <a:pt x="12340" y="14256"/>
                  </a:cubicBezTo>
                  <a:lnTo>
                    <a:pt x="225546" y="14256"/>
                  </a:lnTo>
                  <a:close/>
                  <a:moveTo>
                    <a:pt x="225903" y="82984"/>
                  </a:moveTo>
                  <a:cubicBezTo>
                    <a:pt x="230903" y="82984"/>
                    <a:pt x="237688" y="82984"/>
                    <a:pt x="237688" y="75899"/>
                  </a:cubicBezTo>
                  <a:cubicBezTo>
                    <a:pt x="237688" y="68813"/>
                    <a:pt x="230903" y="68813"/>
                    <a:pt x="225546" y="68813"/>
                  </a:cubicBezTo>
                  <a:lnTo>
                    <a:pt x="12340" y="68813"/>
                  </a:lnTo>
                  <a:cubicBezTo>
                    <a:pt x="6983" y="68813"/>
                    <a:pt x="198" y="68813"/>
                    <a:pt x="198" y="75899"/>
                  </a:cubicBezTo>
                  <a:cubicBezTo>
                    <a:pt x="198" y="82984"/>
                    <a:pt x="6983" y="82984"/>
                    <a:pt x="11983" y="82984"/>
                  </a:cubicBezTo>
                  <a:lnTo>
                    <a:pt x="225903" y="82984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A0A27065-5D29-766A-62F5-FC01FA55BB1E}"/>
                </a:ext>
              </a:extLst>
            </p:cNvPr>
            <p:cNvSpPr/>
            <p:nvPr>
              <p:custDataLst>
                <p:tags r:id="rId153"/>
              </p:custDataLst>
            </p:nvPr>
          </p:nvSpPr>
          <p:spPr>
            <a:xfrm>
              <a:off x="10029775" y="5303317"/>
              <a:ext cx="141065" cy="247990"/>
            </a:xfrm>
            <a:custGeom>
              <a:avLst/>
              <a:gdLst>
                <a:gd name="connsiteX0" fmla="*/ 26993 w 141065"/>
                <a:gd name="connsiteY0" fmla="*/ 90778 h 247990"/>
                <a:gd name="connsiteX1" fmla="*/ 209 w 141065"/>
                <a:gd name="connsiteY1" fmla="*/ 90778 h 247990"/>
                <a:gd name="connsiteX2" fmla="*/ 209 w 141065"/>
                <a:gd name="connsiteY2" fmla="*/ 107429 h 247990"/>
                <a:gd name="connsiteX3" fmla="*/ 26993 w 141065"/>
                <a:gd name="connsiteY3" fmla="*/ 107429 h 247990"/>
                <a:gd name="connsiteX4" fmla="*/ 26993 w 141065"/>
                <a:gd name="connsiteY4" fmla="*/ 231424 h 247990"/>
                <a:gd name="connsiteX5" fmla="*/ 2351 w 141065"/>
                <a:gd name="connsiteY5" fmla="*/ 231424 h 247990"/>
                <a:gd name="connsiteX6" fmla="*/ 2351 w 141065"/>
                <a:gd name="connsiteY6" fmla="*/ 248075 h 247990"/>
                <a:gd name="connsiteX7" fmla="*/ 47349 w 141065"/>
                <a:gd name="connsiteY7" fmla="*/ 247012 h 247990"/>
                <a:gd name="connsiteX8" fmla="*/ 96633 w 141065"/>
                <a:gd name="connsiteY8" fmla="*/ 248075 h 247990"/>
                <a:gd name="connsiteX9" fmla="*/ 96633 w 141065"/>
                <a:gd name="connsiteY9" fmla="*/ 231424 h 247990"/>
                <a:gd name="connsiteX10" fmla="*/ 65563 w 141065"/>
                <a:gd name="connsiteY10" fmla="*/ 231424 h 247990"/>
                <a:gd name="connsiteX11" fmla="*/ 65563 w 141065"/>
                <a:gd name="connsiteY11" fmla="*/ 107429 h 247990"/>
                <a:gd name="connsiteX12" fmla="*/ 106633 w 141065"/>
                <a:gd name="connsiteY12" fmla="*/ 107429 h 247990"/>
                <a:gd name="connsiteX13" fmla="*/ 106633 w 141065"/>
                <a:gd name="connsiteY13" fmla="*/ 90778 h 247990"/>
                <a:gd name="connsiteX14" fmla="*/ 63420 w 141065"/>
                <a:gd name="connsiteY14" fmla="*/ 90778 h 247990"/>
                <a:gd name="connsiteX15" fmla="*/ 63420 w 141065"/>
                <a:gd name="connsiteY15" fmla="*/ 54997 h 247990"/>
                <a:gd name="connsiteX16" fmla="*/ 99490 w 141065"/>
                <a:gd name="connsiteY16" fmla="*/ 12838 h 247990"/>
                <a:gd name="connsiteX17" fmla="*/ 105561 w 141065"/>
                <a:gd name="connsiteY17" fmla="*/ 13547 h 247990"/>
                <a:gd name="connsiteX18" fmla="*/ 97347 w 141065"/>
                <a:gd name="connsiteY18" fmla="*/ 30906 h 247990"/>
                <a:gd name="connsiteX19" fmla="*/ 119132 w 141065"/>
                <a:gd name="connsiteY19" fmla="*/ 52871 h 247990"/>
                <a:gd name="connsiteX20" fmla="*/ 141274 w 141065"/>
                <a:gd name="connsiteY20" fmla="*/ 30906 h 247990"/>
                <a:gd name="connsiteX21" fmla="*/ 100562 w 141065"/>
                <a:gd name="connsiteY21" fmla="*/ 85 h 247990"/>
                <a:gd name="connsiteX22" fmla="*/ 26993 w 141065"/>
                <a:gd name="connsiteY22" fmla="*/ 54997 h 247990"/>
                <a:gd name="connsiteX23" fmla="*/ 26993 w 141065"/>
                <a:gd name="connsiteY23" fmla="*/ 90778 h 247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41065" h="247990">
                  <a:moveTo>
                    <a:pt x="26993" y="90778"/>
                  </a:moveTo>
                  <a:lnTo>
                    <a:pt x="209" y="90778"/>
                  </a:lnTo>
                  <a:lnTo>
                    <a:pt x="209" y="107429"/>
                  </a:lnTo>
                  <a:lnTo>
                    <a:pt x="26993" y="107429"/>
                  </a:lnTo>
                  <a:lnTo>
                    <a:pt x="26993" y="231424"/>
                  </a:lnTo>
                  <a:lnTo>
                    <a:pt x="2351" y="231424"/>
                  </a:lnTo>
                  <a:lnTo>
                    <a:pt x="2351" y="248075"/>
                  </a:lnTo>
                  <a:cubicBezTo>
                    <a:pt x="14851" y="247720"/>
                    <a:pt x="30922" y="247012"/>
                    <a:pt x="47349" y="247012"/>
                  </a:cubicBezTo>
                  <a:cubicBezTo>
                    <a:pt x="60920" y="247012"/>
                    <a:pt x="83777" y="247012"/>
                    <a:pt x="96633" y="248075"/>
                  </a:cubicBezTo>
                  <a:lnTo>
                    <a:pt x="96633" y="231424"/>
                  </a:lnTo>
                  <a:lnTo>
                    <a:pt x="65563" y="231424"/>
                  </a:lnTo>
                  <a:lnTo>
                    <a:pt x="65563" y="107429"/>
                  </a:lnTo>
                  <a:lnTo>
                    <a:pt x="106633" y="107429"/>
                  </a:lnTo>
                  <a:lnTo>
                    <a:pt x="106633" y="90778"/>
                  </a:lnTo>
                  <a:lnTo>
                    <a:pt x="63420" y="90778"/>
                  </a:lnTo>
                  <a:lnTo>
                    <a:pt x="63420" y="54997"/>
                  </a:lnTo>
                  <a:cubicBezTo>
                    <a:pt x="63420" y="16027"/>
                    <a:pt x="90562" y="12838"/>
                    <a:pt x="99490" y="12838"/>
                  </a:cubicBezTo>
                  <a:cubicBezTo>
                    <a:pt x="101276" y="12838"/>
                    <a:pt x="103062" y="12838"/>
                    <a:pt x="105561" y="13547"/>
                  </a:cubicBezTo>
                  <a:cubicBezTo>
                    <a:pt x="100204" y="17444"/>
                    <a:pt x="97347" y="24175"/>
                    <a:pt x="97347" y="30906"/>
                  </a:cubicBezTo>
                  <a:cubicBezTo>
                    <a:pt x="97347" y="46140"/>
                    <a:pt x="109847" y="52871"/>
                    <a:pt x="119132" y="52871"/>
                  </a:cubicBezTo>
                  <a:cubicBezTo>
                    <a:pt x="129846" y="52871"/>
                    <a:pt x="141274" y="45431"/>
                    <a:pt x="141274" y="30906"/>
                  </a:cubicBezTo>
                  <a:cubicBezTo>
                    <a:pt x="141274" y="16027"/>
                    <a:pt x="128418" y="85"/>
                    <a:pt x="100562" y="85"/>
                  </a:cubicBezTo>
                  <a:cubicBezTo>
                    <a:pt x="65563" y="85"/>
                    <a:pt x="26993" y="14964"/>
                    <a:pt x="26993" y="54997"/>
                  </a:cubicBezTo>
                  <a:lnTo>
                    <a:pt x="26993" y="90778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CB54F71-1C29-599C-1269-551430683809}"/>
                </a:ext>
              </a:extLst>
            </p:cNvPr>
            <p:cNvSpPr/>
            <p:nvPr>
              <p:custDataLst>
                <p:tags r:id="rId154"/>
              </p:custDataLst>
            </p:nvPr>
          </p:nvSpPr>
          <p:spPr>
            <a:xfrm>
              <a:off x="10150765" y="5449454"/>
              <a:ext cx="84496" cy="157473"/>
            </a:xfrm>
            <a:custGeom>
              <a:avLst/>
              <a:gdLst>
                <a:gd name="connsiteX0" fmla="*/ 51210 w 84496"/>
                <a:gd name="connsiteY0" fmla="*/ 57124 h 157473"/>
                <a:gd name="connsiteX1" fmla="*/ 76709 w 84496"/>
                <a:gd name="connsiteY1" fmla="*/ 57124 h 157473"/>
                <a:gd name="connsiteX2" fmla="*/ 84709 w 84496"/>
                <a:gd name="connsiteY2" fmla="*/ 51668 h 157473"/>
                <a:gd name="connsiteX3" fmla="*/ 77209 w 84496"/>
                <a:gd name="connsiteY3" fmla="*/ 48196 h 157473"/>
                <a:gd name="connsiteX4" fmla="*/ 53460 w 84496"/>
                <a:gd name="connsiteY4" fmla="*/ 48196 h 157473"/>
                <a:gd name="connsiteX5" fmla="*/ 62710 w 84496"/>
                <a:gd name="connsiteY5" fmla="*/ 11494 h 157473"/>
                <a:gd name="connsiteX6" fmla="*/ 63459 w 84496"/>
                <a:gd name="connsiteY6" fmla="*/ 8022 h 157473"/>
                <a:gd name="connsiteX7" fmla="*/ 54960 w 84496"/>
                <a:gd name="connsiteY7" fmla="*/ 86 h 157473"/>
                <a:gd name="connsiteX8" fmla="*/ 43210 w 84496"/>
                <a:gd name="connsiteY8" fmla="*/ 10750 h 157473"/>
                <a:gd name="connsiteX9" fmla="*/ 33711 w 84496"/>
                <a:gd name="connsiteY9" fmla="*/ 48196 h 157473"/>
                <a:gd name="connsiteX10" fmla="*/ 8212 w 84496"/>
                <a:gd name="connsiteY10" fmla="*/ 48196 h 157473"/>
                <a:gd name="connsiteX11" fmla="*/ 212 w 84496"/>
                <a:gd name="connsiteY11" fmla="*/ 53652 h 157473"/>
                <a:gd name="connsiteX12" fmla="*/ 7712 w 84496"/>
                <a:gd name="connsiteY12" fmla="*/ 57124 h 157473"/>
                <a:gd name="connsiteX13" fmla="*/ 31461 w 84496"/>
                <a:gd name="connsiteY13" fmla="*/ 57124 h 157473"/>
                <a:gd name="connsiteX14" fmla="*/ 16711 w 84496"/>
                <a:gd name="connsiteY14" fmla="*/ 115650 h 157473"/>
                <a:gd name="connsiteX15" fmla="*/ 12961 w 84496"/>
                <a:gd name="connsiteY15" fmla="*/ 134001 h 157473"/>
                <a:gd name="connsiteX16" fmla="*/ 39710 w 84496"/>
                <a:gd name="connsiteY16" fmla="*/ 157560 h 157473"/>
                <a:gd name="connsiteX17" fmla="*/ 83209 w 84496"/>
                <a:gd name="connsiteY17" fmla="*/ 119617 h 157473"/>
                <a:gd name="connsiteX18" fmla="*/ 79209 w 84496"/>
                <a:gd name="connsiteY18" fmla="*/ 116394 h 157473"/>
                <a:gd name="connsiteX19" fmla="*/ 73959 w 84496"/>
                <a:gd name="connsiteY19" fmla="*/ 121105 h 157473"/>
                <a:gd name="connsiteX20" fmla="*/ 40460 w 84496"/>
                <a:gd name="connsiteY20" fmla="*/ 150616 h 157473"/>
                <a:gd name="connsiteX21" fmla="*/ 31711 w 84496"/>
                <a:gd name="connsiteY21" fmla="*/ 138465 h 157473"/>
                <a:gd name="connsiteX22" fmla="*/ 33211 w 84496"/>
                <a:gd name="connsiteY22" fmla="*/ 128297 h 157473"/>
                <a:gd name="connsiteX23" fmla="*/ 51210 w 84496"/>
                <a:gd name="connsiteY23" fmla="*/ 57124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4496" h="157473">
                  <a:moveTo>
                    <a:pt x="51210" y="57124"/>
                  </a:moveTo>
                  <a:lnTo>
                    <a:pt x="76709" y="57124"/>
                  </a:lnTo>
                  <a:cubicBezTo>
                    <a:pt x="81459" y="57124"/>
                    <a:pt x="84709" y="57124"/>
                    <a:pt x="84709" y="51668"/>
                  </a:cubicBezTo>
                  <a:cubicBezTo>
                    <a:pt x="84709" y="48196"/>
                    <a:pt x="81459" y="48196"/>
                    <a:pt x="77209" y="48196"/>
                  </a:cubicBezTo>
                  <a:lnTo>
                    <a:pt x="53460" y="48196"/>
                  </a:lnTo>
                  <a:lnTo>
                    <a:pt x="62710" y="11494"/>
                  </a:lnTo>
                  <a:cubicBezTo>
                    <a:pt x="62959" y="10254"/>
                    <a:pt x="63459" y="9014"/>
                    <a:pt x="63459" y="8022"/>
                  </a:cubicBezTo>
                  <a:cubicBezTo>
                    <a:pt x="63459" y="3558"/>
                    <a:pt x="59960" y="86"/>
                    <a:pt x="54960" y="86"/>
                  </a:cubicBezTo>
                  <a:cubicBezTo>
                    <a:pt x="48710" y="86"/>
                    <a:pt x="44960" y="4302"/>
                    <a:pt x="43210" y="10750"/>
                  </a:cubicBezTo>
                  <a:cubicBezTo>
                    <a:pt x="41460" y="16950"/>
                    <a:pt x="44710" y="5046"/>
                    <a:pt x="33711" y="48196"/>
                  </a:cubicBezTo>
                  <a:lnTo>
                    <a:pt x="8212" y="48196"/>
                  </a:lnTo>
                  <a:cubicBezTo>
                    <a:pt x="3462" y="48196"/>
                    <a:pt x="212" y="48196"/>
                    <a:pt x="212" y="53652"/>
                  </a:cubicBezTo>
                  <a:cubicBezTo>
                    <a:pt x="212" y="57124"/>
                    <a:pt x="3212" y="57124"/>
                    <a:pt x="7712" y="57124"/>
                  </a:cubicBezTo>
                  <a:lnTo>
                    <a:pt x="31461" y="57124"/>
                  </a:lnTo>
                  <a:lnTo>
                    <a:pt x="16711" y="115650"/>
                  </a:lnTo>
                  <a:cubicBezTo>
                    <a:pt x="15211" y="121849"/>
                    <a:pt x="12961" y="130777"/>
                    <a:pt x="12961" y="134001"/>
                  </a:cubicBezTo>
                  <a:cubicBezTo>
                    <a:pt x="12961" y="148632"/>
                    <a:pt x="25461" y="157560"/>
                    <a:pt x="39710" y="157560"/>
                  </a:cubicBezTo>
                  <a:cubicBezTo>
                    <a:pt x="67459" y="157560"/>
                    <a:pt x="83209" y="122841"/>
                    <a:pt x="83209" y="119617"/>
                  </a:cubicBezTo>
                  <a:cubicBezTo>
                    <a:pt x="83209" y="116394"/>
                    <a:pt x="79959" y="116394"/>
                    <a:pt x="79209" y="116394"/>
                  </a:cubicBezTo>
                  <a:cubicBezTo>
                    <a:pt x="76209" y="116394"/>
                    <a:pt x="75959" y="116889"/>
                    <a:pt x="73959" y="121105"/>
                  </a:cubicBezTo>
                  <a:cubicBezTo>
                    <a:pt x="66959" y="136729"/>
                    <a:pt x="54210" y="150616"/>
                    <a:pt x="40460" y="150616"/>
                  </a:cubicBezTo>
                  <a:cubicBezTo>
                    <a:pt x="35211" y="150616"/>
                    <a:pt x="31711" y="147392"/>
                    <a:pt x="31711" y="138465"/>
                  </a:cubicBezTo>
                  <a:cubicBezTo>
                    <a:pt x="31711" y="135985"/>
                    <a:pt x="32711" y="130777"/>
                    <a:pt x="33211" y="128297"/>
                  </a:cubicBezTo>
                  <a:lnTo>
                    <a:pt x="51210" y="57124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FED36A91-9A23-E010-218C-B16D8A00B360}"/>
                </a:ext>
              </a:extLst>
            </p:cNvPr>
            <p:cNvSpPr/>
            <p:nvPr>
              <p:custDataLst>
                <p:tags r:id="rId155"/>
              </p:custDataLst>
            </p:nvPr>
          </p:nvSpPr>
          <p:spPr>
            <a:xfrm>
              <a:off x="10368578" y="5386571"/>
              <a:ext cx="131780" cy="152691"/>
            </a:xfrm>
            <a:custGeom>
              <a:avLst/>
              <a:gdLst>
                <a:gd name="connsiteX0" fmla="*/ 75215 w 131780"/>
                <a:gd name="connsiteY0" fmla="*/ 13547 h 152691"/>
                <a:gd name="connsiteX1" fmla="*/ 66287 w 131780"/>
                <a:gd name="connsiteY1" fmla="*/ 85 h 152691"/>
                <a:gd name="connsiteX2" fmla="*/ 57001 w 131780"/>
                <a:gd name="connsiteY2" fmla="*/ 9296 h 152691"/>
                <a:gd name="connsiteX3" fmla="*/ 57001 w 131780"/>
                <a:gd name="connsiteY3" fmla="*/ 13901 h 152691"/>
                <a:gd name="connsiteX4" fmla="*/ 62001 w 131780"/>
                <a:gd name="connsiteY4" fmla="*/ 68813 h 152691"/>
                <a:gd name="connsiteX5" fmla="*/ 16288 w 131780"/>
                <a:gd name="connsiteY5" fmla="*/ 35866 h 152691"/>
                <a:gd name="connsiteX6" fmla="*/ 9860 w 131780"/>
                <a:gd name="connsiteY6" fmla="*/ 33386 h 152691"/>
                <a:gd name="connsiteX7" fmla="*/ 218 w 131780"/>
                <a:gd name="connsiteY7" fmla="*/ 43306 h 152691"/>
                <a:gd name="connsiteX8" fmla="*/ 7360 w 131780"/>
                <a:gd name="connsiteY8" fmla="*/ 52163 h 152691"/>
                <a:gd name="connsiteX9" fmla="*/ 58073 w 131780"/>
                <a:gd name="connsiteY9" fmla="*/ 76253 h 152691"/>
                <a:gd name="connsiteX10" fmla="*/ 8789 w 131780"/>
                <a:gd name="connsiteY10" fmla="*/ 99989 h 152691"/>
                <a:gd name="connsiteX11" fmla="*/ 218 w 131780"/>
                <a:gd name="connsiteY11" fmla="*/ 109555 h 152691"/>
                <a:gd name="connsiteX12" fmla="*/ 9860 w 131780"/>
                <a:gd name="connsiteY12" fmla="*/ 119474 h 152691"/>
                <a:gd name="connsiteX13" fmla="*/ 22003 w 131780"/>
                <a:gd name="connsiteY13" fmla="*/ 112743 h 152691"/>
                <a:gd name="connsiteX14" fmla="*/ 62001 w 131780"/>
                <a:gd name="connsiteY14" fmla="*/ 84047 h 152691"/>
                <a:gd name="connsiteX15" fmla="*/ 56644 w 131780"/>
                <a:gd name="connsiteY15" fmla="*/ 143565 h 152691"/>
                <a:gd name="connsiteX16" fmla="*/ 65929 w 131780"/>
                <a:gd name="connsiteY16" fmla="*/ 152776 h 152691"/>
                <a:gd name="connsiteX17" fmla="*/ 75572 w 131780"/>
                <a:gd name="connsiteY17" fmla="*/ 143565 h 152691"/>
                <a:gd name="connsiteX18" fmla="*/ 70215 w 131780"/>
                <a:gd name="connsiteY18" fmla="*/ 84047 h 152691"/>
                <a:gd name="connsiteX19" fmla="*/ 115927 w 131780"/>
                <a:gd name="connsiteY19" fmla="*/ 116994 h 152691"/>
                <a:gd name="connsiteX20" fmla="*/ 122356 w 131780"/>
                <a:gd name="connsiteY20" fmla="*/ 119474 h 152691"/>
                <a:gd name="connsiteX21" fmla="*/ 131998 w 131780"/>
                <a:gd name="connsiteY21" fmla="*/ 109555 h 152691"/>
                <a:gd name="connsiteX22" fmla="*/ 124498 w 131780"/>
                <a:gd name="connsiteY22" fmla="*/ 100344 h 152691"/>
                <a:gd name="connsiteX23" fmla="*/ 74143 w 131780"/>
                <a:gd name="connsiteY23" fmla="*/ 76607 h 152691"/>
                <a:gd name="connsiteX24" fmla="*/ 123427 w 131780"/>
                <a:gd name="connsiteY24" fmla="*/ 52871 h 152691"/>
                <a:gd name="connsiteX25" fmla="*/ 131998 w 131780"/>
                <a:gd name="connsiteY25" fmla="*/ 43306 h 152691"/>
                <a:gd name="connsiteX26" fmla="*/ 122356 w 131780"/>
                <a:gd name="connsiteY26" fmla="*/ 33386 h 152691"/>
                <a:gd name="connsiteX27" fmla="*/ 110213 w 131780"/>
                <a:gd name="connsiteY27" fmla="*/ 40117 h 152691"/>
                <a:gd name="connsiteX28" fmla="*/ 70215 w 131780"/>
                <a:gd name="connsiteY28" fmla="*/ 68813 h 152691"/>
                <a:gd name="connsiteX29" fmla="*/ 75215 w 131780"/>
                <a:gd name="connsiteY29" fmla="*/ 13547 h 152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1780" h="152691">
                  <a:moveTo>
                    <a:pt x="75215" y="13547"/>
                  </a:moveTo>
                  <a:cubicBezTo>
                    <a:pt x="75572" y="8587"/>
                    <a:pt x="75572" y="85"/>
                    <a:pt x="66287" y="85"/>
                  </a:cubicBezTo>
                  <a:cubicBezTo>
                    <a:pt x="60572" y="85"/>
                    <a:pt x="55930" y="4690"/>
                    <a:pt x="57001" y="9296"/>
                  </a:cubicBezTo>
                  <a:lnTo>
                    <a:pt x="57001" y="13901"/>
                  </a:lnTo>
                  <a:lnTo>
                    <a:pt x="62001" y="68813"/>
                  </a:lnTo>
                  <a:lnTo>
                    <a:pt x="16288" y="35866"/>
                  </a:lnTo>
                  <a:cubicBezTo>
                    <a:pt x="13074" y="34095"/>
                    <a:pt x="12360" y="33386"/>
                    <a:pt x="9860" y="33386"/>
                  </a:cubicBezTo>
                  <a:cubicBezTo>
                    <a:pt x="4860" y="33386"/>
                    <a:pt x="218" y="38346"/>
                    <a:pt x="218" y="43306"/>
                  </a:cubicBezTo>
                  <a:cubicBezTo>
                    <a:pt x="218" y="48974"/>
                    <a:pt x="3789" y="50391"/>
                    <a:pt x="7360" y="52163"/>
                  </a:cubicBezTo>
                  <a:lnTo>
                    <a:pt x="58073" y="76253"/>
                  </a:lnTo>
                  <a:lnTo>
                    <a:pt x="8789" y="99989"/>
                  </a:lnTo>
                  <a:cubicBezTo>
                    <a:pt x="3075" y="102823"/>
                    <a:pt x="218" y="104241"/>
                    <a:pt x="218" y="109555"/>
                  </a:cubicBezTo>
                  <a:cubicBezTo>
                    <a:pt x="218" y="114869"/>
                    <a:pt x="4860" y="119474"/>
                    <a:pt x="9860" y="119474"/>
                  </a:cubicBezTo>
                  <a:cubicBezTo>
                    <a:pt x="12360" y="119474"/>
                    <a:pt x="13074" y="119474"/>
                    <a:pt x="22003" y="112743"/>
                  </a:cubicBezTo>
                  <a:lnTo>
                    <a:pt x="62001" y="84047"/>
                  </a:lnTo>
                  <a:lnTo>
                    <a:pt x="56644" y="143565"/>
                  </a:lnTo>
                  <a:cubicBezTo>
                    <a:pt x="56644" y="151004"/>
                    <a:pt x="63072" y="152776"/>
                    <a:pt x="65929" y="152776"/>
                  </a:cubicBezTo>
                  <a:cubicBezTo>
                    <a:pt x="70215" y="152776"/>
                    <a:pt x="75572" y="150296"/>
                    <a:pt x="75572" y="143565"/>
                  </a:cubicBezTo>
                  <a:lnTo>
                    <a:pt x="70215" y="84047"/>
                  </a:lnTo>
                  <a:lnTo>
                    <a:pt x="115927" y="116994"/>
                  </a:lnTo>
                  <a:cubicBezTo>
                    <a:pt x="119142" y="118766"/>
                    <a:pt x="119856" y="119474"/>
                    <a:pt x="122356" y="119474"/>
                  </a:cubicBezTo>
                  <a:cubicBezTo>
                    <a:pt x="127355" y="119474"/>
                    <a:pt x="131998" y="114514"/>
                    <a:pt x="131998" y="109555"/>
                  </a:cubicBezTo>
                  <a:cubicBezTo>
                    <a:pt x="131998" y="104241"/>
                    <a:pt x="128784" y="102469"/>
                    <a:pt x="124498" y="100344"/>
                  </a:cubicBezTo>
                  <a:cubicBezTo>
                    <a:pt x="103071" y="89715"/>
                    <a:pt x="102356" y="89715"/>
                    <a:pt x="74143" y="76607"/>
                  </a:cubicBezTo>
                  <a:lnTo>
                    <a:pt x="123427" y="52871"/>
                  </a:lnTo>
                  <a:cubicBezTo>
                    <a:pt x="129141" y="50037"/>
                    <a:pt x="131998" y="48620"/>
                    <a:pt x="131998" y="43306"/>
                  </a:cubicBezTo>
                  <a:cubicBezTo>
                    <a:pt x="131998" y="37992"/>
                    <a:pt x="127355" y="33386"/>
                    <a:pt x="122356" y="33386"/>
                  </a:cubicBezTo>
                  <a:cubicBezTo>
                    <a:pt x="119856" y="33386"/>
                    <a:pt x="119142" y="33386"/>
                    <a:pt x="110213" y="40117"/>
                  </a:cubicBezTo>
                  <a:lnTo>
                    <a:pt x="70215" y="68813"/>
                  </a:lnTo>
                  <a:lnTo>
                    <a:pt x="75215" y="13547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EBEF2646-9316-58C5-59C9-9FD24F6CF14E}"/>
                </a:ext>
              </a:extLst>
            </p:cNvPr>
            <p:cNvSpPr/>
            <p:nvPr>
              <p:custDataLst>
                <p:tags r:id="rId156"/>
              </p:custDataLst>
            </p:nvPr>
          </p:nvSpPr>
          <p:spPr>
            <a:xfrm>
              <a:off x="10616861" y="5390822"/>
              <a:ext cx="157136" cy="162610"/>
            </a:xfrm>
            <a:custGeom>
              <a:avLst/>
              <a:gdLst>
                <a:gd name="connsiteX0" fmla="*/ 115220 w 157136"/>
                <a:gd name="connsiteY0" fmla="*/ 16381 h 162610"/>
                <a:gd name="connsiteX1" fmla="*/ 108078 w 157136"/>
                <a:gd name="connsiteY1" fmla="*/ 32678 h 162610"/>
                <a:gd name="connsiteX2" fmla="*/ 130220 w 157136"/>
                <a:gd name="connsiteY2" fmla="*/ 54997 h 162610"/>
                <a:gd name="connsiteX3" fmla="*/ 152719 w 157136"/>
                <a:gd name="connsiteY3" fmla="*/ 32678 h 162610"/>
                <a:gd name="connsiteX4" fmla="*/ 90578 w 157136"/>
                <a:gd name="connsiteY4" fmla="*/ 85 h 162610"/>
                <a:gd name="connsiteX5" fmla="*/ 225 w 157136"/>
                <a:gd name="connsiteY5" fmla="*/ 81921 h 162610"/>
                <a:gd name="connsiteX6" fmla="*/ 88793 w 157136"/>
                <a:gd name="connsiteY6" fmla="*/ 162695 h 162610"/>
                <a:gd name="connsiteX7" fmla="*/ 157362 w 157136"/>
                <a:gd name="connsiteY7" fmla="*/ 119120 h 162610"/>
                <a:gd name="connsiteX8" fmla="*/ 148790 w 157136"/>
                <a:gd name="connsiteY8" fmla="*/ 114160 h 162610"/>
                <a:gd name="connsiteX9" fmla="*/ 140219 w 157136"/>
                <a:gd name="connsiteY9" fmla="*/ 119474 h 162610"/>
                <a:gd name="connsiteX10" fmla="*/ 95578 w 157136"/>
                <a:gd name="connsiteY10" fmla="*/ 148524 h 162610"/>
                <a:gd name="connsiteX11" fmla="*/ 45937 w 157136"/>
                <a:gd name="connsiteY11" fmla="*/ 80150 h 162610"/>
                <a:gd name="connsiteX12" fmla="*/ 92007 w 157136"/>
                <a:gd name="connsiteY12" fmla="*/ 14256 h 162610"/>
                <a:gd name="connsiteX13" fmla="*/ 115220 w 157136"/>
                <a:gd name="connsiteY13" fmla="*/ 16381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136" h="162610">
                  <a:moveTo>
                    <a:pt x="115220" y="16381"/>
                  </a:moveTo>
                  <a:cubicBezTo>
                    <a:pt x="108792" y="22050"/>
                    <a:pt x="108078" y="29489"/>
                    <a:pt x="108078" y="32678"/>
                  </a:cubicBezTo>
                  <a:cubicBezTo>
                    <a:pt x="108078" y="48266"/>
                    <a:pt x="120577" y="54997"/>
                    <a:pt x="130220" y="54997"/>
                  </a:cubicBezTo>
                  <a:cubicBezTo>
                    <a:pt x="141291" y="54997"/>
                    <a:pt x="152719" y="47557"/>
                    <a:pt x="152719" y="32678"/>
                  </a:cubicBezTo>
                  <a:cubicBezTo>
                    <a:pt x="152719" y="2210"/>
                    <a:pt x="111292" y="85"/>
                    <a:pt x="90578" y="85"/>
                  </a:cubicBezTo>
                  <a:cubicBezTo>
                    <a:pt x="26652" y="85"/>
                    <a:pt x="225" y="40826"/>
                    <a:pt x="225" y="81921"/>
                  </a:cubicBezTo>
                  <a:cubicBezTo>
                    <a:pt x="225" y="129039"/>
                    <a:pt x="33795" y="162695"/>
                    <a:pt x="88793" y="162695"/>
                  </a:cubicBezTo>
                  <a:cubicBezTo>
                    <a:pt x="146648" y="162695"/>
                    <a:pt x="157362" y="121600"/>
                    <a:pt x="157362" y="119120"/>
                  </a:cubicBezTo>
                  <a:cubicBezTo>
                    <a:pt x="157362" y="114160"/>
                    <a:pt x="152362" y="114160"/>
                    <a:pt x="148790" y="114160"/>
                  </a:cubicBezTo>
                  <a:cubicBezTo>
                    <a:pt x="142362" y="114160"/>
                    <a:pt x="142005" y="114869"/>
                    <a:pt x="140219" y="119474"/>
                  </a:cubicBezTo>
                  <a:cubicBezTo>
                    <a:pt x="130934" y="141793"/>
                    <a:pt x="113792" y="148524"/>
                    <a:pt x="95578" y="148524"/>
                  </a:cubicBezTo>
                  <a:cubicBezTo>
                    <a:pt x="45937" y="148524"/>
                    <a:pt x="45937" y="96447"/>
                    <a:pt x="45937" y="80150"/>
                  </a:cubicBezTo>
                  <a:cubicBezTo>
                    <a:pt x="45937" y="60311"/>
                    <a:pt x="45937" y="14256"/>
                    <a:pt x="92007" y="14256"/>
                  </a:cubicBezTo>
                  <a:cubicBezTo>
                    <a:pt x="104506" y="14256"/>
                    <a:pt x="110578" y="15318"/>
                    <a:pt x="115220" y="16381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8AA82147-1EBF-4E0F-5999-8876BD76E60A}"/>
                </a:ext>
              </a:extLst>
            </p:cNvPr>
            <p:cNvSpPr/>
            <p:nvPr>
              <p:custDataLst>
                <p:tags r:id="rId157"/>
              </p:custDataLst>
            </p:nvPr>
          </p:nvSpPr>
          <p:spPr>
            <a:xfrm>
              <a:off x="10796321" y="5449454"/>
              <a:ext cx="84496" cy="157473"/>
            </a:xfrm>
            <a:custGeom>
              <a:avLst/>
              <a:gdLst>
                <a:gd name="connsiteX0" fmla="*/ 51228 w 84496"/>
                <a:gd name="connsiteY0" fmla="*/ 57124 h 157473"/>
                <a:gd name="connsiteX1" fmla="*/ 76727 w 84496"/>
                <a:gd name="connsiteY1" fmla="*/ 57124 h 157473"/>
                <a:gd name="connsiteX2" fmla="*/ 84727 w 84496"/>
                <a:gd name="connsiteY2" fmla="*/ 51668 h 157473"/>
                <a:gd name="connsiteX3" fmla="*/ 77227 w 84496"/>
                <a:gd name="connsiteY3" fmla="*/ 48196 h 157473"/>
                <a:gd name="connsiteX4" fmla="*/ 53478 w 84496"/>
                <a:gd name="connsiteY4" fmla="*/ 48196 h 157473"/>
                <a:gd name="connsiteX5" fmla="*/ 62728 w 84496"/>
                <a:gd name="connsiteY5" fmla="*/ 11494 h 157473"/>
                <a:gd name="connsiteX6" fmla="*/ 63477 w 84496"/>
                <a:gd name="connsiteY6" fmla="*/ 8022 h 157473"/>
                <a:gd name="connsiteX7" fmla="*/ 54978 w 84496"/>
                <a:gd name="connsiteY7" fmla="*/ 86 h 157473"/>
                <a:gd name="connsiteX8" fmla="*/ 43228 w 84496"/>
                <a:gd name="connsiteY8" fmla="*/ 10750 h 157473"/>
                <a:gd name="connsiteX9" fmla="*/ 33729 w 84496"/>
                <a:gd name="connsiteY9" fmla="*/ 48196 h 157473"/>
                <a:gd name="connsiteX10" fmla="*/ 8230 w 84496"/>
                <a:gd name="connsiteY10" fmla="*/ 48196 h 157473"/>
                <a:gd name="connsiteX11" fmla="*/ 230 w 84496"/>
                <a:gd name="connsiteY11" fmla="*/ 53652 h 157473"/>
                <a:gd name="connsiteX12" fmla="*/ 7730 w 84496"/>
                <a:gd name="connsiteY12" fmla="*/ 57124 h 157473"/>
                <a:gd name="connsiteX13" fmla="*/ 31479 w 84496"/>
                <a:gd name="connsiteY13" fmla="*/ 57124 h 157473"/>
                <a:gd name="connsiteX14" fmla="*/ 16729 w 84496"/>
                <a:gd name="connsiteY14" fmla="*/ 115650 h 157473"/>
                <a:gd name="connsiteX15" fmla="*/ 12980 w 84496"/>
                <a:gd name="connsiteY15" fmla="*/ 134001 h 157473"/>
                <a:gd name="connsiteX16" fmla="*/ 39728 w 84496"/>
                <a:gd name="connsiteY16" fmla="*/ 157560 h 157473"/>
                <a:gd name="connsiteX17" fmla="*/ 83227 w 84496"/>
                <a:gd name="connsiteY17" fmla="*/ 119617 h 157473"/>
                <a:gd name="connsiteX18" fmla="*/ 79227 w 84496"/>
                <a:gd name="connsiteY18" fmla="*/ 116394 h 157473"/>
                <a:gd name="connsiteX19" fmla="*/ 73977 w 84496"/>
                <a:gd name="connsiteY19" fmla="*/ 121105 h 157473"/>
                <a:gd name="connsiteX20" fmla="*/ 40478 w 84496"/>
                <a:gd name="connsiteY20" fmla="*/ 150616 h 157473"/>
                <a:gd name="connsiteX21" fmla="*/ 31729 w 84496"/>
                <a:gd name="connsiteY21" fmla="*/ 138465 h 157473"/>
                <a:gd name="connsiteX22" fmla="*/ 33229 w 84496"/>
                <a:gd name="connsiteY22" fmla="*/ 128297 h 157473"/>
                <a:gd name="connsiteX23" fmla="*/ 51228 w 84496"/>
                <a:gd name="connsiteY23" fmla="*/ 57124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4496" h="157473">
                  <a:moveTo>
                    <a:pt x="51228" y="57124"/>
                  </a:moveTo>
                  <a:lnTo>
                    <a:pt x="76727" y="57124"/>
                  </a:lnTo>
                  <a:cubicBezTo>
                    <a:pt x="81477" y="57124"/>
                    <a:pt x="84727" y="57124"/>
                    <a:pt x="84727" y="51668"/>
                  </a:cubicBezTo>
                  <a:cubicBezTo>
                    <a:pt x="84727" y="48196"/>
                    <a:pt x="81477" y="48196"/>
                    <a:pt x="77227" y="48196"/>
                  </a:cubicBezTo>
                  <a:lnTo>
                    <a:pt x="53478" y="48196"/>
                  </a:lnTo>
                  <a:lnTo>
                    <a:pt x="62728" y="11494"/>
                  </a:lnTo>
                  <a:cubicBezTo>
                    <a:pt x="62977" y="10254"/>
                    <a:pt x="63477" y="9014"/>
                    <a:pt x="63477" y="8022"/>
                  </a:cubicBezTo>
                  <a:cubicBezTo>
                    <a:pt x="63477" y="3558"/>
                    <a:pt x="59978" y="86"/>
                    <a:pt x="54978" y="86"/>
                  </a:cubicBezTo>
                  <a:cubicBezTo>
                    <a:pt x="48728" y="86"/>
                    <a:pt x="44978" y="4302"/>
                    <a:pt x="43228" y="10750"/>
                  </a:cubicBezTo>
                  <a:cubicBezTo>
                    <a:pt x="41478" y="16950"/>
                    <a:pt x="44728" y="5046"/>
                    <a:pt x="33729" y="48196"/>
                  </a:cubicBezTo>
                  <a:lnTo>
                    <a:pt x="8230" y="48196"/>
                  </a:lnTo>
                  <a:cubicBezTo>
                    <a:pt x="3480" y="48196"/>
                    <a:pt x="230" y="48196"/>
                    <a:pt x="230" y="53652"/>
                  </a:cubicBezTo>
                  <a:cubicBezTo>
                    <a:pt x="230" y="57124"/>
                    <a:pt x="3230" y="57124"/>
                    <a:pt x="7730" y="57124"/>
                  </a:cubicBezTo>
                  <a:lnTo>
                    <a:pt x="31479" y="57124"/>
                  </a:lnTo>
                  <a:lnTo>
                    <a:pt x="16729" y="115650"/>
                  </a:lnTo>
                  <a:cubicBezTo>
                    <a:pt x="15229" y="121849"/>
                    <a:pt x="12980" y="130777"/>
                    <a:pt x="12980" y="134001"/>
                  </a:cubicBezTo>
                  <a:cubicBezTo>
                    <a:pt x="12980" y="148632"/>
                    <a:pt x="25479" y="157560"/>
                    <a:pt x="39728" y="157560"/>
                  </a:cubicBezTo>
                  <a:cubicBezTo>
                    <a:pt x="67477" y="157560"/>
                    <a:pt x="83227" y="122841"/>
                    <a:pt x="83227" y="119617"/>
                  </a:cubicBezTo>
                  <a:cubicBezTo>
                    <a:pt x="83227" y="116394"/>
                    <a:pt x="79977" y="116394"/>
                    <a:pt x="79227" y="116394"/>
                  </a:cubicBezTo>
                  <a:cubicBezTo>
                    <a:pt x="76227" y="116394"/>
                    <a:pt x="75977" y="116889"/>
                    <a:pt x="73977" y="121105"/>
                  </a:cubicBezTo>
                  <a:cubicBezTo>
                    <a:pt x="66977" y="136729"/>
                    <a:pt x="54228" y="150616"/>
                    <a:pt x="40478" y="150616"/>
                  </a:cubicBezTo>
                  <a:cubicBezTo>
                    <a:pt x="35229" y="150616"/>
                    <a:pt x="31729" y="147392"/>
                    <a:pt x="31729" y="138465"/>
                  </a:cubicBezTo>
                  <a:cubicBezTo>
                    <a:pt x="31729" y="135985"/>
                    <a:pt x="32729" y="130777"/>
                    <a:pt x="33229" y="128297"/>
                  </a:cubicBezTo>
                  <a:lnTo>
                    <a:pt x="51228" y="57124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9A2B5B67-C92A-6BC3-8244-CA41C73DCB07}"/>
                </a:ext>
              </a:extLst>
            </p:cNvPr>
            <p:cNvSpPr/>
            <p:nvPr>
              <p:custDataLst>
                <p:tags r:id="rId158"/>
              </p:custDataLst>
            </p:nvPr>
          </p:nvSpPr>
          <p:spPr>
            <a:xfrm>
              <a:off x="10920704" y="5536250"/>
              <a:ext cx="168993" cy="12151"/>
            </a:xfrm>
            <a:custGeom>
              <a:avLst/>
              <a:gdLst>
                <a:gd name="connsiteX0" fmla="*/ 159227 w 168993"/>
                <a:gd name="connsiteY0" fmla="*/ 12238 h 12151"/>
                <a:gd name="connsiteX1" fmla="*/ 169226 w 168993"/>
                <a:gd name="connsiteY1" fmla="*/ 6286 h 12151"/>
                <a:gd name="connsiteX2" fmla="*/ 159227 w 168993"/>
                <a:gd name="connsiteY2" fmla="*/ 86 h 12151"/>
                <a:gd name="connsiteX3" fmla="*/ 10233 w 168993"/>
                <a:gd name="connsiteY3" fmla="*/ 86 h 12151"/>
                <a:gd name="connsiteX4" fmla="*/ 233 w 168993"/>
                <a:gd name="connsiteY4" fmla="*/ 6038 h 12151"/>
                <a:gd name="connsiteX5" fmla="*/ 10233 w 168993"/>
                <a:gd name="connsiteY5" fmla="*/ 12238 h 12151"/>
                <a:gd name="connsiteX6" fmla="*/ 159227 w 168993"/>
                <a:gd name="connsiteY6" fmla="*/ 12238 h 12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993" h="12151">
                  <a:moveTo>
                    <a:pt x="159227" y="12238"/>
                  </a:moveTo>
                  <a:cubicBezTo>
                    <a:pt x="163227" y="12238"/>
                    <a:pt x="169226" y="12238"/>
                    <a:pt x="169226" y="6286"/>
                  </a:cubicBezTo>
                  <a:cubicBezTo>
                    <a:pt x="169226" y="86"/>
                    <a:pt x="163476" y="86"/>
                    <a:pt x="159227" y="86"/>
                  </a:cubicBezTo>
                  <a:lnTo>
                    <a:pt x="10233" y="86"/>
                  </a:lnTo>
                  <a:cubicBezTo>
                    <a:pt x="6233" y="86"/>
                    <a:pt x="233" y="86"/>
                    <a:pt x="233" y="6038"/>
                  </a:cubicBezTo>
                  <a:cubicBezTo>
                    <a:pt x="233" y="12238"/>
                    <a:pt x="5983" y="12238"/>
                    <a:pt x="10233" y="12238"/>
                  </a:cubicBezTo>
                  <a:lnTo>
                    <a:pt x="159227" y="12238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5F3FE3AE-4EF6-AA7A-1EB0-40B15C96CE62}"/>
                </a:ext>
              </a:extLst>
            </p:cNvPr>
            <p:cNvSpPr/>
            <p:nvPr>
              <p:custDataLst>
                <p:tags r:id="rId159"/>
              </p:custDataLst>
            </p:nvPr>
          </p:nvSpPr>
          <p:spPr>
            <a:xfrm>
              <a:off x="11144160" y="5439782"/>
              <a:ext cx="90996" cy="164665"/>
            </a:xfrm>
            <a:custGeom>
              <a:avLst/>
              <a:gdLst>
                <a:gd name="connsiteX0" fmla="*/ 56737 w 90996"/>
                <a:gd name="connsiteY0" fmla="*/ 7030 h 164665"/>
                <a:gd name="connsiteX1" fmla="*/ 49237 w 90996"/>
                <a:gd name="connsiteY1" fmla="*/ 86 h 164665"/>
                <a:gd name="connsiteX2" fmla="*/ 239 w 90996"/>
                <a:gd name="connsiteY2" fmla="*/ 15958 h 164665"/>
                <a:gd name="connsiteX3" fmla="*/ 239 w 90996"/>
                <a:gd name="connsiteY3" fmla="*/ 24885 h 164665"/>
                <a:gd name="connsiteX4" fmla="*/ 36488 w 90996"/>
                <a:gd name="connsiteY4" fmla="*/ 17941 h 164665"/>
                <a:gd name="connsiteX5" fmla="*/ 36488 w 90996"/>
                <a:gd name="connsiteY5" fmla="*/ 144416 h 164665"/>
                <a:gd name="connsiteX6" fmla="*/ 11489 w 90996"/>
                <a:gd name="connsiteY6" fmla="*/ 155824 h 164665"/>
                <a:gd name="connsiteX7" fmla="*/ 1989 w 90996"/>
                <a:gd name="connsiteY7" fmla="*/ 155824 h 164665"/>
                <a:gd name="connsiteX8" fmla="*/ 1989 w 90996"/>
                <a:gd name="connsiteY8" fmla="*/ 164752 h 164665"/>
                <a:gd name="connsiteX9" fmla="*/ 46487 w 90996"/>
                <a:gd name="connsiteY9" fmla="*/ 163760 h 164665"/>
                <a:gd name="connsiteX10" fmla="*/ 91236 w 90996"/>
                <a:gd name="connsiteY10" fmla="*/ 164752 h 164665"/>
                <a:gd name="connsiteX11" fmla="*/ 91236 w 90996"/>
                <a:gd name="connsiteY11" fmla="*/ 155824 h 164665"/>
                <a:gd name="connsiteX12" fmla="*/ 81736 w 90996"/>
                <a:gd name="connsiteY12" fmla="*/ 155824 h 164665"/>
                <a:gd name="connsiteX13" fmla="*/ 56737 w 90996"/>
                <a:gd name="connsiteY13" fmla="*/ 144416 h 164665"/>
                <a:gd name="connsiteX14" fmla="*/ 56737 w 90996"/>
                <a:gd name="connsiteY14" fmla="*/ 7030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996" h="164665">
                  <a:moveTo>
                    <a:pt x="56737" y="7030"/>
                  </a:moveTo>
                  <a:cubicBezTo>
                    <a:pt x="56737" y="334"/>
                    <a:pt x="56237" y="86"/>
                    <a:pt x="49237" y="86"/>
                  </a:cubicBezTo>
                  <a:cubicBezTo>
                    <a:pt x="33238" y="15710"/>
                    <a:pt x="10489" y="15958"/>
                    <a:pt x="239" y="15958"/>
                  </a:cubicBezTo>
                  <a:lnTo>
                    <a:pt x="239" y="24885"/>
                  </a:lnTo>
                  <a:cubicBezTo>
                    <a:pt x="6239" y="24885"/>
                    <a:pt x="22738" y="24885"/>
                    <a:pt x="36488" y="17941"/>
                  </a:cubicBezTo>
                  <a:lnTo>
                    <a:pt x="36488" y="144416"/>
                  </a:lnTo>
                  <a:cubicBezTo>
                    <a:pt x="36488" y="152600"/>
                    <a:pt x="36488" y="155824"/>
                    <a:pt x="11489" y="155824"/>
                  </a:cubicBezTo>
                  <a:lnTo>
                    <a:pt x="1989" y="155824"/>
                  </a:lnTo>
                  <a:lnTo>
                    <a:pt x="1989" y="164752"/>
                  </a:lnTo>
                  <a:cubicBezTo>
                    <a:pt x="6489" y="164504"/>
                    <a:pt x="37238" y="163760"/>
                    <a:pt x="46487" y="163760"/>
                  </a:cubicBezTo>
                  <a:cubicBezTo>
                    <a:pt x="54237" y="163760"/>
                    <a:pt x="85736" y="164504"/>
                    <a:pt x="91236" y="164752"/>
                  </a:cubicBezTo>
                  <a:lnTo>
                    <a:pt x="91236" y="155824"/>
                  </a:lnTo>
                  <a:lnTo>
                    <a:pt x="81736" y="155824"/>
                  </a:lnTo>
                  <a:cubicBezTo>
                    <a:pt x="56737" y="155824"/>
                    <a:pt x="56737" y="152600"/>
                    <a:pt x="56737" y="144416"/>
                  </a:cubicBezTo>
                  <a:lnTo>
                    <a:pt x="56737" y="7030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6480B010-71EF-65CE-94B6-AD75937DD426}"/>
                </a:ext>
              </a:extLst>
            </p:cNvPr>
            <p:cNvSpPr/>
            <p:nvPr>
              <p:custDataLst>
                <p:tags r:id="rId160"/>
              </p:custDataLst>
            </p:nvPr>
          </p:nvSpPr>
          <p:spPr>
            <a:xfrm>
              <a:off x="11376482" y="5344767"/>
              <a:ext cx="237490" cy="235944"/>
            </a:xfrm>
            <a:custGeom>
              <a:avLst/>
              <a:gdLst>
                <a:gd name="connsiteX0" fmla="*/ 126312 w 237490"/>
                <a:gd name="connsiteY0" fmla="*/ 125143 h 235944"/>
                <a:gd name="connsiteX1" fmla="*/ 225951 w 237490"/>
                <a:gd name="connsiteY1" fmla="*/ 125143 h 235944"/>
                <a:gd name="connsiteX2" fmla="*/ 237736 w 237490"/>
                <a:gd name="connsiteY2" fmla="*/ 118057 h 235944"/>
                <a:gd name="connsiteX3" fmla="*/ 225951 w 237490"/>
                <a:gd name="connsiteY3" fmla="*/ 110972 h 235944"/>
                <a:gd name="connsiteX4" fmla="*/ 126312 w 237490"/>
                <a:gd name="connsiteY4" fmla="*/ 110972 h 235944"/>
                <a:gd name="connsiteX5" fmla="*/ 126312 w 237490"/>
                <a:gd name="connsiteY5" fmla="*/ 11776 h 235944"/>
                <a:gd name="connsiteX6" fmla="*/ 119170 w 237490"/>
                <a:gd name="connsiteY6" fmla="*/ 85 h 235944"/>
                <a:gd name="connsiteX7" fmla="*/ 112027 w 237490"/>
                <a:gd name="connsiteY7" fmla="*/ 11776 h 235944"/>
                <a:gd name="connsiteX8" fmla="*/ 112027 w 237490"/>
                <a:gd name="connsiteY8" fmla="*/ 110972 h 235944"/>
                <a:gd name="connsiteX9" fmla="*/ 12031 w 237490"/>
                <a:gd name="connsiteY9" fmla="*/ 110972 h 235944"/>
                <a:gd name="connsiteX10" fmla="*/ 246 w 237490"/>
                <a:gd name="connsiteY10" fmla="*/ 118057 h 235944"/>
                <a:gd name="connsiteX11" fmla="*/ 12031 w 237490"/>
                <a:gd name="connsiteY11" fmla="*/ 125143 h 235944"/>
                <a:gd name="connsiteX12" fmla="*/ 112027 w 237490"/>
                <a:gd name="connsiteY12" fmla="*/ 125143 h 235944"/>
                <a:gd name="connsiteX13" fmla="*/ 112027 w 237490"/>
                <a:gd name="connsiteY13" fmla="*/ 224339 h 235944"/>
                <a:gd name="connsiteX14" fmla="*/ 119170 w 237490"/>
                <a:gd name="connsiteY14" fmla="*/ 236029 h 235944"/>
                <a:gd name="connsiteX15" fmla="*/ 126312 w 237490"/>
                <a:gd name="connsiteY15" fmla="*/ 224339 h 235944"/>
                <a:gd name="connsiteX16" fmla="*/ 126312 w 237490"/>
                <a:gd name="connsiteY16" fmla="*/ 125143 h 23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7490" h="235944">
                  <a:moveTo>
                    <a:pt x="126312" y="125143"/>
                  </a:moveTo>
                  <a:lnTo>
                    <a:pt x="225951" y="125143"/>
                  </a:lnTo>
                  <a:cubicBezTo>
                    <a:pt x="230951" y="125143"/>
                    <a:pt x="237736" y="125143"/>
                    <a:pt x="237736" y="118057"/>
                  </a:cubicBezTo>
                  <a:cubicBezTo>
                    <a:pt x="237736" y="110972"/>
                    <a:pt x="230951" y="110972"/>
                    <a:pt x="225951" y="110972"/>
                  </a:cubicBezTo>
                  <a:lnTo>
                    <a:pt x="126312" y="110972"/>
                  </a:lnTo>
                  <a:lnTo>
                    <a:pt x="126312" y="11776"/>
                  </a:lnTo>
                  <a:cubicBezTo>
                    <a:pt x="126312" y="6816"/>
                    <a:pt x="126312" y="85"/>
                    <a:pt x="119170" y="85"/>
                  </a:cubicBezTo>
                  <a:cubicBezTo>
                    <a:pt x="112027" y="85"/>
                    <a:pt x="112027" y="6816"/>
                    <a:pt x="112027" y="11776"/>
                  </a:cubicBezTo>
                  <a:lnTo>
                    <a:pt x="112027" y="110972"/>
                  </a:lnTo>
                  <a:lnTo>
                    <a:pt x="12031" y="110972"/>
                  </a:lnTo>
                  <a:cubicBezTo>
                    <a:pt x="7031" y="110972"/>
                    <a:pt x="246" y="110972"/>
                    <a:pt x="246" y="118057"/>
                  </a:cubicBezTo>
                  <a:cubicBezTo>
                    <a:pt x="246" y="125143"/>
                    <a:pt x="7031" y="125143"/>
                    <a:pt x="12031" y="125143"/>
                  </a:cubicBezTo>
                  <a:lnTo>
                    <a:pt x="112027" y="125143"/>
                  </a:lnTo>
                  <a:lnTo>
                    <a:pt x="112027" y="224339"/>
                  </a:lnTo>
                  <a:cubicBezTo>
                    <a:pt x="112027" y="229298"/>
                    <a:pt x="112027" y="236029"/>
                    <a:pt x="119170" y="236029"/>
                  </a:cubicBezTo>
                  <a:cubicBezTo>
                    <a:pt x="126312" y="236029"/>
                    <a:pt x="126312" y="229298"/>
                    <a:pt x="126312" y="224339"/>
                  </a:cubicBezTo>
                  <a:lnTo>
                    <a:pt x="126312" y="125143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9567E56-66CE-41F8-4DE2-A12781755CB3}"/>
                </a:ext>
              </a:extLst>
            </p:cNvPr>
            <p:cNvSpPr/>
            <p:nvPr>
              <p:custDataLst>
                <p:tags r:id="rId161"/>
              </p:custDataLst>
            </p:nvPr>
          </p:nvSpPr>
          <p:spPr>
            <a:xfrm>
              <a:off x="11730395" y="5305088"/>
              <a:ext cx="85353" cy="246218"/>
            </a:xfrm>
            <a:custGeom>
              <a:avLst/>
              <a:gdLst>
                <a:gd name="connsiteX0" fmla="*/ 63468 w 85353"/>
                <a:gd name="connsiteY0" fmla="*/ 86881 h 246218"/>
                <a:gd name="connsiteX1" fmla="*/ 1327 w 85353"/>
                <a:gd name="connsiteY1" fmla="*/ 89715 h 246218"/>
                <a:gd name="connsiteX2" fmla="*/ 1327 w 85353"/>
                <a:gd name="connsiteY2" fmla="*/ 106366 h 246218"/>
                <a:gd name="connsiteX3" fmla="*/ 24898 w 85353"/>
                <a:gd name="connsiteY3" fmla="*/ 120183 h 246218"/>
                <a:gd name="connsiteX4" fmla="*/ 24898 w 85353"/>
                <a:gd name="connsiteY4" fmla="*/ 229653 h 246218"/>
                <a:gd name="connsiteX5" fmla="*/ 256 w 85353"/>
                <a:gd name="connsiteY5" fmla="*/ 229653 h 246218"/>
                <a:gd name="connsiteX6" fmla="*/ 256 w 85353"/>
                <a:gd name="connsiteY6" fmla="*/ 246303 h 246218"/>
                <a:gd name="connsiteX7" fmla="*/ 43826 w 85353"/>
                <a:gd name="connsiteY7" fmla="*/ 245241 h 246218"/>
                <a:gd name="connsiteX8" fmla="*/ 85610 w 85353"/>
                <a:gd name="connsiteY8" fmla="*/ 246303 h 246218"/>
                <a:gd name="connsiteX9" fmla="*/ 85610 w 85353"/>
                <a:gd name="connsiteY9" fmla="*/ 229653 h 246218"/>
                <a:gd name="connsiteX10" fmla="*/ 63468 w 85353"/>
                <a:gd name="connsiteY10" fmla="*/ 229653 h 246218"/>
                <a:gd name="connsiteX11" fmla="*/ 63468 w 85353"/>
                <a:gd name="connsiteY11" fmla="*/ 86881 h 246218"/>
                <a:gd name="connsiteX12" fmla="*/ 67039 w 85353"/>
                <a:gd name="connsiteY12" fmla="*/ 27718 h 246218"/>
                <a:gd name="connsiteX13" fmla="*/ 39183 w 85353"/>
                <a:gd name="connsiteY13" fmla="*/ 85 h 246218"/>
                <a:gd name="connsiteX14" fmla="*/ 11327 w 85353"/>
                <a:gd name="connsiteY14" fmla="*/ 27718 h 246218"/>
                <a:gd name="connsiteX15" fmla="*/ 39183 w 85353"/>
                <a:gd name="connsiteY15" fmla="*/ 55351 h 246218"/>
                <a:gd name="connsiteX16" fmla="*/ 67039 w 85353"/>
                <a:gd name="connsiteY16" fmla="*/ 27718 h 246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5353" h="246218">
                  <a:moveTo>
                    <a:pt x="63468" y="86881"/>
                  </a:moveTo>
                  <a:lnTo>
                    <a:pt x="1327" y="89715"/>
                  </a:lnTo>
                  <a:lnTo>
                    <a:pt x="1327" y="106366"/>
                  </a:lnTo>
                  <a:cubicBezTo>
                    <a:pt x="22398" y="106366"/>
                    <a:pt x="24898" y="106366"/>
                    <a:pt x="24898" y="120183"/>
                  </a:cubicBezTo>
                  <a:lnTo>
                    <a:pt x="24898" y="229653"/>
                  </a:lnTo>
                  <a:lnTo>
                    <a:pt x="256" y="229653"/>
                  </a:lnTo>
                  <a:lnTo>
                    <a:pt x="256" y="246303"/>
                  </a:lnTo>
                  <a:cubicBezTo>
                    <a:pt x="11327" y="245949"/>
                    <a:pt x="28826" y="245241"/>
                    <a:pt x="43826" y="245241"/>
                  </a:cubicBezTo>
                  <a:cubicBezTo>
                    <a:pt x="54539" y="245241"/>
                    <a:pt x="72753" y="245949"/>
                    <a:pt x="85610" y="246303"/>
                  </a:cubicBezTo>
                  <a:lnTo>
                    <a:pt x="85610" y="229653"/>
                  </a:lnTo>
                  <a:lnTo>
                    <a:pt x="63468" y="229653"/>
                  </a:lnTo>
                  <a:lnTo>
                    <a:pt x="63468" y="86881"/>
                  </a:lnTo>
                  <a:close/>
                  <a:moveTo>
                    <a:pt x="67039" y="27718"/>
                  </a:moveTo>
                  <a:cubicBezTo>
                    <a:pt x="67039" y="12130"/>
                    <a:pt x="54182" y="85"/>
                    <a:pt x="39183" y="85"/>
                  </a:cubicBezTo>
                  <a:cubicBezTo>
                    <a:pt x="23826" y="85"/>
                    <a:pt x="11327" y="12484"/>
                    <a:pt x="11327" y="27718"/>
                  </a:cubicBezTo>
                  <a:cubicBezTo>
                    <a:pt x="11327" y="42952"/>
                    <a:pt x="23826" y="55351"/>
                    <a:pt x="39183" y="55351"/>
                  </a:cubicBezTo>
                  <a:cubicBezTo>
                    <a:pt x="54182" y="55351"/>
                    <a:pt x="67039" y="43306"/>
                    <a:pt x="67039" y="27718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F495EE3D-5D3A-D38F-0F8D-488462D1B42B}"/>
                </a:ext>
              </a:extLst>
            </p:cNvPr>
            <p:cNvSpPr/>
            <p:nvPr>
              <p:custDataLst>
                <p:tags r:id="rId162"/>
              </p:custDataLst>
            </p:nvPr>
          </p:nvSpPr>
          <p:spPr>
            <a:xfrm>
              <a:off x="11838192" y="5449454"/>
              <a:ext cx="84496" cy="157473"/>
            </a:xfrm>
            <a:custGeom>
              <a:avLst/>
              <a:gdLst>
                <a:gd name="connsiteX0" fmla="*/ 51257 w 84496"/>
                <a:gd name="connsiteY0" fmla="*/ 57124 h 157473"/>
                <a:gd name="connsiteX1" fmla="*/ 76756 w 84496"/>
                <a:gd name="connsiteY1" fmla="*/ 57124 h 157473"/>
                <a:gd name="connsiteX2" fmla="*/ 84756 w 84496"/>
                <a:gd name="connsiteY2" fmla="*/ 51668 h 157473"/>
                <a:gd name="connsiteX3" fmla="*/ 77256 w 84496"/>
                <a:gd name="connsiteY3" fmla="*/ 48196 h 157473"/>
                <a:gd name="connsiteX4" fmla="*/ 53507 w 84496"/>
                <a:gd name="connsiteY4" fmla="*/ 48196 h 157473"/>
                <a:gd name="connsiteX5" fmla="*/ 62757 w 84496"/>
                <a:gd name="connsiteY5" fmla="*/ 11494 h 157473"/>
                <a:gd name="connsiteX6" fmla="*/ 63507 w 84496"/>
                <a:gd name="connsiteY6" fmla="*/ 8022 h 157473"/>
                <a:gd name="connsiteX7" fmla="*/ 55007 w 84496"/>
                <a:gd name="connsiteY7" fmla="*/ 86 h 157473"/>
                <a:gd name="connsiteX8" fmla="*/ 43257 w 84496"/>
                <a:gd name="connsiteY8" fmla="*/ 10750 h 157473"/>
                <a:gd name="connsiteX9" fmla="*/ 33758 w 84496"/>
                <a:gd name="connsiteY9" fmla="*/ 48196 h 157473"/>
                <a:gd name="connsiteX10" fmla="*/ 8259 w 84496"/>
                <a:gd name="connsiteY10" fmla="*/ 48196 h 157473"/>
                <a:gd name="connsiteX11" fmla="*/ 259 w 84496"/>
                <a:gd name="connsiteY11" fmla="*/ 53652 h 157473"/>
                <a:gd name="connsiteX12" fmla="*/ 7759 w 84496"/>
                <a:gd name="connsiteY12" fmla="*/ 57124 h 157473"/>
                <a:gd name="connsiteX13" fmla="*/ 31508 w 84496"/>
                <a:gd name="connsiteY13" fmla="*/ 57124 h 157473"/>
                <a:gd name="connsiteX14" fmla="*/ 16758 w 84496"/>
                <a:gd name="connsiteY14" fmla="*/ 115650 h 157473"/>
                <a:gd name="connsiteX15" fmla="*/ 13009 w 84496"/>
                <a:gd name="connsiteY15" fmla="*/ 134001 h 157473"/>
                <a:gd name="connsiteX16" fmla="*/ 39758 w 84496"/>
                <a:gd name="connsiteY16" fmla="*/ 157560 h 157473"/>
                <a:gd name="connsiteX17" fmla="*/ 83256 w 84496"/>
                <a:gd name="connsiteY17" fmla="*/ 119617 h 157473"/>
                <a:gd name="connsiteX18" fmla="*/ 79256 w 84496"/>
                <a:gd name="connsiteY18" fmla="*/ 116394 h 157473"/>
                <a:gd name="connsiteX19" fmla="*/ 74006 w 84496"/>
                <a:gd name="connsiteY19" fmla="*/ 121105 h 157473"/>
                <a:gd name="connsiteX20" fmla="*/ 40507 w 84496"/>
                <a:gd name="connsiteY20" fmla="*/ 150616 h 157473"/>
                <a:gd name="connsiteX21" fmla="*/ 31758 w 84496"/>
                <a:gd name="connsiteY21" fmla="*/ 138465 h 157473"/>
                <a:gd name="connsiteX22" fmla="*/ 33258 w 84496"/>
                <a:gd name="connsiteY22" fmla="*/ 128297 h 157473"/>
                <a:gd name="connsiteX23" fmla="*/ 51257 w 84496"/>
                <a:gd name="connsiteY23" fmla="*/ 57124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4496" h="157473">
                  <a:moveTo>
                    <a:pt x="51257" y="57124"/>
                  </a:moveTo>
                  <a:lnTo>
                    <a:pt x="76756" y="57124"/>
                  </a:lnTo>
                  <a:cubicBezTo>
                    <a:pt x="81506" y="57124"/>
                    <a:pt x="84756" y="57124"/>
                    <a:pt x="84756" y="51668"/>
                  </a:cubicBezTo>
                  <a:cubicBezTo>
                    <a:pt x="84756" y="48196"/>
                    <a:pt x="81506" y="48196"/>
                    <a:pt x="77256" y="48196"/>
                  </a:cubicBezTo>
                  <a:lnTo>
                    <a:pt x="53507" y="48196"/>
                  </a:lnTo>
                  <a:lnTo>
                    <a:pt x="62757" y="11494"/>
                  </a:lnTo>
                  <a:cubicBezTo>
                    <a:pt x="63007" y="10254"/>
                    <a:pt x="63507" y="9014"/>
                    <a:pt x="63507" y="8022"/>
                  </a:cubicBezTo>
                  <a:cubicBezTo>
                    <a:pt x="63507" y="3558"/>
                    <a:pt x="60007" y="86"/>
                    <a:pt x="55007" y="86"/>
                  </a:cubicBezTo>
                  <a:cubicBezTo>
                    <a:pt x="48757" y="86"/>
                    <a:pt x="45007" y="4302"/>
                    <a:pt x="43257" y="10750"/>
                  </a:cubicBezTo>
                  <a:cubicBezTo>
                    <a:pt x="41507" y="16950"/>
                    <a:pt x="44757" y="5046"/>
                    <a:pt x="33758" y="48196"/>
                  </a:cubicBezTo>
                  <a:lnTo>
                    <a:pt x="8259" y="48196"/>
                  </a:lnTo>
                  <a:cubicBezTo>
                    <a:pt x="3509" y="48196"/>
                    <a:pt x="259" y="48196"/>
                    <a:pt x="259" y="53652"/>
                  </a:cubicBezTo>
                  <a:cubicBezTo>
                    <a:pt x="259" y="57124"/>
                    <a:pt x="3259" y="57124"/>
                    <a:pt x="7759" y="57124"/>
                  </a:cubicBezTo>
                  <a:lnTo>
                    <a:pt x="31508" y="57124"/>
                  </a:lnTo>
                  <a:lnTo>
                    <a:pt x="16758" y="115650"/>
                  </a:lnTo>
                  <a:cubicBezTo>
                    <a:pt x="15258" y="121849"/>
                    <a:pt x="13009" y="130777"/>
                    <a:pt x="13009" y="134001"/>
                  </a:cubicBezTo>
                  <a:cubicBezTo>
                    <a:pt x="13009" y="148632"/>
                    <a:pt x="25508" y="157560"/>
                    <a:pt x="39758" y="157560"/>
                  </a:cubicBezTo>
                  <a:cubicBezTo>
                    <a:pt x="67506" y="157560"/>
                    <a:pt x="83256" y="122841"/>
                    <a:pt x="83256" y="119617"/>
                  </a:cubicBezTo>
                  <a:cubicBezTo>
                    <a:pt x="83256" y="116394"/>
                    <a:pt x="80006" y="116394"/>
                    <a:pt x="79256" y="116394"/>
                  </a:cubicBezTo>
                  <a:cubicBezTo>
                    <a:pt x="76256" y="116394"/>
                    <a:pt x="76006" y="116889"/>
                    <a:pt x="74006" y="121105"/>
                  </a:cubicBezTo>
                  <a:cubicBezTo>
                    <a:pt x="67006" y="136729"/>
                    <a:pt x="54257" y="150616"/>
                    <a:pt x="40507" y="150616"/>
                  </a:cubicBezTo>
                  <a:cubicBezTo>
                    <a:pt x="35258" y="150616"/>
                    <a:pt x="31758" y="147392"/>
                    <a:pt x="31758" y="138465"/>
                  </a:cubicBezTo>
                  <a:cubicBezTo>
                    <a:pt x="31758" y="135985"/>
                    <a:pt x="32758" y="130777"/>
                    <a:pt x="33258" y="128297"/>
                  </a:cubicBezTo>
                  <a:lnTo>
                    <a:pt x="51257" y="57124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50562F5C-EC5A-42B9-9162-F013CFDC17A1}"/>
                </a:ext>
              </a:extLst>
            </p:cNvPr>
            <p:cNvSpPr/>
            <p:nvPr>
              <p:custDataLst>
                <p:tags r:id="rId163"/>
              </p:custDataLst>
            </p:nvPr>
          </p:nvSpPr>
          <p:spPr>
            <a:xfrm>
              <a:off x="12056005" y="5386571"/>
              <a:ext cx="131780" cy="152691"/>
            </a:xfrm>
            <a:custGeom>
              <a:avLst/>
              <a:gdLst>
                <a:gd name="connsiteX0" fmla="*/ 75262 w 131780"/>
                <a:gd name="connsiteY0" fmla="*/ 13547 h 152691"/>
                <a:gd name="connsiteX1" fmla="*/ 66334 w 131780"/>
                <a:gd name="connsiteY1" fmla="*/ 85 h 152691"/>
                <a:gd name="connsiteX2" fmla="*/ 57048 w 131780"/>
                <a:gd name="connsiteY2" fmla="*/ 9296 h 152691"/>
                <a:gd name="connsiteX3" fmla="*/ 57048 w 131780"/>
                <a:gd name="connsiteY3" fmla="*/ 13901 h 152691"/>
                <a:gd name="connsiteX4" fmla="*/ 62048 w 131780"/>
                <a:gd name="connsiteY4" fmla="*/ 68813 h 152691"/>
                <a:gd name="connsiteX5" fmla="*/ 16336 w 131780"/>
                <a:gd name="connsiteY5" fmla="*/ 35866 h 152691"/>
                <a:gd name="connsiteX6" fmla="*/ 9907 w 131780"/>
                <a:gd name="connsiteY6" fmla="*/ 33386 h 152691"/>
                <a:gd name="connsiteX7" fmla="*/ 265 w 131780"/>
                <a:gd name="connsiteY7" fmla="*/ 43306 h 152691"/>
                <a:gd name="connsiteX8" fmla="*/ 7407 w 131780"/>
                <a:gd name="connsiteY8" fmla="*/ 52163 h 152691"/>
                <a:gd name="connsiteX9" fmla="*/ 58120 w 131780"/>
                <a:gd name="connsiteY9" fmla="*/ 76253 h 152691"/>
                <a:gd name="connsiteX10" fmla="*/ 8836 w 131780"/>
                <a:gd name="connsiteY10" fmla="*/ 99989 h 152691"/>
                <a:gd name="connsiteX11" fmla="*/ 265 w 131780"/>
                <a:gd name="connsiteY11" fmla="*/ 109555 h 152691"/>
                <a:gd name="connsiteX12" fmla="*/ 9907 w 131780"/>
                <a:gd name="connsiteY12" fmla="*/ 119474 h 152691"/>
                <a:gd name="connsiteX13" fmla="*/ 22050 w 131780"/>
                <a:gd name="connsiteY13" fmla="*/ 112743 h 152691"/>
                <a:gd name="connsiteX14" fmla="*/ 62048 w 131780"/>
                <a:gd name="connsiteY14" fmla="*/ 84047 h 152691"/>
                <a:gd name="connsiteX15" fmla="*/ 56691 w 131780"/>
                <a:gd name="connsiteY15" fmla="*/ 143565 h 152691"/>
                <a:gd name="connsiteX16" fmla="*/ 65976 w 131780"/>
                <a:gd name="connsiteY16" fmla="*/ 152776 h 152691"/>
                <a:gd name="connsiteX17" fmla="*/ 75619 w 131780"/>
                <a:gd name="connsiteY17" fmla="*/ 143565 h 152691"/>
                <a:gd name="connsiteX18" fmla="*/ 70262 w 131780"/>
                <a:gd name="connsiteY18" fmla="*/ 84047 h 152691"/>
                <a:gd name="connsiteX19" fmla="*/ 115974 w 131780"/>
                <a:gd name="connsiteY19" fmla="*/ 116994 h 152691"/>
                <a:gd name="connsiteX20" fmla="*/ 122403 w 131780"/>
                <a:gd name="connsiteY20" fmla="*/ 119474 h 152691"/>
                <a:gd name="connsiteX21" fmla="*/ 132045 w 131780"/>
                <a:gd name="connsiteY21" fmla="*/ 109555 h 152691"/>
                <a:gd name="connsiteX22" fmla="*/ 124546 w 131780"/>
                <a:gd name="connsiteY22" fmla="*/ 100344 h 152691"/>
                <a:gd name="connsiteX23" fmla="*/ 74190 w 131780"/>
                <a:gd name="connsiteY23" fmla="*/ 76607 h 152691"/>
                <a:gd name="connsiteX24" fmla="*/ 123474 w 131780"/>
                <a:gd name="connsiteY24" fmla="*/ 52871 h 152691"/>
                <a:gd name="connsiteX25" fmla="*/ 132045 w 131780"/>
                <a:gd name="connsiteY25" fmla="*/ 43306 h 152691"/>
                <a:gd name="connsiteX26" fmla="*/ 122403 w 131780"/>
                <a:gd name="connsiteY26" fmla="*/ 33386 h 152691"/>
                <a:gd name="connsiteX27" fmla="*/ 110260 w 131780"/>
                <a:gd name="connsiteY27" fmla="*/ 40117 h 152691"/>
                <a:gd name="connsiteX28" fmla="*/ 70262 w 131780"/>
                <a:gd name="connsiteY28" fmla="*/ 68813 h 152691"/>
                <a:gd name="connsiteX29" fmla="*/ 75262 w 131780"/>
                <a:gd name="connsiteY29" fmla="*/ 13547 h 152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1780" h="152691">
                  <a:moveTo>
                    <a:pt x="75262" y="13547"/>
                  </a:moveTo>
                  <a:cubicBezTo>
                    <a:pt x="75619" y="8587"/>
                    <a:pt x="75619" y="85"/>
                    <a:pt x="66334" y="85"/>
                  </a:cubicBezTo>
                  <a:cubicBezTo>
                    <a:pt x="60620" y="85"/>
                    <a:pt x="55977" y="4690"/>
                    <a:pt x="57048" y="9296"/>
                  </a:cubicBezTo>
                  <a:lnTo>
                    <a:pt x="57048" y="13901"/>
                  </a:lnTo>
                  <a:lnTo>
                    <a:pt x="62048" y="68813"/>
                  </a:lnTo>
                  <a:lnTo>
                    <a:pt x="16336" y="35866"/>
                  </a:lnTo>
                  <a:cubicBezTo>
                    <a:pt x="13121" y="34095"/>
                    <a:pt x="12407" y="33386"/>
                    <a:pt x="9907" y="33386"/>
                  </a:cubicBezTo>
                  <a:cubicBezTo>
                    <a:pt x="4907" y="33386"/>
                    <a:pt x="265" y="38346"/>
                    <a:pt x="265" y="43306"/>
                  </a:cubicBezTo>
                  <a:cubicBezTo>
                    <a:pt x="265" y="48974"/>
                    <a:pt x="3836" y="50391"/>
                    <a:pt x="7407" y="52163"/>
                  </a:cubicBezTo>
                  <a:lnTo>
                    <a:pt x="58120" y="76253"/>
                  </a:lnTo>
                  <a:lnTo>
                    <a:pt x="8836" y="99989"/>
                  </a:lnTo>
                  <a:cubicBezTo>
                    <a:pt x="3122" y="102823"/>
                    <a:pt x="265" y="104241"/>
                    <a:pt x="265" y="109555"/>
                  </a:cubicBezTo>
                  <a:cubicBezTo>
                    <a:pt x="265" y="114869"/>
                    <a:pt x="4907" y="119474"/>
                    <a:pt x="9907" y="119474"/>
                  </a:cubicBezTo>
                  <a:cubicBezTo>
                    <a:pt x="12407" y="119474"/>
                    <a:pt x="13121" y="119474"/>
                    <a:pt x="22050" y="112743"/>
                  </a:cubicBezTo>
                  <a:lnTo>
                    <a:pt x="62048" y="84047"/>
                  </a:lnTo>
                  <a:lnTo>
                    <a:pt x="56691" y="143565"/>
                  </a:lnTo>
                  <a:cubicBezTo>
                    <a:pt x="56691" y="151004"/>
                    <a:pt x="63119" y="152776"/>
                    <a:pt x="65976" y="152776"/>
                  </a:cubicBezTo>
                  <a:cubicBezTo>
                    <a:pt x="70262" y="152776"/>
                    <a:pt x="75619" y="150296"/>
                    <a:pt x="75619" y="143565"/>
                  </a:cubicBezTo>
                  <a:lnTo>
                    <a:pt x="70262" y="84047"/>
                  </a:lnTo>
                  <a:lnTo>
                    <a:pt x="115974" y="116994"/>
                  </a:lnTo>
                  <a:cubicBezTo>
                    <a:pt x="119189" y="118766"/>
                    <a:pt x="119903" y="119474"/>
                    <a:pt x="122403" y="119474"/>
                  </a:cubicBezTo>
                  <a:cubicBezTo>
                    <a:pt x="127403" y="119474"/>
                    <a:pt x="132045" y="114514"/>
                    <a:pt x="132045" y="109555"/>
                  </a:cubicBezTo>
                  <a:cubicBezTo>
                    <a:pt x="132045" y="104241"/>
                    <a:pt x="128831" y="102469"/>
                    <a:pt x="124546" y="100344"/>
                  </a:cubicBezTo>
                  <a:cubicBezTo>
                    <a:pt x="103118" y="89715"/>
                    <a:pt x="102404" y="89715"/>
                    <a:pt x="74190" y="76607"/>
                  </a:cubicBezTo>
                  <a:lnTo>
                    <a:pt x="123474" y="52871"/>
                  </a:lnTo>
                  <a:cubicBezTo>
                    <a:pt x="129188" y="50037"/>
                    <a:pt x="132045" y="48620"/>
                    <a:pt x="132045" y="43306"/>
                  </a:cubicBezTo>
                  <a:cubicBezTo>
                    <a:pt x="132045" y="37992"/>
                    <a:pt x="127403" y="33386"/>
                    <a:pt x="122403" y="33386"/>
                  </a:cubicBezTo>
                  <a:cubicBezTo>
                    <a:pt x="119903" y="33386"/>
                    <a:pt x="119189" y="33386"/>
                    <a:pt x="110260" y="40117"/>
                  </a:cubicBezTo>
                  <a:lnTo>
                    <a:pt x="70262" y="68813"/>
                  </a:lnTo>
                  <a:lnTo>
                    <a:pt x="75262" y="13547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C0DFB53A-26BA-C3EE-1AF2-77169EF4172D}"/>
                </a:ext>
              </a:extLst>
            </p:cNvPr>
            <p:cNvSpPr/>
            <p:nvPr>
              <p:custDataLst>
                <p:tags r:id="rId164"/>
              </p:custDataLst>
            </p:nvPr>
          </p:nvSpPr>
          <p:spPr>
            <a:xfrm>
              <a:off x="12322342" y="5309733"/>
              <a:ext cx="118923" cy="32947"/>
            </a:xfrm>
            <a:custGeom>
              <a:avLst/>
              <a:gdLst>
                <a:gd name="connsiteX0" fmla="*/ 119196 w 118923"/>
                <a:gd name="connsiteY0" fmla="*/ 5399 h 32947"/>
                <a:gd name="connsiteX1" fmla="*/ 113482 w 118923"/>
                <a:gd name="connsiteY1" fmla="*/ 85 h 32947"/>
                <a:gd name="connsiteX2" fmla="*/ 84197 w 118923"/>
                <a:gd name="connsiteY2" fmla="*/ 17090 h 32947"/>
                <a:gd name="connsiteX3" fmla="*/ 60984 w 118923"/>
                <a:gd name="connsiteY3" fmla="*/ 8233 h 32947"/>
                <a:gd name="connsiteX4" fmla="*/ 38842 w 118923"/>
                <a:gd name="connsiteY4" fmla="*/ 85 h 32947"/>
                <a:gd name="connsiteX5" fmla="*/ 272 w 118923"/>
                <a:gd name="connsiteY5" fmla="*/ 27718 h 32947"/>
                <a:gd name="connsiteX6" fmla="*/ 5986 w 118923"/>
                <a:gd name="connsiteY6" fmla="*/ 33032 h 32947"/>
                <a:gd name="connsiteX7" fmla="*/ 35271 w 118923"/>
                <a:gd name="connsiteY7" fmla="*/ 16027 h 32947"/>
                <a:gd name="connsiteX8" fmla="*/ 58484 w 118923"/>
                <a:gd name="connsiteY8" fmla="*/ 24884 h 32947"/>
                <a:gd name="connsiteX9" fmla="*/ 80626 w 118923"/>
                <a:gd name="connsiteY9" fmla="*/ 33032 h 32947"/>
                <a:gd name="connsiteX10" fmla="*/ 119196 w 118923"/>
                <a:gd name="connsiteY10" fmla="*/ 5399 h 3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923" h="32947">
                  <a:moveTo>
                    <a:pt x="119196" y="5399"/>
                  </a:moveTo>
                  <a:lnTo>
                    <a:pt x="113482" y="85"/>
                  </a:lnTo>
                  <a:cubicBezTo>
                    <a:pt x="113482" y="439"/>
                    <a:pt x="99911" y="17090"/>
                    <a:pt x="84197" y="17090"/>
                  </a:cubicBezTo>
                  <a:cubicBezTo>
                    <a:pt x="75983" y="17090"/>
                    <a:pt x="67055" y="11776"/>
                    <a:pt x="60984" y="8233"/>
                  </a:cubicBezTo>
                  <a:cubicBezTo>
                    <a:pt x="51341" y="2564"/>
                    <a:pt x="44913" y="85"/>
                    <a:pt x="38842" y="85"/>
                  </a:cubicBezTo>
                  <a:cubicBezTo>
                    <a:pt x="25271" y="85"/>
                    <a:pt x="18486" y="7879"/>
                    <a:pt x="272" y="27718"/>
                  </a:cubicBezTo>
                  <a:lnTo>
                    <a:pt x="5986" y="33032"/>
                  </a:lnTo>
                  <a:cubicBezTo>
                    <a:pt x="5986" y="32678"/>
                    <a:pt x="19557" y="16027"/>
                    <a:pt x="35271" y="16027"/>
                  </a:cubicBezTo>
                  <a:cubicBezTo>
                    <a:pt x="43485" y="16027"/>
                    <a:pt x="52413" y="21341"/>
                    <a:pt x="58484" y="24884"/>
                  </a:cubicBezTo>
                  <a:cubicBezTo>
                    <a:pt x="68126" y="30552"/>
                    <a:pt x="74555" y="33032"/>
                    <a:pt x="80626" y="33032"/>
                  </a:cubicBezTo>
                  <a:cubicBezTo>
                    <a:pt x="94197" y="33032"/>
                    <a:pt x="100982" y="25238"/>
                    <a:pt x="119196" y="5399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C41B90FE-FA2B-2602-4861-78691559CF8A}"/>
                </a:ext>
              </a:extLst>
            </p:cNvPr>
            <p:cNvSpPr/>
            <p:nvPr>
              <p:custDataLst>
                <p:tags r:id="rId165"/>
              </p:custDataLst>
            </p:nvPr>
          </p:nvSpPr>
          <p:spPr>
            <a:xfrm>
              <a:off x="12304287" y="5390822"/>
              <a:ext cx="157136" cy="162610"/>
            </a:xfrm>
            <a:custGeom>
              <a:avLst/>
              <a:gdLst>
                <a:gd name="connsiteX0" fmla="*/ 115267 w 157136"/>
                <a:gd name="connsiteY0" fmla="*/ 16381 h 162610"/>
                <a:gd name="connsiteX1" fmla="*/ 108125 w 157136"/>
                <a:gd name="connsiteY1" fmla="*/ 32678 h 162610"/>
                <a:gd name="connsiteX2" fmla="*/ 130267 w 157136"/>
                <a:gd name="connsiteY2" fmla="*/ 54997 h 162610"/>
                <a:gd name="connsiteX3" fmla="*/ 152766 w 157136"/>
                <a:gd name="connsiteY3" fmla="*/ 32678 h 162610"/>
                <a:gd name="connsiteX4" fmla="*/ 90626 w 157136"/>
                <a:gd name="connsiteY4" fmla="*/ 85 h 162610"/>
                <a:gd name="connsiteX5" fmla="*/ 272 w 157136"/>
                <a:gd name="connsiteY5" fmla="*/ 81921 h 162610"/>
                <a:gd name="connsiteX6" fmla="*/ 88840 w 157136"/>
                <a:gd name="connsiteY6" fmla="*/ 162695 h 162610"/>
                <a:gd name="connsiteX7" fmla="*/ 157409 w 157136"/>
                <a:gd name="connsiteY7" fmla="*/ 119120 h 162610"/>
                <a:gd name="connsiteX8" fmla="*/ 148837 w 157136"/>
                <a:gd name="connsiteY8" fmla="*/ 114160 h 162610"/>
                <a:gd name="connsiteX9" fmla="*/ 140266 w 157136"/>
                <a:gd name="connsiteY9" fmla="*/ 119474 h 162610"/>
                <a:gd name="connsiteX10" fmla="*/ 95625 w 157136"/>
                <a:gd name="connsiteY10" fmla="*/ 148524 h 162610"/>
                <a:gd name="connsiteX11" fmla="*/ 45984 w 157136"/>
                <a:gd name="connsiteY11" fmla="*/ 80150 h 162610"/>
                <a:gd name="connsiteX12" fmla="*/ 92054 w 157136"/>
                <a:gd name="connsiteY12" fmla="*/ 14256 h 162610"/>
                <a:gd name="connsiteX13" fmla="*/ 115267 w 157136"/>
                <a:gd name="connsiteY13" fmla="*/ 16381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136" h="162610">
                  <a:moveTo>
                    <a:pt x="115267" y="16381"/>
                  </a:moveTo>
                  <a:cubicBezTo>
                    <a:pt x="108839" y="22050"/>
                    <a:pt x="108125" y="29489"/>
                    <a:pt x="108125" y="32678"/>
                  </a:cubicBezTo>
                  <a:cubicBezTo>
                    <a:pt x="108125" y="48266"/>
                    <a:pt x="120624" y="54997"/>
                    <a:pt x="130267" y="54997"/>
                  </a:cubicBezTo>
                  <a:cubicBezTo>
                    <a:pt x="141338" y="54997"/>
                    <a:pt x="152766" y="47557"/>
                    <a:pt x="152766" y="32678"/>
                  </a:cubicBezTo>
                  <a:cubicBezTo>
                    <a:pt x="152766" y="2210"/>
                    <a:pt x="111339" y="85"/>
                    <a:pt x="90626" y="85"/>
                  </a:cubicBezTo>
                  <a:cubicBezTo>
                    <a:pt x="26700" y="85"/>
                    <a:pt x="272" y="40826"/>
                    <a:pt x="272" y="81921"/>
                  </a:cubicBezTo>
                  <a:cubicBezTo>
                    <a:pt x="272" y="129039"/>
                    <a:pt x="33842" y="162695"/>
                    <a:pt x="88840" y="162695"/>
                  </a:cubicBezTo>
                  <a:cubicBezTo>
                    <a:pt x="146695" y="162695"/>
                    <a:pt x="157409" y="121600"/>
                    <a:pt x="157409" y="119120"/>
                  </a:cubicBezTo>
                  <a:cubicBezTo>
                    <a:pt x="157409" y="114160"/>
                    <a:pt x="152409" y="114160"/>
                    <a:pt x="148837" y="114160"/>
                  </a:cubicBezTo>
                  <a:cubicBezTo>
                    <a:pt x="142409" y="114160"/>
                    <a:pt x="142052" y="114869"/>
                    <a:pt x="140266" y="119474"/>
                  </a:cubicBezTo>
                  <a:cubicBezTo>
                    <a:pt x="130981" y="141793"/>
                    <a:pt x="113839" y="148524"/>
                    <a:pt x="95625" y="148524"/>
                  </a:cubicBezTo>
                  <a:cubicBezTo>
                    <a:pt x="45984" y="148524"/>
                    <a:pt x="45984" y="96447"/>
                    <a:pt x="45984" y="80150"/>
                  </a:cubicBezTo>
                  <a:cubicBezTo>
                    <a:pt x="45984" y="60311"/>
                    <a:pt x="45984" y="14256"/>
                    <a:pt x="92054" y="14256"/>
                  </a:cubicBezTo>
                  <a:cubicBezTo>
                    <a:pt x="104554" y="14256"/>
                    <a:pt x="110625" y="15318"/>
                    <a:pt x="115267" y="16381"/>
                  </a:cubicBez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611FB0AE-E3E7-A840-C907-3198748C8F93}"/>
                </a:ext>
              </a:extLst>
            </p:cNvPr>
            <p:cNvSpPr/>
            <p:nvPr>
              <p:custDataLst>
                <p:tags r:id="rId166"/>
              </p:custDataLst>
            </p:nvPr>
          </p:nvSpPr>
          <p:spPr>
            <a:xfrm>
              <a:off x="12483747" y="5449454"/>
              <a:ext cx="84496" cy="157473"/>
            </a:xfrm>
            <a:custGeom>
              <a:avLst/>
              <a:gdLst>
                <a:gd name="connsiteX0" fmla="*/ 51275 w 84496"/>
                <a:gd name="connsiteY0" fmla="*/ 57124 h 157473"/>
                <a:gd name="connsiteX1" fmla="*/ 76774 w 84496"/>
                <a:gd name="connsiteY1" fmla="*/ 57124 h 157473"/>
                <a:gd name="connsiteX2" fmla="*/ 84774 w 84496"/>
                <a:gd name="connsiteY2" fmla="*/ 51668 h 157473"/>
                <a:gd name="connsiteX3" fmla="*/ 77274 w 84496"/>
                <a:gd name="connsiteY3" fmla="*/ 48196 h 157473"/>
                <a:gd name="connsiteX4" fmla="*/ 53525 w 84496"/>
                <a:gd name="connsiteY4" fmla="*/ 48196 h 157473"/>
                <a:gd name="connsiteX5" fmla="*/ 62775 w 84496"/>
                <a:gd name="connsiteY5" fmla="*/ 11494 h 157473"/>
                <a:gd name="connsiteX6" fmla="*/ 63525 w 84496"/>
                <a:gd name="connsiteY6" fmla="*/ 8022 h 157473"/>
                <a:gd name="connsiteX7" fmla="*/ 55025 w 84496"/>
                <a:gd name="connsiteY7" fmla="*/ 86 h 157473"/>
                <a:gd name="connsiteX8" fmla="*/ 43275 w 84496"/>
                <a:gd name="connsiteY8" fmla="*/ 10750 h 157473"/>
                <a:gd name="connsiteX9" fmla="*/ 33776 w 84496"/>
                <a:gd name="connsiteY9" fmla="*/ 48196 h 157473"/>
                <a:gd name="connsiteX10" fmla="*/ 8277 w 84496"/>
                <a:gd name="connsiteY10" fmla="*/ 48196 h 157473"/>
                <a:gd name="connsiteX11" fmla="*/ 277 w 84496"/>
                <a:gd name="connsiteY11" fmla="*/ 53652 h 157473"/>
                <a:gd name="connsiteX12" fmla="*/ 7777 w 84496"/>
                <a:gd name="connsiteY12" fmla="*/ 57124 h 157473"/>
                <a:gd name="connsiteX13" fmla="*/ 31526 w 84496"/>
                <a:gd name="connsiteY13" fmla="*/ 57124 h 157473"/>
                <a:gd name="connsiteX14" fmla="*/ 16776 w 84496"/>
                <a:gd name="connsiteY14" fmla="*/ 115650 h 157473"/>
                <a:gd name="connsiteX15" fmla="*/ 13027 w 84496"/>
                <a:gd name="connsiteY15" fmla="*/ 134001 h 157473"/>
                <a:gd name="connsiteX16" fmla="*/ 39776 w 84496"/>
                <a:gd name="connsiteY16" fmla="*/ 157560 h 157473"/>
                <a:gd name="connsiteX17" fmla="*/ 83274 w 84496"/>
                <a:gd name="connsiteY17" fmla="*/ 119617 h 157473"/>
                <a:gd name="connsiteX18" fmla="*/ 79274 w 84496"/>
                <a:gd name="connsiteY18" fmla="*/ 116394 h 157473"/>
                <a:gd name="connsiteX19" fmla="*/ 74024 w 84496"/>
                <a:gd name="connsiteY19" fmla="*/ 121105 h 157473"/>
                <a:gd name="connsiteX20" fmla="*/ 40525 w 84496"/>
                <a:gd name="connsiteY20" fmla="*/ 150616 h 157473"/>
                <a:gd name="connsiteX21" fmla="*/ 31776 w 84496"/>
                <a:gd name="connsiteY21" fmla="*/ 138465 h 157473"/>
                <a:gd name="connsiteX22" fmla="*/ 33276 w 84496"/>
                <a:gd name="connsiteY22" fmla="*/ 128297 h 157473"/>
                <a:gd name="connsiteX23" fmla="*/ 51275 w 84496"/>
                <a:gd name="connsiteY23" fmla="*/ 57124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4496" h="157473">
                  <a:moveTo>
                    <a:pt x="51275" y="57124"/>
                  </a:moveTo>
                  <a:lnTo>
                    <a:pt x="76774" y="57124"/>
                  </a:lnTo>
                  <a:cubicBezTo>
                    <a:pt x="81524" y="57124"/>
                    <a:pt x="84774" y="57124"/>
                    <a:pt x="84774" y="51668"/>
                  </a:cubicBezTo>
                  <a:cubicBezTo>
                    <a:pt x="84774" y="48196"/>
                    <a:pt x="81524" y="48196"/>
                    <a:pt x="77274" y="48196"/>
                  </a:cubicBezTo>
                  <a:lnTo>
                    <a:pt x="53525" y="48196"/>
                  </a:lnTo>
                  <a:lnTo>
                    <a:pt x="62775" y="11494"/>
                  </a:lnTo>
                  <a:cubicBezTo>
                    <a:pt x="63025" y="10254"/>
                    <a:pt x="63525" y="9014"/>
                    <a:pt x="63525" y="8022"/>
                  </a:cubicBezTo>
                  <a:cubicBezTo>
                    <a:pt x="63525" y="3558"/>
                    <a:pt x="60025" y="86"/>
                    <a:pt x="55025" y="86"/>
                  </a:cubicBezTo>
                  <a:cubicBezTo>
                    <a:pt x="48775" y="86"/>
                    <a:pt x="45025" y="4302"/>
                    <a:pt x="43275" y="10750"/>
                  </a:cubicBezTo>
                  <a:cubicBezTo>
                    <a:pt x="41525" y="16950"/>
                    <a:pt x="44775" y="5046"/>
                    <a:pt x="33776" y="48196"/>
                  </a:cubicBezTo>
                  <a:lnTo>
                    <a:pt x="8277" y="48196"/>
                  </a:lnTo>
                  <a:cubicBezTo>
                    <a:pt x="3527" y="48196"/>
                    <a:pt x="277" y="48196"/>
                    <a:pt x="277" y="53652"/>
                  </a:cubicBezTo>
                  <a:cubicBezTo>
                    <a:pt x="277" y="57124"/>
                    <a:pt x="3277" y="57124"/>
                    <a:pt x="7777" y="57124"/>
                  </a:cubicBezTo>
                  <a:lnTo>
                    <a:pt x="31526" y="57124"/>
                  </a:lnTo>
                  <a:lnTo>
                    <a:pt x="16776" y="115650"/>
                  </a:lnTo>
                  <a:cubicBezTo>
                    <a:pt x="15277" y="121849"/>
                    <a:pt x="13027" y="130777"/>
                    <a:pt x="13027" y="134001"/>
                  </a:cubicBezTo>
                  <a:cubicBezTo>
                    <a:pt x="13027" y="148632"/>
                    <a:pt x="25526" y="157560"/>
                    <a:pt x="39776" y="157560"/>
                  </a:cubicBezTo>
                  <a:cubicBezTo>
                    <a:pt x="67524" y="157560"/>
                    <a:pt x="83274" y="122841"/>
                    <a:pt x="83274" y="119617"/>
                  </a:cubicBezTo>
                  <a:cubicBezTo>
                    <a:pt x="83274" y="116394"/>
                    <a:pt x="80024" y="116394"/>
                    <a:pt x="79274" y="116394"/>
                  </a:cubicBezTo>
                  <a:cubicBezTo>
                    <a:pt x="76274" y="116394"/>
                    <a:pt x="76024" y="116889"/>
                    <a:pt x="74024" y="121105"/>
                  </a:cubicBezTo>
                  <a:cubicBezTo>
                    <a:pt x="67024" y="136729"/>
                    <a:pt x="54275" y="150616"/>
                    <a:pt x="40525" y="150616"/>
                  </a:cubicBezTo>
                  <a:cubicBezTo>
                    <a:pt x="35276" y="150616"/>
                    <a:pt x="31776" y="147392"/>
                    <a:pt x="31776" y="138465"/>
                  </a:cubicBezTo>
                  <a:cubicBezTo>
                    <a:pt x="31776" y="135985"/>
                    <a:pt x="32776" y="130777"/>
                    <a:pt x="33276" y="128297"/>
                  </a:cubicBezTo>
                  <a:lnTo>
                    <a:pt x="51275" y="57124"/>
                  </a:lnTo>
                  <a:close/>
                </a:path>
              </a:pathLst>
            </a:custGeom>
            <a:solidFill>
              <a:srgbClr val="000000"/>
            </a:solidFill>
            <a:ln w="35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grpSp>
        <p:nvGrpSpPr>
          <p:cNvPr id="91" name="Group 90" descr="\documentclass{article}&#10;\usepackage{amsmath,amssymb}&#10;\pagestyle{empty}&#10;\begin{document}&#10;&#10;\newcommand{\score}{\textrm{score}}&#10;\newcommand{\classify}{\textrm{classify}}&#10;\newcommand{\bx}{\mathbf{x}}&#10;&#10;\begin{align*}&#10;\mathbf{o}_t = \sigma\left(\mathbf{W}_\textit{o}[\mathbf{x}_t; \mathbf{h}_{t-1}] + \mathbf{b}_\textit{o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F7872732-BF91-0FC0-9809-6F7CD7D5F31F}"/>
              </a:ext>
            </a:extLst>
          </p:cNvPr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868006" y="4895885"/>
            <a:ext cx="4126657" cy="345414"/>
            <a:chOff x="9369279" y="7502585"/>
            <a:chExt cx="4126657" cy="345414"/>
          </a:xfrm>
        </p:grpSpPr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04B66180-43F2-9152-4AA7-0BCFFB964FD7}"/>
                </a:ext>
              </a:extLst>
            </p:cNvPr>
            <p:cNvSpPr/>
            <p:nvPr>
              <p:custDataLst>
                <p:tags r:id="rId130"/>
              </p:custDataLst>
            </p:nvPr>
          </p:nvSpPr>
          <p:spPr>
            <a:xfrm>
              <a:off x="9369279" y="7605174"/>
              <a:ext cx="180678" cy="158545"/>
            </a:xfrm>
            <a:custGeom>
              <a:avLst/>
              <a:gdLst>
                <a:gd name="connsiteX0" fmla="*/ 180853 w 180678"/>
                <a:gd name="connsiteY0" fmla="*/ 81257 h 158545"/>
                <a:gd name="connsiteX1" fmla="*/ 90514 w 180678"/>
                <a:gd name="connsiteY1" fmla="*/ 85 h 158545"/>
                <a:gd name="connsiteX2" fmla="*/ 175 w 180678"/>
                <a:gd name="connsiteY2" fmla="*/ 81257 h 158545"/>
                <a:gd name="connsiteX3" fmla="*/ 90514 w 180678"/>
                <a:gd name="connsiteY3" fmla="*/ 158630 h 158545"/>
                <a:gd name="connsiteX4" fmla="*/ 180853 w 180678"/>
                <a:gd name="connsiteY4" fmla="*/ 81257 h 158545"/>
                <a:gd name="connsiteX5" fmla="*/ 90514 w 180678"/>
                <a:gd name="connsiteY5" fmla="*/ 144813 h 158545"/>
                <a:gd name="connsiteX6" fmla="*/ 45522 w 180678"/>
                <a:gd name="connsiteY6" fmla="*/ 77458 h 158545"/>
                <a:gd name="connsiteX7" fmla="*/ 51544 w 180678"/>
                <a:gd name="connsiteY7" fmla="*/ 32554 h 158545"/>
                <a:gd name="connsiteX8" fmla="*/ 90514 w 180678"/>
                <a:gd name="connsiteY8" fmla="*/ 12520 h 158545"/>
                <a:gd name="connsiteX9" fmla="*/ 128067 w 180678"/>
                <a:gd name="connsiteY9" fmla="*/ 30136 h 158545"/>
                <a:gd name="connsiteX10" fmla="*/ 135507 w 180678"/>
                <a:gd name="connsiteY10" fmla="*/ 77458 h 158545"/>
                <a:gd name="connsiteX11" fmla="*/ 90514 w 180678"/>
                <a:gd name="connsiteY11" fmla="*/ 144813 h 158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678" h="158545">
                  <a:moveTo>
                    <a:pt x="180853" y="81257"/>
                  </a:moveTo>
                  <a:cubicBezTo>
                    <a:pt x="180853" y="34972"/>
                    <a:pt x="148260" y="85"/>
                    <a:pt x="90514" y="85"/>
                  </a:cubicBezTo>
                  <a:cubicBezTo>
                    <a:pt x="32414" y="85"/>
                    <a:pt x="175" y="35317"/>
                    <a:pt x="175" y="81257"/>
                  </a:cubicBezTo>
                  <a:cubicBezTo>
                    <a:pt x="175" y="124089"/>
                    <a:pt x="31351" y="158630"/>
                    <a:pt x="90514" y="158630"/>
                  </a:cubicBezTo>
                  <a:cubicBezTo>
                    <a:pt x="150032" y="158630"/>
                    <a:pt x="180853" y="123743"/>
                    <a:pt x="180853" y="81257"/>
                  </a:cubicBezTo>
                  <a:close/>
                  <a:moveTo>
                    <a:pt x="90514" y="144813"/>
                  </a:moveTo>
                  <a:cubicBezTo>
                    <a:pt x="45522" y="144813"/>
                    <a:pt x="45522" y="107509"/>
                    <a:pt x="45522" y="77458"/>
                  </a:cubicBezTo>
                  <a:cubicBezTo>
                    <a:pt x="45522" y="61914"/>
                    <a:pt x="45522" y="44298"/>
                    <a:pt x="51544" y="32554"/>
                  </a:cubicBezTo>
                  <a:cubicBezTo>
                    <a:pt x="58275" y="19773"/>
                    <a:pt x="73155" y="12520"/>
                    <a:pt x="90514" y="12520"/>
                  </a:cubicBezTo>
                  <a:cubicBezTo>
                    <a:pt x="105394" y="12520"/>
                    <a:pt x="120273" y="18046"/>
                    <a:pt x="128067" y="30136"/>
                  </a:cubicBezTo>
                  <a:cubicBezTo>
                    <a:pt x="135507" y="41880"/>
                    <a:pt x="135507" y="60878"/>
                    <a:pt x="135507" y="77458"/>
                  </a:cubicBezTo>
                  <a:cubicBezTo>
                    <a:pt x="135507" y="107509"/>
                    <a:pt x="135507" y="144813"/>
                    <a:pt x="90514" y="144813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302E3933-5084-9092-E301-A7200B0FF946}"/>
                </a:ext>
              </a:extLst>
            </p:cNvPr>
            <p:cNvSpPr/>
            <p:nvPr>
              <p:custDataLst>
                <p:tags r:id="rId131"/>
              </p:custDataLst>
            </p:nvPr>
          </p:nvSpPr>
          <p:spPr>
            <a:xfrm>
              <a:off x="9572063" y="7662339"/>
              <a:ext cx="83820" cy="153536"/>
            </a:xfrm>
            <a:custGeom>
              <a:avLst/>
              <a:gdLst>
                <a:gd name="connsiteX0" fmla="*/ 50771 w 83820"/>
                <a:gd name="connsiteY0" fmla="*/ 55698 h 153536"/>
                <a:gd name="connsiteX1" fmla="*/ 76066 w 83820"/>
                <a:gd name="connsiteY1" fmla="*/ 55698 h 153536"/>
                <a:gd name="connsiteX2" fmla="*/ 84001 w 83820"/>
                <a:gd name="connsiteY2" fmla="*/ 50379 h 153536"/>
                <a:gd name="connsiteX3" fmla="*/ 76562 w 83820"/>
                <a:gd name="connsiteY3" fmla="*/ 46993 h 153536"/>
                <a:gd name="connsiteX4" fmla="*/ 53003 w 83820"/>
                <a:gd name="connsiteY4" fmla="*/ 46993 h 153536"/>
                <a:gd name="connsiteX5" fmla="*/ 62178 w 83820"/>
                <a:gd name="connsiteY5" fmla="*/ 11209 h 153536"/>
                <a:gd name="connsiteX6" fmla="*/ 62922 w 83820"/>
                <a:gd name="connsiteY6" fmla="*/ 7823 h 153536"/>
                <a:gd name="connsiteX7" fmla="*/ 54490 w 83820"/>
                <a:gd name="connsiteY7" fmla="*/ 86 h 153536"/>
                <a:gd name="connsiteX8" fmla="*/ 42835 w 83820"/>
                <a:gd name="connsiteY8" fmla="*/ 10483 h 153536"/>
                <a:gd name="connsiteX9" fmla="*/ 33411 w 83820"/>
                <a:gd name="connsiteY9" fmla="*/ 46993 h 153536"/>
                <a:gd name="connsiteX10" fmla="*/ 8116 w 83820"/>
                <a:gd name="connsiteY10" fmla="*/ 46993 h 153536"/>
                <a:gd name="connsiteX11" fmla="*/ 181 w 83820"/>
                <a:gd name="connsiteY11" fmla="*/ 52313 h 153536"/>
                <a:gd name="connsiteX12" fmla="*/ 7620 w 83820"/>
                <a:gd name="connsiteY12" fmla="*/ 55698 h 153536"/>
                <a:gd name="connsiteX13" fmla="*/ 31179 w 83820"/>
                <a:gd name="connsiteY13" fmla="*/ 55698 h 153536"/>
                <a:gd name="connsiteX14" fmla="*/ 16548 w 83820"/>
                <a:gd name="connsiteY14" fmla="*/ 112760 h 153536"/>
                <a:gd name="connsiteX15" fmla="*/ 12828 w 83820"/>
                <a:gd name="connsiteY15" fmla="*/ 130653 h 153536"/>
                <a:gd name="connsiteX16" fmla="*/ 39363 w 83820"/>
                <a:gd name="connsiteY16" fmla="*/ 153623 h 153536"/>
                <a:gd name="connsiteX17" fmla="*/ 82513 w 83820"/>
                <a:gd name="connsiteY17" fmla="*/ 116629 h 153536"/>
                <a:gd name="connsiteX18" fmla="*/ 78546 w 83820"/>
                <a:gd name="connsiteY18" fmla="*/ 113486 h 153536"/>
                <a:gd name="connsiteX19" fmla="*/ 73338 w 83820"/>
                <a:gd name="connsiteY19" fmla="*/ 118080 h 153536"/>
                <a:gd name="connsiteX20" fmla="*/ 40107 w 83820"/>
                <a:gd name="connsiteY20" fmla="*/ 146853 h 153536"/>
                <a:gd name="connsiteX21" fmla="*/ 31427 w 83820"/>
                <a:gd name="connsiteY21" fmla="*/ 135005 h 153536"/>
                <a:gd name="connsiteX22" fmla="*/ 32915 w 83820"/>
                <a:gd name="connsiteY22" fmla="*/ 125092 h 153536"/>
                <a:gd name="connsiteX23" fmla="*/ 50771 w 8382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820" h="153536">
                  <a:moveTo>
                    <a:pt x="50771" y="55698"/>
                  </a:moveTo>
                  <a:lnTo>
                    <a:pt x="76066" y="55698"/>
                  </a:lnTo>
                  <a:cubicBezTo>
                    <a:pt x="80777" y="55698"/>
                    <a:pt x="84001" y="55698"/>
                    <a:pt x="84001" y="50379"/>
                  </a:cubicBezTo>
                  <a:cubicBezTo>
                    <a:pt x="84001" y="46993"/>
                    <a:pt x="80777" y="46993"/>
                    <a:pt x="76562" y="46993"/>
                  </a:cubicBezTo>
                  <a:lnTo>
                    <a:pt x="53003" y="46993"/>
                  </a:lnTo>
                  <a:lnTo>
                    <a:pt x="62178" y="11209"/>
                  </a:lnTo>
                  <a:cubicBezTo>
                    <a:pt x="62426" y="10000"/>
                    <a:pt x="62922" y="8791"/>
                    <a:pt x="62922" y="7823"/>
                  </a:cubicBezTo>
                  <a:cubicBezTo>
                    <a:pt x="62922" y="3471"/>
                    <a:pt x="59450" y="86"/>
                    <a:pt x="54490" y="86"/>
                  </a:cubicBezTo>
                  <a:cubicBezTo>
                    <a:pt x="48291" y="86"/>
                    <a:pt x="44571" y="4197"/>
                    <a:pt x="42835" y="10483"/>
                  </a:cubicBezTo>
                  <a:cubicBezTo>
                    <a:pt x="41099" y="16528"/>
                    <a:pt x="44323" y="4922"/>
                    <a:pt x="33411" y="46993"/>
                  </a:cubicBezTo>
                  <a:lnTo>
                    <a:pt x="8116" y="46993"/>
                  </a:lnTo>
                  <a:cubicBezTo>
                    <a:pt x="3405" y="46993"/>
                    <a:pt x="181" y="46993"/>
                    <a:pt x="181" y="52313"/>
                  </a:cubicBezTo>
                  <a:cubicBezTo>
                    <a:pt x="181" y="55698"/>
                    <a:pt x="3157" y="55698"/>
                    <a:pt x="7620" y="55698"/>
                  </a:cubicBezTo>
                  <a:lnTo>
                    <a:pt x="31179" y="55698"/>
                  </a:lnTo>
                  <a:lnTo>
                    <a:pt x="16548" y="112760"/>
                  </a:lnTo>
                  <a:cubicBezTo>
                    <a:pt x="15060" y="118805"/>
                    <a:pt x="12828" y="127510"/>
                    <a:pt x="12828" y="130653"/>
                  </a:cubicBezTo>
                  <a:cubicBezTo>
                    <a:pt x="12828" y="144919"/>
                    <a:pt x="25228" y="153623"/>
                    <a:pt x="39363" y="153623"/>
                  </a:cubicBezTo>
                  <a:cubicBezTo>
                    <a:pt x="66890" y="153623"/>
                    <a:pt x="82513" y="119772"/>
                    <a:pt x="82513" y="116629"/>
                  </a:cubicBezTo>
                  <a:cubicBezTo>
                    <a:pt x="82513" y="113486"/>
                    <a:pt x="79289" y="113486"/>
                    <a:pt x="78546" y="113486"/>
                  </a:cubicBezTo>
                  <a:cubicBezTo>
                    <a:pt x="75570" y="113486"/>
                    <a:pt x="75322" y="113969"/>
                    <a:pt x="73338" y="118080"/>
                  </a:cubicBezTo>
                  <a:cubicBezTo>
                    <a:pt x="66394" y="133313"/>
                    <a:pt x="53747" y="146853"/>
                    <a:pt x="40107" y="146853"/>
                  </a:cubicBezTo>
                  <a:cubicBezTo>
                    <a:pt x="34899" y="146853"/>
                    <a:pt x="31427" y="143710"/>
                    <a:pt x="31427" y="135005"/>
                  </a:cubicBezTo>
                  <a:cubicBezTo>
                    <a:pt x="31427" y="132587"/>
                    <a:pt x="32419" y="127510"/>
                    <a:pt x="32915" y="125092"/>
                  </a:cubicBezTo>
                  <a:lnTo>
                    <a:pt x="50771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A827DE61-186E-22FA-6FFF-E152A2B17F10}"/>
                </a:ext>
              </a:extLst>
            </p:cNvPr>
            <p:cNvSpPr/>
            <p:nvPr>
              <p:custDataLst>
                <p:tags r:id="rId132"/>
              </p:custDataLst>
            </p:nvPr>
          </p:nvSpPr>
          <p:spPr>
            <a:xfrm>
              <a:off x="9804626" y="7634879"/>
              <a:ext cx="235590" cy="80827"/>
            </a:xfrm>
            <a:custGeom>
              <a:avLst/>
              <a:gdLst>
                <a:gd name="connsiteX0" fmla="*/ 223732 w 235590"/>
                <a:gd name="connsiteY0" fmla="*/ 13901 h 80827"/>
                <a:gd name="connsiteX1" fmla="*/ 235778 w 235590"/>
                <a:gd name="connsiteY1" fmla="*/ 6993 h 80827"/>
                <a:gd name="connsiteX2" fmla="*/ 224087 w 235590"/>
                <a:gd name="connsiteY2" fmla="*/ 85 h 80827"/>
                <a:gd name="connsiteX3" fmla="*/ 11878 w 235590"/>
                <a:gd name="connsiteY3" fmla="*/ 85 h 80827"/>
                <a:gd name="connsiteX4" fmla="*/ 187 w 235590"/>
                <a:gd name="connsiteY4" fmla="*/ 6993 h 80827"/>
                <a:gd name="connsiteX5" fmla="*/ 12232 w 235590"/>
                <a:gd name="connsiteY5" fmla="*/ 13901 h 80827"/>
                <a:gd name="connsiteX6" fmla="*/ 223732 w 235590"/>
                <a:gd name="connsiteY6" fmla="*/ 13901 h 80827"/>
                <a:gd name="connsiteX7" fmla="*/ 224087 w 235590"/>
                <a:gd name="connsiteY7" fmla="*/ 80912 h 80827"/>
                <a:gd name="connsiteX8" fmla="*/ 235778 w 235590"/>
                <a:gd name="connsiteY8" fmla="*/ 74003 h 80827"/>
                <a:gd name="connsiteX9" fmla="*/ 223732 w 235590"/>
                <a:gd name="connsiteY9" fmla="*/ 67095 h 80827"/>
                <a:gd name="connsiteX10" fmla="*/ 12232 w 235590"/>
                <a:gd name="connsiteY10" fmla="*/ 67095 h 80827"/>
                <a:gd name="connsiteX11" fmla="*/ 187 w 235590"/>
                <a:gd name="connsiteY11" fmla="*/ 74003 h 80827"/>
                <a:gd name="connsiteX12" fmla="*/ 11878 w 235590"/>
                <a:gd name="connsiteY12" fmla="*/ 80912 h 80827"/>
                <a:gd name="connsiteX13" fmla="*/ 224087 w 235590"/>
                <a:gd name="connsiteY13" fmla="*/ 80912 h 8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590" h="80827">
                  <a:moveTo>
                    <a:pt x="223732" y="13901"/>
                  </a:moveTo>
                  <a:cubicBezTo>
                    <a:pt x="229046" y="13901"/>
                    <a:pt x="235778" y="13901"/>
                    <a:pt x="235778" y="6993"/>
                  </a:cubicBezTo>
                  <a:cubicBezTo>
                    <a:pt x="235778" y="85"/>
                    <a:pt x="229046" y="85"/>
                    <a:pt x="224087" y="85"/>
                  </a:cubicBezTo>
                  <a:lnTo>
                    <a:pt x="11878" y="85"/>
                  </a:lnTo>
                  <a:cubicBezTo>
                    <a:pt x="6918" y="85"/>
                    <a:pt x="187" y="85"/>
                    <a:pt x="187" y="6993"/>
                  </a:cubicBezTo>
                  <a:cubicBezTo>
                    <a:pt x="187" y="13901"/>
                    <a:pt x="6918" y="13901"/>
                    <a:pt x="12232" y="13901"/>
                  </a:cubicBezTo>
                  <a:lnTo>
                    <a:pt x="223732" y="13901"/>
                  </a:lnTo>
                  <a:close/>
                  <a:moveTo>
                    <a:pt x="224087" y="80912"/>
                  </a:moveTo>
                  <a:cubicBezTo>
                    <a:pt x="229046" y="80912"/>
                    <a:pt x="235778" y="80912"/>
                    <a:pt x="235778" y="74003"/>
                  </a:cubicBezTo>
                  <a:cubicBezTo>
                    <a:pt x="235778" y="67095"/>
                    <a:pt x="229046" y="67095"/>
                    <a:pt x="223732" y="67095"/>
                  </a:cubicBezTo>
                  <a:lnTo>
                    <a:pt x="12232" y="67095"/>
                  </a:lnTo>
                  <a:cubicBezTo>
                    <a:pt x="6918" y="67095"/>
                    <a:pt x="187" y="67095"/>
                    <a:pt x="187" y="74003"/>
                  </a:cubicBezTo>
                  <a:cubicBezTo>
                    <a:pt x="187" y="80912"/>
                    <a:pt x="6918" y="80912"/>
                    <a:pt x="11878" y="80912"/>
                  </a:cubicBezTo>
                  <a:lnTo>
                    <a:pt x="224087" y="80912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D2CE0CA3-5BCE-5376-9F42-9A34FA614F42}"/>
                </a:ext>
              </a:extLst>
            </p:cNvPr>
            <p:cNvSpPr/>
            <p:nvPr>
              <p:custDataLst>
                <p:tags r:id="rId133"/>
              </p:custDataLst>
            </p:nvPr>
          </p:nvSpPr>
          <p:spPr>
            <a:xfrm>
              <a:off x="10172201" y="7612773"/>
              <a:ext cx="187409" cy="152673"/>
            </a:xfrm>
            <a:custGeom>
              <a:avLst/>
              <a:gdLst>
                <a:gd name="connsiteX0" fmla="*/ 170248 w 187409"/>
                <a:gd name="connsiteY0" fmla="*/ 20119 h 152673"/>
                <a:gd name="connsiteX1" fmla="*/ 187607 w 187409"/>
                <a:gd name="connsiteY1" fmla="*/ 8375 h 152673"/>
                <a:gd name="connsiteX2" fmla="*/ 173791 w 187409"/>
                <a:gd name="connsiteY2" fmla="*/ 85 h 152673"/>
                <a:gd name="connsiteX3" fmla="*/ 93017 w 187409"/>
                <a:gd name="connsiteY3" fmla="*/ 85 h 152673"/>
                <a:gd name="connsiteX4" fmla="*/ 197 w 187409"/>
                <a:gd name="connsiteY4" fmla="*/ 98182 h 152673"/>
                <a:gd name="connsiteX5" fmla="*/ 53338 w 187409"/>
                <a:gd name="connsiteY5" fmla="*/ 152758 h 152673"/>
                <a:gd name="connsiteX6" fmla="*/ 142260 w 187409"/>
                <a:gd name="connsiteY6" fmla="*/ 57769 h 152673"/>
                <a:gd name="connsiteX7" fmla="*/ 131278 w 187409"/>
                <a:gd name="connsiteY7" fmla="*/ 20119 h 152673"/>
                <a:gd name="connsiteX8" fmla="*/ 170248 w 187409"/>
                <a:gd name="connsiteY8" fmla="*/ 20119 h 152673"/>
                <a:gd name="connsiteX9" fmla="*/ 53692 w 187409"/>
                <a:gd name="connsiteY9" fmla="*/ 145159 h 152673"/>
                <a:gd name="connsiteX10" fmla="*/ 22162 w 187409"/>
                <a:gd name="connsiteY10" fmla="*/ 107854 h 152673"/>
                <a:gd name="connsiteX11" fmla="*/ 38813 w 187409"/>
                <a:gd name="connsiteY11" fmla="*/ 48788 h 152673"/>
                <a:gd name="connsiteX12" fmla="*/ 86994 w 187409"/>
                <a:gd name="connsiteY12" fmla="*/ 20119 h 152673"/>
                <a:gd name="connsiteX13" fmla="*/ 119587 w 187409"/>
                <a:gd name="connsiteY13" fmla="*/ 53624 h 152673"/>
                <a:gd name="connsiteX14" fmla="*/ 100456 w 187409"/>
                <a:gd name="connsiteY14" fmla="*/ 115799 h 152673"/>
                <a:gd name="connsiteX15" fmla="*/ 53692 w 187409"/>
                <a:gd name="connsiteY15" fmla="*/ 145159 h 152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7409" h="152673">
                  <a:moveTo>
                    <a:pt x="170248" y="20119"/>
                  </a:moveTo>
                  <a:cubicBezTo>
                    <a:pt x="174853" y="20119"/>
                    <a:pt x="187607" y="20119"/>
                    <a:pt x="187607" y="8375"/>
                  </a:cubicBezTo>
                  <a:cubicBezTo>
                    <a:pt x="187607" y="85"/>
                    <a:pt x="180167" y="85"/>
                    <a:pt x="173791" y="85"/>
                  </a:cubicBezTo>
                  <a:lnTo>
                    <a:pt x="93017" y="85"/>
                  </a:lnTo>
                  <a:cubicBezTo>
                    <a:pt x="39522" y="85"/>
                    <a:pt x="197" y="57078"/>
                    <a:pt x="197" y="98182"/>
                  </a:cubicBezTo>
                  <a:cubicBezTo>
                    <a:pt x="197" y="128579"/>
                    <a:pt x="21099" y="152758"/>
                    <a:pt x="53338" y="152758"/>
                  </a:cubicBezTo>
                  <a:cubicBezTo>
                    <a:pt x="95142" y="152758"/>
                    <a:pt x="142260" y="110963"/>
                    <a:pt x="142260" y="57769"/>
                  </a:cubicBezTo>
                  <a:cubicBezTo>
                    <a:pt x="142260" y="51897"/>
                    <a:pt x="142260" y="35317"/>
                    <a:pt x="131278" y="20119"/>
                  </a:cubicBezTo>
                  <a:lnTo>
                    <a:pt x="170248" y="20119"/>
                  </a:lnTo>
                  <a:close/>
                  <a:moveTo>
                    <a:pt x="53692" y="145159"/>
                  </a:moveTo>
                  <a:cubicBezTo>
                    <a:pt x="36333" y="145159"/>
                    <a:pt x="22162" y="132724"/>
                    <a:pt x="22162" y="107854"/>
                  </a:cubicBezTo>
                  <a:cubicBezTo>
                    <a:pt x="22162" y="97492"/>
                    <a:pt x="26414" y="69168"/>
                    <a:pt x="38813" y="48788"/>
                  </a:cubicBezTo>
                  <a:cubicBezTo>
                    <a:pt x="53692" y="24955"/>
                    <a:pt x="74949" y="20119"/>
                    <a:pt x="86994" y="20119"/>
                  </a:cubicBezTo>
                  <a:cubicBezTo>
                    <a:pt x="116753" y="20119"/>
                    <a:pt x="119587" y="42916"/>
                    <a:pt x="119587" y="53624"/>
                  </a:cubicBezTo>
                  <a:cubicBezTo>
                    <a:pt x="119587" y="69858"/>
                    <a:pt x="112502" y="98182"/>
                    <a:pt x="100456" y="115799"/>
                  </a:cubicBezTo>
                  <a:cubicBezTo>
                    <a:pt x="86640" y="136178"/>
                    <a:pt x="67509" y="145159"/>
                    <a:pt x="53692" y="145159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976FEC1A-A514-35FC-DB7E-B554DA09AC89}"/>
                </a:ext>
              </a:extLst>
            </p:cNvPr>
            <p:cNvSpPr/>
            <p:nvPr>
              <p:custDataLst>
                <p:tags r:id="rId134"/>
              </p:custDataLst>
            </p:nvPr>
          </p:nvSpPr>
          <p:spPr>
            <a:xfrm>
              <a:off x="10468002" y="7502585"/>
              <a:ext cx="82190" cy="345414"/>
            </a:xfrm>
            <a:custGeom>
              <a:avLst/>
              <a:gdLst>
                <a:gd name="connsiteX0" fmla="*/ 82396 w 82190"/>
                <a:gd name="connsiteY0" fmla="*/ 342045 h 345414"/>
                <a:gd name="connsiteX1" fmla="*/ 76374 w 82190"/>
                <a:gd name="connsiteY1" fmla="*/ 334446 h 345414"/>
                <a:gd name="connsiteX2" fmla="*/ 20753 w 82190"/>
                <a:gd name="connsiteY2" fmla="*/ 172792 h 345414"/>
                <a:gd name="connsiteX3" fmla="*/ 77791 w 82190"/>
                <a:gd name="connsiteY3" fmla="*/ 9411 h 345414"/>
                <a:gd name="connsiteX4" fmla="*/ 82396 w 82190"/>
                <a:gd name="connsiteY4" fmla="*/ 3539 h 345414"/>
                <a:gd name="connsiteX5" fmla="*/ 78853 w 82190"/>
                <a:gd name="connsiteY5" fmla="*/ 85 h 345414"/>
                <a:gd name="connsiteX6" fmla="*/ 22524 w 82190"/>
                <a:gd name="connsiteY6" fmla="*/ 67441 h 345414"/>
                <a:gd name="connsiteX7" fmla="*/ 205 w 82190"/>
                <a:gd name="connsiteY7" fmla="*/ 172792 h 345414"/>
                <a:gd name="connsiteX8" fmla="*/ 23587 w 82190"/>
                <a:gd name="connsiteY8" fmla="*/ 280561 h 345414"/>
                <a:gd name="connsiteX9" fmla="*/ 78853 w 82190"/>
                <a:gd name="connsiteY9" fmla="*/ 345499 h 345414"/>
                <a:gd name="connsiteX10" fmla="*/ 82396 w 82190"/>
                <a:gd name="connsiteY10" fmla="*/ 34204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0" h="345414">
                  <a:moveTo>
                    <a:pt x="82396" y="342045"/>
                  </a:moveTo>
                  <a:cubicBezTo>
                    <a:pt x="82396" y="341009"/>
                    <a:pt x="82396" y="340318"/>
                    <a:pt x="76374" y="334446"/>
                  </a:cubicBezTo>
                  <a:cubicBezTo>
                    <a:pt x="32090" y="290924"/>
                    <a:pt x="20753" y="225640"/>
                    <a:pt x="20753" y="172792"/>
                  </a:cubicBezTo>
                  <a:cubicBezTo>
                    <a:pt x="20753" y="112690"/>
                    <a:pt x="34215" y="52588"/>
                    <a:pt x="77791" y="9411"/>
                  </a:cubicBezTo>
                  <a:cubicBezTo>
                    <a:pt x="82396" y="5266"/>
                    <a:pt x="82396" y="4575"/>
                    <a:pt x="82396" y="3539"/>
                  </a:cubicBezTo>
                  <a:cubicBezTo>
                    <a:pt x="82396" y="1121"/>
                    <a:pt x="80979" y="85"/>
                    <a:pt x="78853" y="85"/>
                  </a:cubicBezTo>
                  <a:cubicBezTo>
                    <a:pt x="75311" y="85"/>
                    <a:pt x="43426" y="23573"/>
                    <a:pt x="22524" y="67441"/>
                  </a:cubicBezTo>
                  <a:cubicBezTo>
                    <a:pt x="4456" y="105436"/>
                    <a:pt x="205" y="143777"/>
                    <a:pt x="205" y="172792"/>
                  </a:cubicBezTo>
                  <a:cubicBezTo>
                    <a:pt x="205" y="199734"/>
                    <a:pt x="4102" y="241530"/>
                    <a:pt x="23587" y="280561"/>
                  </a:cubicBezTo>
                  <a:cubicBezTo>
                    <a:pt x="44843" y="323047"/>
                    <a:pt x="75311" y="345499"/>
                    <a:pt x="78853" y="345499"/>
                  </a:cubicBezTo>
                  <a:cubicBezTo>
                    <a:pt x="80979" y="345499"/>
                    <a:pt x="82396" y="344463"/>
                    <a:pt x="82396" y="342045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A2A8F41A-F44B-9380-7323-402CB855B868}"/>
                </a:ext>
              </a:extLst>
            </p:cNvPr>
            <p:cNvSpPr/>
            <p:nvPr>
              <p:custDataLst>
                <p:tags r:id="rId135"/>
              </p:custDataLst>
            </p:nvPr>
          </p:nvSpPr>
          <p:spPr>
            <a:xfrm>
              <a:off x="10579204" y="7524692"/>
              <a:ext cx="403869" cy="239717"/>
            </a:xfrm>
            <a:custGeom>
              <a:avLst/>
              <a:gdLst>
                <a:gd name="connsiteX0" fmla="*/ 370423 w 403869"/>
                <a:gd name="connsiteY0" fmla="*/ 24609 h 239717"/>
                <a:gd name="connsiteX1" fmla="*/ 383885 w 403869"/>
                <a:gd name="connsiteY1" fmla="*/ 17010 h 239717"/>
                <a:gd name="connsiteX2" fmla="*/ 404079 w 403869"/>
                <a:gd name="connsiteY2" fmla="*/ 16319 h 239717"/>
                <a:gd name="connsiteX3" fmla="*/ 404079 w 403869"/>
                <a:gd name="connsiteY3" fmla="*/ 85 h 239717"/>
                <a:gd name="connsiteX4" fmla="*/ 366172 w 403869"/>
                <a:gd name="connsiteY4" fmla="*/ 1121 h 239717"/>
                <a:gd name="connsiteX5" fmla="*/ 317991 w 403869"/>
                <a:gd name="connsiteY5" fmla="*/ 85 h 239717"/>
                <a:gd name="connsiteX6" fmla="*/ 317991 w 403869"/>
                <a:gd name="connsiteY6" fmla="*/ 16319 h 239717"/>
                <a:gd name="connsiteX7" fmla="*/ 354126 w 403869"/>
                <a:gd name="connsiteY7" fmla="*/ 20119 h 239717"/>
                <a:gd name="connsiteX8" fmla="*/ 293192 w 403869"/>
                <a:gd name="connsiteY8" fmla="*/ 174519 h 239717"/>
                <a:gd name="connsiteX9" fmla="*/ 230486 w 403869"/>
                <a:gd name="connsiteY9" fmla="*/ 16319 h 239717"/>
                <a:gd name="connsiteX10" fmla="*/ 264496 w 403869"/>
                <a:gd name="connsiteY10" fmla="*/ 16319 h 239717"/>
                <a:gd name="connsiteX11" fmla="*/ 264496 w 403869"/>
                <a:gd name="connsiteY11" fmla="*/ 85 h 239717"/>
                <a:gd name="connsiteX12" fmla="*/ 202498 w 403869"/>
                <a:gd name="connsiteY12" fmla="*/ 1121 h 239717"/>
                <a:gd name="connsiteX13" fmla="*/ 148295 w 403869"/>
                <a:gd name="connsiteY13" fmla="*/ 85 h 239717"/>
                <a:gd name="connsiteX14" fmla="*/ 148295 w 403869"/>
                <a:gd name="connsiteY14" fmla="*/ 16319 h 239717"/>
                <a:gd name="connsiteX15" fmla="*/ 178762 w 403869"/>
                <a:gd name="connsiteY15" fmla="*/ 16319 h 239717"/>
                <a:gd name="connsiteX16" fmla="*/ 193287 w 403869"/>
                <a:gd name="connsiteY16" fmla="*/ 52933 h 239717"/>
                <a:gd name="connsiteX17" fmla="*/ 145106 w 403869"/>
                <a:gd name="connsiteY17" fmla="*/ 174519 h 239717"/>
                <a:gd name="connsiteX18" fmla="*/ 82400 w 403869"/>
                <a:gd name="connsiteY18" fmla="*/ 16319 h 239717"/>
                <a:gd name="connsiteX19" fmla="*/ 116410 w 403869"/>
                <a:gd name="connsiteY19" fmla="*/ 16319 h 239717"/>
                <a:gd name="connsiteX20" fmla="*/ 116410 w 403869"/>
                <a:gd name="connsiteY20" fmla="*/ 85 h 239717"/>
                <a:gd name="connsiteX21" fmla="*/ 54413 w 403869"/>
                <a:gd name="connsiteY21" fmla="*/ 1121 h 239717"/>
                <a:gd name="connsiteX22" fmla="*/ 209 w 403869"/>
                <a:gd name="connsiteY22" fmla="*/ 85 h 239717"/>
                <a:gd name="connsiteX23" fmla="*/ 209 w 403869"/>
                <a:gd name="connsiteY23" fmla="*/ 16319 h 239717"/>
                <a:gd name="connsiteX24" fmla="*/ 30676 w 403869"/>
                <a:gd name="connsiteY24" fmla="*/ 16319 h 239717"/>
                <a:gd name="connsiteX25" fmla="*/ 115702 w 403869"/>
                <a:gd name="connsiteY25" fmla="*/ 230822 h 239717"/>
                <a:gd name="connsiteX26" fmla="*/ 128101 w 403869"/>
                <a:gd name="connsiteY26" fmla="*/ 239802 h 239717"/>
                <a:gd name="connsiteX27" fmla="*/ 140501 w 403869"/>
                <a:gd name="connsiteY27" fmla="*/ 230822 h 239717"/>
                <a:gd name="connsiteX28" fmla="*/ 202144 w 403869"/>
                <a:gd name="connsiteY28" fmla="*/ 75385 h 239717"/>
                <a:gd name="connsiteX29" fmla="*/ 263787 w 403869"/>
                <a:gd name="connsiteY29" fmla="*/ 230822 h 239717"/>
                <a:gd name="connsiteX30" fmla="*/ 276187 w 403869"/>
                <a:gd name="connsiteY30" fmla="*/ 239802 h 239717"/>
                <a:gd name="connsiteX31" fmla="*/ 288586 w 403869"/>
                <a:gd name="connsiteY31" fmla="*/ 230822 h 239717"/>
                <a:gd name="connsiteX32" fmla="*/ 370423 w 403869"/>
                <a:gd name="connsiteY32" fmla="*/ 24609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3869" h="239717">
                  <a:moveTo>
                    <a:pt x="370423" y="24609"/>
                  </a:moveTo>
                  <a:cubicBezTo>
                    <a:pt x="372548" y="18737"/>
                    <a:pt x="372903" y="18046"/>
                    <a:pt x="383885" y="17010"/>
                  </a:cubicBezTo>
                  <a:cubicBezTo>
                    <a:pt x="390970" y="16319"/>
                    <a:pt x="398410" y="16319"/>
                    <a:pt x="404079" y="16319"/>
                  </a:cubicBezTo>
                  <a:lnTo>
                    <a:pt x="404079" y="85"/>
                  </a:lnTo>
                  <a:cubicBezTo>
                    <a:pt x="394513" y="430"/>
                    <a:pt x="382114" y="1121"/>
                    <a:pt x="366172" y="1121"/>
                  </a:cubicBezTo>
                  <a:cubicBezTo>
                    <a:pt x="352709" y="1121"/>
                    <a:pt x="330744" y="1121"/>
                    <a:pt x="317991" y="85"/>
                  </a:cubicBezTo>
                  <a:lnTo>
                    <a:pt x="317991" y="16319"/>
                  </a:lnTo>
                  <a:cubicBezTo>
                    <a:pt x="326847" y="16319"/>
                    <a:pt x="343852" y="16319"/>
                    <a:pt x="354126" y="20119"/>
                  </a:cubicBezTo>
                  <a:lnTo>
                    <a:pt x="293192" y="174519"/>
                  </a:lnTo>
                  <a:lnTo>
                    <a:pt x="230486" y="16319"/>
                  </a:lnTo>
                  <a:lnTo>
                    <a:pt x="264496" y="16319"/>
                  </a:lnTo>
                  <a:lnTo>
                    <a:pt x="264496" y="85"/>
                  </a:lnTo>
                  <a:cubicBezTo>
                    <a:pt x="251033" y="1121"/>
                    <a:pt x="217732" y="1121"/>
                    <a:pt x="202498" y="1121"/>
                  </a:cubicBezTo>
                  <a:cubicBezTo>
                    <a:pt x="188681" y="1121"/>
                    <a:pt x="160694" y="1121"/>
                    <a:pt x="148295" y="85"/>
                  </a:cubicBezTo>
                  <a:lnTo>
                    <a:pt x="148295" y="16319"/>
                  </a:lnTo>
                  <a:lnTo>
                    <a:pt x="178762" y="16319"/>
                  </a:lnTo>
                  <a:lnTo>
                    <a:pt x="193287" y="52933"/>
                  </a:lnTo>
                  <a:lnTo>
                    <a:pt x="145106" y="174519"/>
                  </a:lnTo>
                  <a:lnTo>
                    <a:pt x="82400" y="16319"/>
                  </a:lnTo>
                  <a:lnTo>
                    <a:pt x="116410" y="16319"/>
                  </a:lnTo>
                  <a:lnTo>
                    <a:pt x="116410" y="85"/>
                  </a:lnTo>
                  <a:cubicBezTo>
                    <a:pt x="102948" y="1121"/>
                    <a:pt x="69646" y="1121"/>
                    <a:pt x="54413" y="1121"/>
                  </a:cubicBezTo>
                  <a:cubicBezTo>
                    <a:pt x="40596" y="1121"/>
                    <a:pt x="12609" y="1121"/>
                    <a:pt x="209" y="85"/>
                  </a:cubicBezTo>
                  <a:lnTo>
                    <a:pt x="209" y="16319"/>
                  </a:lnTo>
                  <a:lnTo>
                    <a:pt x="30676" y="16319"/>
                  </a:lnTo>
                  <a:lnTo>
                    <a:pt x="115702" y="230822"/>
                  </a:lnTo>
                  <a:cubicBezTo>
                    <a:pt x="117827" y="236348"/>
                    <a:pt x="119244" y="239802"/>
                    <a:pt x="128101" y="239802"/>
                  </a:cubicBezTo>
                  <a:cubicBezTo>
                    <a:pt x="136958" y="239802"/>
                    <a:pt x="138375" y="236348"/>
                    <a:pt x="140501" y="230822"/>
                  </a:cubicBezTo>
                  <a:lnTo>
                    <a:pt x="202144" y="75385"/>
                  </a:lnTo>
                  <a:lnTo>
                    <a:pt x="263787" y="230822"/>
                  </a:lnTo>
                  <a:cubicBezTo>
                    <a:pt x="265913" y="236348"/>
                    <a:pt x="267330" y="239802"/>
                    <a:pt x="276187" y="239802"/>
                  </a:cubicBezTo>
                  <a:cubicBezTo>
                    <a:pt x="285043" y="239802"/>
                    <a:pt x="286460" y="236348"/>
                    <a:pt x="288586" y="230822"/>
                  </a:cubicBezTo>
                  <a:lnTo>
                    <a:pt x="370423" y="2460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23E2E2-3276-59E5-0B21-895BDA4A9BC1}"/>
                </a:ext>
              </a:extLst>
            </p:cNvPr>
            <p:cNvSpPr/>
            <p:nvPr>
              <p:custDataLst>
                <p:tags r:id="rId136"/>
              </p:custDataLst>
            </p:nvPr>
          </p:nvSpPr>
          <p:spPr>
            <a:xfrm>
              <a:off x="11024127" y="7706829"/>
              <a:ext cx="111347" cy="109047"/>
            </a:xfrm>
            <a:custGeom>
              <a:avLst/>
              <a:gdLst>
                <a:gd name="connsiteX0" fmla="*/ 111568 w 111347"/>
                <a:gd name="connsiteY0" fmla="*/ 41674 h 109047"/>
                <a:gd name="connsiteX1" fmla="*/ 69162 w 111347"/>
                <a:gd name="connsiteY1" fmla="*/ 86 h 109047"/>
                <a:gd name="connsiteX2" fmla="*/ 221 w 111347"/>
                <a:gd name="connsiteY2" fmla="*/ 67546 h 109047"/>
                <a:gd name="connsiteX3" fmla="*/ 42627 w 111347"/>
                <a:gd name="connsiteY3" fmla="*/ 109134 h 109047"/>
                <a:gd name="connsiteX4" fmla="*/ 111568 w 111347"/>
                <a:gd name="connsiteY4" fmla="*/ 41674 h 109047"/>
                <a:gd name="connsiteX5" fmla="*/ 42875 w 111347"/>
                <a:gd name="connsiteY5" fmla="*/ 102363 h 109047"/>
                <a:gd name="connsiteX6" fmla="*/ 19812 w 111347"/>
                <a:gd name="connsiteY6" fmla="*/ 75767 h 109047"/>
                <a:gd name="connsiteX7" fmla="*/ 36675 w 111347"/>
                <a:gd name="connsiteY7" fmla="*/ 24749 h 109047"/>
                <a:gd name="connsiteX8" fmla="*/ 68914 w 111347"/>
                <a:gd name="connsiteY8" fmla="*/ 6856 h 109047"/>
                <a:gd name="connsiteX9" fmla="*/ 91977 w 111347"/>
                <a:gd name="connsiteY9" fmla="*/ 33453 h 109047"/>
                <a:gd name="connsiteX10" fmla="*/ 77594 w 111347"/>
                <a:gd name="connsiteY10" fmla="*/ 81328 h 109047"/>
                <a:gd name="connsiteX11" fmla="*/ 42875 w 111347"/>
                <a:gd name="connsiteY11" fmla="*/ 102363 h 109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1347" h="109047">
                  <a:moveTo>
                    <a:pt x="111568" y="41674"/>
                  </a:moveTo>
                  <a:cubicBezTo>
                    <a:pt x="111568" y="18220"/>
                    <a:pt x="94705" y="86"/>
                    <a:pt x="69162" y="86"/>
                  </a:cubicBezTo>
                  <a:cubicBezTo>
                    <a:pt x="33700" y="86"/>
                    <a:pt x="221" y="33695"/>
                    <a:pt x="221" y="67546"/>
                  </a:cubicBezTo>
                  <a:cubicBezTo>
                    <a:pt x="221" y="92208"/>
                    <a:pt x="18076" y="109134"/>
                    <a:pt x="42627" y="109134"/>
                  </a:cubicBezTo>
                  <a:cubicBezTo>
                    <a:pt x="78090" y="109134"/>
                    <a:pt x="111568" y="75283"/>
                    <a:pt x="111568" y="41674"/>
                  </a:cubicBezTo>
                  <a:close/>
                  <a:moveTo>
                    <a:pt x="42875" y="102363"/>
                  </a:moveTo>
                  <a:cubicBezTo>
                    <a:pt x="35931" y="102363"/>
                    <a:pt x="19812" y="98978"/>
                    <a:pt x="19812" y="75767"/>
                  </a:cubicBezTo>
                  <a:cubicBezTo>
                    <a:pt x="19812" y="65128"/>
                    <a:pt x="24772" y="39740"/>
                    <a:pt x="36675" y="24749"/>
                  </a:cubicBezTo>
                  <a:cubicBezTo>
                    <a:pt x="45355" y="13385"/>
                    <a:pt x="58003" y="6856"/>
                    <a:pt x="68914" y="6856"/>
                  </a:cubicBezTo>
                  <a:cubicBezTo>
                    <a:pt x="77594" y="6856"/>
                    <a:pt x="91977" y="11934"/>
                    <a:pt x="91977" y="33453"/>
                  </a:cubicBezTo>
                  <a:cubicBezTo>
                    <a:pt x="91977" y="41674"/>
                    <a:pt x="88257" y="64886"/>
                    <a:pt x="77594" y="81328"/>
                  </a:cubicBezTo>
                  <a:cubicBezTo>
                    <a:pt x="69906" y="92934"/>
                    <a:pt x="56019" y="102363"/>
                    <a:pt x="42875" y="102363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9CAD04A-3E9F-A849-C822-AF073A3B12E5}"/>
                </a:ext>
              </a:extLst>
            </p:cNvPr>
            <p:cNvSpPr/>
            <p:nvPr>
              <p:custDataLst>
                <p:tags r:id="rId137"/>
              </p:custDataLst>
            </p:nvPr>
          </p:nvSpPr>
          <p:spPr>
            <a:xfrm>
              <a:off x="11200989" y="7502585"/>
              <a:ext cx="48535" cy="345414"/>
            </a:xfrm>
            <a:custGeom>
              <a:avLst/>
              <a:gdLst>
                <a:gd name="connsiteX0" fmla="*/ 48761 w 48535"/>
                <a:gd name="connsiteY0" fmla="*/ 345499 h 345414"/>
                <a:gd name="connsiteX1" fmla="*/ 48761 w 48535"/>
                <a:gd name="connsiteY1" fmla="*/ 331683 h 345414"/>
                <a:gd name="connsiteX2" fmla="*/ 14396 w 48535"/>
                <a:gd name="connsiteY2" fmla="*/ 331683 h 345414"/>
                <a:gd name="connsiteX3" fmla="*/ 14396 w 48535"/>
                <a:gd name="connsiteY3" fmla="*/ 13901 h 345414"/>
                <a:gd name="connsiteX4" fmla="*/ 48761 w 48535"/>
                <a:gd name="connsiteY4" fmla="*/ 13901 h 345414"/>
                <a:gd name="connsiteX5" fmla="*/ 48761 w 48535"/>
                <a:gd name="connsiteY5" fmla="*/ 85 h 345414"/>
                <a:gd name="connsiteX6" fmla="*/ 226 w 48535"/>
                <a:gd name="connsiteY6" fmla="*/ 85 h 345414"/>
                <a:gd name="connsiteX7" fmla="*/ 226 w 48535"/>
                <a:gd name="connsiteY7" fmla="*/ 345499 h 345414"/>
                <a:gd name="connsiteX8" fmla="*/ 48761 w 48535"/>
                <a:gd name="connsiteY8" fmla="*/ 345499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535" h="345414">
                  <a:moveTo>
                    <a:pt x="48761" y="345499"/>
                  </a:moveTo>
                  <a:lnTo>
                    <a:pt x="48761" y="331683"/>
                  </a:lnTo>
                  <a:lnTo>
                    <a:pt x="14396" y="331683"/>
                  </a:lnTo>
                  <a:lnTo>
                    <a:pt x="14396" y="13901"/>
                  </a:lnTo>
                  <a:lnTo>
                    <a:pt x="48761" y="13901"/>
                  </a:lnTo>
                  <a:lnTo>
                    <a:pt x="48761" y="85"/>
                  </a:lnTo>
                  <a:lnTo>
                    <a:pt x="226" y="85"/>
                  </a:lnTo>
                  <a:lnTo>
                    <a:pt x="226" y="345499"/>
                  </a:lnTo>
                  <a:lnTo>
                    <a:pt x="48761" y="345499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A8CCFD0-CB7E-97F3-1391-4435588B751C}"/>
                </a:ext>
              </a:extLst>
            </p:cNvPr>
            <p:cNvSpPr/>
            <p:nvPr>
              <p:custDataLst>
                <p:tags r:id="rId138"/>
              </p:custDataLst>
            </p:nvPr>
          </p:nvSpPr>
          <p:spPr>
            <a:xfrm>
              <a:off x="11265388" y="7608282"/>
              <a:ext cx="199454" cy="153364"/>
            </a:xfrm>
            <a:custGeom>
              <a:avLst/>
              <a:gdLst>
                <a:gd name="connsiteX0" fmla="*/ 115012 w 199454"/>
                <a:gd name="connsiteY0" fmla="*/ 68477 h 153364"/>
                <a:gd name="connsiteX1" fmla="*/ 156462 w 199454"/>
                <a:gd name="connsiteY1" fmla="*/ 23573 h 153364"/>
                <a:gd name="connsiteX2" fmla="*/ 192598 w 199454"/>
                <a:gd name="connsiteY2" fmla="*/ 16319 h 153364"/>
                <a:gd name="connsiteX3" fmla="*/ 192598 w 199454"/>
                <a:gd name="connsiteY3" fmla="*/ 85 h 153364"/>
                <a:gd name="connsiteX4" fmla="*/ 160005 w 199454"/>
                <a:gd name="connsiteY4" fmla="*/ 1121 h 153364"/>
                <a:gd name="connsiteX5" fmla="*/ 123515 w 199454"/>
                <a:gd name="connsiteY5" fmla="*/ 85 h 153364"/>
                <a:gd name="connsiteX6" fmla="*/ 123515 w 199454"/>
                <a:gd name="connsiteY6" fmla="*/ 16319 h 153364"/>
                <a:gd name="connsiteX7" fmla="*/ 136977 w 199454"/>
                <a:gd name="connsiteY7" fmla="*/ 19428 h 153364"/>
                <a:gd name="connsiteX8" fmla="*/ 134143 w 199454"/>
                <a:gd name="connsiteY8" fmla="*/ 23573 h 153364"/>
                <a:gd name="connsiteX9" fmla="*/ 104384 w 199454"/>
                <a:gd name="connsiteY9" fmla="*/ 56042 h 153364"/>
                <a:gd name="connsiteX10" fmla="*/ 69666 w 199454"/>
                <a:gd name="connsiteY10" fmla="*/ 16319 h 153364"/>
                <a:gd name="connsiteX11" fmla="*/ 83836 w 199454"/>
                <a:gd name="connsiteY11" fmla="*/ 16319 h 153364"/>
                <a:gd name="connsiteX12" fmla="*/ 83836 w 199454"/>
                <a:gd name="connsiteY12" fmla="*/ 85 h 153364"/>
                <a:gd name="connsiteX13" fmla="*/ 40970 w 199454"/>
                <a:gd name="connsiteY13" fmla="*/ 1121 h 153364"/>
                <a:gd name="connsiteX14" fmla="*/ 2000 w 199454"/>
                <a:gd name="connsiteY14" fmla="*/ 85 h 153364"/>
                <a:gd name="connsiteX15" fmla="*/ 2000 w 199454"/>
                <a:gd name="connsiteY15" fmla="*/ 16319 h 153364"/>
                <a:gd name="connsiteX16" fmla="*/ 27153 w 199454"/>
                <a:gd name="connsiteY16" fmla="*/ 16319 h 153364"/>
                <a:gd name="connsiteX17" fmla="*/ 82419 w 199454"/>
                <a:gd name="connsiteY17" fmla="*/ 79875 h 153364"/>
                <a:gd name="connsiteX18" fmla="*/ 36010 w 199454"/>
                <a:gd name="connsiteY18" fmla="*/ 130651 h 153364"/>
                <a:gd name="connsiteX19" fmla="*/ 228 w 199454"/>
                <a:gd name="connsiteY19" fmla="*/ 137214 h 153364"/>
                <a:gd name="connsiteX20" fmla="*/ 228 w 199454"/>
                <a:gd name="connsiteY20" fmla="*/ 153449 h 153364"/>
                <a:gd name="connsiteX21" fmla="*/ 32821 w 199454"/>
                <a:gd name="connsiteY21" fmla="*/ 152413 h 153364"/>
                <a:gd name="connsiteX22" fmla="*/ 69311 w 199454"/>
                <a:gd name="connsiteY22" fmla="*/ 153449 h 153364"/>
                <a:gd name="connsiteX23" fmla="*/ 69311 w 199454"/>
                <a:gd name="connsiteY23" fmla="*/ 137214 h 153364"/>
                <a:gd name="connsiteX24" fmla="*/ 56203 w 199454"/>
                <a:gd name="connsiteY24" fmla="*/ 133415 h 153364"/>
                <a:gd name="connsiteX25" fmla="*/ 58683 w 199454"/>
                <a:gd name="connsiteY25" fmla="*/ 129961 h 153364"/>
                <a:gd name="connsiteX26" fmla="*/ 93048 w 199454"/>
                <a:gd name="connsiteY26" fmla="*/ 92310 h 153364"/>
                <a:gd name="connsiteX27" fmla="*/ 132017 w 199454"/>
                <a:gd name="connsiteY27" fmla="*/ 137214 h 153364"/>
                <a:gd name="connsiteX28" fmla="*/ 118201 w 199454"/>
                <a:gd name="connsiteY28" fmla="*/ 137214 h 153364"/>
                <a:gd name="connsiteX29" fmla="*/ 118201 w 199454"/>
                <a:gd name="connsiteY29" fmla="*/ 153449 h 153364"/>
                <a:gd name="connsiteX30" fmla="*/ 160713 w 199454"/>
                <a:gd name="connsiteY30" fmla="*/ 152413 h 153364"/>
                <a:gd name="connsiteX31" fmla="*/ 199683 w 199454"/>
                <a:gd name="connsiteY31" fmla="*/ 153449 h 153364"/>
                <a:gd name="connsiteX32" fmla="*/ 199683 w 199454"/>
                <a:gd name="connsiteY32" fmla="*/ 137214 h 153364"/>
                <a:gd name="connsiteX33" fmla="*/ 174530 w 199454"/>
                <a:gd name="connsiteY33" fmla="*/ 137214 h 153364"/>
                <a:gd name="connsiteX34" fmla="*/ 115012 w 199454"/>
                <a:gd name="connsiteY34" fmla="*/ 68477 h 153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454" h="153364">
                  <a:moveTo>
                    <a:pt x="115012" y="68477"/>
                  </a:moveTo>
                  <a:lnTo>
                    <a:pt x="156462" y="23573"/>
                  </a:lnTo>
                  <a:cubicBezTo>
                    <a:pt x="161068" y="18737"/>
                    <a:pt x="163193" y="16319"/>
                    <a:pt x="192598" y="16319"/>
                  </a:cubicBezTo>
                  <a:lnTo>
                    <a:pt x="192598" y="85"/>
                  </a:lnTo>
                  <a:cubicBezTo>
                    <a:pt x="180198" y="775"/>
                    <a:pt x="161776" y="1121"/>
                    <a:pt x="160005" y="1121"/>
                  </a:cubicBezTo>
                  <a:cubicBezTo>
                    <a:pt x="151148" y="1121"/>
                    <a:pt x="133434" y="430"/>
                    <a:pt x="123515" y="85"/>
                  </a:cubicBezTo>
                  <a:lnTo>
                    <a:pt x="123515" y="16319"/>
                  </a:lnTo>
                  <a:cubicBezTo>
                    <a:pt x="128475" y="16319"/>
                    <a:pt x="132726" y="17010"/>
                    <a:pt x="136977" y="19428"/>
                  </a:cubicBezTo>
                  <a:cubicBezTo>
                    <a:pt x="135560" y="21500"/>
                    <a:pt x="135560" y="22191"/>
                    <a:pt x="134143" y="23573"/>
                  </a:cubicBezTo>
                  <a:lnTo>
                    <a:pt x="104384" y="56042"/>
                  </a:lnTo>
                  <a:lnTo>
                    <a:pt x="69666" y="16319"/>
                  </a:lnTo>
                  <a:lnTo>
                    <a:pt x="83836" y="16319"/>
                  </a:lnTo>
                  <a:lnTo>
                    <a:pt x="83836" y="85"/>
                  </a:lnTo>
                  <a:cubicBezTo>
                    <a:pt x="74625" y="430"/>
                    <a:pt x="52306" y="1121"/>
                    <a:pt x="40970" y="1121"/>
                  </a:cubicBezTo>
                  <a:cubicBezTo>
                    <a:pt x="29633" y="1121"/>
                    <a:pt x="13691" y="430"/>
                    <a:pt x="2000" y="85"/>
                  </a:cubicBezTo>
                  <a:lnTo>
                    <a:pt x="2000" y="16319"/>
                  </a:lnTo>
                  <a:lnTo>
                    <a:pt x="27153" y="16319"/>
                  </a:lnTo>
                  <a:lnTo>
                    <a:pt x="82419" y="79875"/>
                  </a:lnTo>
                  <a:lnTo>
                    <a:pt x="36010" y="130651"/>
                  </a:lnTo>
                  <a:cubicBezTo>
                    <a:pt x="29987" y="137214"/>
                    <a:pt x="17233" y="137214"/>
                    <a:pt x="228" y="137214"/>
                  </a:cubicBezTo>
                  <a:lnTo>
                    <a:pt x="228" y="153449"/>
                  </a:lnTo>
                  <a:cubicBezTo>
                    <a:pt x="12628" y="152758"/>
                    <a:pt x="31050" y="152413"/>
                    <a:pt x="32821" y="152413"/>
                  </a:cubicBezTo>
                  <a:cubicBezTo>
                    <a:pt x="41678" y="152413"/>
                    <a:pt x="62226" y="153103"/>
                    <a:pt x="69311" y="153449"/>
                  </a:cubicBezTo>
                  <a:lnTo>
                    <a:pt x="69311" y="137214"/>
                  </a:lnTo>
                  <a:cubicBezTo>
                    <a:pt x="62934" y="137214"/>
                    <a:pt x="56203" y="135487"/>
                    <a:pt x="56203" y="133415"/>
                  </a:cubicBezTo>
                  <a:cubicBezTo>
                    <a:pt x="56203" y="133069"/>
                    <a:pt x="56203" y="132724"/>
                    <a:pt x="58683" y="129961"/>
                  </a:cubicBezTo>
                  <a:lnTo>
                    <a:pt x="93048" y="92310"/>
                  </a:lnTo>
                  <a:lnTo>
                    <a:pt x="132017" y="137214"/>
                  </a:lnTo>
                  <a:lnTo>
                    <a:pt x="118201" y="137214"/>
                  </a:lnTo>
                  <a:lnTo>
                    <a:pt x="118201" y="153449"/>
                  </a:lnTo>
                  <a:cubicBezTo>
                    <a:pt x="127412" y="153103"/>
                    <a:pt x="149022" y="152413"/>
                    <a:pt x="160713" y="152413"/>
                  </a:cubicBezTo>
                  <a:cubicBezTo>
                    <a:pt x="172050" y="152413"/>
                    <a:pt x="187992" y="153103"/>
                    <a:pt x="199683" y="153449"/>
                  </a:cubicBezTo>
                  <a:lnTo>
                    <a:pt x="199683" y="137214"/>
                  </a:lnTo>
                  <a:lnTo>
                    <a:pt x="174530" y="137214"/>
                  </a:lnTo>
                  <a:lnTo>
                    <a:pt x="115012" y="68477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6C6C7F48-F85A-6263-12DE-26DBADBC255B}"/>
                </a:ext>
              </a:extLst>
            </p:cNvPr>
            <p:cNvSpPr/>
            <p:nvPr>
              <p:custDataLst>
                <p:tags r:id="rId139"/>
              </p:custDataLst>
            </p:nvPr>
          </p:nvSpPr>
          <p:spPr>
            <a:xfrm>
              <a:off x="11483031" y="7662339"/>
              <a:ext cx="83820" cy="153536"/>
            </a:xfrm>
            <a:custGeom>
              <a:avLst/>
              <a:gdLst>
                <a:gd name="connsiteX0" fmla="*/ 50824 w 83820"/>
                <a:gd name="connsiteY0" fmla="*/ 55698 h 153536"/>
                <a:gd name="connsiteX1" fmla="*/ 76119 w 83820"/>
                <a:gd name="connsiteY1" fmla="*/ 55698 h 153536"/>
                <a:gd name="connsiteX2" fmla="*/ 84055 w 83820"/>
                <a:gd name="connsiteY2" fmla="*/ 50379 h 153536"/>
                <a:gd name="connsiteX3" fmla="*/ 76615 w 83820"/>
                <a:gd name="connsiteY3" fmla="*/ 46993 h 153536"/>
                <a:gd name="connsiteX4" fmla="*/ 53056 w 83820"/>
                <a:gd name="connsiteY4" fmla="*/ 46993 h 153536"/>
                <a:gd name="connsiteX5" fmla="*/ 62232 w 83820"/>
                <a:gd name="connsiteY5" fmla="*/ 11209 h 153536"/>
                <a:gd name="connsiteX6" fmla="*/ 62976 w 83820"/>
                <a:gd name="connsiteY6" fmla="*/ 7823 h 153536"/>
                <a:gd name="connsiteX7" fmla="*/ 54544 w 83820"/>
                <a:gd name="connsiteY7" fmla="*/ 86 h 153536"/>
                <a:gd name="connsiteX8" fmla="*/ 42889 w 83820"/>
                <a:gd name="connsiteY8" fmla="*/ 10483 h 153536"/>
                <a:gd name="connsiteX9" fmla="*/ 33465 w 83820"/>
                <a:gd name="connsiteY9" fmla="*/ 46993 h 153536"/>
                <a:gd name="connsiteX10" fmla="*/ 8170 w 83820"/>
                <a:gd name="connsiteY10" fmla="*/ 46993 h 153536"/>
                <a:gd name="connsiteX11" fmla="*/ 234 w 83820"/>
                <a:gd name="connsiteY11" fmla="*/ 52313 h 153536"/>
                <a:gd name="connsiteX12" fmla="*/ 7674 w 83820"/>
                <a:gd name="connsiteY12" fmla="*/ 55698 h 153536"/>
                <a:gd name="connsiteX13" fmla="*/ 31233 w 83820"/>
                <a:gd name="connsiteY13" fmla="*/ 55698 h 153536"/>
                <a:gd name="connsiteX14" fmla="*/ 16602 w 83820"/>
                <a:gd name="connsiteY14" fmla="*/ 112760 h 153536"/>
                <a:gd name="connsiteX15" fmla="*/ 12882 w 83820"/>
                <a:gd name="connsiteY15" fmla="*/ 130653 h 153536"/>
                <a:gd name="connsiteX16" fmla="*/ 39417 w 83820"/>
                <a:gd name="connsiteY16" fmla="*/ 153623 h 153536"/>
                <a:gd name="connsiteX17" fmla="*/ 82567 w 83820"/>
                <a:gd name="connsiteY17" fmla="*/ 116629 h 153536"/>
                <a:gd name="connsiteX18" fmla="*/ 78599 w 83820"/>
                <a:gd name="connsiteY18" fmla="*/ 113486 h 153536"/>
                <a:gd name="connsiteX19" fmla="*/ 73391 w 83820"/>
                <a:gd name="connsiteY19" fmla="*/ 118080 h 153536"/>
                <a:gd name="connsiteX20" fmla="*/ 40161 w 83820"/>
                <a:gd name="connsiteY20" fmla="*/ 146853 h 153536"/>
                <a:gd name="connsiteX21" fmla="*/ 31481 w 83820"/>
                <a:gd name="connsiteY21" fmla="*/ 135005 h 153536"/>
                <a:gd name="connsiteX22" fmla="*/ 32969 w 83820"/>
                <a:gd name="connsiteY22" fmla="*/ 125092 h 153536"/>
                <a:gd name="connsiteX23" fmla="*/ 50824 w 8382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820" h="153536">
                  <a:moveTo>
                    <a:pt x="50824" y="55698"/>
                  </a:moveTo>
                  <a:lnTo>
                    <a:pt x="76119" y="55698"/>
                  </a:lnTo>
                  <a:cubicBezTo>
                    <a:pt x="80831" y="55698"/>
                    <a:pt x="84055" y="55698"/>
                    <a:pt x="84055" y="50379"/>
                  </a:cubicBezTo>
                  <a:cubicBezTo>
                    <a:pt x="84055" y="46993"/>
                    <a:pt x="80831" y="46993"/>
                    <a:pt x="76615" y="46993"/>
                  </a:cubicBezTo>
                  <a:lnTo>
                    <a:pt x="53056" y="46993"/>
                  </a:lnTo>
                  <a:lnTo>
                    <a:pt x="62232" y="11209"/>
                  </a:lnTo>
                  <a:cubicBezTo>
                    <a:pt x="62480" y="10000"/>
                    <a:pt x="62976" y="8791"/>
                    <a:pt x="62976" y="7823"/>
                  </a:cubicBezTo>
                  <a:cubicBezTo>
                    <a:pt x="62976" y="3471"/>
                    <a:pt x="59504" y="86"/>
                    <a:pt x="54544" y="86"/>
                  </a:cubicBezTo>
                  <a:cubicBezTo>
                    <a:pt x="48344" y="86"/>
                    <a:pt x="44625" y="4197"/>
                    <a:pt x="42889" y="10483"/>
                  </a:cubicBezTo>
                  <a:cubicBezTo>
                    <a:pt x="41153" y="16528"/>
                    <a:pt x="44377" y="4922"/>
                    <a:pt x="33465" y="46993"/>
                  </a:cubicBezTo>
                  <a:lnTo>
                    <a:pt x="8170" y="46993"/>
                  </a:lnTo>
                  <a:cubicBezTo>
                    <a:pt x="3458" y="46993"/>
                    <a:pt x="234" y="46993"/>
                    <a:pt x="234" y="52313"/>
                  </a:cubicBezTo>
                  <a:cubicBezTo>
                    <a:pt x="234" y="55698"/>
                    <a:pt x="3210" y="55698"/>
                    <a:pt x="7674" y="55698"/>
                  </a:cubicBezTo>
                  <a:lnTo>
                    <a:pt x="31233" y="55698"/>
                  </a:lnTo>
                  <a:lnTo>
                    <a:pt x="16602" y="112760"/>
                  </a:lnTo>
                  <a:cubicBezTo>
                    <a:pt x="15114" y="118805"/>
                    <a:pt x="12882" y="127510"/>
                    <a:pt x="12882" y="130653"/>
                  </a:cubicBezTo>
                  <a:cubicBezTo>
                    <a:pt x="12882" y="144919"/>
                    <a:pt x="25281" y="153623"/>
                    <a:pt x="39417" y="153623"/>
                  </a:cubicBezTo>
                  <a:cubicBezTo>
                    <a:pt x="66944" y="153623"/>
                    <a:pt x="82567" y="119772"/>
                    <a:pt x="82567" y="116629"/>
                  </a:cubicBezTo>
                  <a:cubicBezTo>
                    <a:pt x="82567" y="113486"/>
                    <a:pt x="79343" y="113486"/>
                    <a:pt x="78599" y="113486"/>
                  </a:cubicBezTo>
                  <a:cubicBezTo>
                    <a:pt x="75623" y="113486"/>
                    <a:pt x="75375" y="113969"/>
                    <a:pt x="73391" y="118080"/>
                  </a:cubicBezTo>
                  <a:cubicBezTo>
                    <a:pt x="66448" y="133313"/>
                    <a:pt x="53800" y="146853"/>
                    <a:pt x="40161" y="146853"/>
                  </a:cubicBezTo>
                  <a:cubicBezTo>
                    <a:pt x="34953" y="146853"/>
                    <a:pt x="31481" y="143710"/>
                    <a:pt x="31481" y="135005"/>
                  </a:cubicBezTo>
                  <a:cubicBezTo>
                    <a:pt x="31481" y="132587"/>
                    <a:pt x="32473" y="127510"/>
                    <a:pt x="32969" y="125092"/>
                  </a:cubicBezTo>
                  <a:lnTo>
                    <a:pt x="50824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DD61BB23-DA37-52D4-BF8B-FA36936BD220}"/>
                </a:ext>
              </a:extLst>
            </p:cNvPr>
            <p:cNvSpPr/>
            <p:nvPr>
              <p:custDataLst>
                <p:tags r:id="rId140"/>
              </p:custDataLst>
            </p:nvPr>
          </p:nvSpPr>
          <p:spPr>
            <a:xfrm>
              <a:off x="11627817" y="7612773"/>
              <a:ext cx="38615" cy="215538"/>
            </a:xfrm>
            <a:custGeom>
              <a:avLst/>
              <a:gdLst>
                <a:gd name="connsiteX0" fmla="*/ 37791 w 38615"/>
                <a:gd name="connsiteY0" fmla="*/ 18392 h 215538"/>
                <a:gd name="connsiteX1" fmla="*/ 19014 w 38615"/>
                <a:gd name="connsiteY1" fmla="*/ 85 h 215538"/>
                <a:gd name="connsiteX2" fmla="*/ 238 w 38615"/>
                <a:gd name="connsiteY2" fmla="*/ 18392 h 215538"/>
                <a:gd name="connsiteX3" fmla="*/ 19014 w 38615"/>
                <a:gd name="connsiteY3" fmla="*/ 36699 h 215538"/>
                <a:gd name="connsiteX4" fmla="*/ 37791 w 38615"/>
                <a:gd name="connsiteY4" fmla="*/ 18392 h 215538"/>
                <a:gd name="connsiteX5" fmla="*/ 31060 w 38615"/>
                <a:gd name="connsiteY5" fmla="*/ 145159 h 215538"/>
                <a:gd name="connsiteX6" fmla="*/ 8386 w 38615"/>
                <a:gd name="connsiteY6" fmla="*/ 207334 h 215538"/>
                <a:gd name="connsiteX7" fmla="*/ 5906 w 38615"/>
                <a:gd name="connsiteY7" fmla="*/ 211824 h 215538"/>
                <a:gd name="connsiteX8" fmla="*/ 9449 w 38615"/>
                <a:gd name="connsiteY8" fmla="*/ 215623 h 215538"/>
                <a:gd name="connsiteX9" fmla="*/ 38854 w 38615"/>
                <a:gd name="connsiteY9" fmla="*/ 147922 h 215538"/>
                <a:gd name="connsiteX10" fmla="*/ 19014 w 38615"/>
                <a:gd name="connsiteY10" fmla="*/ 112344 h 215538"/>
                <a:gd name="connsiteX11" fmla="*/ 238 w 38615"/>
                <a:gd name="connsiteY11" fmla="*/ 130651 h 215538"/>
                <a:gd name="connsiteX12" fmla="*/ 19014 w 38615"/>
                <a:gd name="connsiteY12" fmla="*/ 148958 h 215538"/>
                <a:gd name="connsiteX13" fmla="*/ 21848 w 38615"/>
                <a:gd name="connsiteY13" fmla="*/ 148613 h 215538"/>
                <a:gd name="connsiteX14" fmla="*/ 31060 w 38615"/>
                <a:gd name="connsiteY14" fmla="*/ 145159 h 215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615" h="215538">
                  <a:moveTo>
                    <a:pt x="37791" y="18392"/>
                  </a:moveTo>
                  <a:cubicBezTo>
                    <a:pt x="37791" y="8375"/>
                    <a:pt x="29288" y="85"/>
                    <a:pt x="19014" y="85"/>
                  </a:cubicBezTo>
                  <a:cubicBezTo>
                    <a:pt x="8740" y="85"/>
                    <a:pt x="238" y="8375"/>
                    <a:pt x="238" y="18392"/>
                  </a:cubicBezTo>
                  <a:cubicBezTo>
                    <a:pt x="238" y="28409"/>
                    <a:pt x="8740" y="36699"/>
                    <a:pt x="19014" y="36699"/>
                  </a:cubicBezTo>
                  <a:cubicBezTo>
                    <a:pt x="29288" y="36699"/>
                    <a:pt x="37791" y="28409"/>
                    <a:pt x="37791" y="18392"/>
                  </a:cubicBezTo>
                  <a:close/>
                  <a:moveTo>
                    <a:pt x="31060" y="145159"/>
                  </a:moveTo>
                  <a:cubicBezTo>
                    <a:pt x="31060" y="154830"/>
                    <a:pt x="31060" y="181773"/>
                    <a:pt x="8386" y="207334"/>
                  </a:cubicBezTo>
                  <a:cubicBezTo>
                    <a:pt x="5906" y="210097"/>
                    <a:pt x="5906" y="210788"/>
                    <a:pt x="5906" y="211824"/>
                  </a:cubicBezTo>
                  <a:cubicBezTo>
                    <a:pt x="5906" y="214242"/>
                    <a:pt x="7678" y="215623"/>
                    <a:pt x="9449" y="215623"/>
                  </a:cubicBezTo>
                  <a:cubicBezTo>
                    <a:pt x="13346" y="215623"/>
                    <a:pt x="38854" y="187990"/>
                    <a:pt x="38854" y="147922"/>
                  </a:cubicBezTo>
                  <a:cubicBezTo>
                    <a:pt x="38854" y="137905"/>
                    <a:pt x="38145" y="112344"/>
                    <a:pt x="19014" y="112344"/>
                  </a:cubicBezTo>
                  <a:cubicBezTo>
                    <a:pt x="6615" y="112344"/>
                    <a:pt x="238" y="121671"/>
                    <a:pt x="238" y="130651"/>
                  </a:cubicBezTo>
                  <a:cubicBezTo>
                    <a:pt x="238" y="139632"/>
                    <a:pt x="6261" y="148958"/>
                    <a:pt x="19014" y="148958"/>
                  </a:cubicBezTo>
                  <a:cubicBezTo>
                    <a:pt x="20786" y="148958"/>
                    <a:pt x="21494" y="148958"/>
                    <a:pt x="21848" y="148613"/>
                  </a:cubicBezTo>
                  <a:cubicBezTo>
                    <a:pt x="24328" y="148268"/>
                    <a:pt x="28225" y="147577"/>
                    <a:pt x="31060" y="145159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A94F9897-CF16-A047-F4BE-34BF059A3BC1}"/>
                </a:ext>
              </a:extLst>
            </p:cNvPr>
            <p:cNvSpPr/>
            <p:nvPr>
              <p:custDataLst>
                <p:tags r:id="rId141"/>
              </p:custDataLst>
            </p:nvPr>
          </p:nvSpPr>
          <p:spPr>
            <a:xfrm>
              <a:off x="11770744" y="7521929"/>
              <a:ext cx="201934" cy="239717"/>
            </a:xfrm>
            <a:custGeom>
              <a:avLst/>
              <a:gdLst>
                <a:gd name="connsiteX0" fmla="*/ 24687 w 201934"/>
                <a:gd name="connsiteY0" fmla="*/ 223568 h 239717"/>
                <a:gd name="connsiteX1" fmla="*/ 242 w 201934"/>
                <a:gd name="connsiteY1" fmla="*/ 223568 h 239717"/>
                <a:gd name="connsiteX2" fmla="*/ 242 w 201934"/>
                <a:gd name="connsiteY2" fmla="*/ 239802 h 239717"/>
                <a:gd name="connsiteX3" fmla="*/ 44881 w 201934"/>
                <a:gd name="connsiteY3" fmla="*/ 238766 h 239717"/>
                <a:gd name="connsiteX4" fmla="*/ 89519 w 201934"/>
                <a:gd name="connsiteY4" fmla="*/ 239802 h 239717"/>
                <a:gd name="connsiteX5" fmla="*/ 89519 w 201934"/>
                <a:gd name="connsiteY5" fmla="*/ 223568 h 239717"/>
                <a:gd name="connsiteX6" fmla="*/ 65074 w 201934"/>
                <a:gd name="connsiteY6" fmla="*/ 223568 h 239717"/>
                <a:gd name="connsiteX7" fmla="*/ 65074 w 201934"/>
                <a:gd name="connsiteY7" fmla="*/ 151376 h 239717"/>
                <a:gd name="connsiteX8" fmla="*/ 117860 w 201934"/>
                <a:gd name="connsiteY8" fmla="*/ 96801 h 239717"/>
                <a:gd name="connsiteX9" fmla="*/ 137345 w 201934"/>
                <a:gd name="connsiteY9" fmla="*/ 130306 h 239717"/>
                <a:gd name="connsiteX10" fmla="*/ 137345 w 201934"/>
                <a:gd name="connsiteY10" fmla="*/ 223568 h 239717"/>
                <a:gd name="connsiteX11" fmla="*/ 112901 w 201934"/>
                <a:gd name="connsiteY11" fmla="*/ 223568 h 239717"/>
                <a:gd name="connsiteX12" fmla="*/ 112901 w 201934"/>
                <a:gd name="connsiteY12" fmla="*/ 239802 h 239717"/>
                <a:gd name="connsiteX13" fmla="*/ 157539 w 201934"/>
                <a:gd name="connsiteY13" fmla="*/ 238766 h 239717"/>
                <a:gd name="connsiteX14" fmla="*/ 202177 w 201934"/>
                <a:gd name="connsiteY14" fmla="*/ 239802 h 239717"/>
                <a:gd name="connsiteX15" fmla="*/ 202177 w 201934"/>
                <a:gd name="connsiteY15" fmla="*/ 223568 h 239717"/>
                <a:gd name="connsiteX16" fmla="*/ 177732 w 201934"/>
                <a:gd name="connsiteY16" fmla="*/ 223568 h 239717"/>
                <a:gd name="connsiteX17" fmla="*/ 177732 w 201934"/>
                <a:gd name="connsiteY17" fmla="*/ 134106 h 239717"/>
                <a:gd name="connsiteX18" fmla="*/ 123175 w 201934"/>
                <a:gd name="connsiteY18" fmla="*/ 84366 h 239717"/>
                <a:gd name="connsiteX19" fmla="*/ 62948 w 201934"/>
                <a:gd name="connsiteY19" fmla="*/ 118217 h 239717"/>
                <a:gd name="connsiteX20" fmla="*/ 62948 w 201934"/>
                <a:gd name="connsiteY20" fmla="*/ 85 h 239717"/>
                <a:gd name="connsiteX21" fmla="*/ 242 w 201934"/>
                <a:gd name="connsiteY21" fmla="*/ 2848 h 239717"/>
                <a:gd name="connsiteX22" fmla="*/ 242 w 201934"/>
                <a:gd name="connsiteY22" fmla="*/ 19082 h 239717"/>
                <a:gd name="connsiteX23" fmla="*/ 24687 w 201934"/>
                <a:gd name="connsiteY23" fmla="*/ 32554 h 239717"/>
                <a:gd name="connsiteX24" fmla="*/ 24687 w 201934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934" h="239717">
                  <a:moveTo>
                    <a:pt x="24687" y="223568"/>
                  </a:moveTo>
                  <a:lnTo>
                    <a:pt x="242" y="223568"/>
                  </a:lnTo>
                  <a:lnTo>
                    <a:pt x="242" y="239802"/>
                  </a:lnTo>
                  <a:cubicBezTo>
                    <a:pt x="10162" y="239457"/>
                    <a:pt x="31418" y="238766"/>
                    <a:pt x="44881" y="238766"/>
                  </a:cubicBezTo>
                  <a:cubicBezTo>
                    <a:pt x="58697" y="238766"/>
                    <a:pt x="79599" y="239457"/>
                    <a:pt x="89519" y="239802"/>
                  </a:cubicBezTo>
                  <a:lnTo>
                    <a:pt x="89519" y="223568"/>
                  </a:lnTo>
                  <a:lnTo>
                    <a:pt x="65074" y="223568"/>
                  </a:lnTo>
                  <a:lnTo>
                    <a:pt x="65074" y="151376"/>
                  </a:lnTo>
                  <a:cubicBezTo>
                    <a:pt x="65074" y="113726"/>
                    <a:pt x="95541" y="96801"/>
                    <a:pt x="117860" y="96801"/>
                  </a:cubicBezTo>
                  <a:cubicBezTo>
                    <a:pt x="129906" y="96801"/>
                    <a:pt x="137345" y="104054"/>
                    <a:pt x="137345" y="130306"/>
                  </a:cubicBezTo>
                  <a:lnTo>
                    <a:pt x="137345" y="223568"/>
                  </a:lnTo>
                  <a:lnTo>
                    <a:pt x="112901" y="223568"/>
                  </a:lnTo>
                  <a:lnTo>
                    <a:pt x="112901" y="239802"/>
                  </a:lnTo>
                  <a:cubicBezTo>
                    <a:pt x="122820" y="239457"/>
                    <a:pt x="144077" y="238766"/>
                    <a:pt x="157539" y="238766"/>
                  </a:cubicBezTo>
                  <a:cubicBezTo>
                    <a:pt x="171355" y="238766"/>
                    <a:pt x="192258" y="239457"/>
                    <a:pt x="202177" y="239802"/>
                  </a:cubicBezTo>
                  <a:lnTo>
                    <a:pt x="202177" y="223568"/>
                  </a:lnTo>
                  <a:lnTo>
                    <a:pt x="177732" y="223568"/>
                  </a:lnTo>
                  <a:lnTo>
                    <a:pt x="177732" y="134106"/>
                  </a:lnTo>
                  <a:cubicBezTo>
                    <a:pt x="177732" y="97837"/>
                    <a:pt x="158602" y="84366"/>
                    <a:pt x="123175" y="84366"/>
                  </a:cubicBezTo>
                  <a:cubicBezTo>
                    <a:pt x="89164" y="84366"/>
                    <a:pt x="71097" y="104400"/>
                    <a:pt x="62948" y="118217"/>
                  </a:cubicBezTo>
                  <a:lnTo>
                    <a:pt x="62948" y="85"/>
                  </a:lnTo>
                  <a:lnTo>
                    <a:pt x="242" y="2848"/>
                  </a:lnTo>
                  <a:lnTo>
                    <a:pt x="242" y="19082"/>
                  </a:lnTo>
                  <a:cubicBezTo>
                    <a:pt x="22207" y="19082"/>
                    <a:pt x="24687" y="19082"/>
                    <a:pt x="24687" y="32554"/>
                  </a:cubicBezTo>
                  <a:lnTo>
                    <a:pt x="24687" y="22356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92D1FFF3-5E7D-6A52-96F5-FEE9C0D63FB1}"/>
                </a:ext>
              </a:extLst>
            </p:cNvPr>
            <p:cNvSpPr/>
            <p:nvPr>
              <p:custDataLst>
                <p:tags r:id="rId142"/>
              </p:custDataLst>
            </p:nvPr>
          </p:nvSpPr>
          <p:spPr>
            <a:xfrm>
              <a:off x="11991557" y="7662339"/>
              <a:ext cx="83820" cy="153536"/>
            </a:xfrm>
            <a:custGeom>
              <a:avLst/>
              <a:gdLst>
                <a:gd name="connsiteX0" fmla="*/ 50839 w 83820"/>
                <a:gd name="connsiteY0" fmla="*/ 55698 h 153536"/>
                <a:gd name="connsiteX1" fmla="*/ 76134 w 83820"/>
                <a:gd name="connsiteY1" fmla="*/ 55698 h 153536"/>
                <a:gd name="connsiteX2" fmla="*/ 84069 w 83820"/>
                <a:gd name="connsiteY2" fmla="*/ 50379 h 153536"/>
                <a:gd name="connsiteX3" fmla="*/ 76630 w 83820"/>
                <a:gd name="connsiteY3" fmla="*/ 46993 h 153536"/>
                <a:gd name="connsiteX4" fmla="*/ 53071 w 83820"/>
                <a:gd name="connsiteY4" fmla="*/ 46993 h 153536"/>
                <a:gd name="connsiteX5" fmla="*/ 62246 w 83820"/>
                <a:gd name="connsiteY5" fmla="*/ 11209 h 153536"/>
                <a:gd name="connsiteX6" fmla="*/ 62990 w 83820"/>
                <a:gd name="connsiteY6" fmla="*/ 7823 h 153536"/>
                <a:gd name="connsiteX7" fmla="*/ 54559 w 83820"/>
                <a:gd name="connsiteY7" fmla="*/ 86 h 153536"/>
                <a:gd name="connsiteX8" fmla="*/ 42903 w 83820"/>
                <a:gd name="connsiteY8" fmla="*/ 10483 h 153536"/>
                <a:gd name="connsiteX9" fmla="*/ 33479 w 83820"/>
                <a:gd name="connsiteY9" fmla="*/ 46993 h 153536"/>
                <a:gd name="connsiteX10" fmla="*/ 8184 w 83820"/>
                <a:gd name="connsiteY10" fmla="*/ 46993 h 153536"/>
                <a:gd name="connsiteX11" fmla="*/ 249 w 83820"/>
                <a:gd name="connsiteY11" fmla="*/ 52313 h 153536"/>
                <a:gd name="connsiteX12" fmla="*/ 7688 w 83820"/>
                <a:gd name="connsiteY12" fmla="*/ 55698 h 153536"/>
                <a:gd name="connsiteX13" fmla="*/ 31247 w 83820"/>
                <a:gd name="connsiteY13" fmla="*/ 55698 h 153536"/>
                <a:gd name="connsiteX14" fmla="*/ 16616 w 83820"/>
                <a:gd name="connsiteY14" fmla="*/ 112760 h 153536"/>
                <a:gd name="connsiteX15" fmla="*/ 12896 w 83820"/>
                <a:gd name="connsiteY15" fmla="*/ 130653 h 153536"/>
                <a:gd name="connsiteX16" fmla="*/ 39431 w 83820"/>
                <a:gd name="connsiteY16" fmla="*/ 153623 h 153536"/>
                <a:gd name="connsiteX17" fmla="*/ 82581 w 83820"/>
                <a:gd name="connsiteY17" fmla="*/ 116629 h 153536"/>
                <a:gd name="connsiteX18" fmla="*/ 78614 w 83820"/>
                <a:gd name="connsiteY18" fmla="*/ 113486 h 153536"/>
                <a:gd name="connsiteX19" fmla="*/ 73406 w 83820"/>
                <a:gd name="connsiteY19" fmla="*/ 118080 h 153536"/>
                <a:gd name="connsiteX20" fmla="*/ 40175 w 83820"/>
                <a:gd name="connsiteY20" fmla="*/ 146853 h 153536"/>
                <a:gd name="connsiteX21" fmla="*/ 31495 w 83820"/>
                <a:gd name="connsiteY21" fmla="*/ 135005 h 153536"/>
                <a:gd name="connsiteX22" fmla="*/ 32983 w 83820"/>
                <a:gd name="connsiteY22" fmla="*/ 125092 h 153536"/>
                <a:gd name="connsiteX23" fmla="*/ 50839 w 8382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820" h="153536">
                  <a:moveTo>
                    <a:pt x="50839" y="55698"/>
                  </a:moveTo>
                  <a:lnTo>
                    <a:pt x="76134" y="55698"/>
                  </a:lnTo>
                  <a:cubicBezTo>
                    <a:pt x="80845" y="55698"/>
                    <a:pt x="84069" y="55698"/>
                    <a:pt x="84069" y="50379"/>
                  </a:cubicBezTo>
                  <a:cubicBezTo>
                    <a:pt x="84069" y="46993"/>
                    <a:pt x="80845" y="46993"/>
                    <a:pt x="76630" y="46993"/>
                  </a:cubicBezTo>
                  <a:lnTo>
                    <a:pt x="53071" y="46993"/>
                  </a:lnTo>
                  <a:lnTo>
                    <a:pt x="62246" y="11209"/>
                  </a:lnTo>
                  <a:cubicBezTo>
                    <a:pt x="62494" y="10000"/>
                    <a:pt x="62990" y="8791"/>
                    <a:pt x="62990" y="7823"/>
                  </a:cubicBezTo>
                  <a:cubicBezTo>
                    <a:pt x="62990" y="3471"/>
                    <a:pt x="59518" y="86"/>
                    <a:pt x="54559" y="86"/>
                  </a:cubicBezTo>
                  <a:cubicBezTo>
                    <a:pt x="48359" y="86"/>
                    <a:pt x="44639" y="4197"/>
                    <a:pt x="42903" y="10483"/>
                  </a:cubicBezTo>
                  <a:cubicBezTo>
                    <a:pt x="41167" y="16528"/>
                    <a:pt x="44391" y="4922"/>
                    <a:pt x="33479" y="46993"/>
                  </a:cubicBezTo>
                  <a:lnTo>
                    <a:pt x="8184" y="46993"/>
                  </a:lnTo>
                  <a:cubicBezTo>
                    <a:pt x="3473" y="46993"/>
                    <a:pt x="249" y="46993"/>
                    <a:pt x="249" y="52313"/>
                  </a:cubicBezTo>
                  <a:cubicBezTo>
                    <a:pt x="249" y="55698"/>
                    <a:pt x="3225" y="55698"/>
                    <a:pt x="7688" y="55698"/>
                  </a:cubicBezTo>
                  <a:lnTo>
                    <a:pt x="31247" y="55698"/>
                  </a:lnTo>
                  <a:lnTo>
                    <a:pt x="16616" y="112760"/>
                  </a:lnTo>
                  <a:cubicBezTo>
                    <a:pt x="15128" y="118805"/>
                    <a:pt x="12896" y="127510"/>
                    <a:pt x="12896" y="130653"/>
                  </a:cubicBezTo>
                  <a:cubicBezTo>
                    <a:pt x="12896" y="144919"/>
                    <a:pt x="25296" y="153623"/>
                    <a:pt x="39431" y="153623"/>
                  </a:cubicBezTo>
                  <a:cubicBezTo>
                    <a:pt x="66958" y="153623"/>
                    <a:pt x="82581" y="119772"/>
                    <a:pt x="82581" y="116629"/>
                  </a:cubicBezTo>
                  <a:cubicBezTo>
                    <a:pt x="82581" y="113486"/>
                    <a:pt x="79358" y="113486"/>
                    <a:pt x="78614" y="113486"/>
                  </a:cubicBezTo>
                  <a:cubicBezTo>
                    <a:pt x="75638" y="113486"/>
                    <a:pt x="75390" y="113969"/>
                    <a:pt x="73406" y="118080"/>
                  </a:cubicBezTo>
                  <a:cubicBezTo>
                    <a:pt x="66462" y="133313"/>
                    <a:pt x="53815" y="146853"/>
                    <a:pt x="40175" y="146853"/>
                  </a:cubicBezTo>
                  <a:cubicBezTo>
                    <a:pt x="34967" y="146853"/>
                    <a:pt x="31495" y="143710"/>
                    <a:pt x="31495" y="135005"/>
                  </a:cubicBezTo>
                  <a:cubicBezTo>
                    <a:pt x="31495" y="132587"/>
                    <a:pt x="32487" y="127510"/>
                    <a:pt x="32983" y="125092"/>
                  </a:cubicBezTo>
                  <a:lnTo>
                    <a:pt x="50839" y="55698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65DD399E-BB11-881D-9B01-A13AC728E387}"/>
                </a:ext>
              </a:extLst>
            </p:cNvPr>
            <p:cNvSpPr/>
            <p:nvPr>
              <p:custDataLst>
                <p:tags r:id="rId143"/>
              </p:custDataLst>
            </p:nvPr>
          </p:nvSpPr>
          <p:spPr>
            <a:xfrm>
              <a:off x="12114944" y="7746966"/>
              <a:ext cx="167641" cy="11847"/>
            </a:xfrm>
            <a:custGeom>
              <a:avLst/>
              <a:gdLst>
                <a:gd name="connsiteX0" fmla="*/ 157973 w 167641"/>
                <a:gd name="connsiteY0" fmla="*/ 11934 h 11847"/>
                <a:gd name="connsiteX1" fmla="*/ 167893 w 167641"/>
                <a:gd name="connsiteY1" fmla="*/ 6131 h 11847"/>
                <a:gd name="connsiteX2" fmla="*/ 157973 w 167641"/>
                <a:gd name="connsiteY2" fmla="*/ 86 h 11847"/>
                <a:gd name="connsiteX3" fmla="*/ 10171 w 167641"/>
                <a:gd name="connsiteY3" fmla="*/ 86 h 11847"/>
                <a:gd name="connsiteX4" fmla="*/ 252 w 167641"/>
                <a:gd name="connsiteY4" fmla="*/ 5889 h 11847"/>
                <a:gd name="connsiteX5" fmla="*/ 10171 w 167641"/>
                <a:gd name="connsiteY5" fmla="*/ 11934 h 11847"/>
                <a:gd name="connsiteX6" fmla="*/ 157973 w 167641"/>
                <a:gd name="connsiteY6" fmla="*/ 11934 h 11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641" h="11847">
                  <a:moveTo>
                    <a:pt x="157973" y="11934"/>
                  </a:moveTo>
                  <a:cubicBezTo>
                    <a:pt x="161941" y="11934"/>
                    <a:pt x="167893" y="11934"/>
                    <a:pt x="167893" y="6131"/>
                  </a:cubicBezTo>
                  <a:cubicBezTo>
                    <a:pt x="167893" y="86"/>
                    <a:pt x="162189" y="86"/>
                    <a:pt x="157973" y="86"/>
                  </a:cubicBezTo>
                  <a:lnTo>
                    <a:pt x="10171" y="86"/>
                  </a:lnTo>
                  <a:cubicBezTo>
                    <a:pt x="6203" y="86"/>
                    <a:pt x="252" y="86"/>
                    <a:pt x="252" y="5889"/>
                  </a:cubicBezTo>
                  <a:cubicBezTo>
                    <a:pt x="252" y="11934"/>
                    <a:pt x="5955" y="11934"/>
                    <a:pt x="10171" y="11934"/>
                  </a:cubicBezTo>
                  <a:lnTo>
                    <a:pt x="157973" y="11934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3481E064-F1CE-BD94-F314-9DE0EFB6A2AA}"/>
                </a:ext>
              </a:extLst>
            </p:cNvPr>
            <p:cNvSpPr/>
            <p:nvPr>
              <p:custDataLst>
                <p:tags r:id="rId144"/>
              </p:custDataLst>
            </p:nvPr>
          </p:nvSpPr>
          <p:spPr>
            <a:xfrm>
              <a:off x="12336613" y="7652909"/>
              <a:ext cx="90268" cy="160548"/>
            </a:xfrm>
            <a:custGeom>
              <a:avLst/>
              <a:gdLst>
                <a:gd name="connsiteX0" fmla="*/ 56304 w 90268"/>
                <a:gd name="connsiteY0" fmla="*/ 6856 h 160548"/>
                <a:gd name="connsiteX1" fmla="*/ 48864 w 90268"/>
                <a:gd name="connsiteY1" fmla="*/ 86 h 160548"/>
                <a:gd name="connsiteX2" fmla="*/ 258 w 90268"/>
                <a:gd name="connsiteY2" fmla="*/ 15561 h 160548"/>
                <a:gd name="connsiteX3" fmla="*/ 258 w 90268"/>
                <a:gd name="connsiteY3" fmla="*/ 24265 h 160548"/>
                <a:gd name="connsiteX4" fmla="*/ 36217 w 90268"/>
                <a:gd name="connsiteY4" fmla="*/ 17495 h 160548"/>
                <a:gd name="connsiteX5" fmla="*/ 36217 w 90268"/>
                <a:gd name="connsiteY5" fmla="*/ 140808 h 160548"/>
                <a:gd name="connsiteX6" fmla="*/ 11418 w 90268"/>
                <a:gd name="connsiteY6" fmla="*/ 151930 h 160548"/>
                <a:gd name="connsiteX7" fmla="*/ 1994 w 90268"/>
                <a:gd name="connsiteY7" fmla="*/ 151930 h 160548"/>
                <a:gd name="connsiteX8" fmla="*/ 1994 w 90268"/>
                <a:gd name="connsiteY8" fmla="*/ 160635 h 160548"/>
                <a:gd name="connsiteX9" fmla="*/ 46136 w 90268"/>
                <a:gd name="connsiteY9" fmla="*/ 159668 h 160548"/>
                <a:gd name="connsiteX10" fmla="*/ 90526 w 90268"/>
                <a:gd name="connsiteY10" fmla="*/ 160635 h 160548"/>
                <a:gd name="connsiteX11" fmla="*/ 90526 w 90268"/>
                <a:gd name="connsiteY11" fmla="*/ 151930 h 160548"/>
                <a:gd name="connsiteX12" fmla="*/ 81103 w 90268"/>
                <a:gd name="connsiteY12" fmla="*/ 151930 h 160548"/>
                <a:gd name="connsiteX13" fmla="*/ 56304 w 90268"/>
                <a:gd name="connsiteY13" fmla="*/ 140808 h 160548"/>
                <a:gd name="connsiteX14" fmla="*/ 56304 w 90268"/>
                <a:gd name="connsiteY14" fmla="*/ 6856 h 160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268" h="160548">
                  <a:moveTo>
                    <a:pt x="56304" y="6856"/>
                  </a:moveTo>
                  <a:cubicBezTo>
                    <a:pt x="56304" y="328"/>
                    <a:pt x="55808" y="86"/>
                    <a:pt x="48864" y="86"/>
                  </a:cubicBezTo>
                  <a:cubicBezTo>
                    <a:pt x="32993" y="15319"/>
                    <a:pt x="10426" y="15561"/>
                    <a:pt x="258" y="15561"/>
                  </a:cubicBezTo>
                  <a:lnTo>
                    <a:pt x="258" y="24265"/>
                  </a:lnTo>
                  <a:cubicBezTo>
                    <a:pt x="6210" y="24265"/>
                    <a:pt x="22577" y="24265"/>
                    <a:pt x="36217" y="17495"/>
                  </a:cubicBezTo>
                  <a:lnTo>
                    <a:pt x="36217" y="140808"/>
                  </a:lnTo>
                  <a:cubicBezTo>
                    <a:pt x="36217" y="148787"/>
                    <a:pt x="36217" y="151930"/>
                    <a:pt x="11418" y="151930"/>
                  </a:cubicBezTo>
                  <a:lnTo>
                    <a:pt x="1994" y="151930"/>
                  </a:lnTo>
                  <a:lnTo>
                    <a:pt x="1994" y="160635"/>
                  </a:lnTo>
                  <a:cubicBezTo>
                    <a:pt x="6458" y="160393"/>
                    <a:pt x="36960" y="159668"/>
                    <a:pt x="46136" y="159668"/>
                  </a:cubicBezTo>
                  <a:cubicBezTo>
                    <a:pt x="53824" y="159668"/>
                    <a:pt x="85071" y="160393"/>
                    <a:pt x="90526" y="160635"/>
                  </a:cubicBezTo>
                  <a:lnTo>
                    <a:pt x="90526" y="151930"/>
                  </a:lnTo>
                  <a:lnTo>
                    <a:pt x="81103" y="151930"/>
                  </a:lnTo>
                  <a:cubicBezTo>
                    <a:pt x="56304" y="151930"/>
                    <a:pt x="56304" y="148787"/>
                    <a:pt x="56304" y="140808"/>
                  </a:cubicBezTo>
                  <a:lnTo>
                    <a:pt x="56304" y="685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59BB64A5-6287-876C-FC4A-001EE509B018}"/>
                </a:ext>
              </a:extLst>
            </p:cNvPr>
            <p:cNvSpPr/>
            <p:nvPr>
              <p:custDataLst>
                <p:tags r:id="rId145"/>
              </p:custDataLst>
            </p:nvPr>
          </p:nvSpPr>
          <p:spPr>
            <a:xfrm>
              <a:off x="12476306" y="7502585"/>
              <a:ext cx="48535" cy="345414"/>
            </a:xfrm>
            <a:custGeom>
              <a:avLst/>
              <a:gdLst>
                <a:gd name="connsiteX0" fmla="*/ 48798 w 48535"/>
                <a:gd name="connsiteY0" fmla="*/ 85 h 345414"/>
                <a:gd name="connsiteX1" fmla="*/ 262 w 48535"/>
                <a:gd name="connsiteY1" fmla="*/ 85 h 345414"/>
                <a:gd name="connsiteX2" fmla="*/ 262 w 48535"/>
                <a:gd name="connsiteY2" fmla="*/ 13901 h 345414"/>
                <a:gd name="connsiteX3" fmla="*/ 34627 w 48535"/>
                <a:gd name="connsiteY3" fmla="*/ 13901 h 345414"/>
                <a:gd name="connsiteX4" fmla="*/ 34627 w 48535"/>
                <a:gd name="connsiteY4" fmla="*/ 331683 h 345414"/>
                <a:gd name="connsiteX5" fmla="*/ 262 w 48535"/>
                <a:gd name="connsiteY5" fmla="*/ 331683 h 345414"/>
                <a:gd name="connsiteX6" fmla="*/ 262 w 48535"/>
                <a:gd name="connsiteY6" fmla="*/ 345499 h 345414"/>
                <a:gd name="connsiteX7" fmla="*/ 48798 w 48535"/>
                <a:gd name="connsiteY7" fmla="*/ 345499 h 345414"/>
                <a:gd name="connsiteX8" fmla="*/ 48798 w 48535"/>
                <a:gd name="connsiteY8" fmla="*/ 8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535" h="345414">
                  <a:moveTo>
                    <a:pt x="48798" y="85"/>
                  </a:moveTo>
                  <a:lnTo>
                    <a:pt x="262" y="85"/>
                  </a:lnTo>
                  <a:lnTo>
                    <a:pt x="262" y="13901"/>
                  </a:lnTo>
                  <a:lnTo>
                    <a:pt x="34627" y="13901"/>
                  </a:lnTo>
                  <a:lnTo>
                    <a:pt x="34627" y="331683"/>
                  </a:lnTo>
                  <a:lnTo>
                    <a:pt x="262" y="331683"/>
                  </a:lnTo>
                  <a:lnTo>
                    <a:pt x="262" y="345499"/>
                  </a:lnTo>
                  <a:lnTo>
                    <a:pt x="48798" y="345499"/>
                  </a:lnTo>
                  <a:lnTo>
                    <a:pt x="48798" y="85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85F212FB-9FA5-7120-AA97-2B86BDD80EB9}"/>
                </a:ext>
              </a:extLst>
            </p:cNvPr>
            <p:cNvSpPr/>
            <p:nvPr>
              <p:custDataLst>
                <p:tags r:id="rId146"/>
              </p:custDataLst>
            </p:nvPr>
          </p:nvSpPr>
          <p:spPr>
            <a:xfrm>
              <a:off x="12665485" y="7560270"/>
              <a:ext cx="235590" cy="230046"/>
            </a:xfrm>
            <a:custGeom>
              <a:avLst/>
              <a:gdLst>
                <a:gd name="connsiteX0" fmla="*/ 125325 w 235590"/>
                <a:gd name="connsiteY0" fmla="*/ 122016 h 230046"/>
                <a:gd name="connsiteX1" fmla="*/ 224167 w 235590"/>
                <a:gd name="connsiteY1" fmla="*/ 122016 h 230046"/>
                <a:gd name="connsiteX2" fmla="*/ 235858 w 235590"/>
                <a:gd name="connsiteY2" fmla="*/ 115108 h 230046"/>
                <a:gd name="connsiteX3" fmla="*/ 224167 w 235590"/>
                <a:gd name="connsiteY3" fmla="*/ 108199 h 230046"/>
                <a:gd name="connsiteX4" fmla="*/ 125325 w 235590"/>
                <a:gd name="connsiteY4" fmla="*/ 108199 h 230046"/>
                <a:gd name="connsiteX5" fmla="*/ 125325 w 235590"/>
                <a:gd name="connsiteY5" fmla="*/ 11483 h 230046"/>
                <a:gd name="connsiteX6" fmla="*/ 118240 w 235590"/>
                <a:gd name="connsiteY6" fmla="*/ 85 h 230046"/>
                <a:gd name="connsiteX7" fmla="*/ 111154 w 235590"/>
                <a:gd name="connsiteY7" fmla="*/ 11483 h 230046"/>
                <a:gd name="connsiteX8" fmla="*/ 111154 w 235590"/>
                <a:gd name="connsiteY8" fmla="*/ 108199 h 230046"/>
                <a:gd name="connsiteX9" fmla="*/ 11958 w 235590"/>
                <a:gd name="connsiteY9" fmla="*/ 108199 h 230046"/>
                <a:gd name="connsiteX10" fmla="*/ 267 w 235590"/>
                <a:gd name="connsiteY10" fmla="*/ 115108 h 230046"/>
                <a:gd name="connsiteX11" fmla="*/ 11958 w 235590"/>
                <a:gd name="connsiteY11" fmla="*/ 122016 h 230046"/>
                <a:gd name="connsiteX12" fmla="*/ 111154 w 235590"/>
                <a:gd name="connsiteY12" fmla="*/ 122016 h 230046"/>
                <a:gd name="connsiteX13" fmla="*/ 111154 w 235590"/>
                <a:gd name="connsiteY13" fmla="*/ 218732 h 230046"/>
                <a:gd name="connsiteX14" fmla="*/ 118240 w 235590"/>
                <a:gd name="connsiteY14" fmla="*/ 230131 h 230046"/>
                <a:gd name="connsiteX15" fmla="*/ 125325 w 235590"/>
                <a:gd name="connsiteY15" fmla="*/ 218732 h 230046"/>
                <a:gd name="connsiteX16" fmla="*/ 125325 w 235590"/>
                <a:gd name="connsiteY16" fmla="*/ 122016 h 23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590" h="230046">
                  <a:moveTo>
                    <a:pt x="125325" y="122016"/>
                  </a:moveTo>
                  <a:lnTo>
                    <a:pt x="224167" y="122016"/>
                  </a:lnTo>
                  <a:cubicBezTo>
                    <a:pt x="229127" y="122016"/>
                    <a:pt x="235858" y="122016"/>
                    <a:pt x="235858" y="115108"/>
                  </a:cubicBezTo>
                  <a:cubicBezTo>
                    <a:pt x="235858" y="108199"/>
                    <a:pt x="229127" y="108199"/>
                    <a:pt x="224167" y="108199"/>
                  </a:cubicBezTo>
                  <a:lnTo>
                    <a:pt x="125325" y="108199"/>
                  </a:lnTo>
                  <a:lnTo>
                    <a:pt x="125325" y="11483"/>
                  </a:lnTo>
                  <a:cubicBezTo>
                    <a:pt x="125325" y="6648"/>
                    <a:pt x="125325" y="85"/>
                    <a:pt x="118240" y="85"/>
                  </a:cubicBezTo>
                  <a:cubicBezTo>
                    <a:pt x="111154" y="85"/>
                    <a:pt x="111154" y="6648"/>
                    <a:pt x="111154" y="11483"/>
                  </a:cubicBezTo>
                  <a:lnTo>
                    <a:pt x="111154" y="108199"/>
                  </a:lnTo>
                  <a:lnTo>
                    <a:pt x="11958" y="108199"/>
                  </a:lnTo>
                  <a:cubicBezTo>
                    <a:pt x="6999" y="108199"/>
                    <a:pt x="267" y="108199"/>
                    <a:pt x="267" y="115108"/>
                  </a:cubicBezTo>
                  <a:cubicBezTo>
                    <a:pt x="267" y="122016"/>
                    <a:pt x="6999" y="122016"/>
                    <a:pt x="11958" y="122016"/>
                  </a:cubicBezTo>
                  <a:lnTo>
                    <a:pt x="111154" y="122016"/>
                  </a:lnTo>
                  <a:lnTo>
                    <a:pt x="111154" y="218732"/>
                  </a:lnTo>
                  <a:cubicBezTo>
                    <a:pt x="111154" y="223568"/>
                    <a:pt x="111154" y="230131"/>
                    <a:pt x="118240" y="230131"/>
                  </a:cubicBezTo>
                  <a:cubicBezTo>
                    <a:pt x="125325" y="230131"/>
                    <a:pt x="125325" y="223568"/>
                    <a:pt x="125325" y="218732"/>
                  </a:cubicBezTo>
                  <a:lnTo>
                    <a:pt x="125325" y="122016"/>
                  </a:ln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21F7B055-733B-D9DB-6E33-7EC5444ADE66}"/>
                </a:ext>
              </a:extLst>
            </p:cNvPr>
            <p:cNvSpPr/>
            <p:nvPr>
              <p:custDataLst>
                <p:tags r:id="rId147"/>
              </p:custDataLst>
            </p:nvPr>
          </p:nvSpPr>
          <p:spPr>
            <a:xfrm>
              <a:off x="13013025" y="7521929"/>
              <a:ext cx="199454" cy="241790"/>
            </a:xfrm>
            <a:custGeom>
              <a:avLst/>
              <a:gdLst>
                <a:gd name="connsiteX0" fmla="*/ 62983 w 199454"/>
                <a:gd name="connsiteY0" fmla="*/ 101291 h 241790"/>
                <a:gd name="connsiteX1" fmla="*/ 62983 w 199454"/>
                <a:gd name="connsiteY1" fmla="*/ 85 h 241790"/>
                <a:gd name="connsiteX2" fmla="*/ 277 w 199454"/>
                <a:gd name="connsiteY2" fmla="*/ 2848 h 241790"/>
                <a:gd name="connsiteX3" fmla="*/ 277 w 199454"/>
                <a:gd name="connsiteY3" fmla="*/ 19082 h 241790"/>
                <a:gd name="connsiteX4" fmla="*/ 24722 w 199454"/>
                <a:gd name="connsiteY4" fmla="*/ 32554 h 241790"/>
                <a:gd name="connsiteX5" fmla="*/ 24722 w 199454"/>
                <a:gd name="connsiteY5" fmla="*/ 239802 h 241790"/>
                <a:gd name="connsiteX6" fmla="*/ 41373 w 199454"/>
                <a:gd name="connsiteY6" fmla="*/ 239802 h 241790"/>
                <a:gd name="connsiteX7" fmla="*/ 58732 w 199454"/>
                <a:gd name="connsiteY7" fmla="*/ 220459 h 241790"/>
                <a:gd name="connsiteX8" fmla="*/ 110456 w 199454"/>
                <a:gd name="connsiteY8" fmla="*/ 241875 h 241790"/>
                <a:gd name="connsiteX9" fmla="*/ 199732 w 199454"/>
                <a:gd name="connsiteY9" fmla="*/ 162775 h 241790"/>
                <a:gd name="connsiteX10" fmla="*/ 115061 w 199454"/>
                <a:gd name="connsiteY10" fmla="*/ 84366 h 241790"/>
                <a:gd name="connsiteX11" fmla="*/ 62983 w 199454"/>
                <a:gd name="connsiteY11" fmla="*/ 101291 h 241790"/>
                <a:gd name="connsiteX12" fmla="*/ 65109 w 199454"/>
                <a:gd name="connsiteY12" fmla="*/ 205606 h 241790"/>
                <a:gd name="connsiteX13" fmla="*/ 65109 w 199454"/>
                <a:gd name="connsiteY13" fmla="*/ 118907 h 241790"/>
                <a:gd name="connsiteX14" fmla="*/ 111164 w 199454"/>
                <a:gd name="connsiteY14" fmla="*/ 96801 h 241790"/>
                <a:gd name="connsiteX15" fmla="*/ 154385 w 199454"/>
                <a:gd name="connsiteY15" fmla="*/ 162775 h 241790"/>
                <a:gd name="connsiteX16" fmla="*/ 145174 w 199454"/>
                <a:gd name="connsiteY16" fmla="*/ 211478 h 241790"/>
                <a:gd name="connsiteX17" fmla="*/ 107267 w 199454"/>
                <a:gd name="connsiteY17" fmla="*/ 229440 h 241790"/>
                <a:gd name="connsiteX18" fmla="*/ 65109 w 199454"/>
                <a:gd name="connsiteY18" fmla="*/ 205606 h 241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454" h="241790">
                  <a:moveTo>
                    <a:pt x="62983" y="101291"/>
                  </a:moveTo>
                  <a:lnTo>
                    <a:pt x="62983" y="85"/>
                  </a:lnTo>
                  <a:lnTo>
                    <a:pt x="277" y="2848"/>
                  </a:lnTo>
                  <a:lnTo>
                    <a:pt x="277" y="19082"/>
                  </a:lnTo>
                  <a:cubicBezTo>
                    <a:pt x="22242" y="19082"/>
                    <a:pt x="24722" y="19082"/>
                    <a:pt x="24722" y="32554"/>
                  </a:cubicBezTo>
                  <a:lnTo>
                    <a:pt x="24722" y="239802"/>
                  </a:lnTo>
                  <a:lnTo>
                    <a:pt x="41373" y="239802"/>
                  </a:lnTo>
                  <a:lnTo>
                    <a:pt x="58732" y="220459"/>
                  </a:lnTo>
                  <a:cubicBezTo>
                    <a:pt x="61566" y="223223"/>
                    <a:pt x="78926" y="241875"/>
                    <a:pt x="110456" y="241875"/>
                  </a:cubicBezTo>
                  <a:cubicBezTo>
                    <a:pt x="163242" y="241875"/>
                    <a:pt x="199732" y="210788"/>
                    <a:pt x="199732" y="162775"/>
                  </a:cubicBezTo>
                  <a:cubicBezTo>
                    <a:pt x="199732" y="116835"/>
                    <a:pt x="166431" y="84366"/>
                    <a:pt x="115061" y="84366"/>
                  </a:cubicBezTo>
                  <a:cubicBezTo>
                    <a:pt x="89199" y="84366"/>
                    <a:pt x="71486" y="94383"/>
                    <a:pt x="62983" y="101291"/>
                  </a:cubicBezTo>
                  <a:close/>
                  <a:moveTo>
                    <a:pt x="65109" y="205606"/>
                  </a:moveTo>
                  <a:lnTo>
                    <a:pt x="65109" y="118907"/>
                  </a:lnTo>
                  <a:cubicBezTo>
                    <a:pt x="74674" y="106818"/>
                    <a:pt x="91679" y="96801"/>
                    <a:pt x="111164" y="96801"/>
                  </a:cubicBezTo>
                  <a:cubicBezTo>
                    <a:pt x="154385" y="96801"/>
                    <a:pt x="154385" y="138596"/>
                    <a:pt x="154385" y="162775"/>
                  </a:cubicBezTo>
                  <a:cubicBezTo>
                    <a:pt x="154385" y="179009"/>
                    <a:pt x="154385" y="198007"/>
                    <a:pt x="145174" y="211478"/>
                  </a:cubicBezTo>
                  <a:cubicBezTo>
                    <a:pt x="134901" y="225640"/>
                    <a:pt x="118604" y="229440"/>
                    <a:pt x="107267" y="229440"/>
                  </a:cubicBezTo>
                  <a:cubicBezTo>
                    <a:pt x="82468" y="229440"/>
                    <a:pt x="68652" y="210788"/>
                    <a:pt x="65109" y="205606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DEDC64BB-803C-AF00-22CC-931BB44C8570}"/>
                </a:ext>
              </a:extLst>
            </p:cNvPr>
            <p:cNvSpPr/>
            <p:nvPr>
              <p:custDataLst>
                <p:tags r:id="rId148"/>
              </p:custDataLst>
            </p:nvPr>
          </p:nvSpPr>
          <p:spPr>
            <a:xfrm>
              <a:off x="13258494" y="7706829"/>
              <a:ext cx="111347" cy="109047"/>
            </a:xfrm>
            <a:custGeom>
              <a:avLst/>
              <a:gdLst>
                <a:gd name="connsiteX0" fmla="*/ 111631 w 111347"/>
                <a:gd name="connsiteY0" fmla="*/ 41674 h 109047"/>
                <a:gd name="connsiteX1" fmla="*/ 69225 w 111347"/>
                <a:gd name="connsiteY1" fmla="*/ 86 h 109047"/>
                <a:gd name="connsiteX2" fmla="*/ 284 w 111347"/>
                <a:gd name="connsiteY2" fmla="*/ 67546 h 109047"/>
                <a:gd name="connsiteX3" fmla="*/ 42690 w 111347"/>
                <a:gd name="connsiteY3" fmla="*/ 109134 h 109047"/>
                <a:gd name="connsiteX4" fmla="*/ 111631 w 111347"/>
                <a:gd name="connsiteY4" fmla="*/ 41674 h 109047"/>
                <a:gd name="connsiteX5" fmla="*/ 42938 w 111347"/>
                <a:gd name="connsiteY5" fmla="*/ 102363 h 109047"/>
                <a:gd name="connsiteX6" fmla="*/ 19875 w 111347"/>
                <a:gd name="connsiteY6" fmla="*/ 75767 h 109047"/>
                <a:gd name="connsiteX7" fmla="*/ 36738 w 111347"/>
                <a:gd name="connsiteY7" fmla="*/ 24749 h 109047"/>
                <a:gd name="connsiteX8" fmla="*/ 68977 w 111347"/>
                <a:gd name="connsiteY8" fmla="*/ 6856 h 109047"/>
                <a:gd name="connsiteX9" fmla="*/ 92040 w 111347"/>
                <a:gd name="connsiteY9" fmla="*/ 33453 h 109047"/>
                <a:gd name="connsiteX10" fmla="*/ 77657 w 111347"/>
                <a:gd name="connsiteY10" fmla="*/ 81328 h 109047"/>
                <a:gd name="connsiteX11" fmla="*/ 42938 w 111347"/>
                <a:gd name="connsiteY11" fmla="*/ 102363 h 109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1347" h="109047">
                  <a:moveTo>
                    <a:pt x="111631" y="41674"/>
                  </a:moveTo>
                  <a:cubicBezTo>
                    <a:pt x="111631" y="18220"/>
                    <a:pt x="94768" y="86"/>
                    <a:pt x="69225" y="86"/>
                  </a:cubicBezTo>
                  <a:cubicBezTo>
                    <a:pt x="33762" y="86"/>
                    <a:pt x="284" y="33695"/>
                    <a:pt x="284" y="67546"/>
                  </a:cubicBezTo>
                  <a:cubicBezTo>
                    <a:pt x="284" y="92208"/>
                    <a:pt x="18139" y="109134"/>
                    <a:pt x="42690" y="109134"/>
                  </a:cubicBezTo>
                  <a:cubicBezTo>
                    <a:pt x="78153" y="109134"/>
                    <a:pt x="111631" y="75283"/>
                    <a:pt x="111631" y="41674"/>
                  </a:cubicBezTo>
                  <a:close/>
                  <a:moveTo>
                    <a:pt x="42938" y="102363"/>
                  </a:moveTo>
                  <a:cubicBezTo>
                    <a:pt x="35994" y="102363"/>
                    <a:pt x="19875" y="98978"/>
                    <a:pt x="19875" y="75767"/>
                  </a:cubicBezTo>
                  <a:cubicBezTo>
                    <a:pt x="19875" y="65128"/>
                    <a:pt x="24835" y="39740"/>
                    <a:pt x="36738" y="24749"/>
                  </a:cubicBezTo>
                  <a:cubicBezTo>
                    <a:pt x="45418" y="13385"/>
                    <a:pt x="58065" y="6856"/>
                    <a:pt x="68977" y="6856"/>
                  </a:cubicBezTo>
                  <a:cubicBezTo>
                    <a:pt x="77657" y="6856"/>
                    <a:pt x="92040" y="11934"/>
                    <a:pt x="92040" y="33453"/>
                  </a:cubicBezTo>
                  <a:cubicBezTo>
                    <a:pt x="92040" y="41674"/>
                    <a:pt x="88320" y="64886"/>
                    <a:pt x="77657" y="81328"/>
                  </a:cubicBezTo>
                  <a:cubicBezTo>
                    <a:pt x="69969" y="92934"/>
                    <a:pt x="56081" y="102363"/>
                    <a:pt x="42938" y="102363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0FAB4D7B-E240-123C-A739-07B3F9670C2A}"/>
                </a:ext>
              </a:extLst>
            </p:cNvPr>
            <p:cNvSpPr/>
            <p:nvPr>
              <p:custDataLst>
                <p:tags r:id="rId149"/>
              </p:custDataLst>
            </p:nvPr>
          </p:nvSpPr>
          <p:spPr>
            <a:xfrm>
              <a:off x="13413745" y="7502585"/>
              <a:ext cx="82191" cy="345414"/>
            </a:xfrm>
            <a:custGeom>
              <a:avLst/>
              <a:gdLst>
                <a:gd name="connsiteX0" fmla="*/ 82479 w 82191"/>
                <a:gd name="connsiteY0" fmla="*/ 172792 h 345414"/>
                <a:gd name="connsiteX1" fmla="*/ 59098 w 82191"/>
                <a:gd name="connsiteY1" fmla="*/ 65023 h 345414"/>
                <a:gd name="connsiteX2" fmla="*/ 3831 w 82191"/>
                <a:gd name="connsiteY2" fmla="*/ 85 h 345414"/>
                <a:gd name="connsiteX3" fmla="*/ 288 w 82191"/>
                <a:gd name="connsiteY3" fmla="*/ 3539 h 345414"/>
                <a:gd name="connsiteX4" fmla="*/ 7020 w 82191"/>
                <a:gd name="connsiteY4" fmla="*/ 11483 h 345414"/>
                <a:gd name="connsiteX5" fmla="*/ 61932 w 82191"/>
                <a:gd name="connsiteY5" fmla="*/ 172792 h 345414"/>
                <a:gd name="connsiteX6" fmla="*/ 4894 w 82191"/>
                <a:gd name="connsiteY6" fmla="*/ 336173 h 345414"/>
                <a:gd name="connsiteX7" fmla="*/ 288 w 82191"/>
                <a:gd name="connsiteY7" fmla="*/ 342045 h 345414"/>
                <a:gd name="connsiteX8" fmla="*/ 3831 w 82191"/>
                <a:gd name="connsiteY8" fmla="*/ 345499 h 345414"/>
                <a:gd name="connsiteX9" fmla="*/ 60160 w 82191"/>
                <a:gd name="connsiteY9" fmla="*/ 278144 h 345414"/>
                <a:gd name="connsiteX10" fmla="*/ 82479 w 82191"/>
                <a:gd name="connsiteY10" fmla="*/ 172792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1" h="345414">
                  <a:moveTo>
                    <a:pt x="82479" y="172792"/>
                  </a:moveTo>
                  <a:cubicBezTo>
                    <a:pt x="82479" y="145850"/>
                    <a:pt x="78582" y="104055"/>
                    <a:pt x="59098" y="65023"/>
                  </a:cubicBezTo>
                  <a:cubicBezTo>
                    <a:pt x="37841" y="22537"/>
                    <a:pt x="7374" y="85"/>
                    <a:pt x="3831" y="85"/>
                  </a:cubicBezTo>
                  <a:cubicBezTo>
                    <a:pt x="1706" y="85"/>
                    <a:pt x="288" y="1466"/>
                    <a:pt x="288" y="3539"/>
                  </a:cubicBezTo>
                  <a:cubicBezTo>
                    <a:pt x="288" y="4575"/>
                    <a:pt x="288" y="5266"/>
                    <a:pt x="7020" y="11483"/>
                  </a:cubicBezTo>
                  <a:cubicBezTo>
                    <a:pt x="41738" y="45679"/>
                    <a:pt x="61932" y="100600"/>
                    <a:pt x="61932" y="172792"/>
                  </a:cubicBezTo>
                  <a:cubicBezTo>
                    <a:pt x="61932" y="231858"/>
                    <a:pt x="48824" y="292651"/>
                    <a:pt x="4894" y="336173"/>
                  </a:cubicBezTo>
                  <a:cubicBezTo>
                    <a:pt x="288" y="340318"/>
                    <a:pt x="288" y="341009"/>
                    <a:pt x="288" y="342045"/>
                  </a:cubicBezTo>
                  <a:cubicBezTo>
                    <a:pt x="288" y="344118"/>
                    <a:pt x="1706" y="345499"/>
                    <a:pt x="3831" y="345499"/>
                  </a:cubicBezTo>
                  <a:cubicBezTo>
                    <a:pt x="7374" y="345499"/>
                    <a:pt x="39258" y="322011"/>
                    <a:pt x="60160" y="278144"/>
                  </a:cubicBezTo>
                  <a:cubicBezTo>
                    <a:pt x="78228" y="240148"/>
                    <a:pt x="82479" y="201807"/>
                    <a:pt x="82479" y="172792"/>
                  </a:cubicBezTo>
                  <a:close/>
                </a:path>
              </a:pathLst>
            </a:custGeom>
            <a:solidFill>
              <a:srgbClr val="000000"/>
            </a:solidFill>
            <a:ln w="35637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112" name="Group 111" descr="\documentclass{article}&#10;\usepackage{amsmath,amssymb}&#10;\pagestyle{empty}&#10;\begin{document}&#10;&#10;\newcommand{\score}{\textrm{score}}&#10;\newcommand{\classify}{\textrm{classify}}&#10;\newcommand{\bx}{\mathbf{x}}&#10;&#10;\begin{align*}&#10;\mathbf{h}_t = \mathbf{o}_t * \tanh(\mathbf{c}_t)&#10;\end{align*}&#10;&#10;&#10;\end{document}" title="IguanaTex Vector Display">
            <a:extLst>
              <a:ext uri="{FF2B5EF4-FFF2-40B4-BE49-F238E27FC236}">
                <a16:creationId xmlns:a16="http://schemas.microsoft.com/office/drawing/2014/main" id="{3DAA37B1-0FF5-886A-3153-D2D36FEA48E1}"/>
              </a:ext>
            </a:extLst>
          </p:cNvPr>
          <p:cNvGrpSpPr>
            <a:grpSpLocks noChangeAspect="1"/>
          </p:cNvGrpSpPr>
          <p:nvPr>
            <p:custDataLst>
              <p:tags r:id="rId6"/>
            </p:custDataLst>
          </p:nvPr>
        </p:nvGrpSpPr>
        <p:grpSpPr>
          <a:xfrm>
            <a:off x="864910" y="5415172"/>
            <a:ext cx="2725020" cy="345414"/>
            <a:chOff x="9475433" y="5216962"/>
            <a:chExt cx="2725020" cy="345414"/>
          </a:xfrm>
        </p:grpSpPr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C45AD5D9-9D78-AD26-6EDC-5F3848C43F90}"/>
                </a:ext>
              </a:extLst>
            </p:cNvPr>
            <p:cNvSpPr/>
            <p:nvPr>
              <p:custDataLst>
                <p:tags r:id="rId116"/>
              </p:custDataLst>
            </p:nvPr>
          </p:nvSpPr>
          <p:spPr>
            <a:xfrm>
              <a:off x="9475433" y="5236306"/>
              <a:ext cx="201934" cy="239717"/>
            </a:xfrm>
            <a:custGeom>
              <a:avLst/>
              <a:gdLst>
                <a:gd name="connsiteX0" fmla="*/ 24639 w 201934"/>
                <a:gd name="connsiteY0" fmla="*/ 223568 h 239717"/>
                <a:gd name="connsiteX1" fmla="*/ 195 w 201934"/>
                <a:gd name="connsiteY1" fmla="*/ 223568 h 239717"/>
                <a:gd name="connsiteX2" fmla="*/ 195 w 201934"/>
                <a:gd name="connsiteY2" fmla="*/ 239802 h 239717"/>
                <a:gd name="connsiteX3" fmla="*/ 44833 w 201934"/>
                <a:gd name="connsiteY3" fmla="*/ 238766 h 239717"/>
                <a:gd name="connsiteX4" fmla="*/ 89471 w 201934"/>
                <a:gd name="connsiteY4" fmla="*/ 239802 h 239717"/>
                <a:gd name="connsiteX5" fmla="*/ 89471 w 201934"/>
                <a:gd name="connsiteY5" fmla="*/ 223568 h 239717"/>
                <a:gd name="connsiteX6" fmla="*/ 65026 w 201934"/>
                <a:gd name="connsiteY6" fmla="*/ 223568 h 239717"/>
                <a:gd name="connsiteX7" fmla="*/ 65026 w 201934"/>
                <a:gd name="connsiteY7" fmla="*/ 151376 h 239717"/>
                <a:gd name="connsiteX8" fmla="*/ 117813 w 201934"/>
                <a:gd name="connsiteY8" fmla="*/ 96801 h 239717"/>
                <a:gd name="connsiteX9" fmla="*/ 137298 w 201934"/>
                <a:gd name="connsiteY9" fmla="*/ 130306 h 239717"/>
                <a:gd name="connsiteX10" fmla="*/ 137298 w 201934"/>
                <a:gd name="connsiteY10" fmla="*/ 223568 h 239717"/>
                <a:gd name="connsiteX11" fmla="*/ 112853 w 201934"/>
                <a:gd name="connsiteY11" fmla="*/ 223568 h 239717"/>
                <a:gd name="connsiteX12" fmla="*/ 112853 w 201934"/>
                <a:gd name="connsiteY12" fmla="*/ 239802 h 239717"/>
                <a:gd name="connsiteX13" fmla="*/ 157491 w 201934"/>
                <a:gd name="connsiteY13" fmla="*/ 238766 h 239717"/>
                <a:gd name="connsiteX14" fmla="*/ 202129 w 201934"/>
                <a:gd name="connsiteY14" fmla="*/ 239802 h 239717"/>
                <a:gd name="connsiteX15" fmla="*/ 202129 w 201934"/>
                <a:gd name="connsiteY15" fmla="*/ 223568 h 239717"/>
                <a:gd name="connsiteX16" fmla="*/ 177685 w 201934"/>
                <a:gd name="connsiteY16" fmla="*/ 223568 h 239717"/>
                <a:gd name="connsiteX17" fmla="*/ 177685 w 201934"/>
                <a:gd name="connsiteY17" fmla="*/ 134106 h 239717"/>
                <a:gd name="connsiteX18" fmla="*/ 123127 w 201934"/>
                <a:gd name="connsiteY18" fmla="*/ 84366 h 239717"/>
                <a:gd name="connsiteX19" fmla="*/ 62901 w 201934"/>
                <a:gd name="connsiteY19" fmla="*/ 118217 h 239717"/>
                <a:gd name="connsiteX20" fmla="*/ 62901 w 201934"/>
                <a:gd name="connsiteY20" fmla="*/ 85 h 239717"/>
                <a:gd name="connsiteX21" fmla="*/ 195 w 201934"/>
                <a:gd name="connsiteY21" fmla="*/ 2848 h 239717"/>
                <a:gd name="connsiteX22" fmla="*/ 195 w 201934"/>
                <a:gd name="connsiteY22" fmla="*/ 19082 h 239717"/>
                <a:gd name="connsiteX23" fmla="*/ 24639 w 201934"/>
                <a:gd name="connsiteY23" fmla="*/ 32554 h 239717"/>
                <a:gd name="connsiteX24" fmla="*/ 24639 w 201934"/>
                <a:gd name="connsiteY24" fmla="*/ 223568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934" h="239717">
                  <a:moveTo>
                    <a:pt x="24639" y="223568"/>
                  </a:moveTo>
                  <a:lnTo>
                    <a:pt x="195" y="223568"/>
                  </a:lnTo>
                  <a:lnTo>
                    <a:pt x="195" y="239802"/>
                  </a:lnTo>
                  <a:cubicBezTo>
                    <a:pt x="10114" y="239457"/>
                    <a:pt x="31370" y="238766"/>
                    <a:pt x="44833" y="238766"/>
                  </a:cubicBezTo>
                  <a:cubicBezTo>
                    <a:pt x="58649" y="238766"/>
                    <a:pt x="79551" y="239457"/>
                    <a:pt x="89471" y="239802"/>
                  </a:cubicBezTo>
                  <a:lnTo>
                    <a:pt x="89471" y="223568"/>
                  </a:lnTo>
                  <a:lnTo>
                    <a:pt x="65026" y="223568"/>
                  </a:lnTo>
                  <a:lnTo>
                    <a:pt x="65026" y="151376"/>
                  </a:lnTo>
                  <a:cubicBezTo>
                    <a:pt x="65026" y="113726"/>
                    <a:pt x="95494" y="96801"/>
                    <a:pt x="117813" y="96801"/>
                  </a:cubicBezTo>
                  <a:cubicBezTo>
                    <a:pt x="129858" y="96801"/>
                    <a:pt x="137298" y="104054"/>
                    <a:pt x="137298" y="130306"/>
                  </a:cubicBezTo>
                  <a:lnTo>
                    <a:pt x="137298" y="223568"/>
                  </a:lnTo>
                  <a:lnTo>
                    <a:pt x="112853" y="223568"/>
                  </a:lnTo>
                  <a:lnTo>
                    <a:pt x="112853" y="239802"/>
                  </a:lnTo>
                  <a:cubicBezTo>
                    <a:pt x="122773" y="239457"/>
                    <a:pt x="144029" y="238766"/>
                    <a:pt x="157491" y="238766"/>
                  </a:cubicBezTo>
                  <a:cubicBezTo>
                    <a:pt x="171308" y="238766"/>
                    <a:pt x="192210" y="239457"/>
                    <a:pt x="202129" y="239802"/>
                  </a:cubicBezTo>
                  <a:lnTo>
                    <a:pt x="202129" y="223568"/>
                  </a:lnTo>
                  <a:lnTo>
                    <a:pt x="177685" y="223568"/>
                  </a:lnTo>
                  <a:lnTo>
                    <a:pt x="177685" y="134106"/>
                  </a:lnTo>
                  <a:cubicBezTo>
                    <a:pt x="177685" y="97837"/>
                    <a:pt x="158554" y="84366"/>
                    <a:pt x="123127" y="84366"/>
                  </a:cubicBezTo>
                  <a:cubicBezTo>
                    <a:pt x="89117" y="84366"/>
                    <a:pt x="71049" y="104400"/>
                    <a:pt x="62901" y="118217"/>
                  </a:cubicBezTo>
                  <a:lnTo>
                    <a:pt x="62901" y="85"/>
                  </a:lnTo>
                  <a:lnTo>
                    <a:pt x="195" y="2848"/>
                  </a:lnTo>
                  <a:lnTo>
                    <a:pt x="195" y="19082"/>
                  </a:lnTo>
                  <a:cubicBezTo>
                    <a:pt x="22159" y="19082"/>
                    <a:pt x="24639" y="19082"/>
                    <a:pt x="24639" y="32554"/>
                  </a:cubicBezTo>
                  <a:lnTo>
                    <a:pt x="24639" y="223568"/>
                  </a:ln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FA2637E7-8BF6-90C9-2E07-B45726F30DBA}"/>
                </a:ext>
              </a:extLst>
            </p:cNvPr>
            <p:cNvSpPr/>
            <p:nvPr>
              <p:custDataLst>
                <p:tags r:id="rId117"/>
              </p:custDataLst>
            </p:nvPr>
          </p:nvSpPr>
          <p:spPr>
            <a:xfrm>
              <a:off x="9696245" y="5376716"/>
              <a:ext cx="83820" cy="153536"/>
            </a:xfrm>
            <a:custGeom>
              <a:avLst/>
              <a:gdLst>
                <a:gd name="connsiteX0" fmla="*/ 50791 w 83820"/>
                <a:gd name="connsiteY0" fmla="*/ 55698 h 153536"/>
                <a:gd name="connsiteX1" fmla="*/ 76086 w 83820"/>
                <a:gd name="connsiteY1" fmla="*/ 55698 h 153536"/>
                <a:gd name="connsiteX2" fmla="*/ 84022 w 83820"/>
                <a:gd name="connsiteY2" fmla="*/ 50379 h 153536"/>
                <a:gd name="connsiteX3" fmla="*/ 76582 w 83820"/>
                <a:gd name="connsiteY3" fmla="*/ 46993 h 153536"/>
                <a:gd name="connsiteX4" fmla="*/ 53023 w 83820"/>
                <a:gd name="connsiteY4" fmla="*/ 46993 h 153536"/>
                <a:gd name="connsiteX5" fmla="*/ 62198 w 83820"/>
                <a:gd name="connsiteY5" fmla="*/ 11209 h 153536"/>
                <a:gd name="connsiteX6" fmla="*/ 62942 w 83820"/>
                <a:gd name="connsiteY6" fmla="*/ 7823 h 153536"/>
                <a:gd name="connsiteX7" fmla="*/ 54511 w 83820"/>
                <a:gd name="connsiteY7" fmla="*/ 86 h 153536"/>
                <a:gd name="connsiteX8" fmla="*/ 42855 w 83820"/>
                <a:gd name="connsiteY8" fmla="*/ 10483 h 153536"/>
                <a:gd name="connsiteX9" fmla="*/ 33432 w 83820"/>
                <a:gd name="connsiteY9" fmla="*/ 46993 h 153536"/>
                <a:gd name="connsiteX10" fmla="*/ 8137 w 83820"/>
                <a:gd name="connsiteY10" fmla="*/ 46993 h 153536"/>
                <a:gd name="connsiteX11" fmla="*/ 201 w 83820"/>
                <a:gd name="connsiteY11" fmla="*/ 52313 h 153536"/>
                <a:gd name="connsiteX12" fmla="*/ 7641 w 83820"/>
                <a:gd name="connsiteY12" fmla="*/ 55698 h 153536"/>
                <a:gd name="connsiteX13" fmla="*/ 31200 w 83820"/>
                <a:gd name="connsiteY13" fmla="*/ 55698 h 153536"/>
                <a:gd name="connsiteX14" fmla="*/ 16568 w 83820"/>
                <a:gd name="connsiteY14" fmla="*/ 112760 h 153536"/>
                <a:gd name="connsiteX15" fmla="*/ 12848 w 83820"/>
                <a:gd name="connsiteY15" fmla="*/ 130653 h 153536"/>
                <a:gd name="connsiteX16" fmla="*/ 39383 w 83820"/>
                <a:gd name="connsiteY16" fmla="*/ 153623 h 153536"/>
                <a:gd name="connsiteX17" fmla="*/ 82534 w 83820"/>
                <a:gd name="connsiteY17" fmla="*/ 116629 h 153536"/>
                <a:gd name="connsiteX18" fmla="*/ 78566 w 83820"/>
                <a:gd name="connsiteY18" fmla="*/ 113486 h 153536"/>
                <a:gd name="connsiteX19" fmla="*/ 73358 w 83820"/>
                <a:gd name="connsiteY19" fmla="*/ 118080 h 153536"/>
                <a:gd name="connsiteX20" fmla="*/ 40127 w 83820"/>
                <a:gd name="connsiteY20" fmla="*/ 146853 h 153536"/>
                <a:gd name="connsiteX21" fmla="*/ 31448 w 83820"/>
                <a:gd name="connsiteY21" fmla="*/ 135005 h 153536"/>
                <a:gd name="connsiteX22" fmla="*/ 32936 w 83820"/>
                <a:gd name="connsiteY22" fmla="*/ 125092 h 153536"/>
                <a:gd name="connsiteX23" fmla="*/ 50791 w 8382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820" h="153536">
                  <a:moveTo>
                    <a:pt x="50791" y="55698"/>
                  </a:moveTo>
                  <a:lnTo>
                    <a:pt x="76086" y="55698"/>
                  </a:lnTo>
                  <a:cubicBezTo>
                    <a:pt x="80798" y="55698"/>
                    <a:pt x="84022" y="55698"/>
                    <a:pt x="84022" y="50379"/>
                  </a:cubicBezTo>
                  <a:cubicBezTo>
                    <a:pt x="84022" y="46993"/>
                    <a:pt x="80798" y="46993"/>
                    <a:pt x="76582" y="46993"/>
                  </a:cubicBezTo>
                  <a:lnTo>
                    <a:pt x="53023" y="46993"/>
                  </a:lnTo>
                  <a:lnTo>
                    <a:pt x="62198" y="11209"/>
                  </a:lnTo>
                  <a:cubicBezTo>
                    <a:pt x="62446" y="10000"/>
                    <a:pt x="62942" y="8791"/>
                    <a:pt x="62942" y="7823"/>
                  </a:cubicBezTo>
                  <a:cubicBezTo>
                    <a:pt x="62942" y="3471"/>
                    <a:pt x="59471" y="86"/>
                    <a:pt x="54511" y="86"/>
                  </a:cubicBezTo>
                  <a:cubicBezTo>
                    <a:pt x="48311" y="86"/>
                    <a:pt x="44591" y="4197"/>
                    <a:pt x="42855" y="10483"/>
                  </a:cubicBezTo>
                  <a:cubicBezTo>
                    <a:pt x="41119" y="16528"/>
                    <a:pt x="44343" y="4922"/>
                    <a:pt x="33432" y="46993"/>
                  </a:cubicBezTo>
                  <a:lnTo>
                    <a:pt x="8137" y="46993"/>
                  </a:lnTo>
                  <a:cubicBezTo>
                    <a:pt x="3425" y="46993"/>
                    <a:pt x="201" y="46993"/>
                    <a:pt x="201" y="52313"/>
                  </a:cubicBezTo>
                  <a:cubicBezTo>
                    <a:pt x="201" y="55698"/>
                    <a:pt x="3177" y="55698"/>
                    <a:pt x="7641" y="55698"/>
                  </a:cubicBezTo>
                  <a:lnTo>
                    <a:pt x="31200" y="55698"/>
                  </a:lnTo>
                  <a:lnTo>
                    <a:pt x="16568" y="112760"/>
                  </a:lnTo>
                  <a:cubicBezTo>
                    <a:pt x="15080" y="118805"/>
                    <a:pt x="12848" y="127510"/>
                    <a:pt x="12848" y="130653"/>
                  </a:cubicBezTo>
                  <a:cubicBezTo>
                    <a:pt x="12848" y="144919"/>
                    <a:pt x="25248" y="153623"/>
                    <a:pt x="39383" y="153623"/>
                  </a:cubicBezTo>
                  <a:cubicBezTo>
                    <a:pt x="66910" y="153623"/>
                    <a:pt x="82534" y="119772"/>
                    <a:pt x="82534" y="116629"/>
                  </a:cubicBezTo>
                  <a:cubicBezTo>
                    <a:pt x="82534" y="113486"/>
                    <a:pt x="79310" y="113486"/>
                    <a:pt x="78566" y="113486"/>
                  </a:cubicBezTo>
                  <a:cubicBezTo>
                    <a:pt x="75590" y="113486"/>
                    <a:pt x="75342" y="113969"/>
                    <a:pt x="73358" y="118080"/>
                  </a:cubicBezTo>
                  <a:cubicBezTo>
                    <a:pt x="66414" y="133313"/>
                    <a:pt x="53767" y="146853"/>
                    <a:pt x="40127" y="146853"/>
                  </a:cubicBezTo>
                  <a:cubicBezTo>
                    <a:pt x="34920" y="146853"/>
                    <a:pt x="31448" y="143710"/>
                    <a:pt x="31448" y="135005"/>
                  </a:cubicBezTo>
                  <a:cubicBezTo>
                    <a:pt x="31448" y="132587"/>
                    <a:pt x="32440" y="127510"/>
                    <a:pt x="32936" y="125092"/>
                  </a:cubicBezTo>
                  <a:lnTo>
                    <a:pt x="50791" y="55698"/>
                  </a:ln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8DF1A62-C398-86D5-F426-2556D2C89387}"/>
                </a:ext>
              </a:extLst>
            </p:cNvPr>
            <p:cNvSpPr/>
            <p:nvPr>
              <p:custDataLst>
                <p:tags r:id="rId118"/>
              </p:custDataLst>
            </p:nvPr>
          </p:nvSpPr>
          <p:spPr>
            <a:xfrm>
              <a:off x="9928808" y="5349256"/>
              <a:ext cx="235590" cy="80827"/>
            </a:xfrm>
            <a:custGeom>
              <a:avLst/>
              <a:gdLst>
                <a:gd name="connsiteX0" fmla="*/ 223753 w 235590"/>
                <a:gd name="connsiteY0" fmla="*/ 13901 h 80827"/>
                <a:gd name="connsiteX1" fmla="*/ 235798 w 235590"/>
                <a:gd name="connsiteY1" fmla="*/ 6993 h 80827"/>
                <a:gd name="connsiteX2" fmla="*/ 224107 w 235590"/>
                <a:gd name="connsiteY2" fmla="*/ 85 h 80827"/>
                <a:gd name="connsiteX3" fmla="*/ 11898 w 235590"/>
                <a:gd name="connsiteY3" fmla="*/ 85 h 80827"/>
                <a:gd name="connsiteX4" fmla="*/ 207 w 235590"/>
                <a:gd name="connsiteY4" fmla="*/ 6993 h 80827"/>
                <a:gd name="connsiteX5" fmla="*/ 12252 w 235590"/>
                <a:gd name="connsiteY5" fmla="*/ 13901 h 80827"/>
                <a:gd name="connsiteX6" fmla="*/ 223753 w 235590"/>
                <a:gd name="connsiteY6" fmla="*/ 13901 h 80827"/>
                <a:gd name="connsiteX7" fmla="*/ 224107 w 235590"/>
                <a:gd name="connsiteY7" fmla="*/ 80912 h 80827"/>
                <a:gd name="connsiteX8" fmla="*/ 235798 w 235590"/>
                <a:gd name="connsiteY8" fmla="*/ 74003 h 80827"/>
                <a:gd name="connsiteX9" fmla="*/ 223753 w 235590"/>
                <a:gd name="connsiteY9" fmla="*/ 67095 h 80827"/>
                <a:gd name="connsiteX10" fmla="*/ 12252 w 235590"/>
                <a:gd name="connsiteY10" fmla="*/ 67095 h 80827"/>
                <a:gd name="connsiteX11" fmla="*/ 207 w 235590"/>
                <a:gd name="connsiteY11" fmla="*/ 74003 h 80827"/>
                <a:gd name="connsiteX12" fmla="*/ 11898 w 235590"/>
                <a:gd name="connsiteY12" fmla="*/ 80912 h 80827"/>
                <a:gd name="connsiteX13" fmla="*/ 224107 w 235590"/>
                <a:gd name="connsiteY13" fmla="*/ 80912 h 8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590" h="80827">
                  <a:moveTo>
                    <a:pt x="223753" y="13901"/>
                  </a:moveTo>
                  <a:cubicBezTo>
                    <a:pt x="229067" y="13901"/>
                    <a:pt x="235798" y="13901"/>
                    <a:pt x="235798" y="6993"/>
                  </a:cubicBezTo>
                  <a:cubicBezTo>
                    <a:pt x="235798" y="85"/>
                    <a:pt x="229067" y="85"/>
                    <a:pt x="224107" y="85"/>
                  </a:cubicBezTo>
                  <a:lnTo>
                    <a:pt x="11898" y="85"/>
                  </a:lnTo>
                  <a:cubicBezTo>
                    <a:pt x="6938" y="85"/>
                    <a:pt x="207" y="85"/>
                    <a:pt x="207" y="6993"/>
                  </a:cubicBezTo>
                  <a:cubicBezTo>
                    <a:pt x="207" y="13901"/>
                    <a:pt x="6938" y="13901"/>
                    <a:pt x="12252" y="13901"/>
                  </a:cubicBezTo>
                  <a:lnTo>
                    <a:pt x="223753" y="13901"/>
                  </a:lnTo>
                  <a:close/>
                  <a:moveTo>
                    <a:pt x="224107" y="80912"/>
                  </a:moveTo>
                  <a:cubicBezTo>
                    <a:pt x="229067" y="80912"/>
                    <a:pt x="235798" y="80912"/>
                    <a:pt x="235798" y="74003"/>
                  </a:cubicBezTo>
                  <a:cubicBezTo>
                    <a:pt x="235798" y="67095"/>
                    <a:pt x="229067" y="67095"/>
                    <a:pt x="223753" y="67095"/>
                  </a:cubicBezTo>
                  <a:lnTo>
                    <a:pt x="12252" y="67095"/>
                  </a:lnTo>
                  <a:cubicBezTo>
                    <a:pt x="6938" y="67095"/>
                    <a:pt x="207" y="67095"/>
                    <a:pt x="207" y="74003"/>
                  </a:cubicBezTo>
                  <a:cubicBezTo>
                    <a:pt x="207" y="80912"/>
                    <a:pt x="6938" y="80912"/>
                    <a:pt x="11898" y="80912"/>
                  </a:cubicBezTo>
                  <a:lnTo>
                    <a:pt x="224107" y="80912"/>
                  </a:ln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1089700-8899-4350-6367-28008C5579AF}"/>
                </a:ext>
              </a:extLst>
            </p:cNvPr>
            <p:cNvSpPr/>
            <p:nvPr>
              <p:custDataLst>
                <p:tags r:id="rId119"/>
              </p:custDataLst>
            </p:nvPr>
          </p:nvSpPr>
          <p:spPr>
            <a:xfrm>
              <a:off x="10294258" y="5319551"/>
              <a:ext cx="180678" cy="158545"/>
            </a:xfrm>
            <a:custGeom>
              <a:avLst/>
              <a:gdLst>
                <a:gd name="connsiteX0" fmla="*/ 180896 w 180678"/>
                <a:gd name="connsiteY0" fmla="*/ 81257 h 158545"/>
                <a:gd name="connsiteX1" fmla="*/ 90557 w 180678"/>
                <a:gd name="connsiteY1" fmla="*/ 85 h 158545"/>
                <a:gd name="connsiteX2" fmla="*/ 218 w 180678"/>
                <a:gd name="connsiteY2" fmla="*/ 81257 h 158545"/>
                <a:gd name="connsiteX3" fmla="*/ 90557 w 180678"/>
                <a:gd name="connsiteY3" fmla="*/ 158630 h 158545"/>
                <a:gd name="connsiteX4" fmla="*/ 180896 w 180678"/>
                <a:gd name="connsiteY4" fmla="*/ 81257 h 158545"/>
                <a:gd name="connsiteX5" fmla="*/ 90557 w 180678"/>
                <a:gd name="connsiteY5" fmla="*/ 144813 h 158545"/>
                <a:gd name="connsiteX6" fmla="*/ 45564 w 180678"/>
                <a:gd name="connsiteY6" fmla="*/ 77458 h 158545"/>
                <a:gd name="connsiteX7" fmla="*/ 51587 w 180678"/>
                <a:gd name="connsiteY7" fmla="*/ 32554 h 158545"/>
                <a:gd name="connsiteX8" fmla="*/ 90557 w 180678"/>
                <a:gd name="connsiteY8" fmla="*/ 12520 h 158545"/>
                <a:gd name="connsiteX9" fmla="*/ 128110 w 180678"/>
                <a:gd name="connsiteY9" fmla="*/ 30136 h 158545"/>
                <a:gd name="connsiteX10" fmla="*/ 135549 w 180678"/>
                <a:gd name="connsiteY10" fmla="*/ 77458 h 158545"/>
                <a:gd name="connsiteX11" fmla="*/ 90557 w 180678"/>
                <a:gd name="connsiteY11" fmla="*/ 144813 h 158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678" h="158545">
                  <a:moveTo>
                    <a:pt x="180896" y="81257"/>
                  </a:moveTo>
                  <a:cubicBezTo>
                    <a:pt x="180896" y="34972"/>
                    <a:pt x="148303" y="85"/>
                    <a:pt x="90557" y="85"/>
                  </a:cubicBezTo>
                  <a:cubicBezTo>
                    <a:pt x="32456" y="85"/>
                    <a:pt x="218" y="35317"/>
                    <a:pt x="218" y="81257"/>
                  </a:cubicBezTo>
                  <a:cubicBezTo>
                    <a:pt x="218" y="124089"/>
                    <a:pt x="31394" y="158630"/>
                    <a:pt x="90557" y="158630"/>
                  </a:cubicBezTo>
                  <a:cubicBezTo>
                    <a:pt x="150075" y="158630"/>
                    <a:pt x="180896" y="123743"/>
                    <a:pt x="180896" y="81257"/>
                  </a:cubicBezTo>
                  <a:close/>
                  <a:moveTo>
                    <a:pt x="90557" y="144813"/>
                  </a:moveTo>
                  <a:cubicBezTo>
                    <a:pt x="45564" y="144813"/>
                    <a:pt x="45564" y="107509"/>
                    <a:pt x="45564" y="77458"/>
                  </a:cubicBezTo>
                  <a:cubicBezTo>
                    <a:pt x="45564" y="61914"/>
                    <a:pt x="45564" y="44298"/>
                    <a:pt x="51587" y="32554"/>
                  </a:cubicBezTo>
                  <a:cubicBezTo>
                    <a:pt x="58318" y="19773"/>
                    <a:pt x="73198" y="12520"/>
                    <a:pt x="90557" y="12520"/>
                  </a:cubicBezTo>
                  <a:cubicBezTo>
                    <a:pt x="105436" y="12520"/>
                    <a:pt x="120316" y="18046"/>
                    <a:pt x="128110" y="30136"/>
                  </a:cubicBezTo>
                  <a:cubicBezTo>
                    <a:pt x="135549" y="41880"/>
                    <a:pt x="135549" y="60878"/>
                    <a:pt x="135549" y="77458"/>
                  </a:cubicBezTo>
                  <a:cubicBezTo>
                    <a:pt x="135549" y="107509"/>
                    <a:pt x="135549" y="144813"/>
                    <a:pt x="90557" y="144813"/>
                  </a:cubicBez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15F4999F-C0A4-7A2D-16C1-AA5FECEC0B0C}"/>
                </a:ext>
              </a:extLst>
            </p:cNvPr>
            <p:cNvSpPr/>
            <p:nvPr>
              <p:custDataLst>
                <p:tags r:id="rId120"/>
              </p:custDataLst>
            </p:nvPr>
          </p:nvSpPr>
          <p:spPr>
            <a:xfrm>
              <a:off x="10497041" y="5376716"/>
              <a:ext cx="83820" cy="153536"/>
            </a:xfrm>
            <a:custGeom>
              <a:avLst/>
              <a:gdLst>
                <a:gd name="connsiteX0" fmla="*/ 50813 w 83820"/>
                <a:gd name="connsiteY0" fmla="*/ 55698 h 153536"/>
                <a:gd name="connsiteX1" fmla="*/ 76108 w 83820"/>
                <a:gd name="connsiteY1" fmla="*/ 55698 h 153536"/>
                <a:gd name="connsiteX2" fmla="*/ 84044 w 83820"/>
                <a:gd name="connsiteY2" fmla="*/ 50379 h 153536"/>
                <a:gd name="connsiteX3" fmla="*/ 76604 w 83820"/>
                <a:gd name="connsiteY3" fmla="*/ 46993 h 153536"/>
                <a:gd name="connsiteX4" fmla="*/ 53045 w 83820"/>
                <a:gd name="connsiteY4" fmla="*/ 46993 h 153536"/>
                <a:gd name="connsiteX5" fmla="*/ 62221 w 83820"/>
                <a:gd name="connsiteY5" fmla="*/ 11209 h 153536"/>
                <a:gd name="connsiteX6" fmla="*/ 62965 w 83820"/>
                <a:gd name="connsiteY6" fmla="*/ 7823 h 153536"/>
                <a:gd name="connsiteX7" fmla="*/ 54533 w 83820"/>
                <a:gd name="connsiteY7" fmla="*/ 86 h 153536"/>
                <a:gd name="connsiteX8" fmla="*/ 42878 w 83820"/>
                <a:gd name="connsiteY8" fmla="*/ 10483 h 153536"/>
                <a:gd name="connsiteX9" fmla="*/ 33454 w 83820"/>
                <a:gd name="connsiteY9" fmla="*/ 46993 h 153536"/>
                <a:gd name="connsiteX10" fmla="*/ 8159 w 83820"/>
                <a:gd name="connsiteY10" fmla="*/ 46993 h 153536"/>
                <a:gd name="connsiteX11" fmla="*/ 223 w 83820"/>
                <a:gd name="connsiteY11" fmla="*/ 52313 h 153536"/>
                <a:gd name="connsiteX12" fmla="*/ 7663 w 83820"/>
                <a:gd name="connsiteY12" fmla="*/ 55698 h 153536"/>
                <a:gd name="connsiteX13" fmla="*/ 31222 w 83820"/>
                <a:gd name="connsiteY13" fmla="*/ 55698 h 153536"/>
                <a:gd name="connsiteX14" fmla="*/ 16591 w 83820"/>
                <a:gd name="connsiteY14" fmla="*/ 112760 h 153536"/>
                <a:gd name="connsiteX15" fmla="*/ 12871 w 83820"/>
                <a:gd name="connsiteY15" fmla="*/ 130653 h 153536"/>
                <a:gd name="connsiteX16" fmla="*/ 39406 w 83820"/>
                <a:gd name="connsiteY16" fmla="*/ 153623 h 153536"/>
                <a:gd name="connsiteX17" fmla="*/ 82556 w 83820"/>
                <a:gd name="connsiteY17" fmla="*/ 116629 h 153536"/>
                <a:gd name="connsiteX18" fmla="*/ 78588 w 83820"/>
                <a:gd name="connsiteY18" fmla="*/ 113486 h 153536"/>
                <a:gd name="connsiteX19" fmla="*/ 73381 w 83820"/>
                <a:gd name="connsiteY19" fmla="*/ 118080 h 153536"/>
                <a:gd name="connsiteX20" fmla="*/ 40150 w 83820"/>
                <a:gd name="connsiteY20" fmla="*/ 146853 h 153536"/>
                <a:gd name="connsiteX21" fmla="*/ 31470 w 83820"/>
                <a:gd name="connsiteY21" fmla="*/ 135005 h 153536"/>
                <a:gd name="connsiteX22" fmla="*/ 32958 w 83820"/>
                <a:gd name="connsiteY22" fmla="*/ 125092 h 153536"/>
                <a:gd name="connsiteX23" fmla="*/ 50813 w 8382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820" h="153536">
                  <a:moveTo>
                    <a:pt x="50813" y="55698"/>
                  </a:moveTo>
                  <a:lnTo>
                    <a:pt x="76108" y="55698"/>
                  </a:lnTo>
                  <a:cubicBezTo>
                    <a:pt x="80820" y="55698"/>
                    <a:pt x="84044" y="55698"/>
                    <a:pt x="84044" y="50379"/>
                  </a:cubicBezTo>
                  <a:cubicBezTo>
                    <a:pt x="84044" y="46993"/>
                    <a:pt x="80820" y="46993"/>
                    <a:pt x="76604" y="46993"/>
                  </a:cubicBezTo>
                  <a:lnTo>
                    <a:pt x="53045" y="46993"/>
                  </a:lnTo>
                  <a:lnTo>
                    <a:pt x="62221" y="11209"/>
                  </a:lnTo>
                  <a:cubicBezTo>
                    <a:pt x="62469" y="10000"/>
                    <a:pt x="62965" y="8791"/>
                    <a:pt x="62965" y="7823"/>
                  </a:cubicBezTo>
                  <a:cubicBezTo>
                    <a:pt x="62965" y="3471"/>
                    <a:pt x="59493" y="86"/>
                    <a:pt x="54533" y="86"/>
                  </a:cubicBezTo>
                  <a:cubicBezTo>
                    <a:pt x="48334" y="86"/>
                    <a:pt x="44614" y="4197"/>
                    <a:pt x="42878" y="10483"/>
                  </a:cubicBezTo>
                  <a:cubicBezTo>
                    <a:pt x="41142" y="16528"/>
                    <a:pt x="44366" y="4922"/>
                    <a:pt x="33454" y="46993"/>
                  </a:cubicBezTo>
                  <a:lnTo>
                    <a:pt x="8159" y="46993"/>
                  </a:lnTo>
                  <a:cubicBezTo>
                    <a:pt x="3447" y="46993"/>
                    <a:pt x="223" y="46993"/>
                    <a:pt x="223" y="52313"/>
                  </a:cubicBezTo>
                  <a:cubicBezTo>
                    <a:pt x="223" y="55698"/>
                    <a:pt x="3199" y="55698"/>
                    <a:pt x="7663" y="55698"/>
                  </a:cubicBezTo>
                  <a:lnTo>
                    <a:pt x="31222" y="55698"/>
                  </a:lnTo>
                  <a:lnTo>
                    <a:pt x="16591" y="112760"/>
                  </a:lnTo>
                  <a:cubicBezTo>
                    <a:pt x="15103" y="118805"/>
                    <a:pt x="12871" y="127510"/>
                    <a:pt x="12871" y="130653"/>
                  </a:cubicBezTo>
                  <a:cubicBezTo>
                    <a:pt x="12871" y="144919"/>
                    <a:pt x="25270" y="153623"/>
                    <a:pt x="39406" y="153623"/>
                  </a:cubicBezTo>
                  <a:cubicBezTo>
                    <a:pt x="66933" y="153623"/>
                    <a:pt x="82556" y="119772"/>
                    <a:pt x="82556" y="116629"/>
                  </a:cubicBezTo>
                  <a:cubicBezTo>
                    <a:pt x="82556" y="113486"/>
                    <a:pt x="79332" y="113486"/>
                    <a:pt x="78588" y="113486"/>
                  </a:cubicBezTo>
                  <a:cubicBezTo>
                    <a:pt x="75612" y="113486"/>
                    <a:pt x="75364" y="113969"/>
                    <a:pt x="73381" y="118080"/>
                  </a:cubicBezTo>
                  <a:cubicBezTo>
                    <a:pt x="66437" y="133313"/>
                    <a:pt x="53789" y="146853"/>
                    <a:pt x="40150" y="146853"/>
                  </a:cubicBezTo>
                  <a:cubicBezTo>
                    <a:pt x="34942" y="146853"/>
                    <a:pt x="31470" y="143710"/>
                    <a:pt x="31470" y="135005"/>
                  </a:cubicBezTo>
                  <a:cubicBezTo>
                    <a:pt x="31470" y="132587"/>
                    <a:pt x="32462" y="127510"/>
                    <a:pt x="32958" y="125092"/>
                  </a:cubicBezTo>
                  <a:lnTo>
                    <a:pt x="50813" y="55698"/>
                  </a:ln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27E03EE4-91FC-3EEC-E38C-B95D0BA4F8B1}"/>
                </a:ext>
              </a:extLst>
            </p:cNvPr>
            <p:cNvSpPr/>
            <p:nvPr>
              <p:custDataLst>
                <p:tags r:id="rId121"/>
              </p:custDataLst>
            </p:nvPr>
          </p:nvSpPr>
          <p:spPr>
            <a:xfrm>
              <a:off x="10713112" y="5315406"/>
              <a:ext cx="130726" cy="148873"/>
            </a:xfrm>
            <a:custGeom>
              <a:avLst/>
              <a:gdLst>
                <a:gd name="connsiteX0" fmla="*/ 74626 w 130726"/>
                <a:gd name="connsiteY0" fmla="*/ 13210 h 148873"/>
                <a:gd name="connsiteX1" fmla="*/ 65769 w 130726"/>
                <a:gd name="connsiteY1" fmla="*/ 85 h 148873"/>
                <a:gd name="connsiteX2" fmla="*/ 56558 w 130726"/>
                <a:gd name="connsiteY2" fmla="*/ 9065 h 148873"/>
                <a:gd name="connsiteX3" fmla="*/ 56558 w 130726"/>
                <a:gd name="connsiteY3" fmla="*/ 13556 h 148873"/>
                <a:gd name="connsiteX4" fmla="*/ 61518 w 130726"/>
                <a:gd name="connsiteY4" fmla="*/ 67095 h 148873"/>
                <a:gd name="connsiteX5" fmla="*/ 16171 w 130726"/>
                <a:gd name="connsiteY5" fmla="*/ 34972 h 148873"/>
                <a:gd name="connsiteX6" fmla="*/ 9795 w 130726"/>
                <a:gd name="connsiteY6" fmla="*/ 32554 h 148873"/>
                <a:gd name="connsiteX7" fmla="*/ 229 w 130726"/>
                <a:gd name="connsiteY7" fmla="*/ 42225 h 148873"/>
                <a:gd name="connsiteX8" fmla="*/ 7315 w 130726"/>
                <a:gd name="connsiteY8" fmla="*/ 50861 h 148873"/>
                <a:gd name="connsiteX9" fmla="*/ 57621 w 130726"/>
                <a:gd name="connsiteY9" fmla="*/ 74349 h 148873"/>
                <a:gd name="connsiteX10" fmla="*/ 8732 w 130726"/>
                <a:gd name="connsiteY10" fmla="*/ 97492 h 148873"/>
                <a:gd name="connsiteX11" fmla="*/ 229 w 130726"/>
                <a:gd name="connsiteY11" fmla="*/ 106818 h 148873"/>
                <a:gd name="connsiteX12" fmla="*/ 9795 w 130726"/>
                <a:gd name="connsiteY12" fmla="*/ 116489 h 148873"/>
                <a:gd name="connsiteX13" fmla="*/ 21840 w 130726"/>
                <a:gd name="connsiteY13" fmla="*/ 109927 h 148873"/>
                <a:gd name="connsiteX14" fmla="*/ 61518 w 130726"/>
                <a:gd name="connsiteY14" fmla="*/ 81948 h 148873"/>
                <a:gd name="connsiteX15" fmla="*/ 56204 w 130726"/>
                <a:gd name="connsiteY15" fmla="*/ 139978 h 148873"/>
                <a:gd name="connsiteX16" fmla="*/ 65415 w 130726"/>
                <a:gd name="connsiteY16" fmla="*/ 148958 h 148873"/>
                <a:gd name="connsiteX17" fmla="*/ 74980 w 130726"/>
                <a:gd name="connsiteY17" fmla="*/ 139978 h 148873"/>
                <a:gd name="connsiteX18" fmla="*/ 69666 w 130726"/>
                <a:gd name="connsiteY18" fmla="*/ 81948 h 148873"/>
                <a:gd name="connsiteX19" fmla="*/ 115013 w 130726"/>
                <a:gd name="connsiteY19" fmla="*/ 114072 h 148873"/>
                <a:gd name="connsiteX20" fmla="*/ 121390 w 130726"/>
                <a:gd name="connsiteY20" fmla="*/ 116489 h 148873"/>
                <a:gd name="connsiteX21" fmla="*/ 130955 w 130726"/>
                <a:gd name="connsiteY21" fmla="*/ 106818 h 148873"/>
                <a:gd name="connsiteX22" fmla="*/ 123516 w 130726"/>
                <a:gd name="connsiteY22" fmla="*/ 97837 h 148873"/>
                <a:gd name="connsiteX23" fmla="*/ 73563 w 130726"/>
                <a:gd name="connsiteY23" fmla="*/ 74694 h 148873"/>
                <a:gd name="connsiteX24" fmla="*/ 122453 w 130726"/>
                <a:gd name="connsiteY24" fmla="*/ 51551 h 148873"/>
                <a:gd name="connsiteX25" fmla="*/ 130955 w 130726"/>
                <a:gd name="connsiteY25" fmla="*/ 42225 h 148873"/>
                <a:gd name="connsiteX26" fmla="*/ 121390 w 130726"/>
                <a:gd name="connsiteY26" fmla="*/ 32554 h 148873"/>
                <a:gd name="connsiteX27" fmla="*/ 109345 w 130726"/>
                <a:gd name="connsiteY27" fmla="*/ 39117 h 148873"/>
                <a:gd name="connsiteX28" fmla="*/ 69666 w 130726"/>
                <a:gd name="connsiteY28" fmla="*/ 67095 h 148873"/>
                <a:gd name="connsiteX29" fmla="*/ 74626 w 130726"/>
                <a:gd name="connsiteY29" fmla="*/ 13210 h 148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0726" h="148873">
                  <a:moveTo>
                    <a:pt x="74626" y="13210"/>
                  </a:moveTo>
                  <a:cubicBezTo>
                    <a:pt x="74980" y="8375"/>
                    <a:pt x="74980" y="85"/>
                    <a:pt x="65769" y="85"/>
                  </a:cubicBezTo>
                  <a:cubicBezTo>
                    <a:pt x="60101" y="85"/>
                    <a:pt x="55496" y="4575"/>
                    <a:pt x="56558" y="9065"/>
                  </a:cubicBezTo>
                  <a:lnTo>
                    <a:pt x="56558" y="13556"/>
                  </a:lnTo>
                  <a:lnTo>
                    <a:pt x="61518" y="67095"/>
                  </a:lnTo>
                  <a:lnTo>
                    <a:pt x="16171" y="34972"/>
                  </a:lnTo>
                  <a:cubicBezTo>
                    <a:pt x="12983" y="33245"/>
                    <a:pt x="12274" y="32554"/>
                    <a:pt x="9795" y="32554"/>
                  </a:cubicBezTo>
                  <a:cubicBezTo>
                    <a:pt x="4835" y="32554"/>
                    <a:pt x="229" y="37389"/>
                    <a:pt x="229" y="42225"/>
                  </a:cubicBezTo>
                  <a:cubicBezTo>
                    <a:pt x="229" y="47752"/>
                    <a:pt x="3772" y="49134"/>
                    <a:pt x="7315" y="50861"/>
                  </a:cubicBezTo>
                  <a:lnTo>
                    <a:pt x="57621" y="74349"/>
                  </a:lnTo>
                  <a:lnTo>
                    <a:pt x="8732" y="97492"/>
                  </a:lnTo>
                  <a:cubicBezTo>
                    <a:pt x="3063" y="100255"/>
                    <a:pt x="229" y="101637"/>
                    <a:pt x="229" y="106818"/>
                  </a:cubicBezTo>
                  <a:cubicBezTo>
                    <a:pt x="229" y="111999"/>
                    <a:pt x="4835" y="116489"/>
                    <a:pt x="9795" y="116489"/>
                  </a:cubicBezTo>
                  <a:cubicBezTo>
                    <a:pt x="12274" y="116489"/>
                    <a:pt x="12983" y="116489"/>
                    <a:pt x="21840" y="109927"/>
                  </a:cubicBezTo>
                  <a:lnTo>
                    <a:pt x="61518" y="81948"/>
                  </a:lnTo>
                  <a:lnTo>
                    <a:pt x="56204" y="139978"/>
                  </a:lnTo>
                  <a:cubicBezTo>
                    <a:pt x="56204" y="147231"/>
                    <a:pt x="62581" y="148958"/>
                    <a:pt x="65415" y="148958"/>
                  </a:cubicBezTo>
                  <a:cubicBezTo>
                    <a:pt x="69666" y="148958"/>
                    <a:pt x="74980" y="146541"/>
                    <a:pt x="74980" y="139978"/>
                  </a:cubicBezTo>
                  <a:lnTo>
                    <a:pt x="69666" y="81948"/>
                  </a:lnTo>
                  <a:lnTo>
                    <a:pt x="115013" y="114072"/>
                  </a:lnTo>
                  <a:cubicBezTo>
                    <a:pt x="118202" y="115799"/>
                    <a:pt x="118910" y="116489"/>
                    <a:pt x="121390" y="116489"/>
                  </a:cubicBezTo>
                  <a:cubicBezTo>
                    <a:pt x="126350" y="116489"/>
                    <a:pt x="130955" y="111654"/>
                    <a:pt x="130955" y="106818"/>
                  </a:cubicBezTo>
                  <a:cubicBezTo>
                    <a:pt x="130955" y="101637"/>
                    <a:pt x="127767" y="99910"/>
                    <a:pt x="123516" y="97837"/>
                  </a:cubicBezTo>
                  <a:cubicBezTo>
                    <a:pt x="102259" y="87475"/>
                    <a:pt x="101551" y="87475"/>
                    <a:pt x="73563" y="74694"/>
                  </a:cubicBezTo>
                  <a:lnTo>
                    <a:pt x="122453" y="51551"/>
                  </a:lnTo>
                  <a:cubicBezTo>
                    <a:pt x="128121" y="48788"/>
                    <a:pt x="130955" y="47407"/>
                    <a:pt x="130955" y="42225"/>
                  </a:cubicBezTo>
                  <a:cubicBezTo>
                    <a:pt x="130955" y="37044"/>
                    <a:pt x="126350" y="32554"/>
                    <a:pt x="121390" y="32554"/>
                  </a:cubicBezTo>
                  <a:cubicBezTo>
                    <a:pt x="118910" y="32554"/>
                    <a:pt x="118202" y="32554"/>
                    <a:pt x="109345" y="39117"/>
                  </a:cubicBezTo>
                  <a:lnTo>
                    <a:pt x="69666" y="67095"/>
                  </a:lnTo>
                  <a:lnTo>
                    <a:pt x="74626" y="13210"/>
                  </a:ln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10705781-C319-1B07-E1E6-90F50FB7DC97}"/>
                </a:ext>
              </a:extLst>
            </p:cNvPr>
            <p:cNvSpPr/>
            <p:nvPr>
              <p:custDataLst>
                <p:tags r:id="rId122"/>
              </p:custDataLst>
            </p:nvPr>
          </p:nvSpPr>
          <p:spPr>
            <a:xfrm>
              <a:off x="10952677" y="5263593"/>
              <a:ext cx="110886" cy="216229"/>
            </a:xfrm>
            <a:custGeom>
              <a:avLst/>
              <a:gdLst>
                <a:gd name="connsiteX0" fmla="*/ 54794 w 110886"/>
                <a:gd name="connsiteY0" fmla="*/ 74349 h 216229"/>
                <a:gd name="connsiteX1" fmla="*/ 105455 w 110886"/>
                <a:gd name="connsiteY1" fmla="*/ 74349 h 216229"/>
                <a:gd name="connsiteX2" fmla="*/ 105455 w 110886"/>
                <a:gd name="connsiteY2" fmla="*/ 63641 h 216229"/>
                <a:gd name="connsiteX3" fmla="*/ 54794 w 110886"/>
                <a:gd name="connsiteY3" fmla="*/ 63641 h 216229"/>
                <a:gd name="connsiteX4" fmla="*/ 54794 w 110886"/>
                <a:gd name="connsiteY4" fmla="*/ 85 h 216229"/>
                <a:gd name="connsiteX5" fmla="*/ 45937 w 110886"/>
                <a:gd name="connsiteY5" fmla="*/ 85 h 216229"/>
                <a:gd name="connsiteX6" fmla="*/ 236 w 110886"/>
                <a:gd name="connsiteY6" fmla="*/ 66750 h 216229"/>
                <a:gd name="connsiteX7" fmla="*/ 236 w 110886"/>
                <a:gd name="connsiteY7" fmla="*/ 74349 h 216229"/>
                <a:gd name="connsiteX8" fmla="*/ 30349 w 110886"/>
                <a:gd name="connsiteY8" fmla="*/ 74349 h 216229"/>
                <a:gd name="connsiteX9" fmla="*/ 30349 w 110886"/>
                <a:gd name="connsiteY9" fmla="*/ 169683 h 216229"/>
                <a:gd name="connsiteX10" fmla="*/ 76050 w 110886"/>
                <a:gd name="connsiteY10" fmla="*/ 216314 h 216229"/>
                <a:gd name="connsiteX11" fmla="*/ 111123 w 110886"/>
                <a:gd name="connsiteY11" fmla="*/ 169683 h 216229"/>
                <a:gd name="connsiteX12" fmla="*/ 111123 w 110886"/>
                <a:gd name="connsiteY12" fmla="*/ 149995 h 216229"/>
                <a:gd name="connsiteX13" fmla="*/ 102267 w 110886"/>
                <a:gd name="connsiteY13" fmla="*/ 149995 h 216229"/>
                <a:gd name="connsiteX14" fmla="*/ 102267 w 110886"/>
                <a:gd name="connsiteY14" fmla="*/ 168992 h 216229"/>
                <a:gd name="connsiteX15" fmla="*/ 78530 w 110886"/>
                <a:gd name="connsiteY15" fmla="*/ 207679 h 216229"/>
                <a:gd name="connsiteX16" fmla="*/ 54794 w 110886"/>
                <a:gd name="connsiteY16" fmla="*/ 170374 h 216229"/>
                <a:gd name="connsiteX17" fmla="*/ 54794 w 110886"/>
                <a:gd name="connsiteY17" fmla="*/ 74349 h 216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0886" h="216229">
                  <a:moveTo>
                    <a:pt x="54794" y="74349"/>
                  </a:moveTo>
                  <a:lnTo>
                    <a:pt x="105455" y="74349"/>
                  </a:lnTo>
                  <a:lnTo>
                    <a:pt x="105455" y="63641"/>
                  </a:lnTo>
                  <a:lnTo>
                    <a:pt x="54794" y="63641"/>
                  </a:lnTo>
                  <a:lnTo>
                    <a:pt x="54794" y="85"/>
                  </a:lnTo>
                  <a:lnTo>
                    <a:pt x="45937" y="85"/>
                  </a:lnTo>
                  <a:cubicBezTo>
                    <a:pt x="45583" y="28409"/>
                    <a:pt x="34955" y="65368"/>
                    <a:pt x="236" y="66750"/>
                  </a:cubicBezTo>
                  <a:lnTo>
                    <a:pt x="236" y="74349"/>
                  </a:lnTo>
                  <a:lnTo>
                    <a:pt x="30349" y="74349"/>
                  </a:lnTo>
                  <a:lnTo>
                    <a:pt x="30349" y="169683"/>
                  </a:lnTo>
                  <a:cubicBezTo>
                    <a:pt x="30349" y="212169"/>
                    <a:pt x="63297" y="216314"/>
                    <a:pt x="76050" y="216314"/>
                  </a:cubicBezTo>
                  <a:cubicBezTo>
                    <a:pt x="101204" y="216314"/>
                    <a:pt x="111123" y="191790"/>
                    <a:pt x="111123" y="169683"/>
                  </a:cubicBezTo>
                  <a:lnTo>
                    <a:pt x="111123" y="149995"/>
                  </a:lnTo>
                  <a:lnTo>
                    <a:pt x="102267" y="149995"/>
                  </a:lnTo>
                  <a:lnTo>
                    <a:pt x="102267" y="168992"/>
                  </a:lnTo>
                  <a:cubicBezTo>
                    <a:pt x="102267" y="194553"/>
                    <a:pt x="91638" y="207679"/>
                    <a:pt x="78530" y="207679"/>
                  </a:cubicBezTo>
                  <a:cubicBezTo>
                    <a:pt x="54794" y="207679"/>
                    <a:pt x="54794" y="176246"/>
                    <a:pt x="54794" y="170374"/>
                  </a:cubicBezTo>
                  <a:lnTo>
                    <a:pt x="54794" y="74349"/>
                  </a:ln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02690694-0C36-3080-2E19-5FD45EA3EAC6}"/>
                </a:ext>
              </a:extLst>
            </p:cNvPr>
            <p:cNvSpPr/>
            <p:nvPr>
              <p:custDataLst>
                <p:tags r:id="rId123"/>
              </p:custDataLst>
            </p:nvPr>
          </p:nvSpPr>
          <p:spPr>
            <a:xfrm>
              <a:off x="11098598" y="5321278"/>
              <a:ext cx="159776" cy="158545"/>
            </a:xfrm>
            <a:custGeom>
              <a:avLst/>
              <a:gdLst>
                <a:gd name="connsiteX0" fmla="*/ 103333 w 159776"/>
                <a:gd name="connsiteY0" fmla="*/ 128579 h 158545"/>
                <a:gd name="connsiteX1" fmla="*/ 130966 w 159776"/>
                <a:gd name="connsiteY1" fmla="*/ 156903 h 158545"/>
                <a:gd name="connsiteX2" fmla="*/ 160017 w 159776"/>
                <a:gd name="connsiteY2" fmla="*/ 124089 h 158545"/>
                <a:gd name="connsiteX3" fmla="*/ 160017 w 159776"/>
                <a:gd name="connsiteY3" fmla="*/ 104745 h 158545"/>
                <a:gd name="connsiteX4" fmla="*/ 151160 w 159776"/>
                <a:gd name="connsiteY4" fmla="*/ 104745 h 158545"/>
                <a:gd name="connsiteX5" fmla="*/ 151160 w 159776"/>
                <a:gd name="connsiteY5" fmla="*/ 124089 h 158545"/>
                <a:gd name="connsiteX6" fmla="*/ 138406 w 159776"/>
                <a:gd name="connsiteY6" fmla="*/ 146195 h 158545"/>
                <a:gd name="connsiteX7" fmla="*/ 125298 w 159776"/>
                <a:gd name="connsiteY7" fmla="*/ 128924 h 158545"/>
                <a:gd name="connsiteX8" fmla="*/ 125298 w 159776"/>
                <a:gd name="connsiteY8" fmla="*/ 59841 h 158545"/>
                <a:gd name="connsiteX9" fmla="*/ 112544 w 159776"/>
                <a:gd name="connsiteY9" fmla="*/ 19082 h 158545"/>
                <a:gd name="connsiteX10" fmla="*/ 64009 w 159776"/>
                <a:gd name="connsiteY10" fmla="*/ 85 h 158545"/>
                <a:gd name="connsiteX11" fmla="*/ 10514 w 159776"/>
                <a:gd name="connsiteY11" fmla="*/ 39117 h 158545"/>
                <a:gd name="connsiteX12" fmla="*/ 26811 w 159776"/>
                <a:gd name="connsiteY12" fmla="*/ 55351 h 158545"/>
                <a:gd name="connsiteX13" fmla="*/ 43107 w 159776"/>
                <a:gd name="connsiteY13" fmla="*/ 39462 h 158545"/>
                <a:gd name="connsiteX14" fmla="*/ 25039 w 159776"/>
                <a:gd name="connsiteY14" fmla="*/ 23573 h 158545"/>
                <a:gd name="connsiteX15" fmla="*/ 63301 w 159776"/>
                <a:gd name="connsiteY15" fmla="*/ 7684 h 158545"/>
                <a:gd name="connsiteX16" fmla="*/ 100853 w 159776"/>
                <a:gd name="connsiteY16" fmla="*/ 51897 h 158545"/>
                <a:gd name="connsiteX17" fmla="*/ 100853 w 159776"/>
                <a:gd name="connsiteY17" fmla="*/ 64677 h 158545"/>
                <a:gd name="connsiteX18" fmla="*/ 35667 w 159776"/>
                <a:gd name="connsiteY18" fmla="*/ 77112 h 158545"/>
                <a:gd name="connsiteX19" fmla="*/ 240 w 159776"/>
                <a:gd name="connsiteY19" fmla="*/ 122016 h 158545"/>
                <a:gd name="connsiteX20" fmla="*/ 56924 w 159776"/>
                <a:gd name="connsiteY20" fmla="*/ 158630 h 158545"/>
                <a:gd name="connsiteX21" fmla="*/ 103333 w 159776"/>
                <a:gd name="connsiteY21" fmla="*/ 128579 h 158545"/>
                <a:gd name="connsiteX22" fmla="*/ 100853 w 159776"/>
                <a:gd name="connsiteY22" fmla="*/ 71931 h 158545"/>
                <a:gd name="connsiteX23" fmla="*/ 100853 w 159776"/>
                <a:gd name="connsiteY23" fmla="*/ 106472 h 158545"/>
                <a:gd name="connsiteX24" fmla="*/ 59404 w 159776"/>
                <a:gd name="connsiteY24" fmla="*/ 151031 h 158545"/>
                <a:gd name="connsiteX25" fmla="*/ 27519 w 159776"/>
                <a:gd name="connsiteY25" fmla="*/ 121671 h 158545"/>
                <a:gd name="connsiteX26" fmla="*/ 100853 w 159776"/>
                <a:gd name="connsiteY26" fmla="*/ 71931 h 158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59776" h="158545">
                  <a:moveTo>
                    <a:pt x="103333" y="128579"/>
                  </a:moveTo>
                  <a:cubicBezTo>
                    <a:pt x="104750" y="142396"/>
                    <a:pt x="114316" y="156903"/>
                    <a:pt x="130966" y="156903"/>
                  </a:cubicBezTo>
                  <a:cubicBezTo>
                    <a:pt x="138406" y="156903"/>
                    <a:pt x="160017" y="152067"/>
                    <a:pt x="160017" y="124089"/>
                  </a:cubicBezTo>
                  <a:lnTo>
                    <a:pt x="160017" y="104745"/>
                  </a:lnTo>
                  <a:lnTo>
                    <a:pt x="151160" y="104745"/>
                  </a:lnTo>
                  <a:lnTo>
                    <a:pt x="151160" y="124089"/>
                  </a:lnTo>
                  <a:cubicBezTo>
                    <a:pt x="151160" y="144123"/>
                    <a:pt x="142303" y="146195"/>
                    <a:pt x="138406" y="146195"/>
                  </a:cubicBezTo>
                  <a:cubicBezTo>
                    <a:pt x="126715" y="146195"/>
                    <a:pt x="125298" y="130651"/>
                    <a:pt x="125298" y="128924"/>
                  </a:cubicBezTo>
                  <a:lnTo>
                    <a:pt x="125298" y="59841"/>
                  </a:lnTo>
                  <a:cubicBezTo>
                    <a:pt x="125298" y="45334"/>
                    <a:pt x="125298" y="31863"/>
                    <a:pt x="112544" y="19082"/>
                  </a:cubicBezTo>
                  <a:cubicBezTo>
                    <a:pt x="98728" y="5611"/>
                    <a:pt x="81014" y="85"/>
                    <a:pt x="64009" y="85"/>
                  </a:cubicBezTo>
                  <a:cubicBezTo>
                    <a:pt x="34959" y="85"/>
                    <a:pt x="10514" y="16319"/>
                    <a:pt x="10514" y="39117"/>
                  </a:cubicBezTo>
                  <a:cubicBezTo>
                    <a:pt x="10514" y="49479"/>
                    <a:pt x="17600" y="55351"/>
                    <a:pt x="26811" y="55351"/>
                  </a:cubicBezTo>
                  <a:cubicBezTo>
                    <a:pt x="36730" y="55351"/>
                    <a:pt x="43107" y="48443"/>
                    <a:pt x="43107" y="39462"/>
                  </a:cubicBezTo>
                  <a:cubicBezTo>
                    <a:pt x="43107" y="35317"/>
                    <a:pt x="41336" y="23918"/>
                    <a:pt x="25039" y="23573"/>
                  </a:cubicBezTo>
                  <a:cubicBezTo>
                    <a:pt x="34605" y="11483"/>
                    <a:pt x="51964" y="7684"/>
                    <a:pt x="63301" y="7684"/>
                  </a:cubicBezTo>
                  <a:cubicBezTo>
                    <a:pt x="80660" y="7684"/>
                    <a:pt x="100853" y="21155"/>
                    <a:pt x="100853" y="51897"/>
                  </a:cubicBezTo>
                  <a:lnTo>
                    <a:pt x="100853" y="64677"/>
                  </a:lnTo>
                  <a:cubicBezTo>
                    <a:pt x="82786" y="65713"/>
                    <a:pt x="57987" y="66750"/>
                    <a:pt x="35667" y="77112"/>
                  </a:cubicBezTo>
                  <a:cubicBezTo>
                    <a:pt x="9097" y="88856"/>
                    <a:pt x="240" y="106818"/>
                    <a:pt x="240" y="122016"/>
                  </a:cubicBezTo>
                  <a:cubicBezTo>
                    <a:pt x="240" y="149995"/>
                    <a:pt x="34605" y="158630"/>
                    <a:pt x="56924" y="158630"/>
                  </a:cubicBezTo>
                  <a:cubicBezTo>
                    <a:pt x="80306" y="158630"/>
                    <a:pt x="96602" y="144813"/>
                    <a:pt x="103333" y="128579"/>
                  </a:cubicBezTo>
                  <a:close/>
                  <a:moveTo>
                    <a:pt x="100853" y="71931"/>
                  </a:moveTo>
                  <a:lnTo>
                    <a:pt x="100853" y="106472"/>
                  </a:lnTo>
                  <a:cubicBezTo>
                    <a:pt x="100853" y="139287"/>
                    <a:pt x="75346" y="151031"/>
                    <a:pt x="59404" y="151031"/>
                  </a:cubicBezTo>
                  <a:cubicBezTo>
                    <a:pt x="42044" y="151031"/>
                    <a:pt x="27519" y="138941"/>
                    <a:pt x="27519" y="121671"/>
                  </a:cubicBezTo>
                  <a:cubicBezTo>
                    <a:pt x="27519" y="102673"/>
                    <a:pt x="42399" y="74003"/>
                    <a:pt x="100853" y="71931"/>
                  </a:cubicBez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E638D018-B40C-8F3E-58AE-2D9D067971FE}"/>
                </a:ext>
              </a:extLst>
            </p:cNvPr>
            <p:cNvSpPr/>
            <p:nvPr>
              <p:custDataLst>
                <p:tags r:id="rId124"/>
              </p:custDataLst>
            </p:nvPr>
          </p:nvSpPr>
          <p:spPr>
            <a:xfrm>
              <a:off x="11272192" y="5323350"/>
              <a:ext cx="178198" cy="152673"/>
            </a:xfrm>
            <a:custGeom>
              <a:avLst/>
              <a:gdLst>
                <a:gd name="connsiteX0" fmla="*/ 27878 w 178198"/>
                <a:gd name="connsiteY0" fmla="*/ 33935 h 152673"/>
                <a:gd name="connsiteX1" fmla="*/ 27878 w 178198"/>
                <a:gd name="connsiteY1" fmla="*/ 126506 h 152673"/>
                <a:gd name="connsiteX2" fmla="*/ 245 w 178198"/>
                <a:gd name="connsiteY2" fmla="*/ 142050 h 152673"/>
                <a:gd name="connsiteX3" fmla="*/ 245 w 178198"/>
                <a:gd name="connsiteY3" fmla="*/ 152758 h 152673"/>
                <a:gd name="connsiteX4" fmla="*/ 40278 w 178198"/>
                <a:gd name="connsiteY4" fmla="*/ 151722 h 152673"/>
                <a:gd name="connsiteX5" fmla="*/ 79956 w 178198"/>
                <a:gd name="connsiteY5" fmla="*/ 152758 h 152673"/>
                <a:gd name="connsiteX6" fmla="*/ 79956 w 178198"/>
                <a:gd name="connsiteY6" fmla="*/ 142050 h 152673"/>
                <a:gd name="connsiteX7" fmla="*/ 52323 w 178198"/>
                <a:gd name="connsiteY7" fmla="*/ 126506 h 152673"/>
                <a:gd name="connsiteX8" fmla="*/ 52323 w 178198"/>
                <a:gd name="connsiteY8" fmla="*/ 62950 h 152673"/>
                <a:gd name="connsiteX9" fmla="*/ 100150 w 178198"/>
                <a:gd name="connsiteY9" fmla="*/ 7684 h 152673"/>
                <a:gd name="connsiteX10" fmla="*/ 126366 w 178198"/>
                <a:gd name="connsiteY10" fmla="*/ 46025 h 152673"/>
                <a:gd name="connsiteX11" fmla="*/ 126366 w 178198"/>
                <a:gd name="connsiteY11" fmla="*/ 126506 h 152673"/>
                <a:gd name="connsiteX12" fmla="*/ 98733 w 178198"/>
                <a:gd name="connsiteY12" fmla="*/ 142050 h 152673"/>
                <a:gd name="connsiteX13" fmla="*/ 98733 w 178198"/>
                <a:gd name="connsiteY13" fmla="*/ 152758 h 152673"/>
                <a:gd name="connsiteX14" fmla="*/ 138765 w 178198"/>
                <a:gd name="connsiteY14" fmla="*/ 151722 h 152673"/>
                <a:gd name="connsiteX15" fmla="*/ 178444 w 178198"/>
                <a:gd name="connsiteY15" fmla="*/ 152758 h 152673"/>
                <a:gd name="connsiteX16" fmla="*/ 178444 w 178198"/>
                <a:gd name="connsiteY16" fmla="*/ 142050 h 152673"/>
                <a:gd name="connsiteX17" fmla="*/ 150811 w 178198"/>
                <a:gd name="connsiteY17" fmla="*/ 131688 h 152673"/>
                <a:gd name="connsiteX18" fmla="*/ 150811 w 178198"/>
                <a:gd name="connsiteY18" fmla="*/ 65713 h 152673"/>
                <a:gd name="connsiteX19" fmla="*/ 139828 w 178198"/>
                <a:gd name="connsiteY19" fmla="*/ 12865 h 152673"/>
                <a:gd name="connsiteX20" fmla="*/ 102630 w 178198"/>
                <a:gd name="connsiteY20" fmla="*/ 85 h 152673"/>
                <a:gd name="connsiteX21" fmla="*/ 50198 w 178198"/>
                <a:gd name="connsiteY21" fmla="*/ 36353 h 152673"/>
                <a:gd name="connsiteX22" fmla="*/ 50198 w 178198"/>
                <a:gd name="connsiteY22" fmla="*/ 85 h 152673"/>
                <a:gd name="connsiteX23" fmla="*/ 245 w 178198"/>
                <a:gd name="connsiteY23" fmla="*/ 3884 h 152673"/>
                <a:gd name="connsiteX24" fmla="*/ 245 w 178198"/>
                <a:gd name="connsiteY24" fmla="*/ 14592 h 152673"/>
                <a:gd name="connsiteX25" fmla="*/ 27878 w 178198"/>
                <a:gd name="connsiteY25" fmla="*/ 33935 h 152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8198" h="152673">
                  <a:moveTo>
                    <a:pt x="27878" y="33935"/>
                  </a:moveTo>
                  <a:lnTo>
                    <a:pt x="27878" y="126506"/>
                  </a:lnTo>
                  <a:cubicBezTo>
                    <a:pt x="27878" y="142050"/>
                    <a:pt x="23981" y="142050"/>
                    <a:pt x="245" y="142050"/>
                  </a:cubicBezTo>
                  <a:lnTo>
                    <a:pt x="245" y="152758"/>
                  </a:lnTo>
                  <a:cubicBezTo>
                    <a:pt x="12645" y="152413"/>
                    <a:pt x="30713" y="151722"/>
                    <a:pt x="40278" y="151722"/>
                  </a:cubicBezTo>
                  <a:cubicBezTo>
                    <a:pt x="49489" y="151722"/>
                    <a:pt x="67911" y="152413"/>
                    <a:pt x="79956" y="152758"/>
                  </a:cubicBezTo>
                  <a:lnTo>
                    <a:pt x="79956" y="142050"/>
                  </a:lnTo>
                  <a:cubicBezTo>
                    <a:pt x="56220" y="142050"/>
                    <a:pt x="52323" y="142050"/>
                    <a:pt x="52323" y="126506"/>
                  </a:cubicBezTo>
                  <a:lnTo>
                    <a:pt x="52323" y="62950"/>
                  </a:lnTo>
                  <a:cubicBezTo>
                    <a:pt x="52323" y="27027"/>
                    <a:pt x="77476" y="7684"/>
                    <a:pt x="100150" y="7684"/>
                  </a:cubicBezTo>
                  <a:cubicBezTo>
                    <a:pt x="122469" y="7684"/>
                    <a:pt x="126366" y="26336"/>
                    <a:pt x="126366" y="46025"/>
                  </a:cubicBezTo>
                  <a:lnTo>
                    <a:pt x="126366" y="126506"/>
                  </a:lnTo>
                  <a:cubicBezTo>
                    <a:pt x="126366" y="142050"/>
                    <a:pt x="122469" y="142050"/>
                    <a:pt x="98733" y="142050"/>
                  </a:cubicBezTo>
                  <a:lnTo>
                    <a:pt x="98733" y="152758"/>
                  </a:lnTo>
                  <a:cubicBezTo>
                    <a:pt x="111132" y="152413"/>
                    <a:pt x="129200" y="151722"/>
                    <a:pt x="138765" y="151722"/>
                  </a:cubicBezTo>
                  <a:cubicBezTo>
                    <a:pt x="147976" y="151722"/>
                    <a:pt x="166399" y="152413"/>
                    <a:pt x="178444" y="152758"/>
                  </a:cubicBezTo>
                  <a:lnTo>
                    <a:pt x="178444" y="142050"/>
                  </a:lnTo>
                  <a:cubicBezTo>
                    <a:pt x="160022" y="142050"/>
                    <a:pt x="151165" y="142050"/>
                    <a:pt x="150811" y="131688"/>
                  </a:cubicBezTo>
                  <a:lnTo>
                    <a:pt x="150811" y="65713"/>
                  </a:lnTo>
                  <a:cubicBezTo>
                    <a:pt x="150811" y="36008"/>
                    <a:pt x="150811" y="25300"/>
                    <a:pt x="139828" y="12865"/>
                  </a:cubicBezTo>
                  <a:cubicBezTo>
                    <a:pt x="134868" y="6993"/>
                    <a:pt x="123177" y="85"/>
                    <a:pt x="102630" y="85"/>
                  </a:cubicBezTo>
                  <a:cubicBezTo>
                    <a:pt x="76768" y="85"/>
                    <a:pt x="60117" y="14938"/>
                    <a:pt x="50198" y="36353"/>
                  </a:cubicBezTo>
                  <a:lnTo>
                    <a:pt x="50198" y="85"/>
                  </a:lnTo>
                  <a:lnTo>
                    <a:pt x="245" y="3884"/>
                  </a:lnTo>
                  <a:lnTo>
                    <a:pt x="245" y="14592"/>
                  </a:lnTo>
                  <a:cubicBezTo>
                    <a:pt x="25044" y="14592"/>
                    <a:pt x="27878" y="17010"/>
                    <a:pt x="27878" y="33935"/>
                  </a:cubicBez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4B09B905-7EC4-5B01-E35D-C1D97EA21016}"/>
                </a:ext>
              </a:extLst>
            </p:cNvPr>
            <p:cNvSpPr/>
            <p:nvPr>
              <p:custDataLst>
                <p:tags r:id="rId125"/>
              </p:custDataLst>
            </p:nvPr>
          </p:nvSpPr>
          <p:spPr>
            <a:xfrm>
              <a:off x="11469010" y="5236306"/>
              <a:ext cx="178198" cy="239717"/>
            </a:xfrm>
            <a:custGeom>
              <a:avLst/>
              <a:gdLst>
                <a:gd name="connsiteX0" fmla="*/ 27884 w 178198"/>
                <a:gd name="connsiteY0" fmla="*/ 213551 h 239717"/>
                <a:gd name="connsiteX1" fmla="*/ 251 w 178198"/>
                <a:gd name="connsiteY1" fmla="*/ 229095 h 239717"/>
                <a:gd name="connsiteX2" fmla="*/ 251 w 178198"/>
                <a:gd name="connsiteY2" fmla="*/ 239802 h 239717"/>
                <a:gd name="connsiteX3" fmla="*/ 40283 w 178198"/>
                <a:gd name="connsiteY3" fmla="*/ 238766 h 239717"/>
                <a:gd name="connsiteX4" fmla="*/ 79962 w 178198"/>
                <a:gd name="connsiteY4" fmla="*/ 239802 h 239717"/>
                <a:gd name="connsiteX5" fmla="*/ 79962 w 178198"/>
                <a:gd name="connsiteY5" fmla="*/ 229095 h 239717"/>
                <a:gd name="connsiteX6" fmla="*/ 52329 w 178198"/>
                <a:gd name="connsiteY6" fmla="*/ 213551 h 239717"/>
                <a:gd name="connsiteX7" fmla="*/ 52329 w 178198"/>
                <a:gd name="connsiteY7" fmla="*/ 149995 h 239717"/>
                <a:gd name="connsiteX8" fmla="*/ 100155 w 178198"/>
                <a:gd name="connsiteY8" fmla="*/ 94728 h 239717"/>
                <a:gd name="connsiteX9" fmla="*/ 126371 w 178198"/>
                <a:gd name="connsiteY9" fmla="*/ 133069 h 239717"/>
                <a:gd name="connsiteX10" fmla="*/ 126371 w 178198"/>
                <a:gd name="connsiteY10" fmla="*/ 213551 h 239717"/>
                <a:gd name="connsiteX11" fmla="*/ 98738 w 178198"/>
                <a:gd name="connsiteY11" fmla="*/ 229095 h 239717"/>
                <a:gd name="connsiteX12" fmla="*/ 98738 w 178198"/>
                <a:gd name="connsiteY12" fmla="*/ 239802 h 239717"/>
                <a:gd name="connsiteX13" fmla="*/ 138771 w 178198"/>
                <a:gd name="connsiteY13" fmla="*/ 238766 h 239717"/>
                <a:gd name="connsiteX14" fmla="*/ 178449 w 178198"/>
                <a:gd name="connsiteY14" fmla="*/ 239802 h 239717"/>
                <a:gd name="connsiteX15" fmla="*/ 178449 w 178198"/>
                <a:gd name="connsiteY15" fmla="*/ 229095 h 239717"/>
                <a:gd name="connsiteX16" fmla="*/ 150816 w 178198"/>
                <a:gd name="connsiteY16" fmla="*/ 218732 h 239717"/>
                <a:gd name="connsiteX17" fmla="*/ 150816 w 178198"/>
                <a:gd name="connsiteY17" fmla="*/ 152758 h 239717"/>
                <a:gd name="connsiteX18" fmla="*/ 139834 w 178198"/>
                <a:gd name="connsiteY18" fmla="*/ 99910 h 239717"/>
                <a:gd name="connsiteX19" fmla="*/ 102635 w 178198"/>
                <a:gd name="connsiteY19" fmla="*/ 87129 h 239717"/>
                <a:gd name="connsiteX20" fmla="*/ 51266 w 178198"/>
                <a:gd name="connsiteY20" fmla="*/ 120980 h 239717"/>
                <a:gd name="connsiteX21" fmla="*/ 51266 w 178198"/>
                <a:gd name="connsiteY21" fmla="*/ 85 h 239717"/>
                <a:gd name="connsiteX22" fmla="*/ 251 w 178198"/>
                <a:gd name="connsiteY22" fmla="*/ 3884 h 239717"/>
                <a:gd name="connsiteX23" fmla="*/ 251 w 178198"/>
                <a:gd name="connsiteY23" fmla="*/ 14592 h 239717"/>
                <a:gd name="connsiteX24" fmla="*/ 27884 w 178198"/>
                <a:gd name="connsiteY24" fmla="*/ 33935 h 239717"/>
                <a:gd name="connsiteX25" fmla="*/ 27884 w 178198"/>
                <a:gd name="connsiteY25" fmla="*/ 213551 h 239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8198" h="239717">
                  <a:moveTo>
                    <a:pt x="27884" y="213551"/>
                  </a:moveTo>
                  <a:cubicBezTo>
                    <a:pt x="27884" y="229095"/>
                    <a:pt x="23987" y="229095"/>
                    <a:pt x="251" y="229095"/>
                  </a:cubicBezTo>
                  <a:lnTo>
                    <a:pt x="251" y="239802"/>
                  </a:lnTo>
                  <a:cubicBezTo>
                    <a:pt x="12650" y="239457"/>
                    <a:pt x="30718" y="238766"/>
                    <a:pt x="40283" y="238766"/>
                  </a:cubicBezTo>
                  <a:cubicBezTo>
                    <a:pt x="49495" y="238766"/>
                    <a:pt x="67917" y="239457"/>
                    <a:pt x="79962" y="239802"/>
                  </a:cubicBezTo>
                  <a:lnTo>
                    <a:pt x="79962" y="229095"/>
                  </a:lnTo>
                  <a:cubicBezTo>
                    <a:pt x="56226" y="229095"/>
                    <a:pt x="52329" y="229095"/>
                    <a:pt x="52329" y="213551"/>
                  </a:cubicBezTo>
                  <a:lnTo>
                    <a:pt x="52329" y="149995"/>
                  </a:lnTo>
                  <a:cubicBezTo>
                    <a:pt x="52329" y="114072"/>
                    <a:pt x="77482" y="94728"/>
                    <a:pt x="100155" y="94728"/>
                  </a:cubicBezTo>
                  <a:cubicBezTo>
                    <a:pt x="122474" y="94728"/>
                    <a:pt x="126371" y="113381"/>
                    <a:pt x="126371" y="133069"/>
                  </a:cubicBezTo>
                  <a:lnTo>
                    <a:pt x="126371" y="213551"/>
                  </a:lnTo>
                  <a:cubicBezTo>
                    <a:pt x="126371" y="229095"/>
                    <a:pt x="122474" y="229095"/>
                    <a:pt x="98738" y="229095"/>
                  </a:cubicBezTo>
                  <a:lnTo>
                    <a:pt x="98738" y="239802"/>
                  </a:lnTo>
                  <a:cubicBezTo>
                    <a:pt x="111138" y="239457"/>
                    <a:pt x="129206" y="238766"/>
                    <a:pt x="138771" y="238766"/>
                  </a:cubicBezTo>
                  <a:cubicBezTo>
                    <a:pt x="147982" y="238766"/>
                    <a:pt x="166404" y="239457"/>
                    <a:pt x="178449" y="239802"/>
                  </a:cubicBezTo>
                  <a:lnTo>
                    <a:pt x="178449" y="229095"/>
                  </a:lnTo>
                  <a:cubicBezTo>
                    <a:pt x="160027" y="229095"/>
                    <a:pt x="151170" y="229095"/>
                    <a:pt x="150816" y="218732"/>
                  </a:cubicBezTo>
                  <a:lnTo>
                    <a:pt x="150816" y="152758"/>
                  </a:lnTo>
                  <a:cubicBezTo>
                    <a:pt x="150816" y="123052"/>
                    <a:pt x="150816" y="112344"/>
                    <a:pt x="139834" y="99910"/>
                  </a:cubicBezTo>
                  <a:cubicBezTo>
                    <a:pt x="134874" y="94037"/>
                    <a:pt x="123183" y="87129"/>
                    <a:pt x="102635" y="87129"/>
                  </a:cubicBezTo>
                  <a:cubicBezTo>
                    <a:pt x="72876" y="87129"/>
                    <a:pt x="57289" y="107854"/>
                    <a:pt x="51266" y="120980"/>
                  </a:cubicBezTo>
                  <a:lnTo>
                    <a:pt x="51266" y="85"/>
                  </a:lnTo>
                  <a:lnTo>
                    <a:pt x="251" y="3884"/>
                  </a:lnTo>
                  <a:lnTo>
                    <a:pt x="251" y="14592"/>
                  </a:lnTo>
                  <a:cubicBezTo>
                    <a:pt x="25050" y="14592"/>
                    <a:pt x="27884" y="17010"/>
                    <a:pt x="27884" y="33935"/>
                  </a:cubicBezTo>
                  <a:lnTo>
                    <a:pt x="27884" y="213551"/>
                  </a:ln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116484B8-6CB4-7EE0-EA09-869E7BC24D63}"/>
                </a:ext>
              </a:extLst>
            </p:cNvPr>
            <p:cNvSpPr/>
            <p:nvPr>
              <p:custDataLst>
                <p:tags r:id="rId126"/>
              </p:custDataLst>
            </p:nvPr>
          </p:nvSpPr>
          <p:spPr>
            <a:xfrm>
              <a:off x="11689564" y="5216962"/>
              <a:ext cx="82190" cy="345414"/>
            </a:xfrm>
            <a:custGeom>
              <a:avLst/>
              <a:gdLst>
                <a:gd name="connsiteX0" fmla="*/ 82447 w 82190"/>
                <a:gd name="connsiteY0" fmla="*/ 342045 h 345414"/>
                <a:gd name="connsiteX1" fmla="*/ 76425 w 82190"/>
                <a:gd name="connsiteY1" fmla="*/ 334446 h 345414"/>
                <a:gd name="connsiteX2" fmla="*/ 20804 w 82190"/>
                <a:gd name="connsiteY2" fmla="*/ 172792 h 345414"/>
                <a:gd name="connsiteX3" fmla="*/ 77842 w 82190"/>
                <a:gd name="connsiteY3" fmla="*/ 9411 h 345414"/>
                <a:gd name="connsiteX4" fmla="*/ 82447 w 82190"/>
                <a:gd name="connsiteY4" fmla="*/ 3539 h 345414"/>
                <a:gd name="connsiteX5" fmla="*/ 78905 w 82190"/>
                <a:gd name="connsiteY5" fmla="*/ 85 h 345414"/>
                <a:gd name="connsiteX6" fmla="*/ 22575 w 82190"/>
                <a:gd name="connsiteY6" fmla="*/ 67441 h 345414"/>
                <a:gd name="connsiteX7" fmla="*/ 256 w 82190"/>
                <a:gd name="connsiteY7" fmla="*/ 172792 h 345414"/>
                <a:gd name="connsiteX8" fmla="*/ 23638 w 82190"/>
                <a:gd name="connsiteY8" fmla="*/ 280561 h 345414"/>
                <a:gd name="connsiteX9" fmla="*/ 78905 w 82190"/>
                <a:gd name="connsiteY9" fmla="*/ 345499 h 345414"/>
                <a:gd name="connsiteX10" fmla="*/ 82447 w 82190"/>
                <a:gd name="connsiteY10" fmla="*/ 34204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0" h="345414">
                  <a:moveTo>
                    <a:pt x="82447" y="342045"/>
                  </a:moveTo>
                  <a:cubicBezTo>
                    <a:pt x="82447" y="341009"/>
                    <a:pt x="82447" y="340318"/>
                    <a:pt x="76425" y="334446"/>
                  </a:cubicBezTo>
                  <a:cubicBezTo>
                    <a:pt x="32141" y="290924"/>
                    <a:pt x="20804" y="225640"/>
                    <a:pt x="20804" y="172792"/>
                  </a:cubicBezTo>
                  <a:cubicBezTo>
                    <a:pt x="20804" y="112690"/>
                    <a:pt x="34266" y="52588"/>
                    <a:pt x="77842" y="9411"/>
                  </a:cubicBezTo>
                  <a:cubicBezTo>
                    <a:pt x="82447" y="5266"/>
                    <a:pt x="82447" y="4575"/>
                    <a:pt x="82447" y="3539"/>
                  </a:cubicBezTo>
                  <a:cubicBezTo>
                    <a:pt x="82447" y="1121"/>
                    <a:pt x="81030" y="85"/>
                    <a:pt x="78905" y="85"/>
                  </a:cubicBezTo>
                  <a:cubicBezTo>
                    <a:pt x="75362" y="85"/>
                    <a:pt x="43477" y="23573"/>
                    <a:pt x="22575" y="67441"/>
                  </a:cubicBezTo>
                  <a:cubicBezTo>
                    <a:pt x="4508" y="105436"/>
                    <a:pt x="256" y="143777"/>
                    <a:pt x="256" y="172792"/>
                  </a:cubicBezTo>
                  <a:cubicBezTo>
                    <a:pt x="256" y="199734"/>
                    <a:pt x="4153" y="241530"/>
                    <a:pt x="23638" y="280561"/>
                  </a:cubicBezTo>
                  <a:cubicBezTo>
                    <a:pt x="44895" y="323047"/>
                    <a:pt x="75362" y="345499"/>
                    <a:pt x="78905" y="345499"/>
                  </a:cubicBezTo>
                  <a:cubicBezTo>
                    <a:pt x="81030" y="345499"/>
                    <a:pt x="82447" y="344463"/>
                    <a:pt x="82447" y="342045"/>
                  </a:cubicBez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B4529DD-A522-B3F6-E530-68DE42533421}"/>
                </a:ext>
              </a:extLst>
            </p:cNvPr>
            <p:cNvSpPr/>
            <p:nvPr>
              <p:custDataLst>
                <p:tags r:id="rId127"/>
              </p:custDataLst>
            </p:nvPr>
          </p:nvSpPr>
          <p:spPr>
            <a:xfrm>
              <a:off x="11805726" y="5319551"/>
              <a:ext cx="155879" cy="158545"/>
            </a:xfrm>
            <a:custGeom>
              <a:avLst/>
              <a:gdLst>
                <a:gd name="connsiteX0" fmla="*/ 114336 w 155879"/>
                <a:gd name="connsiteY0" fmla="*/ 15974 h 158545"/>
                <a:gd name="connsiteX1" fmla="*/ 107250 w 155879"/>
                <a:gd name="connsiteY1" fmla="*/ 31863 h 158545"/>
                <a:gd name="connsiteX2" fmla="*/ 129215 w 155879"/>
                <a:gd name="connsiteY2" fmla="*/ 53624 h 158545"/>
                <a:gd name="connsiteX3" fmla="*/ 151534 w 155879"/>
                <a:gd name="connsiteY3" fmla="*/ 31863 h 158545"/>
                <a:gd name="connsiteX4" fmla="*/ 89891 w 155879"/>
                <a:gd name="connsiteY4" fmla="*/ 85 h 158545"/>
                <a:gd name="connsiteX5" fmla="*/ 260 w 155879"/>
                <a:gd name="connsiteY5" fmla="*/ 79875 h 158545"/>
                <a:gd name="connsiteX6" fmla="*/ 88120 w 155879"/>
                <a:gd name="connsiteY6" fmla="*/ 158630 h 158545"/>
                <a:gd name="connsiteX7" fmla="*/ 156140 w 155879"/>
                <a:gd name="connsiteY7" fmla="*/ 116144 h 158545"/>
                <a:gd name="connsiteX8" fmla="*/ 147637 w 155879"/>
                <a:gd name="connsiteY8" fmla="*/ 111308 h 158545"/>
                <a:gd name="connsiteX9" fmla="*/ 139135 w 155879"/>
                <a:gd name="connsiteY9" fmla="*/ 116489 h 158545"/>
                <a:gd name="connsiteX10" fmla="*/ 94851 w 155879"/>
                <a:gd name="connsiteY10" fmla="*/ 144813 h 158545"/>
                <a:gd name="connsiteX11" fmla="*/ 45607 w 155879"/>
                <a:gd name="connsiteY11" fmla="*/ 78148 h 158545"/>
                <a:gd name="connsiteX12" fmla="*/ 91308 w 155879"/>
                <a:gd name="connsiteY12" fmla="*/ 13901 h 158545"/>
                <a:gd name="connsiteX13" fmla="*/ 114336 w 155879"/>
                <a:gd name="connsiteY13" fmla="*/ 15974 h 158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5879" h="158545">
                  <a:moveTo>
                    <a:pt x="114336" y="15974"/>
                  </a:moveTo>
                  <a:cubicBezTo>
                    <a:pt x="107959" y="21500"/>
                    <a:pt x="107250" y="28754"/>
                    <a:pt x="107250" y="31863"/>
                  </a:cubicBezTo>
                  <a:cubicBezTo>
                    <a:pt x="107250" y="47061"/>
                    <a:pt x="119650" y="53624"/>
                    <a:pt x="129215" y="53624"/>
                  </a:cubicBezTo>
                  <a:cubicBezTo>
                    <a:pt x="140197" y="53624"/>
                    <a:pt x="151534" y="46370"/>
                    <a:pt x="151534" y="31863"/>
                  </a:cubicBezTo>
                  <a:cubicBezTo>
                    <a:pt x="151534" y="2157"/>
                    <a:pt x="110439" y="85"/>
                    <a:pt x="89891" y="85"/>
                  </a:cubicBezTo>
                  <a:cubicBezTo>
                    <a:pt x="26476" y="85"/>
                    <a:pt x="260" y="39807"/>
                    <a:pt x="260" y="79875"/>
                  </a:cubicBezTo>
                  <a:cubicBezTo>
                    <a:pt x="260" y="125816"/>
                    <a:pt x="33562" y="158630"/>
                    <a:pt x="88120" y="158630"/>
                  </a:cubicBezTo>
                  <a:cubicBezTo>
                    <a:pt x="145512" y="158630"/>
                    <a:pt x="156140" y="118562"/>
                    <a:pt x="156140" y="116144"/>
                  </a:cubicBezTo>
                  <a:cubicBezTo>
                    <a:pt x="156140" y="111308"/>
                    <a:pt x="151180" y="111308"/>
                    <a:pt x="147637" y="111308"/>
                  </a:cubicBezTo>
                  <a:cubicBezTo>
                    <a:pt x="141260" y="111308"/>
                    <a:pt x="140906" y="111999"/>
                    <a:pt x="139135" y="116489"/>
                  </a:cubicBezTo>
                  <a:cubicBezTo>
                    <a:pt x="129924" y="138251"/>
                    <a:pt x="112919" y="144813"/>
                    <a:pt x="94851" y="144813"/>
                  </a:cubicBezTo>
                  <a:cubicBezTo>
                    <a:pt x="45607" y="144813"/>
                    <a:pt x="45607" y="94037"/>
                    <a:pt x="45607" y="78148"/>
                  </a:cubicBezTo>
                  <a:cubicBezTo>
                    <a:pt x="45607" y="58805"/>
                    <a:pt x="45607" y="13901"/>
                    <a:pt x="91308" y="13901"/>
                  </a:cubicBezTo>
                  <a:cubicBezTo>
                    <a:pt x="103707" y="13901"/>
                    <a:pt x="109730" y="14938"/>
                    <a:pt x="114336" y="15974"/>
                  </a:cubicBez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93D6CE91-0F87-A644-A63D-749F1BDE3D9E}"/>
                </a:ext>
              </a:extLst>
            </p:cNvPr>
            <p:cNvSpPr/>
            <p:nvPr>
              <p:custDataLst>
                <p:tags r:id="rId128"/>
              </p:custDataLst>
            </p:nvPr>
          </p:nvSpPr>
          <p:spPr>
            <a:xfrm>
              <a:off x="11983750" y="5376716"/>
              <a:ext cx="83820" cy="153536"/>
            </a:xfrm>
            <a:custGeom>
              <a:avLst/>
              <a:gdLst>
                <a:gd name="connsiteX0" fmla="*/ 50855 w 83820"/>
                <a:gd name="connsiteY0" fmla="*/ 55698 h 153536"/>
                <a:gd name="connsiteX1" fmla="*/ 76150 w 83820"/>
                <a:gd name="connsiteY1" fmla="*/ 55698 h 153536"/>
                <a:gd name="connsiteX2" fmla="*/ 84086 w 83820"/>
                <a:gd name="connsiteY2" fmla="*/ 50379 h 153536"/>
                <a:gd name="connsiteX3" fmla="*/ 76646 w 83820"/>
                <a:gd name="connsiteY3" fmla="*/ 46993 h 153536"/>
                <a:gd name="connsiteX4" fmla="*/ 53087 w 83820"/>
                <a:gd name="connsiteY4" fmla="*/ 46993 h 153536"/>
                <a:gd name="connsiteX5" fmla="*/ 62263 w 83820"/>
                <a:gd name="connsiteY5" fmla="*/ 11209 h 153536"/>
                <a:gd name="connsiteX6" fmla="*/ 63007 w 83820"/>
                <a:gd name="connsiteY6" fmla="*/ 7823 h 153536"/>
                <a:gd name="connsiteX7" fmla="*/ 54575 w 83820"/>
                <a:gd name="connsiteY7" fmla="*/ 86 h 153536"/>
                <a:gd name="connsiteX8" fmla="*/ 42920 w 83820"/>
                <a:gd name="connsiteY8" fmla="*/ 10483 h 153536"/>
                <a:gd name="connsiteX9" fmla="*/ 33496 w 83820"/>
                <a:gd name="connsiteY9" fmla="*/ 46993 h 153536"/>
                <a:gd name="connsiteX10" fmla="*/ 8201 w 83820"/>
                <a:gd name="connsiteY10" fmla="*/ 46993 h 153536"/>
                <a:gd name="connsiteX11" fmla="*/ 265 w 83820"/>
                <a:gd name="connsiteY11" fmla="*/ 52313 h 153536"/>
                <a:gd name="connsiteX12" fmla="*/ 7705 w 83820"/>
                <a:gd name="connsiteY12" fmla="*/ 55698 h 153536"/>
                <a:gd name="connsiteX13" fmla="*/ 31264 w 83820"/>
                <a:gd name="connsiteY13" fmla="*/ 55698 h 153536"/>
                <a:gd name="connsiteX14" fmla="*/ 16633 w 83820"/>
                <a:gd name="connsiteY14" fmla="*/ 112760 h 153536"/>
                <a:gd name="connsiteX15" fmla="*/ 12913 w 83820"/>
                <a:gd name="connsiteY15" fmla="*/ 130653 h 153536"/>
                <a:gd name="connsiteX16" fmla="*/ 39448 w 83820"/>
                <a:gd name="connsiteY16" fmla="*/ 153623 h 153536"/>
                <a:gd name="connsiteX17" fmla="*/ 82598 w 83820"/>
                <a:gd name="connsiteY17" fmla="*/ 116629 h 153536"/>
                <a:gd name="connsiteX18" fmla="*/ 78630 w 83820"/>
                <a:gd name="connsiteY18" fmla="*/ 113486 h 153536"/>
                <a:gd name="connsiteX19" fmla="*/ 73422 w 83820"/>
                <a:gd name="connsiteY19" fmla="*/ 118080 h 153536"/>
                <a:gd name="connsiteX20" fmla="*/ 40192 w 83820"/>
                <a:gd name="connsiteY20" fmla="*/ 146853 h 153536"/>
                <a:gd name="connsiteX21" fmla="*/ 31512 w 83820"/>
                <a:gd name="connsiteY21" fmla="*/ 135005 h 153536"/>
                <a:gd name="connsiteX22" fmla="*/ 33000 w 83820"/>
                <a:gd name="connsiteY22" fmla="*/ 125092 h 153536"/>
                <a:gd name="connsiteX23" fmla="*/ 50855 w 83820"/>
                <a:gd name="connsiteY23" fmla="*/ 55698 h 15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820" h="153536">
                  <a:moveTo>
                    <a:pt x="50855" y="55698"/>
                  </a:moveTo>
                  <a:lnTo>
                    <a:pt x="76150" y="55698"/>
                  </a:lnTo>
                  <a:cubicBezTo>
                    <a:pt x="80862" y="55698"/>
                    <a:pt x="84086" y="55698"/>
                    <a:pt x="84086" y="50379"/>
                  </a:cubicBezTo>
                  <a:cubicBezTo>
                    <a:pt x="84086" y="46993"/>
                    <a:pt x="80862" y="46993"/>
                    <a:pt x="76646" y="46993"/>
                  </a:cubicBezTo>
                  <a:lnTo>
                    <a:pt x="53087" y="46993"/>
                  </a:lnTo>
                  <a:lnTo>
                    <a:pt x="62263" y="11209"/>
                  </a:lnTo>
                  <a:cubicBezTo>
                    <a:pt x="62511" y="10000"/>
                    <a:pt x="63007" y="8791"/>
                    <a:pt x="63007" y="7823"/>
                  </a:cubicBezTo>
                  <a:cubicBezTo>
                    <a:pt x="63007" y="3471"/>
                    <a:pt x="59535" y="86"/>
                    <a:pt x="54575" y="86"/>
                  </a:cubicBezTo>
                  <a:cubicBezTo>
                    <a:pt x="48375" y="86"/>
                    <a:pt x="44655" y="4197"/>
                    <a:pt x="42920" y="10483"/>
                  </a:cubicBezTo>
                  <a:cubicBezTo>
                    <a:pt x="41184" y="16528"/>
                    <a:pt x="44408" y="4922"/>
                    <a:pt x="33496" y="46993"/>
                  </a:cubicBezTo>
                  <a:lnTo>
                    <a:pt x="8201" y="46993"/>
                  </a:lnTo>
                  <a:cubicBezTo>
                    <a:pt x="3489" y="46993"/>
                    <a:pt x="265" y="46993"/>
                    <a:pt x="265" y="52313"/>
                  </a:cubicBezTo>
                  <a:cubicBezTo>
                    <a:pt x="265" y="55698"/>
                    <a:pt x="3241" y="55698"/>
                    <a:pt x="7705" y="55698"/>
                  </a:cubicBezTo>
                  <a:lnTo>
                    <a:pt x="31264" y="55698"/>
                  </a:lnTo>
                  <a:lnTo>
                    <a:pt x="16633" y="112760"/>
                  </a:lnTo>
                  <a:cubicBezTo>
                    <a:pt x="15145" y="118805"/>
                    <a:pt x="12913" y="127510"/>
                    <a:pt x="12913" y="130653"/>
                  </a:cubicBezTo>
                  <a:cubicBezTo>
                    <a:pt x="12913" y="144919"/>
                    <a:pt x="25312" y="153623"/>
                    <a:pt x="39448" y="153623"/>
                  </a:cubicBezTo>
                  <a:cubicBezTo>
                    <a:pt x="66975" y="153623"/>
                    <a:pt x="82598" y="119772"/>
                    <a:pt x="82598" y="116629"/>
                  </a:cubicBezTo>
                  <a:cubicBezTo>
                    <a:pt x="82598" y="113486"/>
                    <a:pt x="79374" y="113486"/>
                    <a:pt x="78630" y="113486"/>
                  </a:cubicBezTo>
                  <a:cubicBezTo>
                    <a:pt x="75654" y="113486"/>
                    <a:pt x="75406" y="113969"/>
                    <a:pt x="73422" y="118080"/>
                  </a:cubicBezTo>
                  <a:cubicBezTo>
                    <a:pt x="66479" y="133313"/>
                    <a:pt x="53831" y="146853"/>
                    <a:pt x="40192" y="146853"/>
                  </a:cubicBezTo>
                  <a:cubicBezTo>
                    <a:pt x="34984" y="146853"/>
                    <a:pt x="31512" y="143710"/>
                    <a:pt x="31512" y="135005"/>
                  </a:cubicBezTo>
                  <a:cubicBezTo>
                    <a:pt x="31512" y="132587"/>
                    <a:pt x="32504" y="127510"/>
                    <a:pt x="33000" y="125092"/>
                  </a:cubicBezTo>
                  <a:lnTo>
                    <a:pt x="50855" y="55698"/>
                  </a:ln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5DD68872-BAA6-B6E7-E663-154E7CBEC915}"/>
                </a:ext>
              </a:extLst>
            </p:cNvPr>
            <p:cNvSpPr/>
            <p:nvPr>
              <p:custDataLst>
                <p:tags r:id="rId129"/>
              </p:custDataLst>
            </p:nvPr>
          </p:nvSpPr>
          <p:spPr>
            <a:xfrm>
              <a:off x="12118262" y="5216962"/>
              <a:ext cx="82191" cy="345414"/>
            </a:xfrm>
            <a:custGeom>
              <a:avLst/>
              <a:gdLst>
                <a:gd name="connsiteX0" fmla="*/ 82460 w 82191"/>
                <a:gd name="connsiteY0" fmla="*/ 172792 h 345414"/>
                <a:gd name="connsiteX1" fmla="*/ 59078 w 82191"/>
                <a:gd name="connsiteY1" fmla="*/ 65023 h 345414"/>
                <a:gd name="connsiteX2" fmla="*/ 3812 w 82191"/>
                <a:gd name="connsiteY2" fmla="*/ 85 h 345414"/>
                <a:gd name="connsiteX3" fmla="*/ 269 w 82191"/>
                <a:gd name="connsiteY3" fmla="*/ 3539 h 345414"/>
                <a:gd name="connsiteX4" fmla="*/ 7000 w 82191"/>
                <a:gd name="connsiteY4" fmla="*/ 11483 h 345414"/>
                <a:gd name="connsiteX5" fmla="*/ 61912 w 82191"/>
                <a:gd name="connsiteY5" fmla="*/ 172792 h 345414"/>
                <a:gd name="connsiteX6" fmla="*/ 4874 w 82191"/>
                <a:gd name="connsiteY6" fmla="*/ 336173 h 345414"/>
                <a:gd name="connsiteX7" fmla="*/ 269 w 82191"/>
                <a:gd name="connsiteY7" fmla="*/ 342045 h 345414"/>
                <a:gd name="connsiteX8" fmla="*/ 3812 w 82191"/>
                <a:gd name="connsiteY8" fmla="*/ 345499 h 345414"/>
                <a:gd name="connsiteX9" fmla="*/ 60141 w 82191"/>
                <a:gd name="connsiteY9" fmla="*/ 278144 h 345414"/>
                <a:gd name="connsiteX10" fmla="*/ 82460 w 82191"/>
                <a:gd name="connsiteY10" fmla="*/ 172792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1" h="345414">
                  <a:moveTo>
                    <a:pt x="82460" y="172792"/>
                  </a:moveTo>
                  <a:cubicBezTo>
                    <a:pt x="82460" y="145850"/>
                    <a:pt x="78563" y="104055"/>
                    <a:pt x="59078" y="65023"/>
                  </a:cubicBezTo>
                  <a:cubicBezTo>
                    <a:pt x="37822" y="22537"/>
                    <a:pt x="7354" y="85"/>
                    <a:pt x="3812" y="85"/>
                  </a:cubicBezTo>
                  <a:cubicBezTo>
                    <a:pt x="1686" y="85"/>
                    <a:pt x="269" y="1466"/>
                    <a:pt x="269" y="3539"/>
                  </a:cubicBezTo>
                  <a:cubicBezTo>
                    <a:pt x="269" y="4575"/>
                    <a:pt x="269" y="5266"/>
                    <a:pt x="7000" y="11483"/>
                  </a:cubicBezTo>
                  <a:cubicBezTo>
                    <a:pt x="41719" y="45679"/>
                    <a:pt x="61912" y="100600"/>
                    <a:pt x="61912" y="172792"/>
                  </a:cubicBezTo>
                  <a:cubicBezTo>
                    <a:pt x="61912" y="231858"/>
                    <a:pt x="48804" y="292651"/>
                    <a:pt x="4874" y="336173"/>
                  </a:cubicBezTo>
                  <a:cubicBezTo>
                    <a:pt x="269" y="340318"/>
                    <a:pt x="269" y="341009"/>
                    <a:pt x="269" y="342045"/>
                  </a:cubicBezTo>
                  <a:cubicBezTo>
                    <a:pt x="269" y="344118"/>
                    <a:pt x="1686" y="345499"/>
                    <a:pt x="3812" y="345499"/>
                  </a:cubicBezTo>
                  <a:cubicBezTo>
                    <a:pt x="7354" y="345499"/>
                    <a:pt x="39239" y="322011"/>
                    <a:pt x="60141" y="278144"/>
                  </a:cubicBezTo>
                  <a:cubicBezTo>
                    <a:pt x="78209" y="240148"/>
                    <a:pt x="82460" y="201807"/>
                    <a:pt x="82460" y="172792"/>
                  </a:cubicBezTo>
                  <a:close/>
                </a:path>
              </a:pathLst>
            </a:custGeom>
            <a:solidFill>
              <a:srgbClr val="000000"/>
            </a:solidFill>
            <a:ln w="355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sp>
        <p:nvSpPr>
          <p:cNvPr id="127" name="Arrow: Right 126">
            <a:extLst>
              <a:ext uri="{FF2B5EF4-FFF2-40B4-BE49-F238E27FC236}">
                <a16:creationId xmlns:a16="http://schemas.microsoft.com/office/drawing/2014/main" id="{CDAD4568-DF9C-E7DB-A0EC-1B0A0331DE6C}"/>
              </a:ext>
            </a:extLst>
          </p:cNvPr>
          <p:cNvSpPr/>
          <p:nvPr/>
        </p:nvSpPr>
        <p:spPr>
          <a:xfrm>
            <a:off x="5680430" y="4136592"/>
            <a:ext cx="753823" cy="179443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128" name="Group 127" descr="\documentclass{article}&#10;\usepackage{amsmath,amssymb}&#10;\pagestyle{empty}&#10;\begin{document}&#10;&#10;\newcommand{\score}{\textrm{score}}&#10;\newcommand{\classify}{\textrm{classify}}&#10;\newcommand{\bx}{\mathbf{x}}&#10;&#10;\begin{align*}&#10;\mathbf{l}_n &amp;= \sigma\left(\mathbf{W}_\ell [\mathbf{h}_\ell; \mathbf{h}_r] + \mathbf{b}_\ell \right) \\&#10;\mathbf{r}_n &amp;= \sigma\left(\mathbf{W}_r [\mathbf{h}_\ell; \mathbf{h}_r] + \mathbf{b}_r \right) \\&#10;\tilde{\mathbf{c}}_n &amp;= \tanh\left(\mathbf{W}_c [\mathbf{h}_\ell; \mathbf{h}_r] + \mathbf{b}_c \right) \\&#10;\mathbf{c}_n &amp;= \mathbf{l}_n * \mathbf{c}_\ell + \mathbf{r}_n * \mathbf{c}_r + \tilde{\mathbf{c}}_n \\&#10;\mathbf{o}_n &amp;= \sigma\left(\mathbf{W}_o[\mathbf{h}_\ell; \mathbf{h}_r] + \mathbf{b}_o\right) \\&#10;\mathbf{h}_n &amp;= \mathbf{o}_n * \tanh(\mathbf{c}_n)&#10;\end{align*}&#10;&#10;&#10;\end{document}" title="IguanaTex Vector Display">
            <a:extLst>
              <a:ext uri="{FF2B5EF4-FFF2-40B4-BE49-F238E27FC236}">
                <a16:creationId xmlns:a16="http://schemas.microsoft.com/office/drawing/2014/main" id="{49822DD9-0B2D-3473-BCEB-78292254950F}"/>
              </a:ext>
            </a:extLst>
          </p:cNvPr>
          <p:cNvGrpSpPr>
            <a:grpSpLocks noChangeAspect="1"/>
          </p:cNvGrpSpPr>
          <p:nvPr>
            <p:custDataLst>
              <p:tags r:id="rId7"/>
            </p:custDataLst>
          </p:nvPr>
        </p:nvGrpSpPr>
        <p:grpSpPr>
          <a:xfrm>
            <a:off x="6756213" y="2768601"/>
            <a:ext cx="4343858" cy="3002450"/>
            <a:chOff x="12979983" y="5810927"/>
            <a:chExt cx="4343858" cy="3002450"/>
          </a:xfrm>
        </p:grpSpPr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593F26DD-4ABE-B372-75D6-32FF915CAC6F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3093631" y="5830708"/>
              <a:ext cx="86975" cy="245141"/>
            </a:xfrm>
            <a:custGeom>
              <a:avLst/>
              <a:gdLst>
                <a:gd name="connsiteX0" fmla="*/ 62755 w 86975"/>
                <a:gd name="connsiteY0" fmla="*/ 85 h 245141"/>
                <a:gd name="connsiteX1" fmla="*/ 175 w 86975"/>
                <a:gd name="connsiteY1" fmla="*/ 2911 h 245141"/>
                <a:gd name="connsiteX2" fmla="*/ 175 w 86975"/>
                <a:gd name="connsiteY2" fmla="*/ 19512 h 245141"/>
                <a:gd name="connsiteX3" fmla="*/ 24570 w 86975"/>
                <a:gd name="connsiteY3" fmla="*/ 33288 h 245141"/>
                <a:gd name="connsiteX4" fmla="*/ 24570 w 86975"/>
                <a:gd name="connsiteY4" fmla="*/ 228624 h 245141"/>
                <a:gd name="connsiteX5" fmla="*/ 175 w 86975"/>
                <a:gd name="connsiteY5" fmla="*/ 228624 h 245141"/>
                <a:gd name="connsiteX6" fmla="*/ 175 w 86975"/>
                <a:gd name="connsiteY6" fmla="*/ 245226 h 245141"/>
                <a:gd name="connsiteX7" fmla="*/ 43662 w 86975"/>
                <a:gd name="connsiteY7" fmla="*/ 244166 h 245141"/>
                <a:gd name="connsiteX8" fmla="*/ 87150 w 86975"/>
                <a:gd name="connsiteY8" fmla="*/ 245226 h 245141"/>
                <a:gd name="connsiteX9" fmla="*/ 87150 w 86975"/>
                <a:gd name="connsiteY9" fmla="*/ 228624 h 245141"/>
                <a:gd name="connsiteX10" fmla="*/ 62755 w 86975"/>
                <a:gd name="connsiteY10" fmla="*/ 228624 h 245141"/>
                <a:gd name="connsiteX11" fmla="*/ 62755 w 86975"/>
                <a:gd name="connsiteY11" fmla="*/ 85 h 245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6975" h="245141">
                  <a:moveTo>
                    <a:pt x="62755" y="85"/>
                  </a:moveTo>
                  <a:lnTo>
                    <a:pt x="175" y="2911"/>
                  </a:lnTo>
                  <a:lnTo>
                    <a:pt x="175" y="19512"/>
                  </a:lnTo>
                  <a:cubicBezTo>
                    <a:pt x="22095" y="19512"/>
                    <a:pt x="24570" y="19512"/>
                    <a:pt x="24570" y="33288"/>
                  </a:cubicBezTo>
                  <a:lnTo>
                    <a:pt x="24570" y="228624"/>
                  </a:lnTo>
                  <a:lnTo>
                    <a:pt x="175" y="228624"/>
                  </a:lnTo>
                  <a:lnTo>
                    <a:pt x="175" y="245226"/>
                  </a:lnTo>
                  <a:cubicBezTo>
                    <a:pt x="11489" y="244873"/>
                    <a:pt x="28459" y="244166"/>
                    <a:pt x="43662" y="244166"/>
                  </a:cubicBezTo>
                  <a:cubicBezTo>
                    <a:pt x="58865" y="244166"/>
                    <a:pt x="75129" y="244873"/>
                    <a:pt x="87150" y="245226"/>
                  </a:cubicBezTo>
                  <a:lnTo>
                    <a:pt x="87150" y="228624"/>
                  </a:lnTo>
                  <a:lnTo>
                    <a:pt x="62755" y="228624"/>
                  </a:lnTo>
                  <a:lnTo>
                    <a:pt x="62755" y="85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0E8C962C-8A2A-85CA-7FDB-147DA96AC739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3201588" y="6019791"/>
              <a:ext cx="151216" cy="111514"/>
            </a:xfrm>
            <a:custGeom>
              <a:avLst/>
              <a:gdLst>
                <a:gd name="connsiteX0" fmla="*/ 18740 w 151216"/>
                <a:gd name="connsiteY0" fmla="*/ 93551 h 111514"/>
                <a:gd name="connsiteX1" fmla="*/ 16265 w 151216"/>
                <a:gd name="connsiteY1" fmla="*/ 103688 h 111514"/>
                <a:gd name="connsiteX2" fmla="*/ 24680 w 151216"/>
                <a:gd name="connsiteY2" fmla="*/ 111601 h 111514"/>
                <a:gd name="connsiteX3" fmla="*/ 34332 w 151216"/>
                <a:gd name="connsiteY3" fmla="*/ 106161 h 111514"/>
                <a:gd name="connsiteX4" fmla="*/ 38787 w 151216"/>
                <a:gd name="connsiteY4" fmla="*/ 90831 h 111514"/>
                <a:gd name="connsiteX5" fmla="*/ 44231 w 151216"/>
                <a:gd name="connsiteY5" fmla="*/ 68577 h 111514"/>
                <a:gd name="connsiteX6" fmla="*/ 48439 w 151216"/>
                <a:gd name="connsiteY6" fmla="*/ 52011 h 111514"/>
                <a:gd name="connsiteX7" fmla="*/ 58833 w 151216"/>
                <a:gd name="connsiteY7" fmla="*/ 29757 h 111514"/>
                <a:gd name="connsiteX8" fmla="*/ 95957 w 151216"/>
                <a:gd name="connsiteY8" fmla="*/ 7009 h 111514"/>
                <a:gd name="connsiteX9" fmla="*/ 110559 w 151216"/>
                <a:gd name="connsiteY9" fmla="*/ 24318 h 111514"/>
                <a:gd name="connsiteX10" fmla="*/ 95957 w 151216"/>
                <a:gd name="connsiteY10" fmla="*/ 76984 h 111514"/>
                <a:gd name="connsiteX11" fmla="*/ 92244 w 151216"/>
                <a:gd name="connsiteY11" fmla="*/ 90336 h 111514"/>
                <a:gd name="connsiteX12" fmla="*/ 115756 w 151216"/>
                <a:gd name="connsiteY12" fmla="*/ 111601 h 111514"/>
                <a:gd name="connsiteX13" fmla="*/ 151394 w 151216"/>
                <a:gd name="connsiteY13" fmla="*/ 73770 h 111514"/>
                <a:gd name="connsiteX14" fmla="*/ 147435 w 151216"/>
                <a:gd name="connsiteY14" fmla="*/ 70555 h 111514"/>
                <a:gd name="connsiteX15" fmla="*/ 142732 w 151216"/>
                <a:gd name="connsiteY15" fmla="*/ 74759 h 111514"/>
                <a:gd name="connsiteX16" fmla="*/ 116498 w 151216"/>
                <a:gd name="connsiteY16" fmla="*/ 104677 h 111514"/>
                <a:gd name="connsiteX17" fmla="*/ 110311 w 151216"/>
                <a:gd name="connsiteY17" fmla="*/ 96023 h 111514"/>
                <a:gd name="connsiteX18" fmla="*/ 116003 w 151216"/>
                <a:gd name="connsiteY18" fmla="*/ 75995 h 111514"/>
                <a:gd name="connsiteX19" fmla="*/ 129120 w 151216"/>
                <a:gd name="connsiteY19" fmla="*/ 28274 h 111514"/>
                <a:gd name="connsiteX20" fmla="*/ 96947 w 151216"/>
                <a:gd name="connsiteY20" fmla="*/ 86 h 111514"/>
                <a:gd name="connsiteX21" fmla="*/ 55121 w 151216"/>
                <a:gd name="connsiteY21" fmla="*/ 22587 h 111514"/>
                <a:gd name="connsiteX22" fmla="*/ 28639 w 151216"/>
                <a:gd name="connsiteY22" fmla="*/ 86 h 111514"/>
                <a:gd name="connsiteX23" fmla="*/ 9088 w 151216"/>
                <a:gd name="connsiteY23" fmla="*/ 13438 h 111514"/>
                <a:gd name="connsiteX24" fmla="*/ 178 w 151216"/>
                <a:gd name="connsiteY24" fmla="*/ 37917 h 111514"/>
                <a:gd name="connsiteX25" fmla="*/ 4385 w 151216"/>
                <a:gd name="connsiteY25" fmla="*/ 41131 h 111514"/>
                <a:gd name="connsiteX26" fmla="*/ 9830 w 151216"/>
                <a:gd name="connsiteY26" fmla="*/ 33714 h 111514"/>
                <a:gd name="connsiteX27" fmla="*/ 27897 w 151216"/>
                <a:gd name="connsiteY27" fmla="*/ 7009 h 111514"/>
                <a:gd name="connsiteX28" fmla="*/ 36064 w 151216"/>
                <a:gd name="connsiteY28" fmla="*/ 19125 h 111514"/>
                <a:gd name="connsiteX29" fmla="*/ 32104 w 151216"/>
                <a:gd name="connsiteY29" fmla="*/ 39648 h 111514"/>
                <a:gd name="connsiteX30" fmla="*/ 26660 w 151216"/>
                <a:gd name="connsiteY30" fmla="*/ 61901 h 111514"/>
                <a:gd name="connsiteX31" fmla="*/ 18740 w 151216"/>
                <a:gd name="connsiteY31" fmla="*/ 93551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216" h="111514">
                  <a:moveTo>
                    <a:pt x="18740" y="93551"/>
                  </a:moveTo>
                  <a:cubicBezTo>
                    <a:pt x="17750" y="96765"/>
                    <a:pt x="16265" y="102947"/>
                    <a:pt x="16265" y="103688"/>
                  </a:cubicBezTo>
                  <a:cubicBezTo>
                    <a:pt x="16265" y="109128"/>
                    <a:pt x="20720" y="111601"/>
                    <a:pt x="24680" y="111601"/>
                  </a:cubicBezTo>
                  <a:cubicBezTo>
                    <a:pt x="29134" y="111601"/>
                    <a:pt x="33094" y="108386"/>
                    <a:pt x="34332" y="106161"/>
                  </a:cubicBezTo>
                  <a:cubicBezTo>
                    <a:pt x="35569" y="103936"/>
                    <a:pt x="37549" y="96023"/>
                    <a:pt x="38787" y="90831"/>
                  </a:cubicBezTo>
                  <a:cubicBezTo>
                    <a:pt x="40024" y="86133"/>
                    <a:pt x="42746" y="74759"/>
                    <a:pt x="44231" y="68577"/>
                  </a:cubicBezTo>
                  <a:cubicBezTo>
                    <a:pt x="45716" y="63138"/>
                    <a:pt x="47201" y="57698"/>
                    <a:pt x="48439" y="52011"/>
                  </a:cubicBezTo>
                  <a:cubicBezTo>
                    <a:pt x="51161" y="41873"/>
                    <a:pt x="51656" y="39895"/>
                    <a:pt x="58833" y="29757"/>
                  </a:cubicBezTo>
                  <a:cubicBezTo>
                    <a:pt x="65763" y="19867"/>
                    <a:pt x="77395" y="7009"/>
                    <a:pt x="95957" y="7009"/>
                  </a:cubicBezTo>
                  <a:cubicBezTo>
                    <a:pt x="110311" y="7009"/>
                    <a:pt x="110559" y="19620"/>
                    <a:pt x="110559" y="24318"/>
                  </a:cubicBezTo>
                  <a:cubicBezTo>
                    <a:pt x="110559" y="39153"/>
                    <a:pt x="99917" y="66599"/>
                    <a:pt x="95957" y="76984"/>
                  </a:cubicBezTo>
                  <a:cubicBezTo>
                    <a:pt x="93234" y="83908"/>
                    <a:pt x="92244" y="86133"/>
                    <a:pt x="92244" y="90336"/>
                  </a:cubicBezTo>
                  <a:cubicBezTo>
                    <a:pt x="92244" y="103441"/>
                    <a:pt x="103134" y="111601"/>
                    <a:pt x="115756" y="111601"/>
                  </a:cubicBezTo>
                  <a:cubicBezTo>
                    <a:pt x="140505" y="111601"/>
                    <a:pt x="151394" y="77479"/>
                    <a:pt x="151394" y="73770"/>
                  </a:cubicBezTo>
                  <a:cubicBezTo>
                    <a:pt x="151394" y="70555"/>
                    <a:pt x="148177" y="70555"/>
                    <a:pt x="147435" y="70555"/>
                  </a:cubicBezTo>
                  <a:cubicBezTo>
                    <a:pt x="143970" y="70555"/>
                    <a:pt x="143722" y="72039"/>
                    <a:pt x="142732" y="74759"/>
                  </a:cubicBezTo>
                  <a:cubicBezTo>
                    <a:pt x="137040" y="94540"/>
                    <a:pt x="126398" y="104677"/>
                    <a:pt x="116498" y="104677"/>
                  </a:cubicBezTo>
                  <a:cubicBezTo>
                    <a:pt x="111301" y="104677"/>
                    <a:pt x="110311" y="101216"/>
                    <a:pt x="110311" y="96023"/>
                  </a:cubicBezTo>
                  <a:cubicBezTo>
                    <a:pt x="110311" y="90336"/>
                    <a:pt x="111549" y="87122"/>
                    <a:pt x="116003" y="75995"/>
                  </a:cubicBezTo>
                  <a:cubicBezTo>
                    <a:pt x="118973" y="68330"/>
                    <a:pt x="129120" y="42120"/>
                    <a:pt x="129120" y="28274"/>
                  </a:cubicBezTo>
                  <a:cubicBezTo>
                    <a:pt x="129120" y="4290"/>
                    <a:pt x="110064" y="86"/>
                    <a:pt x="96947" y="86"/>
                  </a:cubicBezTo>
                  <a:cubicBezTo>
                    <a:pt x="76405" y="86"/>
                    <a:pt x="62546" y="12696"/>
                    <a:pt x="55121" y="22587"/>
                  </a:cubicBezTo>
                  <a:cubicBezTo>
                    <a:pt x="53388" y="5526"/>
                    <a:pt x="38787" y="86"/>
                    <a:pt x="28639" y="86"/>
                  </a:cubicBezTo>
                  <a:cubicBezTo>
                    <a:pt x="17997" y="86"/>
                    <a:pt x="12305" y="7751"/>
                    <a:pt x="9088" y="13438"/>
                  </a:cubicBezTo>
                  <a:cubicBezTo>
                    <a:pt x="3643" y="22587"/>
                    <a:pt x="178" y="36681"/>
                    <a:pt x="178" y="37917"/>
                  </a:cubicBezTo>
                  <a:cubicBezTo>
                    <a:pt x="178" y="41131"/>
                    <a:pt x="3643" y="41131"/>
                    <a:pt x="4385" y="41131"/>
                  </a:cubicBezTo>
                  <a:cubicBezTo>
                    <a:pt x="7850" y="41131"/>
                    <a:pt x="8098" y="40390"/>
                    <a:pt x="9830" y="33714"/>
                  </a:cubicBezTo>
                  <a:cubicBezTo>
                    <a:pt x="13543" y="19125"/>
                    <a:pt x="18245" y="7009"/>
                    <a:pt x="27897" y="7009"/>
                  </a:cubicBezTo>
                  <a:cubicBezTo>
                    <a:pt x="34332" y="7009"/>
                    <a:pt x="36064" y="12449"/>
                    <a:pt x="36064" y="19125"/>
                  </a:cubicBezTo>
                  <a:cubicBezTo>
                    <a:pt x="36064" y="23823"/>
                    <a:pt x="33837" y="32972"/>
                    <a:pt x="32104" y="39648"/>
                  </a:cubicBezTo>
                  <a:cubicBezTo>
                    <a:pt x="30372" y="46324"/>
                    <a:pt x="27897" y="56462"/>
                    <a:pt x="26660" y="61901"/>
                  </a:cubicBezTo>
                  <a:lnTo>
                    <a:pt x="18740" y="93551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E0D8F8B4-3758-4AD9-FBE7-7897A48D89C1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3500416" y="5946214"/>
              <a:ext cx="235115" cy="82655"/>
            </a:xfrm>
            <a:custGeom>
              <a:avLst/>
              <a:gdLst>
                <a:gd name="connsiteX0" fmla="*/ 223281 w 235115"/>
                <a:gd name="connsiteY0" fmla="*/ 14214 h 82655"/>
                <a:gd name="connsiteX1" fmla="*/ 235302 w 235115"/>
                <a:gd name="connsiteY1" fmla="*/ 7149 h 82655"/>
                <a:gd name="connsiteX2" fmla="*/ 223634 w 235115"/>
                <a:gd name="connsiteY2" fmla="*/ 85 h 82655"/>
                <a:gd name="connsiteX3" fmla="*/ 11854 w 235115"/>
                <a:gd name="connsiteY3" fmla="*/ 85 h 82655"/>
                <a:gd name="connsiteX4" fmla="*/ 186 w 235115"/>
                <a:gd name="connsiteY4" fmla="*/ 7149 h 82655"/>
                <a:gd name="connsiteX5" fmla="*/ 12207 w 235115"/>
                <a:gd name="connsiteY5" fmla="*/ 14214 h 82655"/>
                <a:gd name="connsiteX6" fmla="*/ 223281 w 235115"/>
                <a:gd name="connsiteY6" fmla="*/ 14214 h 82655"/>
                <a:gd name="connsiteX7" fmla="*/ 223634 w 235115"/>
                <a:gd name="connsiteY7" fmla="*/ 82740 h 82655"/>
                <a:gd name="connsiteX8" fmla="*/ 235302 w 235115"/>
                <a:gd name="connsiteY8" fmla="*/ 75676 h 82655"/>
                <a:gd name="connsiteX9" fmla="*/ 223281 w 235115"/>
                <a:gd name="connsiteY9" fmla="*/ 68611 h 82655"/>
                <a:gd name="connsiteX10" fmla="*/ 12207 w 235115"/>
                <a:gd name="connsiteY10" fmla="*/ 68611 h 82655"/>
                <a:gd name="connsiteX11" fmla="*/ 186 w 235115"/>
                <a:gd name="connsiteY11" fmla="*/ 75676 h 82655"/>
                <a:gd name="connsiteX12" fmla="*/ 11854 w 235115"/>
                <a:gd name="connsiteY12" fmla="*/ 82740 h 82655"/>
                <a:gd name="connsiteX13" fmla="*/ 223634 w 235115"/>
                <a:gd name="connsiteY13" fmla="*/ 82740 h 82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115" h="82655">
                  <a:moveTo>
                    <a:pt x="223281" y="14214"/>
                  </a:moveTo>
                  <a:cubicBezTo>
                    <a:pt x="228584" y="14214"/>
                    <a:pt x="235302" y="14214"/>
                    <a:pt x="235302" y="7149"/>
                  </a:cubicBezTo>
                  <a:cubicBezTo>
                    <a:pt x="235302" y="85"/>
                    <a:pt x="228584" y="85"/>
                    <a:pt x="223634" y="85"/>
                  </a:cubicBezTo>
                  <a:lnTo>
                    <a:pt x="11854" y="85"/>
                  </a:lnTo>
                  <a:cubicBezTo>
                    <a:pt x="6904" y="85"/>
                    <a:pt x="186" y="85"/>
                    <a:pt x="186" y="7149"/>
                  </a:cubicBezTo>
                  <a:cubicBezTo>
                    <a:pt x="186" y="14214"/>
                    <a:pt x="6904" y="14214"/>
                    <a:pt x="12207" y="14214"/>
                  </a:cubicBezTo>
                  <a:lnTo>
                    <a:pt x="223281" y="14214"/>
                  </a:lnTo>
                  <a:close/>
                  <a:moveTo>
                    <a:pt x="223634" y="82740"/>
                  </a:moveTo>
                  <a:cubicBezTo>
                    <a:pt x="228584" y="82740"/>
                    <a:pt x="235302" y="82740"/>
                    <a:pt x="235302" y="75676"/>
                  </a:cubicBezTo>
                  <a:cubicBezTo>
                    <a:pt x="235302" y="68611"/>
                    <a:pt x="228584" y="68611"/>
                    <a:pt x="223281" y="68611"/>
                  </a:cubicBezTo>
                  <a:lnTo>
                    <a:pt x="12207" y="68611"/>
                  </a:lnTo>
                  <a:cubicBezTo>
                    <a:pt x="6904" y="68611"/>
                    <a:pt x="186" y="68611"/>
                    <a:pt x="186" y="75676"/>
                  </a:cubicBezTo>
                  <a:cubicBezTo>
                    <a:pt x="186" y="82740"/>
                    <a:pt x="6904" y="82740"/>
                    <a:pt x="11854" y="82740"/>
                  </a:cubicBezTo>
                  <a:lnTo>
                    <a:pt x="223634" y="82740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9434CBE2-1019-CAD0-2B25-F8CF604E393A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3867249" y="5923607"/>
              <a:ext cx="187031" cy="156127"/>
            </a:xfrm>
            <a:custGeom>
              <a:avLst/>
              <a:gdLst>
                <a:gd name="connsiteX0" fmla="*/ 169904 w 187031"/>
                <a:gd name="connsiteY0" fmla="*/ 20572 h 156127"/>
                <a:gd name="connsiteX1" fmla="*/ 187229 w 187031"/>
                <a:gd name="connsiteY1" fmla="*/ 8562 h 156127"/>
                <a:gd name="connsiteX2" fmla="*/ 173440 w 187031"/>
                <a:gd name="connsiteY2" fmla="*/ 85 h 156127"/>
                <a:gd name="connsiteX3" fmla="*/ 92829 w 187031"/>
                <a:gd name="connsiteY3" fmla="*/ 85 h 156127"/>
                <a:gd name="connsiteX4" fmla="*/ 197 w 187031"/>
                <a:gd name="connsiteY4" fmla="*/ 100402 h 156127"/>
                <a:gd name="connsiteX5" fmla="*/ 53230 w 187031"/>
                <a:gd name="connsiteY5" fmla="*/ 156212 h 156127"/>
                <a:gd name="connsiteX6" fmla="*/ 141973 w 187031"/>
                <a:gd name="connsiteY6" fmla="*/ 59074 h 156127"/>
                <a:gd name="connsiteX7" fmla="*/ 131013 w 187031"/>
                <a:gd name="connsiteY7" fmla="*/ 20572 h 156127"/>
                <a:gd name="connsiteX8" fmla="*/ 169904 w 187031"/>
                <a:gd name="connsiteY8" fmla="*/ 20572 h 156127"/>
                <a:gd name="connsiteX9" fmla="*/ 53584 w 187031"/>
                <a:gd name="connsiteY9" fmla="*/ 148441 h 156127"/>
                <a:gd name="connsiteX10" fmla="*/ 22117 w 187031"/>
                <a:gd name="connsiteY10" fmla="*/ 110292 h 156127"/>
                <a:gd name="connsiteX11" fmla="*/ 38735 w 187031"/>
                <a:gd name="connsiteY11" fmla="*/ 49890 h 156127"/>
                <a:gd name="connsiteX12" fmla="*/ 86818 w 187031"/>
                <a:gd name="connsiteY12" fmla="*/ 20572 h 156127"/>
                <a:gd name="connsiteX13" fmla="*/ 119346 w 187031"/>
                <a:gd name="connsiteY13" fmla="*/ 54835 h 156127"/>
                <a:gd name="connsiteX14" fmla="*/ 100253 w 187031"/>
                <a:gd name="connsiteY14" fmla="*/ 118417 h 156127"/>
                <a:gd name="connsiteX15" fmla="*/ 53584 w 187031"/>
                <a:gd name="connsiteY15" fmla="*/ 148441 h 15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7031" h="156127">
                  <a:moveTo>
                    <a:pt x="169904" y="20572"/>
                  </a:moveTo>
                  <a:cubicBezTo>
                    <a:pt x="174501" y="20572"/>
                    <a:pt x="187229" y="20572"/>
                    <a:pt x="187229" y="8562"/>
                  </a:cubicBezTo>
                  <a:cubicBezTo>
                    <a:pt x="187229" y="85"/>
                    <a:pt x="179804" y="85"/>
                    <a:pt x="173440" y="85"/>
                  </a:cubicBezTo>
                  <a:lnTo>
                    <a:pt x="92829" y="85"/>
                  </a:lnTo>
                  <a:cubicBezTo>
                    <a:pt x="39442" y="85"/>
                    <a:pt x="197" y="58368"/>
                    <a:pt x="197" y="100402"/>
                  </a:cubicBezTo>
                  <a:cubicBezTo>
                    <a:pt x="197" y="131486"/>
                    <a:pt x="21057" y="156212"/>
                    <a:pt x="53230" y="156212"/>
                  </a:cubicBezTo>
                  <a:cubicBezTo>
                    <a:pt x="94950" y="156212"/>
                    <a:pt x="141973" y="113471"/>
                    <a:pt x="141973" y="59074"/>
                  </a:cubicBezTo>
                  <a:cubicBezTo>
                    <a:pt x="141973" y="53069"/>
                    <a:pt x="141973" y="36114"/>
                    <a:pt x="131013" y="20572"/>
                  </a:cubicBezTo>
                  <a:lnTo>
                    <a:pt x="169904" y="20572"/>
                  </a:lnTo>
                  <a:close/>
                  <a:moveTo>
                    <a:pt x="53584" y="148441"/>
                  </a:moveTo>
                  <a:cubicBezTo>
                    <a:pt x="36260" y="148441"/>
                    <a:pt x="22117" y="135725"/>
                    <a:pt x="22117" y="110292"/>
                  </a:cubicBezTo>
                  <a:cubicBezTo>
                    <a:pt x="22117" y="99695"/>
                    <a:pt x="26360" y="70731"/>
                    <a:pt x="38735" y="49890"/>
                  </a:cubicBezTo>
                  <a:cubicBezTo>
                    <a:pt x="53584" y="25517"/>
                    <a:pt x="74797" y="20572"/>
                    <a:pt x="86818" y="20572"/>
                  </a:cubicBezTo>
                  <a:cubicBezTo>
                    <a:pt x="116517" y="20572"/>
                    <a:pt x="119346" y="43885"/>
                    <a:pt x="119346" y="54835"/>
                  </a:cubicBezTo>
                  <a:cubicBezTo>
                    <a:pt x="119346" y="71437"/>
                    <a:pt x="112274" y="100402"/>
                    <a:pt x="100253" y="118417"/>
                  </a:cubicBezTo>
                  <a:cubicBezTo>
                    <a:pt x="86465" y="139257"/>
                    <a:pt x="67373" y="148441"/>
                    <a:pt x="53584" y="148441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AFA7B6E3-E9BD-3FE9-BC09-BFAA21C2F8CD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4162454" y="5810927"/>
              <a:ext cx="82025" cy="353229"/>
            </a:xfrm>
            <a:custGeom>
              <a:avLst/>
              <a:gdLst>
                <a:gd name="connsiteX0" fmla="*/ 82230 w 82025"/>
                <a:gd name="connsiteY0" fmla="*/ 349782 h 353229"/>
                <a:gd name="connsiteX1" fmla="*/ 76219 w 82025"/>
                <a:gd name="connsiteY1" fmla="*/ 342011 h 353229"/>
                <a:gd name="connsiteX2" fmla="*/ 20711 w 82025"/>
                <a:gd name="connsiteY2" fmla="*/ 176699 h 353229"/>
                <a:gd name="connsiteX3" fmla="*/ 77634 w 82025"/>
                <a:gd name="connsiteY3" fmla="*/ 9622 h 353229"/>
                <a:gd name="connsiteX4" fmla="*/ 82230 w 82025"/>
                <a:gd name="connsiteY4" fmla="*/ 3617 h 353229"/>
                <a:gd name="connsiteX5" fmla="*/ 78694 w 82025"/>
                <a:gd name="connsiteY5" fmla="*/ 85 h 353229"/>
                <a:gd name="connsiteX6" fmla="*/ 22479 w 82025"/>
                <a:gd name="connsiteY6" fmla="*/ 68964 h 353229"/>
                <a:gd name="connsiteX7" fmla="*/ 204 w 82025"/>
                <a:gd name="connsiteY7" fmla="*/ 176699 h 353229"/>
                <a:gd name="connsiteX8" fmla="*/ 23539 w 82025"/>
                <a:gd name="connsiteY8" fmla="*/ 286907 h 353229"/>
                <a:gd name="connsiteX9" fmla="*/ 78694 w 82025"/>
                <a:gd name="connsiteY9" fmla="*/ 353314 h 353229"/>
                <a:gd name="connsiteX10" fmla="*/ 82230 w 82025"/>
                <a:gd name="connsiteY10" fmla="*/ 349782 h 353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25" h="353229">
                  <a:moveTo>
                    <a:pt x="82230" y="349782"/>
                  </a:moveTo>
                  <a:cubicBezTo>
                    <a:pt x="82230" y="348722"/>
                    <a:pt x="82230" y="348016"/>
                    <a:pt x="76219" y="342011"/>
                  </a:cubicBezTo>
                  <a:cubicBezTo>
                    <a:pt x="32025" y="297504"/>
                    <a:pt x="20711" y="230744"/>
                    <a:pt x="20711" y="176699"/>
                  </a:cubicBezTo>
                  <a:cubicBezTo>
                    <a:pt x="20711" y="115238"/>
                    <a:pt x="34146" y="53776"/>
                    <a:pt x="77634" y="9622"/>
                  </a:cubicBezTo>
                  <a:cubicBezTo>
                    <a:pt x="82230" y="5383"/>
                    <a:pt x="82230" y="4677"/>
                    <a:pt x="82230" y="3617"/>
                  </a:cubicBezTo>
                  <a:cubicBezTo>
                    <a:pt x="82230" y="1144"/>
                    <a:pt x="80816" y="85"/>
                    <a:pt x="78694" y="85"/>
                  </a:cubicBezTo>
                  <a:cubicBezTo>
                    <a:pt x="75159" y="85"/>
                    <a:pt x="43338" y="24104"/>
                    <a:pt x="22479" y="68964"/>
                  </a:cubicBezTo>
                  <a:cubicBezTo>
                    <a:pt x="4447" y="107820"/>
                    <a:pt x="204" y="147028"/>
                    <a:pt x="204" y="176699"/>
                  </a:cubicBezTo>
                  <a:cubicBezTo>
                    <a:pt x="204" y="204251"/>
                    <a:pt x="4094" y="246992"/>
                    <a:pt x="23539" y="286907"/>
                  </a:cubicBezTo>
                  <a:cubicBezTo>
                    <a:pt x="44753" y="330354"/>
                    <a:pt x="75159" y="353314"/>
                    <a:pt x="78694" y="353314"/>
                  </a:cubicBezTo>
                  <a:cubicBezTo>
                    <a:pt x="80816" y="353314"/>
                    <a:pt x="82230" y="352255"/>
                    <a:pt x="82230" y="349782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07487FB1-CCB7-3DF6-9E24-674424BA7D02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4273432" y="5833534"/>
              <a:ext cx="403055" cy="245141"/>
            </a:xfrm>
            <a:custGeom>
              <a:avLst/>
              <a:gdLst>
                <a:gd name="connsiteX0" fmla="*/ 369676 w 403055"/>
                <a:gd name="connsiteY0" fmla="*/ 25164 h 245141"/>
                <a:gd name="connsiteX1" fmla="*/ 383111 w 403055"/>
                <a:gd name="connsiteY1" fmla="*/ 17393 h 245141"/>
                <a:gd name="connsiteX2" fmla="*/ 403264 w 403055"/>
                <a:gd name="connsiteY2" fmla="*/ 16686 h 245141"/>
                <a:gd name="connsiteX3" fmla="*/ 403264 w 403055"/>
                <a:gd name="connsiteY3" fmla="*/ 85 h 245141"/>
                <a:gd name="connsiteX4" fmla="*/ 365433 w 403055"/>
                <a:gd name="connsiteY4" fmla="*/ 1144 h 245141"/>
                <a:gd name="connsiteX5" fmla="*/ 317349 w 403055"/>
                <a:gd name="connsiteY5" fmla="*/ 85 h 245141"/>
                <a:gd name="connsiteX6" fmla="*/ 317349 w 403055"/>
                <a:gd name="connsiteY6" fmla="*/ 16686 h 245141"/>
                <a:gd name="connsiteX7" fmla="*/ 353412 w 403055"/>
                <a:gd name="connsiteY7" fmla="*/ 20572 h 245141"/>
                <a:gd name="connsiteX8" fmla="*/ 292600 w 403055"/>
                <a:gd name="connsiteY8" fmla="*/ 178466 h 245141"/>
                <a:gd name="connsiteX9" fmla="*/ 230021 w 403055"/>
                <a:gd name="connsiteY9" fmla="*/ 16686 h 245141"/>
                <a:gd name="connsiteX10" fmla="*/ 263962 w 403055"/>
                <a:gd name="connsiteY10" fmla="*/ 16686 h 245141"/>
                <a:gd name="connsiteX11" fmla="*/ 263962 w 403055"/>
                <a:gd name="connsiteY11" fmla="*/ 85 h 245141"/>
                <a:gd name="connsiteX12" fmla="*/ 202090 w 403055"/>
                <a:gd name="connsiteY12" fmla="*/ 1144 h 245141"/>
                <a:gd name="connsiteX13" fmla="*/ 147995 w 403055"/>
                <a:gd name="connsiteY13" fmla="*/ 85 h 245141"/>
                <a:gd name="connsiteX14" fmla="*/ 147995 w 403055"/>
                <a:gd name="connsiteY14" fmla="*/ 16686 h 245141"/>
                <a:gd name="connsiteX15" fmla="*/ 178401 w 403055"/>
                <a:gd name="connsiteY15" fmla="*/ 16686 h 245141"/>
                <a:gd name="connsiteX16" fmla="*/ 192897 w 403055"/>
                <a:gd name="connsiteY16" fmla="*/ 54129 h 245141"/>
                <a:gd name="connsiteX17" fmla="*/ 144813 w 403055"/>
                <a:gd name="connsiteY17" fmla="*/ 178466 h 245141"/>
                <a:gd name="connsiteX18" fmla="*/ 82234 w 403055"/>
                <a:gd name="connsiteY18" fmla="*/ 16686 h 245141"/>
                <a:gd name="connsiteX19" fmla="*/ 116175 w 403055"/>
                <a:gd name="connsiteY19" fmla="*/ 16686 h 245141"/>
                <a:gd name="connsiteX20" fmla="*/ 116175 w 403055"/>
                <a:gd name="connsiteY20" fmla="*/ 85 h 245141"/>
                <a:gd name="connsiteX21" fmla="*/ 54303 w 403055"/>
                <a:gd name="connsiteY21" fmla="*/ 1144 h 245141"/>
                <a:gd name="connsiteX22" fmla="*/ 208 w 403055"/>
                <a:gd name="connsiteY22" fmla="*/ 85 h 245141"/>
                <a:gd name="connsiteX23" fmla="*/ 208 w 403055"/>
                <a:gd name="connsiteY23" fmla="*/ 16686 h 245141"/>
                <a:gd name="connsiteX24" fmla="*/ 30614 w 403055"/>
                <a:gd name="connsiteY24" fmla="*/ 16686 h 245141"/>
                <a:gd name="connsiteX25" fmla="*/ 115468 w 403055"/>
                <a:gd name="connsiteY25" fmla="*/ 236042 h 245141"/>
                <a:gd name="connsiteX26" fmla="*/ 127843 w 403055"/>
                <a:gd name="connsiteY26" fmla="*/ 245226 h 245141"/>
                <a:gd name="connsiteX27" fmla="*/ 140217 w 403055"/>
                <a:gd name="connsiteY27" fmla="*/ 236042 h 245141"/>
                <a:gd name="connsiteX28" fmla="*/ 201736 w 403055"/>
                <a:gd name="connsiteY28" fmla="*/ 77089 h 245141"/>
                <a:gd name="connsiteX29" fmla="*/ 263255 w 403055"/>
                <a:gd name="connsiteY29" fmla="*/ 236042 h 245141"/>
                <a:gd name="connsiteX30" fmla="*/ 275629 w 403055"/>
                <a:gd name="connsiteY30" fmla="*/ 245226 h 245141"/>
                <a:gd name="connsiteX31" fmla="*/ 288004 w 403055"/>
                <a:gd name="connsiteY31" fmla="*/ 236042 h 245141"/>
                <a:gd name="connsiteX32" fmla="*/ 369676 w 403055"/>
                <a:gd name="connsiteY32" fmla="*/ 25164 h 245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3055" h="245141">
                  <a:moveTo>
                    <a:pt x="369676" y="25164"/>
                  </a:moveTo>
                  <a:cubicBezTo>
                    <a:pt x="371797" y="19159"/>
                    <a:pt x="372151" y="18453"/>
                    <a:pt x="383111" y="17393"/>
                  </a:cubicBezTo>
                  <a:cubicBezTo>
                    <a:pt x="390182" y="16686"/>
                    <a:pt x="397607" y="16686"/>
                    <a:pt x="403264" y="16686"/>
                  </a:cubicBezTo>
                  <a:lnTo>
                    <a:pt x="403264" y="85"/>
                  </a:lnTo>
                  <a:cubicBezTo>
                    <a:pt x="393718" y="438"/>
                    <a:pt x="381343" y="1144"/>
                    <a:pt x="365433" y="1144"/>
                  </a:cubicBezTo>
                  <a:cubicBezTo>
                    <a:pt x="351998" y="1144"/>
                    <a:pt x="330077" y="1144"/>
                    <a:pt x="317349" y="85"/>
                  </a:cubicBezTo>
                  <a:lnTo>
                    <a:pt x="317349" y="16686"/>
                  </a:lnTo>
                  <a:cubicBezTo>
                    <a:pt x="326188" y="16686"/>
                    <a:pt x="343159" y="16686"/>
                    <a:pt x="353412" y="20572"/>
                  </a:cubicBezTo>
                  <a:lnTo>
                    <a:pt x="292600" y="178466"/>
                  </a:lnTo>
                  <a:lnTo>
                    <a:pt x="230021" y="16686"/>
                  </a:lnTo>
                  <a:lnTo>
                    <a:pt x="263962" y="16686"/>
                  </a:lnTo>
                  <a:lnTo>
                    <a:pt x="263962" y="85"/>
                  </a:lnTo>
                  <a:cubicBezTo>
                    <a:pt x="250527" y="1144"/>
                    <a:pt x="217292" y="1144"/>
                    <a:pt x="202090" y="1144"/>
                  </a:cubicBezTo>
                  <a:cubicBezTo>
                    <a:pt x="188301" y="1144"/>
                    <a:pt x="160370" y="1144"/>
                    <a:pt x="147995" y="85"/>
                  </a:cubicBezTo>
                  <a:lnTo>
                    <a:pt x="147995" y="16686"/>
                  </a:lnTo>
                  <a:lnTo>
                    <a:pt x="178401" y="16686"/>
                  </a:lnTo>
                  <a:lnTo>
                    <a:pt x="192897" y="54129"/>
                  </a:lnTo>
                  <a:lnTo>
                    <a:pt x="144813" y="178466"/>
                  </a:lnTo>
                  <a:lnTo>
                    <a:pt x="82234" y="16686"/>
                  </a:lnTo>
                  <a:lnTo>
                    <a:pt x="116175" y="16686"/>
                  </a:lnTo>
                  <a:lnTo>
                    <a:pt x="116175" y="85"/>
                  </a:lnTo>
                  <a:cubicBezTo>
                    <a:pt x="102740" y="1144"/>
                    <a:pt x="69506" y="1144"/>
                    <a:pt x="54303" y="1144"/>
                  </a:cubicBezTo>
                  <a:cubicBezTo>
                    <a:pt x="40514" y="1144"/>
                    <a:pt x="12583" y="1144"/>
                    <a:pt x="208" y="85"/>
                  </a:cubicBezTo>
                  <a:lnTo>
                    <a:pt x="208" y="16686"/>
                  </a:lnTo>
                  <a:lnTo>
                    <a:pt x="30614" y="16686"/>
                  </a:lnTo>
                  <a:lnTo>
                    <a:pt x="115468" y="236042"/>
                  </a:lnTo>
                  <a:cubicBezTo>
                    <a:pt x="117589" y="241694"/>
                    <a:pt x="119004" y="245226"/>
                    <a:pt x="127843" y="245226"/>
                  </a:cubicBezTo>
                  <a:cubicBezTo>
                    <a:pt x="136681" y="245226"/>
                    <a:pt x="138096" y="241694"/>
                    <a:pt x="140217" y="236042"/>
                  </a:cubicBezTo>
                  <a:lnTo>
                    <a:pt x="201736" y="77089"/>
                  </a:lnTo>
                  <a:lnTo>
                    <a:pt x="263255" y="236042"/>
                  </a:lnTo>
                  <a:cubicBezTo>
                    <a:pt x="265376" y="241694"/>
                    <a:pt x="266791" y="245226"/>
                    <a:pt x="275629" y="245226"/>
                  </a:cubicBezTo>
                  <a:cubicBezTo>
                    <a:pt x="284468" y="245226"/>
                    <a:pt x="285883" y="241694"/>
                    <a:pt x="288004" y="236042"/>
                  </a:cubicBezTo>
                  <a:lnTo>
                    <a:pt x="369676" y="25164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0CDBAB5C-5C65-DAD7-54A0-C60794B9FC5D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4690977" y="5954762"/>
              <a:ext cx="102955" cy="177038"/>
            </a:xfrm>
            <a:custGeom>
              <a:avLst/>
              <a:gdLst>
                <a:gd name="connsiteX0" fmla="*/ 23979 w 102955"/>
                <a:gd name="connsiteY0" fmla="*/ 140283 h 177038"/>
                <a:gd name="connsiteX1" fmla="*/ 55658 w 102955"/>
                <a:gd name="connsiteY1" fmla="*/ 177125 h 177038"/>
                <a:gd name="connsiteX2" fmla="*/ 81397 w 102955"/>
                <a:gd name="connsiteY2" fmla="*/ 168223 h 177038"/>
                <a:gd name="connsiteX3" fmla="*/ 98474 w 102955"/>
                <a:gd name="connsiteY3" fmla="*/ 153635 h 177038"/>
                <a:gd name="connsiteX4" fmla="*/ 94514 w 102955"/>
                <a:gd name="connsiteY4" fmla="*/ 148937 h 177038"/>
                <a:gd name="connsiteX5" fmla="*/ 89069 w 102955"/>
                <a:gd name="connsiteY5" fmla="*/ 152646 h 177038"/>
                <a:gd name="connsiteX6" fmla="*/ 55905 w 102955"/>
                <a:gd name="connsiteY6" fmla="*/ 170201 h 177038"/>
                <a:gd name="connsiteX7" fmla="*/ 39076 w 102955"/>
                <a:gd name="connsiteY7" fmla="*/ 136574 h 177038"/>
                <a:gd name="connsiteX8" fmla="*/ 39571 w 102955"/>
                <a:gd name="connsiteY8" fmla="*/ 128167 h 177038"/>
                <a:gd name="connsiteX9" fmla="*/ 42788 w 102955"/>
                <a:gd name="connsiteY9" fmla="*/ 122480 h 177038"/>
                <a:gd name="connsiteX10" fmla="*/ 103176 w 102955"/>
                <a:gd name="connsiteY10" fmla="*/ 21598 h 177038"/>
                <a:gd name="connsiteX11" fmla="*/ 86842 w 102955"/>
                <a:gd name="connsiteY11" fmla="*/ 86 h 177038"/>
                <a:gd name="connsiteX12" fmla="*/ 45758 w 102955"/>
                <a:gd name="connsiteY12" fmla="*/ 39401 h 177038"/>
                <a:gd name="connsiteX13" fmla="*/ 26454 w 102955"/>
                <a:gd name="connsiteY13" fmla="*/ 93056 h 177038"/>
                <a:gd name="connsiteX14" fmla="*/ 22742 w 102955"/>
                <a:gd name="connsiteY14" fmla="*/ 130393 h 177038"/>
                <a:gd name="connsiteX15" fmla="*/ 4428 w 102955"/>
                <a:gd name="connsiteY15" fmla="*/ 146712 h 177038"/>
                <a:gd name="connsiteX16" fmla="*/ 220 w 102955"/>
                <a:gd name="connsiteY16" fmla="*/ 151904 h 177038"/>
                <a:gd name="connsiteX17" fmla="*/ 4428 w 102955"/>
                <a:gd name="connsiteY17" fmla="*/ 156355 h 177038"/>
                <a:gd name="connsiteX18" fmla="*/ 14575 w 102955"/>
                <a:gd name="connsiteY18" fmla="*/ 148443 h 177038"/>
                <a:gd name="connsiteX19" fmla="*/ 23979 w 102955"/>
                <a:gd name="connsiteY19" fmla="*/ 140283 h 177038"/>
                <a:gd name="connsiteX20" fmla="*/ 41799 w 102955"/>
                <a:gd name="connsiteY20" fmla="*/ 112095 h 177038"/>
                <a:gd name="connsiteX21" fmla="*/ 86594 w 102955"/>
                <a:gd name="connsiteY21" fmla="*/ 7009 h 177038"/>
                <a:gd name="connsiteX22" fmla="*/ 95256 w 102955"/>
                <a:gd name="connsiteY22" fmla="*/ 19867 h 177038"/>
                <a:gd name="connsiteX23" fmla="*/ 73972 w 102955"/>
                <a:gd name="connsiteY23" fmla="*/ 75253 h 177038"/>
                <a:gd name="connsiteX24" fmla="*/ 41799 w 102955"/>
                <a:gd name="connsiteY24" fmla="*/ 112095 h 17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2955" h="177038">
                  <a:moveTo>
                    <a:pt x="23979" y="140283"/>
                  </a:moveTo>
                  <a:cubicBezTo>
                    <a:pt x="26454" y="156355"/>
                    <a:pt x="34621" y="177125"/>
                    <a:pt x="55658" y="177125"/>
                  </a:cubicBezTo>
                  <a:cubicBezTo>
                    <a:pt x="63578" y="177125"/>
                    <a:pt x="72487" y="173910"/>
                    <a:pt x="81397" y="168223"/>
                  </a:cubicBezTo>
                  <a:cubicBezTo>
                    <a:pt x="85604" y="165751"/>
                    <a:pt x="98474" y="156602"/>
                    <a:pt x="98474" y="153635"/>
                  </a:cubicBezTo>
                  <a:cubicBezTo>
                    <a:pt x="98474" y="152151"/>
                    <a:pt x="96741" y="148937"/>
                    <a:pt x="94514" y="148937"/>
                  </a:cubicBezTo>
                  <a:cubicBezTo>
                    <a:pt x="93276" y="148937"/>
                    <a:pt x="92781" y="148937"/>
                    <a:pt x="89069" y="152646"/>
                  </a:cubicBezTo>
                  <a:cubicBezTo>
                    <a:pt x="78427" y="162042"/>
                    <a:pt x="67042" y="170201"/>
                    <a:pt x="55905" y="170201"/>
                  </a:cubicBezTo>
                  <a:cubicBezTo>
                    <a:pt x="39076" y="170201"/>
                    <a:pt x="39076" y="141272"/>
                    <a:pt x="39076" y="136574"/>
                  </a:cubicBezTo>
                  <a:cubicBezTo>
                    <a:pt x="39076" y="133360"/>
                    <a:pt x="39076" y="132865"/>
                    <a:pt x="39571" y="128167"/>
                  </a:cubicBezTo>
                  <a:cubicBezTo>
                    <a:pt x="39819" y="125695"/>
                    <a:pt x="39819" y="125200"/>
                    <a:pt x="42788" y="122480"/>
                  </a:cubicBezTo>
                  <a:cubicBezTo>
                    <a:pt x="56400" y="109623"/>
                    <a:pt x="103176" y="64621"/>
                    <a:pt x="103176" y="21598"/>
                  </a:cubicBezTo>
                  <a:cubicBezTo>
                    <a:pt x="103176" y="17889"/>
                    <a:pt x="103176" y="86"/>
                    <a:pt x="86842" y="86"/>
                  </a:cubicBezTo>
                  <a:cubicBezTo>
                    <a:pt x="66300" y="86"/>
                    <a:pt x="49718" y="31983"/>
                    <a:pt x="45758" y="39401"/>
                  </a:cubicBezTo>
                  <a:cubicBezTo>
                    <a:pt x="34869" y="60418"/>
                    <a:pt x="29177" y="80693"/>
                    <a:pt x="26454" y="93056"/>
                  </a:cubicBezTo>
                  <a:cubicBezTo>
                    <a:pt x="22742" y="109623"/>
                    <a:pt x="22742" y="118277"/>
                    <a:pt x="22742" y="130393"/>
                  </a:cubicBezTo>
                  <a:cubicBezTo>
                    <a:pt x="21009" y="132123"/>
                    <a:pt x="6902" y="144734"/>
                    <a:pt x="4428" y="146712"/>
                  </a:cubicBezTo>
                  <a:cubicBezTo>
                    <a:pt x="468" y="150173"/>
                    <a:pt x="220" y="150421"/>
                    <a:pt x="220" y="151904"/>
                  </a:cubicBezTo>
                  <a:cubicBezTo>
                    <a:pt x="220" y="153635"/>
                    <a:pt x="2448" y="156355"/>
                    <a:pt x="4428" y="156355"/>
                  </a:cubicBezTo>
                  <a:cubicBezTo>
                    <a:pt x="6160" y="156355"/>
                    <a:pt x="12842" y="150173"/>
                    <a:pt x="14575" y="148443"/>
                  </a:cubicBezTo>
                  <a:lnTo>
                    <a:pt x="23979" y="140283"/>
                  </a:lnTo>
                  <a:close/>
                  <a:moveTo>
                    <a:pt x="41799" y="112095"/>
                  </a:moveTo>
                  <a:cubicBezTo>
                    <a:pt x="46253" y="86875"/>
                    <a:pt x="65805" y="7009"/>
                    <a:pt x="86594" y="7009"/>
                  </a:cubicBezTo>
                  <a:cubicBezTo>
                    <a:pt x="92286" y="7009"/>
                    <a:pt x="95256" y="10966"/>
                    <a:pt x="95256" y="19867"/>
                  </a:cubicBezTo>
                  <a:cubicBezTo>
                    <a:pt x="95256" y="22834"/>
                    <a:pt x="95256" y="44840"/>
                    <a:pt x="73972" y="75253"/>
                  </a:cubicBezTo>
                  <a:cubicBezTo>
                    <a:pt x="61350" y="93056"/>
                    <a:pt x="47738" y="106408"/>
                    <a:pt x="41799" y="112095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359EA7E4-F4DF-CDF4-79FA-7160D97965C3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4863027" y="5810927"/>
              <a:ext cx="48437" cy="353229"/>
            </a:xfrm>
            <a:custGeom>
              <a:avLst/>
              <a:gdLst>
                <a:gd name="connsiteX0" fmla="*/ 48661 w 48437"/>
                <a:gd name="connsiteY0" fmla="*/ 353314 h 353229"/>
                <a:gd name="connsiteX1" fmla="*/ 48661 w 48437"/>
                <a:gd name="connsiteY1" fmla="*/ 339185 h 353229"/>
                <a:gd name="connsiteX2" fmla="*/ 14366 w 48437"/>
                <a:gd name="connsiteY2" fmla="*/ 339185 h 353229"/>
                <a:gd name="connsiteX3" fmla="*/ 14366 w 48437"/>
                <a:gd name="connsiteY3" fmla="*/ 14214 h 353229"/>
                <a:gd name="connsiteX4" fmla="*/ 48661 w 48437"/>
                <a:gd name="connsiteY4" fmla="*/ 14214 h 353229"/>
                <a:gd name="connsiteX5" fmla="*/ 48661 w 48437"/>
                <a:gd name="connsiteY5" fmla="*/ 85 h 353229"/>
                <a:gd name="connsiteX6" fmla="*/ 224 w 48437"/>
                <a:gd name="connsiteY6" fmla="*/ 85 h 353229"/>
                <a:gd name="connsiteX7" fmla="*/ 224 w 48437"/>
                <a:gd name="connsiteY7" fmla="*/ 353314 h 353229"/>
                <a:gd name="connsiteX8" fmla="*/ 48661 w 48437"/>
                <a:gd name="connsiteY8" fmla="*/ 353314 h 353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37" h="353229">
                  <a:moveTo>
                    <a:pt x="48661" y="353314"/>
                  </a:moveTo>
                  <a:lnTo>
                    <a:pt x="48661" y="339185"/>
                  </a:lnTo>
                  <a:lnTo>
                    <a:pt x="14366" y="339185"/>
                  </a:lnTo>
                  <a:lnTo>
                    <a:pt x="14366" y="14214"/>
                  </a:lnTo>
                  <a:lnTo>
                    <a:pt x="48661" y="14214"/>
                  </a:lnTo>
                  <a:lnTo>
                    <a:pt x="48661" y="85"/>
                  </a:lnTo>
                  <a:lnTo>
                    <a:pt x="224" y="85"/>
                  </a:lnTo>
                  <a:lnTo>
                    <a:pt x="224" y="353314"/>
                  </a:lnTo>
                  <a:lnTo>
                    <a:pt x="48661" y="353314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E0C1DE3-430E-5581-014F-2DCEEF93708D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4935428" y="5830708"/>
              <a:ext cx="201527" cy="245141"/>
            </a:xfrm>
            <a:custGeom>
              <a:avLst/>
              <a:gdLst>
                <a:gd name="connsiteX0" fmla="*/ 24622 w 201527"/>
                <a:gd name="connsiteY0" fmla="*/ 228624 h 245141"/>
                <a:gd name="connsiteX1" fmla="*/ 227 w 201527"/>
                <a:gd name="connsiteY1" fmla="*/ 228624 h 245141"/>
                <a:gd name="connsiteX2" fmla="*/ 227 w 201527"/>
                <a:gd name="connsiteY2" fmla="*/ 245226 h 245141"/>
                <a:gd name="connsiteX3" fmla="*/ 44775 w 201527"/>
                <a:gd name="connsiteY3" fmla="*/ 244166 h 245141"/>
                <a:gd name="connsiteX4" fmla="*/ 89323 w 201527"/>
                <a:gd name="connsiteY4" fmla="*/ 245226 h 245141"/>
                <a:gd name="connsiteX5" fmla="*/ 89323 w 201527"/>
                <a:gd name="connsiteY5" fmla="*/ 228624 h 245141"/>
                <a:gd name="connsiteX6" fmla="*/ 64928 w 201527"/>
                <a:gd name="connsiteY6" fmla="*/ 228624 h 245141"/>
                <a:gd name="connsiteX7" fmla="*/ 64928 w 201527"/>
                <a:gd name="connsiteY7" fmla="*/ 154799 h 245141"/>
                <a:gd name="connsiteX8" fmla="*/ 117608 w 201527"/>
                <a:gd name="connsiteY8" fmla="*/ 98989 h 245141"/>
                <a:gd name="connsiteX9" fmla="*/ 137053 w 201527"/>
                <a:gd name="connsiteY9" fmla="*/ 133252 h 245141"/>
                <a:gd name="connsiteX10" fmla="*/ 137053 w 201527"/>
                <a:gd name="connsiteY10" fmla="*/ 228624 h 245141"/>
                <a:gd name="connsiteX11" fmla="*/ 112658 w 201527"/>
                <a:gd name="connsiteY11" fmla="*/ 228624 h 245141"/>
                <a:gd name="connsiteX12" fmla="*/ 112658 w 201527"/>
                <a:gd name="connsiteY12" fmla="*/ 245226 h 245141"/>
                <a:gd name="connsiteX13" fmla="*/ 157206 w 201527"/>
                <a:gd name="connsiteY13" fmla="*/ 244166 h 245141"/>
                <a:gd name="connsiteX14" fmla="*/ 201754 w 201527"/>
                <a:gd name="connsiteY14" fmla="*/ 245226 h 245141"/>
                <a:gd name="connsiteX15" fmla="*/ 201754 w 201527"/>
                <a:gd name="connsiteY15" fmla="*/ 228624 h 245141"/>
                <a:gd name="connsiteX16" fmla="*/ 177359 w 201527"/>
                <a:gd name="connsiteY16" fmla="*/ 228624 h 245141"/>
                <a:gd name="connsiteX17" fmla="*/ 177359 w 201527"/>
                <a:gd name="connsiteY17" fmla="*/ 137138 h 245141"/>
                <a:gd name="connsiteX18" fmla="*/ 122911 w 201527"/>
                <a:gd name="connsiteY18" fmla="*/ 86273 h 245141"/>
                <a:gd name="connsiteX19" fmla="*/ 62806 w 201527"/>
                <a:gd name="connsiteY19" fmla="*/ 120889 h 245141"/>
                <a:gd name="connsiteX20" fmla="*/ 62806 w 201527"/>
                <a:gd name="connsiteY20" fmla="*/ 85 h 245141"/>
                <a:gd name="connsiteX21" fmla="*/ 227 w 201527"/>
                <a:gd name="connsiteY21" fmla="*/ 2911 h 245141"/>
                <a:gd name="connsiteX22" fmla="*/ 227 w 201527"/>
                <a:gd name="connsiteY22" fmla="*/ 19512 h 245141"/>
                <a:gd name="connsiteX23" fmla="*/ 24622 w 201527"/>
                <a:gd name="connsiteY23" fmla="*/ 33288 h 245141"/>
                <a:gd name="connsiteX24" fmla="*/ 24622 w 201527"/>
                <a:gd name="connsiteY24" fmla="*/ 228624 h 245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527" h="245141">
                  <a:moveTo>
                    <a:pt x="24622" y="228624"/>
                  </a:moveTo>
                  <a:lnTo>
                    <a:pt x="227" y="228624"/>
                  </a:lnTo>
                  <a:lnTo>
                    <a:pt x="227" y="245226"/>
                  </a:lnTo>
                  <a:cubicBezTo>
                    <a:pt x="10126" y="244873"/>
                    <a:pt x="31340" y="244166"/>
                    <a:pt x="44775" y="244166"/>
                  </a:cubicBezTo>
                  <a:cubicBezTo>
                    <a:pt x="58564" y="244166"/>
                    <a:pt x="79424" y="244873"/>
                    <a:pt x="89323" y="245226"/>
                  </a:cubicBezTo>
                  <a:lnTo>
                    <a:pt x="89323" y="228624"/>
                  </a:lnTo>
                  <a:lnTo>
                    <a:pt x="64928" y="228624"/>
                  </a:lnTo>
                  <a:lnTo>
                    <a:pt x="64928" y="154799"/>
                  </a:lnTo>
                  <a:cubicBezTo>
                    <a:pt x="64928" y="116297"/>
                    <a:pt x="95334" y="98989"/>
                    <a:pt x="117608" y="98989"/>
                  </a:cubicBezTo>
                  <a:cubicBezTo>
                    <a:pt x="129629" y="98989"/>
                    <a:pt x="137053" y="106407"/>
                    <a:pt x="137053" y="133252"/>
                  </a:cubicBezTo>
                  <a:lnTo>
                    <a:pt x="137053" y="228624"/>
                  </a:lnTo>
                  <a:lnTo>
                    <a:pt x="112658" y="228624"/>
                  </a:lnTo>
                  <a:lnTo>
                    <a:pt x="112658" y="245226"/>
                  </a:lnTo>
                  <a:cubicBezTo>
                    <a:pt x="122558" y="244873"/>
                    <a:pt x="143771" y="244166"/>
                    <a:pt x="157206" y="244166"/>
                  </a:cubicBezTo>
                  <a:cubicBezTo>
                    <a:pt x="170995" y="244166"/>
                    <a:pt x="191855" y="244873"/>
                    <a:pt x="201754" y="245226"/>
                  </a:cubicBezTo>
                  <a:lnTo>
                    <a:pt x="201754" y="228624"/>
                  </a:lnTo>
                  <a:lnTo>
                    <a:pt x="177359" y="228624"/>
                  </a:lnTo>
                  <a:lnTo>
                    <a:pt x="177359" y="137138"/>
                  </a:lnTo>
                  <a:cubicBezTo>
                    <a:pt x="177359" y="100049"/>
                    <a:pt x="158267" y="86273"/>
                    <a:pt x="122911" y="86273"/>
                  </a:cubicBezTo>
                  <a:cubicBezTo>
                    <a:pt x="88970" y="86273"/>
                    <a:pt x="70938" y="106760"/>
                    <a:pt x="62806" y="120889"/>
                  </a:cubicBezTo>
                  <a:lnTo>
                    <a:pt x="62806" y="85"/>
                  </a:lnTo>
                  <a:lnTo>
                    <a:pt x="227" y="2911"/>
                  </a:lnTo>
                  <a:lnTo>
                    <a:pt x="227" y="19512"/>
                  </a:lnTo>
                  <a:cubicBezTo>
                    <a:pt x="22147" y="19512"/>
                    <a:pt x="24622" y="19512"/>
                    <a:pt x="24622" y="33288"/>
                  </a:cubicBezTo>
                  <a:lnTo>
                    <a:pt x="24622" y="228624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49463C81-C4F0-4AF9-01F9-659300926529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5151093" y="5954762"/>
              <a:ext cx="102955" cy="177038"/>
            </a:xfrm>
            <a:custGeom>
              <a:avLst/>
              <a:gdLst>
                <a:gd name="connsiteX0" fmla="*/ 23992 w 102955"/>
                <a:gd name="connsiteY0" fmla="*/ 140283 h 177038"/>
                <a:gd name="connsiteX1" fmla="*/ 55671 w 102955"/>
                <a:gd name="connsiteY1" fmla="*/ 177125 h 177038"/>
                <a:gd name="connsiteX2" fmla="*/ 81410 w 102955"/>
                <a:gd name="connsiteY2" fmla="*/ 168223 h 177038"/>
                <a:gd name="connsiteX3" fmla="*/ 98487 w 102955"/>
                <a:gd name="connsiteY3" fmla="*/ 153635 h 177038"/>
                <a:gd name="connsiteX4" fmla="*/ 94527 w 102955"/>
                <a:gd name="connsiteY4" fmla="*/ 148937 h 177038"/>
                <a:gd name="connsiteX5" fmla="*/ 89082 w 102955"/>
                <a:gd name="connsiteY5" fmla="*/ 152646 h 177038"/>
                <a:gd name="connsiteX6" fmla="*/ 55918 w 102955"/>
                <a:gd name="connsiteY6" fmla="*/ 170201 h 177038"/>
                <a:gd name="connsiteX7" fmla="*/ 39089 w 102955"/>
                <a:gd name="connsiteY7" fmla="*/ 136574 h 177038"/>
                <a:gd name="connsiteX8" fmla="*/ 39584 w 102955"/>
                <a:gd name="connsiteY8" fmla="*/ 128167 h 177038"/>
                <a:gd name="connsiteX9" fmla="*/ 42801 w 102955"/>
                <a:gd name="connsiteY9" fmla="*/ 122480 h 177038"/>
                <a:gd name="connsiteX10" fmla="*/ 103189 w 102955"/>
                <a:gd name="connsiteY10" fmla="*/ 21598 h 177038"/>
                <a:gd name="connsiteX11" fmla="*/ 86855 w 102955"/>
                <a:gd name="connsiteY11" fmla="*/ 86 h 177038"/>
                <a:gd name="connsiteX12" fmla="*/ 45771 w 102955"/>
                <a:gd name="connsiteY12" fmla="*/ 39401 h 177038"/>
                <a:gd name="connsiteX13" fmla="*/ 26467 w 102955"/>
                <a:gd name="connsiteY13" fmla="*/ 93056 h 177038"/>
                <a:gd name="connsiteX14" fmla="*/ 22755 w 102955"/>
                <a:gd name="connsiteY14" fmla="*/ 130393 h 177038"/>
                <a:gd name="connsiteX15" fmla="*/ 4440 w 102955"/>
                <a:gd name="connsiteY15" fmla="*/ 146712 h 177038"/>
                <a:gd name="connsiteX16" fmla="*/ 233 w 102955"/>
                <a:gd name="connsiteY16" fmla="*/ 151904 h 177038"/>
                <a:gd name="connsiteX17" fmla="*/ 4440 w 102955"/>
                <a:gd name="connsiteY17" fmla="*/ 156355 h 177038"/>
                <a:gd name="connsiteX18" fmla="*/ 14588 w 102955"/>
                <a:gd name="connsiteY18" fmla="*/ 148443 h 177038"/>
                <a:gd name="connsiteX19" fmla="*/ 23992 w 102955"/>
                <a:gd name="connsiteY19" fmla="*/ 140283 h 177038"/>
                <a:gd name="connsiteX20" fmla="*/ 41811 w 102955"/>
                <a:gd name="connsiteY20" fmla="*/ 112095 h 177038"/>
                <a:gd name="connsiteX21" fmla="*/ 86607 w 102955"/>
                <a:gd name="connsiteY21" fmla="*/ 7009 h 177038"/>
                <a:gd name="connsiteX22" fmla="*/ 95269 w 102955"/>
                <a:gd name="connsiteY22" fmla="*/ 19867 h 177038"/>
                <a:gd name="connsiteX23" fmla="*/ 73985 w 102955"/>
                <a:gd name="connsiteY23" fmla="*/ 75253 h 177038"/>
                <a:gd name="connsiteX24" fmla="*/ 41811 w 102955"/>
                <a:gd name="connsiteY24" fmla="*/ 112095 h 17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2955" h="177038">
                  <a:moveTo>
                    <a:pt x="23992" y="140283"/>
                  </a:moveTo>
                  <a:cubicBezTo>
                    <a:pt x="26467" y="156355"/>
                    <a:pt x="34634" y="177125"/>
                    <a:pt x="55671" y="177125"/>
                  </a:cubicBezTo>
                  <a:cubicBezTo>
                    <a:pt x="63591" y="177125"/>
                    <a:pt x="72500" y="173910"/>
                    <a:pt x="81410" y="168223"/>
                  </a:cubicBezTo>
                  <a:cubicBezTo>
                    <a:pt x="85617" y="165751"/>
                    <a:pt x="98487" y="156602"/>
                    <a:pt x="98487" y="153635"/>
                  </a:cubicBezTo>
                  <a:cubicBezTo>
                    <a:pt x="98487" y="152151"/>
                    <a:pt x="96754" y="148937"/>
                    <a:pt x="94527" y="148937"/>
                  </a:cubicBezTo>
                  <a:cubicBezTo>
                    <a:pt x="93289" y="148937"/>
                    <a:pt x="92794" y="148937"/>
                    <a:pt x="89082" y="152646"/>
                  </a:cubicBezTo>
                  <a:cubicBezTo>
                    <a:pt x="78440" y="162042"/>
                    <a:pt x="67055" y="170201"/>
                    <a:pt x="55918" y="170201"/>
                  </a:cubicBezTo>
                  <a:cubicBezTo>
                    <a:pt x="39089" y="170201"/>
                    <a:pt x="39089" y="141272"/>
                    <a:pt x="39089" y="136574"/>
                  </a:cubicBezTo>
                  <a:cubicBezTo>
                    <a:pt x="39089" y="133360"/>
                    <a:pt x="39089" y="132865"/>
                    <a:pt x="39584" y="128167"/>
                  </a:cubicBezTo>
                  <a:cubicBezTo>
                    <a:pt x="39832" y="125695"/>
                    <a:pt x="39832" y="125200"/>
                    <a:pt x="42801" y="122480"/>
                  </a:cubicBezTo>
                  <a:cubicBezTo>
                    <a:pt x="56413" y="109623"/>
                    <a:pt x="103189" y="64621"/>
                    <a:pt x="103189" y="21598"/>
                  </a:cubicBezTo>
                  <a:cubicBezTo>
                    <a:pt x="103189" y="17889"/>
                    <a:pt x="103189" y="86"/>
                    <a:pt x="86855" y="86"/>
                  </a:cubicBezTo>
                  <a:cubicBezTo>
                    <a:pt x="66313" y="86"/>
                    <a:pt x="49731" y="31983"/>
                    <a:pt x="45771" y="39401"/>
                  </a:cubicBezTo>
                  <a:cubicBezTo>
                    <a:pt x="34882" y="60418"/>
                    <a:pt x="29189" y="80693"/>
                    <a:pt x="26467" y="93056"/>
                  </a:cubicBezTo>
                  <a:cubicBezTo>
                    <a:pt x="22755" y="109623"/>
                    <a:pt x="22755" y="118277"/>
                    <a:pt x="22755" y="130393"/>
                  </a:cubicBezTo>
                  <a:cubicBezTo>
                    <a:pt x="21022" y="132123"/>
                    <a:pt x="6915" y="144734"/>
                    <a:pt x="4440" y="146712"/>
                  </a:cubicBezTo>
                  <a:cubicBezTo>
                    <a:pt x="481" y="150173"/>
                    <a:pt x="233" y="150421"/>
                    <a:pt x="233" y="151904"/>
                  </a:cubicBezTo>
                  <a:cubicBezTo>
                    <a:pt x="233" y="153635"/>
                    <a:pt x="2461" y="156355"/>
                    <a:pt x="4440" y="156355"/>
                  </a:cubicBezTo>
                  <a:cubicBezTo>
                    <a:pt x="6173" y="156355"/>
                    <a:pt x="12855" y="150173"/>
                    <a:pt x="14588" y="148443"/>
                  </a:cubicBezTo>
                  <a:lnTo>
                    <a:pt x="23992" y="140283"/>
                  </a:lnTo>
                  <a:close/>
                  <a:moveTo>
                    <a:pt x="41811" y="112095"/>
                  </a:moveTo>
                  <a:cubicBezTo>
                    <a:pt x="46266" y="86875"/>
                    <a:pt x="65818" y="7009"/>
                    <a:pt x="86607" y="7009"/>
                  </a:cubicBezTo>
                  <a:cubicBezTo>
                    <a:pt x="92299" y="7009"/>
                    <a:pt x="95269" y="10966"/>
                    <a:pt x="95269" y="19867"/>
                  </a:cubicBezTo>
                  <a:cubicBezTo>
                    <a:pt x="95269" y="22834"/>
                    <a:pt x="95269" y="44840"/>
                    <a:pt x="73985" y="75253"/>
                  </a:cubicBezTo>
                  <a:cubicBezTo>
                    <a:pt x="61363" y="93056"/>
                    <a:pt x="47751" y="106408"/>
                    <a:pt x="41811" y="112095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C9BC75BE-5961-FACB-AA30-997E83C1230F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5311829" y="5923607"/>
              <a:ext cx="38537" cy="220415"/>
            </a:xfrm>
            <a:custGeom>
              <a:avLst/>
              <a:gdLst>
                <a:gd name="connsiteX0" fmla="*/ 37714 w 38537"/>
                <a:gd name="connsiteY0" fmla="*/ 18806 h 220415"/>
                <a:gd name="connsiteX1" fmla="*/ 18976 w 38537"/>
                <a:gd name="connsiteY1" fmla="*/ 85 h 220415"/>
                <a:gd name="connsiteX2" fmla="*/ 237 w 38537"/>
                <a:gd name="connsiteY2" fmla="*/ 18806 h 220415"/>
                <a:gd name="connsiteX3" fmla="*/ 18976 w 38537"/>
                <a:gd name="connsiteY3" fmla="*/ 37527 h 220415"/>
                <a:gd name="connsiteX4" fmla="*/ 37714 w 38537"/>
                <a:gd name="connsiteY4" fmla="*/ 18806 h 220415"/>
                <a:gd name="connsiteX5" fmla="*/ 30996 w 38537"/>
                <a:gd name="connsiteY5" fmla="*/ 148441 h 220415"/>
                <a:gd name="connsiteX6" fmla="*/ 8369 w 38537"/>
                <a:gd name="connsiteY6" fmla="*/ 212022 h 220415"/>
                <a:gd name="connsiteX7" fmla="*/ 5894 w 38537"/>
                <a:gd name="connsiteY7" fmla="*/ 216614 h 220415"/>
                <a:gd name="connsiteX8" fmla="*/ 9429 w 38537"/>
                <a:gd name="connsiteY8" fmla="*/ 220500 h 220415"/>
                <a:gd name="connsiteX9" fmla="*/ 38775 w 38537"/>
                <a:gd name="connsiteY9" fmla="*/ 151267 h 220415"/>
                <a:gd name="connsiteX10" fmla="*/ 18976 w 38537"/>
                <a:gd name="connsiteY10" fmla="*/ 114884 h 220415"/>
                <a:gd name="connsiteX11" fmla="*/ 237 w 38537"/>
                <a:gd name="connsiteY11" fmla="*/ 133605 h 220415"/>
                <a:gd name="connsiteX12" fmla="*/ 18976 w 38537"/>
                <a:gd name="connsiteY12" fmla="*/ 152327 h 220415"/>
                <a:gd name="connsiteX13" fmla="*/ 21804 w 38537"/>
                <a:gd name="connsiteY13" fmla="*/ 151973 h 220415"/>
                <a:gd name="connsiteX14" fmla="*/ 30996 w 38537"/>
                <a:gd name="connsiteY14" fmla="*/ 148441 h 220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37" h="220415">
                  <a:moveTo>
                    <a:pt x="37714" y="18806"/>
                  </a:moveTo>
                  <a:cubicBezTo>
                    <a:pt x="37714" y="8562"/>
                    <a:pt x="29229" y="85"/>
                    <a:pt x="18976" y="85"/>
                  </a:cubicBezTo>
                  <a:cubicBezTo>
                    <a:pt x="8722" y="85"/>
                    <a:pt x="237" y="8562"/>
                    <a:pt x="237" y="18806"/>
                  </a:cubicBezTo>
                  <a:cubicBezTo>
                    <a:pt x="237" y="29050"/>
                    <a:pt x="8722" y="37527"/>
                    <a:pt x="18976" y="37527"/>
                  </a:cubicBezTo>
                  <a:cubicBezTo>
                    <a:pt x="29229" y="37527"/>
                    <a:pt x="37714" y="29050"/>
                    <a:pt x="37714" y="18806"/>
                  </a:cubicBezTo>
                  <a:close/>
                  <a:moveTo>
                    <a:pt x="30996" y="148441"/>
                  </a:moveTo>
                  <a:cubicBezTo>
                    <a:pt x="30996" y="158332"/>
                    <a:pt x="30996" y="185883"/>
                    <a:pt x="8369" y="212022"/>
                  </a:cubicBezTo>
                  <a:cubicBezTo>
                    <a:pt x="5894" y="214848"/>
                    <a:pt x="5894" y="215555"/>
                    <a:pt x="5894" y="216614"/>
                  </a:cubicBezTo>
                  <a:cubicBezTo>
                    <a:pt x="5894" y="219087"/>
                    <a:pt x="7662" y="220500"/>
                    <a:pt x="9429" y="220500"/>
                  </a:cubicBezTo>
                  <a:cubicBezTo>
                    <a:pt x="13319" y="220500"/>
                    <a:pt x="38775" y="192242"/>
                    <a:pt x="38775" y="151267"/>
                  </a:cubicBezTo>
                  <a:cubicBezTo>
                    <a:pt x="38775" y="141023"/>
                    <a:pt x="38068" y="114884"/>
                    <a:pt x="18976" y="114884"/>
                  </a:cubicBezTo>
                  <a:cubicBezTo>
                    <a:pt x="6601" y="114884"/>
                    <a:pt x="237" y="124421"/>
                    <a:pt x="237" y="133605"/>
                  </a:cubicBezTo>
                  <a:cubicBezTo>
                    <a:pt x="237" y="142789"/>
                    <a:pt x="6247" y="152327"/>
                    <a:pt x="18976" y="152327"/>
                  </a:cubicBezTo>
                  <a:cubicBezTo>
                    <a:pt x="20743" y="152327"/>
                    <a:pt x="21450" y="152327"/>
                    <a:pt x="21804" y="151973"/>
                  </a:cubicBezTo>
                  <a:cubicBezTo>
                    <a:pt x="24279" y="151620"/>
                    <a:pt x="28168" y="150914"/>
                    <a:pt x="30996" y="148441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754F21CB-2FE5-353D-67BE-7CA63B5E256F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5454468" y="5830708"/>
              <a:ext cx="201527" cy="245141"/>
            </a:xfrm>
            <a:custGeom>
              <a:avLst/>
              <a:gdLst>
                <a:gd name="connsiteX0" fmla="*/ 24637 w 201527"/>
                <a:gd name="connsiteY0" fmla="*/ 228624 h 245141"/>
                <a:gd name="connsiteX1" fmla="*/ 241 w 201527"/>
                <a:gd name="connsiteY1" fmla="*/ 228624 h 245141"/>
                <a:gd name="connsiteX2" fmla="*/ 241 w 201527"/>
                <a:gd name="connsiteY2" fmla="*/ 245226 h 245141"/>
                <a:gd name="connsiteX3" fmla="*/ 44790 w 201527"/>
                <a:gd name="connsiteY3" fmla="*/ 244166 h 245141"/>
                <a:gd name="connsiteX4" fmla="*/ 89338 w 201527"/>
                <a:gd name="connsiteY4" fmla="*/ 245226 h 245141"/>
                <a:gd name="connsiteX5" fmla="*/ 89338 w 201527"/>
                <a:gd name="connsiteY5" fmla="*/ 228624 h 245141"/>
                <a:gd name="connsiteX6" fmla="*/ 64942 w 201527"/>
                <a:gd name="connsiteY6" fmla="*/ 228624 h 245141"/>
                <a:gd name="connsiteX7" fmla="*/ 64942 w 201527"/>
                <a:gd name="connsiteY7" fmla="*/ 154799 h 245141"/>
                <a:gd name="connsiteX8" fmla="*/ 117622 w 201527"/>
                <a:gd name="connsiteY8" fmla="*/ 98989 h 245141"/>
                <a:gd name="connsiteX9" fmla="*/ 137068 w 201527"/>
                <a:gd name="connsiteY9" fmla="*/ 133252 h 245141"/>
                <a:gd name="connsiteX10" fmla="*/ 137068 w 201527"/>
                <a:gd name="connsiteY10" fmla="*/ 228624 h 245141"/>
                <a:gd name="connsiteX11" fmla="*/ 112673 w 201527"/>
                <a:gd name="connsiteY11" fmla="*/ 228624 h 245141"/>
                <a:gd name="connsiteX12" fmla="*/ 112673 w 201527"/>
                <a:gd name="connsiteY12" fmla="*/ 245226 h 245141"/>
                <a:gd name="connsiteX13" fmla="*/ 157221 w 201527"/>
                <a:gd name="connsiteY13" fmla="*/ 244166 h 245141"/>
                <a:gd name="connsiteX14" fmla="*/ 201769 w 201527"/>
                <a:gd name="connsiteY14" fmla="*/ 245226 h 245141"/>
                <a:gd name="connsiteX15" fmla="*/ 201769 w 201527"/>
                <a:gd name="connsiteY15" fmla="*/ 228624 h 245141"/>
                <a:gd name="connsiteX16" fmla="*/ 177374 w 201527"/>
                <a:gd name="connsiteY16" fmla="*/ 228624 h 245141"/>
                <a:gd name="connsiteX17" fmla="*/ 177374 w 201527"/>
                <a:gd name="connsiteY17" fmla="*/ 137138 h 245141"/>
                <a:gd name="connsiteX18" fmla="*/ 122926 w 201527"/>
                <a:gd name="connsiteY18" fmla="*/ 86273 h 245141"/>
                <a:gd name="connsiteX19" fmla="*/ 62821 w 201527"/>
                <a:gd name="connsiteY19" fmla="*/ 120889 h 245141"/>
                <a:gd name="connsiteX20" fmla="*/ 62821 w 201527"/>
                <a:gd name="connsiteY20" fmla="*/ 85 h 245141"/>
                <a:gd name="connsiteX21" fmla="*/ 241 w 201527"/>
                <a:gd name="connsiteY21" fmla="*/ 2911 h 245141"/>
                <a:gd name="connsiteX22" fmla="*/ 241 w 201527"/>
                <a:gd name="connsiteY22" fmla="*/ 19512 h 245141"/>
                <a:gd name="connsiteX23" fmla="*/ 24637 w 201527"/>
                <a:gd name="connsiteY23" fmla="*/ 33288 h 245141"/>
                <a:gd name="connsiteX24" fmla="*/ 24637 w 201527"/>
                <a:gd name="connsiteY24" fmla="*/ 228624 h 245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527" h="245141">
                  <a:moveTo>
                    <a:pt x="24637" y="228624"/>
                  </a:moveTo>
                  <a:lnTo>
                    <a:pt x="241" y="228624"/>
                  </a:lnTo>
                  <a:lnTo>
                    <a:pt x="241" y="245226"/>
                  </a:lnTo>
                  <a:cubicBezTo>
                    <a:pt x="10141" y="244873"/>
                    <a:pt x="31354" y="244166"/>
                    <a:pt x="44790" y="244166"/>
                  </a:cubicBezTo>
                  <a:cubicBezTo>
                    <a:pt x="58578" y="244166"/>
                    <a:pt x="79438" y="244873"/>
                    <a:pt x="89338" y="245226"/>
                  </a:cubicBezTo>
                  <a:lnTo>
                    <a:pt x="89338" y="228624"/>
                  </a:lnTo>
                  <a:lnTo>
                    <a:pt x="64942" y="228624"/>
                  </a:lnTo>
                  <a:lnTo>
                    <a:pt x="64942" y="154799"/>
                  </a:lnTo>
                  <a:cubicBezTo>
                    <a:pt x="64942" y="116297"/>
                    <a:pt x="95348" y="98989"/>
                    <a:pt x="117622" y="98989"/>
                  </a:cubicBezTo>
                  <a:cubicBezTo>
                    <a:pt x="129643" y="98989"/>
                    <a:pt x="137068" y="106407"/>
                    <a:pt x="137068" y="133252"/>
                  </a:cubicBezTo>
                  <a:lnTo>
                    <a:pt x="137068" y="228624"/>
                  </a:lnTo>
                  <a:lnTo>
                    <a:pt x="112673" y="228624"/>
                  </a:lnTo>
                  <a:lnTo>
                    <a:pt x="112673" y="245226"/>
                  </a:lnTo>
                  <a:cubicBezTo>
                    <a:pt x="122572" y="244873"/>
                    <a:pt x="143786" y="244166"/>
                    <a:pt x="157221" y="244166"/>
                  </a:cubicBezTo>
                  <a:cubicBezTo>
                    <a:pt x="171010" y="244166"/>
                    <a:pt x="191869" y="244873"/>
                    <a:pt x="201769" y="245226"/>
                  </a:cubicBezTo>
                  <a:lnTo>
                    <a:pt x="201769" y="228624"/>
                  </a:lnTo>
                  <a:lnTo>
                    <a:pt x="177374" y="228624"/>
                  </a:lnTo>
                  <a:lnTo>
                    <a:pt x="177374" y="137138"/>
                  </a:lnTo>
                  <a:cubicBezTo>
                    <a:pt x="177374" y="100049"/>
                    <a:pt x="158282" y="86273"/>
                    <a:pt x="122926" y="86273"/>
                  </a:cubicBezTo>
                  <a:cubicBezTo>
                    <a:pt x="88984" y="86273"/>
                    <a:pt x="70953" y="106760"/>
                    <a:pt x="62821" y="120889"/>
                  </a:cubicBezTo>
                  <a:lnTo>
                    <a:pt x="62821" y="85"/>
                  </a:lnTo>
                  <a:lnTo>
                    <a:pt x="241" y="2911"/>
                  </a:lnTo>
                  <a:lnTo>
                    <a:pt x="241" y="19512"/>
                  </a:lnTo>
                  <a:cubicBezTo>
                    <a:pt x="22162" y="19512"/>
                    <a:pt x="24637" y="19512"/>
                    <a:pt x="24637" y="33288"/>
                  </a:cubicBezTo>
                  <a:lnTo>
                    <a:pt x="24637" y="228624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419C9074-6E7C-315A-8295-DF54AFDDD431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5676073" y="6019791"/>
              <a:ext cx="115082" cy="111514"/>
            </a:xfrm>
            <a:custGeom>
              <a:avLst/>
              <a:gdLst>
                <a:gd name="connsiteX0" fmla="*/ 46776 w 115082"/>
                <a:gd name="connsiteY0" fmla="*/ 59181 h 111514"/>
                <a:gd name="connsiteX1" fmla="*/ 53211 w 115082"/>
                <a:gd name="connsiteY1" fmla="*/ 34208 h 111514"/>
                <a:gd name="connsiteX2" fmla="*/ 68803 w 115082"/>
                <a:gd name="connsiteY2" fmla="*/ 13933 h 111514"/>
                <a:gd name="connsiteX3" fmla="*/ 88849 w 115082"/>
                <a:gd name="connsiteY3" fmla="*/ 7009 h 111514"/>
                <a:gd name="connsiteX4" fmla="*/ 102461 w 115082"/>
                <a:gd name="connsiteY4" fmla="*/ 10471 h 111514"/>
                <a:gd name="connsiteX5" fmla="*/ 91572 w 115082"/>
                <a:gd name="connsiteY5" fmla="*/ 24070 h 111514"/>
                <a:gd name="connsiteX6" fmla="*/ 101471 w 115082"/>
                <a:gd name="connsiteY6" fmla="*/ 33219 h 111514"/>
                <a:gd name="connsiteX7" fmla="*/ 115331 w 115082"/>
                <a:gd name="connsiteY7" fmla="*/ 18136 h 111514"/>
                <a:gd name="connsiteX8" fmla="*/ 89097 w 115082"/>
                <a:gd name="connsiteY8" fmla="*/ 86 h 111514"/>
                <a:gd name="connsiteX9" fmla="*/ 54201 w 115082"/>
                <a:gd name="connsiteY9" fmla="*/ 17642 h 111514"/>
                <a:gd name="connsiteX10" fmla="*/ 28709 w 115082"/>
                <a:gd name="connsiteY10" fmla="*/ 86 h 111514"/>
                <a:gd name="connsiteX11" fmla="*/ 9405 w 115082"/>
                <a:gd name="connsiteY11" fmla="*/ 12696 h 111514"/>
                <a:gd name="connsiteX12" fmla="*/ 248 w 115082"/>
                <a:gd name="connsiteY12" fmla="*/ 37917 h 111514"/>
                <a:gd name="connsiteX13" fmla="*/ 4455 w 115082"/>
                <a:gd name="connsiteY13" fmla="*/ 41131 h 111514"/>
                <a:gd name="connsiteX14" fmla="*/ 9900 w 115082"/>
                <a:gd name="connsiteY14" fmla="*/ 33714 h 111514"/>
                <a:gd name="connsiteX15" fmla="*/ 27967 w 115082"/>
                <a:gd name="connsiteY15" fmla="*/ 7009 h 111514"/>
                <a:gd name="connsiteX16" fmla="*/ 36134 w 115082"/>
                <a:gd name="connsiteY16" fmla="*/ 19125 h 111514"/>
                <a:gd name="connsiteX17" fmla="*/ 32174 w 115082"/>
                <a:gd name="connsiteY17" fmla="*/ 39648 h 111514"/>
                <a:gd name="connsiteX18" fmla="*/ 26729 w 115082"/>
                <a:gd name="connsiteY18" fmla="*/ 61901 h 111514"/>
                <a:gd name="connsiteX19" fmla="*/ 18810 w 115082"/>
                <a:gd name="connsiteY19" fmla="*/ 93551 h 111514"/>
                <a:gd name="connsiteX20" fmla="*/ 16335 w 115082"/>
                <a:gd name="connsiteY20" fmla="*/ 103688 h 111514"/>
                <a:gd name="connsiteX21" fmla="*/ 24749 w 115082"/>
                <a:gd name="connsiteY21" fmla="*/ 111601 h 111514"/>
                <a:gd name="connsiteX22" fmla="*/ 35391 w 115082"/>
                <a:gd name="connsiteY22" fmla="*/ 104430 h 111514"/>
                <a:gd name="connsiteX23" fmla="*/ 40094 w 115082"/>
                <a:gd name="connsiteY23" fmla="*/ 85886 h 111514"/>
                <a:gd name="connsiteX24" fmla="*/ 46776 w 115082"/>
                <a:gd name="connsiteY24" fmla="*/ 59181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82" h="111514">
                  <a:moveTo>
                    <a:pt x="46776" y="59181"/>
                  </a:moveTo>
                  <a:cubicBezTo>
                    <a:pt x="47023" y="57698"/>
                    <a:pt x="52716" y="35444"/>
                    <a:pt x="53211" y="34208"/>
                  </a:cubicBezTo>
                  <a:cubicBezTo>
                    <a:pt x="53706" y="32230"/>
                    <a:pt x="60883" y="19867"/>
                    <a:pt x="68803" y="13933"/>
                  </a:cubicBezTo>
                  <a:cubicBezTo>
                    <a:pt x="71525" y="11955"/>
                    <a:pt x="78207" y="7009"/>
                    <a:pt x="88849" y="7009"/>
                  </a:cubicBezTo>
                  <a:cubicBezTo>
                    <a:pt x="91324" y="7009"/>
                    <a:pt x="97511" y="7257"/>
                    <a:pt x="102461" y="10471"/>
                  </a:cubicBezTo>
                  <a:cubicBezTo>
                    <a:pt x="94542" y="12696"/>
                    <a:pt x="91572" y="19620"/>
                    <a:pt x="91572" y="24070"/>
                  </a:cubicBezTo>
                  <a:cubicBezTo>
                    <a:pt x="91572" y="29510"/>
                    <a:pt x="95779" y="33219"/>
                    <a:pt x="101471" y="33219"/>
                  </a:cubicBezTo>
                  <a:cubicBezTo>
                    <a:pt x="107164" y="33219"/>
                    <a:pt x="115331" y="28521"/>
                    <a:pt x="115331" y="18136"/>
                  </a:cubicBezTo>
                  <a:cubicBezTo>
                    <a:pt x="115331" y="5279"/>
                    <a:pt x="101719" y="86"/>
                    <a:pt x="89097" y="86"/>
                  </a:cubicBezTo>
                  <a:cubicBezTo>
                    <a:pt x="76227" y="86"/>
                    <a:pt x="65090" y="5279"/>
                    <a:pt x="54201" y="17642"/>
                  </a:cubicBezTo>
                  <a:cubicBezTo>
                    <a:pt x="49746" y="2559"/>
                    <a:pt x="34649" y="86"/>
                    <a:pt x="28709" y="86"/>
                  </a:cubicBezTo>
                  <a:cubicBezTo>
                    <a:pt x="19552" y="86"/>
                    <a:pt x="13365" y="5773"/>
                    <a:pt x="9405" y="12696"/>
                  </a:cubicBezTo>
                  <a:cubicBezTo>
                    <a:pt x="3713" y="22340"/>
                    <a:pt x="248" y="36681"/>
                    <a:pt x="248" y="37917"/>
                  </a:cubicBezTo>
                  <a:cubicBezTo>
                    <a:pt x="248" y="41131"/>
                    <a:pt x="3713" y="41131"/>
                    <a:pt x="4455" y="41131"/>
                  </a:cubicBezTo>
                  <a:cubicBezTo>
                    <a:pt x="7920" y="41131"/>
                    <a:pt x="8167" y="40390"/>
                    <a:pt x="9900" y="33714"/>
                  </a:cubicBezTo>
                  <a:cubicBezTo>
                    <a:pt x="13612" y="18631"/>
                    <a:pt x="18315" y="7009"/>
                    <a:pt x="27967" y="7009"/>
                  </a:cubicBezTo>
                  <a:cubicBezTo>
                    <a:pt x="34401" y="7009"/>
                    <a:pt x="36134" y="12449"/>
                    <a:pt x="36134" y="19125"/>
                  </a:cubicBezTo>
                  <a:cubicBezTo>
                    <a:pt x="36134" y="23823"/>
                    <a:pt x="33906" y="32972"/>
                    <a:pt x="32174" y="39648"/>
                  </a:cubicBezTo>
                  <a:cubicBezTo>
                    <a:pt x="30442" y="46324"/>
                    <a:pt x="27967" y="56462"/>
                    <a:pt x="26729" y="61901"/>
                  </a:cubicBezTo>
                  <a:lnTo>
                    <a:pt x="18810" y="93551"/>
                  </a:lnTo>
                  <a:cubicBezTo>
                    <a:pt x="17820" y="96765"/>
                    <a:pt x="16335" y="102947"/>
                    <a:pt x="16335" y="103688"/>
                  </a:cubicBezTo>
                  <a:cubicBezTo>
                    <a:pt x="16335" y="109128"/>
                    <a:pt x="20789" y="111601"/>
                    <a:pt x="24749" y="111601"/>
                  </a:cubicBezTo>
                  <a:cubicBezTo>
                    <a:pt x="28462" y="111601"/>
                    <a:pt x="33411" y="109375"/>
                    <a:pt x="35391" y="104430"/>
                  </a:cubicBezTo>
                  <a:cubicBezTo>
                    <a:pt x="35886" y="102947"/>
                    <a:pt x="38609" y="92067"/>
                    <a:pt x="40094" y="85886"/>
                  </a:cubicBezTo>
                  <a:lnTo>
                    <a:pt x="46776" y="59181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2CA0A68B-D4CB-7CD9-698D-19760057438A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5828783" y="5810927"/>
              <a:ext cx="48437" cy="353229"/>
            </a:xfrm>
            <a:custGeom>
              <a:avLst/>
              <a:gdLst>
                <a:gd name="connsiteX0" fmla="*/ 48690 w 48437"/>
                <a:gd name="connsiteY0" fmla="*/ 85 h 353229"/>
                <a:gd name="connsiteX1" fmla="*/ 252 w 48437"/>
                <a:gd name="connsiteY1" fmla="*/ 85 h 353229"/>
                <a:gd name="connsiteX2" fmla="*/ 252 w 48437"/>
                <a:gd name="connsiteY2" fmla="*/ 14214 h 353229"/>
                <a:gd name="connsiteX3" fmla="*/ 34547 w 48437"/>
                <a:gd name="connsiteY3" fmla="*/ 14214 h 353229"/>
                <a:gd name="connsiteX4" fmla="*/ 34547 w 48437"/>
                <a:gd name="connsiteY4" fmla="*/ 339185 h 353229"/>
                <a:gd name="connsiteX5" fmla="*/ 252 w 48437"/>
                <a:gd name="connsiteY5" fmla="*/ 339185 h 353229"/>
                <a:gd name="connsiteX6" fmla="*/ 252 w 48437"/>
                <a:gd name="connsiteY6" fmla="*/ 353314 h 353229"/>
                <a:gd name="connsiteX7" fmla="*/ 48690 w 48437"/>
                <a:gd name="connsiteY7" fmla="*/ 353314 h 353229"/>
                <a:gd name="connsiteX8" fmla="*/ 48690 w 48437"/>
                <a:gd name="connsiteY8" fmla="*/ 85 h 353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37" h="353229">
                  <a:moveTo>
                    <a:pt x="48690" y="85"/>
                  </a:moveTo>
                  <a:lnTo>
                    <a:pt x="252" y="85"/>
                  </a:lnTo>
                  <a:lnTo>
                    <a:pt x="252" y="14214"/>
                  </a:lnTo>
                  <a:lnTo>
                    <a:pt x="34547" y="14214"/>
                  </a:lnTo>
                  <a:lnTo>
                    <a:pt x="34547" y="339185"/>
                  </a:lnTo>
                  <a:lnTo>
                    <a:pt x="252" y="339185"/>
                  </a:lnTo>
                  <a:lnTo>
                    <a:pt x="252" y="353314"/>
                  </a:lnTo>
                  <a:lnTo>
                    <a:pt x="48690" y="353314"/>
                  </a:lnTo>
                  <a:lnTo>
                    <a:pt x="48690" y="85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2A0BD260-827B-5638-26A4-BC177A316089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6017581" y="5869917"/>
              <a:ext cx="235115" cy="235250"/>
            </a:xfrm>
            <a:custGeom>
              <a:avLst/>
              <a:gdLst>
                <a:gd name="connsiteX0" fmla="*/ 125063 w 235115"/>
                <a:gd name="connsiteY0" fmla="*/ 124775 h 235250"/>
                <a:gd name="connsiteX1" fmla="*/ 223705 w 235115"/>
                <a:gd name="connsiteY1" fmla="*/ 124775 h 235250"/>
                <a:gd name="connsiteX2" fmla="*/ 235373 w 235115"/>
                <a:gd name="connsiteY2" fmla="*/ 117710 h 235250"/>
                <a:gd name="connsiteX3" fmla="*/ 223705 w 235115"/>
                <a:gd name="connsiteY3" fmla="*/ 110646 h 235250"/>
                <a:gd name="connsiteX4" fmla="*/ 125063 w 235115"/>
                <a:gd name="connsiteY4" fmla="*/ 110646 h 235250"/>
                <a:gd name="connsiteX5" fmla="*/ 125063 w 235115"/>
                <a:gd name="connsiteY5" fmla="*/ 11741 h 235250"/>
                <a:gd name="connsiteX6" fmla="*/ 117992 w 235115"/>
                <a:gd name="connsiteY6" fmla="*/ 85 h 235250"/>
                <a:gd name="connsiteX7" fmla="*/ 110921 w 235115"/>
                <a:gd name="connsiteY7" fmla="*/ 11741 h 235250"/>
                <a:gd name="connsiteX8" fmla="*/ 110921 w 235115"/>
                <a:gd name="connsiteY8" fmla="*/ 110646 h 235250"/>
                <a:gd name="connsiteX9" fmla="*/ 11925 w 235115"/>
                <a:gd name="connsiteY9" fmla="*/ 110646 h 235250"/>
                <a:gd name="connsiteX10" fmla="*/ 257 w 235115"/>
                <a:gd name="connsiteY10" fmla="*/ 117710 h 235250"/>
                <a:gd name="connsiteX11" fmla="*/ 11925 w 235115"/>
                <a:gd name="connsiteY11" fmla="*/ 124775 h 235250"/>
                <a:gd name="connsiteX12" fmla="*/ 110921 w 235115"/>
                <a:gd name="connsiteY12" fmla="*/ 124775 h 235250"/>
                <a:gd name="connsiteX13" fmla="*/ 110921 w 235115"/>
                <a:gd name="connsiteY13" fmla="*/ 223679 h 235250"/>
                <a:gd name="connsiteX14" fmla="*/ 117992 w 235115"/>
                <a:gd name="connsiteY14" fmla="*/ 235336 h 235250"/>
                <a:gd name="connsiteX15" fmla="*/ 125063 w 235115"/>
                <a:gd name="connsiteY15" fmla="*/ 223679 h 235250"/>
                <a:gd name="connsiteX16" fmla="*/ 125063 w 235115"/>
                <a:gd name="connsiteY16" fmla="*/ 124775 h 235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115" h="235250">
                  <a:moveTo>
                    <a:pt x="125063" y="124775"/>
                  </a:moveTo>
                  <a:lnTo>
                    <a:pt x="223705" y="124775"/>
                  </a:lnTo>
                  <a:cubicBezTo>
                    <a:pt x="228655" y="124775"/>
                    <a:pt x="235373" y="124775"/>
                    <a:pt x="235373" y="117710"/>
                  </a:cubicBezTo>
                  <a:cubicBezTo>
                    <a:pt x="235373" y="110646"/>
                    <a:pt x="228655" y="110646"/>
                    <a:pt x="223705" y="110646"/>
                  </a:cubicBezTo>
                  <a:lnTo>
                    <a:pt x="125063" y="110646"/>
                  </a:lnTo>
                  <a:lnTo>
                    <a:pt x="125063" y="11741"/>
                  </a:lnTo>
                  <a:cubicBezTo>
                    <a:pt x="125063" y="6796"/>
                    <a:pt x="125063" y="85"/>
                    <a:pt x="117992" y="85"/>
                  </a:cubicBezTo>
                  <a:cubicBezTo>
                    <a:pt x="110921" y="85"/>
                    <a:pt x="110921" y="6796"/>
                    <a:pt x="110921" y="11741"/>
                  </a:cubicBezTo>
                  <a:lnTo>
                    <a:pt x="110921" y="110646"/>
                  </a:lnTo>
                  <a:lnTo>
                    <a:pt x="11925" y="110646"/>
                  </a:lnTo>
                  <a:cubicBezTo>
                    <a:pt x="6975" y="110646"/>
                    <a:pt x="257" y="110646"/>
                    <a:pt x="257" y="117710"/>
                  </a:cubicBezTo>
                  <a:cubicBezTo>
                    <a:pt x="257" y="124775"/>
                    <a:pt x="6975" y="124775"/>
                    <a:pt x="11925" y="124775"/>
                  </a:cubicBezTo>
                  <a:lnTo>
                    <a:pt x="110921" y="124775"/>
                  </a:lnTo>
                  <a:lnTo>
                    <a:pt x="110921" y="223679"/>
                  </a:lnTo>
                  <a:cubicBezTo>
                    <a:pt x="110921" y="228624"/>
                    <a:pt x="110921" y="235336"/>
                    <a:pt x="117992" y="235336"/>
                  </a:cubicBezTo>
                  <a:cubicBezTo>
                    <a:pt x="125063" y="235336"/>
                    <a:pt x="125063" y="228624"/>
                    <a:pt x="125063" y="223679"/>
                  </a:cubicBezTo>
                  <a:lnTo>
                    <a:pt x="125063" y="124775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4FCEFF5C-5EC5-7A5D-6581-F505DE365FBC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6364420" y="5830708"/>
              <a:ext cx="199052" cy="247260"/>
            </a:xfrm>
            <a:custGeom>
              <a:avLst/>
              <a:gdLst>
                <a:gd name="connsiteX0" fmla="*/ 62847 w 199052"/>
                <a:gd name="connsiteY0" fmla="*/ 103581 h 247260"/>
                <a:gd name="connsiteX1" fmla="*/ 62847 w 199052"/>
                <a:gd name="connsiteY1" fmla="*/ 85 h 247260"/>
                <a:gd name="connsiteX2" fmla="*/ 267 w 199052"/>
                <a:gd name="connsiteY2" fmla="*/ 2911 h 247260"/>
                <a:gd name="connsiteX3" fmla="*/ 267 w 199052"/>
                <a:gd name="connsiteY3" fmla="*/ 19512 h 247260"/>
                <a:gd name="connsiteX4" fmla="*/ 24663 w 199052"/>
                <a:gd name="connsiteY4" fmla="*/ 33288 h 247260"/>
                <a:gd name="connsiteX5" fmla="*/ 24663 w 199052"/>
                <a:gd name="connsiteY5" fmla="*/ 245226 h 247260"/>
                <a:gd name="connsiteX6" fmla="*/ 41280 w 199052"/>
                <a:gd name="connsiteY6" fmla="*/ 245226 h 247260"/>
                <a:gd name="connsiteX7" fmla="*/ 58604 w 199052"/>
                <a:gd name="connsiteY7" fmla="*/ 225445 h 247260"/>
                <a:gd name="connsiteX8" fmla="*/ 110223 w 199052"/>
                <a:gd name="connsiteY8" fmla="*/ 247345 h 247260"/>
                <a:gd name="connsiteX9" fmla="*/ 199320 w 199052"/>
                <a:gd name="connsiteY9" fmla="*/ 166456 h 247260"/>
                <a:gd name="connsiteX10" fmla="*/ 114820 w 199052"/>
                <a:gd name="connsiteY10" fmla="*/ 86273 h 247260"/>
                <a:gd name="connsiteX11" fmla="*/ 62847 w 199052"/>
                <a:gd name="connsiteY11" fmla="*/ 103581 h 247260"/>
                <a:gd name="connsiteX12" fmla="*/ 64968 w 199052"/>
                <a:gd name="connsiteY12" fmla="*/ 210256 h 247260"/>
                <a:gd name="connsiteX13" fmla="*/ 64968 w 199052"/>
                <a:gd name="connsiteY13" fmla="*/ 121596 h 247260"/>
                <a:gd name="connsiteX14" fmla="*/ 110931 w 199052"/>
                <a:gd name="connsiteY14" fmla="*/ 98989 h 247260"/>
                <a:gd name="connsiteX15" fmla="*/ 154065 w 199052"/>
                <a:gd name="connsiteY15" fmla="*/ 166456 h 247260"/>
                <a:gd name="connsiteX16" fmla="*/ 144872 w 199052"/>
                <a:gd name="connsiteY16" fmla="*/ 216261 h 247260"/>
                <a:gd name="connsiteX17" fmla="*/ 107041 w 199052"/>
                <a:gd name="connsiteY17" fmla="*/ 234629 h 247260"/>
                <a:gd name="connsiteX18" fmla="*/ 64968 w 199052"/>
                <a:gd name="connsiteY18" fmla="*/ 210256 h 247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052" h="247260">
                  <a:moveTo>
                    <a:pt x="62847" y="103581"/>
                  </a:moveTo>
                  <a:lnTo>
                    <a:pt x="62847" y="85"/>
                  </a:lnTo>
                  <a:lnTo>
                    <a:pt x="267" y="2911"/>
                  </a:lnTo>
                  <a:lnTo>
                    <a:pt x="267" y="19512"/>
                  </a:lnTo>
                  <a:cubicBezTo>
                    <a:pt x="22188" y="19512"/>
                    <a:pt x="24663" y="19512"/>
                    <a:pt x="24663" y="33288"/>
                  </a:cubicBezTo>
                  <a:lnTo>
                    <a:pt x="24663" y="245226"/>
                  </a:lnTo>
                  <a:lnTo>
                    <a:pt x="41280" y="245226"/>
                  </a:lnTo>
                  <a:lnTo>
                    <a:pt x="58604" y="225445"/>
                  </a:lnTo>
                  <a:cubicBezTo>
                    <a:pt x="61433" y="228271"/>
                    <a:pt x="78757" y="247345"/>
                    <a:pt x="110223" y="247345"/>
                  </a:cubicBezTo>
                  <a:cubicBezTo>
                    <a:pt x="162903" y="247345"/>
                    <a:pt x="199320" y="215555"/>
                    <a:pt x="199320" y="166456"/>
                  </a:cubicBezTo>
                  <a:cubicBezTo>
                    <a:pt x="199320" y="119476"/>
                    <a:pt x="166085" y="86273"/>
                    <a:pt x="114820" y="86273"/>
                  </a:cubicBezTo>
                  <a:cubicBezTo>
                    <a:pt x="89010" y="86273"/>
                    <a:pt x="71332" y="96516"/>
                    <a:pt x="62847" y="103581"/>
                  </a:cubicBezTo>
                  <a:close/>
                  <a:moveTo>
                    <a:pt x="64968" y="210256"/>
                  </a:moveTo>
                  <a:lnTo>
                    <a:pt x="64968" y="121596"/>
                  </a:lnTo>
                  <a:cubicBezTo>
                    <a:pt x="74514" y="109233"/>
                    <a:pt x="91485" y="98989"/>
                    <a:pt x="110931" y="98989"/>
                  </a:cubicBezTo>
                  <a:cubicBezTo>
                    <a:pt x="154065" y="98989"/>
                    <a:pt x="154065" y="141730"/>
                    <a:pt x="154065" y="166456"/>
                  </a:cubicBezTo>
                  <a:cubicBezTo>
                    <a:pt x="154065" y="183058"/>
                    <a:pt x="154065" y="202485"/>
                    <a:pt x="144872" y="216261"/>
                  </a:cubicBezTo>
                  <a:cubicBezTo>
                    <a:pt x="134619" y="230744"/>
                    <a:pt x="118355" y="234629"/>
                    <a:pt x="107041" y="234629"/>
                  </a:cubicBezTo>
                  <a:cubicBezTo>
                    <a:pt x="82292" y="234629"/>
                    <a:pt x="68504" y="215555"/>
                    <a:pt x="64968" y="210256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D9032956-99FA-982B-62AF-A317382E1E28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6582913" y="5954762"/>
              <a:ext cx="102955" cy="177038"/>
            </a:xfrm>
            <a:custGeom>
              <a:avLst/>
              <a:gdLst>
                <a:gd name="connsiteX0" fmla="*/ 24033 w 102955"/>
                <a:gd name="connsiteY0" fmla="*/ 140283 h 177038"/>
                <a:gd name="connsiteX1" fmla="*/ 55711 w 102955"/>
                <a:gd name="connsiteY1" fmla="*/ 177125 h 177038"/>
                <a:gd name="connsiteX2" fmla="*/ 81450 w 102955"/>
                <a:gd name="connsiteY2" fmla="*/ 168223 h 177038"/>
                <a:gd name="connsiteX3" fmla="*/ 98527 w 102955"/>
                <a:gd name="connsiteY3" fmla="*/ 153635 h 177038"/>
                <a:gd name="connsiteX4" fmla="*/ 94567 w 102955"/>
                <a:gd name="connsiteY4" fmla="*/ 148937 h 177038"/>
                <a:gd name="connsiteX5" fmla="*/ 89122 w 102955"/>
                <a:gd name="connsiteY5" fmla="*/ 152646 h 177038"/>
                <a:gd name="connsiteX6" fmla="*/ 55959 w 102955"/>
                <a:gd name="connsiteY6" fmla="*/ 170201 h 177038"/>
                <a:gd name="connsiteX7" fmla="*/ 39129 w 102955"/>
                <a:gd name="connsiteY7" fmla="*/ 136574 h 177038"/>
                <a:gd name="connsiteX8" fmla="*/ 39624 w 102955"/>
                <a:gd name="connsiteY8" fmla="*/ 128167 h 177038"/>
                <a:gd name="connsiteX9" fmla="*/ 42842 w 102955"/>
                <a:gd name="connsiteY9" fmla="*/ 122480 h 177038"/>
                <a:gd name="connsiteX10" fmla="*/ 103229 w 102955"/>
                <a:gd name="connsiteY10" fmla="*/ 21598 h 177038"/>
                <a:gd name="connsiteX11" fmla="*/ 86895 w 102955"/>
                <a:gd name="connsiteY11" fmla="*/ 86 h 177038"/>
                <a:gd name="connsiteX12" fmla="*/ 45812 w 102955"/>
                <a:gd name="connsiteY12" fmla="*/ 39401 h 177038"/>
                <a:gd name="connsiteX13" fmla="*/ 26507 w 102955"/>
                <a:gd name="connsiteY13" fmla="*/ 93056 h 177038"/>
                <a:gd name="connsiteX14" fmla="*/ 22795 w 102955"/>
                <a:gd name="connsiteY14" fmla="*/ 130393 h 177038"/>
                <a:gd name="connsiteX15" fmla="*/ 4481 w 102955"/>
                <a:gd name="connsiteY15" fmla="*/ 146712 h 177038"/>
                <a:gd name="connsiteX16" fmla="*/ 274 w 102955"/>
                <a:gd name="connsiteY16" fmla="*/ 151904 h 177038"/>
                <a:gd name="connsiteX17" fmla="*/ 4481 w 102955"/>
                <a:gd name="connsiteY17" fmla="*/ 156355 h 177038"/>
                <a:gd name="connsiteX18" fmla="*/ 14628 w 102955"/>
                <a:gd name="connsiteY18" fmla="*/ 148443 h 177038"/>
                <a:gd name="connsiteX19" fmla="*/ 24033 w 102955"/>
                <a:gd name="connsiteY19" fmla="*/ 140283 h 177038"/>
                <a:gd name="connsiteX20" fmla="*/ 41852 w 102955"/>
                <a:gd name="connsiteY20" fmla="*/ 112095 h 177038"/>
                <a:gd name="connsiteX21" fmla="*/ 86648 w 102955"/>
                <a:gd name="connsiteY21" fmla="*/ 7009 h 177038"/>
                <a:gd name="connsiteX22" fmla="*/ 95310 w 102955"/>
                <a:gd name="connsiteY22" fmla="*/ 19867 h 177038"/>
                <a:gd name="connsiteX23" fmla="*/ 74026 w 102955"/>
                <a:gd name="connsiteY23" fmla="*/ 75253 h 177038"/>
                <a:gd name="connsiteX24" fmla="*/ 41852 w 102955"/>
                <a:gd name="connsiteY24" fmla="*/ 112095 h 17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2955" h="177038">
                  <a:moveTo>
                    <a:pt x="24033" y="140283"/>
                  </a:moveTo>
                  <a:cubicBezTo>
                    <a:pt x="26507" y="156355"/>
                    <a:pt x="34675" y="177125"/>
                    <a:pt x="55711" y="177125"/>
                  </a:cubicBezTo>
                  <a:cubicBezTo>
                    <a:pt x="63631" y="177125"/>
                    <a:pt x="72541" y="173910"/>
                    <a:pt x="81450" y="168223"/>
                  </a:cubicBezTo>
                  <a:cubicBezTo>
                    <a:pt x="85658" y="165751"/>
                    <a:pt x="98527" y="156602"/>
                    <a:pt x="98527" y="153635"/>
                  </a:cubicBezTo>
                  <a:cubicBezTo>
                    <a:pt x="98527" y="152151"/>
                    <a:pt x="96795" y="148937"/>
                    <a:pt x="94567" y="148937"/>
                  </a:cubicBezTo>
                  <a:cubicBezTo>
                    <a:pt x="93330" y="148937"/>
                    <a:pt x="92835" y="148937"/>
                    <a:pt x="89122" y="152646"/>
                  </a:cubicBezTo>
                  <a:cubicBezTo>
                    <a:pt x="78480" y="162042"/>
                    <a:pt x="67096" y="170201"/>
                    <a:pt x="55959" y="170201"/>
                  </a:cubicBezTo>
                  <a:cubicBezTo>
                    <a:pt x="39129" y="170201"/>
                    <a:pt x="39129" y="141272"/>
                    <a:pt x="39129" y="136574"/>
                  </a:cubicBezTo>
                  <a:cubicBezTo>
                    <a:pt x="39129" y="133360"/>
                    <a:pt x="39129" y="132865"/>
                    <a:pt x="39624" y="128167"/>
                  </a:cubicBezTo>
                  <a:cubicBezTo>
                    <a:pt x="39872" y="125695"/>
                    <a:pt x="39872" y="125200"/>
                    <a:pt x="42842" y="122480"/>
                  </a:cubicBezTo>
                  <a:cubicBezTo>
                    <a:pt x="56454" y="109623"/>
                    <a:pt x="103229" y="64621"/>
                    <a:pt x="103229" y="21598"/>
                  </a:cubicBezTo>
                  <a:cubicBezTo>
                    <a:pt x="103229" y="17889"/>
                    <a:pt x="103229" y="86"/>
                    <a:pt x="86895" y="86"/>
                  </a:cubicBezTo>
                  <a:cubicBezTo>
                    <a:pt x="66353" y="86"/>
                    <a:pt x="49772" y="31983"/>
                    <a:pt x="45812" y="39401"/>
                  </a:cubicBezTo>
                  <a:cubicBezTo>
                    <a:pt x="34922" y="60418"/>
                    <a:pt x="29230" y="80693"/>
                    <a:pt x="26507" y="93056"/>
                  </a:cubicBezTo>
                  <a:cubicBezTo>
                    <a:pt x="22795" y="109623"/>
                    <a:pt x="22795" y="118277"/>
                    <a:pt x="22795" y="130393"/>
                  </a:cubicBezTo>
                  <a:cubicBezTo>
                    <a:pt x="21063" y="132123"/>
                    <a:pt x="6956" y="144734"/>
                    <a:pt x="4481" y="146712"/>
                  </a:cubicBezTo>
                  <a:cubicBezTo>
                    <a:pt x="521" y="150173"/>
                    <a:pt x="274" y="150421"/>
                    <a:pt x="274" y="151904"/>
                  </a:cubicBezTo>
                  <a:cubicBezTo>
                    <a:pt x="274" y="153635"/>
                    <a:pt x="2501" y="156355"/>
                    <a:pt x="4481" y="156355"/>
                  </a:cubicBezTo>
                  <a:cubicBezTo>
                    <a:pt x="6213" y="156355"/>
                    <a:pt x="12895" y="150173"/>
                    <a:pt x="14628" y="148443"/>
                  </a:cubicBezTo>
                  <a:lnTo>
                    <a:pt x="24033" y="140283"/>
                  </a:lnTo>
                  <a:close/>
                  <a:moveTo>
                    <a:pt x="41852" y="112095"/>
                  </a:moveTo>
                  <a:cubicBezTo>
                    <a:pt x="46307" y="86875"/>
                    <a:pt x="65858" y="7009"/>
                    <a:pt x="86648" y="7009"/>
                  </a:cubicBezTo>
                  <a:cubicBezTo>
                    <a:pt x="92340" y="7009"/>
                    <a:pt x="95310" y="10966"/>
                    <a:pt x="95310" y="19867"/>
                  </a:cubicBezTo>
                  <a:cubicBezTo>
                    <a:pt x="95310" y="22834"/>
                    <a:pt x="95310" y="44840"/>
                    <a:pt x="74026" y="75253"/>
                  </a:cubicBezTo>
                  <a:cubicBezTo>
                    <a:pt x="61404" y="93056"/>
                    <a:pt x="47792" y="106408"/>
                    <a:pt x="41852" y="112095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80B542D9-9A1A-1B71-BD2C-D46C5C3A8383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6733396" y="5810927"/>
              <a:ext cx="82025" cy="353229"/>
            </a:xfrm>
            <a:custGeom>
              <a:avLst/>
              <a:gdLst>
                <a:gd name="connsiteX0" fmla="*/ 82303 w 82025"/>
                <a:gd name="connsiteY0" fmla="*/ 176699 h 353229"/>
                <a:gd name="connsiteX1" fmla="*/ 58968 w 82025"/>
                <a:gd name="connsiteY1" fmla="*/ 66492 h 353229"/>
                <a:gd name="connsiteX2" fmla="*/ 3813 w 82025"/>
                <a:gd name="connsiteY2" fmla="*/ 85 h 353229"/>
                <a:gd name="connsiteX3" fmla="*/ 277 w 82025"/>
                <a:gd name="connsiteY3" fmla="*/ 3617 h 353229"/>
                <a:gd name="connsiteX4" fmla="*/ 6995 w 82025"/>
                <a:gd name="connsiteY4" fmla="*/ 11741 h 353229"/>
                <a:gd name="connsiteX5" fmla="*/ 61796 w 82025"/>
                <a:gd name="connsiteY5" fmla="*/ 176699 h 353229"/>
                <a:gd name="connsiteX6" fmla="*/ 4874 w 82025"/>
                <a:gd name="connsiteY6" fmla="*/ 343777 h 353229"/>
                <a:gd name="connsiteX7" fmla="*/ 277 w 82025"/>
                <a:gd name="connsiteY7" fmla="*/ 349782 h 353229"/>
                <a:gd name="connsiteX8" fmla="*/ 3813 w 82025"/>
                <a:gd name="connsiteY8" fmla="*/ 353314 h 353229"/>
                <a:gd name="connsiteX9" fmla="*/ 60029 w 82025"/>
                <a:gd name="connsiteY9" fmla="*/ 284434 h 353229"/>
                <a:gd name="connsiteX10" fmla="*/ 82303 w 82025"/>
                <a:gd name="connsiteY10" fmla="*/ 176699 h 353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25" h="353229">
                  <a:moveTo>
                    <a:pt x="82303" y="176699"/>
                  </a:moveTo>
                  <a:cubicBezTo>
                    <a:pt x="82303" y="149148"/>
                    <a:pt x="78414" y="106407"/>
                    <a:pt x="58968" y="66492"/>
                  </a:cubicBezTo>
                  <a:cubicBezTo>
                    <a:pt x="37754" y="23045"/>
                    <a:pt x="7348" y="85"/>
                    <a:pt x="3813" y="85"/>
                  </a:cubicBezTo>
                  <a:cubicBezTo>
                    <a:pt x="1692" y="85"/>
                    <a:pt x="277" y="1498"/>
                    <a:pt x="277" y="3617"/>
                  </a:cubicBezTo>
                  <a:cubicBezTo>
                    <a:pt x="277" y="4677"/>
                    <a:pt x="277" y="5383"/>
                    <a:pt x="6995" y="11741"/>
                  </a:cubicBezTo>
                  <a:cubicBezTo>
                    <a:pt x="41644" y="46711"/>
                    <a:pt x="61796" y="102874"/>
                    <a:pt x="61796" y="176699"/>
                  </a:cubicBezTo>
                  <a:cubicBezTo>
                    <a:pt x="61796" y="237102"/>
                    <a:pt x="48715" y="299270"/>
                    <a:pt x="4874" y="343777"/>
                  </a:cubicBezTo>
                  <a:cubicBezTo>
                    <a:pt x="277" y="348016"/>
                    <a:pt x="277" y="348722"/>
                    <a:pt x="277" y="349782"/>
                  </a:cubicBezTo>
                  <a:cubicBezTo>
                    <a:pt x="277" y="351901"/>
                    <a:pt x="1692" y="353314"/>
                    <a:pt x="3813" y="353314"/>
                  </a:cubicBezTo>
                  <a:cubicBezTo>
                    <a:pt x="7348" y="353314"/>
                    <a:pt x="39169" y="329295"/>
                    <a:pt x="60029" y="284434"/>
                  </a:cubicBezTo>
                  <a:cubicBezTo>
                    <a:pt x="78060" y="245579"/>
                    <a:pt x="82303" y="206371"/>
                    <a:pt x="82303" y="176699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932199A-A3D7-AB97-6ACC-BFB41A8F4B10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3035589" y="6446740"/>
              <a:ext cx="143190" cy="158953"/>
            </a:xfrm>
            <a:custGeom>
              <a:avLst/>
              <a:gdLst>
                <a:gd name="connsiteX0" fmla="*/ 58864 w 143190"/>
                <a:gd name="connsiteY0" fmla="*/ 40015 h 158953"/>
                <a:gd name="connsiteX1" fmla="*/ 58864 w 143190"/>
                <a:gd name="connsiteY1" fmla="*/ 100 h 158953"/>
                <a:gd name="connsiteX2" fmla="*/ 173 w 143190"/>
                <a:gd name="connsiteY2" fmla="*/ 2925 h 158953"/>
                <a:gd name="connsiteX3" fmla="*/ 173 w 143190"/>
                <a:gd name="connsiteY3" fmla="*/ 19527 h 158953"/>
                <a:gd name="connsiteX4" fmla="*/ 24569 w 143190"/>
                <a:gd name="connsiteY4" fmla="*/ 33303 h 158953"/>
                <a:gd name="connsiteX5" fmla="*/ 24569 w 143190"/>
                <a:gd name="connsiteY5" fmla="*/ 142451 h 158953"/>
                <a:gd name="connsiteX6" fmla="*/ 173 w 143190"/>
                <a:gd name="connsiteY6" fmla="*/ 142451 h 158953"/>
                <a:gd name="connsiteX7" fmla="*/ 173 w 143190"/>
                <a:gd name="connsiteY7" fmla="*/ 159053 h 158953"/>
                <a:gd name="connsiteX8" fmla="*/ 44722 w 143190"/>
                <a:gd name="connsiteY8" fmla="*/ 157993 h 158953"/>
                <a:gd name="connsiteX9" fmla="*/ 93512 w 143190"/>
                <a:gd name="connsiteY9" fmla="*/ 159053 h 158953"/>
                <a:gd name="connsiteX10" fmla="*/ 93512 w 143190"/>
                <a:gd name="connsiteY10" fmla="*/ 142451 h 158953"/>
                <a:gd name="connsiteX11" fmla="*/ 62753 w 143190"/>
                <a:gd name="connsiteY11" fmla="*/ 142451 h 158953"/>
                <a:gd name="connsiteX12" fmla="*/ 62753 w 143190"/>
                <a:gd name="connsiteY12" fmla="*/ 80636 h 158953"/>
                <a:gd name="connsiteX13" fmla="*/ 106948 w 143190"/>
                <a:gd name="connsiteY13" fmla="*/ 12816 h 158953"/>
                <a:gd name="connsiteX14" fmla="*/ 100230 w 143190"/>
                <a:gd name="connsiteY14" fmla="*/ 29064 h 158953"/>
                <a:gd name="connsiteX15" fmla="*/ 121797 w 143190"/>
                <a:gd name="connsiteY15" fmla="*/ 50611 h 158953"/>
                <a:gd name="connsiteX16" fmla="*/ 143364 w 143190"/>
                <a:gd name="connsiteY16" fmla="*/ 29064 h 158953"/>
                <a:gd name="connsiteX17" fmla="*/ 105887 w 143190"/>
                <a:gd name="connsiteY17" fmla="*/ 100 h 158953"/>
                <a:gd name="connsiteX18" fmla="*/ 58864 w 143190"/>
                <a:gd name="connsiteY18" fmla="*/ 40015 h 158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3190" h="158953">
                  <a:moveTo>
                    <a:pt x="58864" y="40015"/>
                  </a:moveTo>
                  <a:lnTo>
                    <a:pt x="58864" y="100"/>
                  </a:lnTo>
                  <a:lnTo>
                    <a:pt x="173" y="2925"/>
                  </a:lnTo>
                  <a:lnTo>
                    <a:pt x="173" y="19527"/>
                  </a:lnTo>
                  <a:cubicBezTo>
                    <a:pt x="22094" y="19527"/>
                    <a:pt x="24569" y="19527"/>
                    <a:pt x="24569" y="33303"/>
                  </a:cubicBezTo>
                  <a:lnTo>
                    <a:pt x="24569" y="142451"/>
                  </a:lnTo>
                  <a:lnTo>
                    <a:pt x="173" y="142451"/>
                  </a:lnTo>
                  <a:lnTo>
                    <a:pt x="173" y="159053"/>
                  </a:lnTo>
                  <a:cubicBezTo>
                    <a:pt x="12548" y="158700"/>
                    <a:pt x="28458" y="157993"/>
                    <a:pt x="44722" y="157993"/>
                  </a:cubicBezTo>
                  <a:cubicBezTo>
                    <a:pt x="58157" y="157993"/>
                    <a:pt x="80784" y="157993"/>
                    <a:pt x="93512" y="159053"/>
                  </a:cubicBezTo>
                  <a:lnTo>
                    <a:pt x="93512" y="142451"/>
                  </a:lnTo>
                  <a:lnTo>
                    <a:pt x="62753" y="142451"/>
                  </a:lnTo>
                  <a:lnTo>
                    <a:pt x="62753" y="80636"/>
                  </a:lnTo>
                  <a:cubicBezTo>
                    <a:pt x="62753" y="55910"/>
                    <a:pt x="71592" y="12816"/>
                    <a:pt x="106948" y="12816"/>
                  </a:cubicBezTo>
                  <a:cubicBezTo>
                    <a:pt x="106594" y="13169"/>
                    <a:pt x="100230" y="18821"/>
                    <a:pt x="100230" y="29064"/>
                  </a:cubicBezTo>
                  <a:cubicBezTo>
                    <a:pt x="100230" y="43547"/>
                    <a:pt x="111544" y="50611"/>
                    <a:pt x="121797" y="50611"/>
                  </a:cubicBezTo>
                  <a:cubicBezTo>
                    <a:pt x="132050" y="50611"/>
                    <a:pt x="143364" y="43194"/>
                    <a:pt x="143364" y="29064"/>
                  </a:cubicBezTo>
                  <a:cubicBezTo>
                    <a:pt x="143364" y="10343"/>
                    <a:pt x="124272" y="100"/>
                    <a:pt x="105887" y="100"/>
                  </a:cubicBezTo>
                  <a:cubicBezTo>
                    <a:pt x="81138" y="100"/>
                    <a:pt x="66996" y="17761"/>
                    <a:pt x="58864" y="40015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8D9C49DB-79B9-EC65-ED39-A4CE24D6BF1D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3201588" y="6549636"/>
              <a:ext cx="151216" cy="111514"/>
            </a:xfrm>
            <a:custGeom>
              <a:avLst/>
              <a:gdLst>
                <a:gd name="connsiteX0" fmla="*/ 18740 w 151216"/>
                <a:gd name="connsiteY0" fmla="*/ 93566 h 111514"/>
                <a:gd name="connsiteX1" fmla="*/ 16265 w 151216"/>
                <a:gd name="connsiteY1" fmla="*/ 103703 h 111514"/>
                <a:gd name="connsiteX2" fmla="*/ 24680 w 151216"/>
                <a:gd name="connsiteY2" fmla="*/ 111616 h 111514"/>
                <a:gd name="connsiteX3" fmla="*/ 34332 w 151216"/>
                <a:gd name="connsiteY3" fmla="*/ 106176 h 111514"/>
                <a:gd name="connsiteX4" fmla="*/ 38787 w 151216"/>
                <a:gd name="connsiteY4" fmla="*/ 90846 h 111514"/>
                <a:gd name="connsiteX5" fmla="*/ 44231 w 151216"/>
                <a:gd name="connsiteY5" fmla="*/ 68592 h 111514"/>
                <a:gd name="connsiteX6" fmla="*/ 48439 w 151216"/>
                <a:gd name="connsiteY6" fmla="*/ 52026 h 111514"/>
                <a:gd name="connsiteX7" fmla="*/ 58833 w 151216"/>
                <a:gd name="connsiteY7" fmla="*/ 29772 h 111514"/>
                <a:gd name="connsiteX8" fmla="*/ 95957 w 151216"/>
                <a:gd name="connsiteY8" fmla="*/ 7024 h 111514"/>
                <a:gd name="connsiteX9" fmla="*/ 110559 w 151216"/>
                <a:gd name="connsiteY9" fmla="*/ 24333 h 111514"/>
                <a:gd name="connsiteX10" fmla="*/ 95957 w 151216"/>
                <a:gd name="connsiteY10" fmla="*/ 76999 h 111514"/>
                <a:gd name="connsiteX11" fmla="*/ 92244 w 151216"/>
                <a:gd name="connsiteY11" fmla="*/ 90351 h 111514"/>
                <a:gd name="connsiteX12" fmla="*/ 115756 w 151216"/>
                <a:gd name="connsiteY12" fmla="*/ 111616 h 111514"/>
                <a:gd name="connsiteX13" fmla="*/ 151394 w 151216"/>
                <a:gd name="connsiteY13" fmla="*/ 73785 h 111514"/>
                <a:gd name="connsiteX14" fmla="*/ 147435 w 151216"/>
                <a:gd name="connsiteY14" fmla="*/ 70570 h 111514"/>
                <a:gd name="connsiteX15" fmla="*/ 142732 w 151216"/>
                <a:gd name="connsiteY15" fmla="*/ 74774 h 111514"/>
                <a:gd name="connsiteX16" fmla="*/ 116498 w 151216"/>
                <a:gd name="connsiteY16" fmla="*/ 104692 h 111514"/>
                <a:gd name="connsiteX17" fmla="*/ 110311 w 151216"/>
                <a:gd name="connsiteY17" fmla="*/ 96038 h 111514"/>
                <a:gd name="connsiteX18" fmla="*/ 116003 w 151216"/>
                <a:gd name="connsiteY18" fmla="*/ 76010 h 111514"/>
                <a:gd name="connsiteX19" fmla="*/ 129120 w 151216"/>
                <a:gd name="connsiteY19" fmla="*/ 28289 h 111514"/>
                <a:gd name="connsiteX20" fmla="*/ 96947 w 151216"/>
                <a:gd name="connsiteY20" fmla="*/ 101 h 111514"/>
                <a:gd name="connsiteX21" fmla="*/ 55121 w 151216"/>
                <a:gd name="connsiteY21" fmla="*/ 22602 h 111514"/>
                <a:gd name="connsiteX22" fmla="*/ 28639 w 151216"/>
                <a:gd name="connsiteY22" fmla="*/ 101 h 111514"/>
                <a:gd name="connsiteX23" fmla="*/ 9088 w 151216"/>
                <a:gd name="connsiteY23" fmla="*/ 13453 h 111514"/>
                <a:gd name="connsiteX24" fmla="*/ 178 w 151216"/>
                <a:gd name="connsiteY24" fmla="*/ 37932 h 111514"/>
                <a:gd name="connsiteX25" fmla="*/ 4385 w 151216"/>
                <a:gd name="connsiteY25" fmla="*/ 41146 h 111514"/>
                <a:gd name="connsiteX26" fmla="*/ 9830 w 151216"/>
                <a:gd name="connsiteY26" fmla="*/ 33729 h 111514"/>
                <a:gd name="connsiteX27" fmla="*/ 27897 w 151216"/>
                <a:gd name="connsiteY27" fmla="*/ 7024 h 111514"/>
                <a:gd name="connsiteX28" fmla="*/ 36064 w 151216"/>
                <a:gd name="connsiteY28" fmla="*/ 19140 h 111514"/>
                <a:gd name="connsiteX29" fmla="*/ 32104 w 151216"/>
                <a:gd name="connsiteY29" fmla="*/ 39663 h 111514"/>
                <a:gd name="connsiteX30" fmla="*/ 26660 w 151216"/>
                <a:gd name="connsiteY30" fmla="*/ 61916 h 111514"/>
                <a:gd name="connsiteX31" fmla="*/ 18740 w 151216"/>
                <a:gd name="connsiteY31" fmla="*/ 93566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216" h="111514">
                  <a:moveTo>
                    <a:pt x="18740" y="93566"/>
                  </a:moveTo>
                  <a:cubicBezTo>
                    <a:pt x="17750" y="96780"/>
                    <a:pt x="16265" y="102962"/>
                    <a:pt x="16265" y="103703"/>
                  </a:cubicBezTo>
                  <a:cubicBezTo>
                    <a:pt x="16265" y="109143"/>
                    <a:pt x="20720" y="111616"/>
                    <a:pt x="24680" y="111616"/>
                  </a:cubicBezTo>
                  <a:cubicBezTo>
                    <a:pt x="29134" y="111616"/>
                    <a:pt x="33094" y="108401"/>
                    <a:pt x="34332" y="106176"/>
                  </a:cubicBezTo>
                  <a:cubicBezTo>
                    <a:pt x="35569" y="103951"/>
                    <a:pt x="37549" y="96038"/>
                    <a:pt x="38787" y="90846"/>
                  </a:cubicBezTo>
                  <a:cubicBezTo>
                    <a:pt x="40024" y="86148"/>
                    <a:pt x="42746" y="74774"/>
                    <a:pt x="44231" y="68592"/>
                  </a:cubicBezTo>
                  <a:cubicBezTo>
                    <a:pt x="45716" y="63153"/>
                    <a:pt x="47201" y="57713"/>
                    <a:pt x="48439" y="52026"/>
                  </a:cubicBezTo>
                  <a:cubicBezTo>
                    <a:pt x="51161" y="41888"/>
                    <a:pt x="51656" y="39910"/>
                    <a:pt x="58833" y="29772"/>
                  </a:cubicBezTo>
                  <a:cubicBezTo>
                    <a:pt x="65763" y="19882"/>
                    <a:pt x="77395" y="7024"/>
                    <a:pt x="95957" y="7024"/>
                  </a:cubicBezTo>
                  <a:cubicBezTo>
                    <a:pt x="110311" y="7024"/>
                    <a:pt x="110559" y="19635"/>
                    <a:pt x="110559" y="24333"/>
                  </a:cubicBezTo>
                  <a:cubicBezTo>
                    <a:pt x="110559" y="39168"/>
                    <a:pt x="99917" y="66614"/>
                    <a:pt x="95957" y="76999"/>
                  </a:cubicBezTo>
                  <a:cubicBezTo>
                    <a:pt x="93234" y="83922"/>
                    <a:pt x="92244" y="86148"/>
                    <a:pt x="92244" y="90351"/>
                  </a:cubicBezTo>
                  <a:cubicBezTo>
                    <a:pt x="92244" y="103456"/>
                    <a:pt x="103134" y="111616"/>
                    <a:pt x="115756" y="111616"/>
                  </a:cubicBezTo>
                  <a:cubicBezTo>
                    <a:pt x="140505" y="111616"/>
                    <a:pt x="151394" y="77494"/>
                    <a:pt x="151394" y="73785"/>
                  </a:cubicBezTo>
                  <a:cubicBezTo>
                    <a:pt x="151394" y="70570"/>
                    <a:pt x="148177" y="70570"/>
                    <a:pt x="147435" y="70570"/>
                  </a:cubicBezTo>
                  <a:cubicBezTo>
                    <a:pt x="143970" y="70570"/>
                    <a:pt x="143722" y="72054"/>
                    <a:pt x="142732" y="74774"/>
                  </a:cubicBezTo>
                  <a:cubicBezTo>
                    <a:pt x="137040" y="94555"/>
                    <a:pt x="126398" y="104692"/>
                    <a:pt x="116498" y="104692"/>
                  </a:cubicBezTo>
                  <a:cubicBezTo>
                    <a:pt x="111301" y="104692"/>
                    <a:pt x="110311" y="101231"/>
                    <a:pt x="110311" y="96038"/>
                  </a:cubicBezTo>
                  <a:cubicBezTo>
                    <a:pt x="110311" y="90351"/>
                    <a:pt x="111549" y="87137"/>
                    <a:pt x="116003" y="76010"/>
                  </a:cubicBezTo>
                  <a:cubicBezTo>
                    <a:pt x="118973" y="68345"/>
                    <a:pt x="129120" y="42135"/>
                    <a:pt x="129120" y="28289"/>
                  </a:cubicBezTo>
                  <a:cubicBezTo>
                    <a:pt x="129120" y="4305"/>
                    <a:pt x="110064" y="101"/>
                    <a:pt x="96947" y="101"/>
                  </a:cubicBezTo>
                  <a:cubicBezTo>
                    <a:pt x="76405" y="101"/>
                    <a:pt x="62546" y="12711"/>
                    <a:pt x="55121" y="22602"/>
                  </a:cubicBezTo>
                  <a:cubicBezTo>
                    <a:pt x="53388" y="5541"/>
                    <a:pt x="38787" y="101"/>
                    <a:pt x="28639" y="101"/>
                  </a:cubicBezTo>
                  <a:cubicBezTo>
                    <a:pt x="17997" y="101"/>
                    <a:pt x="12305" y="7766"/>
                    <a:pt x="9088" y="13453"/>
                  </a:cubicBezTo>
                  <a:cubicBezTo>
                    <a:pt x="3643" y="22602"/>
                    <a:pt x="178" y="36696"/>
                    <a:pt x="178" y="37932"/>
                  </a:cubicBezTo>
                  <a:cubicBezTo>
                    <a:pt x="178" y="41146"/>
                    <a:pt x="3643" y="41146"/>
                    <a:pt x="4385" y="41146"/>
                  </a:cubicBezTo>
                  <a:cubicBezTo>
                    <a:pt x="7850" y="41146"/>
                    <a:pt x="8098" y="40405"/>
                    <a:pt x="9830" y="33729"/>
                  </a:cubicBezTo>
                  <a:cubicBezTo>
                    <a:pt x="13543" y="19140"/>
                    <a:pt x="18245" y="7024"/>
                    <a:pt x="27897" y="7024"/>
                  </a:cubicBezTo>
                  <a:cubicBezTo>
                    <a:pt x="34332" y="7024"/>
                    <a:pt x="36064" y="12464"/>
                    <a:pt x="36064" y="19140"/>
                  </a:cubicBezTo>
                  <a:cubicBezTo>
                    <a:pt x="36064" y="23838"/>
                    <a:pt x="33837" y="32987"/>
                    <a:pt x="32104" y="39663"/>
                  </a:cubicBezTo>
                  <a:cubicBezTo>
                    <a:pt x="30372" y="46339"/>
                    <a:pt x="27897" y="56477"/>
                    <a:pt x="26660" y="61916"/>
                  </a:cubicBezTo>
                  <a:lnTo>
                    <a:pt x="18740" y="93566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CCCA5445-FBBE-A2CD-1596-434A214927CB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3500416" y="6476058"/>
              <a:ext cx="235115" cy="82655"/>
            </a:xfrm>
            <a:custGeom>
              <a:avLst/>
              <a:gdLst>
                <a:gd name="connsiteX0" fmla="*/ 223281 w 235115"/>
                <a:gd name="connsiteY0" fmla="*/ 14229 h 82655"/>
                <a:gd name="connsiteX1" fmla="*/ 235302 w 235115"/>
                <a:gd name="connsiteY1" fmla="*/ 7164 h 82655"/>
                <a:gd name="connsiteX2" fmla="*/ 223634 w 235115"/>
                <a:gd name="connsiteY2" fmla="*/ 100 h 82655"/>
                <a:gd name="connsiteX3" fmla="*/ 11854 w 235115"/>
                <a:gd name="connsiteY3" fmla="*/ 100 h 82655"/>
                <a:gd name="connsiteX4" fmla="*/ 186 w 235115"/>
                <a:gd name="connsiteY4" fmla="*/ 7164 h 82655"/>
                <a:gd name="connsiteX5" fmla="*/ 12207 w 235115"/>
                <a:gd name="connsiteY5" fmla="*/ 14229 h 82655"/>
                <a:gd name="connsiteX6" fmla="*/ 223281 w 235115"/>
                <a:gd name="connsiteY6" fmla="*/ 14229 h 82655"/>
                <a:gd name="connsiteX7" fmla="*/ 223634 w 235115"/>
                <a:gd name="connsiteY7" fmla="*/ 82755 h 82655"/>
                <a:gd name="connsiteX8" fmla="*/ 235302 w 235115"/>
                <a:gd name="connsiteY8" fmla="*/ 75691 h 82655"/>
                <a:gd name="connsiteX9" fmla="*/ 223281 w 235115"/>
                <a:gd name="connsiteY9" fmla="*/ 68626 h 82655"/>
                <a:gd name="connsiteX10" fmla="*/ 12207 w 235115"/>
                <a:gd name="connsiteY10" fmla="*/ 68626 h 82655"/>
                <a:gd name="connsiteX11" fmla="*/ 186 w 235115"/>
                <a:gd name="connsiteY11" fmla="*/ 75691 h 82655"/>
                <a:gd name="connsiteX12" fmla="*/ 11854 w 235115"/>
                <a:gd name="connsiteY12" fmla="*/ 82755 h 82655"/>
                <a:gd name="connsiteX13" fmla="*/ 223634 w 235115"/>
                <a:gd name="connsiteY13" fmla="*/ 82755 h 82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115" h="82655">
                  <a:moveTo>
                    <a:pt x="223281" y="14229"/>
                  </a:moveTo>
                  <a:cubicBezTo>
                    <a:pt x="228584" y="14229"/>
                    <a:pt x="235302" y="14229"/>
                    <a:pt x="235302" y="7164"/>
                  </a:cubicBezTo>
                  <a:cubicBezTo>
                    <a:pt x="235302" y="100"/>
                    <a:pt x="228584" y="100"/>
                    <a:pt x="223634" y="100"/>
                  </a:cubicBezTo>
                  <a:lnTo>
                    <a:pt x="11854" y="100"/>
                  </a:lnTo>
                  <a:cubicBezTo>
                    <a:pt x="6904" y="100"/>
                    <a:pt x="186" y="100"/>
                    <a:pt x="186" y="7164"/>
                  </a:cubicBezTo>
                  <a:cubicBezTo>
                    <a:pt x="186" y="14229"/>
                    <a:pt x="6904" y="14229"/>
                    <a:pt x="12207" y="14229"/>
                  </a:cubicBezTo>
                  <a:lnTo>
                    <a:pt x="223281" y="14229"/>
                  </a:lnTo>
                  <a:close/>
                  <a:moveTo>
                    <a:pt x="223634" y="82755"/>
                  </a:moveTo>
                  <a:cubicBezTo>
                    <a:pt x="228584" y="82755"/>
                    <a:pt x="235302" y="82755"/>
                    <a:pt x="235302" y="75691"/>
                  </a:cubicBezTo>
                  <a:cubicBezTo>
                    <a:pt x="235302" y="68626"/>
                    <a:pt x="228584" y="68626"/>
                    <a:pt x="223281" y="68626"/>
                  </a:cubicBezTo>
                  <a:lnTo>
                    <a:pt x="12207" y="68626"/>
                  </a:lnTo>
                  <a:cubicBezTo>
                    <a:pt x="6904" y="68626"/>
                    <a:pt x="186" y="68626"/>
                    <a:pt x="186" y="75691"/>
                  </a:cubicBezTo>
                  <a:cubicBezTo>
                    <a:pt x="186" y="82755"/>
                    <a:pt x="6904" y="82755"/>
                    <a:pt x="11854" y="82755"/>
                  </a:cubicBezTo>
                  <a:lnTo>
                    <a:pt x="223634" y="82755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B5EE67FE-FD41-1B31-9166-F627DE6FB59D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3867249" y="6453452"/>
              <a:ext cx="187031" cy="156127"/>
            </a:xfrm>
            <a:custGeom>
              <a:avLst/>
              <a:gdLst>
                <a:gd name="connsiteX0" fmla="*/ 169904 w 187031"/>
                <a:gd name="connsiteY0" fmla="*/ 20587 h 156127"/>
                <a:gd name="connsiteX1" fmla="*/ 187229 w 187031"/>
                <a:gd name="connsiteY1" fmla="*/ 8577 h 156127"/>
                <a:gd name="connsiteX2" fmla="*/ 173440 w 187031"/>
                <a:gd name="connsiteY2" fmla="*/ 100 h 156127"/>
                <a:gd name="connsiteX3" fmla="*/ 92829 w 187031"/>
                <a:gd name="connsiteY3" fmla="*/ 100 h 156127"/>
                <a:gd name="connsiteX4" fmla="*/ 197 w 187031"/>
                <a:gd name="connsiteY4" fmla="*/ 100417 h 156127"/>
                <a:gd name="connsiteX5" fmla="*/ 53230 w 187031"/>
                <a:gd name="connsiteY5" fmla="*/ 156227 h 156127"/>
                <a:gd name="connsiteX6" fmla="*/ 141973 w 187031"/>
                <a:gd name="connsiteY6" fmla="*/ 59089 h 156127"/>
                <a:gd name="connsiteX7" fmla="*/ 131013 w 187031"/>
                <a:gd name="connsiteY7" fmla="*/ 20587 h 156127"/>
                <a:gd name="connsiteX8" fmla="*/ 169904 w 187031"/>
                <a:gd name="connsiteY8" fmla="*/ 20587 h 156127"/>
                <a:gd name="connsiteX9" fmla="*/ 53584 w 187031"/>
                <a:gd name="connsiteY9" fmla="*/ 148456 h 156127"/>
                <a:gd name="connsiteX10" fmla="*/ 22117 w 187031"/>
                <a:gd name="connsiteY10" fmla="*/ 110307 h 156127"/>
                <a:gd name="connsiteX11" fmla="*/ 38735 w 187031"/>
                <a:gd name="connsiteY11" fmla="*/ 49905 h 156127"/>
                <a:gd name="connsiteX12" fmla="*/ 86818 w 187031"/>
                <a:gd name="connsiteY12" fmla="*/ 20587 h 156127"/>
                <a:gd name="connsiteX13" fmla="*/ 119346 w 187031"/>
                <a:gd name="connsiteY13" fmla="*/ 54850 h 156127"/>
                <a:gd name="connsiteX14" fmla="*/ 100253 w 187031"/>
                <a:gd name="connsiteY14" fmla="*/ 118432 h 156127"/>
                <a:gd name="connsiteX15" fmla="*/ 53584 w 187031"/>
                <a:gd name="connsiteY15" fmla="*/ 148456 h 15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7031" h="156127">
                  <a:moveTo>
                    <a:pt x="169904" y="20587"/>
                  </a:moveTo>
                  <a:cubicBezTo>
                    <a:pt x="174501" y="20587"/>
                    <a:pt x="187229" y="20587"/>
                    <a:pt x="187229" y="8577"/>
                  </a:cubicBezTo>
                  <a:cubicBezTo>
                    <a:pt x="187229" y="100"/>
                    <a:pt x="179804" y="100"/>
                    <a:pt x="173440" y="100"/>
                  </a:cubicBezTo>
                  <a:lnTo>
                    <a:pt x="92829" y="100"/>
                  </a:lnTo>
                  <a:cubicBezTo>
                    <a:pt x="39442" y="100"/>
                    <a:pt x="197" y="58383"/>
                    <a:pt x="197" y="100417"/>
                  </a:cubicBezTo>
                  <a:cubicBezTo>
                    <a:pt x="197" y="131501"/>
                    <a:pt x="21057" y="156227"/>
                    <a:pt x="53230" y="156227"/>
                  </a:cubicBezTo>
                  <a:cubicBezTo>
                    <a:pt x="94950" y="156227"/>
                    <a:pt x="141973" y="113486"/>
                    <a:pt x="141973" y="59089"/>
                  </a:cubicBezTo>
                  <a:cubicBezTo>
                    <a:pt x="141973" y="53084"/>
                    <a:pt x="141973" y="36129"/>
                    <a:pt x="131013" y="20587"/>
                  </a:cubicBezTo>
                  <a:lnTo>
                    <a:pt x="169904" y="20587"/>
                  </a:lnTo>
                  <a:close/>
                  <a:moveTo>
                    <a:pt x="53584" y="148456"/>
                  </a:moveTo>
                  <a:cubicBezTo>
                    <a:pt x="36260" y="148456"/>
                    <a:pt x="22117" y="135740"/>
                    <a:pt x="22117" y="110307"/>
                  </a:cubicBezTo>
                  <a:cubicBezTo>
                    <a:pt x="22117" y="99710"/>
                    <a:pt x="26360" y="70746"/>
                    <a:pt x="38735" y="49905"/>
                  </a:cubicBezTo>
                  <a:cubicBezTo>
                    <a:pt x="53584" y="25532"/>
                    <a:pt x="74797" y="20587"/>
                    <a:pt x="86818" y="20587"/>
                  </a:cubicBezTo>
                  <a:cubicBezTo>
                    <a:pt x="116517" y="20587"/>
                    <a:pt x="119346" y="43900"/>
                    <a:pt x="119346" y="54850"/>
                  </a:cubicBezTo>
                  <a:cubicBezTo>
                    <a:pt x="119346" y="71452"/>
                    <a:pt x="112274" y="100417"/>
                    <a:pt x="100253" y="118432"/>
                  </a:cubicBezTo>
                  <a:cubicBezTo>
                    <a:pt x="86465" y="139272"/>
                    <a:pt x="67373" y="148456"/>
                    <a:pt x="53584" y="148456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494A15BC-5C4D-CCD7-4B17-09FDDD155BD1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4162454" y="6340771"/>
              <a:ext cx="82025" cy="353229"/>
            </a:xfrm>
            <a:custGeom>
              <a:avLst/>
              <a:gdLst>
                <a:gd name="connsiteX0" fmla="*/ 82230 w 82025"/>
                <a:gd name="connsiteY0" fmla="*/ 349797 h 353229"/>
                <a:gd name="connsiteX1" fmla="*/ 76219 w 82025"/>
                <a:gd name="connsiteY1" fmla="*/ 342026 h 353229"/>
                <a:gd name="connsiteX2" fmla="*/ 20711 w 82025"/>
                <a:gd name="connsiteY2" fmla="*/ 176714 h 353229"/>
                <a:gd name="connsiteX3" fmla="*/ 77634 w 82025"/>
                <a:gd name="connsiteY3" fmla="*/ 9637 h 353229"/>
                <a:gd name="connsiteX4" fmla="*/ 82230 w 82025"/>
                <a:gd name="connsiteY4" fmla="*/ 3632 h 353229"/>
                <a:gd name="connsiteX5" fmla="*/ 78694 w 82025"/>
                <a:gd name="connsiteY5" fmla="*/ 100 h 353229"/>
                <a:gd name="connsiteX6" fmla="*/ 22479 w 82025"/>
                <a:gd name="connsiteY6" fmla="*/ 68979 h 353229"/>
                <a:gd name="connsiteX7" fmla="*/ 204 w 82025"/>
                <a:gd name="connsiteY7" fmla="*/ 176714 h 353229"/>
                <a:gd name="connsiteX8" fmla="*/ 23539 w 82025"/>
                <a:gd name="connsiteY8" fmla="*/ 286922 h 353229"/>
                <a:gd name="connsiteX9" fmla="*/ 78694 w 82025"/>
                <a:gd name="connsiteY9" fmla="*/ 353329 h 353229"/>
                <a:gd name="connsiteX10" fmla="*/ 82230 w 82025"/>
                <a:gd name="connsiteY10" fmla="*/ 349797 h 353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25" h="353229">
                  <a:moveTo>
                    <a:pt x="82230" y="349797"/>
                  </a:moveTo>
                  <a:cubicBezTo>
                    <a:pt x="82230" y="348737"/>
                    <a:pt x="82230" y="348031"/>
                    <a:pt x="76219" y="342026"/>
                  </a:cubicBezTo>
                  <a:cubicBezTo>
                    <a:pt x="32025" y="297519"/>
                    <a:pt x="20711" y="230759"/>
                    <a:pt x="20711" y="176714"/>
                  </a:cubicBezTo>
                  <a:cubicBezTo>
                    <a:pt x="20711" y="115252"/>
                    <a:pt x="34146" y="53791"/>
                    <a:pt x="77634" y="9637"/>
                  </a:cubicBezTo>
                  <a:cubicBezTo>
                    <a:pt x="82230" y="5398"/>
                    <a:pt x="82230" y="4692"/>
                    <a:pt x="82230" y="3632"/>
                  </a:cubicBezTo>
                  <a:cubicBezTo>
                    <a:pt x="82230" y="1159"/>
                    <a:pt x="80816" y="100"/>
                    <a:pt x="78694" y="100"/>
                  </a:cubicBezTo>
                  <a:cubicBezTo>
                    <a:pt x="75159" y="100"/>
                    <a:pt x="43338" y="24119"/>
                    <a:pt x="22479" y="68979"/>
                  </a:cubicBezTo>
                  <a:cubicBezTo>
                    <a:pt x="4447" y="107835"/>
                    <a:pt x="204" y="147043"/>
                    <a:pt x="204" y="176714"/>
                  </a:cubicBezTo>
                  <a:cubicBezTo>
                    <a:pt x="204" y="204266"/>
                    <a:pt x="4094" y="247007"/>
                    <a:pt x="23539" y="286922"/>
                  </a:cubicBezTo>
                  <a:cubicBezTo>
                    <a:pt x="44753" y="330369"/>
                    <a:pt x="75159" y="353329"/>
                    <a:pt x="78694" y="353329"/>
                  </a:cubicBezTo>
                  <a:cubicBezTo>
                    <a:pt x="80816" y="353329"/>
                    <a:pt x="82230" y="352269"/>
                    <a:pt x="82230" y="349797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F5FF30FE-2796-EFD5-F347-A523C6ED2C88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4273432" y="6363378"/>
              <a:ext cx="403055" cy="245141"/>
            </a:xfrm>
            <a:custGeom>
              <a:avLst/>
              <a:gdLst>
                <a:gd name="connsiteX0" fmla="*/ 369676 w 403055"/>
                <a:gd name="connsiteY0" fmla="*/ 25179 h 245141"/>
                <a:gd name="connsiteX1" fmla="*/ 383111 w 403055"/>
                <a:gd name="connsiteY1" fmla="*/ 17408 h 245141"/>
                <a:gd name="connsiteX2" fmla="*/ 403264 w 403055"/>
                <a:gd name="connsiteY2" fmla="*/ 16701 h 245141"/>
                <a:gd name="connsiteX3" fmla="*/ 403264 w 403055"/>
                <a:gd name="connsiteY3" fmla="*/ 100 h 245141"/>
                <a:gd name="connsiteX4" fmla="*/ 365433 w 403055"/>
                <a:gd name="connsiteY4" fmla="*/ 1159 h 245141"/>
                <a:gd name="connsiteX5" fmla="*/ 317349 w 403055"/>
                <a:gd name="connsiteY5" fmla="*/ 100 h 245141"/>
                <a:gd name="connsiteX6" fmla="*/ 317349 w 403055"/>
                <a:gd name="connsiteY6" fmla="*/ 16701 h 245141"/>
                <a:gd name="connsiteX7" fmla="*/ 353412 w 403055"/>
                <a:gd name="connsiteY7" fmla="*/ 20587 h 245141"/>
                <a:gd name="connsiteX8" fmla="*/ 292600 w 403055"/>
                <a:gd name="connsiteY8" fmla="*/ 178481 h 245141"/>
                <a:gd name="connsiteX9" fmla="*/ 230021 w 403055"/>
                <a:gd name="connsiteY9" fmla="*/ 16701 h 245141"/>
                <a:gd name="connsiteX10" fmla="*/ 263962 w 403055"/>
                <a:gd name="connsiteY10" fmla="*/ 16701 h 245141"/>
                <a:gd name="connsiteX11" fmla="*/ 263962 w 403055"/>
                <a:gd name="connsiteY11" fmla="*/ 100 h 245141"/>
                <a:gd name="connsiteX12" fmla="*/ 202090 w 403055"/>
                <a:gd name="connsiteY12" fmla="*/ 1159 h 245141"/>
                <a:gd name="connsiteX13" fmla="*/ 147995 w 403055"/>
                <a:gd name="connsiteY13" fmla="*/ 100 h 245141"/>
                <a:gd name="connsiteX14" fmla="*/ 147995 w 403055"/>
                <a:gd name="connsiteY14" fmla="*/ 16701 h 245141"/>
                <a:gd name="connsiteX15" fmla="*/ 178401 w 403055"/>
                <a:gd name="connsiteY15" fmla="*/ 16701 h 245141"/>
                <a:gd name="connsiteX16" fmla="*/ 192897 w 403055"/>
                <a:gd name="connsiteY16" fmla="*/ 54144 h 245141"/>
                <a:gd name="connsiteX17" fmla="*/ 144813 w 403055"/>
                <a:gd name="connsiteY17" fmla="*/ 178481 h 245141"/>
                <a:gd name="connsiteX18" fmla="*/ 82234 w 403055"/>
                <a:gd name="connsiteY18" fmla="*/ 16701 h 245141"/>
                <a:gd name="connsiteX19" fmla="*/ 116175 w 403055"/>
                <a:gd name="connsiteY19" fmla="*/ 16701 h 245141"/>
                <a:gd name="connsiteX20" fmla="*/ 116175 w 403055"/>
                <a:gd name="connsiteY20" fmla="*/ 100 h 245141"/>
                <a:gd name="connsiteX21" fmla="*/ 54303 w 403055"/>
                <a:gd name="connsiteY21" fmla="*/ 1159 h 245141"/>
                <a:gd name="connsiteX22" fmla="*/ 208 w 403055"/>
                <a:gd name="connsiteY22" fmla="*/ 100 h 245141"/>
                <a:gd name="connsiteX23" fmla="*/ 208 w 403055"/>
                <a:gd name="connsiteY23" fmla="*/ 16701 h 245141"/>
                <a:gd name="connsiteX24" fmla="*/ 30614 w 403055"/>
                <a:gd name="connsiteY24" fmla="*/ 16701 h 245141"/>
                <a:gd name="connsiteX25" fmla="*/ 115468 w 403055"/>
                <a:gd name="connsiteY25" fmla="*/ 236057 h 245141"/>
                <a:gd name="connsiteX26" fmla="*/ 127843 w 403055"/>
                <a:gd name="connsiteY26" fmla="*/ 245241 h 245141"/>
                <a:gd name="connsiteX27" fmla="*/ 140217 w 403055"/>
                <a:gd name="connsiteY27" fmla="*/ 236057 h 245141"/>
                <a:gd name="connsiteX28" fmla="*/ 201736 w 403055"/>
                <a:gd name="connsiteY28" fmla="*/ 77104 h 245141"/>
                <a:gd name="connsiteX29" fmla="*/ 263255 w 403055"/>
                <a:gd name="connsiteY29" fmla="*/ 236057 h 245141"/>
                <a:gd name="connsiteX30" fmla="*/ 275629 w 403055"/>
                <a:gd name="connsiteY30" fmla="*/ 245241 h 245141"/>
                <a:gd name="connsiteX31" fmla="*/ 288004 w 403055"/>
                <a:gd name="connsiteY31" fmla="*/ 236057 h 245141"/>
                <a:gd name="connsiteX32" fmla="*/ 369676 w 403055"/>
                <a:gd name="connsiteY32" fmla="*/ 25179 h 245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3055" h="245141">
                  <a:moveTo>
                    <a:pt x="369676" y="25179"/>
                  </a:moveTo>
                  <a:cubicBezTo>
                    <a:pt x="371797" y="19174"/>
                    <a:pt x="372151" y="18468"/>
                    <a:pt x="383111" y="17408"/>
                  </a:cubicBezTo>
                  <a:cubicBezTo>
                    <a:pt x="390182" y="16701"/>
                    <a:pt x="397607" y="16701"/>
                    <a:pt x="403264" y="16701"/>
                  </a:cubicBezTo>
                  <a:lnTo>
                    <a:pt x="403264" y="100"/>
                  </a:lnTo>
                  <a:cubicBezTo>
                    <a:pt x="393718" y="453"/>
                    <a:pt x="381343" y="1159"/>
                    <a:pt x="365433" y="1159"/>
                  </a:cubicBezTo>
                  <a:cubicBezTo>
                    <a:pt x="351998" y="1159"/>
                    <a:pt x="330077" y="1159"/>
                    <a:pt x="317349" y="100"/>
                  </a:cubicBezTo>
                  <a:lnTo>
                    <a:pt x="317349" y="16701"/>
                  </a:lnTo>
                  <a:cubicBezTo>
                    <a:pt x="326188" y="16701"/>
                    <a:pt x="343159" y="16701"/>
                    <a:pt x="353412" y="20587"/>
                  </a:cubicBezTo>
                  <a:lnTo>
                    <a:pt x="292600" y="178481"/>
                  </a:lnTo>
                  <a:lnTo>
                    <a:pt x="230021" y="16701"/>
                  </a:lnTo>
                  <a:lnTo>
                    <a:pt x="263962" y="16701"/>
                  </a:lnTo>
                  <a:lnTo>
                    <a:pt x="263962" y="100"/>
                  </a:lnTo>
                  <a:cubicBezTo>
                    <a:pt x="250527" y="1159"/>
                    <a:pt x="217292" y="1159"/>
                    <a:pt x="202090" y="1159"/>
                  </a:cubicBezTo>
                  <a:cubicBezTo>
                    <a:pt x="188301" y="1159"/>
                    <a:pt x="160370" y="1159"/>
                    <a:pt x="147995" y="100"/>
                  </a:cubicBezTo>
                  <a:lnTo>
                    <a:pt x="147995" y="16701"/>
                  </a:lnTo>
                  <a:lnTo>
                    <a:pt x="178401" y="16701"/>
                  </a:lnTo>
                  <a:lnTo>
                    <a:pt x="192897" y="54144"/>
                  </a:lnTo>
                  <a:lnTo>
                    <a:pt x="144813" y="178481"/>
                  </a:lnTo>
                  <a:lnTo>
                    <a:pt x="82234" y="16701"/>
                  </a:lnTo>
                  <a:lnTo>
                    <a:pt x="116175" y="16701"/>
                  </a:lnTo>
                  <a:lnTo>
                    <a:pt x="116175" y="100"/>
                  </a:lnTo>
                  <a:cubicBezTo>
                    <a:pt x="102740" y="1159"/>
                    <a:pt x="69506" y="1159"/>
                    <a:pt x="54303" y="1159"/>
                  </a:cubicBezTo>
                  <a:cubicBezTo>
                    <a:pt x="40514" y="1159"/>
                    <a:pt x="12583" y="1159"/>
                    <a:pt x="208" y="100"/>
                  </a:cubicBezTo>
                  <a:lnTo>
                    <a:pt x="208" y="16701"/>
                  </a:lnTo>
                  <a:lnTo>
                    <a:pt x="30614" y="16701"/>
                  </a:lnTo>
                  <a:lnTo>
                    <a:pt x="115468" y="236057"/>
                  </a:lnTo>
                  <a:cubicBezTo>
                    <a:pt x="117589" y="241709"/>
                    <a:pt x="119004" y="245241"/>
                    <a:pt x="127843" y="245241"/>
                  </a:cubicBezTo>
                  <a:cubicBezTo>
                    <a:pt x="136681" y="245241"/>
                    <a:pt x="138096" y="241709"/>
                    <a:pt x="140217" y="236057"/>
                  </a:cubicBezTo>
                  <a:lnTo>
                    <a:pt x="201736" y="77104"/>
                  </a:lnTo>
                  <a:lnTo>
                    <a:pt x="263255" y="236057"/>
                  </a:lnTo>
                  <a:cubicBezTo>
                    <a:pt x="265376" y="241709"/>
                    <a:pt x="266791" y="245241"/>
                    <a:pt x="275629" y="245241"/>
                  </a:cubicBezTo>
                  <a:cubicBezTo>
                    <a:pt x="284468" y="245241"/>
                    <a:pt x="285883" y="241709"/>
                    <a:pt x="288004" y="236057"/>
                  </a:cubicBezTo>
                  <a:lnTo>
                    <a:pt x="369676" y="25179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35A19605-80CF-4BBF-6082-B2451826D7DD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4696916" y="6549636"/>
              <a:ext cx="115082" cy="111514"/>
            </a:xfrm>
            <a:custGeom>
              <a:avLst/>
              <a:gdLst>
                <a:gd name="connsiteX0" fmla="*/ 46748 w 115082"/>
                <a:gd name="connsiteY0" fmla="*/ 59196 h 111514"/>
                <a:gd name="connsiteX1" fmla="*/ 53183 w 115082"/>
                <a:gd name="connsiteY1" fmla="*/ 34223 h 111514"/>
                <a:gd name="connsiteX2" fmla="*/ 68775 w 115082"/>
                <a:gd name="connsiteY2" fmla="*/ 13948 h 111514"/>
                <a:gd name="connsiteX3" fmla="*/ 88822 w 115082"/>
                <a:gd name="connsiteY3" fmla="*/ 7024 h 111514"/>
                <a:gd name="connsiteX4" fmla="*/ 102434 w 115082"/>
                <a:gd name="connsiteY4" fmla="*/ 10486 h 111514"/>
                <a:gd name="connsiteX5" fmla="*/ 91544 w 115082"/>
                <a:gd name="connsiteY5" fmla="*/ 24085 h 111514"/>
                <a:gd name="connsiteX6" fmla="*/ 101444 w 115082"/>
                <a:gd name="connsiteY6" fmla="*/ 33234 h 111514"/>
                <a:gd name="connsiteX7" fmla="*/ 115303 w 115082"/>
                <a:gd name="connsiteY7" fmla="*/ 18151 h 111514"/>
                <a:gd name="connsiteX8" fmla="*/ 89069 w 115082"/>
                <a:gd name="connsiteY8" fmla="*/ 101 h 111514"/>
                <a:gd name="connsiteX9" fmla="*/ 54173 w 115082"/>
                <a:gd name="connsiteY9" fmla="*/ 17657 h 111514"/>
                <a:gd name="connsiteX10" fmla="*/ 28682 w 115082"/>
                <a:gd name="connsiteY10" fmla="*/ 101 h 111514"/>
                <a:gd name="connsiteX11" fmla="*/ 9377 w 115082"/>
                <a:gd name="connsiteY11" fmla="*/ 12711 h 111514"/>
                <a:gd name="connsiteX12" fmla="*/ 220 w 115082"/>
                <a:gd name="connsiteY12" fmla="*/ 37932 h 111514"/>
                <a:gd name="connsiteX13" fmla="*/ 4428 w 115082"/>
                <a:gd name="connsiteY13" fmla="*/ 41146 h 111514"/>
                <a:gd name="connsiteX14" fmla="*/ 9872 w 115082"/>
                <a:gd name="connsiteY14" fmla="*/ 33729 h 111514"/>
                <a:gd name="connsiteX15" fmla="*/ 27939 w 115082"/>
                <a:gd name="connsiteY15" fmla="*/ 7024 h 111514"/>
                <a:gd name="connsiteX16" fmla="*/ 36106 w 115082"/>
                <a:gd name="connsiteY16" fmla="*/ 19140 h 111514"/>
                <a:gd name="connsiteX17" fmla="*/ 32146 w 115082"/>
                <a:gd name="connsiteY17" fmla="*/ 39663 h 111514"/>
                <a:gd name="connsiteX18" fmla="*/ 26702 w 115082"/>
                <a:gd name="connsiteY18" fmla="*/ 61916 h 111514"/>
                <a:gd name="connsiteX19" fmla="*/ 18782 w 115082"/>
                <a:gd name="connsiteY19" fmla="*/ 93566 h 111514"/>
                <a:gd name="connsiteX20" fmla="*/ 16307 w 115082"/>
                <a:gd name="connsiteY20" fmla="*/ 103703 h 111514"/>
                <a:gd name="connsiteX21" fmla="*/ 24722 w 115082"/>
                <a:gd name="connsiteY21" fmla="*/ 111616 h 111514"/>
                <a:gd name="connsiteX22" fmla="*/ 35364 w 115082"/>
                <a:gd name="connsiteY22" fmla="*/ 104445 h 111514"/>
                <a:gd name="connsiteX23" fmla="*/ 40066 w 115082"/>
                <a:gd name="connsiteY23" fmla="*/ 85901 h 111514"/>
                <a:gd name="connsiteX24" fmla="*/ 46748 w 115082"/>
                <a:gd name="connsiteY24" fmla="*/ 59196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82" h="111514">
                  <a:moveTo>
                    <a:pt x="46748" y="59196"/>
                  </a:moveTo>
                  <a:cubicBezTo>
                    <a:pt x="46996" y="57713"/>
                    <a:pt x="52688" y="35459"/>
                    <a:pt x="53183" y="34223"/>
                  </a:cubicBezTo>
                  <a:cubicBezTo>
                    <a:pt x="53678" y="32245"/>
                    <a:pt x="60855" y="19882"/>
                    <a:pt x="68775" y="13948"/>
                  </a:cubicBezTo>
                  <a:cubicBezTo>
                    <a:pt x="71497" y="11970"/>
                    <a:pt x="78180" y="7024"/>
                    <a:pt x="88822" y="7024"/>
                  </a:cubicBezTo>
                  <a:cubicBezTo>
                    <a:pt x="91297" y="7024"/>
                    <a:pt x="97484" y="7272"/>
                    <a:pt x="102434" y="10486"/>
                  </a:cubicBezTo>
                  <a:cubicBezTo>
                    <a:pt x="94514" y="12711"/>
                    <a:pt x="91544" y="19635"/>
                    <a:pt x="91544" y="24085"/>
                  </a:cubicBezTo>
                  <a:cubicBezTo>
                    <a:pt x="91544" y="29525"/>
                    <a:pt x="95751" y="33234"/>
                    <a:pt x="101444" y="33234"/>
                  </a:cubicBezTo>
                  <a:cubicBezTo>
                    <a:pt x="107136" y="33234"/>
                    <a:pt x="115303" y="28536"/>
                    <a:pt x="115303" y="18151"/>
                  </a:cubicBezTo>
                  <a:cubicBezTo>
                    <a:pt x="115303" y="5294"/>
                    <a:pt x="101691" y="101"/>
                    <a:pt x="89069" y="101"/>
                  </a:cubicBezTo>
                  <a:cubicBezTo>
                    <a:pt x="76200" y="101"/>
                    <a:pt x="65063" y="5294"/>
                    <a:pt x="54173" y="17657"/>
                  </a:cubicBezTo>
                  <a:cubicBezTo>
                    <a:pt x="49718" y="2574"/>
                    <a:pt x="34621" y="101"/>
                    <a:pt x="28682" y="101"/>
                  </a:cubicBezTo>
                  <a:cubicBezTo>
                    <a:pt x="19524" y="101"/>
                    <a:pt x="13337" y="5788"/>
                    <a:pt x="9377" y="12711"/>
                  </a:cubicBezTo>
                  <a:cubicBezTo>
                    <a:pt x="3685" y="22355"/>
                    <a:pt x="220" y="36696"/>
                    <a:pt x="220" y="37932"/>
                  </a:cubicBezTo>
                  <a:cubicBezTo>
                    <a:pt x="220" y="41146"/>
                    <a:pt x="3685" y="41146"/>
                    <a:pt x="4428" y="41146"/>
                  </a:cubicBezTo>
                  <a:cubicBezTo>
                    <a:pt x="7892" y="41146"/>
                    <a:pt x="8140" y="40405"/>
                    <a:pt x="9872" y="33729"/>
                  </a:cubicBezTo>
                  <a:cubicBezTo>
                    <a:pt x="13585" y="18646"/>
                    <a:pt x="18287" y="7024"/>
                    <a:pt x="27939" y="7024"/>
                  </a:cubicBezTo>
                  <a:cubicBezTo>
                    <a:pt x="34374" y="7024"/>
                    <a:pt x="36106" y="12464"/>
                    <a:pt x="36106" y="19140"/>
                  </a:cubicBezTo>
                  <a:cubicBezTo>
                    <a:pt x="36106" y="23838"/>
                    <a:pt x="33879" y="32987"/>
                    <a:pt x="32146" y="39663"/>
                  </a:cubicBezTo>
                  <a:cubicBezTo>
                    <a:pt x="30414" y="46339"/>
                    <a:pt x="27939" y="56477"/>
                    <a:pt x="26702" y="61916"/>
                  </a:cubicBezTo>
                  <a:lnTo>
                    <a:pt x="18782" y="93566"/>
                  </a:lnTo>
                  <a:cubicBezTo>
                    <a:pt x="17792" y="96780"/>
                    <a:pt x="16307" y="102962"/>
                    <a:pt x="16307" y="103703"/>
                  </a:cubicBezTo>
                  <a:cubicBezTo>
                    <a:pt x="16307" y="109143"/>
                    <a:pt x="20762" y="111616"/>
                    <a:pt x="24722" y="111616"/>
                  </a:cubicBezTo>
                  <a:cubicBezTo>
                    <a:pt x="28434" y="111616"/>
                    <a:pt x="33384" y="109390"/>
                    <a:pt x="35364" y="104445"/>
                  </a:cubicBezTo>
                  <a:cubicBezTo>
                    <a:pt x="35859" y="102962"/>
                    <a:pt x="38581" y="92082"/>
                    <a:pt x="40066" y="85901"/>
                  </a:cubicBezTo>
                  <a:lnTo>
                    <a:pt x="46748" y="59196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DF4B0442-896B-5F6B-9577-F9C718D2E570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4883568" y="6340771"/>
              <a:ext cx="48437" cy="353229"/>
            </a:xfrm>
            <a:custGeom>
              <a:avLst/>
              <a:gdLst>
                <a:gd name="connsiteX0" fmla="*/ 48662 w 48437"/>
                <a:gd name="connsiteY0" fmla="*/ 353329 h 353229"/>
                <a:gd name="connsiteX1" fmla="*/ 48662 w 48437"/>
                <a:gd name="connsiteY1" fmla="*/ 339200 h 353229"/>
                <a:gd name="connsiteX2" fmla="*/ 14367 w 48437"/>
                <a:gd name="connsiteY2" fmla="*/ 339200 h 353229"/>
                <a:gd name="connsiteX3" fmla="*/ 14367 w 48437"/>
                <a:gd name="connsiteY3" fmla="*/ 14229 h 353229"/>
                <a:gd name="connsiteX4" fmla="*/ 48662 w 48437"/>
                <a:gd name="connsiteY4" fmla="*/ 14229 h 353229"/>
                <a:gd name="connsiteX5" fmla="*/ 48662 w 48437"/>
                <a:gd name="connsiteY5" fmla="*/ 100 h 353229"/>
                <a:gd name="connsiteX6" fmla="*/ 225 w 48437"/>
                <a:gd name="connsiteY6" fmla="*/ 100 h 353229"/>
                <a:gd name="connsiteX7" fmla="*/ 225 w 48437"/>
                <a:gd name="connsiteY7" fmla="*/ 353329 h 353229"/>
                <a:gd name="connsiteX8" fmla="*/ 48662 w 48437"/>
                <a:gd name="connsiteY8" fmla="*/ 353329 h 353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37" h="353229">
                  <a:moveTo>
                    <a:pt x="48662" y="353329"/>
                  </a:moveTo>
                  <a:lnTo>
                    <a:pt x="48662" y="339200"/>
                  </a:lnTo>
                  <a:lnTo>
                    <a:pt x="14367" y="339200"/>
                  </a:lnTo>
                  <a:lnTo>
                    <a:pt x="14367" y="14229"/>
                  </a:lnTo>
                  <a:lnTo>
                    <a:pt x="48662" y="14229"/>
                  </a:lnTo>
                  <a:lnTo>
                    <a:pt x="48662" y="100"/>
                  </a:lnTo>
                  <a:lnTo>
                    <a:pt x="225" y="100"/>
                  </a:lnTo>
                  <a:lnTo>
                    <a:pt x="225" y="353329"/>
                  </a:lnTo>
                  <a:lnTo>
                    <a:pt x="48662" y="353329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DE4B9B99-2AD7-0DB4-94FA-97FA044D4BA7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4955969" y="6360552"/>
              <a:ext cx="201527" cy="245141"/>
            </a:xfrm>
            <a:custGeom>
              <a:avLst/>
              <a:gdLst>
                <a:gd name="connsiteX0" fmla="*/ 24623 w 201527"/>
                <a:gd name="connsiteY0" fmla="*/ 228639 h 245141"/>
                <a:gd name="connsiteX1" fmla="*/ 227 w 201527"/>
                <a:gd name="connsiteY1" fmla="*/ 228639 h 245141"/>
                <a:gd name="connsiteX2" fmla="*/ 227 w 201527"/>
                <a:gd name="connsiteY2" fmla="*/ 245241 h 245141"/>
                <a:gd name="connsiteX3" fmla="*/ 44776 w 201527"/>
                <a:gd name="connsiteY3" fmla="*/ 244181 h 245141"/>
                <a:gd name="connsiteX4" fmla="*/ 89324 w 201527"/>
                <a:gd name="connsiteY4" fmla="*/ 245241 h 245141"/>
                <a:gd name="connsiteX5" fmla="*/ 89324 w 201527"/>
                <a:gd name="connsiteY5" fmla="*/ 228639 h 245141"/>
                <a:gd name="connsiteX6" fmla="*/ 64928 w 201527"/>
                <a:gd name="connsiteY6" fmla="*/ 228639 h 245141"/>
                <a:gd name="connsiteX7" fmla="*/ 64928 w 201527"/>
                <a:gd name="connsiteY7" fmla="*/ 154814 h 245141"/>
                <a:gd name="connsiteX8" fmla="*/ 117608 w 201527"/>
                <a:gd name="connsiteY8" fmla="*/ 99004 h 245141"/>
                <a:gd name="connsiteX9" fmla="*/ 137054 w 201527"/>
                <a:gd name="connsiteY9" fmla="*/ 133267 h 245141"/>
                <a:gd name="connsiteX10" fmla="*/ 137054 w 201527"/>
                <a:gd name="connsiteY10" fmla="*/ 228639 h 245141"/>
                <a:gd name="connsiteX11" fmla="*/ 112659 w 201527"/>
                <a:gd name="connsiteY11" fmla="*/ 228639 h 245141"/>
                <a:gd name="connsiteX12" fmla="*/ 112659 w 201527"/>
                <a:gd name="connsiteY12" fmla="*/ 245241 h 245141"/>
                <a:gd name="connsiteX13" fmla="*/ 157207 w 201527"/>
                <a:gd name="connsiteY13" fmla="*/ 244181 h 245141"/>
                <a:gd name="connsiteX14" fmla="*/ 201755 w 201527"/>
                <a:gd name="connsiteY14" fmla="*/ 245241 h 245141"/>
                <a:gd name="connsiteX15" fmla="*/ 201755 w 201527"/>
                <a:gd name="connsiteY15" fmla="*/ 228639 h 245141"/>
                <a:gd name="connsiteX16" fmla="*/ 177360 w 201527"/>
                <a:gd name="connsiteY16" fmla="*/ 228639 h 245141"/>
                <a:gd name="connsiteX17" fmla="*/ 177360 w 201527"/>
                <a:gd name="connsiteY17" fmla="*/ 137153 h 245141"/>
                <a:gd name="connsiteX18" fmla="*/ 122912 w 201527"/>
                <a:gd name="connsiteY18" fmla="*/ 86288 h 245141"/>
                <a:gd name="connsiteX19" fmla="*/ 62807 w 201527"/>
                <a:gd name="connsiteY19" fmla="*/ 120904 h 245141"/>
                <a:gd name="connsiteX20" fmla="*/ 62807 w 201527"/>
                <a:gd name="connsiteY20" fmla="*/ 100 h 245141"/>
                <a:gd name="connsiteX21" fmla="*/ 227 w 201527"/>
                <a:gd name="connsiteY21" fmla="*/ 2925 h 245141"/>
                <a:gd name="connsiteX22" fmla="*/ 227 w 201527"/>
                <a:gd name="connsiteY22" fmla="*/ 19527 h 245141"/>
                <a:gd name="connsiteX23" fmla="*/ 24623 w 201527"/>
                <a:gd name="connsiteY23" fmla="*/ 33303 h 245141"/>
                <a:gd name="connsiteX24" fmla="*/ 24623 w 201527"/>
                <a:gd name="connsiteY24" fmla="*/ 228639 h 245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527" h="245141">
                  <a:moveTo>
                    <a:pt x="24623" y="228639"/>
                  </a:moveTo>
                  <a:lnTo>
                    <a:pt x="227" y="228639"/>
                  </a:lnTo>
                  <a:lnTo>
                    <a:pt x="227" y="245241"/>
                  </a:lnTo>
                  <a:cubicBezTo>
                    <a:pt x="10127" y="244888"/>
                    <a:pt x="31340" y="244181"/>
                    <a:pt x="44776" y="244181"/>
                  </a:cubicBezTo>
                  <a:cubicBezTo>
                    <a:pt x="58564" y="244181"/>
                    <a:pt x="79424" y="244888"/>
                    <a:pt x="89324" y="245241"/>
                  </a:cubicBezTo>
                  <a:lnTo>
                    <a:pt x="89324" y="228639"/>
                  </a:lnTo>
                  <a:lnTo>
                    <a:pt x="64928" y="228639"/>
                  </a:lnTo>
                  <a:lnTo>
                    <a:pt x="64928" y="154814"/>
                  </a:lnTo>
                  <a:cubicBezTo>
                    <a:pt x="64928" y="116312"/>
                    <a:pt x="95334" y="99004"/>
                    <a:pt x="117608" y="99004"/>
                  </a:cubicBezTo>
                  <a:cubicBezTo>
                    <a:pt x="129629" y="99004"/>
                    <a:pt x="137054" y="106422"/>
                    <a:pt x="137054" y="133267"/>
                  </a:cubicBezTo>
                  <a:lnTo>
                    <a:pt x="137054" y="228639"/>
                  </a:lnTo>
                  <a:lnTo>
                    <a:pt x="112659" y="228639"/>
                  </a:lnTo>
                  <a:lnTo>
                    <a:pt x="112659" y="245241"/>
                  </a:lnTo>
                  <a:cubicBezTo>
                    <a:pt x="122558" y="244888"/>
                    <a:pt x="143772" y="244181"/>
                    <a:pt x="157207" y="244181"/>
                  </a:cubicBezTo>
                  <a:cubicBezTo>
                    <a:pt x="170996" y="244181"/>
                    <a:pt x="191855" y="244888"/>
                    <a:pt x="201755" y="245241"/>
                  </a:cubicBezTo>
                  <a:lnTo>
                    <a:pt x="201755" y="228639"/>
                  </a:lnTo>
                  <a:lnTo>
                    <a:pt x="177360" y="228639"/>
                  </a:lnTo>
                  <a:lnTo>
                    <a:pt x="177360" y="137153"/>
                  </a:lnTo>
                  <a:cubicBezTo>
                    <a:pt x="177360" y="100064"/>
                    <a:pt x="158267" y="86288"/>
                    <a:pt x="122912" y="86288"/>
                  </a:cubicBezTo>
                  <a:cubicBezTo>
                    <a:pt x="88970" y="86288"/>
                    <a:pt x="70939" y="106775"/>
                    <a:pt x="62807" y="120904"/>
                  </a:cubicBezTo>
                  <a:lnTo>
                    <a:pt x="62807" y="100"/>
                  </a:lnTo>
                  <a:lnTo>
                    <a:pt x="227" y="2925"/>
                  </a:lnTo>
                  <a:lnTo>
                    <a:pt x="227" y="19527"/>
                  </a:lnTo>
                  <a:cubicBezTo>
                    <a:pt x="22148" y="19527"/>
                    <a:pt x="24623" y="19527"/>
                    <a:pt x="24623" y="33303"/>
                  </a:cubicBezTo>
                  <a:lnTo>
                    <a:pt x="24623" y="228639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045F26E4-ECFC-84CA-690C-B86FFE2AB66C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5171634" y="6484606"/>
              <a:ext cx="102955" cy="177038"/>
            </a:xfrm>
            <a:custGeom>
              <a:avLst/>
              <a:gdLst>
                <a:gd name="connsiteX0" fmla="*/ 23993 w 102955"/>
                <a:gd name="connsiteY0" fmla="*/ 140298 h 177038"/>
                <a:gd name="connsiteX1" fmla="*/ 55671 w 102955"/>
                <a:gd name="connsiteY1" fmla="*/ 177140 h 177038"/>
                <a:gd name="connsiteX2" fmla="*/ 81410 w 102955"/>
                <a:gd name="connsiteY2" fmla="*/ 168238 h 177038"/>
                <a:gd name="connsiteX3" fmla="*/ 98487 w 102955"/>
                <a:gd name="connsiteY3" fmla="*/ 153650 h 177038"/>
                <a:gd name="connsiteX4" fmla="*/ 94527 w 102955"/>
                <a:gd name="connsiteY4" fmla="*/ 148952 h 177038"/>
                <a:gd name="connsiteX5" fmla="*/ 89083 w 102955"/>
                <a:gd name="connsiteY5" fmla="*/ 152661 h 177038"/>
                <a:gd name="connsiteX6" fmla="*/ 55919 w 102955"/>
                <a:gd name="connsiteY6" fmla="*/ 170216 h 177038"/>
                <a:gd name="connsiteX7" fmla="*/ 39090 w 102955"/>
                <a:gd name="connsiteY7" fmla="*/ 136589 h 177038"/>
                <a:gd name="connsiteX8" fmla="*/ 39585 w 102955"/>
                <a:gd name="connsiteY8" fmla="*/ 128182 h 177038"/>
                <a:gd name="connsiteX9" fmla="*/ 42802 w 102955"/>
                <a:gd name="connsiteY9" fmla="*/ 122495 h 177038"/>
                <a:gd name="connsiteX10" fmla="*/ 103190 w 102955"/>
                <a:gd name="connsiteY10" fmla="*/ 21613 h 177038"/>
                <a:gd name="connsiteX11" fmla="*/ 86855 w 102955"/>
                <a:gd name="connsiteY11" fmla="*/ 101 h 177038"/>
                <a:gd name="connsiteX12" fmla="*/ 45772 w 102955"/>
                <a:gd name="connsiteY12" fmla="*/ 39416 h 177038"/>
                <a:gd name="connsiteX13" fmla="*/ 26468 w 102955"/>
                <a:gd name="connsiteY13" fmla="*/ 93071 h 177038"/>
                <a:gd name="connsiteX14" fmla="*/ 22755 w 102955"/>
                <a:gd name="connsiteY14" fmla="*/ 130407 h 177038"/>
                <a:gd name="connsiteX15" fmla="*/ 4441 w 102955"/>
                <a:gd name="connsiteY15" fmla="*/ 146727 h 177038"/>
                <a:gd name="connsiteX16" fmla="*/ 234 w 102955"/>
                <a:gd name="connsiteY16" fmla="*/ 151919 h 177038"/>
                <a:gd name="connsiteX17" fmla="*/ 4441 w 102955"/>
                <a:gd name="connsiteY17" fmla="*/ 156370 h 177038"/>
                <a:gd name="connsiteX18" fmla="*/ 14588 w 102955"/>
                <a:gd name="connsiteY18" fmla="*/ 148458 h 177038"/>
                <a:gd name="connsiteX19" fmla="*/ 23993 w 102955"/>
                <a:gd name="connsiteY19" fmla="*/ 140298 h 177038"/>
                <a:gd name="connsiteX20" fmla="*/ 41812 w 102955"/>
                <a:gd name="connsiteY20" fmla="*/ 112110 h 177038"/>
                <a:gd name="connsiteX21" fmla="*/ 86608 w 102955"/>
                <a:gd name="connsiteY21" fmla="*/ 7024 h 177038"/>
                <a:gd name="connsiteX22" fmla="*/ 95270 w 102955"/>
                <a:gd name="connsiteY22" fmla="*/ 19882 h 177038"/>
                <a:gd name="connsiteX23" fmla="*/ 73986 w 102955"/>
                <a:gd name="connsiteY23" fmla="*/ 75268 h 177038"/>
                <a:gd name="connsiteX24" fmla="*/ 41812 w 102955"/>
                <a:gd name="connsiteY24" fmla="*/ 112110 h 17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2955" h="177038">
                  <a:moveTo>
                    <a:pt x="23993" y="140298"/>
                  </a:moveTo>
                  <a:cubicBezTo>
                    <a:pt x="26468" y="156370"/>
                    <a:pt x="34635" y="177140"/>
                    <a:pt x="55671" y="177140"/>
                  </a:cubicBezTo>
                  <a:cubicBezTo>
                    <a:pt x="63591" y="177140"/>
                    <a:pt x="72501" y="173925"/>
                    <a:pt x="81410" y="168238"/>
                  </a:cubicBezTo>
                  <a:cubicBezTo>
                    <a:pt x="85618" y="165766"/>
                    <a:pt x="98487" y="156617"/>
                    <a:pt x="98487" y="153650"/>
                  </a:cubicBezTo>
                  <a:cubicBezTo>
                    <a:pt x="98487" y="152166"/>
                    <a:pt x="96755" y="148952"/>
                    <a:pt x="94527" y="148952"/>
                  </a:cubicBezTo>
                  <a:cubicBezTo>
                    <a:pt x="93290" y="148952"/>
                    <a:pt x="92795" y="148952"/>
                    <a:pt x="89083" y="152661"/>
                  </a:cubicBezTo>
                  <a:cubicBezTo>
                    <a:pt x="78441" y="162057"/>
                    <a:pt x="67056" y="170216"/>
                    <a:pt x="55919" y="170216"/>
                  </a:cubicBezTo>
                  <a:cubicBezTo>
                    <a:pt x="39090" y="170216"/>
                    <a:pt x="39090" y="141287"/>
                    <a:pt x="39090" y="136589"/>
                  </a:cubicBezTo>
                  <a:cubicBezTo>
                    <a:pt x="39090" y="133375"/>
                    <a:pt x="39090" y="132880"/>
                    <a:pt x="39585" y="128182"/>
                  </a:cubicBezTo>
                  <a:cubicBezTo>
                    <a:pt x="39832" y="125710"/>
                    <a:pt x="39832" y="125215"/>
                    <a:pt x="42802" y="122495"/>
                  </a:cubicBezTo>
                  <a:cubicBezTo>
                    <a:pt x="56414" y="109638"/>
                    <a:pt x="103190" y="64636"/>
                    <a:pt x="103190" y="21613"/>
                  </a:cubicBezTo>
                  <a:cubicBezTo>
                    <a:pt x="103190" y="17904"/>
                    <a:pt x="103190" y="101"/>
                    <a:pt x="86855" y="101"/>
                  </a:cubicBezTo>
                  <a:cubicBezTo>
                    <a:pt x="66314" y="101"/>
                    <a:pt x="49732" y="31998"/>
                    <a:pt x="45772" y="39416"/>
                  </a:cubicBezTo>
                  <a:cubicBezTo>
                    <a:pt x="34882" y="60433"/>
                    <a:pt x="29190" y="80708"/>
                    <a:pt x="26468" y="93071"/>
                  </a:cubicBezTo>
                  <a:cubicBezTo>
                    <a:pt x="22755" y="109638"/>
                    <a:pt x="22755" y="118292"/>
                    <a:pt x="22755" y="130407"/>
                  </a:cubicBezTo>
                  <a:cubicBezTo>
                    <a:pt x="21023" y="132138"/>
                    <a:pt x="6916" y="144749"/>
                    <a:pt x="4441" y="146727"/>
                  </a:cubicBezTo>
                  <a:cubicBezTo>
                    <a:pt x="481" y="150188"/>
                    <a:pt x="234" y="150436"/>
                    <a:pt x="234" y="151919"/>
                  </a:cubicBezTo>
                  <a:cubicBezTo>
                    <a:pt x="234" y="153650"/>
                    <a:pt x="2461" y="156370"/>
                    <a:pt x="4441" y="156370"/>
                  </a:cubicBezTo>
                  <a:cubicBezTo>
                    <a:pt x="6173" y="156370"/>
                    <a:pt x="12856" y="150188"/>
                    <a:pt x="14588" y="148458"/>
                  </a:cubicBezTo>
                  <a:lnTo>
                    <a:pt x="23993" y="140298"/>
                  </a:lnTo>
                  <a:close/>
                  <a:moveTo>
                    <a:pt x="41812" y="112110"/>
                  </a:moveTo>
                  <a:cubicBezTo>
                    <a:pt x="46267" y="86890"/>
                    <a:pt x="65819" y="7024"/>
                    <a:pt x="86608" y="7024"/>
                  </a:cubicBezTo>
                  <a:cubicBezTo>
                    <a:pt x="92300" y="7024"/>
                    <a:pt x="95270" y="10981"/>
                    <a:pt x="95270" y="19882"/>
                  </a:cubicBezTo>
                  <a:cubicBezTo>
                    <a:pt x="95270" y="22849"/>
                    <a:pt x="95270" y="44855"/>
                    <a:pt x="73986" y="75268"/>
                  </a:cubicBezTo>
                  <a:cubicBezTo>
                    <a:pt x="61364" y="93071"/>
                    <a:pt x="47752" y="106423"/>
                    <a:pt x="41812" y="112110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724BBBBF-D4DD-26F2-755C-19FAF1A4E83A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5332370" y="6453452"/>
              <a:ext cx="38537" cy="220415"/>
            </a:xfrm>
            <a:custGeom>
              <a:avLst/>
              <a:gdLst>
                <a:gd name="connsiteX0" fmla="*/ 37715 w 38537"/>
                <a:gd name="connsiteY0" fmla="*/ 18821 h 220415"/>
                <a:gd name="connsiteX1" fmla="*/ 18976 w 38537"/>
                <a:gd name="connsiteY1" fmla="*/ 100 h 220415"/>
                <a:gd name="connsiteX2" fmla="*/ 238 w 38537"/>
                <a:gd name="connsiteY2" fmla="*/ 18821 h 220415"/>
                <a:gd name="connsiteX3" fmla="*/ 18976 w 38537"/>
                <a:gd name="connsiteY3" fmla="*/ 37542 h 220415"/>
                <a:gd name="connsiteX4" fmla="*/ 37715 w 38537"/>
                <a:gd name="connsiteY4" fmla="*/ 18821 h 220415"/>
                <a:gd name="connsiteX5" fmla="*/ 30997 w 38537"/>
                <a:gd name="connsiteY5" fmla="*/ 148456 h 220415"/>
                <a:gd name="connsiteX6" fmla="*/ 8369 w 38537"/>
                <a:gd name="connsiteY6" fmla="*/ 212037 h 220415"/>
                <a:gd name="connsiteX7" fmla="*/ 5894 w 38537"/>
                <a:gd name="connsiteY7" fmla="*/ 216629 h 220415"/>
                <a:gd name="connsiteX8" fmla="*/ 9430 w 38537"/>
                <a:gd name="connsiteY8" fmla="*/ 220515 h 220415"/>
                <a:gd name="connsiteX9" fmla="*/ 38775 w 38537"/>
                <a:gd name="connsiteY9" fmla="*/ 151282 h 220415"/>
                <a:gd name="connsiteX10" fmla="*/ 18976 w 38537"/>
                <a:gd name="connsiteY10" fmla="*/ 114899 h 220415"/>
                <a:gd name="connsiteX11" fmla="*/ 238 w 38537"/>
                <a:gd name="connsiteY11" fmla="*/ 133620 h 220415"/>
                <a:gd name="connsiteX12" fmla="*/ 18976 w 38537"/>
                <a:gd name="connsiteY12" fmla="*/ 152342 h 220415"/>
                <a:gd name="connsiteX13" fmla="*/ 21805 w 38537"/>
                <a:gd name="connsiteY13" fmla="*/ 151988 h 220415"/>
                <a:gd name="connsiteX14" fmla="*/ 30997 w 38537"/>
                <a:gd name="connsiteY14" fmla="*/ 148456 h 220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37" h="220415">
                  <a:moveTo>
                    <a:pt x="37715" y="18821"/>
                  </a:moveTo>
                  <a:cubicBezTo>
                    <a:pt x="37715" y="8577"/>
                    <a:pt x="29229" y="100"/>
                    <a:pt x="18976" y="100"/>
                  </a:cubicBezTo>
                  <a:cubicBezTo>
                    <a:pt x="8723" y="100"/>
                    <a:pt x="238" y="8577"/>
                    <a:pt x="238" y="18821"/>
                  </a:cubicBezTo>
                  <a:cubicBezTo>
                    <a:pt x="238" y="29064"/>
                    <a:pt x="8723" y="37542"/>
                    <a:pt x="18976" y="37542"/>
                  </a:cubicBezTo>
                  <a:cubicBezTo>
                    <a:pt x="29229" y="37542"/>
                    <a:pt x="37715" y="29064"/>
                    <a:pt x="37715" y="18821"/>
                  </a:cubicBezTo>
                  <a:close/>
                  <a:moveTo>
                    <a:pt x="30997" y="148456"/>
                  </a:moveTo>
                  <a:cubicBezTo>
                    <a:pt x="30997" y="158346"/>
                    <a:pt x="30997" y="185898"/>
                    <a:pt x="8369" y="212037"/>
                  </a:cubicBezTo>
                  <a:cubicBezTo>
                    <a:pt x="5894" y="214863"/>
                    <a:pt x="5894" y="215570"/>
                    <a:pt x="5894" y="216629"/>
                  </a:cubicBezTo>
                  <a:cubicBezTo>
                    <a:pt x="5894" y="219102"/>
                    <a:pt x="7662" y="220515"/>
                    <a:pt x="9430" y="220515"/>
                  </a:cubicBezTo>
                  <a:cubicBezTo>
                    <a:pt x="13319" y="220515"/>
                    <a:pt x="38775" y="192256"/>
                    <a:pt x="38775" y="151282"/>
                  </a:cubicBezTo>
                  <a:cubicBezTo>
                    <a:pt x="38775" y="141038"/>
                    <a:pt x="38068" y="114899"/>
                    <a:pt x="18976" y="114899"/>
                  </a:cubicBezTo>
                  <a:cubicBezTo>
                    <a:pt x="6602" y="114899"/>
                    <a:pt x="238" y="124436"/>
                    <a:pt x="238" y="133620"/>
                  </a:cubicBezTo>
                  <a:cubicBezTo>
                    <a:pt x="238" y="142804"/>
                    <a:pt x="6248" y="152342"/>
                    <a:pt x="18976" y="152342"/>
                  </a:cubicBezTo>
                  <a:cubicBezTo>
                    <a:pt x="20744" y="152342"/>
                    <a:pt x="21451" y="152342"/>
                    <a:pt x="21805" y="151988"/>
                  </a:cubicBezTo>
                  <a:cubicBezTo>
                    <a:pt x="24279" y="151635"/>
                    <a:pt x="28169" y="150929"/>
                    <a:pt x="30997" y="148456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4876E03F-90A8-987F-6F2C-A41CE12CBE23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5475010" y="6360552"/>
              <a:ext cx="201527" cy="245141"/>
            </a:xfrm>
            <a:custGeom>
              <a:avLst/>
              <a:gdLst>
                <a:gd name="connsiteX0" fmla="*/ 24637 w 201527"/>
                <a:gd name="connsiteY0" fmla="*/ 228639 h 245141"/>
                <a:gd name="connsiteX1" fmla="*/ 242 w 201527"/>
                <a:gd name="connsiteY1" fmla="*/ 228639 h 245141"/>
                <a:gd name="connsiteX2" fmla="*/ 242 w 201527"/>
                <a:gd name="connsiteY2" fmla="*/ 245241 h 245141"/>
                <a:gd name="connsiteX3" fmla="*/ 44790 w 201527"/>
                <a:gd name="connsiteY3" fmla="*/ 244181 h 245141"/>
                <a:gd name="connsiteX4" fmla="*/ 89338 w 201527"/>
                <a:gd name="connsiteY4" fmla="*/ 245241 h 245141"/>
                <a:gd name="connsiteX5" fmla="*/ 89338 w 201527"/>
                <a:gd name="connsiteY5" fmla="*/ 228639 h 245141"/>
                <a:gd name="connsiteX6" fmla="*/ 64943 w 201527"/>
                <a:gd name="connsiteY6" fmla="*/ 228639 h 245141"/>
                <a:gd name="connsiteX7" fmla="*/ 64943 w 201527"/>
                <a:gd name="connsiteY7" fmla="*/ 154814 h 245141"/>
                <a:gd name="connsiteX8" fmla="*/ 117623 w 201527"/>
                <a:gd name="connsiteY8" fmla="*/ 99004 h 245141"/>
                <a:gd name="connsiteX9" fmla="*/ 137069 w 201527"/>
                <a:gd name="connsiteY9" fmla="*/ 133267 h 245141"/>
                <a:gd name="connsiteX10" fmla="*/ 137069 w 201527"/>
                <a:gd name="connsiteY10" fmla="*/ 228639 h 245141"/>
                <a:gd name="connsiteX11" fmla="*/ 112673 w 201527"/>
                <a:gd name="connsiteY11" fmla="*/ 228639 h 245141"/>
                <a:gd name="connsiteX12" fmla="*/ 112673 w 201527"/>
                <a:gd name="connsiteY12" fmla="*/ 245241 h 245141"/>
                <a:gd name="connsiteX13" fmla="*/ 157221 w 201527"/>
                <a:gd name="connsiteY13" fmla="*/ 244181 h 245141"/>
                <a:gd name="connsiteX14" fmla="*/ 201770 w 201527"/>
                <a:gd name="connsiteY14" fmla="*/ 245241 h 245141"/>
                <a:gd name="connsiteX15" fmla="*/ 201770 w 201527"/>
                <a:gd name="connsiteY15" fmla="*/ 228639 h 245141"/>
                <a:gd name="connsiteX16" fmla="*/ 177374 w 201527"/>
                <a:gd name="connsiteY16" fmla="*/ 228639 h 245141"/>
                <a:gd name="connsiteX17" fmla="*/ 177374 w 201527"/>
                <a:gd name="connsiteY17" fmla="*/ 137153 h 245141"/>
                <a:gd name="connsiteX18" fmla="*/ 122926 w 201527"/>
                <a:gd name="connsiteY18" fmla="*/ 86288 h 245141"/>
                <a:gd name="connsiteX19" fmla="*/ 62822 w 201527"/>
                <a:gd name="connsiteY19" fmla="*/ 120904 h 245141"/>
                <a:gd name="connsiteX20" fmla="*/ 62822 w 201527"/>
                <a:gd name="connsiteY20" fmla="*/ 100 h 245141"/>
                <a:gd name="connsiteX21" fmla="*/ 242 w 201527"/>
                <a:gd name="connsiteY21" fmla="*/ 2925 h 245141"/>
                <a:gd name="connsiteX22" fmla="*/ 242 w 201527"/>
                <a:gd name="connsiteY22" fmla="*/ 19527 h 245141"/>
                <a:gd name="connsiteX23" fmla="*/ 24637 w 201527"/>
                <a:gd name="connsiteY23" fmla="*/ 33303 h 245141"/>
                <a:gd name="connsiteX24" fmla="*/ 24637 w 201527"/>
                <a:gd name="connsiteY24" fmla="*/ 228639 h 245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527" h="245141">
                  <a:moveTo>
                    <a:pt x="24637" y="228639"/>
                  </a:moveTo>
                  <a:lnTo>
                    <a:pt x="242" y="228639"/>
                  </a:lnTo>
                  <a:lnTo>
                    <a:pt x="242" y="245241"/>
                  </a:lnTo>
                  <a:cubicBezTo>
                    <a:pt x="10142" y="244888"/>
                    <a:pt x="31355" y="244181"/>
                    <a:pt x="44790" y="244181"/>
                  </a:cubicBezTo>
                  <a:cubicBezTo>
                    <a:pt x="58579" y="244181"/>
                    <a:pt x="79439" y="244888"/>
                    <a:pt x="89338" y="245241"/>
                  </a:cubicBezTo>
                  <a:lnTo>
                    <a:pt x="89338" y="228639"/>
                  </a:lnTo>
                  <a:lnTo>
                    <a:pt x="64943" y="228639"/>
                  </a:lnTo>
                  <a:lnTo>
                    <a:pt x="64943" y="154814"/>
                  </a:lnTo>
                  <a:cubicBezTo>
                    <a:pt x="64943" y="116312"/>
                    <a:pt x="95349" y="99004"/>
                    <a:pt x="117623" y="99004"/>
                  </a:cubicBezTo>
                  <a:cubicBezTo>
                    <a:pt x="129644" y="99004"/>
                    <a:pt x="137069" y="106422"/>
                    <a:pt x="137069" y="133267"/>
                  </a:cubicBezTo>
                  <a:lnTo>
                    <a:pt x="137069" y="228639"/>
                  </a:lnTo>
                  <a:lnTo>
                    <a:pt x="112673" y="228639"/>
                  </a:lnTo>
                  <a:lnTo>
                    <a:pt x="112673" y="245241"/>
                  </a:lnTo>
                  <a:cubicBezTo>
                    <a:pt x="122573" y="244888"/>
                    <a:pt x="143786" y="244181"/>
                    <a:pt x="157221" y="244181"/>
                  </a:cubicBezTo>
                  <a:cubicBezTo>
                    <a:pt x="171010" y="244181"/>
                    <a:pt x="191870" y="244888"/>
                    <a:pt x="201770" y="245241"/>
                  </a:cubicBezTo>
                  <a:lnTo>
                    <a:pt x="201770" y="228639"/>
                  </a:lnTo>
                  <a:lnTo>
                    <a:pt x="177374" y="228639"/>
                  </a:lnTo>
                  <a:lnTo>
                    <a:pt x="177374" y="137153"/>
                  </a:lnTo>
                  <a:cubicBezTo>
                    <a:pt x="177374" y="100064"/>
                    <a:pt x="158282" y="86288"/>
                    <a:pt x="122926" y="86288"/>
                  </a:cubicBezTo>
                  <a:cubicBezTo>
                    <a:pt x="88985" y="86288"/>
                    <a:pt x="70953" y="106775"/>
                    <a:pt x="62822" y="120904"/>
                  </a:cubicBezTo>
                  <a:lnTo>
                    <a:pt x="62822" y="100"/>
                  </a:lnTo>
                  <a:lnTo>
                    <a:pt x="242" y="2925"/>
                  </a:lnTo>
                  <a:lnTo>
                    <a:pt x="242" y="19527"/>
                  </a:lnTo>
                  <a:cubicBezTo>
                    <a:pt x="22163" y="19527"/>
                    <a:pt x="24637" y="19527"/>
                    <a:pt x="24637" y="33303"/>
                  </a:cubicBezTo>
                  <a:lnTo>
                    <a:pt x="24637" y="228639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87D38B53-D00A-979C-F872-39453F694FA4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5696614" y="6549636"/>
              <a:ext cx="115082" cy="111514"/>
            </a:xfrm>
            <a:custGeom>
              <a:avLst/>
              <a:gdLst>
                <a:gd name="connsiteX0" fmla="*/ 46776 w 115082"/>
                <a:gd name="connsiteY0" fmla="*/ 59196 h 111514"/>
                <a:gd name="connsiteX1" fmla="*/ 53211 w 115082"/>
                <a:gd name="connsiteY1" fmla="*/ 34223 h 111514"/>
                <a:gd name="connsiteX2" fmla="*/ 68803 w 115082"/>
                <a:gd name="connsiteY2" fmla="*/ 13948 h 111514"/>
                <a:gd name="connsiteX3" fmla="*/ 88850 w 115082"/>
                <a:gd name="connsiteY3" fmla="*/ 7024 h 111514"/>
                <a:gd name="connsiteX4" fmla="*/ 102462 w 115082"/>
                <a:gd name="connsiteY4" fmla="*/ 10486 h 111514"/>
                <a:gd name="connsiteX5" fmla="*/ 91572 w 115082"/>
                <a:gd name="connsiteY5" fmla="*/ 24085 h 111514"/>
                <a:gd name="connsiteX6" fmla="*/ 101472 w 115082"/>
                <a:gd name="connsiteY6" fmla="*/ 33234 h 111514"/>
                <a:gd name="connsiteX7" fmla="*/ 115331 w 115082"/>
                <a:gd name="connsiteY7" fmla="*/ 18151 h 111514"/>
                <a:gd name="connsiteX8" fmla="*/ 89097 w 115082"/>
                <a:gd name="connsiteY8" fmla="*/ 101 h 111514"/>
                <a:gd name="connsiteX9" fmla="*/ 54201 w 115082"/>
                <a:gd name="connsiteY9" fmla="*/ 17657 h 111514"/>
                <a:gd name="connsiteX10" fmla="*/ 28710 w 115082"/>
                <a:gd name="connsiteY10" fmla="*/ 101 h 111514"/>
                <a:gd name="connsiteX11" fmla="*/ 9405 w 115082"/>
                <a:gd name="connsiteY11" fmla="*/ 12711 h 111514"/>
                <a:gd name="connsiteX12" fmla="*/ 248 w 115082"/>
                <a:gd name="connsiteY12" fmla="*/ 37932 h 111514"/>
                <a:gd name="connsiteX13" fmla="*/ 4456 w 115082"/>
                <a:gd name="connsiteY13" fmla="*/ 41146 h 111514"/>
                <a:gd name="connsiteX14" fmla="*/ 9900 w 115082"/>
                <a:gd name="connsiteY14" fmla="*/ 33729 h 111514"/>
                <a:gd name="connsiteX15" fmla="*/ 27967 w 115082"/>
                <a:gd name="connsiteY15" fmla="*/ 7024 h 111514"/>
                <a:gd name="connsiteX16" fmla="*/ 36134 w 115082"/>
                <a:gd name="connsiteY16" fmla="*/ 19140 h 111514"/>
                <a:gd name="connsiteX17" fmla="*/ 32175 w 115082"/>
                <a:gd name="connsiteY17" fmla="*/ 39663 h 111514"/>
                <a:gd name="connsiteX18" fmla="*/ 26730 w 115082"/>
                <a:gd name="connsiteY18" fmla="*/ 61916 h 111514"/>
                <a:gd name="connsiteX19" fmla="*/ 18810 w 115082"/>
                <a:gd name="connsiteY19" fmla="*/ 93566 h 111514"/>
                <a:gd name="connsiteX20" fmla="*/ 16335 w 115082"/>
                <a:gd name="connsiteY20" fmla="*/ 103703 h 111514"/>
                <a:gd name="connsiteX21" fmla="*/ 24750 w 115082"/>
                <a:gd name="connsiteY21" fmla="*/ 111616 h 111514"/>
                <a:gd name="connsiteX22" fmla="*/ 35392 w 115082"/>
                <a:gd name="connsiteY22" fmla="*/ 104445 h 111514"/>
                <a:gd name="connsiteX23" fmla="*/ 40094 w 115082"/>
                <a:gd name="connsiteY23" fmla="*/ 85901 h 111514"/>
                <a:gd name="connsiteX24" fmla="*/ 46776 w 115082"/>
                <a:gd name="connsiteY24" fmla="*/ 59196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82" h="111514">
                  <a:moveTo>
                    <a:pt x="46776" y="59196"/>
                  </a:moveTo>
                  <a:cubicBezTo>
                    <a:pt x="47024" y="57713"/>
                    <a:pt x="52716" y="35459"/>
                    <a:pt x="53211" y="34223"/>
                  </a:cubicBezTo>
                  <a:cubicBezTo>
                    <a:pt x="53706" y="32245"/>
                    <a:pt x="60883" y="19882"/>
                    <a:pt x="68803" y="13948"/>
                  </a:cubicBezTo>
                  <a:cubicBezTo>
                    <a:pt x="71526" y="11970"/>
                    <a:pt x="78208" y="7024"/>
                    <a:pt x="88850" y="7024"/>
                  </a:cubicBezTo>
                  <a:cubicBezTo>
                    <a:pt x="91325" y="7024"/>
                    <a:pt x="97512" y="7272"/>
                    <a:pt x="102462" y="10486"/>
                  </a:cubicBezTo>
                  <a:cubicBezTo>
                    <a:pt x="94542" y="12711"/>
                    <a:pt x="91572" y="19635"/>
                    <a:pt x="91572" y="24085"/>
                  </a:cubicBezTo>
                  <a:cubicBezTo>
                    <a:pt x="91572" y="29525"/>
                    <a:pt x="95780" y="33234"/>
                    <a:pt x="101472" y="33234"/>
                  </a:cubicBezTo>
                  <a:cubicBezTo>
                    <a:pt x="107164" y="33234"/>
                    <a:pt x="115331" y="28536"/>
                    <a:pt x="115331" y="18151"/>
                  </a:cubicBezTo>
                  <a:cubicBezTo>
                    <a:pt x="115331" y="5294"/>
                    <a:pt x="101719" y="101"/>
                    <a:pt x="89097" y="101"/>
                  </a:cubicBezTo>
                  <a:cubicBezTo>
                    <a:pt x="76228" y="101"/>
                    <a:pt x="65091" y="5294"/>
                    <a:pt x="54201" y="17657"/>
                  </a:cubicBezTo>
                  <a:cubicBezTo>
                    <a:pt x="49746" y="2574"/>
                    <a:pt x="34649" y="101"/>
                    <a:pt x="28710" y="101"/>
                  </a:cubicBezTo>
                  <a:cubicBezTo>
                    <a:pt x="19553" y="101"/>
                    <a:pt x="13365" y="5788"/>
                    <a:pt x="9405" y="12711"/>
                  </a:cubicBezTo>
                  <a:cubicBezTo>
                    <a:pt x="3713" y="22355"/>
                    <a:pt x="248" y="36696"/>
                    <a:pt x="248" y="37932"/>
                  </a:cubicBezTo>
                  <a:cubicBezTo>
                    <a:pt x="248" y="41146"/>
                    <a:pt x="3713" y="41146"/>
                    <a:pt x="4456" y="41146"/>
                  </a:cubicBezTo>
                  <a:cubicBezTo>
                    <a:pt x="7921" y="41146"/>
                    <a:pt x="8168" y="40405"/>
                    <a:pt x="9900" y="33729"/>
                  </a:cubicBezTo>
                  <a:cubicBezTo>
                    <a:pt x="13613" y="18646"/>
                    <a:pt x="18315" y="7024"/>
                    <a:pt x="27967" y="7024"/>
                  </a:cubicBezTo>
                  <a:cubicBezTo>
                    <a:pt x="34402" y="7024"/>
                    <a:pt x="36134" y="12464"/>
                    <a:pt x="36134" y="19140"/>
                  </a:cubicBezTo>
                  <a:cubicBezTo>
                    <a:pt x="36134" y="23838"/>
                    <a:pt x="33907" y="32987"/>
                    <a:pt x="32175" y="39663"/>
                  </a:cubicBezTo>
                  <a:cubicBezTo>
                    <a:pt x="30442" y="46339"/>
                    <a:pt x="27967" y="56477"/>
                    <a:pt x="26730" y="61916"/>
                  </a:cubicBezTo>
                  <a:lnTo>
                    <a:pt x="18810" y="93566"/>
                  </a:lnTo>
                  <a:cubicBezTo>
                    <a:pt x="17820" y="96780"/>
                    <a:pt x="16335" y="102962"/>
                    <a:pt x="16335" y="103703"/>
                  </a:cubicBezTo>
                  <a:cubicBezTo>
                    <a:pt x="16335" y="109143"/>
                    <a:pt x="20790" y="111616"/>
                    <a:pt x="24750" y="111616"/>
                  </a:cubicBezTo>
                  <a:cubicBezTo>
                    <a:pt x="28462" y="111616"/>
                    <a:pt x="33412" y="109390"/>
                    <a:pt x="35392" y="104445"/>
                  </a:cubicBezTo>
                  <a:cubicBezTo>
                    <a:pt x="35887" y="102962"/>
                    <a:pt x="38609" y="92082"/>
                    <a:pt x="40094" y="85901"/>
                  </a:cubicBezTo>
                  <a:lnTo>
                    <a:pt x="46776" y="59196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F266B62-D2CA-F2F8-A91F-41FE7FB097AB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5849325" y="6340771"/>
              <a:ext cx="48437" cy="353229"/>
            </a:xfrm>
            <a:custGeom>
              <a:avLst/>
              <a:gdLst>
                <a:gd name="connsiteX0" fmla="*/ 48690 w 48437"/>
                <a:gd name="connsiteY0" fmla="*/ 100 h 353229"/>
                <a:gd name="connsiteX1" fmla="*/ 253 w 48437"/>
                <a:gd name="connsiteY1" fmla="*/ 100 h 353229"/>
                <a:gd name="connsiteX2" fmla="*/ 253 w 48437"/>
                <a:gd name="connsiteY2" fmla="*/ 14229 h 353229"/>
                <a:gd name="connsiteX3" fmla="*/ 34548 w 48437"/>
                <a:gd name="connsiteY3" fmla="*/ 14229 h 353229"/>
                <a:gd name="connsiteX4" fmla="*/ 34548 w 48437"/>
                <a:gd name="connsiteY4" fmla="*/ 339200 h 353229"/>
                <a:gd name="connsiteX5" fmla="*/ 253 w 48437"/>
                <a:gd name="connsiteY5" fmla="*/ 339200 h 353229"/>
                <a:gd name="connsiteX6" fmla="*/ 253 w 48437"/>
                <a:gd name="connsiteY6" fmla="*/ 353329 h 353229"/>
                <a:gd name="connsiteX7" fmla="*/ 48690 w 48437"/>
                <a:gd name="connsiteY7" fmla="*/ 353329 h 353229"/>
                <a:gd name="connsiteX8" fmla="*/ 48690 w 48437"/>
                <a:gd name="connsiteY8" fmla="*/ 100 h 353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37" h="353229">
                  <a:moveTo>
                    <a:pt x="48690" y="100"/>
                  </a:moveTo>
                  <a:lnTo>
                    <a:pt x="253" y="100"/>
                  </a:lnTo>
                  <a:lnTo>
                    <a:pt x="253" y="14229"/>
                  </a:lnTo>
                  <a:lnTo>
                    <a:pt x="34548" y="14229"/>
                  </a:lnTo>
                  <a:lnTo>
                    <a:pt x="34548" y="339200"/>
                  </a:lnTo>
                  <a:lnTo>
                    <a:pt x="253" y="339200"/>
                  </a:lnTo>
                  <a:lnTo>
                    <a:pt x="253" y="353329"/>
                  </a:lnTo>
                  <a:lnTo>
                    <a:pt x="48690" y="353329"/>
                  </a:lnTo>
                  <a:lnTo>
                    <a:pt x="48690" y="100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D7BCF597-AB31-0F4B-78E1-49E6256D287F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6038123" y="6399761"/>
              <a:ext cx="235115" cy="235250"/>
            </a:xfrm>
            <a:custGeom>
              <a:avLst/>
              <a:gdLst>
                <a:gd name="connsiteX0" fmla="*/ 125063 w 235115"/>
                <a:gd name="connsiteY0" fmla="*/ 124790 h 235250"/>
                <a:gd name="connsiteX1" fmla="*/ 223706 w 235115"/>
                <a:gd name="connsiteY1" fmla="*/ 124790 h 235250"/>
                <a:gd name="connsiteX2" fmla="*/ 235373 w 235115"/>
                <a:gd name="connsiteY2" fmla="*/ 117725 h 235250"/>
                <a:gd name="connsiteX3" fmla="*/ 223706 w 235115"/>
                <a:gd name="connsiteY3" fmla="*/ 110660 h 235250"/>
                <a:gd name="connsiteX4" fmla="*/ 125063 w 235115"/>
                <a:gd name="connsiteY4" fmla="*/ 110660 h 235250"/>
                <a:gd name="connsiteX5" fmla="*/ 125063 w 235115"/>
                <a:gd name="connsiteY5" fmla="*/ 11756 h 235250"/>
                <a:gd name="connsiteX6" fmla="*/ 117992 w 235115"/>
                <a:gd name="connsiteY6" fmla="*/ 100 h 235250"/>
                <a:gd name="connsiteX7" fmla="*/ 110921 w 235115"/>
                <a:gd name="connsiteY7" fmla="*/ 11756 h 235250"/>
                <a:gd name="connsiteX8" fmla="*/ 110921 w 235115"/>
                <a:gd name="connsiteY8" fmla="*/ 110660 h 235250"/>
                <a:gd name="connsiteX9" fmla="*/ 11925 w 235115"/>
                <a:gd name="connsiteY9" fmla="*/ 110660 h 235250"/>
                <a:gd name="connsiteX10" fmla="*/ 258 w 235115"/>
                <a:gd name="connsiteY10" fmla="*/ 117725 h 235250"/>
                <a:gd name="connsiteX11" fmla="*/ 11925 w 235115"/>
                <a:gd name="connsiteY11" fmla="*/ 124790 h 235250"/>
                <a:gd name="connsiteX12" fmla="*/ 110921 w 235115"/>
                <a:gd name="connsiteY12" fmla="*/ 124790 h 235250"/>
                <a:gd name="connsiteX13" fmla="*/ 110921 w 235115"/>
                <a:gd name="connsiteY13" fmla="*/ 223694 h 235250"/>
                <a:gd name="connsiteX14" fmla="*/ 117992 w 235115"/>
                <a:gd name="connsiteY14" fmla="*/ 235350 h 235250"/>
                <a:gd name="connsiteX15" fmla="*/ 125063 w 235115"/>
                <a:gd name="connsiteY15" fmla="*/ 223694 h 235250"/>
                <a:gd name="connsiteX16" fmla="*/ 125063 w 235115"/>
                <a:gd name="connsiteY16" fmla="*/ 124790 h 235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115" h="235250">
                  <a:moveTo>
                    <a:pt x="125063" y="124790"/>
                  </a:moveTo>
                  <a:lnTo>
                    <a:pt x="223706" y="124790"/>
                  </a:lnTo>
                  <a:cubicBezTo>
                    <a:pt x="228656" y="124790"/>
                    <a:pt x="235373" y="124790"/>
                    <a:pt x="235373" y="117725"/>
                  </a:cubicBezTo>
                  <a:cubicBezTo>
                    <a:pt x="235373" y="110660"/>
                    <a:pt x="228656" y="110660"/>
                    <a:pt x="223706" y="110660"/>
                  </a:cubicBezTo>
                  <a:lnTo>
                    <a:pt x="125063" y="110660"/>
                  </a:lnTo>
                  <a:lnTo>
                    <a:pt x="125063" y="11756"/>
                  </a:lnTo>
                  <a:cubicBezTo>
                    <a:pt x="125063" y="6811"/>
                    <a:pt x="125063" y="100"/>
                    <a:pt x="117992" y="100"/>
                  </a:cubicBezTo>
                  <a:cubicBezTo>
                    <a:pt x="110921" y="100"/>
                    <a:pt x="110921" y="6811"/>
                    <a:pt x="110921" y="11756"/>
                  </a:cubicBezTo>
                  <a:lnTo>
                    <a:pt x="110921" y="110660"/>
                  </a:lnTo>
                  <a:lnTo>
                    <a:pt x="11925" y="110660"/>
                  </a:lnTo>
                  <a:cubicBezTo>
                    <a:pt x="6975" y="110660"/>
                    <a:pt x="258" y="110660"/>
                    <a:pt x="258" y="117725"/>
                  </a:cubicBezTo>
                  <a:cubicBezTo>
                    <a:pt x="258" y="124790"/>
                    <a:pt x="6975" y="124790"/>
                    <a:pt x="11925" y="124790"/>
                  </a:cubicBezTo>
                  <a:lnTo>
                    <a:pt x="110921" y="124790"/>
                  </a:lnTo>
                  <a:lnTo>
                    <a:pt x="110921" y="223694"/>
                  </a:lnTo>
                  <a:cubicBezTo>
                    <a:pt x="110921" y="228639"/>
                    <a:pt x="110921" y="235350"/>
                    <a:pt x="117992" y="235350"/>
                  </a:cubicBezTo>
                  <a:cubicBezTo>
                    <a:pt x="125063" y="235350"/>
                    <a:pt x="125063" y="228639"/>
                    <a:pt x="125063" y="223694"/>
                  </a:cubicBezTo>
                  <a:lnTo>
                    <a:pt x="125063" y="124790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58274C2E-426B-F154-95F2-BCA07C47223A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6384961" y="6360552"/>
              <a:ext cx="199052" cy="247260"/>
            </a:xfrm>
            <a:custGeom>
              <a:avLst/>
              <a:gdLst>
                <a:gd name="connsiteX0" fmla="*/ 62847 w 199052"/>
                <a:gd name="connsiteY0" fmla="*/ 103596 h 247260"/>
                <a:gd name="connsiteX1" fmla="*/ 62847 w 199052"/>
                <a:gd name="connsiteY1" fmla="*/ 100 h 247260"/>
                <a:gd name="connsiteX2" fmla="*/ 268 w 199052"/>
                <a:gd name="connsiteY2" fmla="*/ 2925 h 247260"/>
                <a:gd name="connsiteX3" fmla="*/ 268 w 199052"/>
                <a:gd name="connsiteY3" fmla="*/ 19527 h 247260"/>
                <a:gd name="connsiteX4" fmla="*/ 24663 w 199052"/>
                <a:gd name="connsiteY4" fmla="*/ 33303 h 247260"/>
                <a:gd name="connsiteX5" fmla="*/ 24663 w 199052"/>
                <a:gd name="connsiteY5" fmla="*/ 245241 h 247260"/>
                <a:gd name="connsiteX6" fmla="*/ 41280 w 199052"/>
                <a:gd name="connsiteY6" fmla="*/ 245241 h 247260"/>
                <a:gd name="connsiteX7" fmla="*/ 58605 w 199052"/>
                <a:gd name="connsiteY7" fmla="*/ 225460 h 247260"/>
                <a:gd name="connsiteX8" fmla="*/ 110224 w 199052"/>
                <a:gd name="connsiteY8" fmla="*/ 247360 h 247260"/>
                <a:gd name="connsiteX9" fmla="*/ 199320 w 199052"/>
                <a:gd name="connsiteY9" fmla="*/ 166471 h 247260"/>
                <a:gd name="connsiteX10" fmla="*/ 114820 w 199052"/>
                <a:gd name="connsiteY10" fmla="*/ 86288 h 247260"/>
                <a:gd name="connsiteX11" fmla="*/ 62847 w 199052"/>
                <a:gd name="connsiteY11" fmla="*/ 103596 h 247260"/>
                <a:gd name="connsiteX12" fmla="*/ 64969 w 199052"/>
                <a:gd name="connsiteY12" fmla="*/ 210271 h 247260"/>
                <a:gd name="connsiteX13" fmla="*/ 64969 w 199052"/>
                <a:gd name="connsiteY13" fmla="*/ 121611 h 247260"/>
                <a:gd name="connsiteX14" fmla="*/ 110931 w 199052"/>
                <a:gd name="connsiteY14" fmla="*/ 99004 h 247260"/>
                <a:gd name="connsiteX15" fmla="*/ 154065 w 199052"/>
                <a:gd name="connsiteY15" fmla="*/ 166471 h 247260"/>
                <a:gd name="connsiteX16" fmla="*/ 144873 w 199052"/>
                <a:gd name="connsiteY16" fmla="*/ 216276 h 247260"/>
                <a:gd name="connsiteX17" fmla="*/ 107042 w 199052"/>
                <a:gd name="connsiteY17" fmla="*/ 234644 h 247260"/>
                <a:gd name="connsiteX18" fmla="*/ 64969 w 199052"/>
                <a:gd name="connsiteY18" fmla="*/ 210271 h 247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052" h="247260">
                  <a:moveTo>
                    <a:pt x="62847" y="103596"/>
                  </a:moveTo>
                  <a:lnTo>
                    <a:pt x="62847" y="100"/>
                  </a:lnTo>
                  <a:lnTo>
                    <a:pt x="268" y="2925"/>
                  </a:lnTo>
                  <a:lnTo>
                    <a:pt x="268" y="19527"/>
                  </a:lnTo>
                  <a:cubicBezTo>
                    <a:pt x="22188" y="19527"/>
                    <a:pt x="24663" y="19527"/>
                    <a:pt x="24663" y="33303"/>
                  </a:cubicBezTo>
                  <a:lnTo>
                    <a:pt x="24663" y="245241"/>
                  </a:lnTo>
                  <a:lnTo>
                    <a:pt x="41280" y="245241"/>
                  </a:lnTo>
                  <a:lnTo>
                    <a:pt x="58605" y="225460"/>
                  </a:lnTo>
                  <a:cubicBezTo>
                    <a:pt x="61433" y="228286"/>
                    <a:pt x="78757" y="247360"/>
                    <a:pt x="110224" y="247360"/>
                  </a:cubicBezTo>
                  <a:cubicBezTo>
                    <a:pt x="162904" y="247360"/>
                    <a:pt x="199320" y="215570"/>
                    <a:pt x="199320" y="166471"/>
                  </a:cubicBezTo>
                  <a:cubicBezTo>
                    <a:pt x="199320" y="119491"/>
                    <a:pt x="166086" y="86288"/>
                    <a:pt x="114820" y="86288"/>
                  </a:cubicBezTo>
                  <a:cubicBezTo>
                    <a:pt x="89011" y="86288"/>
                    <a:pt x="71333" y="96531"/>
                    <a:pt x="62847" y="103596"/>
                  </a:cubicBezTo>
                  <a:close/>
                  <a:moveTo>
                    <a:pt x="64969" y="210271"/>
                  </a:moveTo>
                  <a:lnTo>
                    <a:pt x="64969" y="121611"/>
                  </a:lnTo>
                  <a:cubicBezTo>
                    <a:pt x="74515" y="109248"/>
                    <a:pt x="91485" y="99004"/>
                    <a:pt x="110931" y="99004"/>
                  </a:cubicBezTo>
                  <a:cubicBezTo>
                    <a:pt x="154065" y="99004"/>
                    <a:pt x="154065" y="141745"/>
                    <a:pt x="154065" y="166471"/>
                  </a:cubicBezTo>
                  <a:cubicBezTo>
                    <a:pt x="154065" y="183072"/>
                    <a:pt x="154065" y="202500"/>
                    <a:pt x="144873" y="216276"/>
                  </a:cubicBezTo>
                  <a:cubicBezTo>
                    <a:pt x="134619" y="230759"/>
                    <a:pt x="118356" y="234644"/>
                    <a:pt x="107042" y="234644"/>
                  </a:cubicBezTo>
                  <a:cubicBezTo>
                    <a:pt x="82293" y="234644"/>
                    <a:pt x="68504" y="215570"/>
                    <a:pt x="64969" y="210271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E5FBE652-BA71-DE3D-EAE8-1581FD0F8B17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6609394" y="6549636"/>
              <a:ext cx="115082" cy="111514"/>
            </a:xfrm>
            <a:custGeom>
              <a:avLst/>
              <a:gdLst>
                <a:gd name="connsiteX0" fmla="*/ 46802 w 115082"/>
                <a:gd name="connsiteY0" fmla="*/ 59196 h 111514"/>
                <a:gd name="connsiteX1" fmla="*/ 53237 w 115082"/>
                <a:gd name="connsiteY1" fmla="*/ 34223 h 111514"/>
                <a:gd name="connsiteX2" fmla="*/ 68829 w 115082"/>
                <a:gd name="connsiteY2" fmla="*/ 13948 h 111514"/>
                <a:gd name="connsiteX3" fmla="*/ 88876 w 115082"/>
                <a:gd name="connsiteY3" fmla="*/ 7024 h 111514"/>
                <a:gd name="connsiteX4" fmla="*/ 102487 w 115082"/>
                <a:gd name="connsiteY4" fmla="*/ 10486 h 111514"/>
                <a:gd name="connsiteX5" fmla="*/ 91598 w 115082"/>
                <a:gd name="connsiteY5" fmla="*/ 24085 h 111514"/>
                <a:gd name="connsiteX6" fmla="*/ 101498 w 115082"/>
                <a:gd name="connsiteY6" fmla="*/ 33234 h 111514"/>
                <a:gd name="connsiteX7" fmla="*/ 115357 w 115082"/>
                <a:gd name="connsiteY7" fmla="*/ 18151 h 111514"/>
                <a:gd name="connsiteX8" fmla="*/ 89123 w 115082"/>
                <a:gd name="connsiteY8" fmla="*/ 101 h 111514"/>
                <a:gd name="connsiteX9" fmla="*/ 54227 w 115082"/>
                <a:gd name="connsiteY9" fmla="*/ 17657 h 111514"/>
                <a:gd name="connsiteX10" fmla="*/ 28735 w 115082"/>
                <a:gd name="connsiteY10" fmla="*/ 101 h 111514"/>
                <a:gd name="connsiteX11" fmla="*/ 9431 w 115082"/>
                <a:gd name="connsiteY11" fmla="*/ 12711 h 111514"/>
                <a:gd name="connsiteX12" fmla="*/ 274 w 115082"/>
                <a:gd name="connsiteY12" fmla="*/ 37932 h 111514"/>
                <a:gd name="connsiteX13" fmla="*/ 4481 w 115082"/>
                <a:gd name="connsiteY13" fmla="*/ 41146 h 111514"/>
                <a:gd name="connsiteX14" fmla="*/ 9926 w 115082"/>
                <a:gd name="connsiteY14" fmla="*/ 33729 h 111514"/>
                <a:gd name="connsiteX15" fmla="*/ 27993 w 115082"/>
                <a:gd name="connsiteY15" fmla="*/ 7024 h 111514"/>
                <a:gd name="connsiteX16" fmla="*/ 36160 w 115082"/>
                <a:gd name="connsiteY16" fmla="*/ 19140 h 111514"/>
                <a:gd name="connsiteX17" fmla="*/ 32200 w 115082"/>
                <a:gd name="connsiteY17" fmla="*/ 39663 h 111514"/>
                <a:gd name="connsiteX18" fmla="*/ 26756 w 115082"/>
                <a:gd name="connsiteY18" fmla="*/ 61916 h 111514"/>
                <a:gd name="connsiteX19" fmla="*/ 18836 w 115082"/>
                <a:gd name="connsiteY19" fmla="*/ 93566 h 111514"/>
                <a:gd name="connsiteX20" fmla="*/ 16361 w 115082"/>
                <a:gd name="connsiteY20" fmla="*/ 103703 h 111514"/>
                <a:gd name="connsiteX21" fmla="*/ 24776 w 115082"/>
                <a:gd name="connsiteY21" fmla="*/ 111616 h 111514"/>
                <a:gd name="connsiteX22" fmla="*/ 35418 w 115082"/>
                <a:gd name="connsiteY22" fmla="*/ 104445 h 111514"/>
                <a:gd name="connsiteX23" fmla="*/ 40120 w 115082"/>
                <a:gd name="connsiteY23" fmla="*/ 85901 h 111514"/>
                <a:gd name="connsiteX24" fmla="*/ 46802 w 115082"/>
                <a:gd name="connsiteY24" fmla="*/ 59196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82" h="111514">
                  <a:moveTo>
                    <a:pt x="46802" y="59196"/>
                  </a:moveTo>
                  <a:cubicBezTo>
                    <a:pt x="47050" y="57713"/>
                    <a:pt x="52742" y="35459"/>
                    <a:pt x="53237" y="34223"/>
                  </a:cubicBezTo>
                  <a:cubicBezTo>
                    <a:pt x="53732" y="32245"/>
                    <a:pt x="60909" y="19882"/>
                    <a:pt x="68829" y="13948"/>
                  </a:cubicBezTo>
                  <a:cubicBezTo>
                    <a:pt x="71551" y="11970"/>
                    <a:pt x="78233" y="7024"/>
                    <a:pt x="88876" y="7024"/>
                  </a:cubicBezTo>
                  <a:cubicBezTo>
                    <a:pt x="91350" y="7024"/>
                    <a:pt x="97538" y="7272"/>
                    <a:pt x="102487" y="10486"/>
                  </a:cubicBezTo>
                  <a:cubicBezTo>
                    <a:pt x="94568" y="12711"/>
                    <a:pt x="91598" y="19635"/>
                    <a:pt x="91598" y="24085"/>
                  </a:cubicBezTo>
                  <a:cubicBezTo>
                    <a:pt x="91598" y="29525"/>
                    <a:pt x="95805" y="33234"/>
                    <a:pt x="101498" y="33234"/>
                  </a:cubicBezTo>
                  <a:cubicBezTo>
                    <a:pt x="107190" y="33234"/>
                    <a:pt x="115357" y="28536"/>
                    <a:pt x="115357" y="18151"/>
                  </a:cubicBezTo>
                  <a:cubicBezTo>
                    <a:pt x="115357" y="5294"/>
                    <a:pt x="101745" y="101"/>
                    <a:pt x="89123" y="101"/>
                  </a:cubicBezTo>
                  <a:cubicBezTo>
                    <a:pt x="76254" y="101"/>
                    <a:pt x="65116" y="5294"/>
                    <a:pt x="54227" y="17657"/>
                  </a:cubicBezTo>
                  <a:cubicBezTo>
                    <a:pt x="49772" y="2574"/>
                    <a:pt x="34675" y="101"/>
                    <a:pt x="28735" y="101"/>
                  </a:cubicBezTo>
                  <a:cubicBezTo>
                    <a:pt x="19578" y="101"/>
                    <a:pt x="13391" y="5788"/>
                    <a:pt x="9431" y="12711"/>
                  </a:cubicBezTo>
                  <a:cubicBezTo>
                    <a:pt x="3739" y="22355"/>
                    <a:pt x="274" y="36696"/>
                    <a:pt x="274" y="37932"/>
                  </a:cubicBezTo>
                  <a:cubicBezTo>
                    <a:pt x="274" y="41146"/>
                    <a:pt x="3739" y="41146"/>
                    <a:pt x="4481" y="41146"/>
                  </a:cubicBezTo>
                  <a:cubicBezTo>
                    <a:pt x="7946" y="41146"/>
                    <a:pt x="8194" y="40405"/>
                    <a:pt x="9926" y="33729"/>
                  </a:cubicBezTo>
                  <a:cubicBezTo>
                    <a:pt x="13639" y="18646"/>
                    <a:pt x="18341" y="7024"/>
                    <a:pt x="27993" y="7024"/>
                  </a:cubicBezTo>
                  <a:cubicBezTo>
                    <a:pt x="34428" y="7024"/>
                    <a:pt x="36160" y="12464"/>
                    <a:pt x="36160" y="19140"/>
                  </a:cubicBezTo>
                  <a:cubicBezTo>
                    <a:pt x="36160" y="23838"/>
                    <a:pt x="33933" y="32987"/>
                    <a:pt x="32200" y="39663"/>
                  </a:cubicBezTo>
                  <a:cubicBezTo>
                    <a:pt x="30468" y="46339"/>
                    <a:pt x="27993" y="56477"/>
                    <a:pt x="26756" y="61916"/>
                  </a:cubicBezTo>
                  <a:lnTo>
                    <a:pt x="18836" y="93566"/>
                  </a:lnTo>
                  <a:cubicBezTo>
                    <a:pt x="17846" y="96780"/>
                    <a:pt x="16361" y="102962"/>
                    <a:pt x="16361" y="103703"/>
                  </a:cubicBezTo>
                  <a:cubicBezTo>
                    <a:pt x="16361" y="109143"/>
                    <a:pt x="20816" y="111616"/>
                    <a:pt x="24776" y="111616"/>
                  </a:cubicBezTo>
                  <a:cubicBezTo>
                    <a:pt x="28488" y="111616"/>
                    <a:pt x="33438" y="109390"/>
                    <a:pt x="35418" y="104445"/>
                  </a:cubicBezTo>
                  <a:cubicBezTo>
                    <a:pt x="35913" y="102962"/>
                    <a:pt x="38635" y="92082"/>
                    <a:pt x="40120" y="85901"/>
                  </a:cubicBezTo>
                  <a:lnTo>
                    <a:pt x="46802" y="59196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200B72FB-08EC-66A9-50B8-D72533174C62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6774479" y="6340771"/>
              <a:ext cx="82025" cy="353229"/>
            </a:xfrm>
            <a:custGeom>
              <a:avLst/>
              <a:gdLst>
                <a:gd name="connsiteX0" fmla="*/ 82304 w 82025"/>
                <a:gd name="connsiteY0" fmla="*/ 176714 h 353229"/>
                <a:gd name="connsiteX1" fmla="*/ 58969 w 82025"/>
                <a:gd name="connsiteY1" fmla="*/ 66507 h 353229"/>
                <a:gd name="connsiteX2" fmla="*/ 3814 w 82025"/>
                <a:gd name="connsiteY2" fmla="*/ 100 h 353229"/>
                <a:gd name="connsiteX3" fmla="*/ 279 w 82025"/>
                <a:gd name="connsiteY3" fmla="*/ 3632 h 353229"/>
                <a:gd name="connsiteX4" fmla="*/ 6996 w 82025"/>
                <a:gd name="connsiteY4" fmla="*/ 11756 h 353229"/>
                <a:gd name="connsiteX5" fmla="*/ 61797 w 82025"/>
                <a:gd name="connsiteY5" fmla="*/ 176714 h 353229"/>
                <a:gd name="connsiteX6" fmla="*/ 4875 w 82025"/>
                <a:gd name="connsiteY6" fmla="*/ 343792 h 353229"/>
                <a:gd name="connsiteX7" fmla="*/ 279 w 82025"/>
                <a:gd name="connsiteY7" fmla="*/ 349797 h 353229"/>
                <a:gd name="connsiteX8" fmla="*/ 3814 w 82025"/>
                <a:gd name="connsiteY8" fmla="*/ 353329 h 353229"/>
                <a:gd name="connsiteX9" fmla="*/ 60030 w 82025"/>
                <a:gd name="connsiteY9" fmla="*/ 284449 h 353229"/>
                <a:gd name="connsiteX10" fmla="*/ 82304 w 82025"/>
                <a:gd name="connsiteY10" fmla="*/ 176714 h 353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25" h="353229">
                  <a:moveTo>
                    <a:pt x="82304" y="176714"/>
                  </a:moveTo>
                  <a:cubicBezTo>
                    <a:pt x="82304" y="149162"/>
                    <a:pt x="78415" y="106422"/>
                    <a:pt x="58969" y="66507"/>
                  </a:cubicBezTo>
                  <a:cubicBezTo>
                    <a:pt x="37756" y="23060"/>
                    <a:pt x="7350" y="100"/>
                    <a:pt x="3814" y="100"/>
                  </a:cubicBezTo>
                  <a:cubicBezTo>
                    <a:pt x="1693" y="100"/>
                    <a:pt x="279" y="1513"/>
                    <a:pt x="279" y="3632"/>
                  </a:cubicBezTo>
                  <a:cubicBezTo>
                    <a:pt x="279" y="4692"/>
                    <a:pt x="279" y="5398"/>
                    <a:pt x="6996" y="11756"/>
                  </a:cubicBezTo>
                  <a:cubicBezTo>
                    <a:pt x="41645" y="46726"/>
                    <a:pt x="61797" y="102889"/>
                    <a:pt x="61797" y="176714"/>
                  </a:cubicBezTo>
                  <a:cubicBezTo>
                    <a:pt x="61797" y="237117"/>
                    <a:pt x="48716" y="299285"/>
                    <a:pt x="4875" y="343792"/>
                  </a:cubicBezTo>
                  <a:cubicBezTo>
                    <a:pt x="279" y="348031"/>
                    <a:pt x="279" y="348737"/>
                    <a:pt x="279" y="349797"/>
                  </a:cubicBezTo>
                  <a:cubicBezTo>
                    <a:pt x="279" y="351916"/>
                    <a:pt x="1693" y="353329"/>
                    <a:pt x="3814" y="353329"/>
                  </a:cubicBezTo>
                  <a:cubicBezTo>
                    <a:pt x="7350" y="353329"/>
                    <a:pt x="39170" y="329310"/>
                    <a:pt x="60030" y="284449"/>
                  </a:cubicBezTo>
                  <a:cubicBezTo>
                    <a:pt x="78061" y="245594"/>
                    <a:pt x="82304" y="206386"/>
                    <a:pt x="82304" y="176714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14436F7E-01CF-586C-734B-D2B3E952BB08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3040558" y="6894674"/>
              <a:ext cx="117734" cy="32850"/>
            </a:xfrm>
            <a:custGeom>
              <a:avLst/>
              <a:gdLst>
                <a:gd name="connsiteX0" fmla="*/ 117908 w 117734"/>
                <a:gd name="connsiteY0" fmla="*/ 5413 h 32850"/>
                <a:gd name="connsiteX1" fmla="*/ 112251 w 117734"/>
                <a:gd name="connsiteY1" fmla="*/ 114 h 32850"/>
                <a:gd name="connsiteX2" fmla="*/ 83259 w 117734"/>
                <a:gd name="connsiteY2" fmla="*/ 17069 h 32850"/>
                <a:gd name="connsiteX3" fmla="*/ 60278 w 117734"/>
                <a:gd name="connsiteY3" fmla="*/ 8239 h 32850"/>
                <a:gd name="connsiteX4" fmla="*/ 38357 w 117734"/>
                <a:gd name="connsiteY4" fmla="*/ 114 h 32850"/>
                <a:gd name="connsiteX5" fmla="*/ 173 w 117734"/>
                <a:gd name="connsiteY5" fmla="*/ 27666 h 32850"/>
                <a:gd name="connsiteX6" fmla="*/ 5830 w 117734"/>
                <a:gd name="connsiteY6" fmla="*/ 32965 h 32850"/>
                <a:gd name="connsiteX7" fmla="*/ 34822 w 117734"/>
                <a:gd name="connsiteY7" fmla="*/ 16010 h 32850"/>
                <a:gd name="connsiteX8" fmla="*/ 57803 w 117734"/>
                <a:gd name="connsiteY8" fmla="*/ 24841 h 32850"/>
                <a:gd name="connsiteX9" fmla="*/ 79723 w 117734"/>
                <a:gd name="connsiteY9" fmla="*/ 32965 h 32850"/>
                <a:gd name="connsiteX10" fmla="*/ 117908 w 117734"/>
                <a:gd name="connsiteY10" fmla="*/ 5413 h 32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7734" h="32850">
                  <a:moveTo>
                    <a:pt x="117908" y="5413"/>
                  </a:moveTo>
                  <a:lnTo>
                    <a:pt x="112251" y="114"/>
                  </a:lnTo>
                  <a:cubicBezTo>
                    <a:pt x="112251" y="468"/>
                    <a:pt x="98816" y="17069"/>
                    <a:pt x="83259" y="17069"/>
                  </a:cubicBezTo>
                  <a:cubicBezTo>
                    <a:pt x="75127" y="17069"/>
                    <a:pt x="66288" y="11771"/>
                    <a:pt x="60278" y="8239"/>
                  </a:cubicBezTo>
                  <a:cubicBezTo>
                    <a:pt x="50732" y="2587"/>
                    <a:pt x="44368" y="114"/>
                    <a:pt x="38357" y="114"/>
                  </a:cubicBezTo>
                  <a:cubicBezTo>
                    <a:pt x="24922" y="114"/>
                    <a:pt x="18204" y="7885"/>
                    <a:pt x="173" y="27666"/>
                  </a:cubicBezTo>
                  <a:lnTo>
                    <a:pt x="5830" y="32965"/>
                  </a:lnTo>
                  <a:cubicBezTo>
                    <a:pt x="5830" y="32612"/>
                    <a:pt x="19265" y="16010"/>
                    <a:pt x="34822" y="16010"/>
                  </a:cubicBezTo>
                  <a:cubicBezTo>
                    <a:pt x="42953" y="16010"/>
                    <a:pt x="51792" y="21308"/>
                    <a:pt x="57803" y="24841"/>
                  </a:cubicBezTo>
                  <a:cubicBezTo>
                    <a:pt x="67349" y="30492"/>
                    <a:pt x="73713" y="32965"/>
                    <a:pt x="79723" y="32965"/>
                  </a:cubicBezTo>
                  <a:cubicBezTo>
                    <a:pt x="93159" y="32965"/>
                    <a:pt x="99876" y="25194"/>
                    <a:pt x="117908" y="5413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5A99EB4B-3872-70D8-15CE-128C05C81ED2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3022685" y="6975525"/>
              <a:ext cx="155565" cy="162132"/>
            </a:xfrm>
            <a:custGeom>
              <a:avLst/>
              <a:gdLst>
                <a:gd name="connsiteX0" fmla="*/ 114018 w 155565"/>
                <a:gd name="connsiteY0" fmla="*/ 16363 h 162132"/>
                <a:gd name="connsiteX1" fmla="*/ 106947 w 155565"/>
                <a:gd name="connsiteY1" fmla="*/ 32612 h 162132"/>
                <a:gd name="connsiteX2" fmla="*/ 128868 w 155565"/>
                <a:gd name="connsiteY2" fmla="*/ 54865 h 162132"/>
                <a:gd name="connsiteX3" fmla="*/ 151142 w 155565"/>
                <a:gd name="connsiteY3" fmla="*/ 32612 h 162132"/>
                <a:gd name="connsiteX4" fmla="*/ 89623 w 155565"/>
                <a:gd name="connsiteY4" fmla="*/ 115 h 162132"/>
                <a:gd name="connsiteX5" fmla="*/ 173 w 155565"/>
                <a:gd name="connsiteY5" fmla="*/ 81711 h 162132"/>
                <a:gd name="connsiteX6" fmla="*/ 87855 w 155565"/>
                <a:gd name="connsiteY6" fmla="*/ 162247 h 162132"/>
                <a:gd name="connsiteX7" fmla="*/ 155738 w 155565"/>
                <a:gd name="connsiteY7" fmla="*/ 118800 h 162132"/>
                <a:gd name="connsiteX8" fmla="*/ 147253 w 155565"/>
                <a:gd name="connsiteY8" fmla="*/ 113854 h 162132"/>
                <a:gd name="connsiteX9" fmla="*/ 138767 w 155565"/>
                <a:gd name="connsiteY9" fmla="*/ 119153 h 162132"/>
                <a:gd name="connsiteX10" fmla="*/ 94573 w 155565"/>
                <a:gd name="connsiteY10" fmla="*/ 148118 h 162132"/>
                <a:gd name="connsiteX11" fmla="*/ 45428 w 155565"/>
                <a:gd name="connsiteY11" fmla="*/ 79944 h 162132"/>
                <a:gd name="connsiteX12" fmla="*/ 91037 w 155565"/>
                <a:gd name="connsiteY12" fmla="*/ 14244 h 162132"/>
                <a:gd name="connsiteX13" fmla="*/ 114018 w 155565"/>
                <a:gd name="connsiteY13" fmla="*/ 16363 h 162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5565" h="162132">
                  <a:moveTo>
                    <a:pt x="114018" y="16363"/>
                  </a:moveTo>
                  <a:cubicBezTo>
                    <a:pt x="107654" y="22015"/>
                    <a:pt x="106947" y="29433"/>
                    <a:pt x="106947" y="32612"/>
                  </a:cubicBezTo>
                  <a:cubicBezTo>
                    <a:pt x="106947" y="48154"/>
                    <a:pt x="119322" y="54865"/>
                    <a:pt x="128868" y="54865"/>
                  </a:cubicBezTo>
                  <a:cubicBezTo>
                    <a:pt x="139828" y="54865"/>
                    <a:pt x="151142" y="47447"/>
                    <a:pt x="151142" y="32612"/>
                  </a:cubicBezTo>
                  <a:cubicBezTo>
                    <a:pt x="151142" y="2234"/>
                    <a:pt x="110129" y="115"/>
                    <a:pt x="89623" y="115"/>
                  </a:cubicBezTo>
                  <a:cubicBezTo>
                    <a:pt x="26336" y="115"/>
                    <a:pt x="173" y="40736"/>
                    <a:pt x="173" y="81711"/>
                  </a:cubicBezTo>
                  <a:cubicBezTo>
                    <a:pt x="173" y="128690"/>
                    <a:pt x="33407" y="162247"/>
                    <a:pt x="87855" y="162247"/>
                  </a:cubicBezTo>
                  <a:cubicBezTo>
                    <a:pt x="145131" y="162247"/>
                    <a:pt x="155738" y="121272"/>
                    <a:pt x="155738" y="118800"/>
                  </a:cubicBezTo>
                  <a:cubicBezTo>
                    <a:pt x="155738" y="113854"/>
                    <a:pt x="150788" y="113854"/>
                    <a:pt x="147253" y="113854"/>
                  </a:cubicBezTo>
                  <a:cubicBezTo>
                    <a:pt x="140889" y="113854"/>
                    <a:pt x="140535" y="114561"/>
                    <a:pt x="138767" y="119153"/>
                  </a:cubicBezTo>
                  <a:cubicBezTo>
                    <a:pt x="129575" y="141406"/>
                    <a:pt x="112604" y="148118"/>
                    <a:pt x="94573" y="148118"/>
                  </a:cubicBezTo>
                  <a:cubicBezTo>
                    <a:pt x="45428" y="148118"/>
                    <a:pt x="45428" y="96193"/>
                    <a:pt x="45428" y="79944"/>
                  </a:cubicBezTo>
                  <a:cubicBezTo>
                    <a:pt x="45428" y="60164"/>
                    <a:pt x="45428" y="14244"/>
                    <a:pt x="91037" y="14244"/>
                  </a:cubicBezTo>
                  <a:cubicBezTo>
                    <a:pt x="103412" y="14244"/>
                    <a:pt x="109422" y="15303"/>
                    <a:pt x="114018" y="16363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AA8572B7-7C15-875F-8BD3-BA4B029D502E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3201588" y="7079480"/>
              <a:ext cx="151216" cy="111514"/>
            </a:xfrm>
            <a:custGeom>
              <a:avLst/>
              <a:gdLst>
                <a:gd name="connsiteX0" fmla="*/ 18740 w 151216"/>
                <a:gd name="connsiteY0" fmla="*/ 93581 h 111514"/>
                <a:gd name="connsiteX1" fmla="*/ 16265 w 151216"/>
                <a:gd name="connsiteY1" fmla="*/ 103718 h 111514"/>
                <a:gd name="connsiteX2" fmla="*/ 24680 w 151216"/>
                <a:gd name="connsiteY2" fmla="*/ 111631 h 111514"/>
                <a:gd name="connsiteX3" fmla="*/ 34332 w 151216"/>
                <a:gd name="connsiteY3" fmla="*/ 106191 h 111514"/>
                <a:gd name="connsiteX4" fmla="*/ 38787 w 151216"/>
                <a:gd name="connsiteY4" fmla="*/ 90861 h 111514"/>
                <a:gd name="connsiteX5" fmla="*/ 44231 w 151216"/>
                <a:gd name="connsiteY5" fmla="*/ 68607 h 111514"/>
                <a:gd name="connsiteX6" fmla="*/ 48439 w 151216"/>
                <a:gd name="connsiteY6" fmla="*/ 52041 h 111514"/>
                <a:gd name="connsiteX7" fmla="*/ 58833 w 151216"/>
                <a:gd name="connsiteY7" fmla="*/ 29787 h 111514"/>
                <a:gd name="connsiteX8" fmla="*/ 95957 w 151216"/>
                <a:gd name="connsiteY8" fmla="*/ 7039 h 111514"/>
                <a:gd name="connsiteX9" fmla="*/ 110559 w 151216"/>
                <a:gd name="connsiteY9" fmla="*/ 24348 h 111514"/>
                <a:gd name="connsiteX10" fmla="*/ 95957 w 151216"/>
                <a:gd name="connsiteY10" fmla="*/ 77014 h 111514"/>
                <a:gd name="connsiteX11" fmla="*/ 92244 w 151216"/>
                <a:gd name="connsiteY11" fmla="*/ 90366 h 111514"/>
                <a:gd name="connsiteX12" fmla="*/ 115756 w 151216"/>
                <a:gd name="connsiteY12" fmla="*/ 111631 h 111514"/>
                <a:gd name="connsiteX13" fmla="*/ 151394 w 151216"/>
                <a:gd name="connsiteY13" fmla="*/ 73800 h 111514"/>
                <a:gd name="connsiteX14" fmla="*/ 147435 w 151216"/>
                <a:gd name="connsiteY14" fmla="*/ 70585 h 111514"/>
                <a:gd name="connsiteX15" fmla="*/ 142732 w 151216"/>
                <a:gd name="connsiteY15" fmla="*/ 74789 h 111514"/>
                <a:gd name="connsiteX16" fmla="*/ 116498 w 151216"/>
                <a:gd name="connsiteY16" fmla="*/ 104707 h 111514"/>
                <a:gd name="connsiteX17" fmla="*/ 110311 w 151216"/>
                <a:gd name="connsiteY17" fmla="*/ 96053 h 111514"/>
                <a:gd name="connsiteX18" fmla="*/ 116003 w 151216"/>
                <a:gd name="connsiteY18" fmla="*/ 76025 h 111514"/>
                <a:gd name="connsiteX19" fmla="*/ 129120 w 151216"/>
                <a:gd name="connsiteY19" fmla="*/ 28304 h 111514"/>
                <a:gd name="connsiteX20" fmla="*/ 96947 w 151216"/>
                <a:gd name="connsiteY20" fmla="*/ 116 h 111514"/>
                <a:gd name="connsiteX21" fmla="*/ 55121 w 151216"/>
                <a:gd name="connsiteY21" fmla="*/ 22617 h 111514"/>
                <a:gd name="connsiteX22" fmla="*/ 28639 w 151216"/>
                <a:gd name="connsiteY22" fmla="*/ 116 h 111514"/>
                <a:gd name="connsiteX23" fmla="*/ 9088 w 151216"/>
                <a:gd name="connsiteY23" fmla="*/ 13468 h 111514"/>
                <a:gd name="connsiteX24" fmla="*/ 178 w 151216"/>
                <a:gd name="connsiteY24" fmla="*/ 37947 h 111514"/>
                <a:gd name="connsiteX25" fmla="*/ 4385 w 151216"/>
                <a:gd name="connsiteY25" fmla="*/ 41161 h 111514"/>
                <a:gd name="connsiteX26" fmla="*/ 9830 w 151216"/>
                <a:gd name="connsiteY26" fmla="*/ 33744 h 111514"/>
                <a:gd name="connsiteX27" fmla="*/ 27897 w 151216"/>
                <a:gd name="connsiteY27" fmla="*/ 7039 h 111514"/>
                <a:gd name="connsiteX28" fmla="*/ 36064 w 151216"/>
                <a:gd name="connsiteY28" fmla="*/ 19155 h 111514"/>
                <a:gd name="connsiteX29" fmla="*/ 32104 w 151216"/>
                <a:gd name="connsiteY29" fmla="*/ 39678 h 111514"/>
                <a:gd name="connsiteX30" fmla="*/ 26660 w 151216"/>
                <a:gd name="connsiteY30" fmla="*/ 61931 h 111514"/>
                <a:gd name="connsiteX31" fmla="*/ 18740 w 151216"/>
                <a:gd name="connsiteY31" fmla="*/ 93581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216" h="111514">
                  <a:moveTo>
                    <a:pt x="18740" y="93581"/>
                  </a:moveTo>
                  <a:cubicBezTo>
                    <a:pt x="17750" y="96795"/>
                    <a:pt x="16265" y="102977"/>
                    <a:pt x="16265" y="103718"/>
                  </a:cubicBezTo>
                  <a:cubicBezTo>
                    <a:pt x="16265" y="109158"/>
                    <a:pt x="20720" y="111631"/>
                    <a:pt x="24680" y="111631"/>
                  </a:cubicBezTo>
                  <a:cubicBezTo>
                    <a:pt x="29134" y="111631"/>
                    <a:pt x="33094" y="108416"/>
                    <a:pt x="34332" y="106191"/>
                  </a:cubicBezTo>
                  <a:cubicBezTo>
                    <a:pt x="35569" y="103966"/>
                    <a:pt x="37549" y="96053"/>
                    <a:pt x="38787" y="90861"/>
                  </a:cubicBezTo>
                  <a:cubicBezTo>
                    <a:pt x="40024" y="86163"/>
                    <a:pt x="42746" y="74789"/>
                    <a:pt x="44231" y="68607"/>
                  </a:cubicBezTo>
                  <a:cubicBezTo>
                    <a:pt x="45716" y="63168"/>
                    <a:pt x="47201" y="57728"/>
                    <a:pt x="48439" y="52041"/>
                  </a:cubicBezTo>
                  <a:cubicBezTo>
                    <a:pt x="51161" y="41903"/>
                    <a:pt x="51656" y="39925"/>
                    <a:pt x="58833" y="29787"/>
                  </a:cubicBezTo>
                  <a:cubicBezTo>
                    <a:pt x="65763" y="19897"/>
                    <a:pt x="77395" y="7039"/>
                    <a:pt x="95957" y="7039"/>
                  </a:cubicBezTo>
                  <a:cubicBezTo>
                    <a:pt x="110311" y="7039"/>
                    <a:pt x="110559" y="19650"/>
                    <a:pt x="110559" y="24348"/>
                  </a:cubicBezTo>
                  <a:cubicBezTo>
                    <a:pt x="110559" y="39183"/>
                    <a:pt x="99917" y="66629"/>
                    <a:pt x="95957" y="77014"/>
                  </a:cubicBezTo>
                  <a:cubicBezTo>
                    <a:pt x="93234" y="83937"/>
                    <a:pt x="92244" y="86163"/>
                    <a:pt x="92244" y="90366"/>
                  </a:cubicBezTo>
                  <a:cubicBezTo>
                    <a:pt x="92244" y="103471"/>
                    <a:pt x="103134" y="111631"/>
                    <a:pt x="115756" y="111631"/>
                  </a:cubicBezTo>
                  <a:cubicBezTo>
                    <a:pt x="140505" y="111631"/>
                    <a:pt x="151394" y="77509"/>
                    <a:pt x="151394" y="73800"/>
                  </a:cubicBezTo>
                  <a:cubicBezTo>
                    <a:pt x="151394" y="70585"/>
                    <a:pt x="148177" y="70585"/>
                    <a:pt x="147435" y="70585"/>
                  </a:cubicBezTo>
                  <a:cubicBezTo>
                    <a:pt x="143970" y="70585"/>
                    <a:pt x="143722" y="72069"/>
                    <a:pt x="142732" y="74789"/>
                  </a:cubicBezTo>
                  <a:cubicBezTo>
                    <a:pt x="137040" y="94570"/>
                    <a:pt x="126398" y="104707"/>
                    <a:pt x="116498" y="104707"/>
                  </a:cubicBezTo>
                  <a:cubicBezTo>
                    <a:pt x="111301" y="104707"/>
                    <a:pt x="110311" y="101246"/>
                    <a:pt x="110311" y="96053"/>
                  </a:cubicBezTo>
                  <a:cubicBezTo>
                    <a:pt x="110311" y="90366"/>
                    <a:pt x="111549" y="87152"/>
                    <a:pt x="116003" y="76025"/>
                  </a:cubicBezTo>
                  <a:cubicBezTo>
                    <a:pt x="118973" y="68360"/>
                    <a:pt x="129120" y="42150"/>
                    <a:pt x="129120" y="28304"/>
                  </a:cubicBezTo>
                  <a:cubicBezTo>
                    <a:pt x="129120" y="4319"/>
                    <a:pt x="110064" y="116"/>
                    <a:pt x="96947" y="116"/>
                  </a:cubicBezTo>
                  <a:cubicBezTo>
                    <a:pt x="76405" y="116"/>
                    <a:pt x="62546" y="12726"/>
                    <a:pt x="55121" y="22617"/>
                  </a:cubicBezTo>
                  <a:cubicBezTo>
                    <a:pt x="53388" y="5556"/>
                    <a:pt x="38787" y="116"/>
                    <a:pt x="28639" y="116"/>
                  </a:cubicBezTo>
                  <a:cubicBezTo>
                    <a:pt x="17997" y="116"/>
                    <a:pt x="12305" y="7781"/>
                    <a:pt x="9088" y="13468"/>
                  </a:cubicBezTo>
                  <a:cubicBezTo>
                    <a:pt x="3643" y="22617"/>
                    <a:pt x="178" y="36711"/>
                    <a:pt x="178" y="37947"/>
                  </a:cubicBezTo>
                  <a:cubicBezTo>
                    <a:pt x="178" y="41161"/>
                    <a:pt x="3643" y="41161"/>
                    <a:pt x="4385" y="41161"/>
                  </a:cubicBezTo>
                  <a:cubicBezTo>
                    <a:pt x="7850" y="41161"/>
                    <a:pt x="8098" y="40420"/>
                    <a:pt x="9830" y="33744"/>
                  </a:cubicBezTo>
                  <a:cubicBezTo>
                    <a:pt x="13543" y="19155"/>
                    <a:pt x="18245" y="7039"/>
                    <a:pt x="27897" y="7039"/>
                  </a:cubicBezTo>
                  <a:cubicBezTo>
                    <a:pt x="34332" y="7039"/>
                    <a:pt x="36064" y="12479"/>
                    <a:pt x="36064" y="19155"/>
                  </a:cubicBezTo>
                  <a:cubicBezTo>
                    <a:pt x="36064" y="23853"/>
                    <a:pt x="33837" y="33002"/>
                    <a:pt x="32104" y="39678"/>
                  </a:cubicBezTo>
                  <a:cubicBezTo>
                    <a:pt x="30372" y="46354"/>
                    <a:pt x="27897" y="56491"/>
                    <a:pt x="26660" y="61931"/>
                  </a:cubicBezTo>
                  <a:lnTo>
                    <a:pt x="18740" y="93581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340877F0-C908-8A22-5597-1AF44BD15B3B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3500416" y="7005903"/>
              <a:ext cx="235115" cy="82655"/>
            </a:xfrm>
            <a:custGeom>
              <a:avLst/>
              <a:gdLst>
                <a:gd name="connsiteX0" fmla="*/ 223281 w 235115"/>
                <a:gd name="connsiteY0" fmla="*/ 14244 h 82655"/>
                <a:gd name="connsiteX1" fmla="*/ 235302 w 235115"/>
                <a:gd name="connsiteY1" fmla="*/ 7179 h 82655"/>
                <a:gd name="connsiteX2" fmla="*/ 223634 w 235115"/>
                <a:gd name="connsiteY2" fmla="*/ 115 h 82655"/>
                <a:gd name="connsiteX3" fmla="*/ 11854 w 235115"/>
                <a:gd name="connsiteY3" fmla="*/ 115 h 82655"/>
                <a:gd name="connsiteX4" fmla="*/ 186 w 235115"/>
                <a:gd name="connsiteY4" fmla="*/ 7179 h 82655"/>
                <a:gd name="connsiteX5" fmla="*/ 12207 w 235115"/>
                <a:gd name="connsiteY5" fmla="*/ 14244 h 82655"/>
                <a:gd name="connsiteX6" fmla="*/ 223281 w 235115"/>
                <a:gd name="connsiteY6" fmla="*/ 14244 h 82655"/>
                <a:gd name="connsiteX7" fmla="*/ 223634 w 235115"/>
                <a:gd name="connsiteY7" fmla="*/ 82770 h 82655"/>
                <a:gd name="connsiteX8" fmla="*/ 235302 w 235115"/>
                <a:gd name="connsiteY8" fmla="*/ 75706 h 82655"/>
                <a:gd name="connsiteX9" fmla="*/ 223281 w 235115"/>
                <a:gd name="connsiteY9" fmla="*/ 68641 h 82655"/>
                <a:gd name="connsiteX10" fmla="*/ 12207 w 235115"/>
                <a:gd name="connsiteY10" fmla="*/ 68641 h 82655"/>
                <a:gd name="connsiteX11" fmla="*/ 186 w 235115"/>
                <a:gd name="connsiteY11" fmla="*/ 75706 h 82655"/>
                <a:gd name="connsiteX12" fmla="*/ 11854 w 235115"/>
                <a:gd name="connsiteY12" fmla="*/ 82770 h 82655"/>
                <a:gd name="connsiteX13" fmla="*/ 223634 w 235115"/>
                <a:gd name="connsiteY13" fmla="*/ 82770 h 82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115" h="82655">
                  <a:moveTo>
                    <a:pt x="223281" y="14244"/>
                  </a:moveTo>
                  <a:cubicBezTo>
                    <a:pt x="228584" y="14244"/>
                    <a:pt x="235302" y="14244"/>
                    <a:pt x="235302" y="7179"/>
                  </a:cubicBezTo>
                  <a:cubicBezTo>
                    <a:pt x="235302" y="115"/>
                    <a:pt x="228584" y="115"/>
                    <a:pt x="223634" y="115"/>
                  </a:cubicBezTo>
                  <a:lnTo>
                    <a:pt x="11854" y="115"/>
                  </a:lnTo>
                  <a:cubicBezTo>
                    <a:pt x="6904" y="115"/>
                    <a:pt x="186" y="115"/>
                    <a:pt x="186" y="7179"/>
                  </a:cubicBezTo>
                  <a:cubicBezTo>
                    <a:pt x="186" y="14244"/>
                    <a:pt x="6904" y="14244"/>
                    <a:pt x="12207" y="14244"/>
                  </a:cubicBezTo>
                  <a:lnTo>
                    <a:pt x="223281" y="14244"/>
                  </a:lnTo>
                  <a:close/>
                  <a:moveTo>
                    <a:pt x="223634" y="82770"/>
                  </a:moveTo>
                  <a:cubicBezTo>
                    <a:pt x="228584" y="82770"/>
                    <a:pt x="235302" y="82770"/>
                    <a:pt x="235302" y="75706"/>
                  </a:cubicBezTo>
                  <a:cubicBezTo>
                    <a:pt x="235302" y="68641"/>
                    <a:pt x="228584" y="68641"/>
                    <a:pt x="223281" y="68641"/>
                  </a:cubicBezTo>
                  <a:lnTo>
                    <a:pt x="12207" y="68641"/>
                  </a:lnTo>
                  <a:cubicBezTo>
                    <a:pt x="6904" y="68641"/>
                    <a:pt x="186" y="68641"/>
                    <a:pt x="186" y="75706"/>
                  </a:cubicBezTo>
                  <a:cubicBezTo>
                    <a:pt x="186" y="82770"/>
                    <a:pt x="6904" y="82770"/>
                    <a:pt x="11854" y="82770"/>
                  </a:cubicBezTo>
                  <a:lnTo>
                    <a:pt x="223634" y="82770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3336C7B4-8C0C-A043-ED3B-A484F83509B9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3860532" y="6918302"/>
              <a:ext cx="110663" cy="221121"/>
            </a:xfrm>
            <a:custGeom>
              <a:avLst/>
              <a:gdLst>
                <a:gd name="connsiteX0" fmla="*/ 54645 w 110663"/>
                <a:gd name="connsiteY0" fmla="*/ 76059 h 221121"/>
                <a:gd name="connsiteX1" fmla="*/ 105203 w 110663"/>
                <a:gd name="connsiteY1" fmla="*/ 76059 h 221121"/>
                <a:gd name="connsiteX2" fmla="*/ 105203 w 110663"/>
                <a:gd name="connsiteY2" fmla="*/ 65109 h 221121"/>
                <a:gd name="connsiteX3" fmla="*/ 54645 w 110663"/>
                <a:gd name="connsiteY3" fmla="*/ 65109 h 221121"/>
                <a:gd name="connsiteX4" fmla="*/ 54645 w 110663"/>
                <a:gd name="connsiteY4" fmla="*/ 115 h 221121"/>
                <a:gd name="connsiteX5" fmla="*/ 45806 w 110663"/>
                <a:gd name="connsiteY5" fmla="*/ 115 h 221121"/>
                <a:gd name="connsiteX6" fmla="*/ 197 w 110663"/>
                <a:gd name="connsiteY6" fmla="*/ 68288 h 221121"/>
                <a:gd name="connsiteX7" fmla="*/ 197 w 110663"/>
                <a:gd name="connsiteY7" fmla="*/ 76059 h 221121"/>
                <a:gd name="connsiteX8" fmla="*/ 30249 w 110663"/>
                <a:gd name="connsiteY8" fmla="*/ 76059 h 221121"/>
                <a:gd name="connsiteX9" fmla="*/ 30249 w 110663"/>
                <a:gd name="connsiteY9" fmla="*/ 173550 h 221121"/>
                <a:gd name="connsiteX10" fmla="*/ 75858 w 110663"/>
                <a:gd name="connsiteY10" fmla="*/ 221236 h 221121"/>
                <a:gd name="connsiteX11" fmla="*/ 110860 w 110663"/>
                <a:gd name="connsiteY11" fmla="*/ 173550 h 221121"/>
                <a:gd name="connsiteX12" fmla="*/ 110860 w 110663"/>
                <a:gd name="connsiteY12" fmla="*/ 153416 h 221121"/>
                <a:gd name="connsiteX13" fmla="*/ 102021 w 110663"/>
                <a:gd name="connsiteY13" fmla="*/ 153416 h 221121"/>
                <a:gd name="connsiteX14" fmla="*/ 102021 w 110663"/>
                <a:gd name="connsiteY14" fmla="*/ 172844 h 221121"/>
                <a:gd name="connsiteX15" fmla="*/ 78333 w 110663"/>
                <a:gd name="connsiteY15" fmla="*/ 212406 h 221121"/>
                <a:gd name="connsiteX16" fmla="*/ 54645 w 110663"/>
                <a:gd name="connsiteY16" fmla="*/ 174257 h 221121"/>
                <a:gd name="connsiteX17" fmla="*/ 54645 w 110663"/>
                <a:gd name="connsiteY17" fmla="*/ 76059 h 221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0663" h="221121">
                  <a:moveTo>
                    <a:pt x="54645" y="76059"/>
                  </a:moveTo>
                  <a:lnTo>
                    <a:pt x="105203" y="76059"/>
                  </a:lnTo>
                  <a:lnTo>
                    <a:pt x="105203" y="65109"/>
                  </a:lnTo>
                  <a:lnTo>
                    <a:pt x="54645" y="65109"/>
                  </a:lnTo>
                  <a:lnTo>
                    <a:pt x="54645" y="115"/>
                  </a:lnTo>
                  <a:lnTo>
                    <a:pt x="45806" y="115"/>
                  </a:lnTo>
                  <a:cubicBezTo>
                    <a:pt x="45452" y="29079"/>
                    <a:pt x="34845" y="66875"/>
                    <a:pt x="197" y="68288"/>
                  </a:cubicBezTo>
                  <a:lnTo>
                    <a:pt x="197" y="76059"/>
                  </a:lnTo>
                  <a:lnTo>
                    <a:pt x="30249" y="76059"/>
                  </a:lnTo>
                  <a:lnTo>
                    <a:pt x="30249" y="173550"/>
                  </a:lnTo>
                  <a:cubicBezTo>
                    <a:pt x="30249" y="216998"/>
                    <a:pt x="63130" y="221236"/>
                    <a:pt x="75858" y="221236"/>
                  </a:cubicBezTo>
                  <a:cubicBezTo>
                    <a:pt x="100961" y="221236"/>
                    <a:pt x="110860" y="196157"/>
                    <a:pt x="110860" y="173550"/>
                  </a:cubicBezTo>
                  <a:lnTo>
                    <a:pt x="110860" y="153416"/>
                  </a:lnTo>
                  <a:lnTo>
                    <a:pt x="102021" y="153416"/>
                  </a:lnTo>
                  <a:lnTo>
                    <a:pt x="102021" y="172844"/>
                  </a:lnTo>
                  <a:cubicBezTo>
                    <a:pt x="102021" y="198983"/>
                    <a:pt x="91415" y="212406"/>
                    <a:pt x="78333" y="212406"/>
                  </a:cubicBezTo>
                  <a:cubicBezTo>
                    <a:pt x="54645" y="212406"/>
                    <a:pt x="54645" y="180262"/>
                    <a:pt x="54645" y="174257"/>
                  </a:cubicBezTo>
                  <a:lnTo>
                    <a:pt x="54645" y="76059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4B8788C8-16F2-A501-2458-D2A4CE07C448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4006159" y="6977291"/>
              <a:ext cx="159454" cy="162132"/>
            </a:xfrm>
            <a:custGeom>
              <a:avLst/>
              <a:gdLst>
                <a:gd name="connsiteX0" fmla="*/ 103086 w 159454"/>
                <a:gd name="connsiteY0" fmla="*/ 131516 h 162132"/>
                <a:gd name="connsiteX1" fmla="*/ 130663 w 159454"/>
                <a:gd name="connsiteY1" fmla="*/ 160481 h 162132"/>
                <a:gd name="connsiteX2" fmla="*/ 159655 w 159454"/>
                <a:gd name="connsiteY2" fmla="*/ 126924 h 162132"/>
                <a:gd name="connsiteX3" fmla="*/ 159655 w 159454"/>
                <a:gd name="connsiteY3" fmla="*/ 107143 h 162132"/>
                <a:gd name="connsiteX4" fmla="*/ 150816 w 159454"/>
                <a:gd name="connsiteY4" fmla="*/ 107143 h 162132"/>
                <a:gd name="connsiteX5" fmla="*/ 150816 w 159454"/>
                <a:gd name="connsiteY5" fmla="*/ 126924 h 162132"/>
                <a:gd name="connsiteX6" fmla="*/ 138088 w 159454"/>
                <a:gd name="connsiteY6" fmla="*/ 149531 h 162132"/>
                <a:gd name="connsiteX7" fmla="*/ 125006 w 159454"/>
                <a:gd name="connsiteY7" fmla="*/ 131869 h 162132"/>
                <a:gd name="connsiteX8" fmla="*/ 125006 w 159454"/>
                <a:gd name="connsiteY8" fmla="*/ 61223 h 162132"/>
                <a:gd name="connsiteX9" fmla="*/ 112278 w 159454"/>
                <a:gd name="connsiteY9" fmla="*/ 19542 h 162132"/>
                <a:gd name="connsiteX10" fmla="*/ 63841 w 159454"/>
                <a:gd name="connsiteY10" fmla="*/ 115 h 162132"/>
                <a:gd name="connsiteX11" fmla="*/ 10454 w 159454"/>
                <a:gd name="connsiteY11" fmla="*/ 40030 h 162132"/>
                <a:gd name="connsiteX12" fmla="*/ 26717 w 159454"/>
                <a:gd name="connsiteY12" fmla="*/ 56631 h 162132"/>
                <a:gd name="connsiteX13" fmla="*/ 42981 w 159454"/>
                <a:gd name="connsiteY13" fmla="*/ 40383 h 162132"/>
                <a:gd name="connsiteX14" fmla="*/ 24950 w 159454"/>
                <a:gd name="connsiteY14" fmla="*/ 24134 h 162132"/>
                <a:gd name="connsiteX15" fmla="*/ 63134 w 159454"/>
                <a:gd name="connsiteY15" fmla="*/ 7886 h 162132"/>
                <a:gd name="connsiteX16" fmla="*/ 100611 w 159454"/>
                <a:gd name="connsiteY16" fmla="*/ 53099 h 162132"/>
                <a:gd name="connsiteX17" fmla="*/ 100611 w 159454"/>
                <a:gd name="connsiteY17" fmla="*/ 66169 h 162132"/>
                <a:gd name="connsiteX18" fmla="*/ 35556 w 159454"/>
                <a:gd name="connsiteY18" fmla="*/ 78885 h 162132"/>
                <a:gd name="connsiteX19" fmla="*/ 201 w 159454"/>
                <a:gd name="connsiteY19" fmla="*/ 124805 h 162132"/>
                <a:gd name="connsiteX20" fmla="*/ 56770 w 159454"/>
                <a:gd name="connsiteY20" fmla="*/ 162247 h 162132"/>
                <a:gd name="connsiteX21" fmla="*/ 103086 w 159454"/>
                <a:gd name="connsiteY21" fmla="*/ 131516 h 162132"/>
                <a:gd name="connsiteX22" fmla="*/ 100611 w 159454"/>
                <a:gd name="connsiteY22" fmla="*/ 73586 h 162132"/>
                <a:gd name="connsiteX23" fmla="*/ 100611 w 159454"/>
                <a:gd name="connsiteY23" fmla="*/ 108909 h 162132"/>
                <a:gd name="connsiteX24" fmla="*/ 59245 w 159454"/>
                <a:gd name="connsiteY24" fmla="*/ 154476 h 162132"/>
                <a:gd name="connsiteX25" fmla="*/ 27425 w 159454"/>
                <a:gd name="connsiteY25" fmla="*/ 124451 h 162132"/>
                <a:gd name="connsiteX26" fmla="*/ 100611 w 159454"/>
                <a:gd name="connsiteY26" fmla="*/ 73586 h 162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59454" h="162132">
                  <a:moveTo>
                    <a:pt x="103086" y="131516"/>
                  </a:moveTo>
                  <a:cubicBezTo>
                    <a:pt x="104500" y="145645"/>
                    <a:pt x="114046" y="160481"/>
                    <a:pt x="130663" y="160481"/>
                  </a:cubicBezTo>
                  <a:cubicBezTo>
                    <a:pt x="138088" y="160481"/>
                    <a:pt x="159655" y="155536"/>
                    <a:pt x="159655" y="126924"/>
                  </a:cubicBezTo>
                  <a:lnTo>
                    <a:pt x="159655" y="107143"/>
                  </a:lnTo>
                  <a:lnTo>
                    <a:pt x="150816" y="107143"/>
                  </a:lnTo>
                  <a:lnTo>
                    <a:pt x="150816" y="126924"/>
                  </a:lnTo>
                  <a:cubicBezTo>
                    <a:pt x="150816" y="147411"/>
                    <a:pt x="141977" y="149531"/>
                    <a:pt x="138088" y="149531"/>
                  </a:cubicBezTo>
                  <a:cubicBezTo>
                    <a:pt x="126421" y="149531"/>
                    <a:pt x="125006" y="133635"/>
                    <a:pt x="125006" y="131869"/>
                  </a:cubicBezTo>
                  <a:lnTo>
                    <a:pt x="125006" y="61223"/>
                  </a:lnTo>
                  <a:cubicBezTo>
                    <a:pt x="125006" y="46388"/>
                    <a:pt x="125006" y="32612"/>
                    <a:pt x="112278" y="19542"/>
                  </a:cubicBezTo>
                  <a:cubicBezTo>
                    <a:pt x="98490" y="5766"/>
                    <a:pt x="80812" y="115"/>
                    <a:pt x="63841" y="115"/>
                  </a:cubicBezTo>
                  <a:cubicBezTo>
                    <a:pt x="34849" y="115"/>
                    <a:pt x="10454" y="16716"/>
                    <a:pt x="10454" y="40030"/>
                  </a:cubicBezTo>
                  <a:cubicBezTo>
                    <a:pt x="10454" y="50626"/>
                    <a:pt x="17525" y="56631"/>
                    <a:pt x="26717" y="56631"/>
                  </a:cubicBezTo>
                  <a:cubicBezTo>
                    <a:pt x="36617" y="56631"/>
                    <a:pt x="42981" y="49567"/>
                    <a:pt x="42981" y="40383"/>
                  </a:cubicBezTo>
                  <a:cubicBezTo>
                    <a:pt x="42981" y="36144"/>
                    <a:pt x="41213" y="24487"/>
                    <a:pt x="24950" y="24134"/>
                  </a:cubicBezTo>
                  <a:cubicBezTo>
                    <a:pt x="34496" y="11771"/>
                    <a:pt x="51820" y="7886"/>
                    <a:pt x="63134" y="7886"/>
                  </a:cubicBezTo>
                  <a:cubicBezTo>
                    <a:pt x="80458" y="7886"/>
                    <a:pt x="100611" y="21662"/>
                    <a:pt x="100611" y="53099"/>
                  </a:cubicBezTo>
                  <a:lnTo>
                    <a:pt x="100611" y="66169"/>
                  </a:lnTo>
                  <a:cubicBezTo>
                    <a:pt x="82579" y="67228"/>
                    <a:pt x="57830" y="68288"/>
                    <a:pt x="35556" y="78885"/>
                  </a:cubicBezTo>
                  <a:cubicBezTo>
                    <a:pt x="9040" y="90895"/>
                    <a:pt x="201" y="109263"/>
                    <a:pt x="201" y="124805"/>
                  </a:cubicBezTo>
                  <a:cubicBezTo>
                    <a:pt x="201" y="153416"/>
                    <a:pt x="34496" y="162247"/>
                    <a:pt x="56770" y="162247"/>
                  </a:cubicBezTo>
                  <a:cubicBezTo>
                    <a:pt x="80105" y="162247"/>
                    <a:pt x="96368" y="148118"/>
                    <a:pt x="103086" y="131516"/>
                  </a:cubicBezTo>
                  <a:close/>
                  <a:moveTo>
                    <a:pt x="100611" y="73586"/>
                  </a:moveTo>
                  <a:lnTo>
                    <a:pt x="100611" y="108909"/>
                  </a:lnTo>
                  <a:cubicBezTo>
                    <a:pt x="100611" y="142466"/>
                    <a:pt x="75155" y="154476"/>
                    <a:pt x="59245" y="154476"/>
                  </a:cubicBezTo>
                  <a:cubicBezTo>
                    <a:pt x="41920" y="154476"/>
                    <a:pt x="27425" y="142113"/>
                    <a:pt x="27425" y="124451"/>
                  </a:cubicBezTo>
                  <a:cubicBezTo>
                    <a:pt x="27425" y="105024"/>
                    <a:pt x="42274" y="75706"/>
                    <a:pt x="100611" y="73586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8B599ACD-2FBA-A309-ACCF-C01D434B079A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4179402" y="6979410"/>
              <a:ext cx="177839" cy="156127"/>
            </a:xfrm>
            <a:custGeom>
              <a:avLst/>
              <a:gdLst>
                <a:gd name="connsiteX0" fmla="*/ 27783 w 177839"/>
                <a:gd name="connsiteY0" fmla="*/ 34731 h 156127"/>
                <a:gd name="connsiteX1" fmla="*/ 27783 w 177839"/>
                <a:gd name="connsiteY1" fmla="*/ 129397 h 156127"/>
                <a:gd name="connsiteX2" fmla="*/ 206 w 177839"/>
                <a:gd name="connsiteY2" fmla="*/ 145292 h 156127"/>
                <a:gd name="connsiteX3" fmla="*/ 206 w 177839"/>
                <a:gd name="connsiteY3" fmla="*/ 156242 h 156127"/>
                <a:gd name="connsiteX4" fmla="*/ 40158 w 177839"/>
                <a:gd name="connsiteY4" fmla="*/ 155182 h 156127"/>
                <a:gd name="connsiteX5" fmla="*/ 79756 w 177839"/>
                <a:gd name="connsiteY5" fmla="*/ 156242 h 156127"/>
                <a:gd name="connsiteX6" fmla="*/ 79756 w 177839"/>
                <a:gd name="connsiteY6" fmla="*/ 145292 h 156127"/>
                <a:gd name="connsiteX7" fmla="*/ 52179 w 177839"/>
                <a:gd name="connsiteY7" fmla="*/ 129397 h 156127"/>
                <a:gd name="connsiteX8" fmla="*/ 52179 w 177839"/>
                <a:gd name="connsiteY8" fmla="*/ 64402 h 156127"/>
                <a:gd name="connsiteX9" fmla="*/ 99909 w 177839"/>
                <a:gd name="connsiteY9" fmla="*/ 7886 h 156127"/>
                <a:gd name="connsiteX10" fmla="*/ 126072 w 177839"/>
                <a:gd name="connsiteY10" fmla="*/ 47094 h 156127"/>
                <a:gd name="connsiteX11" fmla="*/ 126072 w 177839"/>
                <a:gd name="connsiteY11" fmla="*/ 129397 h 156127"/>
                <a:gd name="connsiteX12" fmla="*/ 98495 w 177839"/>
                <a:gd name="connsiteY12" fmla="*/ 145292 h 156127"/>
                <a:gd name="connsiteX13" fmla="*/ 98495 w 177839"/>
                <a:gd name="connsiteY13" fmla="*/ 156242 h 156127"/>
                <a:gd name="connsiteX14" fmla="*/ 138447 w 177839"/>
                <a:gd name="connsiteY14" fmla="*/ 155182 h 156127"/>
                <a:gd name="connsiteX15" fmla="*/ 178045 w 177839"/>
                <a:gd name="connsiteY15" fmla="*/ 156242 h 156127"/>
                <a:gd name="connsiteX16" fmla="*/ 178045 w 177839"/>
                <a:gd name="connsiteY16" fmla="*/ 145292 h 156127"/>
                <a:gd name="connsiteX17" fmla="*/ 150467 w 177839"/>
                <a:gd name="connsiteY17" fmla="*/ 134695 h 156127"/>
                <a:gd name="connsiteX18" fmla="*/ 150467 w 177839"/>
                <a:gd name="connsiteY18" fmla="*/ 67228 h 156127"/>
                <a:gd name="connsiteX19" fmla="*/ 139507 w 177839"/>
                <a:gd name="connsiteY19" fmla="*/ 13184 h 156127"/>
                <a:gd name="connsiteX20" fmla="*/ 102384 w 177839"/>
                <a:gd name="connsiteY20" fmla="*/ 115 h 156127"/>
                <a:gd name="connsiteX21" fmla="*/ 50057 w 177839"/>
                <a:gd name="connsiteY21" fmla="*/ 37204 h 156127"/>
                <a:gd name="connsiteX22" fmla="*/ 50057 w 177839"/>
                <a:gd name="connsiteY22" fmla="*/ 115 h 156127"/>
                <a:gd name="connsiteX23" fmla="*/ 206 w 177839"/>
                <a:gd name="connsiteY23" fmla="*/ 4000 h 156127"/>
                <a:gd name="connsiteX24" fmla="*/ 206 w 177839"/>
                <a:gd name="connsiteY24" fmla="*/ 14950 h 156127"/>
                <a:gd name="connsiteX25" fmla="*/ 27783 w 177839"/>
                <a:gd name="connsiteY25" fmla="*/ 34731 h 15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839" h="156127">
                  <a:moveTo>
                    <a:pt x="27783" y="34731"/>
                  </a:moveTo>
                  <a:lnTo>
                    <a:pt x="27783" y="129397"/>
                  </a:lnTo>
                  <a:cubicBezTo>
                    <a:pt x="27783" y="145292"/>
                    <a:pt x="23894" y="145292"/>
                    <a:pt x="206" y="145292"/>
                  </a:cubicBezTo>
                  <a:lnTo>
                    <a:pt x="206" y="156242"/>
                  </a:lnTo>
                  <a:cubicBezTo>
                    <a:pt x="12580" y="155889"/>
                    <a:pt x="30612" y="155182"/>
                    <a:pt x="40158" y="155182"/>
                  </a:cubicBezTo>
                  <a:cubicBezTo>
                    <a:pt x="49350" y="155182"/>
                    <a:pt x="67735" y="155889"/>
                    <a:pt x="79756" y="156242"/>
                  </a:cubicBezTo>
                  <a:lnTo>
                    <a:pt x="79756" y="145292"/>
                  </a:lnTo>
                  <a:cubicBezTo>
                    <a:pt x="56068" y="145292"/>
                    <a:pt x="52179" y="145292"/>
                    <a:pt x="52179" y="129397"/>
                  </a:cubicBezTo>
                  <a:lnTo>
                    <a:pt x="52179" y="64402"/>
                  </a:lnTo>
                  <a:cubicBezTo>
                    <a:pt x="52179" y="27666"/>
                    <a:pt x="77281" y="7886"/>
                    <a:pt x="99909" y="7886"/>
                  </a:cubicBezTo>
                  <a:cubicBezTo>
                    <a:pt x="122183" y="7886"/>
                    <a:pt x="126072" y="26960"/>
                    <a:pt x="126072" y="47094"/>
                  </a:cubicBezTo>
                  <a:lnTo>
                    <a:pt x="126072" y="129397"/>
                  </a:lnTo>
                  <a:cubicBezTo>
                    <a:pt x="126072" y="145292"/>
                    <a:pt x="122183" y="145292"/>
                    <a:pt x="98495" y="145292"/>
                  </a:cubicBezTo>
                  <a:lnTo>
                    <a:pt x="98495" y="156242"/>
                  </a:lnTo>
                  <a:cubicBezTo>
                    <a:pt x="110869" y="155889"/>
                    <a:pt x="128900" y="155182"/>
                    <a:pt x="138447" y="155182"/>
                  </a:cubicBezTo>
                  <a:cubicBezTo>
                    <a:pt x="147639" y="155182"/>
                    <a:pt x="166024" y="155889"/>
                    <a:pt x="178045" y="156242"/>
                  </a:cubicBezTo>
                  <a:lnTo>
                    <a:pt x="178045" y="145292"/>
                  </a:lnTo>
                  <a:cubicBezTo>
                    <a:pt x="159660" y="145292"/>
                    <a:pt x="150821" y="145292"/>
                    <a:pt x="150467" y="134695"/>
                  </a:cubicBezTo>
                  <a:lnTo>
                    <a:pt x="150467" y="67228"/>
                  </a:lnTo>
                  <a:cubicBezTo>
                    <a:pt x="150467" y="36850"/>
                    <a:pt x="150467" y="25900"/>
                    <a:pt x="139507" y="13184"/>
                  </a:cubicBezTo>
                  <a:cubicBezTo>
                    <a:pt x="134557" y="7179"/>
                    <a:pt x="122890" y="115"/>
                    <a:pt x="102384" y="115"/>
                  </a:cubicBezTo>
                  <a:cubicBezTo>
                    <a:pt x="76574" y="115"/>
                    <a:pt x="59957" y="15303"/>
                    <a:pt x="50057" y="37204"/>
                  </a:cubicBezTo>
                  <a:lnTo>
                    <a:pt x="50057" y="115"/>
                  </a:lnTo>
                  <a:lnTo>
                    <a:pt x="206" y="4000"/>
                  </a:lnTo>
                  <a:lnTo>
                    <a:pt x="206" y="14950"/>
                  </a:lnTo>
                  <a:cubicBezTo>
                    <a:pt x="24955" y="14950"/>
                    <a:pt x="27783" y="17423"/>
                    <a:pt x="27783" y="34731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E0BE8B86-9C22-9AEB-F852-E578148D9240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4375824" y="6890397"/>
              <a:ext cx="177839" cy="245141"/>
            </a:xfrm>
            <a:custGeom>
              <a:avLst/>
              <a:gdLst>
                <a:gd name="connsiteX0" fmla="*/ 27789 w 177839"/>
                <a:gd name="connsiteY0" fmla="*/ 218410 h 245141"/>
                <a:gd name="connsiteX1" fmla="*/ 211 w 177839"/>
                <a:gd name="connsiteY1" fmla="*/ 234306 h 245141"/>
                <a:gd name="connsiteX2" fmla="*/ 211 w 177839"/>
                <a:gd name="connsiteY2" fmla="*/ 245256 h 245141"/>
                <a:gd name="connsiteX3" fmla="*/ 40163 w 177839"/>
                <a:gd name="connsiteY3" fmla="*/ 244196 h 245141"/>
                <a:gd name="connsiteX4" fmla="*/ 79762 w 177839"/>
                <a:gd name="connsiteY4" fmla="*/ 245256 h 245141"/>
                <a:gd name="connsiteX5" fmla="*/ 79762 w 177839"/>
                <a:gd name="connsiteY5" fmla="*/ 234306 h 245141"/>
                <a:gd name="connsiteX6" fmla="*/ 52184 w 177839"/>
                <a:gd name="connsiteY6" fmla="*/ 218410 h 245141"/>
                <a:gd name="connsiteX7" fmla="*/ 52184 w 177839"/>
                <a:gd name="connsiteY7" fmla="*/ 153416 h 245141"/>
                <a:gd name="connsiteX8" fmla="*/ 99914 w 177839"/>
                <a:gd name="connsiteY8" fmla="*/ 96899 h 245141"/>
                <a:gd name="connsiteX9" fmla="*/ 126078 w 177839"/>
                <a:gd name="connsiteY9" fmla="*/ 136108 h 245141"/>
                <a:gd name="connsiteX10" fmla="*/ 126078 w 177839"/>
                <a:gd name="connsiteY10" fmla="*/ 218410 h 245141"/>
                <a:gd name="connsiteX11" fmla="*/ 98500 w 177839"/>
                <a:gd name="connsiteY11" fmla="*/ 234306 h 245141"/>
                <a:gd name="connsiteX12" fmla="*/ 98500 w 177839"/>
                <a:gd name="connsiteY12" fmla="*/ 245256 h 245141"/>
                <a:gd name="connsiteX13" fmla="*/ 138452 w 177839"/>
                <a:gd name="connsiteY13" fmla="*/ 244196 h 245141"/>
                <a:gd name="connsiteX14" fmla="*/ 178050 w 177839"/>
                <a:gd name="connsiteY14" fmla="*/ 245256 h 245141"/>
                <a:gd name="connsiteX15" fmla="*/ 178050 w 177839"/>
                <a:gd name="connsiteY15" fmla="*/ 234306 h 245141"/>
                <a:gd name="connsiteX16" fmla="*/ 150473 w 177839"/>
                <a:gd name="connsiteY16" fmla="*/ 223709 h 245141"/>
                <a:gd name="connsiteX17" fmla="*/ 150473 w 177839"/>
                <a:gd name="connsiteY17" fmla="*/ 156242 h 245141"/>
                <a:gd name="connsiteX18" fmla="*/ 139513 w 177839"/>
                <a:gd name="connsiteY18" fmla="*/ 102198 h 245141"/>
                <a:gd name="connsiteX19" fmla="*/ 102389 w 177839"/>
                <a:gd name="connsiteY19" fmla="*/ 89128 h 245141"/>
                <a:gd name="connsiteX20" fmla="*/ 51123 w 177839"/>
                <a:gd name="connsiteY20" fmla="*/ 123745 h 245141"/>
                <a:gd name="connsiteX21" fmla="*/ 51123 w 177839"/>
                <a:gd name="connsiteY21" fmla="*/ 115 h 245141"/>
                <a:gd name="connsiteX22" fmla="*/ 211 w 177839"/>
                <a:gd name="connsiteY22" fmla="*/ 4000 h 245141"/>
                <a:gd name="connsiteX23" fmla="*/ 211 w 177839"/>
                <a:gd name="connsiteY23" fmla="*/ 14950 h 245141"/>
                <a:gd name="connsiteX24" fmla="*/ 27789 w 177839"/>
                <a:gd name="connsiteY24" fmla="*/ 34731 h 245141"/>
                <a:gd name="connsiteX25" fmla="*/ 27789 w 177839"/>
                <a:gd name="connsiteY25" fmla="*/ 218410 h 245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839" h="245141">
                  <a:moveTo>
                    <a:pt x="27789" y="218410"/>
                  </a:moveTo>
                  <a:cubicBezTo>
                    <a:pt x="27789" y="234306"/>
                    <a:pt x="23900" y="234306"/>
                    <a:pt x="211" y="234306"/>
                  </a:cubicBezTo>
                  <a:lnTo>
                    <a:pt x="211" y="245256"/>
                  </a:lnTo>
                  <a:cubicBezTo>
                    <a:pt x="12586" y="244903"/>
                    <a:pt x="30617" y="244196"/>
                    <a:pt x="40163" y="244196"/>
                  </a:cubicBezTo>
                  <a:cubicBezTo>
                    <a:pt x="49356" y="244196"/>
                    <a:pt x="67741" y="244903"/>
                    <a:pt x="79762" y="245256"/>
                  </a:cubicBezTo>
                  <a:lnTo>
                    <a:pt x="79762" y="234306"/>
                  </a:lnTo>
                  <a:cubicBezTo>
                    <a:pt x="56073" y="234306"/>
                    <a:pt x="52184" y="234306"/>
                    <a:pt x="52184" y="218410"/>
                  </a:cubicBezTo>
                  <a:lnTo>
                    <a:pt x="52184" y="153416"/>
                  </a:lnTo>
                  <a:cubicBezTo>
                    <a:pt x="52184" y="116680"/>
                    <a:pt x="77287" y="96899"/>
                    <a:pt x="99914" y="96899"/>
                  </a:cubicBezTo>
                  <a:cubicBezTo>
                    <a:pt x="122188" y="96899"/>
                    <a:pt x="126078" y="115974"/>
                    <a:pt x="126078" y="136108"/>
                  </a:cubicBezTo>
                  <a:lnTo>
                    <a:pt x="126078" y="218410"/>
                  </a:lnTo>
                  <a:cubicBezTo>
                    <a:pt x="126078" y="234306"/>
                    <a:pt x="122188" y="234306"/>
                    <a:pt x="98500" y="234306"/>
                  </a:cubicBezTo>
                  <a:lnTo>
                    <a:pt x="98500" y="245256"/>
                  </a:lnTo>
                  <a:cubicBezTo>
                    <a:pt x="110875" y="244903"/>
                    <a:pt x="128906" y="244196"/>
                    <a:pt x="138452" y="244196"/>
                  </a:cubicBezTo>
                  <a:cubicBezTo>
                    <a:pt x="147645" y="244196"/>
                    <a:pt x="166030" y="244903"/>
                    <a:pt x="178050" y="245256"/>
                  </a:cubicBezTo>
                  <a:lnTo>
                    <a:pt x="178050" y="234306"/>
                  </a:lnTo>
                  <a:cubicBezTo>
                    <a:pt x="159665" y="234306"/>
                    <a:pt x="150827" y="234306"/>
                    <a:pt x="150473" y="223709"/>
                  </a:cubicBezTo>
                  <a:lnTo>
                    <a:pt x="150473" y="156242"/>
                  </a:lnTo>
                  <a:cubicBezTo>
                    <a:pt x="150473" y="125864"/>
                    <a:pt x="150473" y="114914"/>
                    <a:pt x="139513" y="102198"/>
                  </a:cubicBezTo>
                  <a:cubicBezTo>
                    <a:pt x="134563" y="96193"/>
                    <a:pt x="122896" y="89128"/>
                    <a:pt x="102389" y="89128"/>
                  </a:cubicBezTo>
                  <a:cubicBezTo>
                    <a:pt x="72690" y="89128"/>
                    <a:pt x="57134" y="110322"/>
                    <a:pt x="51123" y="123745"/>
                  </a:cubicBezTo>
                  <a:lnTo>
                    <a:pt x="51123" y="115"/>
                  </a:lnTo>
                  <a:lnTo>
                    <a:pt x="211" y="4000"/>
                  </a:lnTo>
                  <a:lnTo>
                    <a:pt x="211" y="14950"/>
                  </a:lnTo>
                  <a:cubicBezTo>
                    <a:pt x="24960" y="14950"/>
                    <a:pt x="27789" y="17423"/>
                    <a:pt x="27789" y="34731"/>
                  </a:cubicBezTo>
                  <a:lnTo>
                    <a:pt x="27789" y="218410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CB6E8BB4-2531-D6C8-A97F-17A392C51D4F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4654858" y="6870616"/>
              <a:ext cx="82025" cy="353229"/>
            </a:xfrm>
            <a:custGeom>
              <a:avLst/>
              <a:gdLst>
                <a:gd name="connsiteX0" fmla="*/ 82244 w 82025"/>
                <a:gd name="connsiteY0" fmla="*/ 349812 h 353229"/>
                <a:gd name="connsiteX1" fmla="*/ 76233 w 82025"/>
                <a:gd name="connsiteY1" fmla="*/ 342041 h 353229"/>
                <a:gd name="connsiteX2" fmla="*/ 20725 w 82025"/>
                <a:gd name="connsiteY2" fmla="*/ 176729 h 353229"/>
                <a:gd name="connsiteX3" fmla="*/ 77647 w 82025"/>
                <a:gd name="connsiteY3" fmla="*/ 9652 h 353229"/>
                <a:gd name="connsiteX4" fmla="*/ 82244 w 82025"/>
                <a:gd name="connsiteY4" fmla="*/ 3647 h 353229"/>
                <a:gd name="connsiteX5" fmla="*/ 78708 w 82025"/>
                <a:gd name="connsiteY5" fmla="*/ 115 h 353229"/>
                <a:gd name="connsiteX6" fmla="*/ 22492 w 82025"/>
                <a:gd name="connsiteY6" fmla="*/ 68994 h 353229"/>
                <a:gd name="connsiteX7" fmla="*/ 218 w 82025"/>
                <a:gd name="connsiteY7" fmla="*/ 176729 h 353229"/>
                <a:gd name="connsiteX8" fmla="*/ 23553 w 82025"/>
                <a:gd name="connsiteY8" fmla="*/ 286937 h 353229"/>
                <a:gd name="connsiteX9" fmla="*/ 78708 w 82025"/>
                <a:gd name="connsiteY9" fmla="*/ 353344 h 353229"/>
                <a:gd name="connsiteX10" fmla="*/ 82244 w 82025"/>
                <a:gd name="connsiteY10" fmla="*/ 349812 h 353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25" h="353229">
                  <a:moveTo>
                    <a:pt x="82244" y="349812"/>
                  </a:moveTo>
                  <a:cubicBezTo>
                    <a:pt x="82244" y="348752"/>
                    <a:pt x="82244" y="348046"/>
                    <a:pt x="76233" y="342041"/>
                  </a:cubicBezTo>
                  <a:cubicBezTo>
                    <a:pt x="32039" y="297534"/>
                    <a:pt x="20725" y="230773"/>
                    <a:pt x="20725" y="176729"/>
                  </a:cubicBezTo>
                  <a:cubicBezTo>
                    <a:pt x="20725" y="115267"/>
                    <a:pt x="34160" y="53805"/>
                    <a:pt x="77647" y="9652"/>
                  </a:cubicBezTo>
                  <a:cubicBezTo>
                    <a:pt x="82244" y="5413"/>
                    <a:pt x="82244" y="4707"/>
                    <a:pt x="82244" y="3647"/>
                  </a:cubicBezTo>
                  <a:cubicBezTo>
                    <a:pt x="82244" y="1174"/>
                    <a:pt x="80829" y="115"/>
                    <a:pt x="78708" y="115"/>
                  </a:cubicBezTo>
                  <a:cubicBezTo>
                    <a:pt x="75173" y="115"/>
                    <a:pt x="43352" y="24134"/>
                    <a:pt x="22492" y="68994"/>
                  </a:cubicBezTo>
                  <a:cubicBezTo>
                    <a:pt x="4461" y="107850"/>
                    <a:pt x="218" y="147058"/>
                    <a:pt x="218" y="176729"/>
                  </a:cubicBezTo>
                  <a:cubicBezTo>
                    <a:pt x="218" y="204281"/>
                    <a:pt x="4107" y="247022"/>
                    <a:pt x="23553" y="286937"/>
                  </a:cubicBezTo>
                  <a:cubicBezTo>
                    <a:pt x="44767" y="330384"/>
                    <a:pt x="75173" y="353344"/>
                    <a:pt x="78708" y="353344"/>
                  </a:cubicBezTo>
                  <a:cubicBezTo>
                    <a:pt x="80829" y="353344"/>
                    <a:pt x="82244" y="352284"/>
                    <a:pt x="82244" y="349812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E4DDF2DB-325A-E464-C272-E5B63D820994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4765836" y="6893222"/>
              <a:ext cx="403055" cy="245141"/>
            </a:xfrm>
            <a:custGeom>
              <a:avLst/>
              <a:gdLst>
                <a:gd name="connsiteX0" fmla="*/ 369690 w 403055"/>
                <a:gd name="connsiteY0" fmla="*/ 25194 h 245141"/>
                <a:gd name="connsiteX1" fmla="*/ 383125 w 403055"/>
                <a:gd name="connsiteY1" fmla="*/ 17423 h 245141"/>
                <a:gd name="connsiteX2" fmla="*/ 403277 w 403055"/>
                <a:gd name="connsiteY2" fmla="*/ 16716 h 245141"/>
                <a:gd name="connsiteX3" fmla="*/ 403277 w 403055"/>
                <a:gd name="connsiteY3" fmla="*/ 115 h 245141"/>
                <a:gd name="connsiteX4" fmla="*/ 365447 w 403055"/>
                <a:gd name="connsiteY4" fmla="*/ 1174 h 245141"/>
                <a:gd name="connsiteX5" fmla="*/ 317363 w 403055"/>
                <a:gd name="connsiteY5" fmla="*/ 115 h 245141"/>
                <a:gd name="connsiteX6" fmla="*/ 317363 w 403055"/>
                <a:gd name="connsiteY6" fmla="*/ 16716 h 245141"/>
                <a:gd name="connsiteX7" fmla="*/ 353426 w 403055"/>
                <a:gd name="connsiteY7" fmla="*/ 20602 h 245141"/>
                <a:gd name="connsiteX8" fmla="*/ 292614 w 403055"/>
                <a:gd name="connsiteY8" fmla="*/ 178495 h 245141"/>
                <a:gd name="connsiteX9" fmla="*/ 230034 w 403055"/>
                <a:gd name="connsiteY9" fmla="*/ 16716 h 245141"/>
                <a:gd name="connsiteX10" fmla="*/ 263976 w 403055"/>
                <a:gd name="connsiteY10" fmla="*/ 16716 h 245141"/>
                <a:gd name="connsiteX11" fmla="*/ 263976 w 403055"/>
                <a:gd name="connsiteY11" fmla="*/ 115 h 245141"/>
                <a:gd name="connsiteX12" fmla="*/ 202103 w 403055"/>
                <a:gd name="connsiteY12" fmla="*/ 1174 h 245141"/>
                <a:gd name="connsiteX13" fmla="*/ 148009 w 403055"/>
                <a:gd name="connsiteY13" fmla="*/ 115 h 245141"/>
                <a:gd name="connsiteX14" fmla="*/ 148009 w 403055"/>
                <a:gd name="connsiteY14" fmla="*/ 16716 h 245141"/>
                <a:gd name="connsiteX15" fmla="*/ 178415 w 403055"/>
                <a:gd name="connsiteY15" fmla="*/ 16716 h 245141"/>
                <a:gd name="connsiteX16" fmla="*/ 192911 w 403055"/>
                <a:gd name="connsiteY16" fmla="*/ 54159 h 245141"/>
                <a:gd name="connsiteX17" fmla="*/ 144827 w 403055"/>
                <a:gd name="connsiteY17" fmla="*/ 178495 h 245141"/>
                <a:gd name="connsiteX18" fmla="*/ 82248 w 403055"/>
                <a:gd name="connsiteY18" fmla="*/ 16716 h 245141"/>
                <a:gd name="connsiteX19" fmla="*/ 116189 w 403055"/>
                <a:gd name="connsiteY19" fmla="*/ 16716 h 245141"/>
                <a:gd name="connsiteX20" fmla="*/ 116189 w 403055"/>
                <a:gd name="connsiteY20" fmla="*/ 115 h 245141"/>
                <a:gd name="connsiteX21" fmla="*/ 54316 w 403055"/>
                <a:gd name="connsiteY21" fmla="*/ 1174 h 245141"/>
                <a:gd name="connsiteX22" fmla="*/ 222 w 403055"/>
                <a:gd name="connsiteY22" fmla="*/ 115 h 245141"/>
                <a:gd name="connsiteX23" fmla="*/ 222 w 403055"/>
                <a:gd name="connsiteY23" fmla="*/ 16716 h 245141"/>
                <a:gd name="connsiteX24" fmla="*/ 30628 w 403055"/>
                <a:gd name="connsiteY24" fmla="*/ 16716 h 245141"/>
                <a:gd name="connsiteX25" fmla="*/ 115482 w 403055"/>
                <a:gd name="connsiteY25" fmla="*/ 236072 h 245141"/>
                <a:gd name="connsiteX26" fmla="*/ 127856 w 403055"/>
                <a:gd name="connsiteY26" fmla="*/ 245256 h 245141"/>
                <a:gd name="connsiteX27" fmla="*/ 140231 w 403055"/>
                <a:gd name="connsiteY27" fmla="*/ 236072 h 245141"/>
                <a:gd name="connsiteX28" fmla="*/ 201750 w 403055"/>
                <a:gd name="connsiteY28" fmla="*/ 77119 h 245141"/>
                <a:gd name="connsiteX29" fmla="*/ 263269 w 403055"/>
                <a:gd name="connsiteY29" fmla="*/ 236072 h 245141"/>
                <a:gd name="connsiteX30" fmla="*/ 275643 w 403055"/>
                <a:gd name="connsiteY30" fmla="*/ 245256 h 245141"/>
                <a:gd name="connsiteX31" fmla="*/ 288018 w 403055"/>
                <a:gd name="connsiteY31" fmla="*/ 236072 h 245141"/>
                <a:gd name="connsiteX32" fmla="*/ 369690 w 403055"/>
                <a:gd name="connsiteY32" fmla="*/ 25194 h 245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3055" h="245141">
                  <a:moveTo>
                    <a:pt x="369690" y="25194"/>
                  </a:moveTo>
                  <a:cubicBezTo>
                    <a:pt x="371811" y="19189"/>
                    <a:pt x="372164" y="18482"/>
                    <a:pt x="383125" y="17423"/>
                  </a:cubicBezTo>
                  <a:cubicBezTo>
                    <a:pt x="390196" y="16716"/>
                    <a:pt x="397621" y="16716"/>
                    <a:pt x="403277" y="16716"/>
                  </a:cubicBezTo>
                  <a:lnTo>
                    <a:pt x="403277" y="115"/>
                  </a:lnTo>
                  <a:cubicBezTo>
                    <a:pt x="393731" y="468"/>
                    <a:pt x="381357" y="1174"/>
                    <a:pt x="365447" y="1174"/>
                  </a:cubicBezTo>
                  <a:cubicBezTo>
                    <a:pt x="352012" y="1174"/>
                    <a:pt x="330091" y="1174"/>
                    <a:pt x="317363" y="115"/>
                  </a:cubicBezTo>
                  <a:lnTo>
                    <a:pt x="317363" y="16716"/>
                  </a:lnTo>
                  <a:cubicBezTo>
                    <a:pt x="326202" y="16716"/>
                    <a:pt x="343173" y="16716"/>
                    <a:pt x="353426" y="20602"/>
                  </a:cubicBezTo>
                  <a:lnTo>
                    <a:pt x="292614" y="178495"/>
                  </a:lnTo>
                  <a:lnTo>
                    <a:pt x="230034" y="16716"/>
                  </a:lnTo>
                  <a:lnTo>
                    <a:pt x="263976" y="16716"/>
                  </a:lnTo>
                  <a:lnTo>
                    <a:pt x="263976" y="115"/>
                  </a:lnTo>
                  <a:cubicBezTo>
                    <a:pt x="250541" y="1174"/>
                    <a:pt x="217306" y="1174"/>
                    <a:pt x="202103" y="1174"/>
                  </a:cubicBezTo>
                  <a:cubicBezTo>
                    <a:pt x="188315" y="1174"/>
                    <a:pt x="160384" y="1174"/>
                    <a:pt x="148009" y="115"/>
                  </a:cubicBezTo>
                  <a:lnTo>
                    <a:pt x="148009" y="16716"/>
                  </a:lnTo>
                  <a:lnTo>
                    <a:pt x="178415" y="16716"/>
                  </a:lnTo>
                  <a:lnTo>
                    <a:pt x="192911" y="54159"/>
                  </a:lnTo>
                  <a:lnTo>
                    <a:pt x="144827" y="178495"/>
                  </a:lnTo>
                  <a:lnTo>
                    <a:pt x="82248" y="16716"/>
                  </a:lnTo>
                  <a:lnTo>
                    <a:pt x="116189" y="16716"/>
                  </a:lnTo>
                  <a:lnTo>
                    <a:pt x="116189" y="115"/>
                  </a:lnTo>
                  <a:cubicBezTo>
                    <a:pt x="102754" y="1174"/>
                    <a:pt x="69519" y="1174"/>
                    <a:pt x="54316" y="1174"/>
                  </a:cubicBezTo>
                  <a:cubicBezTo>
                    <a:pt x="40528" y="1174"/>
                    <a:pt x="12597" y="1174"/>
                    <a:pt x="222" y="115"/>
                  </a:cubicBezTo>
                  <a:lnTo>
                    <a:pt x="222" y="16716"/>
                  </a:lnTo>
                  <a:lnTo>
                    <a:pt x="30628" y="16716"/>
                  </a:lnTo>
                  <a:lnTo>
                    <a:pt x="115482" y="236072"/>
                  </a:lnTo>
                  <a:cubicBezTo>
                    <a:pt x="117603" y="241724"/>
                    <a:pt x="119017" y="245256"/>
                    <a:pt x="127856" y="245256"/>
                  </a:cubicBezTo>
                  <a:cubicBezTo>
                    <a:pt x="136695" y="245256"/>
                    <a:pt x="138110" y="241724"/>
                    <a:pt x="140231" y="236072"/>
                  </a:cubicBezTo>
                  <a:lnTo>
                    <a:pt x="201750" y="77119"/>
                  </a:lnTo>
                  <a:lnTo>
                    <a:pt x="263269" y="236072"/>
                  </a:lnTo>
                  <a:cubicBezTo>
                    <a:pt x="265390" y="241724"/>
                    <a:pt x="266804" y="245256"/>
                    <a:pt x="275643" y="245256"/>
                  </a:cubicBezTo>
                  <a:cubicBezTo>
                    <a:pt x="284482" y="245256"/>
                    <a:pt x="285896" y="241724"/>
                    <a:pt x="288018" y="236072"/>
                  </a:cubicBezTo>
                  <a:lnTo>
                    <a:pt x="369690" y="25194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D6654F06-F7DE-4117-9CAE-2B5CF5E2A381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5193033" y="7079480"/>
              <a:ext cx="107163" cy="111514"/>
            </a:xfrm>
            <a:custGeom>
              <a:avLst/>
              <a:gdLst>
                <a:gd name="connsiteX0" fmla="*/ 93290 w 107163"/>
                <a:gd name="connsiteY0" fmla="*/ 14457 h 111514"/>
                <a:gd name="connsiteX1" fmla="*/ 80668 w 107163"/>
                <a:gd name="connsiteY1" fmla="*/ 28304 h 111514"/>
                <a:gd name="connsiteX2" fmla="*/ 90320 w 107163"/>
                <a:gd name="connsiteY2" fmla="*/ 37452 h 111514"/>
                <a:gd name="connsiteX3" fmla="*/ 104427 w 107163"/>
                <a:gd name="connsiteY3" fmla="*/ 21628 h 111514"/>
                <a:gd name="connsiteX4" fmla="*/ 71759 w 107163"/>
                <a:gd name="connsiteY4" fmla="*/ 116 h 111514"/>
                <a:gd name="connsiteX5" fmla="*/ 234 w 107163"/>
                <a:gd name="connsiteY5" fmla="*/ 68607 h 111514"/>
                <a:gd name="connsiteX6" fmla="*/ 46020 w 107163"/>
                <a:gd name="connsiteY6" fmla="*/ 111631 h 111514"/>
                <a:gd name="connsiteX7" fmla="*/ 107397 w 107163"/>
                <a:gd name="connsiteY7" fmla="*/ 83690 h 111514"/>
                <a:gd name="connsiteX8" fmla="*/ 103190 w 107163"/>
                <a:gd name="connsiteY8" fmla="*/ 79487 h 111514"/>
                <a:gd name="connsiteX9" fmla="*/ 99230 w 107163"/>
                <a:gd name="connsiteY9" fmla="*/ 81959 h 111514"/>
                <a:gd name="connsiteX10" fmla="*/ 46515 w 107163"/>
                <a:gd name="connsiteY10" fmla="*/ 104707 h 111514"/>
                <a:gd name="connsiteX11" fmla="*/ 20776 w 107163"/>
                <a:gd name="connsiteY11" fmla="*/ 77261 h 111514"/>
                <a:gd name="connsiteX12" fmla="*/ 37110 w 107163"/>
                <a:gd name="connsiteY12" fmla="*/ 26078 h 111514"/>
                <a:gd name="connsiteX13" fmla="*/ 71759 w 107163"/>
                <a:gd name="connsiteY13" fmla="*/ 7039 h 111514"/>
                <a:gd name="connsiteX14" fmla="*/ 93290 w 107163"/>
                <a:gd name="connsiteY14" fmla="*/ 14457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7163" h="111514">
                  <a:moveTo>
                    <a:pt x="93290" y="14457"/>
                  </a:moveTo>
                  <a:cubicBezTo>
                    <a:pt x="84381" y="15941"/>
                    <a:pt x="80668" y="22864"/>
                    <a:pt x="80668" y="28304"/>
                  </a:cubicBezTo>
                  <a:cubicBezTo>
                    <a:pt x="80668" y="34980"/>
                    <a:pt x="85866" y="37452"/>
                    <a:pt x="90320" y="37452"/>
                  </a:cubicBezTo>
                  <a:cubicBezTo>
                    <a:pt x="95765" y="37452"/>
                    <a:pt x="104427" y="33496"/>
                    <a:pt x="104427" y="21628"/>
                  </a:cubicBezTo>
                  <a:cubicBezTo>
                    <a:pt x="104427" y="4814"/>
                    <a:pt x="85123" y="116"/>
                    <a:pt x="71759" y="116"/>
                  </a:cubicBezTo>
                  <a:cubicBezTo>
                    <a:pt x="34635" y="116"/>
                    <a:pt x="234" y="34238"/>
                    <a:pt x="234" y="68607"/>
                  </a:cubicBezTo>
                  <a:cubicBezTo>
                    <a:pt x="234" y="89872"/>
                    <a:pt x="15083" y="111631"/>
                    <a:pt x="46020" y="111631"/>
                  </a:cubicBezTo>
                  <a:cubicBezTo>
                    <a:pt x="87846" y="111631"/>
                    <a:pt x="107397" y="87152"/>
                    <a:pt x="107397" y="83690"/>
                  </a:cubicBezTo>
                  <a:cubicBezTo>
                    <a:pt x="107397" y="82207"/>
                    <a:pt x="105170" y="79487"/>
                    <a:pt x="103190" y="79487"/>
                  </a:cubicBezTo>
                  <a:cubicBezTo>
                    <a:pt x="101705" y="79487"/>
                    <a:pt x="101210" y="79981"/>
                    <a:pt x="99230" y="81959"/>
                  </a:cubicBezTo>
                  <a:cubicBezTo>
                    <a:pt x="79926" y="104707"/>
                    <a:pt x="50970" y="104707"/>
                    <a:pt x="46515" y="104707"/>
                  </a:cubicBezTo>
                  <a:cubicBezTo>
                    <a:pt x="28695" y="104707"/>
                    <a:pt x="20776" y="92592"/>
                    <a:pt x="20776" y="77261"/>
                  </a:cubicBezTo>
                  <a:cubicBezTo>
                    <a:pt x="20776" y="70091"/>
                    <a:pt x="24241" y="43139"/>
                    <a:pt x="37110" y="26078"/>
                  </a:cubicBezTo>
                  <a:cubicBezTo>
                    <a:pt x="46515" y="13963"/>
                    <a:pt x="59384" y="7039"/>
                    <a:pt x="71759" y="7039"/>
                  </a:cubicBezTo>
                  <a:cubicBezTo>
                    <a:pt x="75224" y="7039"/>
                    <a:pt x="87103" y="7534"/>
                    <a:pt x="93290" y="14457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8F35CB2C-D22C-709E-FFE1-5FABF419FF22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5363439" y="6870616"/>
              <a:ext cx="48437" cy="353229"/>
            </a:xfrm>
            <a:custGeom>
              <a:avLst/>
              <a:gdLst>
                <a:gd name="connsiteX0" fmla="*/ 48675 w 48437"/>
                <a:gd name="connsiteY0" fmla="*/ 353344 h 353229"/>
                <a:gd name="connsiteX1" fmla="*/ 48675 w 48437"/>
                <a:gd name="connsiteY1" fmla="*/ 339215 h 353229"/>
                <a:gd name="connsiteX2" fmla="*/ 14380 w 48437"/>
                <a:gd name="connsiteY2" fmla="*/ 339215 h 353229"/>
                <a:gd name="connsiteX3" fmla="*/ 14380 w 48437"/>
                <a:gd name="connsiteY3" fmla="*/ 14244 h 353229"/>
                <a:gd name="connsiteX4" fmla="*/ 48675 w 48437"/>
                <a:gd name="connsiteY4" fmla="*/ 14244 h 353229"/>
                <a:gd name="connsiteX5" fmla="*/ 48675 w 48437"/>
                <a:gd name="connsiteY5" fmla="*/ 115 h 353229"/>
                <a:gd name="connsiteX6" fmla="*/ 238 w 48437"/>
                <a:gd name="connsiteY6" fmla="*/ 115 h 353229"/>
                <a:gd name="connsiteX7" fmla="*/ 238 w 48437"/>
                <a:gd name="connsiteY7" fmla="*/ 353344 h 353229"/>
                <a:gd name="connsiteX8" fmla="*/ 48675 w 48437"/>
                <a:gd name="connsiteY8" fmla="*/ 353344 h 353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37" h="353229">
                  <a:moveTo>
                    <a:pt x="48675" y="353344"/>
                  </a:moveTo>
                  <a:lnTo>
                    <a:pt x="48675" y="339215"/>
                  </a:lnTo>
                  <a:lnTo>
                    <a:pt x="14380" y="339215"/>
                  </a:lnTo>
                  <a:lnTo>
                    <a:pt x="14380" y="14244"/>
                  </a:lnTo>
                  <a:lnTo>
                    <a:pt x="48675" y="14244"/>
                  </a:lnTo>
                  <a:lnTo>
                    <a:pt x="48675" y="115"/>
                  </a:lnTo>
                  <a:lnTo>
                    <a:pt x="238" y="115"/>
                  </a:lnTo>
                  <a:lnTo>
                    <a:pt x="238" y="353344"/>
                  </a:lnTo>
                  <a:lnTo>
                    <a:pt x="48675" y="353344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9B47125B-89C9-D09F-DC22-D5A8EDF68B57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5435840" y="6890397"/>
              <a:ext cx="201527" cy="245141"/>
            </a:xfrm>
            <a:custGeom>
              <a:avLst/>
              <a:gdLst>
                <a:gd name="connsiteX0" fmla="*/ 24636 w 201527"/>
                <a:gd name="connsiteY0" fmla="*/ 228654 h 245141"/>
                <a:gd name="connsiteX1" fmla="*/ 241 w 201527"/>
                <a:gd name="connsiteY1" fmla="*/ 228654 h 245141"/>
                <a:gd name="connsiteX2" fmla="*/ 241 w 201527"/>
                <a:gd name="connsiteY2" fmla="*/ 245256 h 245141"/>
                <a:gd name="connsiteX3" fmla="*/ 44789 w 201527"/>
                <a:gd name="connsiteY3" fmla="*/ 244196 h 245141"/>
                <a:gd name="connsiteX4" fmla="*/ 89337 w 201527"/>
                <a:gd name="connsiteY4" fmla="*/ 245256 h 245141"/>
                <a:gd name="connsiteX5" fmla="*/ 89337 w 201527"/>
                <a:gd name="connsiteY5" fmla="*/ 228654 h 245141"/>
                <a:gd name="connsiteX6" fmla="*/ 64942 w 201527"/>
                <a:gd name="connsiteY6" fmla="*/ 228654 h 245141"/>
                <a:gd name="connsiteX7" fmla="*/ 64942 w 201527"/>
                <a:gd name="connsiteY7" fmla="*/ 154829 h 245141"/>
                <a:gd name="connsiteX8" fmla="*/ 117622 w 201527"/>
                <a:gd name="connsiteY8" fmla="*/ 99019 h 245141"/>
                <a:gd name="connsiteX9" fmla="*/ 137068 w 201527"/>
                <a:gd name="connsiteY9" fmla="*/ 133282 h 245141"/>
                <a:gd name="connsiteX10" fmla="*/ 137068 w 201527"/>
                <a:gd name="connsiteY10" fmla="*/ 228654 h 245141"/>
                <a:gd name="connsiteX11" fmla="*/ 112672 w 201527"/>
                <a:gd name="connsiteY11" fmla="*/ 228654 h 245141"/>
                <a:gd name="connsiteX12" fmla="*/ 112672 w 201527"/>
                <a:gd name="connsiteY12" fmla="*/ 245256 h 245141"/>
                <a:gd name="connsiteX13" fmla="*/ 157220 w 201527"/>
                <a:gd name="connsiteY13" fmla="*/ 244196 h 245141"/>
                <a:gd name="connsiteX14" fmla="*/ 201769 w 201527"/>
                <a:gd name="connsiteY14" fmla="*/ 245256 h 245141"/>
                <a:gd name="connsiteX15" fmla="*/ 201769 w 201527"/>
                <a:gd name="connsiteY15" fmla="*/ 228654 h 245141"/>
                <a:gd name="connsiteX16" fmla="*/ 177373 w 201527"/>
                <a:gd name="connsiteY16" fmla="*/ 228654 h 245141"/>
                <a:gd name="connsiteX17" fmla="*/ 177373 w 201527"/>
                <a:gd name="connsiteY17" fmla="*/ 137168 h 245141"/>
                <a:gd name="connsiteX18" fmla="*/ 122925 w 201527"/>
                <a:gd name="connsiteY18" fmla="*/ 86303 h 245141"/>
                <a:gd name="connsiteX19" fmla="*/ 62821 w 201527"/>
                <a:gd name="connsiteY19" fmla="*/ 120919 h 245141"/>
                <a:gd name="connsiteX20" fmla="*/ 62821 w 201527"/>
                <a:gd name="connsiteY20" fmla="*/ 115 h 245141"/>
                <a:gd name="connsiteX21" fmla="*/ 241 w 201527"/>
                <a:gd name="connsiteY21" fmla="*/ 2940 h 245141"/>
                <a:gd name="connsiteX22" fmla="*/ 241 w 201527"/>
                <a:gd name="connsiteY22" fmla="*/ 19542 h 245141"/>
                <a:gd name="connsiteX23" fmla="*/ 24636 w 201527"/>
                <a:gd name="connsiteY23" fmla="*/ 33318 h 245141"/>
                <a:gd name="connsiteX24" fmla="*/ 24636 w 201527"/>
                <a:gd name="connsiteY24" fmla="*/ 228654 h 245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527" h="245141">
                  <a:moveTo>
                    <a:pt x="24636" y="228654"/>
                  </a:moveTo>
                  <a:lnTo>
                    <a:pt x="241" y="228654"/>
                  </a:lnTo>
                  <a:lnTo>
                    <a:pt x="241" y="245256"/>
                  </a:lnTo>
                  <a:cubicBezTo>
                    <a:pt x="10141" y="244903"/>
                    <a:pt x="31354" y="244196"/>
                    <a:pt x="44789" y="244196"/>
                  </a:cubicBezTo>
                  <a:cubicBezTo>
                    <a:pt x="58578" y="244196"/>
                    <a:pt x="79438" y="244903"/>
                    <a:pt x="89337" y="245256"/>
                  </a:cubicBezTo>
                  <a:lnTo>
                    <a:pt x="89337" y="228654"/>
                  </a:lnTo>
                  <a:lnTo>
                    <a:pt x="64942" y="228654"/>
                  </a:lnTo>
                  <a:lnTo>
                    <a:pt x="64942" y="154829"/>
                  </a:lnTo>
                  <a:cubicBezTo>
                    <a:pt x="64942" y="116327"/>
                    <a:pt x="95348" y="99019"/>
                    <a:pt x="117622" y="99019"/>
                  </a:cubicBezTo>
                  <a:cubicBezTo>
                    <a:pt x="129643" y="99019"/>
                    <a:pt x="137068" y="106437"/>
                    <a:pt x="137068" y="133282"/>
                  </a:cubicBezTo>
                  <a:lnTo>
                    <a:pt x="137068" y="228654"/>
                  </a:lnTo>
                  <a:lnTo>
                    <a:pt x="112672" y="228654"/>
                  </a:lnTo>
                  <a:lnTo>
                    <a:pt x="112672" y="245256"/>
                  </a:lnTo>
                  <a:cubicBezTo>
                    <a:pt x="122572" y="244903"/>
                    <a:pt x="143785" y="244196"/>
                    <a:pt x="157220" y="244196"/>
                  </a:cubicBezTo>
                  <a:cubicBezTo>
                    <a:pt x="171009" y="244196"/>
                    <a:pt x="191869" y="244903"/>
                    <a:pt x="201769" y="245256"/>
                  </a:cubicBezTo>
                  <a:lnTo>
                    <a:pt x="201769" y="228654"/>
                  </a:lnTo>
                  <a:lnTo>
                    <a:pt x="177373" y="228654"/>
                  </a:lnTo>
                  <a:lnTo>
                    <a:pt x="177373" y="137168"/>
                  </a:lnTo>
                  <a:cubicBezTo>
                    <a:pt x="177373" y="100079"/>
                    <a:pt x="158281" y="86303"/>
                    <a:pt x="122925" y="86303"/>
                  </a:cubicBezTo>
                  <a:cubicBezTo>
                    <a:pt x="88984" y="86303"/>
                    <a:pt x="70952" y="106790"/>
                    <a:pt x="62821" y="120919"/>
                  </a:cubicBezTo>
                  <a:lnTo>
                    <a:pt x="62821" y="115"/>
                  </a:lnTo>
                  <a:lnTo>
                    <a:pt x="241" y="2940"/>
                  </a:lnTo>
                  <a:lnTo>
                    <a:pt x="241" y="19542"/>
                  </a:lnTo>
                  <a:cubicBezTo>
                    <a:pt x="22161" y="19542"/>
                    <a:pt x="24636" y="19542"/>
                    <a:pt x="24636" y="33318"/>
                  </a:cubicBezTo>
                  <a:lnTo>
                    <a:pt x="24636" y="228654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5C058670-87E7-4B5E-838A-9D4C957C325C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15651504" y="7014450"/>
              <a:ext cx="102955" cy="177038"/>
            </a:xfrm>
            <a:custGeom>
              <a:avLst/>
              <a:gdLst>
                <a:gd name="connsiteX0" fmla="*/ 24006 w 102955"/>
                <a:gd name="connsiteY0" fmla="*/ 140313 h 177038"/>
                <a:gd name="connsiteX1" fmla="*/ 55685 w 102955"/>
                <a:gd name="connsiteY1" fmla="*/ 177155 h 177038"/>
                <a:gd name="connsiteX2" fmla="*/ 81424 w 102955"/>
                <a:gd name="connsiteY2" fmla="*/ 168253 h 177038"/>
                <a:gd name="connsiteX3" fmla="*/ 98501 w 102955"/>
                <a:gd name="connsiteY3" fmla="*/ 153665 h 177038"/>
                <a:gd name="connsiteX4" fmla="*/ 94541 w 102955"/>
                <a:gd name="connsiteY4" fmla="*/ 148967 h 177038"/>
                <a:gd name="connsiteX5" fmla="*/ 89096 w 102955"/>
                <a:gd name="connsiteY5" fmla="*/ 152676 h 177038"/>
                <a:gd name="connsiteX6" fmla="*/ 55933 w 102955"/>
                <a:gd name="connsiteY6" fmla="*/ 170231 h 177038"/>
                <a:gd name="connsiteX7" fmla="*/ 39103 w 102955"/>
                <a:gd name="connsiteY7" fmla="*/ 136604 h 177038"/>
                <a:gd name="connsiteX8" fmla="*/ 39598 w 102955"/>
                <a:gd name="connsiteY8" fmla="*/ 128197 h 177038"/>
                <a:gd name="connsiteX9" fmla="*/ 42816 w 102955"/>
                <a:gd name="connsiteY9" fmla="*/ 122510 h 177038"/>
                <a:gd name="connsiteX10" fmla="*/ 103203 w 102955"/>
                <a:gd name="connsiteY10" fmla="*/ 21628 h 177038"/>
                <a:gd name="connsiteX11" fmla="*/ 86869 w 102955"/>
                <a:gd name="connsiteY11" fmla="*/ 116 h 177038"/>
                <a:gd name="connsiteX12" fmla="*/ 45785 w 102955"/>
                <a:gd name="connsiteY12" fmla="*/ 39431 h 177038"/>
                <a:gd name="connsiteX13" fmla="*/ 26481 w 102955"/>
                <a:gd name="connsiteY13" fmla="*/ 93086 h 177038"/>
                <a:gd name="connsiteX14" fmla="*/ 22769 w 102955"/>
                <a:gd name="connsiteY14" fmla="*/ 130422 h 177038"/>
                <a:gd name="connsiteX15" fmla="*/ 4455 w 102955"/>
                <a:gd name="connsiteY15" fmla="*/ 146742 h 177038"/>
                <a:gd name="connsiteX16" fmla="*/ 247 w 102955"/>
                <a:gd name="connsiteY16" fmla="*/ 151934 h 177038"/>
                <a:gd name="connsiteX17" fmla="*/ 4455 w 102955"/>
                <a:gd name="connsiteY17" fmla="*/ 156385 h 177038"/>
                <a:gd name="connsiteX18" fmla="*/ 14602 w 102955"/>
                <a:gd name="connsiteY18" fmla="*/ 148472 h 177038"/>
                <a:gd name="connsiteX19" fmla="*/ 24006 w 102955"/>
                <a:gd name="connsiteY19" fmla="*/ 140313 h 177038"/>
                <a:gd name="connsiteX20" fmla="*/ 41826 w 102955"/>
                <a:gd name="connsiteY20" fmla="*/ 112125 h 177038"/>
                <a:gd name="connsiteX21" fmla="*/ 86621 w 102955"/>
                <a:gd name="connsiteY21" fmla="*/ 7039 h 177038"/>
                <a:gd name="connsiteX22" fmla="*/ 95283 w 102955"/>
                <a:gd name="connsiteY22" fmla="*/ 19897 h 177038"/>
                <a:gd name="connsiteX23" fmla="*/ 73999 w 102955"/>
                <a:gd name="connsiteY23" fmla="*/ 75283 h 177038"/>
                <a:gd name="connsiteX24" fmla="*/ 41826 w 102955"/>
                <a:gd name="connsiteY24" fmla="*/ 112125 h 17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2955" h="177038">
                  <a:moveTo>
                    <a:pt x="24006" y="140313"/>
                  </a:moveTo>
                  <a:cubicBezTo>
                    <a:pt x="26481" y="156385"/>
                    <a:pt x="34648" y="177155"/>
                    <a:pt x="55685" y="177155"/>
                  </a:cubicBezTo>
                  <a:cubicBezTo>
                    <a:pt x="63605" y="177155"/>
                    <a:pt x="72514" y="173940"/>
                    <a:pt x="81424" y="168253"/>
                  </a:cubicBezTo>
                  <a:cubicBezTo>
                    <a:pt x="85631" y="165781"/>
                    <a:pt x="98501" y="156632"/>
                    <a:pt x="98501" y="153665"/>
                  </a:cubicBezTo>
                  <a:cubicBezTo>
                    <a:pt x="98501" y="152181"/>
                    <a:pt x="96768" y="148967"/>
                    <a:pt x="94541" y="148967"/>
                  </a:cubicBezTo>
                  <a:cubicBezTo>
                    <a:pt x="93304" y="148967"/>
                    <a:pt x="92809" y="148967"/>
                    <a:pt x="89096" y="152676"/>
                  </a:cubicBezTo>
                  <a:cubicBezTo>
                    <a:pt x="78454" y="162072"/>
                    <a:pt x="67070" y="170231"/>
                    <a:pt x="55933" y="170231"/>
                  </a:cubicBezTo>
                  <a:cubicBezTo>
                    <a:pt x="39103" y="170231"/>
                    <a:pt x="39103" y="141302"/>
                    <a:pt x="39103" y="136604"/>
                  </a:cubicBezTo>
                  <a:cubicBezTo>
                    <a:pt x="39103" y="133390"/>
                    <a:pt x="39103" y="132895"/>
                    <a:pt x="39598" y="128197"/>
                  </a:cubicBezTo>
                  <a:cubicBezTo>
                    <a:pt x="39846" y="125724"/>
                    <a:pt x="39846" y="125230"/>
                    <a:pt x="42816" y="122510"/>
                  </a:cubicBezTo>
                  <a:cubicBezTo>
                    <a:pt x="56427" y="109653"/>
                    <a:pt x="103203" y="64651"/>
                    <a:pt x="103203" y="21628"/>
                  </a:cubicBezTo>
                  <a:cubicBezTo>
                    <a:pt x="103203" y="17919"/>
                    <a:pt x="103203" y="116"/>
                    <a:pt x="86869" y="116"/>
                  </a:cubicBezTo>
                  <a:cubicBezTo>
                    <a:pt x="66327" y="116"/>
                    <a:pt x="49745" y="32013"/>
                    <a:pt x="45785" y="39431"/>
                  </a:cubicBezTo>
                  <a:cubicBezTo>
                    <a:pt x="34896" y="60448"/>
                    <a:pt x="29204" y="80723"/>
                    <a:pt x="26481" y="93086"/>
                  </a:cubicBezTo>
                  <a:cubicBezTo>
                    <a:pt x="22769" y="109653"/>
                    <a:pt x="22769" y="118307"/>
                    <a:pt x="22769" y="130422"/>
                  </a:cubicBezTo>
                  <a:cubicBezTo>
                    <a:pt x="21036" y="132153"/>
                    <a:pt x="6929" y="144764"/>
                    <a:pt x="4455" y="146742"/>
                  </a:cubicBezTo>
                  <a:cubicBezTo>
                    <a:pt x="495" y="150203"/>
                    <a:pt x="247" y="150451"/>
                    <a:pt x="247" y="151934"/>
                  </a:cubicBezTo>
                  <a:cubicBezTo>
                    <a:pt x="247" y="153665"/>
                    <a:pt x="2475" y="156385"/>
                    <a:pt x="4455" y="156385"/>
                  </a:cubicBezTo>
                  <a:cubicBezTo>
                    <a:pt x="6187" y="156385"/>
                    <a:pt x="12869" y="150203"/>
                    <a:pt x="14602" y="148472"/>
                  </a:cubicBezTo>
                  <a:lnTo>
                    <a:pt x="24006" y="140313"/>
                  </a:lnTo>
                  <a:close/>
                  <a:moveTo>
                    <a:pt x="41826" y="112125"/>
                  </a:moveTo>
                  <a:cubicBezTo>
                    <a:pt x="46280" y="86905"/>
                    <a:pt x="65832" y="7039"/>
                    <a:pt x="86621" y="7039"/>
                  </a:cubicBezTo>
                  <a:cubicBezTo>
                    <a:pt x="92314" y="7039"/>
                    <a:pt x="95283" y="10996"/>
                    <a:pt x="95283" y="19897"/>
                  </a:cubicBezTo>
                  <a:cubicBezTo>
                    <a:pt x="95283" y="22864"/>
                    <a:pt x="95283" y="44870"/>
                    <a:pt x="73999" y="75283"/>
                  </a:cubicBezTo>
                  <a:cubicBezTo>
                    <a:pt x="61377" y="93086"/>
                    <a:pt x="47765" y="106438"/>
                    <a:pt x="41826" y="112125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71AF024E-11DF-9241-668E-29D96C624B79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15812241" y="6983296"/>
              <a:ext cx="38537" cy="220415"/>
            </a:xfrm>
            <a:custGeom>
              <a:avLst/>
              <a:gdLst>
                <a:gd name="connsiteX0" fmla="*/ 37728 w 38537"/>
                <a:gd name="connsiteY0" fmla="*/ 18836 h 220415"/>
                <a:gd name="connsiteX1" fmla="*/ 18990 w 38537"/>
                <a:gd name="connsiteY1" fmla="*/ 115 h 220415"/>
                <a:gd name="connsiteX2" fmla="*/ 251 w 38537"/>
                <a:gd name="connsiteY2" fmla="*/ 18836 h 220415"/>
                <a:gd name="connsiteX3" fmla="*/ 18990 w 38537"/>
                <a:gd name="connsiteY3" fmla="*/ 37557 h 220415"/>
                <a:gd name="connsiteX4" fmla="*/ 37728 w 38537"/>
                <a:gd name="connsiteY4" fmla="*/ 18836 h 220415"/>
                <a:gd name="connsiteX5" fmla="*/ 31011 w 38537"/>
                <a:gd name="connsiteY5" fmla="*/ 148471 h 220415"/>
                <a:gd name="connsiteX6" fmla="*/ 8383 w 38537"/>
                <a:gd name="connsiteY6" fmla="*/ 212052 h 220415"/>
                <a:gd name="connsiteX7" fmla="*/ 5908 w 38537"/>
                <a:gd name="connsiteY7" fmla="*/ 216644 h 220415"/>
                <a:gd name="connsiteX8" fmla="*/ 9444 w 38537"/>
                <a:gd name="connsiteY8" fmla="*/ 220530 h 220415"/>
                <a:gd name="connsiteX9" fmla="*/ 38789 w 38537"/>
                <a:gd name="connsiteY9" fmla="*/ 151297 h 220415"/>
                <a:gd name="connsiteX10" fmla="*/ 18990 w 38537"/>
                <a:gd name="connsiteY10" fmla="*/ 114914 h 220415"/>
                <a:gd name="connsiteX11" fmla="*/ 251 w 38537"/>
                <a:gd name="connsiteY11" fmla="*/ 133635 h 220415"/>
                <a:gd name="connsiteX12" fmla="*/ 18990 w 38537"/>
                <a:gd name="connsiteY12" fmla="*/ 152357 h 220415"/>
                <a:gd name="connsiteX13" fmla="*/ 21818 w 38537"/>
                <a:gd name="connsiteY13" fmla="*/ 152003 h 220415"/>
                <a:gd name="connsiteX14" fmla="*/ 31011 w 38537"/>
                <a:gd name="connsiteY14" fmla="*/ 148471 h 220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37" h="220415">
                  <a:moveTo>
                    <a:pt x="37728" y="18836"/>
                  </a:moveTo>
                  <a:cubicBezTo>
                    <a:pt x="37728" y="8592"/>
                    <a:pt x="29243" y="115"/>
                    <a:pt x="18990" y="115"/>
                  </a:cubicBezTo>
                  <a:cubicBezTo>
                    <a:pt x="8736" y="115"/>
                    <a:pt x="251" y="8592"/>
                    <a:pt x="251" y="18836"/>
                  </a:cubicBezTo>
                  <a:cubicBezTo>
                    <a:pt x="251" y="29079"/>
                    <a:pt x="8736" y="37557"/>
                    <a:pt x="18990" y="37557"/>
                  </a:cubicBezTo>
                  <a:cubicBezTo>
                    <a:pt x="29243" y="37557"/>
                    <a:pt x="37728" y="29079"/>
                    <a:pt x="37728" y="18836"/>
                  </a:cubicBezTo>
                  <a:close/>
                  <a:moveTo>
                    <a:pt x="31011" y="148471"/>
                  </a:moveTo>
                  <a:cubicBezTo>
                    <a:pt x="31011" y="158361"/>
                    <a:pt x="31011" y="185913"/>
                    <a:pt x="8383" y="212052"/>
                  </a:cubicBezTo>
                  <a:cubicBezTo>
                    <a:pt x="5908" y="214878"/>
                    <a:pt x="5908" y="215585"/>
                    <a:pt x="5908" y="216644"/>
                  </a:cubicBezTo>
                  <a:cubicBezTo>
                    <a:pt x="5908" y="219117"/>
                    <a:pt x="7676" y="220530"/>
                    <a:pt x="9444" y="220530"/>
                  </a:cubicBezTo>
                  <a:cubicBezTo>
                    <a:pt x="13333" y="220530"/>
                    <a:pt x="38789" y="192271"/>
                    <a:pt x="38789" y="151297"/>
                  </a:cubicBezTo>
                  <a:cubicBezTo>
                    <a:pt x="38789" y="141053"/>
                    <a:pt x="38082" y="114914"/>
                    <a:pt x="18990" y="114914"/>
                  </a:cubicBezTo>
                  <a:cubicBezTo>
                    <a:pt x="6615" y="114914"/>
                    <a:pt x="251" y="124451"/>
                    <a:pt x="251" y="133635"/>
                  </a:cubicBezTo>
                  <a:cubicBezTo>
                    <a:pt x="251" y="142819"/>
                    <a:pt x="6262" y="152357"/>
                    <a:pt x="18990" y="152357"/>
                  </a:cubicBezTo>
                  <a:cubicBezTo>
                    <a:pt x="20757" y="152357"/>
                    <a:pt x="21465" y="152357"/>
                    <a:pt x="21818" y="152003"/>
                  </a:cubicBezTo>
                  <a:cubicBezTo>
                    <a:pt x="24293" y="151650"/>
                    <a:pt x="28182" y="150944"/>
                    <a:pt x="31011" y="148471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AE297A19-FA6B-29DA-3282-F8E56D80824C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15954880" y="6890397"/>
              <a:ext cx="201527" cy="245141"/>
            </a:xfrm>
            <a:custGeom>
              <a:avLst/>
              <a:gdLst>
                <a:gd name="connsiteX0" fmla="*/ 24651 w 201527"/>
                <a:gd name="connsiteY0" fmla="*/ 228654 h 245141"/>
                <a:gd name="connsiteX1" fmla="*/ 256 w 201527"/>
                <a:gd name="connsiteY1" fmla="*/ 228654 h 245141"/>
                <a:gd name="connsiteX2" fmla="*/ 256 w 201527"/>
                <a:gd name="connsiteY2" fmla="*/ 245256 h 245141"/>
                <a:gd name="connsiteX3" fmla="*/ 44804 w 201527"/>
                <a:gd name="connsiteY3" fmla="*/ 244196 h 245141"/>
                <a:gd name="connsiteX4" fmla="*/ 89352 w 201527"/>
                <a:gd name="connsiteY4" fmla="*/ 245256 h 245141"/>
                <a:gd name="connsiteX5" fmla="*/ 89352 w 201527"/>
                <a:gd name="connsiteY5" fmla="*/ 228654 h 245141"/>
                <a:gd name="connsiteX6" fmla="*/ 64956 w 201527"/>
                <a:gd name="connsiteY6" fmla="*/ 228654 h 245141"/>
                <a:gd name="connsiteX7" fmla="*/ 64956 w 201527"/>
                <a:gd name="connsiteY7" fmla="*/ 154829 h 245141"/>
                <a:gd name="connsiteX8" fmla="*/ 117637 w 201527"/>
                <a:gd name="connsiteY8" fmla="*/ 99019 h 245141"/>
                <a:gd name="connsiteX9" fmla="*/ 137082 w 201527"/>
                <a:gd name="connsiteY9" fmla="*/ 133282 h 245141"/>
                <a:gd name="connsiteX10" fmla="*/ 137082 w 201527"/>
                <a:gd name="connsiteY10" fmla="*/ 228654 h 245141"/>
                <a:gd name="connsiteX11" fmla="*/ 112687 w 201527"/>
                <a:gd name="connsiteY11" fmla="*/ 228654 h 245141"/>
                <a:gd name="connsiteX12" fmla="*/ 112687 w 201527"/>
                <a:gd name="connsiteY12" fmla="*/ 245256 h 245141"/>
                <a:gd name="connsiteX13" fmla="*/ 157235 w 201527"/>
                <a:gd name="connsiteY13" fmla="*/ 244196 h 245141"/>
                <a:gd name="connsiteX14" fmla="*/ 201783 w 201527"/>
                <a:gd name="connsiteY14" fmla="*/ 245256 h 245141"/>
                <a:gd name="connsiteX15" fmla="*/ 201783 w 201527"/>
                <a:gd name="connsiteY15" fmla="*/ 228654 h 245141"/>
                <a:gd name="connsiteX16" fmla="*/ 177388 w 201527"/>
                <a:gd name="connsiteY16" fmla="*/ 228654 h 245141"/>
                <a:gd name="connsiteX17" fmla="*/ 177388 w 201527"/>
                <a:gd name="connsiteY17" fmla="*/ 137168 h 245141"/>
                <a:gd name="connsiteX18" fmla="*/ 122940 w 201527"/>
                <a:gd name="connsiteY18" fmla="*/ 86303 h 245141"/>
                <a:gd name="connsiteX19" fmla="*/ 62835 w 201527"/>
                <a:gd name="connsiteY19" fmla="*/ 120919 h 245141"/>
                <a:gd name="connsiteX20" fmla="*/ 62835 w 201527"/>
                <a:gd name="connsiteY20" fmla="*/ 115 h 245141"/>
                <a:gd name="connsiteX21" fmla="*/ 256 w 201527"/>
                <a:gd name="connsiteY21" fmla="*/ 2940 h 245141"/>
                <a:gd name="connsiteX22" fmla="*/ 256 w 201527"/>
                <a:gd name="connsiteY22" fmla="*/ 19542 h 245141"/>
                <a:gd name="connsiteX23" fmla="*/ 24651 w 201527"/>
                <a:gd name="connsiteY23" fmla="*/ 33318 h 245141"/>
                <a:gd name="connsiteX24" fmla="*/ 24651 w 201527"/>
                <a:gd name="connsiteY24" fmla="*/ 228654 h 245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527" h="245141">
                  <a:moveTo>
                    <a:pt x="24651" y="228654"/>
                  </a:moveTo>
                  <a:lnTo>
                    <a:pt x="256" y="228654"/>
                  </a:lnTo>
                  <a:lnTo>
                    <a:pt x="256" y="245256"/>
                  </a:lnTo>
                  <a:cubicBezTo>
                    <a:pt x="10155" y="244903"/>
                    <a:pt x="31369" y="244196"/>
                    <a:pt x="44804" y="244196"/>
                  </a:cubicBezTo>
                  <a:cubicBezTo>
                    <a:pt x="58592" y="244196"/>
                    <a:pt x="79452" y="244903"/>
                    <a:pt x="89352" y="245256"/>
                  </a:cubicBezTo>
                  <a:lnTo>
                    <a:pt x="89352" y="228654"/>
                  </a:lnTo>
                  <a:lnTo>
                    <a:pt x="64956" y="228654"/>
                  </a:lnTo>
                  <a:lnTo>
                    <a:pt x="64956" y="154829"/>
                  </a:lnTo>
                  <a:cubicBezTo>
                    <a:pt x="64956" y="116327"/>
                    <a:pt x="95362" y="99019"/>
                    <a:pt x="117637" y="99019"/>
                  </a:cubicBezTo>
                  <a:cubicBezTo>
                    <a:pt x="129657" y="99019"/>
                    <a:pt x="137082" y="106437"/>
                    <a:pt x="137082" y="133282"/>
                  </a:cubicBezTo>
                  <a:lnTo>
                    <a:pt x="137082" y="228654"/>
                  </a:lnTo>
                  <a:lnTo>
                    <a:pt x="112687" y="228654"/>
                  </a:lnTo>
                  <a:lnTo>
                    <a:pt x="112687" y="245256"/>
                  </a:lnTo>
                  <a:cubicBezTo>
                    <a:pt x="122586" y="244903"/>
                    <a:pt x="143800" y="244196"/>
                    <a:pt x="157235" y="244196"/>
                  </a:cubicBezTo>
                  <a:cubicBezTo>
                    <a:pt x="171024" y="244196"/>
                    <a:pt x="191884" y="244903"/>
                    <a:pt x="201783" y="245256"/>
                  </a:cubicBezTo>
                  <a:lnTo>
                    <a:pt x="201783" y="228654"/>
                  </a:lnTo>
                  <a:lnTo>
                    <a:pt x="177388" y="228654"/>
                  </a:lnTo>
                  <a:lnTo>
                    <a:pt x="177388" y="137168"/>
                  </a:lnTo>
                  <a:cubicBezTo>
                    <a:pt x="177388" y="100079"/>
                    <a:pt x="158296" y="86303"/>
                    <a:pt x="122940" y="86303"/>
                  </a:cubicBezTo>
                  <a:cubicBezTo>
                    <a:pt x="88998" y="86303"/>
                    <a:pt x="70967" y="106790"/>
                    <a:pt x="62835" y="120919"/>
                  </a:cubicBezTo>
                  <a:lnTo>
                    <a:pt x="62835" y="115"/>
                  </a:lnTo>
                  <a:lnTo>
                    <a:pt x="256" y="2940"/>
                  </a:lnTo>
                  <a:lnTo>
                    <a:pt x="256" y="19542"/>
                  </a:lnTo>
                  <a:cubicBezTo>
                    <a:pt x="22176" y="19542"/>
                    <a:pt x="24651" y="19542"/>
                    <a:pt x="24651" y="33318"/>
                  </a:cubicBezTo>
                  <a:lnTo>
                    <a:pt x="24651" y="228654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F18FC492-D6F5-0FA8-8B7D-B775064D23F6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16176485" y="7079480"/>
              <a:ext cx="115082" cy="111514"/>
            </a:xfrm>
            <a:custGeom>
              <a:avLst/>
              <a:gdLst>
                <a:gd name="connsiteX0" fmla="*/ 46790 w 115082"/>
                <a:gd name="connsiteY0" fmla="*/ 59211 h 111514"/>
                <a:gd name="connsiteX1" fmla="*/ 53225 w 115082"/>
                <a:gd name="connsiteY1" fmla="*/ 34238 h 111514"/>
                <a:gd name="connsiteX2" fmla="*/ 68817 w 115082"/>
                <a:gd name="connsiteY2" fmla="*/ 13963 h 111514"/>
                <a:gd name="connsiteX3" fmla="*/ 88863 w 115082"/>
                <a:gd name="connsiteY3" fmla="*/ 7039 h 111514"/>
                <a:gd name="connsiteX4" fmla="*/ 102475 w 115082"/>
                <a:gd name="connsiteY4" fmla="*/ 10501 h 111514"/>
                <a:gd name="connsiteX5" fmla="*/ 91586 w 115082"/>
                <a:gd name="connsiteY5" fmla="*/ 24100 h 111514"/>
                <a:gd name="connsiteX6" fmla="*/ 101485 w 115082"/>
                <a:gd name="connsiteY6" fmla="*/ 33249 h 111514"/>
                <a:gd name="connsiteX7" fmla="*/ 115345 w 115082"/>
                <a:gd name="connsiteY7" fmla="*/ 18166 h 111514"/>
                <a:gd name="connsiteX8" fmla="*/ 89111 w 115082"/>
                <a:gd name="connsiteY8" fmla="*/ 116 h 111514"/>
                <a:gd name="connsiteX9" fmla="*/ 54215 w 115082"/>
                <a:gd name="connsiteY9" fmla="*/ 17672 h 111514"/>
                <a:gd name="connsiteX10" fmla="*/ 28723 w 115082"/>
                <a:gd name="connsiteY10" fmla="*/ 116 h 111514"/>
                <a:gd name="connsiteX11" fmla="*/ 9419 w 115082"/>
                <a:gd name="connsiteY11" fmla="*/ 12726 h 111514"/>
                <a:gd name="connsiteX12" fmla="*/ 262 w 115082"/>
                <a:gd name="connsiteY12" fmla="*/ 37947 h 111514"/>
                <a:gd name="connsiteX13" fmla="*/ 4469 w 115082"/>
                <a:gd name="connsiteY13" fmla="*/ 41161 h 111514"/>
                <a:gd name="connsiteX14" fmla="*/ 9914 w 115082"/>
                <a:gd name="connsiteY14" fmla="*/ 33744 h 111514"/>
                <a:gd name="connsiteX15" fmla="*/ 27981 w 115082"/>
                <a:gd name="connsiteY15" fmla="*/ 7039 h 111514"/>
                <a:gd name="connsiteX16" fmla="*/ 36148 w 115082"/>
                <a:gd name="connsiteY16" fmla="*/ 19155 h 111514"/>
                <a:gd name="connsiteX17" fmla="*/ 32188 w 115082"/>
                <a:gd name="connsiteY17" fmla="*/ 39678 h 111514"/>
                <a:gd name="connsiteX18" fmla="*/ 26743 w 115082"/>
                <a:gd name="connsiteY18" fmla="*/ 61931 h 111514"/>
                <a:gd name="connsiteX19" fmla="*/ 18824 w 115082"/>
                <a:gd name="connsiteY19" fmla="*/ 93581 h 111514"/>
                <a:gd name="connsiteX20" fmla="*/ 16349 w 115082"/>
                <a:gd name="connsiteY20" fmla="*/ 103718 h 111514"/>
                <a:gd name="connsiteX21" fmla="*/ 24763 w 115082"/>
                <a:gd name="connsiteY21" fmla="*/ 111631 h 111514"/>
                <a:gd name="connsiteX22" fmla="*/ 35405 w 115082"/>
                <a:gd name="connsiteY22" fmla="*/ 104460 h 111514"/>
                <a:gd name="connsiteX23" fmla="*/ 40108 w 115082"/>
                <a:gd name="connsiteY23" fmla="*/ 85916 h 111514"/>
                <a:gd name="connsiteX24" fmla="*/ 46790 w 115082"/>
                <a:gd name="connsiteY24" fmla="*/ 59211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82" h="111514">
                  <a:moveTo>
                    <a:pt x="46790" y="59211"/>
                  </a:moveTo>
                  <a:cubicBezTo>
                    <a:pt x="47038" y="57728"/>
                    <a:pt x="52730" y="35474"/>
                    <a:pt x="53225" y="34238"/>
                  </a:cubicBezTo>
                  <a:cubicBezTo>
                    <a:pt x="53720" y="32260"/>
                    <a:pt x="60897" y="19897"/>
                    <a:pt x="68817" y="13963"/>
                  </a:cubicBezTo>
                  <a:cubicBezTo>
                    <a:pt x="71539" y="11985"/>
                    <a:pt x="78221" y="7039"/>
                    <a:pt x="88863" y="7039"/>
                  </a:cubicBezTo>
                  <a:cubicBezTo>
                    <a:pt x="91338" y="7039"/>
                    <a:pt x="97525" y="7287"/>
                    <a:pt x="102475" y="10501"/>
                  </a:cubicBezTo>
                  <a:cubicBezTo>
                    <a:pt x="94556" y="12726"/>
                    <a:pt x="91586" y="19650"/>
                    <a:pt x="91586" y="24100"/>
                  </a:cubicBezTo>
                  <a:cubicBezTo>
                    <a:pt x="91586" y="29540"/>
                    <a:pt x="95793" y="33249"/>
                    <a:pt x="101485" y="33249"/>
                  </a:cubicBezTo>
                  <a:cubicBezTo>
                    <a:pt x="107178" y="33249"/>
                    <a:pt x="115345" y="28551"/>
                    <a:pt x="115345" y="18166"/>
                  </a:cubicBezTo>
                  <a:cubicBezTo>
                    <a:pt x="115345" y="5309"/>
                    <a:pt x="101733" y="116"/>
                    <a:pt x="89111" y="116"/>
                  </a:cubicBezTo>
                  <a:cubicBezTo>
                    <a:pt x="76241" y="116"/>
                    <a:pt x="65104" y="5309"/>
                    <a:pt x="54215" y="17672"/>
                  </a:cubicBezTo>
                  <a:cubicBezTo>
                    <a:pt x="49760" y="2589"/>
                    <a:pt x="34663" y="116"/>
                    <a:pt x="28723" y="116"/>
                  </a:cubicBezTo>
                  <a:cubicBezTo>
                    <a:pt x="19566" y="116"/>
                    <a:pt x="13379" y="5803"/>
                    <a:pt x="9419" y="12726"/>
                  </a:cubicBezTo>
                  <a:cubicBezTo>
                    <a:pt x="3727" y="22370"/>
                    <a:pt x="262" y="36711"/>
                    <a:pt x="262" y="37947"/>
                  </a:cubicBezTo>
                  <a:cubicBezTo>
                    <a:pt x="262" y="41161"/>
                    <a:pt x="3727" y="41161"/>
                    <a:pt x="4469" y="41161"/>
                  </a:cubicBezTo>
                  <a:cubicBezTo>
                    <a:pt x="7934" y="41161"/>
                    <a:pt x="8182" y="40420"/>
                    <a:pt x="9914" y="33744"/>
                  </a:cubicBezTo>
                  <a:cubicBezTo>
                    <a:pt x="13626" y="18661"/>
                    <a:pt x="18329" y="7039"/>
                    <a:pt x="27981" y="7039"/>
                  </a:cubicBezTo>
                  <a:cubicBezTo>
                    <a:pt x="34416" y="7039"/>
                    <a:pt x="36148" y="12479"/>
                    <a:pt x="36148" y="19155"/>
                  </a:cubicBezTo>
                  <a:cubicBezTo>
                    <a:pt x="36148" y="23853"/>
                    <a:pt x="33921" y="33002"/>
                    <a:pt x="32188" y="39678"/>
                  </a:cubicBezTo>
                  <a:cubicBezTo>
                    <a:pt x="30456" y="46354"/>
                    <a:pt x="27981" y="56491"/>
                    <a:pt x="26743" y="61931"/>
                  </a:cubicBezTo>
                  <a:lnTo>
                    <a:pt x="18824" y="93581"/>
                  </a:lnTo>
                  <a:cubicBezTo>
                    <a:pt x="17834" y="96795"/>
                    <a:pt x="16349" y="102977"/>
                    <a:pt x="16349" y="103718"/>
                  </a:cubicBezTo>
                  <a:cubicBezTo>
                    <a:pt x="16349" y="109158"/>
                    <a:pt x="20804" y="111631"/>
                    <a:pt x="24763" y="111631"/>
                  </a:cubicBezTo>
                  <a:cubicBezTo>
                    <a:pt x="28476" y="111631"/>
                    <a:pt x="33426" y="109405"/>
                    <a:pt x="35405" y="104460"/>
                  </a:cubicBezTo>
                  <a:cubicBezTo>
                    <a:pt x="35900" y="102977"/>
                    <a:pt x="38623" y="92097"/>
                    <a:pt x="40108" y="85916"/>
                  </a:cubicBezTo>
                  <a:lnTo>
                    <a:pt x="46790" y="59211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ADBD40A0-2999-ED3A-84EF-2ABE00754DCA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16329195" y="6870616"/>
              <a:ext cx="48437" cy="353229"/>
            </a:xfrm>
            <a:custGeom>
              <a:avLst/>
              <a:gdLst>
                <a:gd name="connsiteX0" fmla="*/ 48704 w 48437"/>
                <a:gd name="connsiteY0" fmla="*/ 115 h 353229"/>
                <a:gd name="connsiteX1" fmla="*/ 266 w 48437"/>
                <a:gd name="connsiteY1" fmla="*/ 115 h 353229"/>
                <a:gd name="connsiteX2" fmla="*/ 266 w 48437"/>
                <a:gd name="connsiteY2" fmla="*/ 14244 h 353229"/>
                <a:gd name="connsiteX3" fmla="*/ 34561 w 48437"/>
                <a:gd name="connsiteY3" fmla="*/ 14244 h 353229"/>
                <a:gd name="connsiteX4" fmla="*/ 34561 w 48437"/>
                <a:gd name="connsiteY4" fmla="*/ 339215 h 353229"/>
                <a:gd name="connsiteX5" fmla="*/ 266 w 48437"/>
                <a:gd name="connsiteY5" fmla="*/ 339215 h 353229"/>
                <a:gd name="connsiteX6" fmla="*/ 266 w 48437"/>
                <a:gd name="connsiteY6" fmla="*/ 353344 h 353229"/>
                <a:gd name="connsiteX7" fmla="*/ 48704 w 48437"/>
                <a:gd name="connsiteY7" fmla="*/ 353344 h 353229"/>
                <a:gd name="connsiteX8" fmla="*/ 48704 w 48437"/>
                <a:gd name="connsiteY8" fmla="*/ 115 h 353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37" h="353229">
                  <a:moveTo>
                    <a:pt x="48704" y="115"/>
                  </a:moveTo>
                  <a:lnTo>
                    <a:pt x="266" y="115"/>
                  </a:lnTo>
                  <a:lnTo>
                    <a:pt x="266" y="14244"/>
                  </a:lnTo>
                  <a:lnTo>
                    <a:pt x="34561" y="14244"/>
                  </a:lnTo>
                  <a:lnTo>
                    <a:pt x="34561" y="339215"/>
                  </a:lnTo>
                  <a:lnTo>
                    <a:pt x="266" y="339215"/>
                  </a:lnTo>
                  <a:lnTo>
                    <a:pt x="266" y="353344"/>
                  </a:lnTo>
                  <a:lnTo>
                    <a:pt x="48704" y="353344"/>
                  </a:lnTo>
                  <a:lnTo>
                    <a:pt x="48704" y="115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349A1DAB-9141-6E79-7854-87C917B5F1DE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16517993" y="6929605"/>
              <a:ext cx="235115" cy="235250"/>
            </a:xfrm>
            <a:custGeom>
              <a:avLst/>
              <a:gdLst>
                <a:gd name="connsiteX0" fmla="*/ 125077 w 235115"/>
                <a:gd name="connsiteY0" fmla="*/ 124805 h 235250"/>
                <a:gd name="connsiteX1" fmla="*/ 223719 w 235115"/>
                <a:gd name="connsiteY1" fmla="*/ 124805 h 235250"/>
                <a:gd name="connsiteX2" fmla="*/ 235387 w 235115"/>
                <a:gd name="connsiteY2" fmla="*/ 117740 h 235250"/>
                <a:gd name="connsiteX3" fmla="*/ 223719 w 235115"/>
                <a:gd name="connsiteY3" fmla="*/ 110675 h 235250"/>
                <a:gd name="connsiteX4" fmla="*/ 125077 w 235115"/>
                <a:gd name="connsiteY4" fmla="*/ 110675 h 235250"/>
                <a:gd name="connsiteX5" fmla="*/ 125077 w 235115"/>
                <a:gd name="connsiteY5" fmla="*/ 11771 h 235250"/>
                <a:gd name="connsiteX6" fmla="*/ 118006 w 235115"/>
                <a:gd name="connsiteY6" fmla="*/ 115 h 235250"/>
                <a:gd name="connsiteX7" fmla="*/ 110935 w 235115"/>
                <a:gd name="connsiteY7" fmla="*/ 11771 h 235250"/>
                <a:gd name="connsiteX8" fmla="*/ 110935 w 235115"/>
                <a:gd name="connsiteY8" fmla="*/ 110675 h 235250"/>
                <a:gd name="connsiteX9" fmla="*/ 11939 w 235115"/>
                <a:gd name="connsiteY9" fmla="*/ 110675 h 235250"/>
                <a:gd name="connsiteX10" fmla="*/ 271 w 235115"/>
                <a:gd name="connsiteY10" fmla="*/ 117740 h 235250"/>
                <a:gd name="connsiteX11" fmla="*/ 11939 w 235115"/>
                <a:gd name="connsiteY11" fmla="*/ 124805 h 235250"/>
                <a:gd name="connsiteX12" fmla="*/ 110935 w 235115"/>
                <a:gd name="connsiteY12" fmla="*/ 124805 h 235250"/>
                <a:gd name="connsiteX13" fmla="*/ 110935 w 235115"/>
                <a:gd name="connsiteY13" fmla="*/ 223709 h 235250"/>
                <a:gd name="connsiteX14" fmla="*/ 118006 w 235115"/>
                <a:gd name="connsiteY14" fmla="*/ 235365 h 235250"/>
                <a:gd name="connsiteX15" fmla="*/ 125077 w 235115"/>
                <a:gd name="connsiteY15" fmla="*/ 223709 h 235250"/>
                <a:gd name="connsiteX16" fmla="*/ 125077 w 235115"/>
                <a:gd name="connsiteY16" fmla="*/ 124805 h 235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115" h="235250">
                  <a:moveTo>
                    <a:pt x="125077" y="124805"/>
                  </a:moveTo>
                  <a:lnTo>
                    <a:pt x="223719" y="124805"/>
                  </a:lnTo>
                  <a:cubicBezTo>
                    <a:pt x="228669" y="124805"/>
                    <a:pt x="235387" y="124805"/>
                    <a:pt x="235387" y="117740"/>
                  </a:cubicBezTo>
                  <a:cubicBezTo>
                    <a:pt x="235387" y="110675"/>
                    <a:pt x="228669" y="110675"/>
                    <a:pt x="223719" y="110675"/>
                  </a:cubicBezTo>
                  <a:lnTo>
                    <a:pt x="125077" y="110675"/>
                  </a:lnTo>
                  <a:lnTo>
                    <a:pt x="125077" y="11771"/>
                  </a:lnTo>
                  <a:cubicBezTo>
                    <a:pt x="125077" y="6826"/>
                    <a:pt x="125077" y="115"/>
                    <a:pt x="118006" y="115"/>
                  </a:cubicBezTo>
                  <a:cubicBezTo>
                    <a:pt x="110935" y="115"/>
                    <a:pt x="110935" y="6826"/>
                    <a:pt x="110935" y="11771"/>
                  </a:cubicBezTo>
                  <a:lnTo>
                    <a:pt x="110935" y="110675"/>
                  </a:lnTo>
                  <a:lnTo>
                    <a:pt x="11939" y="110675"/>
                  </a:lnTo>
                  <a:cubicBezTo>
                    <a:pt x="6989" y="110675"/>
                    <a:pt x="271" y="110675"/>
                    <a:pt x="271" y="117740"/>
                  </a:cubicBezTo>
                  <a:cubicBezTo>
                    <a:pt x="271" y="124805"/>
                    <a:pt x="6989" y="124805"/>
                    <a:pt x="11939" y="124805"/>
                  </a:cubicBezTo>
                  <a:lnTo>
                    <a:pt x="110935" y="124805"/>
                  </a:lnTo>
                  <a:lnTo>
                    <a:pt x="110935" y="223709"/>
                  </a:lnTo>
                  <a:cubicBezTo>
                    <a:pt x="110935" y="228654"/>
                    <a:pt x="110935" y="235365"/>
                    <a:pt x="118006" y="235365"/>
                  </a:cubicBezTo>
                  <a:cubicBezTo>
                    <a:pt x="125077" y="235365"/>
                    <a:pt x="125077" y="228654"/>
                    <a:pt x="125077" y="223709"/>
                  </a:cubicBezTo>
                  <a:lnTo>
                    <a:pt x="125077" y="124805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C8DAA9DC-1F87-4274-65C5-8C61F58A2A38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16864832" y="6890397"/>
              <a:ext cx="199052" cy="247260"/>
            </a:xfrm>
            <a:custGeom>
              <a:avLst/>
              <a:gdLst>
                <a:gd name="connsiteX0" fmla="*/ 62861 w 199052"/>
                <a:gd name="connsiteY0" fmla="*/ 103611 h 247260"/>
                <a:gd name="connsiteX1" fmla="*/ 62861 w 199052"/>
                <a:gd name="connsiteY1" fmla="*/ 115 h 247260"/>
                <a:gd name="connsiteX2" fmla="*/ 281 w 199052"/>
                <a:gd name="connsiteY2" fmla="*/ 2940 h 247260"/>
                <a:gd name="connsiteX3" fmla="*/ 281 w 199052"/>
                <a:gd name="connsiteY3" fmla="*/ 19542 h 247260"/>
                <a:gd name="connsiteX4" fmla="*/ 24677 w 199052"/>
                <a:gd name="connsiteY4" fmla="*/ 33318 h 247260"/>
                <a:gd name="connsiteX5" fmla="*/ 24677 w 199052"/>
                <a:gd name="connsiteY5" fmla="*/ 245256 h 247260"/>
                <a:gd name="connsiteX6" fmla="*/ 41294 w 199052"/>
                <a:gd name="connsiteY6" fmla="*/ 245256 h 247260"/>
                <a:gd name="connsiteX7" fmla="*/ 58618 w 199052"/>
                <a:gd name="connsiteY7" fmla="*/ 225475 h 247260"/>
                <a:gd name="connsiteX8" fmla="*/ 110238 w 199052"/>
                <a:gd name="connsiteY8" fmla="*/ 247375 h 247260"/>
                <a:gd name="connsiteX9" fmla="*/ 199334 w 199052"/>
                <a:gd name="connsiteY9" fmla="*/ 166486 h 247260"/>
                <a:gd name="connsiteX10" fmla="*/ 114834 w 199052"/>
                <a:gd name="connsiteY10" fmla="*/ 86303 h 247260"/>
                <a:gd name="connsiteX11" fmla="*/ 62861 w 199052"/>
                <a:gd name="connsiteY11" fmla="*/ 103611 h 247260"/>
                <a:gd name="connsiteX12" fmla="*/ 64982 w 199052"/>
                <a:gd name="connsiteY12" fmla="*/ 210286 h 247260"/>
                <a:gd name="connsiteX13" fmla="*/ 64982 w 199052"/>
                <a:gd name="connsiteY13" fmla="*/ 121626 h 247260"/>
                <a:gd name="connsiteX14" fmla="*/ 110945 w 199052"/>
                <a:gd name="connsiteY14" fmla="*/ 99019 h 247260"/>
                <a:gd name="connsiteX15" fmla="*/ 154079 w 199052"/>
                <a:gd name="connsiteY15" fmla="*/ 166486 h 247260"/>
                <a:gd name="connsiteX16" fmla="*/ 144886 w 199052"/>
                <a:gd name="connsiteY16" fmla="*/ 216291 h 247260"/>
                <a:gd name="connsiteX17" fmla="*/ 107056 w 199052"/>
                <a:gd name="connsiteY17" fmla="*/ 234659 h 247260"/>
                <a:gd name="connsiteX18" fmla="*/ 64982 w 199052"/>
                <a:gd name="connsiteY18" fmla="*/ 210286 h 247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052" h="247260">
                  <a:moveTo>
                    <a:pt x="62861" y="103611"/>
                  </a:moveTo>
                  <a:lnTo>
                    <a:pt x="62861" y="115"/>
                  </a:lnTo>
                  <a:lnTo>
                    <a:pt x="281" y="2940"/>
                  </a:lnTo>
                  <a:lnTo>
                    <a:pt x="281" y="19542"/>
                  </a:lnTo>
                  <a:cubicBezTo>
                    <a:pt x="22202" y="19542"/>
                    <a:pt x="24677" y="19542"/>
                    <a:pt x="24677" y="33318"/>
                  </a:cubicBezTo>
                  <a:lnTo>
                    <a:pt x="24677" y="245256"/>
                  </a:lnTo>
                  <a:lnTo>
                    <a:pt x="41294" y="245256"/>
                  </a:lnTo>
                  <a:lnTo>
                    <a:pt x="58618" y="225475"/>
                  </a:lnTo>
                  <a:cubicBezTo>
                    <a:pt x="61447" y="228301"/>
                    <a:pt x="78771" y="247375"/>
                    <a:pt x="110238" y="247375"/>
                  </a:cubicBezTo>
                  <a:cubicBezTo>
                    <a:pt x="162918" y="247375"/>
                    <a:pt x="199334" y="215585"/>
                    <a:pt x="199334" y="166486"/>
                  </a:cubicBezTo>
                  <a:cubicBezTo>
                    <a:pt x="199334" y="119506"/>
                    <a:pt x="166100" y="86303"/>
                    <a:pt x="114834" y="86303"/>
                  </a:cubicBezTo>
                  <a:cubicBezTo>
                    <a:pt x="89024" y="86303"/>
                    <a:pt x="71346" y="96546"/>
                    <a:pt x="62861" y="103611"/>
                  </a:cubicBezTo>
                  <a:close/>
                  <a:moveTo>
                    <a:pt x="64982" y="210286"/>
                  </a:moveTo>
                  <a:lnTo>
                    <a:pt x="64982" y="121626"/>
                  </a:lnTo>
                  <a:cubicBezTo>
                    <a:pt x="74528" y="109262"/>
                    <a:pt x="91499" y="99019"/>
                    <a:pt x="110945" y="99019"/>
                  </a:cubicBezTo>
                  <a:cubicBezTo>
                    <a:pt x="154079" y="99019"/>
                    <a:pt x="154079" y="141760"/>
                    <a:pt x="154079" y="166486"/>
                  </a:cubicBezTo>
                  <a:cubicBezTo>
                    <a:pt x="154079" y="183087"/>
                    <a:pt x="154079" y="202515"/>
                    <a:pt x="144886" y="216291"/>
                  </a:cubicBezTo>
                  <a:cubicBezTo>
                    <a:pt x="134633" y="230773"/>
                    <a:pt x="118369" y="234659"/>
                    <a:pt x="107056" y="234659"/>
                  </a:cubicBezTo>
                  <a:cubicBezTo>
                    <a:pt x="82307" y="234659"/>
                    <a:pt x="68518" y="215585"/>
                    <a:pt x="64982" y="210286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DD6B8B85-F5EF-C6EF-C434-C66D673236C8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17092977" y="7079480"/>
              <a:ext cx="107163" cy="111514"/>
            </a:xfrm>
            <a:custGeom>
              <a:avLst/>
              <a:gdLst>
                <a:gd name="connsiteX0" fmla="*/ 93344 w 107163"/>
                <a:gd name="connsiteY0" fmla="*/ 14457 h 111514"/>
                <a:gd name="connsiteX1" fmla="*/ 80722 w 107163"/>
                <a:gd name="connsiteY1" fmla="*/ 28304 h 111514"/>
                <a:gd name="connsiteX2" fmla="*/ 90374 w 107163"/>
                <a:gd name="connsiteY2" fmla="*/ 37452 h 111514"/>
                <a:gd name="connsiteX3" fmla="*/ 104481 w 107163"/>
                <a:gd name="connsiteY3" fmla="*/ 21628 h 111514"/>
                <a:gd name="connsiteX4" fmla="*/ 71812 w 107163"/>
                <a:gd name="connsiteY4" fmla="*/ 116 h 111514"/>
                <a:gd name="connsiteX5" fmla="*/ 288 w 107163"/>
                <a:gd name="connsiteY5" fmla="*/ 68607 h 111514"/>
                <a:gd name="connsiteX6" fmla="*/ 46073 w 107163"/>
                <a:gd name="connsiteY6" fmla="*/ 111631 h 111514"/>
                <a:gd name="connsiteX7" fmla="*/ 107451 w 107163"/>
                <a:gd name="connsiteY7" fmla="*/ 83690 h 111514"/>
                <a:gd name="connsiteX8" fmla="*/ 103243 w 107163"/>
                <a:gd name="connsiteY8" fmla="*/ 79487 h 111514"/>
                <a:gd name="connsiteX9" fmla="*/ 99284 w 107163"/>
                <a:gd name="connsiteY9" fmla="*/ 81959 h 111514"/>
                <a:gd name="connsiteX10" fmla="*/ 46568 w 107163"/>
                <a:gd name="connsiteY10" fmla="*/ 104707 h 111514"/>
                <a:gd name="connsiteX11" fmla="*/ 20829 w 107163"/>
                <a:gd name="connsiteY11" fmla="*/ 77261 h 111514"/>
                <a:gd name="connsiteX12" fmla="*/ 37164 w 107163"/>
                <a:gd name="connsiteY12" fmla="*/ 26078 h 111514"/>
                <a:gd name="connsiteX13" fmla="*/ 71812 w 107163"/>
                <a:gd name="connsiteY13" fmla="*/ 7039 h 111514"/>
                <a:gd name="connsiteX14" fmla="*/ 93344 w 107163"/>
                <a:gd name="connsiteY14" fmla="*/ 14457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7163" h="111514">
                  <a:moveTo>
                    <a:pt x="93344" y="14457"/>
                  </a:moveTo>
                  <a:cubicBezTo>
                    <a:pt x="84434" y="15941"/>
                    <a:pt x="80722" y="22864"/>
                    <a:pt x="80722" y="28304"/>
                  </a:cubicBezTo>
                  <a:cubicBezTo>
                    <a:pt x="80722" y="34980"/>
                    <a:pt x="85919" y="37452"/>
                    <a:pt x="90374" y="37452"/>
                  </a:cubicBezTo>
                  <a:cubicBezTo>
                    <a:pt x="95819" y="37452"/>
                    <a:pt x="104481" y="33496"/>
                    <a:pt x="104481" y="21628"/>
                  </a:cubicBezTo>
                  <a:cubicBezTo>
                    <a:pt x="104481" y="4814"/>
                    <a:pt x="85177" y="116"/>
                    <a:pt x="71812" y="116"/>
                  </a:cubicBezTo>
                  <a:cubicBezTo>
                    <a:pt x="34689" y="116"/>
                    <a:pt x="288" y="34238"/>
                    <a:pt x="288" y="68607"/>
                  </a:cubicBezTo>
                  <a:cubicBezTo>
                    <a:pt x="288" y="89872"/>
                    <a:pt x="15137" y="111631"/>
                    <a:pt x="46073" y="111631"/>
                  </a:cubicBezTo>
                  <a:cubicBezTo>
                    <a:pt x="87899" y="111631"/>
                    <a:pt x="107451" y="87152"/>
                    <a:pt x="107451" y="83690"/>
                  </a:cubicBezTo>
                  <a:cubicBezTo>
                    <a:pt x="107451" y="82207"/>
                    <a:pt x="105223" y="79487"/>
                    <a:pt x="103243" y="79487"/>
                  </a:cubicBezTo>
                  <a:cubicBezTo>
                    <a:pt x="101759" y="79487"/>
                    <a:pt x="101264" y="79981"/>
                    <a:pt x="99284" y="81959"/>
                  </a:cubicBezTo>
                  <a:cubicBezTo>
                    <a:pt x="79979" y="104707"/>
                    <a:pt x="51023" y="104707"/>
                    <a:pt x="46568" y="104707"/>
                  </a:cubicBezTo>
                  <a:cubicBezTo>
                    <a:pt x="28749" y="104707"/>
                    <a:pt x="20829" y="92592"/>
                    <a:pt x="20829" y="77261"/>
                  </a:cubicBezTo>
                  <a:cubicBezTo>
                    <a:pt x="20829" y="70091"/>
                    <a:pt x="24294" y="43139"/>
                    <a:pt x="37164" y="26078"/>
                  </a:cubicBezTo>
                  <a:cubicBezTo>
                    <a:pt x="46568" y="13963"/>
                    <a:pt x="59438" y="7039"/>
                    <a:pt x="71812" y="7039"/>
                  </a:cubicBezTo>
                  <a:cubicBezTo>
                    <a:pt x="75277" y="7039"/>
                    <a:pt x="87157" y="7534"/>
                    <a:pt x="93344" y="14457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1EFE1CC3-95FD-A822-B090-F3114D2145AB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7241816" y="6870616"/>
              <a:ext cx="82025" cy="353229"/>
            </a:xfrm>
            <a:custGeom>
              <a:avLst/>
              <a:gdLst>
                <a:gd name="connsiteX0" fmla="*/ 82317 w 82025"/>
                <a:gd name="connsiteY0" fmla="*/ 176729 h 353229"/>
                <a:gd name="connsiteX1" fmla="*/ 58982 w 82025"/>
                <a:gd name="connsiteY1" fmla="*/ 66522 h 353229"/>
                <a:gd name="connsiteX2" fmla="*/ 3827 w 82025"/>
                <a:gd name="connsiteY2" fmla="*/ 115 h 353229"/>
                <a:gd name="connsiteX3" fmla="*/ 292 w 82025"/>
                <a:gd name="connsiteY3" fmla="*/ 3647 h 353229"/>
                <a:gd name="connsiteX4" fmla="*/ 7009 w 82025"/>
                <a:gd name="connsiteY4" fmla="*/ 11771 h 353229"/>
                <a:gd name="connsiteX5" fmla="*/ 61811 w 82025"/>
                <a:gd name="connsiteY5" fmla="*/ 176729 h 353229"/>
                <a:gd name="connsiteX6" fmla="*/ 4888 w 82025"/>
                <a:gd name="connsiteY6" fmla="*/ 343807 h 353229"/>
                <a:gd name="connsiteX7" fmla="*/ 292 w 82025"/>
                <a:gd name="connsiteY7" fmla="*/ 349812 h 353229"/>
                <a:gd name="connsiteX8" fmla="*/ 3827 w 82025"/>
                <a:gd name="connsiteY8" fmla="*/ 353344 h 353229"/>
                <a:gd name="connsiteX9" fmla="*/ 60043 w 82025"/>
                <a:gd name="connsiteY9" fmla="*/ 284464 h 353229"/>
                <a:gd name="connsiteX10" fmla="*/ 82317 w 82025"/>
                <a:gd name="connsiteY10" fmla="*/ 176729 h 353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25" h="353229">
                  <a:moveTo>
                    <a:pt x="82317" y="176729"/>
                  </a:moveTo>
                  <a:cubicBezTo>
                    <a:pt x="82317" y="149177"/>
                    <a:pt x="78428" y="106437"/>
                    <a:pt x="58982" y="66522"/>
                  </a:cubicBezTo>
                  <a:cubicBezTo>
                    <a:pt x="37769" y="23075"/>
                    <a:pt x="7363" y="115"/>
                    <a:pt x="3827" y="115"/>
                  </a:cubicBezTo>
                  <a:cubicBezTo>
                    <a:pt x="1706" y="115"/>
                    <a:pt x="292" y="1527"/>
                    <a:pt x="292" y="3647"/>
                  </a:cubicBezTo>
                  <a:cubicBezTo>
                    <a:pt x="292" y="4707"/>
                    <a:pt x="292" y="5413"/>
                    <a:pt x="7009" y="11771"/>
                  </a:cubicBezTo>
                  <a:cubicBezTo>
                    <a:pt x="41658" y="46741"/>
                    <a:pt x="61811" y="102904"/>
                    <a:pt x="61811" y="176729"/>
                  </a:cubicBezTo>
                  <a:cubicBezTo>
                    <a:pt x="61811" y="237132"/>
                    <a:pt x="48729" y="299300"/>
                    <a:pt x="4888" y="343807"/>
                  </a:cubicBezTo>
                  <a:cubicBezTo>
                    <a:pt x="292" y="348046"/>
                    <a:pt x="292" y="348752"/>
                    <a:pt x="292" y="349812"/>
                  </a:cubicBezTo>
                  <a:cubicBezTo>
                    <a:pt x="292" y="351931"/>
                    <a:pt x="1706" y="353344"/>
                    <a:pt x="3827" y="353344"/>
                  </a:cubicBezTo>
                  <a:cubicBezTo>
                    <a:pt x="7363" y="353344"/>
                    <a:pt x="39183" y="329324"/>
                    <a:pt x="60043" y="284464"/>
                  </a:cubicBezTo>
                  <a:cubicBezTo>
                    <a:pt x="78074" y="245609"/>
                    <a:pt x="82317" y="206401"/>
                    <a:pt x="82317" y="176729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D62F4FA0-A016-0020-D2CF-743DFAB787AE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3022685" y="7505369"/>
              <a:ext cx="155565" cy="162132"/>
            </a:xfrm>
            <a:custGeom>
              <a:avLst/>
              <a:gdLst>
                <a:gd name="connsiteX0" fmla="*/ 114018 w 155565"/>
                <a:gd name="connsiteY0" fmla="*/ 16378 h 162132"/>
                <a:gd name="connsiteX1" fmla="*/ 106947 w 155565"/>
                <a:gd name="connsiteY1" fmla="*/ 32627 h 162132"/>
                <a:gd name="connsiteX2" fmla="*/ 128868 w 155565"/>
                <a:gd name="connsiteY2" fmla="*/ 54880 h 162132"/>
                <a:gd name="connsiteX3" fmla="*/ 151142 w 155565"/>
                <a:gd name="connsiteY3" fmla="*/ 32627 h 162132"/>
                <a:gd name="connsiteX4" fmla="*/ 89623 w 155565"/>
                <a:gd name="connsiteY4" fmla="*/ 130 h 162132"/>
                <a:gd name="connsiteX5" fmla="*/ 173 w 155565"/>
                <a:gd name="connsiteY5" fmla="*/ 81726 h 162132"/>
                <a:gd name="connsiteX6" fmla="*/ 87855 w 155565"/>
                <a:gd name="connsiteY6" fmla="*/ 162262 h 162132"/>
                <a:gd name="connsiteX7" fmla="*/ 155738 w 155565"/>
                <a:gd name="connsiteY7" fmla="*/ 118815 h 162132"/>
                <a:gd name="connsiteX8" fmla="*/ 147253 w 155565"/>
                <a:gd name="connsiteY8" fmla="*/ 113869 h 162132"/>
                <a:gd name="connsiteX9" fmla="*/ 138767 w 155565"/>
                <a:gd name="connsiteY9" fmla="*/ 119168 h 162132"/>
                <a:gd name="connsiteX10" fmla="*/ 94573 w 155565"/>
                <a:gd name="connsiteY10" fmla="*/ 148133 h 162132"/>
                <a:gd name="connsiteX11" fmla="*/ 45428 w 155565"/>
                <a:gd name="connsiteY11" fmla="*/ 79959 h 162132"/>
                <a:gd name="connsiteX12" fmla="*/ 91037 w 155565"/>
                <a:gd name="connsiteY12" fmla="*/ 14259 h 162132"/>
                <a:gd name="connsiteX13" fmla="*/ 114018 w 155565"/>
                <a:gd name="connsiteY13" fmla="*/ 16378 h 162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5565" h="162132">
                  <a:moveTo>
                    <a:pt x="114018" y="16378"/>
                  </a:moveTo>
                  <a:cubicBezTo>
                    <a:pt x="107654" y="22030"/>
                    <a:pt x="106947" y="29448"/>
                    <a:pt x="106947" y="32627"/>
                  </a:cubicBezTo>
                  <a:cubicBezTo>
                    <a:pt x="106947" y="48169"/>
                    <a:pt x="119322" y="54880"/>
                    <a:pt x="128868" y="54880"/>
                  </a:cubicBezTo>
                  <a:cubicBezTo>
                    <a:pt x="139828" y="54880"/>
                    <a:pt x="151142" y="47462"/>
                    <a:pt x="151142" y="32627"/>
                  </a:cubicBezTo>
                  <a:cubicBezTo>
                    <a:pt x="151142" y="2249"/>
                    <a:pt x="110129" y="130"/>
                    <a:pt x="89623" y="130"/>
                  </a:cubicBezTo>
                  <a:cubicBezTo>
                    <a:pt x="26336" y="130"/>
                    <a:pt x="173" y="40751"/>
                    <a:pt x="173" y="81726"/>
                  </a:cubicBezTo>
                  <a:cubicBezTo>
                    <a:pt x="173" y="128705"/>
                    <a:pt x="33407" y="162262"/>
                    <a:pt x="87855" y="162262"/>
                  </a:cubicBezTo>
                  <a:cubicBezTo>
                    <a:pt x="145131" y="162262"/>
                    <a:pt x="155738" y="121287"/>
                    <a:pt x="155738" y="118815"/>
                  </a:cubicBezTo>
                  <a:cubicBezTo>
                    <a:pt x="155738" y="113869"/>
                    <a:pt x="150788" y="113869"/>
                    <a:pt x="147253" y="113869"/>
                  </a:cubicBezTo>
                  <a:cubicBezTo>
                    <a:pt x="140889" y="113869"/>
                    <a:pt x="140535" y="114576"/>
                    <a:pt x="138767" y="119168"/>
                  </a:cubicBezTo>
                  <a:cubicBezTo>
                    <a:pt x="129575" y="141421"/>
                    <a:pt x="112604" y="148133"/>
                    <a:pt x="94573" y="148133"/>
                  </a:cubicBezTo>
                  <a:cubicBezTo>
                    <a:pt x="45428" y="148133"/>
                    <a:pt x="45428" y="96208"/>
                    <a:pt x="45428" y="79959"/>
                  </a:cubicBezTo>
                  <a:cubicBezTo>
                    <a:pt x="45428" y="60179"/>
                    <a:pt x="45428" y="14259"/>
                    <a:pt x="91037" y="14259"/>
                  </a:cubicBezTo>
                  <a:cubicBezTo>
                    <a:pt x="103412" y="14259"/>
                    <a:pt x="109422" y="15318"/>
                    <a:pt x="114018" y="16378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2455641-4FCA-A1CA-9A90-FDAA91CC79BD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13201588" y="7609324"/>
              <a:ext cx="151216" cy="111514"/>
            </a:xfrm>
            <a:custGeom>
              <a:avLst/>
              <a:gdLst>
                <a:gd name="connsiteX0" fmla="*/ 18740 w 151216"/>
                <a:gd name="connsiteY0" fmla="*/ 93596 h 111514"/>
                <a:gd name="connsiteX1" fmla="*/ 16265 w 151216"/>
                <a:gd name="connsiteY1" fmla="*/ 103733 h 111514"/>
                <a:gd name="connsiteX2" fmla="*/ 24680 w 151216"/>
                <a:gd name="connsiteY2" fmla="*/ 111646 h 111514"/>
                <a:gd name="connsiteX3" fmla="*/ 34332 w 151216"/>
                <a:gd name="connsiteY3" fmla="*/ 106206 h 111514"/>
                <a:gd name="connsiteX4" fmla="*/ 38787 w 151216"/>
                <a:gd name="connsiteY4" fmla="*/ 90876 h 111514"/>
                <a:gd name="connsiteX5" fmla="*/ 44231 w 151216"/>
                <a:gd name="connsiteY5" fmla="*/ 68622 h 111514"/>
                <a:gd name="connsiteX6" fmla="*/ 48439 w 151216"/>
                <a:gd name="connsiteY6" fmla="*/ 52056 h 111514"/>
                <a:gd name="connsiteX7" fmla="*/ 58833 w 151216"/>
                <a:gd name="connsiteY7" fmla="*/ 29802 h 111514"/>
                <a:gd name="connsiteX8" fmla="*/ 95957 w 151216"/>
                <a:gd name="connsiteY8" fmla="*/ 7054 h 111514"/>
                <a:gd name="connsiteX9" fmla="*/ 110559 w 151216"/>
                <a:gd name="connsiteY9" fmla="*/ 24363 h 111514"/>
                <a:gd name="connsiteX10" fmla="*/ 95957 w 151216"/>
                <a:gd name="connsiteY10" fmla="*/ 77029 h 111514"/>
                <a:gd name="connsiteX11" fmla="*/ 92244 w 151216"/>
                <a:gd name="connsiteY11" fmla="*/ 90381 h 111514"/>
                <a:gd name="connsiteX12" fmla="*/ 115756 w 151216"/>
                <a:gd name="connsiteY12" fmla="*/ 111646 h 111514"/>
                <a:gd name="connsiteX13" fmla="*/ 151394 w 151216"/>
                <a:gd name="connsiteY13" fmla="*/ 73815 h 111514"/>
                <a:gd name="connsiteX14" fmla="*/ 147435 w 151216"/>
                <a:gd name="connsiteY14" fmla="*/ 70600 h 111514"/>
                <a:gd name="connsiteX15" fmla="*/ 142732 w 151216"/>
                <a:gd name="connsiteY15" fmla="*/ 74804 h 111514"/>
                <a:gd name="connsiteX16" fmla="*/ 116498 w 151216"/>
                <a:gd name="connsiteY16" fmla="*/ 104722 h 111514"/>
                <a:gd name="connsiteX17" fmla="*/ 110311 w 151216"/>
                <a:gd name="connsiteY17" fmla="*/ 96068 h 111514"/>
                <a:gd name="connsiteX18" fmla="*/ 116003 w 151216"/>
                <a:gd name="connsiteY18" fmla="*/ 76040 h 111514"/>
                <a:gd name="connsiteX19" fmla="*/ 129120 w 151216"/>
                <a:gd name="connsiteY19" fmla="*/ 28319 h 111514"/>
                <a:gd name="connsiteX20" fmla="*/ 96947 w 151216"/>
                <a:gd name="connsiteY20" fmla="*/ 131 h 111514"/>
                <a:gd name="connsiteX21" fmla="*/ 55121 w 151216"/>
                <a:gd name="connsiteY21" fmla="*/ 22632 h 111514"/>
                <a:gd name="connsiteX22" fmla="*/ 28639 w 151216"/>
                <a:gd name="connsiteY22" fmla="*/ 131 h 111514"/>
                <a:gd name="connsiteX23" fmla="*/ 9088 w 151216"/>
                <a:gd name="connsiteY23" fmla="*/ 13483 h 111514"/>
                <a:gd name="connsiteX24" fmla="*/ 178 w 151216"/>
                <a:gd name="connsiteY24" fmla="*/ 37962 h 111514"/>
                <a:gd name="connsiteX25" fmla="*/ 4385 w 151216"/>
                <a:gd name="connsiteY25" fmla="*/ 41176 h 111514"/>
                <a:gd name="connsiteX26" fmla="*/ 9830 w 151216"/>
                <a:gd name="connsiteY26" fmla="*/ 33758 h 111514"/>
                <a:gd name="connsiteX27" fmla="*/ 27897 w 151216"/>
                <a:gd name="connsiteY27" fmla="*/ 7054 h 111514"/>
                <a:gd name="connsiteX28" fmla="*/ 36064 w 151216"/>
                <a:gd name="connsiteY28" fmla="*/ 19170 h 111514"/>
                <a:gd name="connsiteX29" fmla="*/ 32104 w 151216"/>
                <a:gd name="connsiteY29" fmla="*/ 39693 h 111514"/>
                <a:gd name="connsiteX30" fmla="*/ 26660 w 151216"/>
                <a:gd name="connsiteY30" fmla="*/ 61946 h 111514"/>
                <a:gd name="connsiteX31" fmla="*/ 18740 w 151216"/>
                <a:gd name="connsiteY31" fmla="*/ 93596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216" h="111514">
                  <a:moveTo>
                    <a:pt x="18740" y="93596"/>
                  </a:moveTo>
                  <a:cubicBezTo>
                    <a:pt x="17750" y="96810"/>
                    <a:pt x="16265" y="102991"/>
                    <a:pt x="16265" y="103733"/>
                  </a:cubicBezTo>
                  <a:cubicBezTo>
                    <a:pt x="16265" y="109173"/>
                    <a:pt x="20720" y="111646"/>
                    <a:pt x="24680" y="111646"/>
                  </a:cubicBezTo>
                  <a:cubicBezTo>
                    <a:pt x="29134" y="111646"/>
                    <a:pt x="33094" y="108431"/>
                    <a:pt x="34332" y="106206"/>
                  </a:cubicBezTo>
                  <a:cubicBezTo>
                    <a:pt x="35569" y="103981"/>
                    <a:pt x="37549" y="96068"/>
                    <a:pt x="38787" y="90876"/>
                  </a:cubicBezTo>
                  <a:cubicBezTo>
                    <a:pt x="40024" y="86178"/>
                    <a:pt x="42746" y="74804"/>
                    <a:pt x="44231" y="68622"/>
                  </a:cubicBezTo>
                  <a:cubicBezTo>
                    <a:pt x="45716" y="63182"/>
                    <a:pt x="47201" y="57743"/>
                    <a:pt x="48439" y="52056"/>
                  </a:cubicBezTo>
                  <a:cubicBezTo>
                    <a:pt x="51161" y="41918"/>
                    <a:pt x="51656" y="39940"/>
                    <a:pt x="58833" y="29802"/>
                  </a:cubicBezTo>
                  <a:cubicBezTo>
                    <a:pt x="65763" y="19912"/>
                    <a:pt x="77395" y="7054"/>
                    <a:pt x="95957" y="7054"/>
                  </a:cubicBezTo>
                  <a:cubicBezTo>
                    <a:pt x="110311" y="7054"/>
                    <a:pt x="110559" y="19665"/>
                    <a:pt x="110559" y="24363"/>
                  </a:cubicBezTo>
                  <a:cubicBezTo>
                    <a:pt x="110559" y="39198"/>
                    <a:pt x="99917" y="66644"/>
                    <a:pt x="95957" y="77029"/>
                  </a:cubicBezTo>
                  <a:cubicBezTo>
                    <a:pt x="93234" y="83952"/>
                    <a:pt x="92244" y="86178"/>
                    <a:pt x="92244" y="90381"/>
                  </a:cubicBezTo>
                  <a:cubicBezTo>
                    <a:pt x="92244" y="103486"/>
                    <a:pt x="103134" y="111646"/>
                    <a:pt x="115756" y="111646"/>
                  </a:cubicBezTo>
                  <a:cubicBezTo>
                    <a:pt x="140505" y="111646"/>
                    <a:pt x="151394" y="77524"/>
                    <a:pt x="151394" y="73815"/>
                  </a:cubicBezTo>
                  <a:cubicBezTo>
                    <a:pt x="151394" y="70600"/>
                    <a:pt x="148177" y="70600"/>
                    <a:pt x="147435" y="70600"/>
                  </a:cubicBezTo>
                  <a:cubicBezTo>
                    <a:pt x="143970" y="70600"/>
                    <a:pt x="143722" y="72084"/>
                    <a:pt x="142732" y="74804"/>
                  </a:cubicBezTo>
                  <a:cubicBezTo>
                    <a:pt x="137040" y="94585"/>
                    <a:pt x="126398" y="104722"/>
                    <a:pt x="116498" y="104722"/>
                  </a:cubicBezTo>
                  <a:cubicBezTo>
                    <a:pt x="111301" y="104722"/>
                    <a:pt x="110311" y="101261"/>
                    <a:pt x="110311" y="96068"/>
                  </a:cubicBezTo>
                  <a:cubicBezTo>
                    <a:pt x="110311" y="90381"/>
                    <a:pt x="111549" y="87167"/>
                    <a:pt x="116003" y="76040"/>
                  </a:cubicBezTo>
                  <a:cubicBezTo>
                    <a:pt x="118973" y="68375"/>
                    <a:pt x="129120" y="42165"/>
                    <a:pt x="129120" y="28319"/>
                  </a:cubicBezTo>
                  <a:cubicBezTo>
                    <a:pt x="129120" y="4334"/>
                    <a:pt x="110064" y="131"/>
                    <a:pt x="96947" y="131"/>
                  </a:cubicBezTo>
                  <a:cubicBezTo>
                    <a:pt x="76405" y="131"/>
                    <a:pt x="62546" y="12741"/>
                    <a:pt x="55121" y="22632"/>
                  </a:cubicBezTo>
                  <a:cubicBezTo>
                    <a:pt x="53388" y="5571"/>
                    <a:pt x="38787" y="131"/>
                    <a:pt x="28639" y="131"/>
                  </a:cubicBezTo>
                  <a:cubicBezTo>
                    <a:pt x="17997" y="131"/>
                    <a:pt x="12305" y="7796"/>
                    <a:pt x="9088" y="13483"/>
                  </a:cubicBezTo>
                  <a:cubicBezTo>
                    <a:pt x="3643" y="22632"/>
                    <a:pt x="178" y="36726"/>
                    <a:pt x="178" y="37962"/>
                  </a:cubicBezTo>
                  <a:cubicBezTo>
                    <a:pt x="178" y="41176"/>
                    <a:pt x="3643" y="41176"/>
                    <a:pt x="4385" y="41176"/>
                  </a:cubicBezTo>
                  <a:cubicBezTo>
                    <a:pt x="7850" y="41176"/>
                    <a:pt x="8098" y="40434"/>
                    <a:pt x="9830" y="33758"/>
                  </a:cubicBezTo>
                  <a:cubicBezTo>
                    <a:pt x="13543" y="19170"/>
                    <a:pt x="18245" y="7054"/>
                    <a:pt x="27897" y="7054"/>
                  </a:cubicBezTo>
                  <a:cubicBezTo>
                    <a:pt x="34332" y="7054"/>
                    <a:pt x="36064" y="12494"/>
                    <a:pt x="36064" y="19170"/>
                  </a:cubicBezTo>
                  <a:cubicBezTo>
                    <a:pt x="36064" y="23868"/>
                    <a:pt x="33837" y="33017"/>
                    <a:pt x="32104" y="39693"/>
                  </a:cubicBezTo>
                  <a:cubicBezTo>
                    <a:pt x="30372" y="46369"/>
                    <a:pt x="27897" y="56506"/>
                    <a:pt x="26660" y="61946"/>
                  </a:cubicBezTo>
                  <a:lnTo>
                    <a:pt x="18740" y="93596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B2B33FBA-C481-A9B1-9D1E-EDAC3747F1EF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13500416" y="7535747"/>
              <a:ext cx="235115" cy="82655"/>
            </a:xfrm>
            <a:custGeom>
              <a:avLst/>
              <a:gdLst>
                <a:gd name="connsiteX0" fmla="*/ 223281 w 235115"/>
                <a:gd name="connsiteY0" fmla="*/ 14259 h 82655"/>
                <a:gd name="connsiteX1" fmla="*/ 235302 w 235115"/>
                <a:gd name="connsiteY1" fmla="*/ 7194 h 82655"/>
                <a:gd name="connsiteX2" fmla="*/ 223634 w 235115"/>
                <a:gd name="connsiteY2" fmla="*/ 130 h 82655"/>
                <a:gd name="connsiteX3" fmla="*/ 11854 w 235115"/>
                <a:gd name="connsiteY3" fmla="*/ 130 h 82655"/>
                <a:gd name="connsiteX4" fmla="*/ 186 w 235115"/>
                <a:gd name="connsiteY4" fmla="*/ 7194 h 82655"/>
                <a:gd name="connsiteX5" fmla="*/ 12207 w 235115"/>
                <a:gd name="connsiteY5" fmla="*/ 14259 h 82655"/>
                <a:gd name="connsiteX6" fmla="*/ 223281 w 235115"/>
                <a:gd name="connsiteY6" fmla="*/ 14259 h 82655"/>
                <a:gd name="connsiteX7" fmla="*/ 223634 w 235115"/>
                <a:gd name="connsiteY7" fmla="*/ 82785 h 82655"/>
                <a:gd name="connsiteX8" fmla="*/ 235302 w 235115"/>
                <a:gd name="connsiteY8" fmla="*/ 75721 h 82655"/>
                <a:gd name="connsiteX9" fmla="*/ 223281 w 235115"/>
                <a:gd name="connsiteY9" fmla="*/ 68656 h 82655"/>
                <a:gd name="connsiteX10" fmla="*/ 12207 w 235115"/>
                <a:gd name="connsiteY10" fmla="*/ 68656 h 82655"/>
                <a:gd name="connsiteX11" fmla="*/ 186 w 235115"/>
                <a:gd name="connsiteY11" fmla="*/ 75721 h 82655"/>
                <a:gd name="connsiteX12" fmla="*/ 11854 w 235115"/>
                <a:gd name="connsiteY12" fmla="*/ 82785 h 82655"/>
                <a:gd name="connsiteX13" fmla="*/ 223634 w 235115"/>
                <a:gd name="connsiteY13" fmla="*/ 82785 h 82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115" h="82655">
                  <a:moveTo>
                    <a:pt x="223281" y="14259"/>
                  </a:moveTo>
                  <a:cubicBezTo>
                    <a:pt x="228584" y="14259"/>
                    <a:pt x="235302" y="14259"/>
                    <a:pt x="235302" y="7194"/>
                  </a:cubicBezTo>
                  <a:cubicBezTo>
                    <a:pt x="235302" y="130"/>
                    <a:pt x="228584" y="130"/>
                    <a:pt x="223634" y="130"/>
                  </a:cubicBezTo>
                  <a:lnTo>
                    <a:pt x="11854" y="130"/>
                  </a:lnTo>
                  <a:cubicBezTo>
                    <a:pt x="6904" y="130"/>
                    <a:pt x="186" y="130"/>
                    <a:pt x="186" y="7194"/>
                  </a:cubicBezTo>
                  <a:cubicBezTo>
                    <a:pt x="186" y="14259"/>
                    <a:pt x="6904" y="14259"/>
                    <a:pt x="12207" y="14259"/>
                  </a:cubicBezTo>
                  <a:lnTo>
                    <a:pt x="223281" y="14259"/>
                  </a:lnTo>
                  <a:close/>
                  <a:moveTo>
                    <a:pt x="223634" y="82785"/>
                  </a:moveTo>
                  <a:cubicBezTo>
                    <a:pt x="228584" y="82785"/>
                    <a:pt x="235302" y="82785"/>
                    <a:pt x="235302" y="75721"/>
                  </a:cubicBezTo>
                  <a:cubicBezTo>
                    <a:pt x="235302" y="68656"/>
                    <a:pt x="228584" y="68656"/>
                    <a:pt x="223281" y="68656"/>
                  </a:cubicBezTo>
                  <a:lnTo>
                    <a:pt x="12207" y="68656"/>
                  </a:lnTo>
                  <a:cubicBezTo>
                    <a:pt x="6904" y="68656"/>
                    <a:pt x="186" y="68656"/>
                    <a:pt x="186" y="75721"/>
                  </a:cubicBezTo>
                  <a:cubicBezTo>
                    <a:pt x="186" y="82785"/>
                    <a:pt x="6904" y="82785"/>
                    <a:pt x="11854" y="82785"/>
                  </a:cubicBezTo>
                  <a:lnTo>
                    <a:pt x="223634" y="82785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3255B347-B59A-C5D7-59AF-5468BE345396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13870431" y="7420241"/>
              <a:ext cx="86975" cy="245141"/>
            </a:xfrm>
            <a:custGeom>
              <a:avLst/>
              <a:gdLst>
                <a:gd name="connsiteX0" fmla="*/ 62776 w 86975"/>
                <a:gd name="connsiteY0" fmla="*/ 130 h 245141"/>
                <a:gd name="connsiteX1" fmla="*/ 197 w 86975"/>
                <a:gd name="connsiteY1" fmla="*/ 2955 h 245141"/>
                <a:gd name="connsiteX2" fmla="*/ 197 w 86975"/>
                <a:gd name="connsiteY2" fmla="*/ 19557 h 245141"/>
                <a:gd name="connsiteX3" fmla="*/ 24592 w 86975"/>
                <a:gd name="connsiteY3" fmla="*/ 33333 h 245141"/>
                <a:gd name="connsiteX4" fmla="*/ 24592 w 86975"/>
                <a:gd name="connsiteY4" fmla="*/ 228669 h 245141"/>
                <a:gd name="connsiteX5" fmla="*/ 197 w 86975"/>
                <a:gd name="connsiteY5" fmla="*/ 228669 h 245141"/>
                <a:gd name="connsiteX6" fmla="*/ 197 w 86975"/>
                <a:gd name="connsiteY6" fmla="*/ 245271 h 245141"/>
                <a:gd name="connsiteX7" fmla="*/ 43684 w 86975"/>
                <a:gd name="connsiteY7" fmla="*/ 244211 h 245141"/>
                <a:gd name="connsiteX8" fmla="*/ 87172 w 86975"/>
                <a:gd name="connsiteY8" fmla="*/ 245271 h 245141"/>
                <a:gd name="connsiteX9" fmla="*/ 87172 w 86975"/>
                <a:gd name="connsiteY9" fmla="*/ 228669 h 245141"/>
                <a:gd name="connsiteX10" fmla="*/ 62776 w 86975"/>
                <a:gd name="connsiteY10" fmla="*/ 228669 h 245141"/>
                <a:gd name="connsiteX11" fmla="*/ 62776 w 86975"/>
                <a:gd name="connsiteY11" fmla="*/ 130 h 245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6975" h="245141">
                  <a:moveTo>
                    <a:pt x="62776" y="130"/>
                  </a:moveTo>
                  <a:lnTo>
                    <a:pt x="197" y="2955"/>
                  </a:lnTo>
                  <a:lnTo>
                    <a:pt x="197" y="19557"/>
                  </a:lnTo>
                  <a:cubicBezTo>
                    <a:pt x="22117" y="19557"/>
                    <a:pt x="24592" y="19557"/>
                    <a:pt x="24592" y="33333"/>
                  </a:cubicBezTo>
                  <a:lnTo>
                    <a:pt x="24592" y="228669"/>
                  </a:lnTo>
                  <a:lnTo>
                    <a:pt x="197" y="228669"/>
                  </a:lnTo>
                  <a:lnTo>
                    <a:pt x="197" y="245271"/>
                  </a:lnTo>
                  <a:cubicBezTo>
                    <a:pt x="11511" y="244918"/>
                    <a:pt x="28481" y="244211"/>
                    <a:pt x="43684" y="244211"/>
                  </a:cubicBezTo>
                  <a:cubicBezTo>
                    <a:pt x="58887" y="244211"/>
                    <a:pt x="75151" y="244918"/>
                    <a:pt x="87172" y="245271"/>
                  </a:cubicBezTo>
                  <a:lnTo>
                    <a:pt x="87172" y="228669"/>
                  </a:lnTo>
                  <a:lnTo>
                    <a:pt x="62776" y="228669"/>
                  </a:lnTo>
                  <a:lnTo>
                    <a:pt x="62776" y="130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188C42EC-F279-4028-53EF-6A190640EDDF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13978388" y="7609324"/>
              <a:ext cx="151216" cy="111514"/>
            </a:xfrm>
            <a:custGeom>
              <a:avLst/>
              <a:gdLst>
                <a:gd name="connsiteX0" fmla="*/ 18762 w 151216"/>
                <a:gd name="connsiteY0" fmla="*/ 93596 h 111514"/>
                <a:gd name="connsiteX1" fmla="*/ 16287 w 151216"/>
                <a:gd name="connsiteY1" fmla="*/ 103733 h 111514"/>
                <a:gd name="connsiteX2" fmla="*/ 24701 w 151216"/>
                <a:gd name="connsiteY2" fmla="*/ 111646 h 111514"/>
                <a:gd name="connsiteX3" fmla="*/ 34354 w 151216"/>
                <a:gd name="connsiteY3" fmla="*/ 106206 h 111514"/>
                <a:gd name="connsiteX4" fmla="*/ 38808 w 151216"/>
                <a:gd name="connsiteY4" fmla="*/ 90876 h 111514"/>
                <a:gd name="connsiteX5" fmla="*/ 44253 w 151216"/>
                <a:gd name="connsiteY5" fmla="*/ 68622 h 111514"/>
                <a:gd name="connsiteX6" fmla="*/ 48461 w 151216"/>
                <a:gd name="connsiteY6" fmla="*/ 52056 h 111514"/>
                <a:gd name="connsiteX7" fmla="*/ 58855 w 151216"/>
                <a:gd name="connsiteY7" fmla="*/ 29802 h 111514"/>
                <a:gd name="connsiteX8" fmla="*/ 95979 w 151216"/>
                <a:gd name="connsiteY8" fmla="*/ 7054 h 111514"/>
                <a:gd name="connsiteX9" fmla="*/ 110581 w 151216"/>
                <a:gd name="connsiteY9" fmla="*/ 24363 h 111514"/>
                <a:gd name="connsiteX10" fmla="*/ 95979 w 151216"/>
                <a:gd name="connsiteY10" fmla="*/ 77029 h 111514"/>
                <a:gd name="connsiteX11" fmla="*/ 92266 w 151216"/>
                <a:gd name="connsiteY11" fmla="*/ 90381 h 111514"/>
                <a:gd name="connsiteX12" fmla="*/ 115778 w 151216"/>
                <a:gd name="connsiteY12" fmla="*/ 111646 h 111514"/>
                <a:gd name="connsiteX13" fmla="*/ 151416 w 151216"/>
                <a:gd name="connsiteY13" fmla="*/ 73815 h 111514"/>
                <a:gd name="connsiteX14" fmla="*/ 147457 w 151216"/>
                <a:gd name="connsiteY14" fmla="*/ 70600 h 111514"/>
                <a:gd name="connsiteX15" fmla="*/ 142754 w 151216"/>
                <a:gd name="connsiteY15" fmla="*/ 74804 h 111514"/>
                <a:gd name="connsiteX16" fmla="*/ 116520 w 151216"/>
                <a:gd name="connsiteY16" fmla="*/ 104722 h 111514"/>
                <a:gd name="connsiteX17" fmla="*/ 110333 w 151216"/>
                <a:gd name="connsiteY17" fmla="*/ 96068 h 111514"/>
                <a:gd name="connsiteX18" fmla="*/ 116025 w 151216"/>
                <a:gd name="connsiteY18" fmla="*/ 76040 h 111514"/>
                <a:gd name="connsiteX19" fmla="*/ 129142 w 151216"/>
                <a:gd name="connsiteY19" fmla="*/ 28319 h 111514"/>
                <a:gd name="connsiteX20" fmla="*/ 96969 w 151216"/>
                <a:gd name="connsiteY20" fmla="*/ 131 h 111514"/>
                <a:gd name="connsiteX21" fmla="*/ 55143 w 151216"/>
                <a:gd name="connsiteY21" fmla="*/ 22632 h 111514"/>
                <a:gd name="connsiteX22" fmla="*/ 28661 w 151216"/>
                <a:gd name="connsiteY22" fmla="*/ 131 h 111514"/>
                <a:gd name="connsiteX23" fmla="*/ 9110 w 151216"/>
                <a:gd name="connsiteY23" fmla="*/ 13483 h 111514"/>
                <a:gd name="connsiteX24" fmla="*/ 200 w 151216"/>
                <a:gd name="connsiteY24" fmla="*/ 37962 h 111514"/>
                <a:gd name="connsiteX25" fmla="*/ 4407 w 151216"/>
                <a:gd name="connsiteY25" fmla="*/ 41176 h 111514"/>
                <a:gd name="connsiteX26" fmla="*/ 9852 w 151216"/>
                <a:gd name="connsiteY26" fmla="*/ 33758 h 111514"/>
                <a:gd name="connsiteX27" fmla="*/ 27919 w 151216"/>
                <a:gd name="connsiteY27" fmla="*/ 7054 h 111514"/>
                <a:gd name="connsiteX28" fmla="*/ 36086 w 151216"/>
                <a:gd name="connsiteY28" fmla="*/ 19170 h 111514"/>
                <a:gd name="connsiteX29" fmla="*/ 32126 w 151216"/>
                <a:gd name="connsiteY29" fmla="*/ 39693 h 111514"/>
                <a:gd name="connsiteX30" fmla="*/ 26681 w 151216"/>
                <a:gd name="connsiteY30" fmla="*/ 61946 h 111514"/>
                <a:gd name="connsiteX31" fmla="*/ 18762 w 151216"/>
                <a:gd name="connsiteY31" fmla="*/ 93596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216" h="111514">
                  <a:moveTo>
                    <a:pt x="18762" y="93596"/>
                  </a:moveTo>
                  <a:cubicBezTo>
                    <a:pt x="17772" y="96810"/>
                    <a:pt x="16287" y="102991"/>
                    <a:pt x="16287" y="103733"/>
                  </a:cubicBezTo>
                  <a:cubicBezTo>
                    <a:pt x="16287" y="109173"/>
                    <a:pt x="20742" y="111646"/>
                    <a:pt x="24701" y="111646"/>
                  </a:cubicBezTo>
                  <a:cubicBezTo>
                    <a:pt x="29156" y="111646"/>
                    <a:pt x="33116" y="108431"/>
                    <a:pt x="34354" y="106206"/>
                  </a:cubicBezTo>
                  <a:cubicBezTo>
                    <a:pt x="35591" y="103981"/>
                    <a:pt x="37571" y="96068"/>
                    <a:pt x="38808" y="90876"/>
                  </a:cubicBezTo>
                  <a:cubicBezTo>
                    <a:pt x="40046" y="86178"/>
                    <a:pt x="42768" y="74804"/>
                    <a:pt x="44253" y="68622"/>
                  </a:cubicBezTo>
                  <a:cubicBezTo>
                    <a:pt x="45738" y="63182"/>
                    <a:pt x="47223" y="57743"/>
                    <a:pt x="48461" y="52056"/>
                  </a:cubicBezTo>
                  <a:cubicBezTo>
                    <a:pt x="51183" y="41918"/>
                    <a:pt x="51678" y="39940"/>
                    <a:pt x="58855" y="29802"/>
                  </a:cubicBezTo>
                  <a:cubicBezTo>
                    <a:pt x="65785" y="19912"/>
                    <a:pt x="77417" y="7054"/>
                    <a:pt x="95979" y="7054"/>
                  </a:cubicBezTo>
                  <a:cubicBezTo>
                    <a:pt x="110333" y="7054"/>
                    <a:pt x="110581" y="19665"/>
                    <a:pt x="110581" y="24363"/>
                  </a:cubicBezTo>
                  <a:cubicBezTo>
                    <a:pt x="110581" y="39198"/>
                    <a:pt x="99938" y="66644"/>
                    <a:pt x="95979" y="77029"/>
                  </a:cubicBezTo>
                  <a:cubicBezTo>
                    <a:pt x="93256" y="83952"/>
                    <a:pt x="92266" y="86178"/>
                    <a:pt x="92266" y="90381"/>
                  </a:cubicBezTo>
                  <a:cubicBezTo>
                    <a:pt x="92266" y="103486"/>
                    <a:pt x="103156" y="111646"/>
                    <a:pt x="115778" y="111646"/>
                  </a:cubicBezTo>
                  <a:cubicBezTo>
                    <a:pt x="140527" y="111646"/>
                    <a:pt x="151416" y="77524"/>
                    <a:pt x="151416" y="73815"/>
                  </a:cubicBezTo>
                  <a:cubicBezTo>
                    <a:pt x="151416" y="70600"/>
                    <a:pt x="148199" y="70600"/>
                    <a:pt x="147457" y="70600"/>
                  </a:cubicBezTo>
                  <a:cubicBezTo>
                    <a:pt x="143992" y="70600"/>
                    <a:pt x="143744" y="72084"/>
                    <a:pt x="142754" y="74804"/>
                  </a:cubicBezTo>
                  <a:cubicBezTo>
                    <a:pt x="137062" y="94585"/>
                    <a:pt x="126420" y="104722"/>
                    <a:pt x="116520" y="104722"/>
                  </a:cubicBezTo>
                  <a:cubicBezTo>
                    <a:pt x="111323" y="104722"/>
                    <a:pt x="110333" y="101261"/>
                    <a:pt x="110333" y="96068"/>
                  </a:cubicBezTo>
                  <a:cubicBezTo>
                    <a:pt x="110333" y="90381"/>
                    <a:pt x="111570" y="87167"/>
                    <a:pt x="116025" y="76040"/>
                  </a:cubicBezTo>
                  <a:cubicBezTo>
                    <a:pt x="118995" y="68375"/>
                    <a:pt x="129142" y="42165"/>
                    <a:pt x="129142" y="28319"/>
                  </a:cubicBezTo>
                  <a:cubicBezTo>
                    <a:pt x="129142" y="4334"/>
                    <a:pt x="110086" y="131"/>
                    <a:pt x="96969" y="131"/>
                  </a:cubicBezTo>
                  <a:cubicBezTo>
                    <a:pt x="76427" y="131"/>
                    <a:pt x="62567" y="12741"/>
                    <a:pt x="55143" y="22632"/>
                  </a:cubicBezTo>
                  <a:cubicBezTo>
                    <a:pt x="53410" y="5571"/>
                    <a:pt x="38808" y="131"/>
                    <a:pt x="28661" y="131"/>
                  </a:cubicBezTo>
                  <a:cubicBezTo>
                    <a:pt x="18019" y="131"/>
                    <a:pt x="12327" y="7796"/>
                    <a:pt x="9110" y="13483"/>
                  </a:cubicBezTo>
                  <a:cubicBezTo>
                    <a:pt x="3665" y="22632"/>
                    <a:pt x="200" y="36726"/>
                    <a:pt x="200" y="37962"/>
                  </a:cubicBezTo>
                  <a:cubicBezTo>
                    <a:pt x="200" y="41176"/>
                    <a:pt x="3665" y="41176"/>
                    <a:pt x="4407" y="41176"/>
                  </a:cubicBezTo>
                  <a:cubicBezTo>
                    <a:pt x="7872" y="41176"/>
                    <a:pt x="8120" y="40434"/>
                    <a:pt x="9852" y="33758"/>
                  </a:cubicBezTo>
                  <a:cubicBezTo>
                    <a:pt x="13564" y="19170"/>
                    <a:pt x="18267" y="7054"/>
                    <a:pt x="27919" y="7054"/>
                  </a:cubicBezTo>
                  <a:cubicBezTo>
                    <a:pt x="34354" y="7054"/>
                    <a:pt x="36086" y="12494"/>
                    <a:pt x="36086" y="19170"/>
                  </a:cubicBezTo>
                  <a:cubicBezTo>
                    <a:pt x="36086" y="23868"/>
                    <a:pt x="33859" y="33017"/>
                    <a:pt x="32126" y="39693"/>
                  </a:cubicBezTo>
                  <a:cubicBezTo>
                    <a:pt x="30394" y="46369"/>
                    <a:pt x="27919" y="56506"/>
                    <a:pt x="26681" y="61946"/>
                  </a:cubicBezTo>
                  <a:lnTo>
                    <a:pt x="18762" y="93596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7355BF39-7BA2-B794-C9A4-BBCA8F818938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14260756" y="7501130"/>
              <a:ext cx="130462" cy="152241"/>
            </a:xfrm>
            <a:custGeom>
              <a:avLst/>
              <a:gdLst>
                <a:gd name="connsiteX0" fmla="*/ 74455 w 130462"/>
                <a:gd name="connsiteY0" fmla="*/ 13552 h 152241"/>
                <a:gd name="connsiteX1" fmla="*/ 65616 w 130462"/>
                <a:gd name="connsiteY1" fmla="*/ 130 h 152241"/>
                <a:gd name="connsiteX2" fmla="*/ 56423 w 130462"/>
                <a:gd name="connsiteY2" fmla="*/ 9313 h 152241"/>
                <a:gd name="connsiteX3" fmla="*/ 56423 w 130462"/>
                <a:gd name="connsiteY3" fmla="*/ 13905 h 152241"/>
                <a:gd name="connsiteX4" fmla="*/ 61373 w 130462"/>
                <a:gd name="connsiteY4" fmla="*/ 68656 h 152241"/>
                <a:gd name="connsiteX5" fmla="*/ 16118 w 130462"/>
                <a:gd name="connsiteY5" fmla="*/ 35806 h 152241"/>
                <a:gd name="connsiteX6" fmla="*/ 9754 w 130462"/>
                <a:gd name="connsiteY6" fmla="*/ 33333 h 152241"/>
                <a:gd name="connsiteX7" fmla="*/ 208 w 130462"/>
                <a:gd name="connsiteY7" fmla="*/ 43224 h 152241"/>
                <a:gd name="connsiteX8" fmla="*/ 7279 w 130462"/>
                <a:gd name="connsiteY8" fmla="*/ 52054 h 152241"/>
                <a:gd name="connsiteX9" fmla="*/ 57484 w 130462"/>
                <a:gd name="connsiteY9" fmla="*/ 76074 h 152241"/>
                <a:gd name="connsiteX10" fmla="*/ 8693 w 130462"/>
                <a:gd name="connsiteY10" fmla="*/ 99740 h 152241"/>
                <a:gd name="connsiteX11" fmla="*/ 208 w 130462"/>
                <a:gd name="connsiteY11" fmla="*/ 109277 h 152241"/>
                <a:gd name="connsiteX12" fmla="*/ 9754 w 130462"/>
                <a:gd name="connsiteY12" fmla="*/ 119168 h 152241"/>
                <a:gd name="connsiteX13" fmla="*/ 21775 w 130462"/>
                <a:gd name="connsiteY13" fmla="*/ 112457 h 152241"/>
                <a:gd name="connsiteX14" fmla="*/ 61373 w 130462"/>
                <a:gd name="connsiteY14" fmla="*/ 83845 h 152241"/>
                <a:gd name="connsiteX15" fmla="*/ 56070 w 130462"/>
                <a:gd name="connsiteY15" fmla="*/ 143187 h 152241"/>
                <a:gd name="connsiteX16" fmla="*/ 65262 w 130462"/>
                <a:gd name="connsiteY16" fmla="*/ 152371 h 152241"/>
                <a:gd name="connsiteX17" fmla="*/ 74808 w 130462"/>
                <a:gd name="connsiteY17" fmla="*/ 143187 h 152241"/>
                <a:gd name="connsiteX18" fmla="*/ 69505 w 130462"/>
                <a:gd name="connsiteY18" fmla="*/ 83845 h 152241"/>
                <a:gd name="connsiteX19" fmla="*/ 114760 w 130462"/>
                <a:gd name="connsiteY19" fmla="*/ 116695 h 152241"/>
                <a:gd name="connsiteX20" fmla="*/ 121124 w 130462"/>
                <a:gd name="connsiteY20" fmla="*/ 119168 h 152241"/>
                <a:gd name="connsiteX21" fmla="*/ 130670 w 130462"/>
                <a:gd name="connsiteY21" fmla="*/ 109277 h 152241"/>
                <a:gd name="connsiteX22" fmla="*/ 123245 w 130462"/>
                <a:gd name="connsiteY22" fmla="*/ 100093 h 152241"/>
                <a:gd name="connsiteX23" fmla="*/ 73394 w 130462"/>
                <a:gd name="connsiteY23" fmla="*/ 76427 h 152241"/>
                <a:gd name="connsiteX24" fmla="*/ 122185 w 130462"/>
                <a:gd name="connsiteY24" fmla="*/ 52761 h 152241"/>
                <a:gd name="connsiteX25" fmla="*/ 130670 w 130462"/>
                <a:gd name="connsiteY25" fmla="*/ 43224 h 152241"/>
                <a:gd name="connsiteX26" fmla="*/ 121124 w 130462"/>
                <a:gd name="connsiteY26" fmla="*/ 33333 h 152241"/>
                <a:gd name="connsiteX27" fmla="*/ 109103 w 130462"/>
                <a:gd name="connsiteY27" fmla="*/ 40044 h 152241"/>
                <a:gd name="connsiteX28" fmla="*/ 69505 w 130462"/>
                <a:gd name="connsiteY28" fmla="*/ 68656 h 152241"/>
                <a:gd name="connsiteX29" fmla="*/ 74455 w 130462"/>
                <a:gd name="connsiteY29" fmla="*/ 13552 h 152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0462" h="152241">
                  <a:moveTo>
                    <a:pt x="74455" y="13552"/>
                  </a:moveTo>
                  <a:cubicBezTo>
                    <a:pt x="74808" y="8607"/>
                    <a:pt x="74808" y="130"/>
                    <a:pt x="65616" y="130"/>
                  </a:cubicBezTo>
                  <a:cubicBezTo>
                    <a:pt x="59959" y="130"/>
                    <a:pt x="55362" y="4722"/>
                    <a:pt x="56423" y="9313"/>
                  </a:cubicBezTo>
                  <a:lnTo>
                    <a:pt x="56423" y="13905"/>
                  </a:lnTo>
                  <a:lnTo>
                    <a:pt x="61373" y="68656"/>
                  </a:lnTo>
                  <a:lnTo>
                    <a:pt x="16118" y="35806"/>
                  </a:lnTo>
                  <a:cubicBezTo>
                    <a:pt x="12936" y="34040"/>
                    <a:pt x="12229" y="33333"/>
                    <a:pt x="9754" y="33333"/>
                  </a:cubicBezTo>
                  <a:cubicBezTo>
                    <a:pt x="4804" y="33333"/>
                    <a:pt x="208" y="38278"/>
                    <a:pt x="208" y="43224"/>
                  </a:cubicBezTo>
                  <a:cubicBezTo>
                    <a:pt x="208" y="48875"/>
                    <a:pt x="3743" y="50288"/>
                    <a:pt x="7279" y="52054"/>
                  </a:cubicBezTo>
                  <a:lnTo>
                    <a:pt x="57484" y="76074"/>
                  </a:lnTo>
                  <a:lnTo>
                    <a:pt x="8693" y="99740"/>
                  </a:lnTo>
                  <a:cubicBezTo>
                    <a:pt x="3036" y="102566"/>
                    <a:pt x="208" y="103979"/>
                    <a:pt x="208" y="109277"/>
                  </a:cubicBezTo>
                  <a:cubicBezTo>
                    <a:pt x="208" y="114576"/>
                    <a:pt x="4804" y="119168"/>
                    <a:pt x="9754" y="119168"/>
                  </a:cubicBezTo>
                  <a:cubicBezTo>
                    <a:pt x="12229" y="119168"/>
                    <a:pt x="12936" y="119168"/>
                    <a:pt x="21775" y="112457"/>
                  </a:cubicBezTo>
                  <a:lnTo>
                    <a:pt x="61373" y="83845"/>
                  </a:lnTo>
                  <a:lnTo>
                    <a:pt x="56070" y="143187"/>
                  </a:lnTo>
                  <a:cubicBezTo>
                    <a:pt x="56070" y="150605"/>
                    <a:pt x="62434" y="152371"/>
                    <a:pt x="65262" y="152371"/>
                  </a:cubicBezTo>
                  <a:cubicBezTo>
                    <a:pt x="69505" y="152371"/>
                    <a:pt x="74808" y="149899"/>
                    <a:pt x="74808" y="143187"/>
                  </a:cubicBezTo>
                  <a:lnTo>
                    <a:pt x="69505" y="83845"/>
                  </a:lnTo>
                  <a:lnTo>
                    <a:pt x="114760" y="116695"/>
                  </a:lnTo>
                  <a:cubicBezTo>
                    <a:pt x="117942" y="118461"/>
                    <a:pt x="118649" y="119168"/>
                    <a:pt x="121124" y="119168"/>
                  </a:cubicBezTo>
                  <a:cubicBezTo>
                    <a:pt x="126074" y="119168"/>
                    <a:pt x="130670" y="114223"/>
                    <a:pt x="130670" y="109277"/>
                  </a:cubicBezTo>
                  <a:cubicBezTo>
                    <a:pt x="130670" y="103979"/>
                    <a:pt x="127488" y="102213"/>
                    <a:pt x="123245" y="100093"/>
                  </a:cubicBezTo>
                  <a:cubicBezTo>
                    <a:pt x="102032" y="89497"/>
                    <a:pt x="101325" y="89497"/>
                    <a:pt x="73394" y="76427"/>
                  </a:cubicBezTo>
                  <a:lnTo>
                    <a:pt x="122185" y="52761"/>
                  </a:lnTo>
                  <a:cubicBezTo>
                    <a:pt x="127842" y="49935"/>
                    <a:pt x="130670" y="48522"/>
                    <a:pt x="130670" y="43224"/>
                  </a:cubicBezTo>
                  <a:cubicBezTo>
                    <a:pt x="130670" y="37925"/>
                    <a:pt x="126074" y="33333"/>
                    <a:pt x="121124" y="33333"/>
                  </a:cubicBezTo>
                  <a:cubicBezTo>
                    <a:pt x="118649" y="33333"/>
                    <a:pt x="117942" y="33333"/>
                    <a:pt x="109103" y="40044"/>
                  </a:cubicBezTo>
                  <a:lnTo>
                    <a:pt x="69505" y="68656"/>
                  </a:lnTo>
                  <a:lnTo>
                    <a:pt x="74455" y="13552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DFD1A56E-D02F-BB3E-4C9F-D7ECF503F8D4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14506555" y="7505369"/>
              <a:ext cx="155565" cy="162132"/>
            </a:xfrm>
            <a:custGeom>
              <a:avLst/>
              <a:gdLst>
                <a:gd name="connsiteX0" fmla="*/ 114060 w 155565"/>
                <a:gd name="connsiteY0" fmla="*/ 16378 h 162132"/>
                <a:gd name="connsiteX1" fmla="*/ 106989 w 155565"/>
                <a:gd name="connsiteY1" fmla="*/ 32627 h 162132"/>
                <a:gd name="connsiteX2" fmla="*/ 128910 w 155565"/>
                <a:gd name="connsiteY2" fmla="*/ 54880 h 162132"/>
                <a:gd name="connsiteX3" fmla="*/ 151184 w 155565"/>
                <a:gd name="connsiteY3" fmla="*/ 32627 h 162132"/>
                <a:gd name="connsiteX4" fmla="*/ 89665 w 155565"/>
                <a:gd name="connsiteY4" fmla="*/ 130 h 162132"/>
                <a:gd name="connsiteX5" fmla="*/ 215 w 155565"/>
                <a:gd name="connsiteY5" fmla="*/ 81726 h 162132"/>
                <a:gd name="connsiteX6" fmla="*/ 87897 w 155565"/>
                <a:gd name="connsiteY6" fmla="*/ 162262 h 162132"/>
                <a:gd name="connsiteX7" fmla="*/ 155780 w 155565"/>
                <a:gd name="connsiteY7" fmla="*/ 118815 h 162132"/>
                <a:gd name="connsiteX8" fmla="*/ 147295 w 155565"/>
                <a:gd name="connsiteY8" fmla="*/ 113869 h 162132"/>
                <a:gd name="connsiteX9" fmla="*/ 138809 w 155565"/>
                <a:gd name="connsiteY9" fmla="*/ 119168 h 162132"/>
                <a:gd name="connsiteX10" fmla="*/ 94615 w 155565"/>
                <a:gd name="connsiteY10" fmla="*/ 148133 h 162132"/>
                <a:gd name="connsiteX11" fmla="*/ 45470 w 155565"/>
                <a:gd name="connsiteY11" fmla="*/ 79959 h 162132"/>
                <a:gd name="connsiteX12" fmla="*/ 91079 w 155565"/>
                <a:gd name="connsiteY12" fmla="*/ 14259 h 162132"/>
                <a:gd name="connsiteX13" fmla="*/ 114060 w 155565"/>
                <a:gd name="connsiteY13" fmla="*/ 16378 h 162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5565" h="162132">
                  <a:moveTo>
                    <a:pt x="114060" y="16378"/>
                  </a:moveTo>
                  <a:cubicBezTo>
                    <a:pt x="107696" y="22030"/>
                    <a:pt x="106989" y="29448"/>
                    <a:pt x="106989" y="32627"/>
                  </a:cubicBezTo>
                  <a:cubicBezTo>
                    <a:pt x="106989" y="48169"/>
                    <a:pt x="119364" y="54880"/>
                    <a:pt x="128910" y="54880"/>
                  </a:cubicBezTo>
                  <a:cubicBezTo>
                    <a:pt x="139870" y="54880"/>
                    <a:pt x="151184" y="47462"/>
                    <a:pt x="151184" y="32627"/>
                  </a:cubicBezTo>
                  <a:cubicBezTo>
                    <a:pt x="151184" y="2249"/>
                    <a:pt x="110171" y="130"/>
                    <a:pt x="89665" y="130"/>
                  </a:cubicBezTo>
                  <a:cubicBezTo>
                    <a:pt x="26378" y="130"/>
                    <a:pt x="215" y="40751"/>
                    <a:pt x="215" y="81726"/>
                  </a:cubicBezTo>
                  <a:cubicBezTo>
                    <a:pt x="215" y="128705"/>
                    <a:pt x="33449" y="162262"/>
                    <a:pt x="87897" y="162262"/>
                  </a:cubicBezTo>
                  <a:cubicBezTo>
                    <a:pt x="145173" y="162262"/>
                    <a:pt x="155780" y="121287"/>
                    <a:pt x="155780" y="118815"/>
                  </a:cubicBezTo>
                  <a:cubicBezTo>
                    <a:pt x="155780" y="113869"/>
                    <a:pt x="150830" y="113869"/>
                    <a:pt x="147295" y="113869"/>
                  </a:cubicBezTo>
                  <a:cubicBezTo>
                    <a:pt x="140931" y="113869"/>
                    <a:pt x="140577" y="114576"/>
                    <a:pt x="138809" y="119168"/>
                  </a:cubicBezTo>
                  <a:cubicBezTo>
                    <a:pt x="129617" y="141421"/>
                    <a:pt x="112646" y="148133"/>
                    <a:pt x="94615" y="148133"/>
                  </a:cubicBezTo>
                  <a:cubicBezTo>
                    <a:pt x="45470" y="148133"/>
                    <a:pt x="45470" y="96208"/>
                    <a:pt x="45470" y="79959"/>
                  </a:cubicBezTo>
                  <a:cubicBezTo>
                    <a:pt x="45470" y="60179"/>
                    <a:pt x="45470" y="14259"/>
                    <a:pt x="91079" y="14259"/>
                  </a:cubicBezTo>
                  <a:cubicBezTo>
                    <a:pt x="103454" y="14259"/>
                    <a:pt x="109464" y="15318"/>
                    <a:pt x="114060" y="16378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18F7C88D-2D7B-CC77-35C2-628C2C31A76F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14679519" y="7544294"/>
              <a:ext cx="102955" cy="177038"/>
            </a:xfrm>
            <a:custGeom>
              <a:avLst/>
              <a:gdLst>
                <a:gd name="connsiteX0" fmla="*/ 23979 w 102955"/>
                <a:gd name="connsiteY0" fmla="*/ 140328 h 177038"/>
                <a:gd name="connsiteX1" fmla="*/ 55658 w 102955"/>
                <a:gd name="connsiteY1" fmla="*/ 177170 h 177038"/>
                <a:gd name="connsiteX2" fmla="*/ 81397 w 102955"/>
                <a:gd name="connsiteY2" fmla="*/ 168268 h 177038"/>
                <a:gd name="connsiteX3" fmla="*/ 98473 w 102955"/>
                <a:gd name="connsiteY3" fmla="*/ 153680 h 177038"/>
                <a:gd name="connsiteX4" fmla="*/ 94514 w 102955"/>
                <a:gd name="connsiteY4" fmla="*/ 148982 h 177038"/>
                <a:gd name="connsiteX5" fmla="*/ 89069 w 102955"/>
                <a:gd name="connsiteY5" fmla="*/ 152691 h 177038"/>
                <a:gd name="connsiteX6" fmla="*/ 55905 w 102955"/>
                <a:gd name="connsiteY6" fmla="*/ 170246 h 177038"/>
                <a:gd name="connsiteX7" fmla="*/ 39076 w 102955"/>
                <a:gd name="connsiteY7" fmla="*/ 136619 h 177038"/>
                <a:gd name="connsiteX8" fmla="*/ 39571 w 102955"/>
                <a:gd name="connsiteY8" fmla="*/ 128212 h 177038"/>
                <a:gd name="connsiteX9" fmla="*/ 42788 w 102955"/>
                <a:gd name="connsiteY9" fmla="*/ 122525 h 177038"/>
                <a:gd name="connsiteX10" fmla="*/ 103176 w 102955"/>
                <a:gd name="connsiteY10" fmla="*/ 21643 h 177038"/>
                <a:gd name="connsiteX11" fmla="*/ 86841 w 102955"/>
                <a:gd name="connsiteY11" fmla="*/ 131 h 177038"/>
                <a:gd name="connsiteX12" fmla="*/ 45758 w 102955"/>
                <a:gd name="connsiteY12" fmla="*/ 39445 h 177038"/>
                <a:gd name="connsiteX13" fmla="*/ 26454 w 102955"/>
                <a:gd name="connsiteY13" fmla="*/ 93101 h 177038"/>
                <a:gd name="connsiteX14" fmla="*/ 22741 w 102955"/>
                <a:gd name="connsiteY14" fmla="*/ 130437 h 177038"/>
                <a:gd name="connsiteX15" fmla="*/ 4427 w 102955"/>
                <a:gd name="connsiteY15" fmla="*/ 146757 h 177038"/>
                <a:gd name="connsiteX16" fmla="*/ 220 w 102955"/>
                <a:gd name="connsiteY16" fmla="*/ 151949 h 177038"/>
                <a:gd name="connsiteX17" fmla="*/ 4427 w 102955"/>
                <a:gd name="connsiteY17" fmla="*/ 156400 h 177038"/>
                <a:gd name="connsiteX18" fmla="*/ 14574 w 102955"/>
                <a:gd name="connsiteY18" fmla="*/ 148487 h 177038"/>
                <a:gd name="connsiteX19" fmla="*/ 23979 w 102955"/>
                <a:gd name="connsiteY19" fmla="*/ 140328 h 177038"/>
                <a:gd name="connsiteX20" fmla="*/ 41798 w 102955"/>
                <a:gd name="connsiteY20" fmla="*/ 112140 h 177038"/>
                <a:gd name="connsiteX21" fmla="*/ 86594 w 102955"/>
                <a:gd name="connsiteY21" fmla="*/ 7054 h 177038"/>
                <a:gd name="connsiteX22" fmla="*/ 95256 w 102955"/>
                <a:gd name="connsiteY22" fmla="*/ 19912 h 177038"/>
                <a:gd name="connsiteX23" fmla="*/ 73972 w 102955"/>
                <a:gd name="connsiteY23" fmla="*/ 75298 h 177038"/>
                <a:gd name="connsiteX24" fmla="*/ 41798 w 102955"/>
                <a:gd name="connsiteY24" fmla="*/ 112140 h 17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2955" h="177038">
                  <a:moveTo>
                    <a:pt x="23979" y="140328"/>
                  </a:moveTo>
                  <a:cubicBezTo>
                    <a:pt x="26454" y="156400"/>
                    <a:pt x="34621" y="177170"/>
                    <a:pt x="55658" y="177170"/>
                  </a:cubicBezTo>
                  <a:cubicBezTo>
                    <a:pt x="63577" y="177170"/>
                    <a:pt x="72487" y="173955"/>
                    <a:pt x="81397" y="168268"/>
                  </a:cubicBezTo>
                  <a:cubicBezTo>
                    <a:pt x="85604" y="165796"/>
                    <a:pt x="98473" y="156647"/>
                    <a:pt x="98473" y="153680"/>
                  </a:cubicBezTo>
                  <a:cubicBezTo>
                    <a:pt x="98473" y="152196"/>
                    <a:pt x="96741" y="148982"/>
                    <a:pt x="94514" y="148982"/>
                  </a:cubicBezTo>
                  <a:cubicBezTo>
                    <a:pt x="93276" y="148982"/>
                    <a:pt x="92781" y="148982"/>
                    <a:pt x="89069" y="152691"/>
                  </a:cubicBezTo>
                  <a:cubicBezTo>
                    <a:pt x="78427" y="162087"/>
                    <a:pt x="67042" y="170246"/>
                    <a:pt x="55905" y="170246"/>
                  </a:cubicBezTo>
                  <a:cubicBezTo>
                    <a:pt x="39076" y="170246"/>
                    <a:pt x="39076" y="141317"/>
                    <a:pt x="39076" y="136619"/>
                  </a:cubicBezTo>
                  <a:cubicBezTo>
                    <a:pt x="39076" y="133405"/>
                    <a:pt x="39076" y="132910"/>
                    <a:pt x="39571" y="128212"/>
                  </a:cubicBezTo>
                  <a:cubicBezTo>
                    <a:pt x="39818" y="125739"/>
                    <a:pt x="39818" y="125245"/>
                    <a:pt x="42788" y="122525"/>
                  </a:cubicBezTo>
                  <a:cubicBezTo>
                    <a:pt x="56400" y="109667"/>
                    <a:pt x="103176" y="64666"/>
                    <a:pt x="103176" y="21643"/>
                  </a:cubicBezTo>
                  <a:cubicBezTo>
                    <a:pt x="103176" y="17934"/>
                    <a:pt x="103176" y="131"/>
                    <a:pt x="86841" y="131"/>
                  </a:cubicBezTo>
                  <a:cubicBezTo>
                    <a:pt x="66300" y="131"/>
                    <a:pt x="49718" y="32028"/>
                    <a:pt x="45758" y="39445"/>
                  </a:cubicBezTo>
                  <a:cubicBezTo>
                    <a:pt x="34868" y="60463"/>
                    <a:pt x="29176" y="80738"/>
                    <a:pt x="26454" y="93101"/>
                  </a:cubicBezTo>
                  <a:cubicBezTo>
                    <a:pt x="22741" y="109667"/>
                    <a:pt x="22741" y="118322"/>
                    <a:pt x="22741" y="130437"/>
                  </a:cubicBezTo>
                  <a:cubicBezTo>
                    <a:pt x="21009" y="132168"/>
                    <a:pt x="6902" y="144778"/>
                    <a:pt x="4427" y="146757"/>
                  </a:cubicBezTo>
                  <a:cubicBezTo>
                    <a:pt x="467" y="150218"/>
                    <a:pt x="220" y="150466"/>
                    <a:pt x="220" y="151949"/>
                  </a:cubicBezTo>
                  <a:cubicBezTo>
                    <a:pt x="220" y="153680"/>
                    <a:pt x="2447" y="156400"/>
                    <a:pt x="4427" y="156400"/>
                  </a:cubicBezTo>
                  <a:cubicBezTo>
                    <a:pt x="6160" y="156400"/>
                    <a:pt x="12842" y="150218"/>
                    <a:pt x="14574" y="148487"/>
                  </a:cubicBezTo>
                  <a:lnTo>
                    <a:pt x="23979" y="140328"/>
                  </a:lnTo>
                  <a:close/>
                  <a:moveTo>
                    <a:pt x="41798" y="112140"/>
                  </a:moveTo>
                  <a:cubicBezTo>
                    <a:pt x="46253" y="86920"/>
                    <a:pt x="65805" y="7054"/>
                    <a:pt x="86594" y="7054"/>
                  </a:cubicBezTo>
                  <a:cubicBezTo>
                    <a:pt x="92286" y="7054"/>
                    <a:pt x="95256" y="11010"/>
                    <a:pt x="95256" y="19912"/>
                  </a:cubicBezTo>
                  <a:cubicBezTo>
                    <a:pt x="95256" y="22879"/>
                    <a:pt x="95256" y="44885"/>
                    <a:pt x="73972" y="75298"/>
                  </a:cubicBezTo>
                  <a:cubicBezTo>
                    <a:pt x="61350" y="93101"/>
                    <a:pt x="47738" y="106453"/>
                    <a:pt x="41798" y="112140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BD7E40EB-E809-7BB2-F2DB-5461A53A77B7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14908215" y="7459449"/>
              <a:ext cx="235115" cy="235250"/>
            </a:xfrm>
            <a:custGeom>
              <a:avLst/>
              <a:gdLst>
                <a:gd name="connsiteX0" fmla="*/ 125032 w 235115"/>
                <a:gd name="connsiteY0" fmla="*/ 124820 h 235250"/>
                <a:gd name="connsiteX1" fmla="*/ 223674 w 235115"/>
                <a:gd name="connsiteY1" fmla="*/ 124820 h 235250"/>
                <a:gd name="connsiteX2" fmla="*/ 235341 w 235115"/>
                <a:gd name="connsiteY2" fmla="*/ 117755 h 235250"/>
                <a:gd name="connsiteX3" fmla="*/ 223674 w 235115"/>
                <a:gd name="connsiteY3" fmla="*/ 110690 h 235250"/>
                <a:gd name="connsiteX4" fmla="*/ 125032 w 235115"/>
                <a:gd name="connsiteY4" fmla="*/ 110690 h 235250"/>
                <a:gd name="connsiteX5" fmla="*/ 125032 w 235115"/>
                <a:gd name="connsiteY5" fmla="*/ 11786 h 235250"/>
                <a:gd name="connsiteX6" fmla="*/ 117960 w 235115"/>
                <a:gd name="connsiteY6" fmla="*/ 130 h 235250"/>
                <a:gd name="connsiteX7" fmla="*/ 110889 w 235115"/>
                <a:gd name="connsiteY7" fmla="*/ 11786 h 235250"/>
                <a:gd name="connsiteX8" fmla="*/ 110889 w 235115"/>
                <a:gd name="connsiteY8" fmla="*/ 110690 h 235250"/>
                <a:gd name="connsiteX9" fmla="*/ 11893 w 235115"/>
                <a:gd name="connsiteY9" fmla="*/ 110690 h 235250"/>
                <a:gd name="connsiteX10" fmla="*/ 226 w 235115"/>
                <a:gd name="connsiteY10" fmla="*/ 117755 h 235250"/>
                <a:gd name="connsiteX11" fmla="*/ 11893 w 235115"/>
                <a:gd name="connsiteY11" fmla="*/ 124820 h 235250"/>
                <a:gd name="connsiteX12" fmla="*/ 110889 w 235115"/>
                <a:gd name="connsiteY12" fmla="*/ 124820 h 235250"/>
                <a:gd name="connsiteX13" fmla="*/ 110889 w 235115"/>
                <a:gd name="connsiteY13" fmla="*/ 223724 h 235250"/>
                <a:gd name="connsiteX14" fmla="*/ 117960 w 235115"/>
                <a:gd name="connsiteY14" fmla="*/ 235380 h 235250"/>
                <a:gd name="connsiteX15" fmla="*/ 125032 w 235115"/>
                <a:gd name="connsiteY15" fmla="*/ 223724 h 235250"/>
                <a:gd name="connsiteX16" fmla="*/ 125032 w 235115"/>
                <a:gd name="connsiteY16" fmla="*/ 124820 h 235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115" h="235250">
                  <a:moveTo>
                    <a:pt x="125032" y="124820"/>
                  </a:moveTo>
                  <a:lnTo>
                    <a:pt x="223674" y="124820"/>
                  </a:lnTo>
                  <a:cubicBezTo>
                    <a:pt x="228624" y="124820"/>
                    <a:pt x="235341" y="124820"/>
                    <a:pt x="235341" y="117755"/>
                  </a:cubicBezTo>
                  <a:cubicBezTo>
                    <a:pt x="235341" y="110690"/>
                    <a:pt x="228624" y="110690"/>
                    <a:pt x="223674" y="110690"/>
                  </a:cubicBezTo>
                  <a:lnTo>
                    <a:pt x="125032" y="110690"/>
                  </a:lnTo>
                  <a:lnTo>
                    <a:pt x="125032" y="11786"/>
                  </a:lnTo>
                  <a:cubicBezTo>
                    <a:pt x="125032" y="6841"/>
                    <a:pt x="125032" y="130"/>
                    <a:pt x="117960" y="130"/>
                  </a:cubicBezTo>
                  <a:cubicBezTo>
                    <a:pt x="110889" y="130"/>
                    <a:pt x="110889" y="6841"/>
                    <a:pt x="110889" y="11786"/>
                  </a:cubicBezTo>
                  <a:lnTo>
                    <a:pt x="110889" y="110690"/>
                  </a:lnTo>
                  <a:lnTo>
                    <a:pt x="11893" y="110690"/>
                  </a:lnTo>
                  <a:cubicBezTo>
                    <a:pt x="6944" y="110690"/>
                    <a:pt x="226" y="110690"/>
                    <a:pt x="226" y="117755"/>
                  </a:cubicBezTo>
                  <a:cubicBezTo>
                    <a:pt x="226" y="124820"/>
                    <a:pt x="6944" y="124820"/>
                    <a:pt x="11893" y="124820"/>
                  </a:cubicBezTo>
                  <a:lnTo>
                    <a:pt x="110889" y="124820"/>
                  </a:lnTo>
                  <a:lnTo>
                    <a:pt x="110889" y="223724"/>
                  </a:lnTo>
                  <a:cubicBezTo>
                    <a:pt x="110889" y="228669"/>
                    <a:pt x="110889" y="235380"/>
                    <a:pt x="117960" y="235380"/>
                  </a:cubicBezTo>
                  <a:cubicBezTo>
                    <a:pt x="125032" y="235380"/>
                    <a:pt x="125032" y="228669"/>
                    <a:pt x="125032" y="223724"/>
                  </a:cubicBezTo>
                  <a:lnTo>
                    <a:pt x="125032" y="124820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AF28E5D2-C5B7-0B45-ADC2-12C46346C7C5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15255053" y="7506429"/>
              <a:ext cx="143190" cy="158953"/>
            </a:xfrm>
            <a:custGeom>
              <a:avLst/>
              <a:gdLst>
                <a:gd name="connsiteX0" fmla="*/ 58926 w 143190"/>
                <a:gd name="connsiteY0" fmla="*/ 40044 h 158953"/>
                <a:gd name="connsiteX1" fmla="*/ 58926 w 143190"/>
                <a:gd name="connsiteY1" fmla="*/ 130 h 158953"/>
                <a:gd name="connsiteX2" fmla="*/ 236 w 143190"/>
                <a:gd name="connsiteY2" fmla="*/ 2955 h 158953"/>
                <a:gd name="connsiteX3" fmla="*/ 236 w 143190"/>
                <a:gd name="connsiteY3" fmla="*/ 19557 h 158953"/>
                <a:gd name="connsiteX4" fmla="*/ 24631 w 143190"/>
                <a:gd name="connsiteY4" fmla="*/ 33333 h 158953"/>
                <a:gd name="connsiteX5" fmla="*/ 24631 w 143190"/>
                <a:gd name="connsiteY5" fmla="*/ 142481 h 158953"/>
                <a:gd name="connsiteX6" fmla="*/ 236 w 143190"/>
                <a:gd name="connsiteY6" fmla="*/ 142481 h 158953"/>
                <a:gd name="connsiteX7" fmla="*/ 236 w 143190"/>
                <a:gd name="connsiteY7" fmla="*/ 159083 h 158953"/>
                <a:gd name="connsiteX8" fmla="*/ 44784 w 143190"/>
                <a:gd name="connsiteY8" fmla="*/ 158023 h 158953"/>
                <a:gd name="connsiteX9" fmla="*/ 93575 w 143190"/>
                <a:gd name="connsiteY9" fmla="*/ 159083 h 158953"/>
                <a:gd name="connsiteX10" fmla="*/ 93575 w 143190"/>
                <a:gd name="connsiteY10" fmla="*/ 142481 h 158953"/>
                <a:gd name="connsiteX11" fmla="*/ 62816 w 143190"/>
                <a:gd name="connsiteY11" fmla="*/ 142481 h 158953"/>
                <a:gd name="connsiteX12" fmla="*/ 62816 w 143190"/>
                <a:gd name="connsiteY12" fmla="*/ 80666 h 158953"/>
                <a:gd name="connsiteX13" fmla="*/ 107010 w 143190"/>
                <a:gd name="connsiteY13" fmla="*/ 12846 h 158953"/>
                <a:gd name="connsiteX14" fmla="*/ 100293 w 143190"/>
                <a:gd name="connsiteY14" fmla="*/ 29094 h 158953"/>
                <a:gd name="connsiteX15" fmla="*/ 121860 w 143190"/>
                <a:gd name="connsiteY15" fmla="*/ 50641 h 158953"/>
                <a:gd name="connsiteX16" fmla="*/ 143427 w 143190"/>
                <a:gd name="connsiteY16" fmla="*/ 29094 h 158953"/>
                <a:gd name="connsiteX17" fmla="*/ 105949 w 143190"/>
                <a:gd name="connsiteY17" fmla="*/ 130 h 158953"/>
                <a:gd name="connsiteX18" fmla="*/ 58926 w 143190"/>
                <a:gd name="connsiteY18" fmla="*/ 40044 h 158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3190" h="158953">
                  <a:moveTo>
                    <a:pt x="58926" y="40044"/>
                  </a:moveTo>
                  <a:lnTo>
                    <a:pt x="58926" y="130"/>
                  </a:lnTo>
                  <a:lnTo>
                    <a:pt x="236" y="2955"/>
                  </a:lnTo>
                  <a:lnTo>
                    <a:pt x="236" y="19557"/>
                  </a:lnTo>
                  <a:cubicBezTo>
                    <a:pt x="22156" y="19557"/>
                    <a:pt x="24631" y="19557"/>
                    <a:pt x="24631" y="33333"/>
                  </a:cubicBezTo>
                  <a:lnTo>
                    <a:pt x="24631" y="142481"/>
                  </a:lnTo>
                  <a:lnTo>
                    <a:pt x="236" y="142481"/>
                  </a:lnTo>
                  <a:lnTo>
                    <a:pt x="236" y="159083"/>
                  </a:lnTo>
                  <a:cubicBezTo>
                    <a:pt x="12610" y="158730"/>
                    <a:pt x="28520" y="158023"/>
                    <a:pt x="44784" y="158023"/>
                  </a:cubicBezTo>
                  <a:cubicBezTo>
                    <a:pt x="58219" y="158023"/>
                    <a:pt x="80847" y="158023"/>
                    <a:pt x="93575" y="159083"/>
                  </a:cubicBezTo>
                  <a:lnTo>
                    <a:pt x="93575" y="142481"/>
                  </a:lnTo>
                  <a:lnTo>
                    <a:pt x="62816" y="142481"/>
                  </a:lnTo>
                  <a:lnTo>
                    <a:pt x="62816" y="80666"/>
                  </a:lnTo>
                  <a:cubicBezTo>
                    <a:pt x="62816" y="55940"/>
                    <a:pt x="71654" y="12846"/>
                    <a:pt x="107010" y="12846"/>
                  </a:cubicBezTo>
                  <a:cubicBezTo>
                    <a:pt x="106657" y="13199"/>
                    <a:pt x="100293" y="18851"/>
                    <a:pt x="100293" y="29094"/>
                  </a:cubicBezTo>
                  <a:cubicBezTo>
                    <a:pt x="100293" y="43577"/>
                    <a:pt x="111606" y="50641"/>
                    <a:pt x="121860" y="50641"/>
                  </a:cubicBezTo>
                  <a:cubicBezTo>
                    <a:pt x="132113" y="50641"/>
                    <a:pt x="143427" y="43224"/>
                    <a:pt x="143427" y="29094"/>
                  </a:cubicBezTo>
                  <a:cubicBezTo>
                    <a:pt x="143427" y="10373"/>
                    <a:pt x="124334" y="130"/>
                    <a:pt x="105949" y="130"/>
                  </a:cubicBezTo>
                  <a:cubicBezTo>
                    <a:pt x="81200" y="130"/>
                    <a:pt x="67058" y="17791"/>
                    <a:pt x="58926" y="40044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15247BFA-9155-2598-02E0-B9630FBEEAB7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15421052" y="7609324"/>
              <a:ext cx="151216" cy="111514"/>
            </a:xfrm>
            <a:custGeom>
              <a:avLst/>
              <a:gdLst>
                <a:gd name="connsiteX0" fmla="*/ 18802 w 151216"/>
                <a:gd name="connsiteY0" fmla="*/ 93596 h 111514"/>
                <a:gd name="connsiteX1" fmla="*/ 16327 w 151216"/>
                <a:gd name="connsiteY1" fmla="*/ 103733 h 111514"/>
                <a:gd name="connsiteX2" fmla="*/ 24742 w 151216"/>
                <a:gd name="connsiteY2" fmla="*/ 111646 h 111514"/>
                <a:gd name="connsiteX3" fmla="*/ 34394 w 151216"/>
                <a:gd name="connsiteY3" fmla="*/ 106206 h 111514"/>
                <a:gd name="connsiteX4" fmla="*/ 38849 w 151216"/>
                <a:gd name="connsiteY4" fmla="*/ 90876 h 111514"/>
                <a:gd name="connsiteX5" fmla="*/ 44294 w 151216"/>
                <a:gd name="connsiteY5" fmla="*/ 68622 h 111514"/>
                <a:gd name="connsiteX6" fmla="*/ 48501 w 151216"/>
                <a:gd name="connsiteY6" fmla="*/ 52056 h 111514"/>
                <a:gd name="connsiteX7" fmla="*/ 58896 w 151216"/>
                <a:gd name="connsiteY7" fmla="*/ 29802 h 111514"/>
                <a:gd name="connsiteX8" fmla="*/ 96019 w 151216"/>
                <a:gd name="connsiteY8" fmla="*/ 7054 h 111514"/>
                <a:gd name="connsiteX9" fmla="*/ 110621 w 151216"/>
                <a:gd name="connsiteY9" fmla="*/ 24363 h 111514"/>
                <a:gd name="connsiteX10" fmla="*/ 96019 w 151216"/>
                <a:gd name="connsiteY10" fmla="*/ 77029 h 111514"/>
                <a:gd name="connsiteX11" fmla="*/ 92307 w 151216"/>
                <a:gd name="connsiteY11" fmla="*/ 90381 h 111514"/>
                <a:gd name="connsiteX12" fmla="*/ 115818 w 151216"/>
                <a:gd name="connsiteY12" fmla="*/ 111646 h 111514"/>
                <a:gd name="connsiteX13" fmla="*/ 151457 w 151216"/>
                <a:gd name="connsiteY13" fmla="*/ 73815 h 111514"/>
                <a:gd name="connsiteX14" fmla="*/ 147497 w 151216"/>
                <a:gd name="connsiteY14" fmla="*/ 70600 h 111514"/>
                <a:gd name="connsiteX15" fmla="*/ 142795 w 151216"/>
                <a:gd name="connsiteY15" fmla="*/ 74804 h 111514"/>
                <a:gd name="connsiteX16" fmla="*/ 116561 w 151216"/>
                <a:gd name="connsiteY16" fmla="*/ 104722 h 111514"/>
                <a:gd name="connsiteX17" fmla="*/ 110374 w 151216"/>
                <a:gd name="connsiteY17" fmla="*/ 96068 h 111514"/>
                <a:gd name="connsiteX18" fmla="*/ 116066 w 151216"/>
                <a:gd name="connsiteY18" fmla="*/ 76040 h 111514"/>
                <a:gd name="connsiteX19" fmla="*/ 129183 w 151216"/>
                <a:gd name="connsiteY19" fmla="*/ 28319 h 111514"/>
                <a:gd name="connsiteX20" fmla="*/ 97009 w 151216"/>
                <a:gd name="connsiteY20" fmla="*/ 131 h 111514"/>
                <a:gd name="connsiteX21" fmla="*/ 55183 w 151216"/>
                <a:gd name="connsiteY21" fmla="*/ 22632 h 111514"/>
                <a:gd name="connsiteX22" fmla="*/ 28702 w 151216"/>
                <a:gd name="connsiteY22" fmla="*/ 131 h 111514"/>
                <a:gd name="connsiteX23" fmla="*/ 9150 w 151216"/>
                <a:gd name="connsiteY23" fmla="*/ 13483 h 111514"/>
                <a:gd name="connsiteX24" fmla="*/ 241 w 151216"/>
                <a:gd name="connsiteY24" fmla="*/ 37962 h 111514"/>
                <a:gd name="connsiteX25" fmla="*/ 4448 w 151216"/>
                <a:gd name="connsiteY25" fmla="*/ 41176 h 111514"/>
                <a:gd name="connsiteX26" fmla="*/ 9893 w 151216"/>
                <a:gd name="connsiteY26" fmla="*/ 33758 h 111514"/>
                <a:gd name="connsiteX27" fmla="*/ 27959 w 151216"/>
                <a:gd name="connsiteY27" fmla="*/ 7054 h 111514"/>
                <a:gd name="connsiteX28" fmla="*/ 36127 w 151216"/>
                <a:gd name="connsiteY28" fmla="*/ 19170 h 111514"/>
                <a:gd name="connsiteX29" fmla="*/ 32167 w 151216"/>
                <a:gd name="connsiteY29" fmla="*/ 39693 h 111514"/>
                <a:gd name="connsiteX30" fmla="*/ 26722 w 151216"/>
                <a:gd name="connsiteY30" fmla="*/ 61946 h 111514"/>
                <a:gd name="connsiteX31" fmla="*/ 18802 w 151216"/>
                <a:gd name="connsiteY31" fmla="*/ 93596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216" h="111514">
                  <a:moveTo>
                    <a:pt x="18802" y="93596"/>
                  </a:moveTo>
                  <a:cubicBezTo>
                    <a:pt x="17812" y="96810"/>
                    <a:pt x="16327" y="102991"/>
                    <a:pt x="16327" y="103733"/>
                  </a:cubicBezTo>
                  <a:cubicBezTo>
                    <a:pt x="16327" y="109173"/>
                    <a:pt x="20782" y="111646"/>
                    <a:pt x="24742" y="111646"/>
                  </a:cubicBezTo>
                  <a:cubicBezTo>
                    <a:pt x="29197" y="111646"/>
                    <a:pt x="33157" y="108431"/>
                    <a:pt x="34394" y="106206"/>
                  </a:cubicBezTo>
                  <a:cubicBezTo>
                    <a:pt x="35632" y="103981"/>
                    <a:pt x="37612" y="96068"/>
                    <a:pt x="38849" y="90876"/>
                  </a:cubicBezTo>
                  <a:cubicBezTo>
                    <a:pt x="40086" y="86178"/>
                    <a:pt x="42809" y="74804"/>
                    <a:pt x="44294" y="68622"/>
                  </a:cubicBezTo>
                  <a:cubicBezTo>
                    <a:pt x="45779" y="63182"/>
                    <a:pt x="47264" y="57743"/>
                    <a:pt x="48501" y="52056"/>
                  </a:cubicBezTo>
                  <a:cubicBezTo>
                    <a:pt x="51224" y="41918"/>
                    <a:pt x="51719" y="39940"/>
                    <a:pt x="58896" y="29802"/>
                  </a:cubicBezTo>
                  <a:cubicBezTo>
                    <a:pt x="65825" y="19912"/>
                    <a:pt x="77457" y="7054"/>
                    <a:pt x="96019" y="7054"/>
                  </a:cubicBezTo>
                  <a:cubicBezTo>
                    <a:pt x="110374" y="7054"/>
                    <a:pt x="110621" y="19665"/>
                    <a:pt x="110621" y="24363"/>
                  </a:cubicBezTo>
                  <a:cubicBezTo>
                    <a:pt x="110621" y="39198"/>
                    <a:pt x="99979" y="66644"/>
                    <a:pt x="96019" y="77029"/>
                  </a:cubicBezTo>
                  <a:cubicBezTo>
                    <a:pt x="93297" y="83952"/>
                    <a:pt x="92307" y="86178"/>
                    <a:pt x="92307" y="90381"/>
                  </a:cubicBezTo>
                  <a:cubicBezTo>
                    <a:pt x="92307" y="103486"/>
                    <a:pt x="103196" y="111646"/>
                    <a:pt x="115818" y="111646"/>
                  </a:cubicBezTo>
                  <a:cubicBezTo>
                    <a:pt x="140567" y="111646"/>
                    <a:pt x="151457" y="77524"/>
                    <a:pt x="151457" y="73815"/>
                  </a:cubicBezTo>
                  <a:cubicBezTo>
                    <a:pt x="151457" y="70600"/>
                    <a:pt x="148240" y="70600"/>
                    <a:pt x="147497" y="70600"/>
                  </a:cubicBezTo>
                  <a:cubicBezTo>
                    <a:pt x="144032" y="70600"/>
                    <a:pt x="143785" y="72084"/>
                    <a:pt x="142795" y="74804"/>
                  </a:cubicBezTo>
                  <a:cubicBezTo>
                    <a:pt x="137103" y="94585"/>
                    <a:pt x="126461" y="104722"/>
                    <a:pt x="116561" y="104722"/>
                  </a:cubicBezTo>
                  <a:cubicBezTo>
                    <a:pt x="111364" y="104722"/>
                    <a:pt x="110374" y="101261"/>
                    <a:pt x="110374" y="96068"/>
                  </a:cubicBezTo>
                  <a:cubicBezTo>
                    <a:pt x="110374" y="90381"/>
                    <a:pt x="111611" y="87167"/>
                    <a:pt x="116066" y="76040"/>
                  </a:cubicBezTo>
                  <a:cubicBezTo>
                    <a:pt x="119036" y="68375"/>
                    <a:pt x="129183" y="42165"/>
                    <a:pt x="129183" y="28319"/>
                  </a:cubicBezTo>
                  <a:cubicBezTo>
                    <a:pt x="129183" y="4334"/>
                    <a:pt x="110126" y="131"/>
                    <a:pt x="97009" y="131"/>
                  </a:cubicBezTo>
                  <a:cubicBezTo>
                    <a:pt x="76468" y="131"/>
                    <a:pt x="62608" y="12741"/>
                    <a:pt x="55183" y="22632"/>
                  </a:cubicBezTo>
                  <a:cubicBezTo>
                    <a:pt x="53451" y="5571"/>
                    <a:pt x="38849" y="131"/>
                    <a:pt x="28702" y="131"/>
                  </a:cubicBezTo>
                  <a:cubicBezTo>
                    <a:pt x="18060" y="131"/>
                    <a:pt x="12368" y="7796"/>
                    <a:pt x="9150" y="13483"/>
                  </a:cubicBezTo>
                  <a:cubicBezTo>
                    <a:pt x="3705" y="22632"/>
                    <a:pt x="241" y="36726"/>
                    <a:pt x="241" y="37962"/>
                  </a:cubicBezTo>
                  <a:cubicBezTo>
                    <a:pt x="241" y="41176"/>
                    <a:pt x="3705" y="41176"/>
                    <a:pt x="4448" y="41176"/>
                  </a:cubicBezTo>
                  <a:cubicBezTo>
                    <a:pt x="7913" y="41176"/>
                    <a:pt x="8160" y="40434"/>
                    <a:pt x="9893" y="33758"/>
                  </a:cubicBezTo>
                  <a:cubicBezTo>
                    <a:pt x="13605" y="19170"/>
                    <a:pt x="18307" y="7054"/>
                    <a:pt x="27959" y="7054"/>
                  </a:cubicBezTo>
                  <a:cubicBezTo>
                    <a:pt x="34394" y="7054"/>
                    <a:pt x="36127" y="12494"/>
                    <a:pt x="36127" y="19170"/>
                  </a:cubicBezTo>
                  <a:cubicBezTo>
                    <a:pt x="36127" y="23868"/>
                    <a:pt x="33899" y="33017"/>
                    <a:pt x="32167" y="39693"/>
                  </a:cubicBezTo>
                  <a:cubicBezTo>
                    <a:pt x="30434" y="46369"/>
                    <a:pt x="27959" y="56506"/>
                    <a:pt x="26722" y="61946"/>
                  </a:cubicBezTo>
                  <a:lnTo>
                    <a:pt x="18802" y="93596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3E1AE95F-AAB8-60E6-9745-5CBD20F7B703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15703420" y="7501130"/>
              <a:ext cx="130462" cy="152241"/>
            </a:xfrm>
            <a:custGeom>
              <a:avLst/>
              <a:gdLst>
                <a:gd name="connsiteX0" fmla="*/ 74495 w 130462"/>
                <a:gd name="connsiteY0" fmla="*/ 13552 h 152241"/>
                <a:gd name="connsiteX1" fmla="*/ 65656 w 130462"/>
                <a:gd name="connsiteY1" fmla="*/ 130 h 152241"/>
                <a:gd name="connsiteX2" fmla="*/ 56464 w 130462"/>
                <a:gd name="connsiteY2" fmla="*/ 9313 h 152241"/>
                <a:gd name="connsiteX3" fmla="*/ 56464 w 130462"/>
                <a:gd name="connsiteY3" fmla="*/ 13905 h 152241"/>
                <a:gd name="connsiteX4" fmla="*/ 61414 w 130462"/>
                <a:gd name="connsiteY4" fmla="*/ 68656 h 152241"/>
                <a:gd name="connsiteX5" fmla="*/ 16158 w 130462"/>
                <a:gd name="connsiteY5" fmla="*/ 35806 h 152241"/>
                <a:gd name="connsiteX6" fmla="*/ 9794 w 130462"/>
                <a:gd name="connsiteY6" fmla="*/ 33333 h 152241"/>
                <a:gd name="connsiteX7" fmla="*/ 248 w 130462"/>
                <a:gd name="connsiteY7" fmla="*/ 43224 h 152241"/>
                <a:gd name="connsiteX8" fmla="*/ 7319 w 130462"/>
                <a:gd name="connsiteY8" fmla="*/ 52054 h 152241"/>
                <a:gd name="connsiteX9" fmla="*/ 57524 w 130462"/>
                <a:gd name="connsiteY9" fmla="*/ 76074 h 152241"/>
                <a:gd name="connsiteX10" fmla="*/ 8734 w 130462"/>
                <a:gd name="connsiteY10" fmla="*/ 99740 h 152241"/>
                <a:gd name="connsiteX11" fmla="*/ 248 w 130462"/>
                <a:gd name="connsiteY11" fmla="*/ 109277 h 152241"/>
                <a:gd name="connsiteX12" fmla="*/ 9794 w 130462"/>
                <a:gd name="connsiteY12" fmla="*/ 119168 h 152241"/>
                <a:gd name="connsiteX13" fmla="*/ 21815 w 130462"/>
                <a:gd name="connsiteY13" fmla="*/ 112457 h 152241"/>
                <a:gd name="connsiteX14" fmla="*/ 61414 w 130462"/>
                <a:gd name="connsiteY14" fmla="*/ 83845 h 152241"/>
                <a:gd name="connsiteX15" fmla="*/ 56110 w 130462"/>
                <a:gd name="connsiteY15" fmla="*/ 143187 h 152241"/>
                <a:gd name="connsiteX16" fmla="*/ 65303 w 130462"/>
                <a:gd name="connsiteY16" fmla="*/ 152371 h 152241"/>
                <a:gd name="connsiteX17" fmla="*/ 74849 w 130462"/>
                <a:gd name="connsiteY17" fmla="*/ 143187 h 152241"/>
                <a:gd name="connsiteX18" fmla="*/ 69545 w 130462"/>
                <a:gd name="connsiteY18" fmla="*/ 83845 h 152241"/>
                <a:gd name="connsiteX19" fmla="*/ 114801 w 130462"/>
                <a:gd name="connsiteY19" fmla="*/ 116695 h 152241"/>
                <a:gd name="connsiteX20" fmla="*/ 121165 w 130462"/>
                <a:gd name="connsiteY20" fmla="*/ 119168 h 152241"/>
                <a:gd name="connsiteX21" fmla="*/ 130711 w 130462"/>
                <a:gd name="connsiteY21" fmla="*/ 109277 h 152241"/>
                <a:gd name="connsiteX22" fmla="*/ 123286 w 130462"/>
                <a:gd name="connsiteY22" fmla="*/ 100093 h 152241"/>
                <a:gd name="connsiteX23" fmla="*/ 73435 w 130462"/>
                <a:gd name="connsiteY23" fmla="*/ 76427 h 152241"/>
                <a:gd name="connsiteX24" fmla="*/ 122225 w 130462"/>
                <a:gd name="connsiteY24" fmla="*/ 52761 h 152241"/>
                <a:gd name="connsiteX25" fmla="*/ 130711 w 130462"/>
                <a:gd name="connsiteY25" fmla="*/ 43224 h 152241"/>
                <a:gd name="connsiteX26" fmla="*/ 121165 w 130462"/>
                <a:gd name="connsiteY26" fmla="*/ 33333 h 152241"/>
                <a:gd name="connsiteX27" fmla="*/ 109144 w 130462"/>
                <a:gd name="connsiteY27" fmla="*/ 40044 h 152241"/>
                <a:gd name="connsiteX28" fmla="*/ 69545 w 130462"/>
                <a:gd name="connsiteY28" fmla="*/ 68656 h 152241"/>
                <a:gd name="connsiteX29" fmla="*/ 74495 w 130462"/>
                <a:gd name="connsiteY29" fmla="*/ 13552 h 152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0462" h="152241">
                  <a:moveTo>
                    <a:pt x="74495" y="13552"/>
                  </a:moveTo>
                  <a:cubicBezTo>
                    <a:pt x="74849" y="8607"/>
                    <a:pt x="74849" y="130"/>
                    <a:pt x="65656" y="130"/>
                  </a:cubicBezTo>
                  <a:cubicBezTo>
                    <a:pt x="59999" y="130"/>
                    <a:pt x="55403" y="4722"/>
                    <a:pt x="56464" y="9313"/>
                  </a:cubicBezTo>
                  <a:lnTo>
                    <a:pt x="56464" y="13905"/>
                  </a:lnTo>
                  <a:lnTo>
                    <a:pt x="61414" y="68656"/>
                  </a:lnTo>
                  <a:lnTo>
                    <a:pt x="16158" y="35806"/>
                  </a:lnTo>
                  <a:cubicBezTo>
                    <a:pt x="12976" y="34040"/>
                    <a:pt x="12269" y="33333"/>
                    <a:pt x="9794" y="33333"/>
                  </a:cubicBezTo>
                  <a:cubicBezTo>
                    <a:pt x="4844" y="33333"/>
                    <a:pt x="248" y="38278"/>
                    <a:pt x="248" y="43224"/>
                  </a:cubicBezTo>
                  <a:cubicBezTo>
                    <a:pt x="248" y="48875"/>
                    <a:pt x="3784" y="50288"/>
                    <a:pt x="7319" y="52054"/>
                  </a:cubicBezTo>
                  <a:lnTo>
                    <a:pt x="57524" y="76074"/>
                  </a:lnTo>
                  <a:lnTo>
                    <a:pt x="8734" y="99740"/>
                  </a:lnTo>
                  <a:cubicBezTo>
                    <a:pt x="3077" y="102566"/>
                    <a:pt x="248" y="103979"/>
                    <a:pt x="248" y="109277"/>
                  </a:cubicBezTo>
                  <a:cubicBezTo>
                    <a:pt x="248" y="114576"/>
                    <a:pt x="4844" y="119168"/>
                    <a:pt x="9794" y="119168"/>
                  </a:cubicBezTo>
                  <a:cubicBezTo>
                    <a:pt x="12269" y="119168"/>
                    <a:pt x="12976" y="119168"/>
                    <a:pt x="21815" y="112457"/>
                  </a:cubicBezTo>
                  <a:lnTo>
                    <a:pt x="61414" y="83845"/>
                  </a:lnTo>
                  <a:lnTo>
                    <a:pt x="56110" y="143187"/>
                  </a:lnTo>
                  <a:cubicBezTo>
                    <a:pt x="56110" y="150605"/>
                    <a:pt x="62474" y="152371"/>
                    <a:pt x="65303" y="152371"/>
                  </a:cubicBezTo>
                  <a:cubicBezTo>
                    <a:pt x="69545" y="152371"/>
                    <a:pt x="74849" y="149899"/>
                    <a:pt x="74849" y="143187"/>
                  </a:cubicBezTo>
                  <a:lnTo>
                    <a:pt x="69545" y="83845"/>
                  </a:lnTo>
                  <a:lnTo>
                    <a:pt x="114801" y="116695"/>
                  </a:lnTo>
                  <a:cubicBezTo>
                    <a:pt x="117983" y="118461"/>
                    <a:pt x="118690" y="119168"/>
                    <a:pt x="121165" y="119168"/>
                  </a:cubicBezTo>
                  <a:cubicBezTo>
                    <a:pt x="126115" y="119168"/>
                    <a:pt x="130711" y="114223"/>
                    <a:pt x="130711" y="109277"/>
                  </a:cubicBezTo>
                  <a:cubicBezTo>
                    <a:pt x="130711" y="103979"/>
                    <a:pt x="127529" y="102213"/>
                    <a:pt x="123286" y="100093"/>
                  </a:cubicBezTo>
                  <a:cubicBezTo>
                    <a:pt x="102073" y="89497"/>
                    <a:pt x="101366" y="89497"/>
                    <a:pt x="73435" y="76427"/>
                  </a:cubicBezTo>
                  <a:lnTo>
                    <a:pt x="122225" y="52761"/>
                  </a:lnTo>
                  <a:cubicBezTo>
                    <a:pt x="127882" y="49935"/>
                    <a:pt x="130711" y="48522"/>
                    <a:pt x="130711" y="43224"/>
                  </a:cubicBezTo>
                  <a:cubicBezTo>
                    <a:pt x="130711" y="37925"/>
                    <a:pt x="126115" y="33333"/>
                    <a:pt x="121165" y="33333"/>
                  </a:cubicBezTo>
                  <a:cubicBezTo>
                    <a:pt x="118690" y="33333"/>
                    <a:pt x="117983" y="33333"/>
                    <a:pt x="109144" y="40044"/>
                  </a:cubicBezTo>
                  <a:lnTo>
                    <a:pt x="69545" y="68656"/>
                  </a:lnTo>
                  <a:lnTo>
                    <a:pt x="74495" y="13552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7212DE20-AE2F-7C1B-C2A4-81F1D79BB220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15949220" y="7505369"/>
              <a:ext cx="155565" cy="162132"/>
            </a:xfrm>
            <a:custGeom>
              <a:avLst/>
              <a:gdLst>
                <a:gd name="connsiteX0" fmla="*/ 114101 w 155565"/>
                <a:gd name="connsiteY0" fmla="*/ 16378 h 162132"/>
                <a:gd name="connsiteX1" fmla="*/ 107030 w 155565"/>
                <a:gd name="connsiteY1" fmla="*/ 32627 h 162132"/>
                <a:gd name="connsiteX2" fmla="*/ 128950 w 155565"/>
                <a:gd name="connsiteY2" fmla="*/ 54880 h 162132"/>
                <a:gd name="connsiteX3" fmla="*/ 151224 w 155565"/>
                <a:gd name="connsiteY3" fmla="*/ 32627 h 162132"/>
                <a:gd name="connsiteX4" fmla="*/ 89705 w 155565"/>
                <a:gd name="connsiteY4" fmla="*/ 130 h 162132"/>
                <a:gd name="connsiteX5" fmla="*/ 255 w 155565"/>
                <a:gd name="connsiteY5" fmla="*/ 81726 h 162132"/>
                <a:gd name="connsiteX6" fmla="*/ 87938 w 155565"/>
                <a:gd name="connsiteY6" fmla="*/ 162262 h 162132"/>
                <a:gd name="connsiteX7" fmla="*/ 155821 w 155565"/>
                <a:gd name="connsiteY7" fmla="*/ 118815 h 162132"/>
                <a:gd name="connsiteX8" fmla="*/ 147335 w 155565"/>
                <a:gd name="connsiteY8" fmla="*/ 113869 h 162132"/>
                <a:gd name="connsiteX9" fmla="*/ 138850 w 155565"/>
                <a:gd name="connsiteY9" fmla="*/ 119168 h 162132"/>
                <a:gd name="connsiteX10" fmla="*/ 94655 w 155565"/>
                <a:gd name="connsiteY10" fmla="*/ 148133 h 162132"/>
                <a:gd name="connsiteX11" fmla="*/ 45511 w 155565"/>
                <a:gd name="connsiteY11" fmla="*/ 79959 h 162132"/>
                <a:gd name="connsiteX12" fmla="*/ 91120 w 155565"/>
                <a:gd name="connsiteY12" fmla="*/ 14259 h 162132"/>
                <a:gd name="connsiteX13" fmla="*/ 114101 w 155565"/>
                <a:gd name="connsiteY13" fmla="*/ 16378 h 162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5565" h="162132">
                  <a:moveTo>
                    <a:pt x="114101" y="16378"/>
                  </a:moveTo>
                  <a:cubicBezTo>
                    <a:pt x="107737" y="22030"/>
                    <a:pt x="107030" y="29448"/>
                    <a:pt x="107030" y="32627"/>
                  </a:cubicBezTo>
                  <a:cubicBezTo>
                    <a:pt x="107030" y="48169"/>
                    <a:pt x="119404" y="54880"/>
                    <a:pt x="128950" y="54880"/>
                  </a:cubicBezTo>
                  <a:cubicBezTo>
                    <a:pt x="139911" y="54880"/>
                    <a:pt x="151224" y="47462"/>
                    <a:pt x="151224" y="32627"/>
                  </a:cubicBezTo>
                  <a:cubicBezTo>
                    <a:pt x="151224" y="2249"/>
                    <a:pt x="110212" y="130"/>
                    <a:pt x="89705" y="130"/>
                  </a:cubicBezTo>
                  <a:cubicBezTo>
                    <a:pt x="26419" y="130"/>
                    <a:pt x="255" y="40751"/>
                    <a:pt x="255" y="81726"/>
                  </a:cubicBezTo>
                  <a:cubicBezTo>
                    <a:pt x="255" y="128705"/>
                    <a:pt x="33490" y="162262"/>
                    <a:pt x="87938" y="162262"/>
                  </a:cubicBezTo>
                  <a:cubicBezTo>
                    <a:pt x="145214" y="162262"/>
                    <a:pt x="155821" y="121287"/>
                    <a:pt x="155821" y="118815"/>
                  </a:cubicBezTo>
                  <a:cubicBezTo>
                    <a:pt x="155821" y="113869"/>
                    <a:pt x="150871" y="113869"/>
                    <a:pt x="147335" y="113869"/>
                  </a:cubicBezTo>
                  <a:cubicBezTo>
                    <a:pt x="140971" y="113869"/>
                    <a:pt x="140618" y="114576"/>
                    <a:pt x="138850" y="119168"/>
                  </a:cubicBezTo>
                  <a:cubicBezTo>
                    <a:pt x="129657" y="141421"/>
                    <a:pt x="112687" y="148133"/>
                    <a:pt x="94655" y="148133"/>
                  </a:cubicBezTo>
                  <a:cubicBezTo>
                    <a:pt x="45511" y="148133"/>
                    <a:pt x="45511" y="96208"/>
                    <a:pt x="45511" y="79959"/>
                  </a:cubicBezTo>
                  <a:cubicBezTo>
                    <a:pt x="45511" y="60179"/>
                    <a:pt x="45511" y="14259"/>
                    <a:pt x="91120" y="14259"/>
                  </a:cubicBezTo>
                  <a:cubicBezTo>
                    <a:pt x="103494" y="14259"/>
                    <a:pt x="109505" y="15318"/>
                    <a:pt x="114101" y="16378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75181A7-E144-9E21-E4D1-FB6384024C75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6128123" y="7609324"/>
              <a:ext cx="115082" cy="111514"/>
            </a:xfrm>
            <a:custGeom>
              <a:avLst/>
              <a:gdLst>
                <a:gd name="connsiteX0" fmla="*/ 46789 w 115082"/>
                <a:gd name="connsiteY0" fmla="*/ 59226 h 111514"/>
                <a:gd name="connsiteX1" fmla="*/ 53223 w 115082"/>
                <a:gd name="connsiteY1" fmla="*/ 34253 h 111514"/>
                <a:gd name="connsiteX2" fmla="*/ 68815 w 115082"/>
                <a:gd name="connsiteY2" fmla="*/ 13978 h 111514"/>
                <a:gd name="connsiteX3" fmla="*/ 88862 w 115082"/>
                <a:gd name="connsiteY3" fmla="*/ 7054 h 111514"/>
                <a:gd name="connsiteX4" fmla="*/ 102474 w 115082"/>
                <a:gd name="connsiteY4" fmla="*/ 10516 h 111514"/>
                <a:gd name="connsiteX5" fmla="*/ 91584 w 115082"/>
                <a:gd name="connsiteY5" fmla="*/ 24115 h 111514"/>
                <a:gd name="connsiteX6" fmla="*/ 101484 w 115082"/>
                <a:gd name="connsiteY6" fmla="*/ 33264 h 111514"/>
                <a:gd name="connsiteX7" fmla="*/ 115343 w 115082"/>
                <a:gd name="connsiteY7" fmla="*/ 18181 h 111514"/>
                <a:gd name="connsiteX8" fmla="*/ 89109 w 115082"/>
                <a:gd name="connsiteY8" fmla="*/ 131 h 111514"/>
                <a:gd name="connsiteX9" fmla="*/ 54213 w 115082"/>
                <a:gd name="connsiteY9" fmla="*/ 17687 h 111514"/>
                <a:gd name="connsiteX10" fmla="*/ 28722 w 115082"/>
                <a:gd name="connsiteY10" fmla="*/ 131 h 111514"/>
                <a:gd name="connsiteX11" fmla="*/ 9418 w 115082"/>
                <a:gd name="connsiteY11" fmla="*/ 12741 h 111514"/>
                <a:gd name="connsiteX12" fmla="*/ 261 w 115082"/>
                <a:gd name="connsiteY12" fmla="*/ 37962 h 111514"/>
                <a:gd name="connsiteX13" fmla="*/ 4468 w 115082"/>
                <a:gd name="connsiteY13" fmla="*/ 41176 h 111514"/>
                <a:gd name="connsiteX14" fmla="*/ 9913 w 115082"/>
                <a:gd name="connsiteY14" fmla="*/ 33758 h 111514"/>
                <a:gd name="connsiteX15" fmla="*/ 27979 w 115082"/>
                <a:gd name="connsiteY15" fmla="*/ 7054 h 111514"/>
                <a:gd name="connsiteX16" fmla="*/ 36147 w 115082"/>
                <a:gd name="connsiteY16" fmla="*/ 19170 h 111514"/>
                <a:gd name="connsiteX17" fmla="*/ 32187 w 115082"/>
                <a:gd name="connsiteY17" fmla="*/ 39693 h 111514"/>
                <a:gd name="connsiteX18" fmla="*/ 26742 w 115082"/>
                <a:gd name="connsiteY18" fmla="*/ 61946 h 111514"/>
                <a:gd name="connsiteX19" fmla="*/ 18822 w 115082"/>
                <a:gd name="connsiteY19" fmla="*/ 93596 h 111514"/>
                <a:gd name="connsiteX20" fmla="*/ 16347 w 115082"/>
                <a:gd name="connsiteY20" fmla="*/ 103733 h 111514"/>
                <a:gd name="connsiteX21" fmla="*/ 24762 w 115082"/>
                <a:gd name="connsiteY21" fmla="*/ 111646 h 111514"/>
                <a:gd name="connsiteX22" fmla="*/ 35404 w 115082"/>
                <a:gd name="connsiteY22" fmla="*/ 104475 h 111514"/>
                <a:gd name="connsiteX23" fmla="*/ 40106 w 115082"/>
                <a:gd name="connsiteY23" fmla="*/ 85930 h 111514"/>
                <a:gd name="connsiteX24" fmla="*/ 46789 w 115082"/>
                <a:gd name="connsiteY24" fmla="*/ 59226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82" h="111514">
                  <a:moveTo>
                    <a:pt x="46789" y="59226"/>
                  </a:moveTo>
                  <a:cubicBezTo>
                    <a:pt x="47036" y="57743"/>
                    <a:pt x="52728" y="35489"/>
                    <a:pt x="53223" y="34253"/>
                  </a:cubicBezTo>
                  <a:cubicBezTo>
                    <a:pt x="53718" y="32275"/>
                    <a:pt x="60896" y="19912"/>
                    <a:pt x="68815" y="13978"/>
                  </a:cubicBezTo>
                  <a:cubicBezTo>
                    <a:pt x="71538" y="12000"/>
                    <a:pt x="78220" y="7054"/>
                    <a:pt x="88862" y="7054"/>
                  </a:cubicBezTo>
                  <a:cubicBezTo>
                    <a:pt x="91337" y="7054"/>
                    <a:pt x="97524" y="7302"/>
                    <a:pt x="102474" y="10516"/>
                  </a:cubicBezTo>
                  <a:cubicBezTo>
                    <a:pt x="94554" y="12741"/>
                    <a:pt x="91584" y="19665"/>
                    <a:pt x="91584" y="24115"/>
                  </a:cubicBezTo>
                  <a:cubicBezTo>
                    <a:pt x="91584" y="29555"/>
                    <a:pt x="95792" y="33264"/>
                    <a:pt x="101484" y="33264"/>
                  </a:cubicBezTo>
                  <a:cubicBezTo>
                    <a:pt x="107176" y="33264"/>
                    <a:pt x="115343" y="28566"/>
                    <a:pt x="115343" y="18181"/>
                  </a:cubicBezTo>
                  <a:cubicBezTo>
                    <a:pt x="115343" y="5323"/>
                    <a:pt x="101731" y="131"/>
                    <a:pt x="89109" y="131"/>
                  </a:cubicBezTo>
                  <a:cubicBezTo>
                    <a:pt x="76240" y="131"/>
                    <a:pt x="65103" y="5323"/>
                    <a:pt x="54213" y="17687"/>
                  </a:cubicBezTo>
                  <a:cubicBezTo>
                    <a:pt x="49759" y="2604"/>
                    <a:pt x="34662" y="131"/>
                    <a:pt x="28722" y="131"/>
                  </a:cubicBezTo>
                  <a:cubicBezTo>
                    <a:pt x="19565" y="131"/>
                    <a:pt x="13378" y="5818"/>
                    <a:pt x="9418" y="12741"/>
                  </a:cubicBezTo>
                  <a:cubicBezTo>
                    <a:pt x="3725" y="22384"/>
                    <a:pt x="261" y="36726"/>
                    <a:pt x="261" y="37962"/>
                  </a:cubicBezTo>
                  <a:cubicBezTo>
                    <a:pt x="261" y="41176"/>
                    <a:pt x="3725" y="41176"/>
                    <a:pt x="4468" y="41176"/>
                  </a:cubicBezTo>
                  <a:cubicBezTo>
                    <a:pt x="7933" y="41176"/>
                    <a:pt x="8180" y="40434"/>
                    <a:pt x="9913" y="33758"/>
                  </a:cubicBezTo>
                  <a:cubicBezTo>
                    <a:pt x="13625" y="18676"/>
                    <a:pt x="18327" y="7054"/>
                    <a:pt x="27979" y="7054"/>
                  </a:cubicBezTo>
                  <a:cubicBezTo>
                    <a:pt x="34414" y="7054"/>
                    <a:pt x="36147" y="12494"/>
                    <a:pt x="36147" y="19170"/>
                  </a:cubicBezTo>
                  <a:cubicBezTo>
                    <a:pt x="36147" y="23868"/>
                    <a:pt x="33919" y="33017"/>
                    <a:pt x="32187" y="39693"/>
                  </a:cubicBezTo>
                  <a:cubicBezTo>
                    <a:pt x="30454" y="46369"/>
                    <a:pt x="27979" y="56506"/>
                    <a:pt x="26742" y="61946"/>
                  </a:cubicBezTo>
                  <a:lnTo>
                    <a:pt x="18822" y="93596"/>
                  </a:lnTo>
                  <a:cubicBezTo>
                    <a:pt x="17832" y="96810"/>
                    <a:pt x="16347" y="102991"/>
                    <a:pt x="16347" y="103733"/>
                  </a:cubicBezTo>
                  <a:cubicBezTo>
                    <a:pt x="16347" y="109173"/>
                    <a:pt x="20802" y="111646"/>
                    <a:pt x="24762" y="111646"/>
                  </a:cubicBezTo>
                  <a:cubicBezTo>
                    <a:pt x="28474" y="111646"/>
                    <a:pt x="33424" y="109420"/>
                    <a:pt x="35404" y="104475"/>
                  </a:cubicBezTo>
                  <a:cubicBezTo>
                    <a:pt x="35899" y="102991"/>
                    <a:pt x="38621" y="92112"/>
                    <a:pt x="40106" y="85930"/>
                  </a:cubicBezTo>
                  <a:lnTo>
                    <a:pt x="46789" y="59226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43E54E1F-DE3B-AE4B-9FDF-3217033E3AFC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16371420" y="7459449"/>
              <a:ext cx="235115" cy="235250"/>
            </a:xfrm>
            <a:custGeom>
              <a:avLst/>
              <a:gdLst>
                <a:gd name="connsiteX0" fmla="*/ 125073 w 235115"/>
                <a:gd name="connsiteY0" fmla="*/ 124820 h 235250"/>
                <a:gd name="connsiteX1" fmla="*/ 223715 w 235115"/>
                <a:gd name="connsiteY1" fmla="*/ 124820 h 235250"/>
                <a:gd name="connsiteX2" fmla="*/ 235383 w 235115"/>
                <a:gd name="connsiteY2" fmla="*/ 117755 h 235250"/>
                <a:gd name="connsiteX3" fmla="*/ 223715 w 235115"/>
                <a:gd name="connsiteY3" fmla="*/ 110690 h 235250"/>
                <a:gd name="connsiteX4" fmla="*/ 125073 w 235115"/>
                <a:gd name="connsiteY4" fmla="*/ 110690 h 235250"/>
                <a:gd name="connsiteX5" fmla="*/ 125073 w 235115"/>
                <a:gd name="connsiteY5" fmla="*/ 11786 h 235250"/>
                <a:gd name="connsiteX6" fmla="*/ 118002 w 235115"/>
                <a:gd name="connsiteY6" fmla="*/ 130 h 235250"/>
                <a:gd name="connsiteX7" fmla="*/ 110931 w 235115"/>
                <a:gd name="connsiteY7" fmla="*/ 11786 h 235250"/>
                <a:gd name="connsiteX8" fmla="*/ 110931 w 235115"/>
                <a:gd name="connsiteY8" fmla="*/ 110690 h 235250"/>
                <a:gd name="connsiteX9" fmla="*/ 11935 w 235115"/>
                <a:gd name="connsiteY9" fmla="*/ 110690 h 235250"/>
                <a:gd name="connsiteX10" fmla="*/ 267 w 235115"/>
                <a:gd name="connsiteY10" fmla="*/ 117755 h 235250"/>
                <a:gd name="connsiteX11" fmla="*/ 11935 w 235115"/>
                <a:gd name="connsiteY11" fmla="*/ 124820 h 235250"/>
                <a:gd name="connsiteX12" fmla="*/ 110931 w 235115"/>
                <a:gd name="connsiteY12" fmla="*/ 124820 h 235250"/>
                <a:gd name="connsiteX13" fmla="*/ 110931 w 235115"/>
                <a:gd name="connsiteY13" fmla="*/ 223724 h 235250"/>
                <a:gd name="connsiteX14" fmla="*/ 118002 w 235115"/>
                <a:gd name="connsiteY14" fmla="*/ 235380 h 235250"/>
                <a:gd name="connsiteX15" fmla="*/ 125073 w 235115"/>
                <a:gd name="connsiteY15" fmla="*/ 223724 h 235250"/>
                <a:gd name="connsiteX16" fmla="*/ 125073 w 235115"/>
                <a:gd name="connsiteY16" fmla="*/ 124820 h 235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115" h="235250">
                  <a:moveTo>
                    <a:pt x="125073" y="124820"/>
                  </a:moveTo>
                  <a:lnTo>
                    <a:pt x="223715" y="124820"/>
                  </a:lnTo>
                  <a:cubicBezTo>
                    <a:pt x="228665" y="124820"/>
                    <a:pt x="235383" y="124820"/>
                    <a:pt x="235383" y="117755"/>
                  </a:cubicBezTo>
                  <a:cubicBezTo>
                    <a:pt x="235383" y="110690"/>
                    <a:pt x="228665" y="110690"/>
                    <a:pt x="223715" y="110690"/>
                  </a:cubicBezTo>
                  <a:lnTo>
                    <a:pt x="125073" y="110690"/>
                  </a:lnTo>
                  <a:lnTo>
                    <a:pt x="125073" y="11786"/>
                  </a:lnTo>
                  <a:cubicBezTo>
                    <a:pt x="125073" y="6841"/>
                    <a:pt x="125073" y="130"/>
                    <a:pt x="118002" y="130"/>
                  </a:cubicBezTo>
                  <a:cubicBezTo>
                    <a:pt x="110931" y="130"/>
                    <a:pt x="110931" y="6841"/>
                    <a:pt x="110931" y="11786"/>
                  </a:cubicBezTo>
                  <a:lnTo>
                    <a:pt x="110931" y="110690"/>
                  </a:lnTo>
                  <a:lnTo>
                    <a:pt x="11935" y="110690"/>
                  </a:lnTo>
                  <a:cubicBezTo>
                    <a:pt x="6985" y="110690"/>
                    <a:pt x="267" y="110690"/>
                    <a:pt x="267" y="117755"/>
                  </a:cubicBezTo>
                  <a:cubicBezTo>
                    <a:pt x="267" y="124820"/>
                    <a:pt x="6985" y="124820"/>
                    <a:pt x="11935" y="124820"/>
                  </a:cubicBezTo>
                  <a:lnTo>
                    <a:pt x="110931" y="124820"/>
                  </a:lnTo>
                  <a:lnTo>
                    <a:pt x="110931" y="223724"/>
                  </a:lnTo>
                  <a:cubicBezTo>
                    <a:pt x="110931" y="228669"/>
                    <a:pt x="110931" y="235380"/>
                    <a:pt x="118002" y="235380"/>
                  </a:cubicBezTo>
                  <a:cubicBezTo>
                    <a:pt x="125073" y="235380"/>
                    <a:pt x="125073" y="228669"/>
                    <a:pt x="125073" y="223724"/>
                  </a:cubicBezTo>
                  <a:lnTo>
                    <a:pt x="125073" y="124820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28209EDB-881C-BEF9-C07E-21ED9721682B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16736486" y="7424518"/>
              <a:ext cx="117734" cy="32850"/>
            </a:xfrm>
            <a:custGeom>
              <a:avLst/>
              <a:gdLst>
                <a:gd name="connsiteX0" fmla="*/ 118012 w 117734"/>
                <a:gd name="connsiteY0" fmla="*/ 5428 h 32850"/>
                <a:gd name="connsiteX1" fmla="*/ 112355 w 117734"/>
                <a:gd name="connsiteY1" fmla="*/ 129 h 32850"/>
                <a:gd name="connsiteX2" fmla="*/ 83363 w 117734"/>
                <a:gd name="connsiteY2" fmla="*/ 17084 h 32850"/>
                <a:gd name="connsiteX3" fmla="*/ 60382 w 117734"/>
                <a:gd name="connsiteY3" fmla="*/ 8254 h 32850"/>
                <a:gd name="connsiteX4" fmla="*/ 38461 w 117734"/>
                <a:gd name="connsiteY4" fmla="*/ 129 h 32850"/>
                <a:gd name="connsiteX5" fmla="*/ 277 w 117734"/>
                <a:gd name="connsiteY5" fmla="*/ 27681 h 32850"/>
                <a:gd name="connsiteX6" fmla="*/ 5934 w 117734"/>
                <a:gd name="connsiteY6" fmla="*/ 32980 h 32850"/>
                <a:gd name="connsiteX7" fmla="*/ 34926 w 117734"/>
                <a:gd name="connsiteY7" fmla="*/ 16025 h 32850"/>
                <a:gd name="connsiteX8" fmla="*/ 57907 w 117734"/>
                <a:gd name="connsiteY8" fmla="*/ 24855 h 32850"/>
                <a:gd name="connsiteX9" fmla="*/ 79828 w 117734"/>
                <a:gd name="connsiteY9" fmla="*/ 32980 h 32850"/>
                <a:gd name="connsiteX10" fmla="*/ 118012 w 117734"/>
                <a:gd name="connsiteY10" fmla="*/ 5428 h 32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7734" h="32850">
                  <a:moveTo>
                    <a:pt x="118012" y="5428"/>
                  </a:moveTo>
                  <a:lnTo>
                    <a:pt x="112355" y="129"/>
                  </a:lnTo>
                  <a:cubicBezTo>
                    <a:pt x="112355" y="483"/>
                    <a:pt x="98920" y="17084"/>
                    <a:pt x="83363" y="17084"/>
                  </a:cubicBezTo>
                  <a:cubicBezTo>
                    <a:pt x="75231" y="17084"/>
                    <a:pt x="66392" y="11786"/>
                    <a:pt x="60382" y="8254"/>
                  </a:cubicBezTo>
                  <a:cubicBezTo>
                    <a:pt x="50836" y="2602"/>
                    <a:pt x="44472" y="129"/>
                    <a:pt x="38461" y="129"/>
                  </a:cubicBezTo>
                  <a:cubicBezTo>
                    <a:pt x="25026" y="129"/>
                    <a:pt x="18309" y="7900"/>
                    <a:pt x="277" y="27681"/>
                  </a:cubicBezTo>
                  <a:lnTo>
                    <a:pt x="5934" y="32980"/>
                  </a:lnTo>
                  <a:cubicBezTo>
                    <a:pt x="5934" y="32626"/>
                    <a:pt x="19369" y="16025"/>
                    <a:pt x="34926" y="16025"/>
                  </a:cubicBezTo>
                  <a:cubicBezTo>
                    <a:pt x="43058" y="16025"/>
                    <a:pt x="51897" y="21323"/>
                    <a:pt x="57907" y="24855"/>
                  </a:cubicBezTo>
                  <a:cubicBezTo>
                    <a:pt x="67453" y="30507"/>
                    <a:pt x="73817" y="32980"/>
                    <a:pt x="79828" y="32980"/>
                  </a:cubicBezTo>
                  <a:cubicBezTo>
                    <a:pt x="93263" y="32980"/>
                    <a:pt x="99980" y="25209"/>
                    <a:pt x="118012" y="5428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21E5893D-D314-B843-EDD7-BC9E0A04BC0E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16718613" y="7505369"/>
              <a:ext cx="155565" cy="162132"/>
            </a:xfrm>
            <a:custGeom>
              <a:avLst/>
              <a:gdLst>
                <a:gd name="connsiteX0" fmla="*/ 114123 w 155565"/>
                <a:gd name="connsiteY0" fmla="*/ 16378 h 162132"/>
                <a:gd name="connsiteX1" fmla="*/ 107051 w 155565"/>
                <a:gd name="connsiteY1" fmla="*/ 32627 h 162132"/>
                <a:gd name="connsiteX2" fmla="*/ 128972 w 155565"/>
                <a:gd name="connsiteY2" fmla="*/ 54880 h 162132"/>
                <a:gd name="connsiteX3" fmla="*/ 151246 w 155565"/>
                <a:gd name="connsiteY3" fmla="*/ 32627 h 162132"/>
                <a:gd name="connsiteX4" fmla="*/ 89727 w 155565"/>
                <a:gd name="connsiteY4" fmla="*/ 130 h 162132"/>
                <a:gd name="connsiteX5" fmla="*/ 277 w 155565"/>
                <a:gd name="connsiteY5" fmla="*/ 81726 h 162132"/>
                <a:gd name="connsiteX6" fmla="*/ 87959 w 155565"/>
                <a:gd name="connsiteY6" fmla="*/ 162262 h 162132"/>
                <a:gd name="connsiteX7" fmla="*/ 155842 w 155565"/>
                <a:gd name="connsiteY7" fmla="*/ 118815 h 162132"/>
                <a:gd name="connsiteX8" fmla="*/ 147357 w 155565"/>
                <a:gd name="connsiteY8" fmla="*/ 113869 h 162132"/>
                <a:gd name="connsiteX9" fmla="*/ 138872 w 155565"/>
                <a:gd name="connsiteY9" fmla="*/ 119168 h 162132"/>
                <a:gd name="connsiteX10" fmla="*/ 94677 w 155565"/>
                <a:gd name="connsiteY10" fmla="*/ 148133 h 162132"/>
                <a:gd name="connsiteX11" fmla="*/ 45532 w 155565"/>
                <a:gd name="connsiteY11" fmla="*/ 79959 h 162132"/>
                <a:gd name="connsiteX12" fmla="*/ 91141 w 155565"/>
                <a:gd name="connsiteY12" fmla="*/ 14259 h 162132"/>
                <a:gd name="connsiteX13" fmla="*/ 114123 w 155565"/>
                <a:gd name="connsiteY13" fmla="*/ 16378 h 162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5565" h="162132">
                  <a:moveTo>
                    <a:pt x="114123" y="16378"/>
                  </a:moveTo>
                  <a:cubicBezTo>
                    <a:pt x="107759" y="22030"/>
                    <a:pt x="107051" y="29448"/>
                    <a:pt x="107051" y="32627"/>
                  </a:cubicBezTo>
                  <a:cubicBezTo>
                    <a:pt x="107051" y="48169"/>
                    <a:pt x="119426" y="54880"/>
                    <a:pt x="128972" y="54880"/>
                  </a:cubicBezTo>
                  <a:cubicBezTo>
                    <a:pt x="139932" y="54880"/>
                    <a:pt x="151246" y="47462"/>
                    <a:pt x="151246" y="32627"/>
                  </a:cubicBezTo>
                  <a:cubicBezTo>
                    <a:pt x="151246" y="2249"/>
                    <a:pt x="110233" y="130"/>
                    <a:pt x="89727" y="130"/>
                  </a:cubicBezTo>
                  <a:cubicBezTo>
                    <a:pt x="26440" y="130"/>
                    <a:pt x="277" y="40751"/>
                    <a:pt x="277" y="81726"/>
                  </a:cubicBezTo>
                  <a:cubicBezTo>
                    <a:pt x="277" y="128705"/>
                    <a:pt x="33511" y="162262"/>
                    <a:pt x="87959" y="162262"/>
                  </a:cubicBezTo>
                  <a:cubicBezTo>
                    <a:pt x="145236" y="162262"/>
                    <a:pt x="155842" y="121287"/>
                    <a:pt x="155842" y="118815"/>
                  </a:cubicBezTo>
                  <a:cubicBezTo>
                    <a:pt x="155842" y="113869"/>
                    <a:pt x="150893" y="113869"/>
                    <a:pt x="147357" y="113869"/>
                  </a:cubicBezTo>
                  <a:cubicBezTo>
                    <a:pt x="140993" y="113869"/>
                    <a:pt x="140639" y="114576"/>
                    <a:pt x="138872" y="119168"/>
                  </a:cubicBezTo>
                  <a:cubicBezTo>
                    <a:pt x="129679" y="141421"/>
                    <a:pt x="112708" y="148133"/>
                    <a:pt x="94677" y="148133"/>
                  </a:cubicBezTo>
                  <a:cubicBezTo>
                    <a:pt x="45532" y="148133"/>
                    <a:pt x="45532" y="96208"/>
                    <a:pt x="45532" y="79959"/>
                  </a:cubicBezTo>
                  <a:cubicBezTo>
                    <a:pt x="45532" y="60179"/>
                    <a:pt x="45532" y="14259"/>
                    <a:pt x="91141" y="14259"/>
                  </a:cubicBezTo>
                  <a:cubicBezTo>
                    <a:pt x="103516" y="14259"/>
                    <a:pt x="109526" y="15318"/>
                    <a:pt x="114123" y="16378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91B36EC8-B4B4-D6AA-F829-14F562E5C239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16897516" y="7609324"/>
              <a:ext cx="151216" cy="111514"/>
            </a:xfrm>
            <a:custGeom>
              <a:avLst/>
              <a:gdLst>
                <a:gd name="connsiteX0" fmla="*/ 18844 w 151216"/>
                <a:gd name="connsiteY0" fmla="*/ 93596 h 111514"/>
                <a:gd name="connsiteX1" fmla="*/ 16369 w 151216"/>
                <a:gd name="connsiteY1" fmla="*/ 103733 h 111514"/>
                <a:gd name="connsiteX2" fmla="*/ 24784 w 151216"/>
                <a:gd name="connsiteY2" fmla="*/ 111646 h 111514"/>
                <a:gd name="connsiteX3" fmla="*/ 34436 w 151216"/>
                <a:gd name="connsiteY3" fmla="*/ 106206 h 111514"/>
                <a:gd name="connsiteX4" fmla="*/ 38891 w 151216"/>
                <a:gd name="connsiteY4" fmla="*/ 90876 h 111514"/>
                <a:gd name="connsiteX5" fmla="*/ 44335 w 151216"/>
                <a:gd name="connsiteY5" fmla="*/ 68622 h 111514"/>
                <a:gd name="connsiteX6" fmla="*/ 48543 w 151216"/>
                <a:gd name="connsiteY6" fmla="*/ 52056 h 111514"/>
                <a:gd name="connsiteX7" fmla="*/ 58937 w 151216"/>
                <a:gd name="connsiteY7" fmla="*/ 29802 h 111514"/>
                <a:gd name="connsiteX8" fmla="*/ 96061 w 151216"/>
                <a:gd name="connsiteY8" fmla="*/ 7054 h 111514"/>
                <a:gd name="connsiteX9" fmla="*/ 110663 w 151216"/>
                <a:gd name="connsiteY9" fmla="*/ 24363 h 111514"/>
                <a:gd name="connsiteX10" fmla="*/ 96061 w 151216"/>
                <a:gd name="connsiteY10" fmla="*/ 77029 h 111514"/>
                <a:gd name="connsiteX11" fmla="*/ 92348 w 151216"/>
                <a:gd name="connsiteY11" fmla="*/ 90381 h 111514"/>
                <a:gd name="connsiteX12" fmla="*/ 115860 w 151216"/>
                <a:gd name="connsiteY12" fmla="*/ 111646 h 111514"/>
                <a:gd name="connsiteX13" fmla="*/ 151499 w 151216"/>
                <a:gd name="connsiteY13" fmla="*/ 73815 h 111514"/>
                <a:gd name="connsiteX14" fmla="*/ 147539 w 151216"/>
                <a:gd name="connsiteY14" fmla="*/ 70600 h 111514"/>
                <a:gd name="connsiteX15" fmla="*/ 142836 w 151216"/>
                <a:gd name="connsiteY15" fmla="*/ 74804 h 111514"/>
                <a:gd name="connsiteX16" fmla="*/ 116603 w 151216"/>
                <a:gd name="connsiteY16" fmla="*/ 104722 h 111514"/>
                <a:gd name="connsiteX17" fmla="*/ 110415 w 151216"/>
                <a:gd name="connsiteY17" fmla="*/ 96068 h 111514"/>
                <a:gd name="connsiteX18" fmla="*/ 116108 w 151216"/>
                <a:gd name="connsiteY18" fmla="*/ 76040 h 111514"/>
                <a:gd name="connsiteX19" fmla="*/ 129225 w 151216"/>
                <a:gd name="connsiteY19" fmla="*/ 28319 h 111514"/>
                <a:gd name="connsiteX20" fmla="*/ 97051 w 151216"/>
                <a:gd name="connsiteY20" fmla="*/ 131 h 111514"/>
                <a:gd name="connsiteX21" fmla="*/ 55225 w 151216"/>
                <a:gd name="connsiteY21" fmla="*/ 22632 h 111514"/>
                <a:gd name="connsiteX22" fmla="*/ 28744 w 151216"/>
                <a:gd name="connsiteY22" fmla="*/ 131 h 111514"/>
                <a:gd name="connsiteX23" fmla="*/ 9192 w 151216"/>
                <a:gd name="connsiteY23" fmla="*/ 13483 h 111514"/>
                <a:gd name="connsiteX24" fmla="*/ 282 w 151216"/>
                <a:gd name="connsiteY24" fmla="*/ 37962 h 111514"/>
                <a:gd name="connsiteX25" fmla="*/ 4490 w 151216"/>
                <a:gd name="connsiteY25" fmla="*/ 41176 h 111514"/>
                <a:gd name="connsiteX26" fmla="*/ 9934 w 151216"/>
                <a:gd name="connsiteY26" fmla="*/ 33758 h 111514"/>
                <a:gd name="connsiteX27" fmla="*/ 28001 w 151216"/>
                <a:gd name="connsiteY27" fmla="*/ 7054 h 111514"/>
                <a:gd name="connsiteX28" fmla="*/ 36168 w 151216"/>
                <a:gd name="connsiteY28" fmla="*/ 19170 h 111514"/>
                <a:gd name="connsiteX29" fmla="*/ 32208 w 151216"/>
                <a:gd name="connsiteY29" fmla="*/ 39693 h 111514"/>
                <a:gd name="connsiteX30" fmla="*/ 26764 w 151216"/>
                <a:gd name="connsiteY30" fmla="*/ 61946 h 111514"/>
                <a:gd name="connsiteX31" fmla="*/ 18844 w 151216"/>
                <a:gd name="connsiteY31" fmla="*/ 93596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216" h="111514">
                  <a:moveTo>
                    <a:pt x="18844" y="93596"/>
                  </a:moveTo>
                  <a:cubicBezTo>
                    <a:pt x="17854" y="96810"/>
                    <a:pt x="16369" y="102991"/>
                    <a:pt x="16369" y="103733"/>
                  </a:cubicBezTo>
                  <a:cubicBezTo>
                    <a:pt x="16369" y="109173"/>
                    <a:pt x="20824" y="111646"/>
                    <a:pt x="24784" y="111646"/>
                  </a:cubicBezTo>
                  <a:cubicBezTo>
                    <a:pt x="29239" y="111646"/>
                    <a:pt x="33198" y="108431"/>
                    <a:pt x="34436" y="106206"/>
                  </a:cubicBezTo>
                  <a:cubicBezTo>
                    <a:pt x="35673" y="103981"/>
                    <a:pt x="37653" y="96068"/>
                    <a:pt x="38891" y="90876"/>
                  </a:cubicBezTo>
                  <a:cubicBezTo>
                    <a:pt x="40128" y="86178"/>
                    <a:pt x="42851" y="74804"/>
                    <a:pt x="44335" y="68622"/>
                  </a:cubicBezTo>
                  <a:cubicBezTo>
                    <a:pt x="45820" y="63182"/>
                    <a:pt x="47305" y="57743"/>
                    <a:pt x="48543" y="52056"/>
                  </a:cubicBezTo>
                  <a:cubicBezTo>
                    <a:pt x="51265" y="41918"/>
                    <a:pt x="51760" y="39940"/>
                    <a:pt x="58937" y="29802"/>
                  </a:cubicBezTo>
                  <a:cubicBezTo>
                    <a:pt x="65867" y="19912"/>
                    <a:pt x="77499" y="7054"/>
                    <a:pt x="96061" y="7054"/>
                  </a:cubicBezTo>
                  <a:cubicBezTo>
                    <a:pt x="110415" y="7054"/>
                    <a:pt x="110663" y="19665"/>
                    <a:pt x="110663" y="24363"/>
                  </a:cubicBezTo>
                  <a:cubicBezTo>
                    <a:pt x="110663" y="39198"/>
                    <a:pt x="100021" y="66644"/>
                    <a:pt x="96061" y="77029"/>
                  </a:cubicBezTo>
                  <a:cubicBezTo>
                    <a:pt x="93338" y="83952"/>
                    <a:pt x="92348" y="86178"/>
                    <a:pt x="92348" y="90381"/>
                  </a:cubicBezTo>
                  <a:cubicBezTo>
                    <a:pt x="92348" y="103486"/>
                    <a:pt x="103238" y="111646"/>
                    <a:pt x="115860" y="111646"/>
                  </a:cubicBezTo>
                  <a:cubicBezTo>
                    <a:pt x="140609" y="111646"/>
                    <a:pt x="151499" y="77524"/>
                    <a:pt x="151499" y="73815"/>
                  </a:cubicBezTo>
                  <a:cubicBezTo>
                    <a:pt x="151499" y="70600"/>
                    <a:pt x="148281" y="70600"/>
                    <a:pt x="147539" y="70600"/>
                  </a:cubicBezTo>
                  <a:cubicBezTo>
                    <a:pt x="144074" y="70600"/>
                    <a:pt x="143826" y="72084"/>
                    <a:pt x="142836" y="74804"/>
                  </a:cubicBezTo>
                  <a:cubicBezTo>
                    <a:pt x="137144" y="94585"/>
                    <a:pt x="126502" y="104722"/>
                    <a:pt x="116603" y="104722"/>
                  </a:cubicBezTo>
                  <a:cubicBezTo>
                    <a:pt x="111405" y="104722"/>
                    <a:pt x="110415" y="101261"/>
                    <a:pt x="110415" y="96068"/>
                  </a:cubicBezTo>
                  <a:cubicBezTo>
                    <a:pt x="110415" y="90381"/>
                    <a:pt x="111653" y="87167"/>
                    <a:pt x="116108" y="76040"/>
                  </a:cubicBezTo>
                  <a:cubicBezTo>
                    <a:pt x="119077" y="68375"/>
                    <a:pt x="129225" y="42165"/>
                    <a:pt x="129225" y="28319"/>
                  </a:cubicBezTo>
                  <a:cubicBezTo>
                    <a:pt x="129225" y="4334"/>
                    <a:pt x="110168" y="131"/>
                    <a:pt x="97051" y="131"/>
                  </a:cubicBezTo>
                  <a:cubicBezTo>
                    <a:pt x="76509" y="131"/>
                    <a:pt x="62650" y="12741"/>
                    <a:pt x="55225" y="22632"/>
                  </a:cubicBezTo>
                  <a:cubicBezTo>
                    <a:pt x="53493" y="5571"/>
                    <a:pt x="38891" y="131"/>
                    <a:pt x="28744" y="131"/>
                  </a:cubicBezTo>
                  <a:cubicBezTo>
                    <a:pt x="18101" y="131"/>
                    <a:pt x="12409" y="7796"/>
                    <a:pt x="9192" y="13483"/>
                  </a:cubicBezTo>
                  <a:cubicBezTo>
                    <a:pt x="3747" y="22632"/>
                    <a:pt x="282" y="36726"/>
                    <a:pt x="282" y="37962"/>
                  </a:cubicBezTo>
                  <a:cubicBezTo>
                    <a:pt x="282" y="41176"/>
                    <a:pt x="3747" y="41176"/>
                    <a:pt x="4490" y="41176"/>
                  </a:cubicBezTo>
                  <a:cubicBezTo>
                    <a:pt x="7954" y="41176"/>
                    <a:pt x="8202" y="40434"/>
                    <a:pt x="9934" y="33758"/>
                  </a:cubicBezTo>
                  <a:cubicBezTo>
                    <a:pt x="13647" y="19170"/>
                    <a:pt x="18349" y="7054"/>
                    <a:pt x="28001" y="7054"/>
                  </a:cubicBezTo>
                  <a:cubicBezTo>
                    <a:pt x="34436" y="7054"/>
                    <a:pt x="36168" y="12494"/>
                    <a:pt x="36168" y="19170"/>
                  </a:cubicBezTo>
                  <a:cubicBezTo>
                    <a:pt x="36168" y="23868"/>
                    <a:pt x="33941" y="33017"/>
                    <a:pt x="32208" y="39693"/>
                  </a:cubicBezTo>
                  <a:cubicBezTo>
                    <a:pt x="30476" y="46369"/>
                    <a:pt x="28001" y="56506"/>
                    <a:pt x="26764" y="61946"/>
                  </a:cubicBezTo>
                  <a:lnTo>
                    <a:pt x="18844" y="93596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AC49A770-E9B6-BB8D-2D37-91FE09E35075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12997975" y="8035213"/>
              <a:ext cx="180314" cy="162132"/>
            </a:xfrm>
            <a:custGeom>
              <a:avLst/>
              <a:gdLst>
                <a:gd name="connsiteX0" fmla="*/ 180487 w 180314"/>
                <a:gd name="connsiteY0" fmla="*/ 83153 h 162132"/>
                <a:gd name="connsiteX1" fmla="*/ 90329 w 180314"/>
                <a:gd name="connsiteY1" fmla="*/ 144 h 162132"/>
                <a:gd name="connsiteX2" fmla="*/ 172 w 180314"/>
                <a:gd name="connsiteY2" fmla="*/ 83153 h 162132"/>
                <a:gd name="connsiteX3" fmla="*/ 90329 w 180314"/>
                <a:gd name="connsiteY3" fmla="*/ 162277 h 162132"/>
                <a:gd name="connsiteX4" fmla="*/ 180487 w 180314"/>
                <a:gd name="connsiteY4" fmla="*/ 83153 h 162132"/>
                <a:gd name="connsiteX5" fmla="*/ 90329 w 180314"/>
                <a:gd name="connsiteY5" fmla="*/ 148148 h 162132"/>
                <a:gd name="connsiteX6" fmla="*/ 45428 w 180314"/>
                <a:gd name="connsiteY6" fmla="*/ 79268 h 162132"/>
                <a:gd name="connsiteX7" fmla="*/ 51438 w 180314"/>
                <a:gd name="connsiteY7" fmla="*/ 33348 h 162132"/>
                <a:gd name="connsiteX8" fmla="*/ 90329 w 180314"/>
                <a:gd name="connsiteY8" fmla="*/ 12861 h 162132"/>
                <a:gd name="connsiteX9" fmla="*/ 127807 w 180314"/>
                <a:gd name="connsiteY9" fmla="*/ 30875 h 162132"/>
                <a:gd name="connsiteX10" fmla="*/ 135231 w 180314"/>
                <a:gd name="connsiteY10" fmla="*/ 79268 h 162132"/>
                <a:gd name="connsiteX11" fmla="*/ 90329 w 180314"/>
                <a:gd name="connsiteY11" fmla="*/ 148148 h 162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314" h="162132">
                  <a:moveTo>
                    <a:pt x="180487" y="83153"/>
                  </a:moveTo>
                  <a:cubicBezTo>
                    <a:pt x="180487" y="35821"/>
                    <a:pt x="147959" y="144"/>
                    <a:pt x="90329" y="144"/>
                  </a:cubicBezTo>
                  <a:cubicBezTo>
                    <a:pt x="32346" y="144"/>
                    <a:pt x="172" y="36174"/>
                    <a:pt x="172" y="83153"/>
                  </a:cubicBezTo>
                  <a:cubicBezTo>
                    <a:pt x="172" y="126954"/>
                    <a:pt x="31285" y="162277"/>
                    <a:pt x="90329" y="162277"/>
                  </a:cubicBezTo>
                  <a:cubicBezTo>
                    <a:pt x="149727" y="162277"/>
                    <a:pt x="180487" y="126601"/>
                    <a:pt x="180487" y="83153"/>
                  </a:cubicBezTo>
                  <a:close/>
                  <a:moveTo>
                    <a:pt x="90329" y="148148"/>
                  </a:moveTo>
                  <a:cubicBezTo>
                    <a:pt x="45428" y="148148"/>
                    <a:pt x="45428" y="109999"/>
                    <a:pt x="45428" y="79268"/>
                  </a:cubicBezTo>
                  <a:cubicBezTo>
                    <a:pt x="45428" y="63373"/>
                    <a:pt x="45428" y="45358"/>
                    <a:pt x="51438" y="33348"/>
                  </a:cubicBezTo>
                  <a:cubicBezTo>
                    <a:pt x="58156" y="20279"/>
                    <a:pt x="73005" y="12861"/>
                    <a:pt x="90329" y="12861"/>
                  </a:cubicBezTo>
                  <a:cubicBezTo>
                    <a:pt x="105179" y="12861"/>
                    <a:pt x="120028" y="18512"/>
                    <a:pt x="127807" y="30875"/>
                  </a:cubicBezTo>
                  <a:cubicBezTo>
                    <a:pt x="135231" y="42885"/>
                    <a:pt x="135231" y="62313"/>
                    <a:pt x="135231" y="79268"/>
                  </a:cubicBezTo>
                  <a:cubicBezTo>
                    <a:pt x="135231" y="109999"/>
                    <a:pt x="135231" y="148148"/>
                    <a:pt x="90329" y="148148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89528A52-4937-9A10-DCC9-ACCE8E1737BE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13201588" y="8139168"/>
              <a:ext cx="151216" cy="111514"/>
            </a:xfrm>
            <a:custGeom>
              <a:avLst/>
              <a:gdLst>
                <a:gd name="connsiteX0" fmla="*/ 18740 w 151216"/>
                <a:gd name="connsiteY0" fmla="*/ 93611 h 111514"/>
                <a:gd name="connsiteX1" fmla="*/ 16265 w 151216"/>
                <a:gd name="connsiteY1" fmla="*/ 103748 h 111514"/>
                <a:gd name="connsiteX2" fmla="*/ 24680 w 151216"/>
                <a:gd name="connsiteY2" fmla="*/ 111660 h 111514"/>
                <a:gd name="connsiteX3" fmla="*/ 34332 w 151216"/>
                <a:gd name="connsiteY3" fmla="*/ 106221 h 111514"/>
                <a:gd name="connsiteX4" fmla="*/ 38787 w 151216"/>
                <a:gd name="connsiteY4" fmla="*/ 90891 h 111514"/>
                <a:gd name="connsiteX5" fmla="*/ 44231 w 151216"/>
                <a:gd name="connsiteY5" fmla="*/ 68637 h 111514"/>
                <a:gd name="connsiteX6" fmla="*/ 48439 w 151216"/>
                <a:gd name="connsiteY6" fmla="*/ 52071 h 111514"/>
                <a:gd name="connsiteX7" fmla="*/ 58833 w 151216"/>
                <a:gd name="connsiteY7" fmla="*/ 29817 h 111514"/>
                <a:gd name="connsiteX8" fmla="*/ 95957 w 151216"/>
                <a:gd name="connsiteY8" fmla="*/ 7069 h 111514"/>
                <a:gd name="connsiteX9" fmla="*/ 110559 w 151216"/>
                <a:gd name="connsiteY9" fmla="*/ 24377 h 111514"/>
                <a:gd name="connsiteX10" fmla="*/ 95957 w 151216"/>
                <a:gd name="connsiteY10" fmla="*/ 77044 h 111514"/>
                <a:gd name="connsiteX11" fmla="*/ 92244 w 151216"/>
                <a:gd name="connsiteY11" fmla="*/ 90396 h 111514"/>
                <a:gd name="connsiteX12" fmla="*/ 115756 w 151216"/>
                <a:gd name="connsiteY12" fmla="*/ 111660 h 111514"/>
                <a:gd name="connsiteX13" fmla="*/ 151394 w 151216"/>
                <a:gd name="connsiteY13" fmla="*/ 73830 h 111514"/>
                <a:gd name="connsiteX14" fmla="*/ 147435 w 151216"/>
                <a:gd name="connsiteY14" fmla="*/ 70615 h 111514"/>
                <a:gd name="connsiteX15" fmla="*/ 142732 w 151216"/>
                <a:gd name="connsiteY15" fmla="*/ 74819 h 111514"/>
                <a:gd name="connsiteX16" fmla="*/ 116498 w 151216"/>
                <a:gd name="connsiteY16" fmla="*/ 104737 h 111514"/>
                <a:gd name="connsiteX17" fmla="*/ 110311 w 151216"/>
                <a:gd name="connsiteY17" fmla="*/ 96083 h 111514"/>
                <a:gd name="connsiteX18" fmla="*/ 116003 w 151216"/>
                <a:gd name="connsiteY18" fmla="*/ 76055 h 111514"/>
                <a:gd name="connsiteX19" fmla="*/ 129120 w 151216"/>
                <a:gd name="connsiteY19" fmla="*/ 28334 h 111514"/>
                <a:gd name="connsiteX20" fmla="*/ 96947 w 151216"/>
                <a:gd name="connsiteY20" fmla="*/ 146 h 111514"/>
                <a:gd name="connsiteX21" fmla="*/ 55121 w 151216"/>
                <a:gd name="connsiteY21" fmla="*/ 22647 h 111514"/>
                <a:gd name="connsiteX22" fmla="*/ 28639 w 151216"/>
                <a:gd name="connsiteY22" fmla="*/ 146 h 111514"/>
                <a:gd name="connsiteX23" fmla="*/ 9088 w 151216"/>
                <a:gd name="connsiteY23" fmla="*/ 13498 h 111514"/>
                <a:gd name="connsiteX24" fmla="*/ 178 w 151216"/>
                <a:gd name="connsiteY24" fmla="*/ 37977 h 111514"/>
                <a:gd name="connsiteX25" fmla="*/ 4385 w 151216"/>
                <a:gd name="connsiteY25" fmla="*/ 41191 h 111514"/>
                <a:gd name="connsiteX26" fmla="*/ 9830 w 151216"/>
                <a:gd name="connsiteY26" fmla="*/ 33773 h 111514"/>
                <a:gd name="connsiteX27" fmla="*/ 27897 w 151216"/>
                <a:gd name="connsiteY27" fmla="*/ 7069 h 111514"/>
                <a:gd name="connsiteX28" fmla="*/ 36064 w 151216"/>
                <a:gd name="connsiteY28" fmla="*/ 19185 h 111514"/>
                <a:gd name="connsiteX29" fmla="*/ 32104 w 151216"/>
                <a:gd name="connsiteY29" fmla="*/ 39708 h 111514"/>
                <a:gd name="connsiteX30" fmla="*/ 26660 w 151216"/>
                <a:gd name="connsiteY30" fmla="*/ 61961 h 111514"/>
                <a:gd name="connsiteX31" fmla="*/ 18740 w 151216"/>
                <a:gd name="connsiteY31" fmla="*/ 93611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216" h="111514">
                  <a:moveTo>
                    <a:pt x="18740" y="93611"/>
                  </a:moveTo>
                  <a:cubicBezTo>
                    <a:pt x="17750" y="96825"/>
                    <a:pt x="16265" y="103006"/>
                    <a:pt x="16265" y="103748"/>
                  </a:cubicBezTo>
                  <a:cubicBezTo>
                    <a:pt x="16265" y="109188"/>
                    <a:pt x="20720" y="111660"/>
                    <a:pt x="24680" y="111660"/>
                  </a:cubicBezTo>
                  <a:cubicBezTo>
                    <a:pt x="29134" y="111660"/>
                    <a:pt x="33094" y="108446"/>
                    <a:pt x="34332" y="106221"/>
                  </a:cubicBezTo>
                  <a:cubicBezTo>
                    <a:pt x="35569" y="103995"/>
                    <a:pt x="37549" y="96083"/>
                    <a:pt x="38787" y="90891"/>
                  </a:cubicBezTo>
                  <a:cubicBezTo>
                    <a:pt x="40024" y="86193"/>
                    <a:pt x="42746" y="74819"/>
                    <a:pt x="44231" y="68637"/>
                  </a:cubicBezTo>
                  <a:cubicBezTo>
                    <a:pt x="45716" y="63197"/>
                    <a:pt x="47201" y="57758"/>
                    <a:pt x="48439" y="52071"/>
                  </a:cubicBezTo>
                  <a:cubicBezTo>
                    <a:pt x="51161" y="41933"/>
                    <a:pt x="51656" y="39955"/>
                    <a:pt x="58833" y="29817"/>
                  </a:cubicBezTo>
                  <a:cubicBezTo>
                    <a:pt x="65763" y="19927"/>
                    <a:pt x="77395" y="7069"/>
                    <a:pt x="95957" y="7069"/>
                  </a:cubicBezTo>
                  <a:cubicBezTo>
                    <a:pt x="110311" y="7069"/>
                    <a:pt x="110559" y="19680"/>
                    <a:pt x="110559" y="24377"/>
                  </a:cubicBezTo>
                  <a:cubicBezTo>
                    <a:pt x="110559" y="39213"/>
                    <a:pt x="99917" y="66659"/>
                    <a:pt x="95957" y="77044"/>
                  </a:cubicBezTo>
                  <a:cubicBezTo>
                    <a:pt x="93234" y="83967"/>
                    <a:pt x="92244" y="86193"/>
                    <a:pt x="92244" y="90396"/>
                  </a:cubicBezTo>
                  <a:cubicBezTo>
                    <a:pt x="92244" y="103501"/>
                    <a:pt x="103134" y="111660"/>
                    <a:pt x="115756" y="111660"/>
                  </a:cubicBezTo>
                  <a:cubicBezTo>
                    <a:pt x="140505" y="111660"/>
                    <a:pt x="151394" y="77539"/>
                    <a:pt x="151394" y="73830"/>
                  </a:cubicBezTo>
                  <a:cubicBezTo>
                    <a:pt x="151394" y="70615"/>
                    <a:pt x="148177" y="70615"/>
                    <a:pt x="147435" y="70615"/>
                  </a:cubicBezTo>
                  <a:cubicBezTo>
                    <a:pt x="143970" y="70615"/>
                    <a:pt x="143722" y="72099"/>
                    <a:pt x="142732" y="74819"/>
                  </a:cubicBezTo>
                  <a:cubicBezTo>
                    <a:pt x="137040" y="94600"/>
                    <a:pt x="126398" y="104737"/>
                    <a:pt x="116498" y="104737"/>
                  </a:cubicBezTo>
                  <a:cubicBezTo>
                    <a:pt x="111301" y="104737"/>
                    <a:pt x="110311" y="101276"/>
                    <a:pt x="110311" y="96083"/>
                  </a:cubicBezTo>
                  <a:cubicBezTo>
                    <a:pt x="110311" y="90396"/>
                    <a:pt x="111549" y="87182"/>
                    <a:pt x="116003" y="76055"/>
                  </a:cubicBezTo>
                  <a:cubicBezTo>
                    <a:pt x="118973" y="68390"/>
                    <a:pt x="129120" y="42180"/>
                    <a:pt x="129120" y="28334"/>
                  </a:cubicBezTo>
                  <a:cubicBezTo>
                    <a:pt x="129120" y="4349"/>
                    <a:pt x="110064" y="146"/>
                    <a:pt x="96947" y="146"/>
                  </a:cubicBezTo>
                  <a:cubicBezTo>
                    <a:pt x="76405" y="146"/>
                    <a:pt x="62546" y="12756"/>
                    <a:pt x="55121" y="22647"/>
                  </a:cubicBezTo>
                  <a:cubicBezTo>
                    <a:pt x="53388" y="5586"/>
                    <a:pt x="38787" y="146"/>
                    <a:pt x="28639" y="146"/>
                  </a:cubicBezTo>
                  <a:cubicBezTo>
                    <a:pt x="17997" y="146"/>
                    <a:pt x="12305" y="7811"/>
                    <a:pt x="9088" y="13498"/>
                  </a:cubicBezTo>
                  <a:cubicBezTo>
                    <a:pt x="3643" y="22647"/>
                    <a:pt x="178" y="36741"/>
                    <a:pt x="178" y="37977"/>
                  </a:cubicBezTo>
                  <a:cubicBezTo>
                    <a:pt x="178" y="41191"/>
                    <a:pt x="3643" y="41191"/>
                    <a:pt x="4385" y="41191"/>
                  </a:cubicBezTo>
                  <a:cubicBezTo>
                    <a:pt x="7850" y="41191"/>
                    <a:pt x="8098" y="40449"/>
                    <a:pt x="9830" y="33773"/>
                  </a:cubicBezTo>
                  <a:cubicBezTo>
                    <a:pt x="13543" y="19185"/>
                    <a:pt x="18245" y="7069"/>
                    <a:pt x="27897" y="7069"/>
                  </a:cubicBezTo>
                  <a:cubicBezTo>
                    <a:pt x="34332" y="7069"/>
                    <a:pt x="36064" y="12509"/>
                    <a:pt x="36064" y="19185"/>
                  </a:cubicBezTo>
                  <a:cubicBezTo>
                    <a:pt x="36064" y="23883"/>
                    <a:pt x="33837" y="33032"/>
                    <a:pt x="32104" y="39708"/>
                  </a:cubicBezTo>
                  <a:cubicBezTo>
                    <a:pt x="30372" y="46384"/>
                    <a:pt x="27897" y="56521"/>
                    <a:pt x="26660" y="61961"/>
                  </a:cubicBezTo>
                  <a:lnTo>
                    <a:pt x="18740" y="93611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589338B7-FE20-CC96-7764-2FD6694324DA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13500416" y="8065591"/>
              <a:ext cx="235115" cy="82655"/>
            </a:xfrm>
            <a:custGeom>
              <a:avLst/>
              <a:gdLst>
                <a:gd name="connsiteX0" fmla="*/ 223281 w 235115"/>
                <a:gd name="connsiteY0" fmla="*/ 14274 h 82655"/>
                <a:gd name="connsiteX1" fmla="*/ 235302 w 235115"/>
                <a:gd name="connsiteY1" fmla="*/ 7209 h 82655"/>
                <a:gd name="connsiteX2" fmla="*/ 223634 w 235115"/>
                <a:gd name="connsiteY2" fmla="*/ 144 h 82655"/>
                <a:gd name="connsiteX3" fmla="*/ 11854 w 235115"/>
                <a:gd name="connsiteY3" fmla="*/ 144 h 82655"/>
                <a:gd name="connsiteX4" fmla="*/ 186 w 235115"/>
                <a:gd name="connsiteY4" fmla="*/ 7209 h 82655"/>
                <a:gd name="connsiteX5" fmla="*/ 12207 w 235115"/>
                <a:gd name="connsiteY5" fmla="*/ 14274 h 82655"/>
                <a:gd name="connsiteX6" fmla="*/ 223281 w 235115"/>
                <a:gd name="connsiteY6" fmla="*/ 14274 h 82655"/>
                <a:gd name="connsiteX7" fmla="*/ 223634 w 235115"/>
                <a:gd name="connsiteY7" fmla="*/ 82800 h 82655"/>
                <a:gd name="connsiteX8" fmla="*/ 235302 w 235115"/>
                <a:gd name="connsiteY8" fmla="*/ 75736 h 82655"/>
                <a:gd name="connsiteX9" fmla="*/ 223281 w 235115"/>
                <a:gd name="connsiteY9" fmla="*/ 68671 h 82655"/>
                <a:gd name="connsiteX10" fmla="*/ 12207 w 235115"/>
                <a:gd name="connsiteY10" fmla="*/ 68671 h 82655"/>
                <a:gd name="connsiteX11" fmla="*/ 186 w 235115"/>
                <a:gd name="connsiteY11" fmla="*/ 75736 h 82655"/>
                <a:gd name="connsiteX12" fmla="*/ 11854 w 235115"/>
                <a:gd name="connsiteY12" fmla="*/ 82800 h 82655"/>
                <a:gd name="connsiteX13" fmla="*/ 223634 w 235115"/>
                <a:gd name="connsiteY13" fmla="*/ 82800 h 82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115" h="82655">
                  <a:moveTo>
                    <a:pt x="223281" y="14274"/>
                  </a:moveTo>
                  <a:cubicBezTo>
                    <a:pt x="228584" y="14274"/>
                    <a:pt x="235302" y="14274"/>
                    <a:pt x="235302" y="7209"/>
                  </a:cubicBezTo>
                  <a:cubicBezTo>
                    <a:pt x="235302" y="144"/>
                    <a:pt x="228584" y="144"/>
                    <a:pt x="223634" y="144"/>
                  </a:cubicBezTo>
                  <a:lnTo>
                    <a:pt x="11854" y="144"/>
                  </a:lnTo>
                  <a:cubicBezTo>
                    <a:pt x="6904" y="144"/>
                    <a:pt x="186" y="144"/>
                    <a:pt x="186" y="7209"/>
                  </a:cubicBezTo>
                  <a:cubicBezTo>
                    <a:pt x="186" y="14274"/>
                    <a:pt x="6904" y="14274"/>
                    <a:pt x="12207" y="14274"/>
                  </a:cubicBezTo>
                  <a:lnTo>
                    <a:pt x="223281" y="14274"/>
                  </a:lnTo>
                  <a:close/>
                  <a:moveTo>
                    <a:pt x="223634" y="82800"/>
                  </a:moveTo>
                  <a:cubicBezTo>
                    <a:pt x="228584" y="82800"/>
                    <a:pt x="235302" y="82800"/>
                    <a:pt x="235302" y="75736"/>
                  </a:cubicBezTo>
                  <a:cubicBezTo>
                    <a:pt x="235302" y="68671"/>
                    <a:pt x="228584" y="68671"/>
                    <a:pt x="223281" y="68671"/>
                  </a:cubicBezTo>
                  <a:lnTo>
                    <a:pt x="12207" y="68671"/>
                  </a:lnTo>
                  <a:cubicBezTo>
                    <a:pt x="6904" y="68671"/>
                    <a:pt x="186" y="68671"/>
                    <a:pt x="186" y="75736"/>
                  </a:cubicBezTo>
                  <a:cubicBezTo>
                    <a:pt x="186" y="82800"/>
                    <a:pt x="6904" y="82800"/>
                    <a:pt x="11854" y="82800"/>
                  </a:cubicBezTo>
                  <a:lnTo>
                    <a:pt x="223634" y="82800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645A1DC0-9C37-CCBD-D40A-2611FF75D05D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13867249" y="8042984"/>
              <a:ext cx="187031" cy="156127"/>
            </a:xfrm>
            <a:custGeom>
              <a:avLst/>
              <a:gdLst>
                <a:gd name="connsiteX0" fmla="*/ 169904 w 187031"/>
                <a:gd name="connsiteY0" fmla="*/ 20632 h 156127"/>
                <a:gd name="connsiteX1" fmla="*/ 187229 w 187031"/>
                <a:gd name="connsiteY1" fmla="*/ 8622 h 156127"/>
                <a:gd name="connsiteX2" fmla="*/ 173440 w 187031"/>
                <a:gd name="connsiteY2" fmla="*/ 144 h 156127"/>
                <a:gd name="connsiteX3" fmla="*/ 92829 w 187031"/>
                <a:gd name="connsiteY3" fmla="*/ 144 h 156127"/>
                <a:gd name="connsiteX4" fmla="*/ 197 w 187031"/>
                <a:gd name="connsiteY4" fmla="*/ 100462 h 156127"/>
                <a:gd name="connsiteX5" fmla="*/ 53230 w 187031"/>
                <a:gd name="connsiteY5" fmla="*/ 156272 h 156127"/>
                <a:gd name="connsiteX6" fmla="*/ 141973 w 187031"/>
                <a:gd name="connsiteY6" fmla="*/ 59134 h 156127"/>
                <a:gd name="connsiteX7" fmla="*/ 131013 w 187031"/>
                <a:gd name="connsiteY7" fmla="*/ 20632 h 156127"/>
                <a:gd name="connsiteX8" fmla="*/ 169904 w 187031"/>
                <a:gd name="connsiteY8" fmla="*/ 20632 h 156127"/>
                <a:gd name="connsiteX9" fmla="*/ 53584 w 187031"/>
                <a:gd name="connsiteY9" fmla="*/ 148501 h 156127"/>
                <a:gd name="connsiteX10" fmla="*/ 22117 w 187031"/>
                <a:gd name="connsiteY10" fmla="*/ 110352 h 156127"/>
                <a:gd name="connsiteX11" fmla="*/ 38735 w 187031"/>
                <a:gd name="connsiteY11" fmla="*/ 49950 h 156127"/>
                <a:gd name="connsiteX12" fmla="*/ 86818 w 187031"/>
                <a:gd name="connsiteY12" fmla="*/ 20632 h 156127"/>
                <a:gd name="connsiteX13" fmla="*/ 119346 w 187031"/>
                <a:gd name="connsiteY13" fmla="*/ 54895 h 156127"/>
                <a:gd name="connsiteX14" fmla="*/ 100253 w 187031"/>
                <a:gd name="connsiteY14" fmla="*/ 118476 h 156127"/>
                <a:gd name="connsiteX15" fmla="*/ 53584 w 187031"/>
                <a:gd name="connsiteY15" fmla="*/ 148501 h 15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7031" h="156127">
                  <a:moveTo>
                    <a:pt x="169904" y="20632"/>
                  </a:moveTo>
                  <a:cubicBezTo>
                    <a:pt x="174501" y="20632"/>
                    <a:pt x="187229" y="20632"/>
                    <a:pt x="187229" y="8622"/>
                  </a:cubicBezTo>
                  <a:cubicBezTo>
                    <a:pt x="187229" y="144"/>
                    <a:pt x="179804" y="144"/>
                    <a:pt x="173440" y="144"/>
                  </a:cubicBezTo>
                  <a:lnTo>
                    <a:pt x="92829" y="144"/>
                  </a:lnTo>
                  <a:cubicBezTo>
                    <a:pt x="39442" y="144"/>
                    <a:pt x="197" y="58427"/>
                    <a:pt x="197" y="100462"/>
                  </a:cubicBezTo>
                  <a:cubicBezTo>
                    <a:pt x="197" y="131546"/>
                    <a:pt x="21057" y="156272"/>
                    <a:pt x="53230" y="156272"/>
                  </a:cubicBezTo>
                  <a:cubicBezTo>
                    <a:pt x="94950" y="156272"/>
                    <a:pt x="141973" y="113531"/>
                    <a:pt x="141973" y="59134"/>
                  </a:cubicBezTo>
                  <a:cubicBezTo>
                    <a:pt x="141973" y="53129"/>
                    <a:pt x="141973" y="36174"/>
                    <a:pt x="131013" y="20632"/>
                  </a:cubicBezTo>
                  <a:lnTo>
                    <a:pt x="169904" y="20632"/>
                  </a:lnTo>
                  <a:close/>
                  <a:moveTo>
                    <a:pt x="53584" y="148501"/>
                  </a:moveTo>
                  <a:cubicBezTo>
                    <a:pt x="36260" y="148501"/>
                    <a:pt x="22117" y="135785"/>
                    <a:pt x="22117" y="110352"/>
                  </a:cubicBezTo>
                  <a:cubicBezTo>
                    <a:pt x="22117" y="99755"/>
                    <a:pt x="26360" y="70790"/>
                    <a:pt x="38735" y="49950"/>
                  </a:cubicBezTo>
                  <a:cubicBezTo>
                    <a:pt x="53584" y="25577"/>
                    <a:pt x="74797" y="20632"/>
                    <a:pt x="86818" y="20632"/>
                  </a:cubicBezTo>
                  <a:cubicBezTo>
                    <a:pt x="116517" y="20632"/>
                    <a:pt x="119346" y="43945"/>
                    <a:pt x="119346" y="54895"/>
                  </a:cubicBezTo>
                  <a:cubicBezTo>
                    <a:pt x="119346" y="71497"/>
                    <a:pt x="112274" y="100462"/>
                    <a:pt x="100253" y="118476"/>
                  </a:cubicBezTo>
                  <a:cubicBezTo>
                    <a:pt x="86465" y="139317"/>
                    <a:pt x="67373" y="148501"/>
                    <a:pt x="53584" y="148501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70386197-C063-B197-74D0-E7F44AE69034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14162454" y="7930304"/>
              <a:ext cx="82025" cy="353229"/>
            </a:xfrm>
            <a:custGeom>
              <a:avLst/>
              <a:gdLst>
                <a:gd name="connsiteX0" fmla="*/ 82230 w 82025"/>
                <a:gd name="connsiteY0" fmla="*/ 349842 h 353229"/>
                <a:gd name="connsiteX1" fmla="*/ 76219 w 82025"/>
                <a:gd name="connsiteY1" fmla="*/ 342071 h 353229"/>
                <a:gd name="connsiteX2" fmla="*/ 20711 w 82025"/>
                <a:gd name="connsiteY2" fmla="*/ 176759 h 353229"/>
                <a:gd name="connsiteX3" fmla="*/ 77634 w 82025"/>
                <a:gd name="connsiteY3" fmla="*/ 9682 h 353229"/>
                <a:gd name="connsiteX4" fmla="*/ 82230 w 82025"/>
                <a:gd name="connsiteY4" fmla="*/ 3677 h 353229"/>
                <a:gd name="connsiteX5" fmla="*/ 78694 w 82025"/>
                <a:gd name="connsiteY5" fmla="*/ 144 h 353229"/>
                <a:gd name="connsiteX6" fmla="*/ 22479 w 82025"/>
                <a:gd name="connsiteY6" fmla="*/ 69024 h 353229"/>
                <a:gd name="connsiteX7" fmla="*/ 204 w 82025"/>
                <a:gd name="connsiteY7" fmla="*/ 176759 h 353229"/>
                <a:gd name="connsiteX8" fmla="*/ 23539 w 82025"/>
                <a:gd name="connsiteY8" fmla="*/ 286967 h 353229"/>
                <a:gd name="connsiteX9" fmla="*/ 78694 w 82025"/>
                <a:gd name="connsiteY9" fmla="*/ 353374 h 353229"/>
                <a:gd name="connsiteX10" fmla="*/ 82230 w 82025"/>
                <a:gd name="connsiteY10" fmla="*/ 349842 h 353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25" h="353229">
                  <a:moveTo>
                    <a:pt x="82230" y="349842"/>
                  </a:moveTo>
                  <a:cubicBezTo>
                    <a:pt x="82230" y="348782"/>
                    <a:pt x="82230" y="348076"/>
                    <a:pt x="76219" y="342071"/>
                  </a:cubicBezTo>
                  <a:cubicBezTo>
                    <a:pt x="32025" y="297564"/>
                    <a:pt x="20711" y="230803"/>
                    <a:pt x="20711" y="176759"/>
                  </a:cubicBezTo>
                  <a:cubicBezTo>
                    <a:pt x="20711" y="115297"/>
                    <a:pt x="34146" y="53835"/>
                    <a:pt x="77634" y="9682"/>
                  </a:cubicBezTo>
                  <a:cubicBezTo>
                    <a:pt x="82230" y="5443"/>
                    <a:pt x="82230" y="4736"/>
                    <a:pt x="82230" y="3677"/>
                  </a:cubicBezTo>
                  <a:cubicBezTo>
                    <a:pt x="82230" y="1204"/>
                    <a:pt x="80816" y="144"/>
                    <a:pt x="78694" y="144"/>
                  </a:cubicBezTo>
                  <a:cubicBezTo>
                    <a:pt x="75159" y="144"/>
                    <a:pt x="43338" y="24164"/>
                    <a:pt x="22479" y="69024"/>
                  </a:cubicBezTo>
                  <a:cubicBezTo>
                    <a:pt x="4447" y="107879"/>
                    <a:pt x="204" y="147088"/>
                    <a:pt x="204" y="176759"/>
                  </a:cubicBezTo>
                  <a:cubicBezTo>
                    <a:pt x="204" y="204311"/>
                    <a:pt x="4094" y="247052"/>
                    <a:pt x="23539" y="286967"/>
                  </a:cubicBezTo>
                  <a:cubicBezTo>
                    <a:pt x="44753" y="330414"/>
                    <a:pt x="75159" y="353374"/>
                    <a:pt x="78694" y="353374"/>
                  </a:cubicBezTo>
                  <a:cubicBezTo>
                    <a:pt x="80816" y="353374"/>
                    <a:pt x="82230" y="352314"/>
                    <a:pt x="82230" y="349842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66DCC3CC-49CD-2EB3-98CE-061EF32E9121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14273432" y="7952911"/>
              <a:ext cx="403055" cy="245141"/>
            </a:xfrm>
            <a:custGeom>
              <a:avLst/>
              <a:gdLst>
                <a:gd name="connsiteX0" fmla="*/ 369676 w 403055"/>
                <a:gd name="connsiteY0" fmla="*/ 25224 h 245141"/>
                <a:gd name="connsiteX1" fmla="*/ 383111 w 403055"/>
                <a:gd name="connsiteY1" fmla="*/ 17453 h 245141"/>
                <a:gd name="connsiteX2" fmla="*/ 403264 w 403055"/>
                <a:gd name="connsiteY2" fmla="*/ 16746 h 245141"/>
                <a:gd name="connsiteX3" fmla="*/ 403264 w 403055"/>
                <a:gd name="connsiteY3" fmla="*/ 144 h 245141"/>
                <a:gd name="connsiteX4" fmla="*/ 365433 w 403055"/>
                <a:gd name="connsiteY4" fmla="*/ 1204 h 245141"/>
                <a:gd name="connsiteX5" fmla="*/ 317349 w 403055"/>
                <a:gd name="connsiteY5" fmla="*/ 144 h 245141"/>
                <a:gd name="connsiteX6" fmla="*/ 317349 w 403055"/>
                <a:gd name="connsiteY6" fmla="*/ 16746 h 245141"/>
                <a:gd name="connsiteX7" fmla="*/ 353412 w 403055"/>
                <a:gd name="connsiteY7" fmla="*/ 20632 h 245141"/>
                <a:gd name="connsiteX8" fmla="*/ 292600 w 403055"/>
                <a:gd name="connsiteY8" fmla="*/ 178525 h 245141"/>
                <a:gd name="connsiteX9" fmla="*/ 230021 w 403055"/>
                <a:gd name="connsiteY9" fmla="*/ 16746 h 245141"/>
                <a:gd name="connsiteX10" fmla="*/ 263962 w 403055"/>
                <a:gd name="connsiteY10" fmla="*/ 16746 h 245141"/>
                <a:gd name="connsiteX11" fmla="*/ 263962 w 403055"/>
                <a:gd name="connsiteY11" fmla="*/ 144 h 245141"/>
                <a:gd name="connsiteX12" fmla="*/ 202090 w 403055"/>
                <a:gd name="connsiteY12" fmla="*/ 1204 h 245141"/>
                <a:gd name="connsiteX13" fmla="*/ 147995 w 403055"/>
                <a:gd name="connsiteY13" fmla="*/ 144 h 245141"/>
                <a:gd name="connsiteX14" fmla="*/ 147995 w 403055"/>
                <a:gd name="connsiteY14" fmla="*/ 16746 h 245141"/>
                <a:gd name="connsiteX15" fmla="*/ 178401 w 403055"/>
                <a:gd name="connsiteY15" fmla="*/ 16746 h 245141"/>
                <a:gd name="connsiteX16" fmla="*/ 192897 w 403055"/>
                <a:gd name="connsiteY16" fmla="*/ 54189 h 245141"/>
                <a:gd name="connsiteX17" fmla="*/ 144813 w 403055"/>
                <a:gd name="connsiteY17" fmla="*/ 178525 h 245141"/>
                <a:gd name="connsiteX18" fmla="*/ 82234 w 403055"/>
                <a:gd name="connsiteY18" fmla="*/ 16746 h 245141"/>
                <a:gd name="connsiteX19" fmla="*/ 116175 w 403055"/>
                <a:gd name="connsiteY19" fmla="*/ 16746 h 245141"/>
                <a:gd name="connsiteX20" fmla="*/ 116175 w 403055"/>
                <a:gd name="connsiteY20" fmla="*/ 144 h 245141"/>
                <a:gd name="connsiteX21" fmla="*/ 54303 w 403055"/>
                <a:gd name="connsiteY21" fmla="*/ 1204 h 245141"/>
                <a:gd name="connsiteX22" fmla="*/ 208 w 403055"/>
                <a:gd name="connsiteY22" fmla="*/ 144 h 245141"/>
                <a:gd name="connsiteX23" fmla="*/ 208 w 403055"/>
                <a:gd name="connsiteY23" fmla="*/ 16746 h 245141"/>
                <a:gd name="connsiteX24" fmla="*/ 30614 w 403055"/>
                <a:gd name="connsiteY24" fmla="*/ 16746 h 245141"/>
                <a:gd name="connsiteX25" fmla="*/ 115468 w 403055"/>
                <a:gd name="connsiteY25" fmla="*/ 236102 h 245141"/>
                <a:gd name="connsiteX26" fmla="*/ 127843 w 403055"/>
                <a:gd name="connsiteY26" fmla="*/ 245286 h 245141"/>
                <a:gd name="connsiteX27" fmla="*/ 140217 w 403055"/>
                <a:gd name="connsiteY27" fmla="*/ 236102 h 245141"/>
                <a:gd name="connsiteX28" fmla="*/ 201736 w 403055"/>
                <a:gd name="connsiteY28" fmla="*/ 77148 h 245141"/>
                <a:gd name="connsiteX29" fmla="*/ 263255 w 403055"/>
                <a:gd name="connsiteY29" fmla="*/ 236102 h 245141"/>
                <a:gd name="connsiteX30" fmla="*/ 275629 w 403055"/>
                <a:gd name="connsiteY30" fmla="*/ 245286 h 245141"/>
                <a:gd name="connsiteX31" fmla="*/ 288004 w 403055"/>
                <a:gd name="connsiteY31" fmla="*/ 236102 h 245141"/>
                <a:gd name="connsiteX32" fmla="*/ 369676 w 403055"/>
                <a:gd name="connsiteY32" fmla="*/ 25224 h 245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3055" h="245141">
                  <a:moveTo>
                    <a:pt x="369676" y="25224"/>
                  </a:moveTo>
                  <a:cubicBezTo>
                    <a:pt x="371797" y="19219"/>
                    <a:pt x="372151" y="18512"/>
                    <a:pt x="383111" y="17453"/>
                  </a:cubicBezTo>
                  <a:cubicBezTo>
                    <a:pt x="390182" y="16746"/>
                    <a:pt x="397607" y="16746"/>
                    <a:pt x="403264" y="16746"/>
                  </a:cubicBezTo>
                  <a:lnTo>
                    <a:pt x="403264" y="144"/>
                  </a:lnTo>
                  <a:cubicBezTo>
                    <a:pt x="393718" y="498"/>
                    <a:pt x="381343" y="1204"/>
                    <a:pt x="365433" y="1204"/>
                  </a:cubicBezTo>
                  <a:cubicBezTo>
                    <a:pt x="351998" y="1204"/>
                    <a:pt x="330077" y="1204"/>
                    <a:pt x="317349" y="144"/>
                  </a:cubicBezTo>
                  <a:lnTo>
                    <a:pt x="317349" y="16746"/>
                  </a:lnTo>
                  <a:cubicBezTo>
                    <a:pt x="326188" y="16746"/>
                    <a:pt x="343159" y="16746"/>
                    <a:pt x="353412" y="20632"/>
                  </a:cubicBezTo>
                  <a:lnTo>
                    <a:pt x="292600" y="178525"/>
                  </a:lnTo>
                  <a:lnTo>
                    <a:pt x="230021" y="16746"/>
                  </a:lnTo>
                  <a:lnTo>
                    <a:pt x="263962" y="16746"/>
                  </a:lnTo>
                  <a:lnTo>
                    <a:pt x="263962" y="144"/>
                  </a:lnTo>
                  <a:cubicBezTo>
                    <a:pt x="250527" y="1204"/>
                    <a:pt x="217292" y="1204"/>
                    <a:pt x="202090" y="1204"/>
                  </a:cubicBezTo>
                  <a:cubicBezTo>
                    <a:pt x="188301" y="1204"/>
                    <a:pt x="160370" y="1204"/>
                    <a:pt x="147995" y="144"/>
                  </a:cubicBezTo>
                  <a:lnTo>
                    <a:pt x="147995" y="16746"/>
                  </a:lnTo>
                  <a:lnTo>
                    <a:pt x="178401" y="16746"/>
                  </a:lnTo>
                  <a:lnTo>
                    <a:pt x="192897" y="54189"/>
                  </a:lnTo>
                  <a:lnTo>
                    <a:pt x="144813" y="178525"/>
                  </a:lnTo>
                  <a:lnTo>
                    <a:pt x="82234" y="16746"/>
                  </a:lnTo>
                  <a:lnTo>
                    <a:pt x="116175" y="16746"/>
                  </a:lnTo>
                  <a:lnTo>
                    <a:pt x="116175" y="144"/>
                  </a:lnTo>
                  <a:cubicBezTo>
                    <a:pt x="102740" y="1204"/>
                    <a:pt x="69506" y="1204"/>
                    <a:pt x="54303" y="1204"/>
                  </a:cubicBezTo>
                  <a:cubicBezTo>
                    <a:pt x="40514" y="1204"/>
                    <a:pt x="12583" y="1204"/>
                    <a:pt x="208" y="144"/>
                  </a:cubicBezTo>
                  <a:lnTo>
                    <a:pt x="208" y="16746"/>
                  </a:lnTo>
                  <a:lnTo>
                    <a:pt x="30614" y="16746"/>
                  </a:lnTo>
                  <a:lnTo>
                    <a:pt x="115468" y="236102"/>
                  </a:lnTo>
                  <a:cubicBezTo>
                    <a:pt x="117589" y="241753"/>
                    <a:pt x="119004" y="245286"/>
                    <a:pt x="127843" y="245286"/>
                  </a:cubicBezTo>
                  <a:cubicBezTo>
                    <a:pt x="136681" y="245286"/>
                    <a:pt x="138096" y="241753"/>
                    <a:pt x="140217" y="236102"/>
                  </a:cubicBezTo>
                  <a:lnTo>
                    <a:pt x="201736" y="77148"/>
                  </a:lnTo>
                  <a:lnTo>
                    <a:pt x="263255" y="236102"/>
                  </a:lnTo>
                  <a:cubicBezTo>
                    <a:pt x="265376" y="241753"/>
                    <a:pt x="266791" y="245286"/>
                    <a:pt x="275629" y="245286"/>
                  </a:cubicBezTo>
                  <a:cubicBezTo>
                    <a:pt x="284468" y="245286"/>
                    <a:pt x="285883" y="241753"/>
                    <a:pt x="288004" y="236102"/>
                  </a:cubicBezTo>
                  <a:lnTo>
                    <a:pt x="369676" y="25224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24C6A554-ABB1-A5CD-CF17-24A324BF228E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14700629" y="8139168"/>
              <a:ext cx="116072" cy="111514"/>
            </a:xfrm>
            <a:custGeom>
              <a:avLst/>
              <a:gdLst>
                <a:gd name="connsiteX0" fmla="*/ 116293 w 116072"/>
                <a:gd name="connsiteY0" fmla="*/ 43417 h 111514"/>
                <a:gd name="connsiteX1" fmla="*/ 71497 w 116072"/>
                <a:gd name="connsiteY1" fmla="*/ 146 h 111514"/>
                <a:gd name="connsiteX2" fmla="*/ 220 w 116072"/>
                <a:gd name="connsiteY2" fmla="*/ 68390 h 111514"/>
                <a:gd name="connsiteX3" fmla="*/ 45263 w 116072"/>
                <a:gd name="connsiteY3" fmla="*/ 111660 h 111514"/>
                <a:gd name="connsiteX4" fmla="*/ 116293 w 116072"/>
                <a:gd name="connsiteY4" fmla="*/ 43417 h 111514"/>
                <a:gd name="connsiteX5" fmla="*/ 45511 w 116072"/>
                <a:gd name="connsiteY5" fmla="*/ 104737 h 111514"/>
                <a:gd name="connsiteX6" fmla="*/ 20762 w 116072"/>
                <a:gd name="connsiteY6" fmla="*/ 77291 h 111514"/>
                <a:gd name="connsiteX7" fmla="*/ 35116 w 116072"/>
                <a:gd name="connsiteY7" fmla="*/ 28828 h 111514"/>
                <a:gd name="connsiteX8" fmla="*/ 71250 w 116072"/>
                <a:gd name="connsiteY8" fmla="*/ 7069 h 111514"/>
                <a:gd name="connsiteX9" fmla="*/ 95999 w 116072"/>
                <a:gd name="connsiteY9" fmla="*/ 34515 h 111514"/>
                <a:gd name="connsiteX10" fmla="*/ 82139 w 116072"/>
                <a:gd name="connsiteY10" fmla="*/ 82237 h 111514"/>
                <a:gd name="connsiteX11" fmla="*/ 45511 w 116072"/>
                <a:gd name="connsiteY11" fmla="*/ 104737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6072" h="111514">
                  <a:moveTo>
                    <a:pt x="116293" y="43417"/>
                  </a:moveTo>
                  <a:cubicBezTo>
                    <a:pt x="116293" y="15971"/>
                    <a:pt x="95751" y="146"/>
                    <a:pt x="71497" y="146"/>
                  </a:cubicBezTo>
                  <a:cubicBezTo>
                    <a:pt x="34869" y="146"/>
                    <a:pt x="220" y="34515"/>
                    <a:pt x="220" y="68390"/>
                  </a:cubicBezTo>
                  <a:cubicBezTo>
                    <a:pt x="220" y="93116"/>
                    <a:pt x="18287" y="111660"/>
                    <a:pt x="45263" y="111660"/>
                  </a:cubicBezTo>
                  <a:cubicBezTo>
                    <a:pt x="80654" y="111660"/>
                    <a:pt x="116293" y="79022"/>
                    <a:pt x="116293" y="43417"/>
                  </a:cubicBezTo>
                  <a:close/>
                  <a:moveTo>
                    <a:pt x="45511" y="104737"/>
                  </a:moveTo>
                  <a:cubicBezTo>
                    <a:pt x="33136" y="104737"/>
                    <a:pt x="20762" y="96825"/>
                    <a:pt x="20762" y="77291"/>
                  </a:cubicBezTo>
                  <a:cubicBezTo>
                    <a:pt x="20762" y="67154"/>
                    <a:pt x="25464" y="42922"/>
                    <a:pt x="35116" y="28828"/>
                  </a:cubicBezTo>
                  <a:cubicBezTo>
                    <a:pt x="45758" y="13498"/>
                    <a:pt x="60113" y="7069"/>
                    <a:pt x="71250" y="7069"/>
                  </a:cubicBezTo>
                  <a:cubicBezTo>
                    <a:pt x="84614" y="7069"/>
                    <a:pt x="95999" y="16218"/>
                    <a:pt x="95999" y="34515"/>
                  </a:cubicBezTo>
                  <a:cubicBezTo>
                    <a:pt x="95999" y="40449"/>
                    <a:pt x="93029" y="64928"/>
                    <a:pt x="82139" y="82237"/>
                  </a:cubicBezTo>
                  <a:cubicBezTo>
                    <a:pt x="72735" y="96825"/>
                    <a:pt x="57885" y="104737"/>
                    <a:pt x="45511" y="104737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1BED565C-2A7F-14EB-B0CA-3FF29F2ED7A7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14884239" y="7930304"/>
              <a:ext cx="48437" cy="353229"/>
            </a:xfrm>
            <a:custGeom>
              <a:avLst/>
              <a:gdLst>
                <a:gd name="connsiteX0" fmla="*/ 48662 w 48437"/>
                <a:gd name="connsiteY0" fmla="*/ 353374 h 353229"/>
                <a:gd name="connsiteX1" fmla="*/ 48662 w 48437"/>
                <a:gd name="connsiteY1" fmla="*/ 339245 h 353229"/>
                <a:gd name="connsiteX2" fmla="*/ 14367 w 48437"/>
                <a:gd name="connsiteY2" fmla="*/ 339245 h 353229"/>
                <a:gd name="connsiteX3" fmla="*/ 14367 w 48437"/>
                <a:gd name="connsiteY3" fmla="*/ 14274 h 353229"/>
                <a:gd name="connsiteX4" fmla="*/ 48662 w 48437"/>
                <a:gd name="connsiteY4" fmla="*/ 14274 h 353229"/>
                <a:gd name="connsiteX5" fmla="*/ 48662 w 48437"/>
                <a:gd name="connsiteY5" fmla="*/ 144 h 353229"/>
                <a:gd name="connsiteX6" fmla="*/ 225 w 48437"/>
                <a:gd name="connsiteY6" fmla="*/ 144 h 353229"/>
                <a:gd name="connsiteX7" fmla="*/ 225 w 48437"/>
                <a:gd name="connsiteY7" fmla="*/ 353374 h 353229"/>
                <a:gd name="connsiteX8" fmla="*/ 48662 w 48437"/>
                <a:gd name="connsiteY8" fmla="*/ 353374 h 353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37" h="353229">
                  <a:moveTo>
                    <a:pt x="48662" y="353374"/>
                  </a:moveTo>
                  <a:lnTo>
                    <a:pt x="48662" y="339245"/>
                  </a:lnTo>
                  <a:lnTo>
                    <a:pt x="14367" y="339245"/>
                  </a:lnTo>
                  <a:lnTo>
                    <a:pt x="14367" y="14274"/>
                  </a:lnTo>
                  <a:lnTo>
                    <a:pt x="48662" y="14274"/>
                  </a:lnTo>
                  <a:lnTo>
                    <a:pt x="48662" y="144"/>
                  </a:lnTo>
                  <a:lnTo>
                    <a:pt x="225" y="144"/>
                  </a:lnTo>
                  <a:lnTo>
                    <a:pt x="225" y="353374"/>
                  </a:lnTo>
                  <a:lnTo>
                    <a:pt x="48662" y="353374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B59040F9-D4B7-EBB1-C26B-44401109834D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14956640" y="7950085"/>
              <a:ext cx="201527" cy="245141"/>
            </a:xfrm>
            <a:custGeom>
              <a:avLst/>
              <a:gdLst>
                <a:gd name="connsiteX0" fmla="*/ 24623 w 201527"/>
                <a:gd name="connsiteY0" fmla="*/ 228684 h 245141"/>
                <a:gd name="connsiteX1" fmla="*/ 227 w 201527"/>
                <a:gd name="connsiteY1" fmla="*/ 228684 h 245141"/>
                <a:gd name="connsiteX2" fmla="*/ 227 w 201527"/>
                <a:gd name="connsiteY2" fmla="*/ 245286 h 245141"/>
                <a:gd name="connsiteX3" fmla="*/ 44776 w 201527"/>
                <a:gd name="connsiteY3" fmla="*/ 244226 h 245141"/>
                <a:gd name="connsiteX4" fmla="*/ 89324 w 201527"/>
                <a:gd name="connsiteY4" fmla="*/ 245286 h 245141"/>
                <a:gd name="connsiteX5" fmla="*/ 89324 w 201527"/>
                <a:gd name="connsiteY5" fmla="*/ 228684 h 245141"/>
                <a:gd name="connsiteX6" fmla="*/ 64928 w 201527"/>
                <a:gd name="connsiteY6" fmla="*/ 228684 h 245141"/>
                <a:gd name="connsiteX7" fmla="*/ 64928 w 201527"/>
                <a:gd name="connsiteY7" fmla="*/ 154859 h 245141"/>
                <a:gd name="connsiteX8" fmla="*/ 117608 w 201527"/>
                <a:gd name="connsiteY8" fmla="*/ 99049 h 245141"/>
                <a:gd name="connsiteX9" fmla="*/ 137054 w 201527"/>
                <a:gd name="connsiteY9" fmla="*/ 133312 h 245141"/>
                <a:gd name="connsiteX10" fmla="*/ 137054 w 201527"/>
                <a:gd name="connsiteY10" fmla="*/ 228684 h 245141"/>
                <a:gd name="connsiteX11" fmla="*/ 112659 w 201527"/>
                <a:gd name="connsiteY11" fmla="*/ 228684 h 245141"/>
                <a:gd name="connsiteX12" fmla="*/ 112659 w 201527"/>
                <a:gd name="connsiteY12" fmla="*/ 245286 h 245141"/>
                <a:gd name="connsiteX13" fmla="*/ 157207 w 201527"/>
                <a:gd name="connsiteY13" fmla="*/ 244226 h 245141"/>
                <a:gd name="connsiteX14" fmla="*/ 201755 w 201527"/>
                <a:gd name="connsiteY14" fmla="*/ 245286 h 245141"/>
                <a:gd name="connsiteX15" fmla="*/ 201755 w 201527"/>
                <a:gd name="connsiteY15" fmla="*/ 228684 h 245141"/>
                <a:gd name="connsiteX16" fmla="*/ 177360 w 201527"/>
                <a:gd name="connsiteY16" fmla="*/ 228684 h 245141"/>
                <a:gd name="connsiteX17" fmla="*/ 177360 w 201527"/>
                <a:gd name="connsiteY17" fmla="*/ 137198 h 245141"/>
                <a:gd name="connsiteX18" fmla="*/ 122912 w 201527"/>
                <a:gd name="connsiteY18" fmla="*/ 86332 h 245141"/>
                <a:gd name="connsiteX19" fmla="*/ 62807 w 201527"/>
                <a:gd name="connsiteY19" fmla="*/ 120949 h 245141"/>
                <a:gd name="connsiteX20" fmla="*/ 62807 w 201527"/>
                <a:gd name="connsiteY20" fmla="*/ 144 h 245141"/>
                <a:gd name="connsiteX21" fmla="*/ 227 w 201527"/>
                <a:gd name="connsiteY21" fmla="*/ 2970 h 245141"/>
                <a:gd name="connsiteX22" fmla="*/ 227 w 201527"/>
                <a:gd name="connsiteY22" fmla="*/ 19572 h 245141"/>
                <a:gd name="connsiteX23" fmla="*/ 24623 w 201527"/>
                <a:gd name="connsiteY23" fmla="*/ 33348 h 245141"/>
                <a:gd name="connsiteX24" fmla="*/ 24623 w 201527"/>
                <a:gd name="connsiteY24" fmla="*/ 228684 h 245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527" h="245141">
                  <a:moveTo>
                    <a:pt x="24623" y="228684"/>
                  </a:moveTo>
                  <a:lnTo>
                    <a:pt x="227" y="228684"/>
                  </a:lnTo>
                  <a:lnTo>
                    <a:pt x="227" y="245286"/>
                  </a:lnTo>
                  <a:cubicBezTo>
                    <a:pt x="10127" y="244932"/>
                    <a:pt x="31340" y="244226"/>
                    <a:pt x="44776" y="244226"/>
                  </a:cubicBezTo>
                  <a:cubicBezTo>
                    <a:pt x="58564" y="244226"/>
                    <a:pt x="79424" y="244932"/>
                    <a:pt x="89324" y="245286"/>
                  </a:cubicBezTo>
                  <a:lnTo>
                    <a:pt x="89324" y="228684"/>
                  </a:lnTo>
                  <a:lnTo>
                    <a:pt x="64928" y="228684"/>
                  </a:lnTo>
                  <a:lnTo>
                    <a:pt x="64928" y="154859"/>
                  </a:lnTo>
                  <a:cubicBezTo>
                    <a:pt x="64928" y="116357"/>
                    <a:pt x="95334" y="99049"/>
                    <a:pt x="117608" y="99049"/>
                  </a:cubicBezTo>
                  <a:cubicBezTo>
                    <a:pt x="129629" y="99049"/>
                    <a:pt x="137054" y="106467"/>
                    <a:pt x="137054" y="133312"/>
                  </a:cubicBezTo>
                  <a:lnTo>
                    <a:pt x="137054" y="228684"/>
                  </a:lnTo>
                  <a:lnTo>
                    <a:pt x="112659" y="228684"/>
                  </a:lnTo>
                  <a:lnTo>
                    <a:pt x="112659" y="245286"/>
                  </a:lnTo>
                  <a:cubicBezTo>
                    <a:pt x="122558" y="244932"/>
                    <a:pt x="143772" y="244226"/>
                    <a:pt x="157207" y="244226"/>
                  </a:cubicBezTo>
                  <a:cubicBezTo>
                    <a:pt x="170996" y="244226"/>
                    <a:pt x="191855" y="244932"/>
                    <a:pt x="201755" y="245286"/>
                  </a:cubicBezTo>
                  <a:lnTo>
                    <a:pt x="201755" y="228684"/>
                  </a:lnTo>
                  <a:lnTo>
                    <a:pt x="177360" y="228684"/>
                  </a:lnTo>
                  <a:lnTo>
                    <a:pt x="177360" y="137198"/>
                  </a:lnTo>
                  <a:cubicBezTo>
                    <a:pt x="177360" y="100108"/>
                    <a:pt x="158267" y="86332"/>
                    <a:pt x="122912" y="86332"/>
                  </a:cubicBezTo>
                  <a:cubicBezTo>
                    <a:pt x="88970" y="86332"/>
                    <a:pt x="70939" y="106820"/>
                    <a:pt x="62807" y="120949"/>
                  </a:cubicBezTo>
                  <a:lnTo>
                    <a:pt x="62807" y="144"/>
                  </a:lnTo>
                  <a:lnTo>
                    <a:pt x="227" y="2970"/>
                  </a:lnTo>
                  <a:lnTo>
                    <a:pt x="227" y="19572"/>
                  </a:lnTo>
                  <a:cubicBezTo>
                    <a:pt x="22148" y="19572"/>
                    <a:pt x="24623" y="19572"/>
                    <a:pt x="24623" y="33348"/>
                  </a:cubicBezTo>
                  <a:lnTo>
                    <a:pt x="24623" y="228684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B6334B2A-E703-2FD2-9D72-C5D8E1E5E509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15172305" y="8074139"/>
              <a:ext cx="102955" cy="177038"/>
            </a:xfrm>
            <a:custGeom>
              <a:avLst/>
              <a:gdLst>
                <a:gd name="connsiteX0" fmla="*/ 23993 w 102955"/>
                <a:gd name="connsiteY0" fmla="*/ 140343 h 177038"/>
                <a:gd name="connsiteX1" fmla="*/ 55672 w 102955"/>
                <a:gd name="connsiteY1" fmla="*/ 177185 h 177038"/>
                <a:gd name="connsiteX2" fmla="*/ 81410 w 102955"/>
                <a:gd name="connsiteY2" fmla="*/ 168283 h 177038"/>
                <a:gd name="connsiteX3" fmla="*/ 98487 w 102955"/>
                <a:gd name="connsiteY3" fmla="*/ 153695 h 177038"/>
                <a:gd name="connsiteX4" fmla="*/ 94527 w 102955"/>
                <a:gd name="connsiteY4" fmla="*/ 148997 h 177038"/>
                <a:gd name="connsiteX5" fmla="*/ 89083 w 102955"/>
                <a:gd name="connsiteY5" fmla="*/ 152706 h 177038"/>
                <a:gd name="connsiteX6" fmla="*/ 55919 w 102955"/>
                <a:gd name="connsiteY6" fmla="*/ 170261 h 177038"/>
                <a:gd name="connsiteX7" fmla="*/ 39090 w 102955"/>
                <a:gd name="connsiteY7" fmla="*/ 136634 h 177038"/>
                <a:gd name="connsiteX8" fmla="*/ 39585 w 102955"/>
                <a:gd name="connsiteY8" fmla="*/ 128227 h 177038"/>
                <a:gd name="connsiteX9" fmla="*/ 42802 w 102955"/>
                <a:gd name="connsiteY9" fmla="*/ 122540 h 177038"/>
                <a:gd name="connsiteX10" fmla="*/ 103190 w 102955"/>
                <a:gd name="connsiteY10" fmla="*/ 21658 h 177038"/>
                <a:gd name="connsiteX11" fmla="*/ 86855 w 102955"/>
                <a:gd name="connsiteY11" fmla="*/ 146 h 177038"/>
                <a:gd name="connsiteX12" fmla="*/ 45772 w 102955"/>
                <a:gd name="connsiteY12" fmla="*/ 39460 h 177038"/>
                <a:gd name="connsiteX13" fmla="*/ 26468 w 102955"/>
                <a:gd name="connsiteY13" fmla="*/ 93116 h 177038"/>
                <a:gd name="connsiteX14" fmla="*/ 22755 w 102955"/>
                <a:gd name="connsiteY14" fmla="*/ 130452 h 177038"/>
                <a:gd name="connsiteX15" fmla="*/ 4441 w 102955"/>
                <a:gd name="connsiteY15" fmla="*/ 146772 h 177038"/>
                <a:gd name="connsiteX16" fmla="*/ 234 w 102955"/>
                <a:gd name="connsiteY16" fmla="*/ 151964 h 177038"/>
                <a:gd name="connsiteX17" fmla="*/ 4441 w 102955"/>
                <a:gd name="connsiteY17" fmla="*/ 156415 h 177038"/>
                <a:gd name="connsiteX18" fmla="*/ 14588 w 102955"/>
                <a:gd name="connsiteY18" fmla="*/ 148502 h 177038"/>
                <a:gd name="connsiteX19" fmla="*/ 23993 w 102955"/>
                <a:gd name="connsiteY19" fmla="*/ 140343 h 177038"/>
                <a:gd name="connsiteX20" fmla="*/ 41812 w 102955"/>
                <a:gd name="connsiteY20" fmla="*/ 112155 h 177038"/>
                <a:gd name="connsiteX21" fmla="*/ 86608 w 102955"/>
                <a:gd name="connsiteY21" fmla="*/ 7069 h 177038"/>
                <a:gd name="connsiteX22" fmla="*/ 95270 w 102955"/>
                <a:gd name="connsiteY22" fmla="*/ 19927 h 177038"/>
                <a:gd name="connsiteX23" fmla="*/ 73986 w 102955"/>
                <a:gd name="connsiteY23" fmla="*/ 75313 h 177038"/>
                <a:gd name="connsiteX24" fmla="*/ 41812 w 102955"/>
                <a:gd name="connsiteY24" fmla="*/ 112155 h 17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2955" h="177038">
                  <a:moveTo>
                    <a:pt x="23993" y="140343"/>
                  </a:moveTo>
                  <a:cubicBezTo>
                    <a:pt x="26468" y="156415"/>
                    <a:pt x="34635" y="177185"/>
                    <a:pt x="55672" y="177185"/>
                  </a:cubicBezTo>
                  <a:cubicBezTo>
                    <a:pt x="63591" y="177185"/>
                    <a:pt x="72501" y="173970"/>
                    <a:pt x="81410" y="168283"/>
                  </a:cubicBezTo>
                  <a:cubicBezTo>
                    <a:pt x="85618" y="165811"/>
                    <a:pt x="98487" y="156662"/>
                    <a:pt x="98487" y="153695"/>
                  </a:cubicBezTo>
                  <a:cubicBezTo>
                    <a:pt x="98487" y="152211"/>
                    <a:pt x="96755" y="148997"/>
                    <a:pt x="94527" y="148997"/>
                  </a:cubicBezTo>
                  <a:cubicBezTo>
                    <a:pt x="93290" y="148997"/>
                    <a:pt x="92795" y="148997"/>
                    <a:pt x="89083" y="152706"/>
                  </a:cubicBezTo>
                  <a:cubicBezTo>
                    <a:pt x="78441" y="162102"/>
                    <a:pt x="67056" y="170261"/>
                    <a:pt x="55919" y="170261"/>
                  </a:cubicBezTo>
                  <a:cubicBezTo>
                    <a:pt x="39090" y="170261"/>
                    <a:pt x="39090" y="141332"/>
                    <a:pt x="39090" y="136634"/>
                  </a:cubicBezTo>
                  <a:cubicBezTo>
                    <a:pt x="39090" y="133419"/>
                    <a:pt x="39090" y="132925"/>
                    <a:pt x="39585" y="128227"/>
                  </a:cubicBezTo>
                  <a:cubicBezTo>
                    <a:pt x="39832" y="125754"/>
                    <a:pt x="39832" y="125260"/>
                    <a:pt x="42802" y="122540"/>
                  </a:cubicBezTo>
                  <a:cubicBezTo>
                    <a:pt x="56414" y="109682"/>
                    <a:pt x="103190" y="64681"/>
                    <a:pt x="103190" y="21658"/>
                  </a:cubicBezTo>
                  <a:cubicBezTo>
                    <a:pt x="103190" y="17949"/>
                    <a:pt x="103190" y="146"/>
                    <a:pt x="86855" y="146"/>
                  </a:cubicBezTo>
                  <a:cubicBezTo>
                    <a:pt x="66314" y="146"/>
                    <a:pt x="49732" y="32043"/>
                    <a:pt x="45772" y="39460"/>
                  </a:cubicBezTo>
                  <a:cubicBezTo>
                    <a:pt x="34882" y="60478"/>
                    <a:pt x="29190" y="80753"/>
                    <a:pt x="26468" y="93116"/>
                  </a:cubicBezTo>
                  <a:cubicBezTo>
                    <a:pt x="22755" y="109682"/>
                    <a:pt x="22755" y="118337"/>
                    <a:pt x="22755" y="130452"/>
                  </a:cubicBezTo>
                  <a:cubicBezTo>
                    <a:pt x="21023" y="132183"/>
                    <a:pt x="6916" y="144793"/>
                    <a:pt x="4441" y="146772"/>
                  </a:cubicBezTo>
                  <a:cubicBezTo>
                    <a:pt x="481" y="150233"/>
                    <a:pt x="234" y="150480"/>
                    <a:pt x="234" y="151964"/>
                  </a:cubicBezTo>
                  <a:cubicBezTo>
                    <a:pt x="234" y="153695"/>
                    <a:pt x="2461" y="156415"/>
                    <a:pt x="4441" y="156415"/>
                  </a:cubicBezTo>
                  <a:cubicBezTo>
                    <a:pt x="6174" y="156415"/>
                    <a:pt x="12856" y="150233"/>
                    <a:pt x="14588" y="148502"/>
                  </a:cubicBezTo>
                  <a:lnTo>
                    <a:pt x="23993" y="140343"/>
                  </a:lnTo>
                  <a:close/>
                  <a:moveTo>
                    <a:pt x="41812" y="112155"/>
                  </a:moveTo>
                  <a:cubicBezTo>
                    <a:pt x="46267" y="86934"/>
                    <a:pt x="65819" y="7069"/>
                    <a:pt x="86608" y="7069"/>
                  </a:cubicBezTo>
                  <a:cubicBezTo>
                    <a:pt x="92300" y="7069"/>
                    <a:pt x="95270" y="11025"/>
                    <a:pt x="95270" y="19927"/>
                  </a:cubicBezTo>
                  <a:cubicBezTo>
                    <a:pt x="95270" y="22894"/>
                    <a:pt x="95270" y="44900"/>
                    <a:pt x="73986" y="75313"/>
                  </a:cubicBezTo>
                  <a:cubicBezTo>
                    <a:pt x="61364" y="93116"/>
                    <a:pt x="47752" y="106468"/>
                    <a:pt x="41812" y="112155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59738888-8C4C-3FF3-3BD3-C3DD8A3A3A2B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15333041" y="8042984"/>
              <a:ext cx="38537" cy="220415"/>
            </a:xfrm>
            <a:custGeom>
              <a:avLst/>
              <a:gdLst>
                <a:gd name="connsiteX0" fmla="*/ 37715 w 38537"/>
                <a:gd name="connsiteY0" fmla="*/ 18866 h 220415"/>
                <a:gd name="connsiteX1" fmla="*/ 18976 w 38537"/>
                <a:gd name="connsiteY1" fmla="*/ 144 h 220415"/>
                <a:gd name="connsiteX2" fmla="*/ 238 w 38537"/>
                <a:gd name="connsiteY2" fmla="*/ 18866 h 220415"/>
                <a:gd name="connsiteX3" fmla="*/ 18976 w 38537"/>
                <a:gd name="connsiteY3" fmla="*/ 37587 h 220415"/>
                <a:gd name="connsiteX4" fmla="*/ 37715 w 38537"/>
                <a:gd name="connsiteY4" fmla="*/ 18866 h 220415"/>
                <a:gd name="connsiteX5" fmla="*/ 30997 w 38537"/>
                <a:gd name="connsiteY5" fmla="*/ 148501 h 220415"/>
                <a:gd name="connsiteX6" fmla="*/ 8369 w 38537"/>
                <a:gd name="connsiteY6" fmla="*/ 212082 h 220415"/>
                <a:gd name="connsiteX7" fmla="*/ 5895 w 38537"/>
                <a:gd name="connsiteY7" fmla="*/ 216674 h 220415"/>
                <a:gd name="connsiteX8" fmla="*/ 9430 w 38537"/>
                <a:gd name="connsiteY8" fmla="*/ 220560 h 220415"/>
                <a:gd name="connsiteX9" fmla="*/ 38775 w 38537"/>
                <a:gd name="connsiteY9" fmla="*/ 151327 h 220415"/>
                <a:gd name="connsiteX10" fmla="*/ 18976 w 38537"/>
                <a:gd name="connsiteY10" fmla="*/ 114944 h 220415"/>
                <a:gd name="connsiteX11" fmla="*/ 238 w 38537"/>
                <a:gd name="connsiteY11" fmla="*/ 133665 h 220415"/>
                <a:gd name="connsiteX12" fmla="*/ 18976 w 38537"/>
                <a:gd name="connsiteY12" fmla="*/ 152386 h 220415"/>
                <a:gd name="connsiteX13" fmla="*/ 21805 w 38537"/>
                <a:gd name="connsiteY13" fmla="*/ 152033 h 220415"/>
                <a:gd name="connsiteX14" fmla="*/ 30997 w 38537"/>
                <a:gd name="connsiteY14" fmla="*/ 148501 h 220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37" h="220415">
                  <a:moveTo>
                    <a:pt x="37715" y="18866"/>
                  </a:moveTo>
                  <a:cubicBezTo>
                    <a:pt x="37715" y="8622"/>
                    <a:pt x="29229" y="144"/>
                    <a:pt x="18976" y="144"/>
                  </a:cubicBezTo>
                  <a:cubicBezTo>
                    <a:pt x="8723" y="144"/>
                    <a:pt x="238" y="8622"/>
                    <a:pt x="238" y="18866"/>
                  </a:cubicBezTo>
                  <a:cubicBezTo>
                    <a:pt x="238" y="29109"/>
                    <a:pt x="8723" y="37587"/>
                    <a:pt x="18976" y="37587"/>
                  </a:cubicBezTo>
                  <a:cubicBezTo>
                    <a:pt x="29229" y="37587"/>
                    <a:pt x="37715" y="29109"/>
                    <a:pt x="37715" y="18866"/>
                  </a:cubicBezTo>
                  <a:close/>
                  <a:moveTo>
                    <a:pt x="30997" y="148501"/>
                  </a:moveTo>
                  <a:cubicBezTo>
                    <a:pt x="30997" y="158391"/>
                    <a:pt x="30997" y="185943"/>
                    <a:pt x="8369" y="212082"/>
                  </a:cubicBezTo>
                  <a:cubicBezTo>
                    <a:pt x="5895" y="214908"/>
                    <a:pt x="5895" y="215614"/>
                    <a:pt x="5895" y="216674"/>
                  </a:cubicBezTo>
                  <a:cubicBezTo>
                    <a:pt x="5895" y="219147"/>
                    <a:pt x="7662" y="220560"/>
                    <a:pt x="9430" y="220560"/>
                  </a:cubicBezTo>
                  <a:cubicBezTo>
                    <a:pt x="13319" y="220560"/>
                    <a:pt x="38775" y="192301"/>
                    <a:pt x="38775" y="151327"/>
                  </a:cubicBezTo>
                  <a:cubicBezTo>
                    <a:pt x="38775" y="141083"/>
                    <a:pt x="38068" y="114944"/>
                    <a:pt x="18976" y="114944"/>
                  </a:cubicBezTo>
                  <a:cubicBezTo>
                    <a:pt x="6602" y="114944"/>
                    <a:pt x="238" y="124481"/>
                    <a:pt x="238" y="133665"/>
                  </a:cubicBezTo>
                  <a:cubicBezTo>
                    <a:pt x="238" y="142849"/>
                    <a:pt x="6248" y="152386"/>
                    <a:pt x="18976" y="152386"/>
                  </a:cubicBezTo>
                  <a:cubicBezTo>
                    <a:pt x="20744" y="152386"/>
                    <a:pt x="21451" y="152386"/>
                    <a:pt x="21805" y="152033"/>
                  </a:cubicBezTo>
                  <a:cubicBezTo>
                    <a:pt x="24280" y="151680"/>
                    <a:pt x="28169" y="150973"/>
                    <a:pt x="30997" y="148501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653364A0-3A94-B8F6-AA81-811F32475AFF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15475680" y="7950085"/>
              <a:ext cx="201527" cy="245141"/>
            </a:xfrm>
            <a:custGeom>
              <a:avLst/>
              <a:gdLst>
                <a:gd name="connsiteX0" fmla="*/ 24637 w 201527"/>
                <a:gd name="connsiteY0" fmla="*/ 228684 h 245141"/>
                <a:gd name="connsiteX1" fmla="*/ 242 w 201527"/>
                <a:gd name="connsiteY1" fmla="*/ 228684 h 245141"/>
                <a:gd name="connsiteX2" fmla="*/ 242 w 201527"/>
                <a:gd name="connsiteY2" fmla="*/ 245286 h 245141"/>
                <a:gd name="connsiteX3" fmla="*/ 44790 w 201527"/>
                <a:gd name="connsiteY3" fmla="*/ 244226 h 245141"/>
                <a:gd name="connsiteX4" fmla="*/ 89338 w 201527"/>
                <a:gd name="connsiteY4" fmla="*/ 245286 h 245141"/>
                <a:gd name="connsiteX5" fmla="*/ 89338 w 201527"/>
                <a:gd name="connsiteY5" fmla="*/ 228684 h 245141"/>
                <a:gd name="connsiteX6" fmla="*/ 64943 w 201527"/>
                <a:gd name="connsiteY6" fmla="*/ 228684 h 245141"/>
                <a:gd name="connsiteX7" fmla="*/ 64943 w 201527"/>
                <a:gd name="connsiteY7" fmla="*/ 154859 h 245141"/>
                <a:gd name="connsiteX8" fmla="*/ 117623 w 201527"/>
                <a:gd name="connsiteY8" fmla="*/ 99049 h 245141"/>
                <a:gd name="connsiteX9" fmla="*/ 137069 w 201527"/>
                <a:gd name="connsiteY9" fmla="*/ 133312 h 245141"/>
                <a:gd name="connsiteX10" fmla="*/ 137069 w 201527"/>
                <a:gd name="connsiteY10" fmla="*/ 228684 h 245141"/>
                <a:gd name="connsiteX11" fmla="*/ 112673 w 201527"/>
                <a:gd name="connsiteY11" fmla="*/ 228684 h 245141"/>
                <a:gd name="connsiteX12" fmla="*/ 112673 w 201527"/>
                <a:gd name="connsiteY12" fmla="*/ 245286 h 245141"/>
                <a:gd name="connsiteX13" fmla="*/ 157221 w 201527"/>
                <a:gd name="connsiteY13" fmla="*/ 244226 h 245141"/>
                <a:gd name="connsiteX14" fmla="*/ 201770 w 201527"/>
                <a:gd name="connsiteY14" fmla="*/ 245286 h 245141"/>
                <a:gd name="connsiteX15" fmla="*/ 201770 w 201527"/>
                <a:gd name="connsiteY15" fmla="*/ 228684 h 245141"/>
                <a:gd name="connsiteX16" fmla="*/ 177374 w 201527"/>
                <a:gd name="connsiteY16" fmla="*/ 228684 h 245141"/>
                <a:gd name="connsiteX17" fmla="*/ 177374 w 201527"/>
                <a:gd name="connsiteY17" fmla="*/ 137198 h 245141"/>
                <a:gd name="connsiteX18" fmla="*/ 122926 w 201527"/>
                <a:gd name="connsiteY18" fmla="*/ 86332 h 245141"/>
                <a:gd name="connsiteX19" fmla="*/ 62822 w 201527"/>
                <a:gd name="connsiteY19" fmla="*/ 120949 h 245141"/>
                <a:gd name="connsiteX20" fmla="*/ 62822 w 201527"/>
                <a:gd name="connsiteY20" fmla="*/ 144 h 245141"/>
                <a:gd name="connsiteX21" fmla="*/ 242 w 201527"/>
                <a:gd name="connsiteY21" fmla="*/ 2970 h 245141"/>
                <a:gd name="connsiteX22" fmla="*/ 242 w 201527"/>
                <a:gd name="connsiteY22" fmla="*/ 19572 h 245141"/>
                <a:gd name="connsiteX23" fmla="*/ 24637 w 201527"/>
                <a:gd name="connsiteY23" fmla="*/ 33348 h 245141"/>
                <a:gd name="connsiteX24" fmla="*/ 24637 w 201527"/>
                <a:gd name="connsiteY24" fmla="*/ 228684 h 245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527" h="245141">
                  <a:moveTo>
                    <a:pt x="24637" y="228684"/>
                  </a:moveTo>
                  <a:lnTo>
                    <a:pt x="242" y="228684"/>
                  </a:lnTo>
                  <a:lnTo>
                    <a:pt x="242" y="245286"/>
                  </a:lnTo>
                  <a:cubicBezTo>
                    <a:pt x="10142" y="244932"/>
                    <a:pt x="31355" y="244226"/>
                    <a:pt x="44790" y="244226"/>
                  </a:cubicBezTo>
                  <a:cubicBezTo>
                    <a:pt x="58579" y="244226"/>
                    <a:pt x="79439" y="244932"/>
                    <a:pt x="89338" y="245286"/>
                  </a:cubicBezTo>
                  <a:lnTo>
                    <a:pt x="89338" y="228684"/>
                  </a:lnTo>
                  <a:lnTo>
                    <a:pt x="64943" y="228684"/>
                  </a:lnTo>
                  <a:lnTo>
                    <a:pt x="64943" y="154859"/>
                  </a:lnTo>
                  <a:cubicBezTo>
                    <a:pt x="64943" y="116357"/>
                    <a:pt x="95349" y="99049"/>
                    <a:pt x="117623" y="99049"/>
                  </a:cubicBezTo>
                  <a:cubicBezTo>
                    <a:pt x="129644" y="99049"/>
                    <a:pt x="137069" y="106467"/>
                    <a:pt x="137069" y="133312"/>
                  </a:cubicBezTo>
                  <a:lnTo>
                    <a:pt x="137069" y="228684"/>
                  </a:lnTo>
                  <a:lnTo>
                    <a:pt x="112673" y="228684"/>
                  </a:lnTo>
                  <a:lnTo>
                    <a:pt x="112673" y="245286"/>
                  </a:lnTo>
                  <a:cubicBezTo>
                    <a:pt x="122573" y="244932"/>
                    <a:pt x="143786" y="244226"/>
                    <a:pt x="157221" y="244226"/>
                  </a:cubicBezTo>
                  <a:cubicBezTo>
                    <a:pt x="171010" y="244226"/>
                    <a:pt x="191870" y="244932"/>
                    <a:pt x="201770" y="245286"/>
                  </a:cubicBezTo>
                  <a:lnTo>
                    <a:pt x="201770" y="228684"/>
                  </a:lnTo>
                  <a:lnTo>
                    <a:pt x="177374" y="228684"/>
                  </a:lnTo>
                  <a:lnTo>
                    <a:pt x="177374" y="137198"/>
                  </a:lnTo>
                  <a:cubicBezTo>
                    <a:pt x="177374" y="100108"/>
                    <a:pt x="158282" y="86332"/>
                    <a:pt x="122926" y="86332"/>
                  </a:cubicBezTo>
                  <a:cubicBezTo>
                    <a:pt x="88985" y="86332"/>
                    <a:pt x="70953" y="106820"/>
                    <a:pt x="62822" y="120949"/>
                  </a:cubicBezTo>
                  <a:lnTo>
                    <a:pt x="62822" y="144"/>
                  </a:lnTo>
                  <a:lnTo>
                    <a:pt x="242" y="2970"/>
                  </a:lnTo>
                  <a:lnTo>
                    <a:pt x="242" y="19572"/>
                  </a:lnTo>
                  <a:cubicBezTo>
                    <a:pt x="22163" y="19572"/>
                    <a:pt x="24637" y="19572"/>
                    <a:pt x="24637" y="33348"/>
                  </a:cubicBezTo>
                  <a:lnTo>
                    <a:pt x="24637" y="228684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C76562EB-3FC5-7666-DAE8-86DBC2595422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15697285" y="8139168"/>
              <a:ext cx="115082" cy="111514"/>
            </a:xfrm>
            <a:custGeom>
              <a:avLst/>
              <a:gdLst>
                <a:gd name="connsiteX0" fmla="*/ 46777 w 115082"/>
                <a:gd name="connsiteY0" fmla="*/ 59241 h 111514"/>
                <a:gd name="connsiteX1" fmla="*/ 53211 w 115082"/>
                <a:gd name="connsiteY1" fmla="*/ 34268 h 111514"/>
                <a:gd name="connsiteX2" fmla="*/ 68803 w 115082"/>
                <a:gd name="connsiteY2" fmla="*/ 13993 h 111514"/>
                <a:gd name="connsiteX3" fmla="*/ 88850 w 115082"/>
                <a:gd name="connsiteY3" fmla="*/ 7069 h 111514"/>
                <a:gd name="connsiteX4" fmla="*/ 102462 w 115082"/>
                <a:gd name="connsiteY4" fmla="*/ 10531 h 111514"/>
                <a:gd name="connsiteX5" fmla="*/ 91572 w 115082"/>
                <a:gd name="connsiteY5" fmla="*/ 24130 h 111514"/>
                <a:gd name="connsiteX6" fmla="*/ 101472 w 115082"/>
                <a:gd name="connsiteY6" fmla="*/ 33279 h 111514"/>
                <a:gd name="connsiteX7" fmla="*/ 115331 w 115082"/>
                <a:gd name="connsiteY7" fmla="*/ 18196 h 111514"/>
                <a:gd name="connsiteX8" fmla="*/ 89097 w 115082"/>
                <a:gd name="connsiteY8" fmla="*/ 146 h 111514"/>
                <a:gd name="connsiteX9" fmla="*/ 54201 w 115082"/>
                <a:gd name="connsiteY9" fmla="*/ 17701 h 111514"/>
                <a:gd name="connsiteX10" fmla="*/ 28710 w 115082"/>
                <a:gd name="connsiteY10" fmla="*/ 146 h 111514"/>
                <a:gd name="connsiteX11" fmla="*/ 9406 w 115082"/>
                <a:gd name="connsiteY11" fmla="*/ 12756 h 111514"/>
                <a:gd name="connsiteX12" fmla="*/ 248 w 115082"/>
                <a:gd name="connsiteY12" fmla="*/ 37977 h 111514"/>
                <a:gd name="connsiteX13" fmla="*/ 4456 w 115082"/>
                <a:gd name="connsiteY13" fmla="*/ 41191 h 111514"/>
                <a:gd name="connsiteX14" fmla="*/ 9901 w 115082"/>
                <a:gd name="connsiteY14" fmla="*/ 33773 h 111514"/>
                <a:gd name="connsiteX15" fmla="*/ 27967 w 115082"/>
                <a:gd name="connsiteY15" fmla="*/ 7069 h 111514"/>
                <a:gd name="connsiteX16" fmla="*/ 36134 w 115082"/>
                <a:gd name="connsiteY16" fmla="*/ 19185 h 111514"/>
                <a:gd name="connsiteX17" fmla="*/ 32175 w 115082"/>
                <a:gd name="connsiteY17" fmla="*/ 39708 h 111514"/>
                <a:gd name="connsiteX18" fmla="*/ 26730 w 115082"/>
                <a:gd name="connsiteY18" fmla="*/ 61961 h 111514"/>
                <a:gd name="connsiteX19" fmla="*/ 18810 w 115082"/>
                <a:gd name="connsiteY19" fmla="*/ 93611 h 111514"/>
                <a:gd name="connsiteX20" fmla="*/ 16335 w 115082"/>
                <a:gd name="connsiteY20" fmla="*/ 103748 h 111514"/>
                <a:gd name="connsiteX21" fmla="*/ 24750 w 115082"/>
                <a:gd name="connsiteY21" fmla="*/ 111660 h 111514"/>
                <a:gd name="connsiteX22" fmla="*/ 35392 w 115082"/>
                <a:gd name="connsiteY22" fmla="*/ 104490 h 111514"/>
                <a:gd name="connsiteX23" fmla="*/ 40094 w 115082"/>
                <a:gd name="connsiteY23" fmla="*/ 85945 h 111514"/>
                <a:gd name="connsiteX24" fmla="*/ 46777 w 115082"/>
                <a:gd name="connsiteY24" fmla="*/ 59241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82" h="111514">
                  <a:moveTo>
                    <a:pt x="46777" y="59241"/>
                  </a:moveTo>
                  <a:cubicBezTo>
                    <a:pt x="47024" y="57758"/>
                    <a:pt x="52716" y="35504"/>
                    <a:pt x="53211" y="34268"/>
                  </a:cubicBezTo>
                  <a:cubicBezTo>
                    <a:pt x="53706" y="32290"/>
                    <a:pt x="60883" y="19927"/>
                    <a:pt x="68803" y="13993"/>
                  </a:cubicBezTo>
                  <a:cubicBezTo>
                    <a:pt x="71526" y="12014"/>
                    <a:pt x="78208" y="7069"/>
                    <a:pt x="88850" y="7069"/>
                  </a:cubicBezTo>
                  <a:cubicBezTo>
                    <a:pt x="91325" y="7069"/>
                    <a:pt x="97512" y="7317"/>
                    <a:pt x="102462" y="10531"/>
                  </a:cubicBezTo>
                  <a:cubicBezTo>
                    <a:pt x="94542" y="12756"/>
                    <a:pt x="91572" y="19680"/>
                    <a:pt x="91572" y="24130"/>
                  </a:cubicBezTo>
                  <a:cubicBezTo>
                    <a:pt x="91572" y="29570"/>
                    <a:pt x="95780" y="33279"/>
                    <a:pt x="101472" y="33279"/>
                  </a:cubicBezTo>
                  <a:cubicBezTo>
                    <a:pt x="107164" y="33279"/>
                    <a:pt x="115331" y="28581"/>
                    <a:pt x="115331" y="18196"/>
                  </a:cubicBezTo>
                  <a:cubicBezTo>
                    <a:pt x="115331" y="5338"/>
                    <a:pt x="101719" y="146"/>
                    <a:pt x="89097" y="146"/>
                  </a:cubicBezTo>
                  <a:cubicBezTo>
                    <a:pt x="76228" y="146"/>
                    <a:pt x="65091" y="5338"/>
                    <a:pt x="54201" y="17701"/>
                  </a:cubicBezTo>
                  <a:cubicBezTo>
                    <a:pt x="49746" y="2619"/>
                    <a:pt x="34650" y="146"/>
                    <a:pt x="28710" y="146"/>
                  </a:cubicBezTo>
                  <a:cubicBezTo>
                    <a:pt x="19553" y="146"/>
                    <a:pt x="13365" y="5833"/>
                    <a:pt x="9406" y="12756"/>
                  </a:cubicBezTo>
                  <a:cubicBezTo>
                    <a:pt x="3713" y="22399"/>
                    <a:pt x="248" y="36741"/>
                    <a:pt x="248" y="37977"/>
                  </a:cubicBezTo>
                  <a:cubicBezTo>
                    <a:pt x="248" y="41191"/>
                    <a:pt x="3713" y="41191"/>
                    <a:pt x="4456" y="41191"/>
                  </a:cubicBezTo>
                  <a:cubicBezTo>
                    <a:pt x="7921" y="41191"/>
                    <a:pt x="8168" y="40449"/>
                    <a:pt x="9901" y="33773"/>
                  </a:cubicBezTo>
                  <a:cubicBezTo>
                    <a:pt x="13613" y="18691"/>
                    <a:pt x="18315" y="7069"/>
                    <a:pt x="27967" y="7069"/>
                  </a:cubicBezTo>
                  <a:cubicBezTo>
                    <a:pt x="34402" y="7069"/>
                    <a:pt x="36134" y="12509"/>
                    <a:pt x="36134" y="19185"/>
                  </a:cubicBezTo>
                  <a:cubicBezTo>
                    <a:pt x="36134" y="23883"/>
                    <a:pt x="33907" y="33032"/>
                    <a:pt x="32175" y="39708"/>
                  </a:cubicBezTo>
                  <a:cubicBezTo>
                    <a:pt x="30442" y="46384"/>
                    <a:pt x="27967" y="56521"/>
                    <a:pt x="26730" y="61961"/>
                  </a:cubicBezTo>
                  <a:lnTo>
                    <a:pt x="18810" y="93611"/>
                  </a:lnTo>
                  <a:cubicBezTo>
                    <a:pt x="17820" y="96825"/>
                    <a:pt x="16335" y="103006"/>
                    <a:pt x="16335" y="103748"/>
                  </a:cubicBezTo>
                  <a:cubicBezTo>
                    <a:pt x="16335" y="109188"/>
                    <a:pt x="20790" y="111660"/>
                    <a:pt x="24750" y="111660"/>
                  </a:cubicBezTo>
                  <a:cubicBezTo>
                    <a:pt x="28462" y="111660"/>
                    <a:pt x="33412" y="109435"/>
                    <a:pt x="35392" y="104490"/>
                  </a:cubicBezTo>
                  <a:cubicBezTo>
                    <a:pt x="35887" y="103006"/>
                    <a:pt x="38609" y="92127"/>
                    <a:pt x="40094" y="85945"/>
                  </a:cubicBezTo>
                  <a:lnTo>
                    <a:pt x="46777" y="59241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29E6C6DE-2E11-B418-1FBA-94A0CF71FA02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15849995" y="7930304"/>
              <a:ext cx="48437" cy="353229"/>
            </a:xfrm>
            <a:custGeom>
              <a:avLst/>
              <a:gdLst>
                <a:gd name="connsiteX0" fmla="*/ 48690 w 48437"/>
                <a:gd name="connsiteY0" fmla="*/ 144 h 353229"/>
                <a:gd name="connsiteX1" fmla="*/ 253 w 48437"/>
                <a:gd name="connsiteY1" fmla="*/ 144 h 353229"/>
                <a:gd name="connsiteX2" fmla="*/ 253 w 48437"/>
                <a:gd name="connsiteY2" fmla="*/ 14274 h 353229"/>
                <a:gd name="connsiteX3" fmla="*/ 34548 w 48437"/>
                <a:gd name="connsiteY3" fmla="*/ 14274 h 353229"/>
                <a:gd name="connsiteX4" fmla="*/ 34548 w 48437"/>
                <a:gd name="connsiteY4" fmla="*/ 339245 h 353229"/>
                <a:gd name="connsiteX5" fmla="*/ 253 w 48437"/>
                <a:gd name="connsiteY5" fmla="*/ 339245 h 353229"/>
                <a:gd name="connsiteX6" fmla="*/ 253 w 48437"/>
                <a:gd name="connsiteY6" fmla="*/ 353374 h 353229"/>
                <a:gd name="connsiteX7" fmla="*/ 48690 w 48437"/>
                <a:gd name="connsiteY7" fmla="*/ 353374 h 353229"/>
                <a:gd name="connsiteX8" fmla="*/ 48690 w 48437"/>
                <a:gd name="connsiteY8" fmla="*/ 144 h 353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37" h="353229">
                  <a:moveTo>
                    <a:pt x="48690" y="144"/>
                  </a:moveTo>
                  <a:lnTo>
                    <a:pt x="253" y="144"/>
                  </a:lnTo>
                  <a:lnTo>
                    <a:pt x="253" y="14274"/>
                  </a:lnTo>
                  <a:lnTo>
                    <a:pt x="34548" y="14274"/>
                  </a:lnTo>
                  <a:lnTo>
                    <a:pt x="34548" y="339245"/>
                  </a:lnTo>
                  <a:lnTo>
                    <a:pt x="253" y="339245"/>
                  </a:lnTo>
                  <a:lnTo>
                    <a:pt x="253" y="353374"/>
                  </a:lnTo>
                  <a:lnTo>
                    <a:pt x="48690" y="353374"/>
                  </a:lnTo>
                  <a:lnTo>
                    <a:pt x="48690" y="144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51CD2EC5-F154-2854-700E-E2044E61E8DC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16038793" y="7989294"/>
              <a:ext cx="235115" cy="235250"/>
            </a:xfrm>
            <a:custGeom>
              <a:avLst/>
              <a:gdLst>
                <a:gd name="connsiteX0" fmla="*/ 125063 w 235115"/>
                <a:gd name="connsiteY0" fmla="*/ 124834 h 235250"/>
                <a:gd name="connsiteX1" fmla="*/ 223706 w 235115"/>
                <a:gd name="connsiteY1" fmla="*/ 124834 h 235250"/>
                <a:gd name="connsiteX2" fmla="*/ 235373 w 235115"/>
                <a:gd name="connsiteY2" fmla="*/ 117770 h 235250"/>
                <a:gd name="connsiteX3" fmla="*/ 223706 w 235115"/>
                <a:gd name="connsiteY3" fmla="*/ 110705 h 235250"/>
                <a:gd name="connsiteX4" fmla="*/ 125063 w 235115"/>
                <a:gd name="connsiteY4" fmla="*/ 110705 h 235250"/>
                <a:gd name="connsiteX5" fmla="*/ 125063 w 235115"/>
                <a:gd name="connsiteY5" fmla="*/ 11801 h 235250"/>
                <a:gd name="connsiteX6" fmla="*/ 117992 w 235115"/>
                <a:gd name="connsiteY6" fmla="*/ 144 h 235250"/>
                <a:gd name="connsiteX7" fmla="*/ 110921 w 235115"/>
                <a:gd name="connsiteY7" fmla="*/ 11801 h 235250"/>
                <a:gd name="connsiteX8" fmla="*/ 110921 w 235115"/>
                <a:gd name="connsiteY8" fmla="*/ 110705 h 235250"/>
                <a:gd name="connsiteX9" fmla="*/ 11925 w 235115"/>
                <a:gd name="connsiteY9" fmla="*/ 110705 h 235250"/>
                <a:gd name="connsiteX10" fmla="*/ 258 w 235115"/>
                <a:gd name="connsiteY10" fmla="*/ 117770 h 235250"/>
                <a:gd name="connsiteX11" fmla="*/ 11925 w 235115"/>
                <a:gd name="connsiteY11" fmla="*/ 124834 h 235250"/>
                <a:gd name="connsiteX12" fmla="*/ 110921 w 235115"/>
                <a:gd name="connsiteY12" fmla="*/ 124834 h 235250"/>
                <a:gd name="connsiteX13" fmla="*/ 110921 w 235115"/>
                <a:gd name="connsiteY13" fmla="*/ 223739 h 235250"/>
                <a:gd name="connsiteX14" fmla="*/ 117992 w 235115"/>
                <a:gd name="connsiteY14" fmla="*/ 235395 h 235250"/>
                <a:gd name="connsiteX15" fmla="*/ 125063 w 235115"/>
                <a:gd name="connsiteY15" fmla="*/ 223739 h 235250"/>
                <a:gd name="connsiteX16" fmla="*/ 125063 w 235115"/>
                <a:gd name="connsiteY16" fmla="*/ 124834 h 235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115" h="235250">
                  <a:moveTo>
                    <a:pt x="125063" y="124834"/>
                  </a:moveTo>
                  <a:lnTo>
                    <a:pt x="223706" y="124834"/>
                  </a:lnTo>
                  <a:cubicBezTo>
                    <a:pt x="228656" y="124834"/>
                    <a:pt x="235373" y="124834"/>
                    <a:pt x="235373" y="117770"/>
                  </a:cubicBezTo>
                  <a:cubicBezTo>
                    <a:pt x="235373" y="110705"/>
                    <a:pt x="228656" y="110705"/>
                    <a:pt x="223706" y="110705"/>
                  </a:cubicBezTo>
                  <a:lnTo>
                    <a:pt x="125063" y="110705"/>
                  </a:lnTo>
                  <a:lnTo>
                    <a:pt x="125063" y="11801"/>
                  </a:lnTo>
                  <a:cubicBezTo>
                    <a:pt x="125063" y="6856"/>
                    <a:pt x="125063" y="144"/>
                    <a:pt x="117992" y="144"/>
                  </a:cubicBezTo>
                  <a:cubicBezTo>
                    <a:pt x="110921" y="144"/>
                    <a:pt x="110921" y="6856"/>
                    <a:pt x="110921" y="11801"/>
                  </a:cubicBezTo>
                  <a:lnTo>
                    <a:pt x="110921" y="110705"/>
                  </a:lnTo>
                  <a:lnTo>
                    <a:pt x="11925" y="110705"/>
                  </a:lnTo>
                  <a:cubicBezTo>
                    <a:pt x="6975" y="110705"/>
                    <a:pt x="258" y="110705"/>
                    <a:pt x="258" y="117770"/>
                  </a:cubicBezTo>
                  <a:cubicBezTo>
                    <a:pt x="258" y="124834"/>
                    <a:pt x="6975" y="124834"/>
                    <a:pt x="11925" y="124834"/>
                  </a:cubicBezTo>
                  <a:lnTo>
                    <a:pt x="110921" y="124834"/>
                  </a:lnTo>
                  <a:lnTo>
                    <a:pt x="110921" y="223739"/>
                  </a:lnTo>
                  <a:cubicBezTo>
                    <a:pt x="110921" y="228684"/>
                    <a:pt x="110921" y="235395"/>
                    <a:pt x="117992" y="235395"/>
                  </a:cubicBezTo>
                  <a:cubicBezTo>
                    <a:pt x="125063" y="235395"/>
                    <a:pt x="125063" y="228684"/>
                    <a:pt x="125063" y="223739"/>
                  </a:cubicBezTo>
                  <a:lnTo>
                    <a:pt x="125063" y="124834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8346BF22-1277-02C6-220B-68B30914066F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16385632" y="7950085"/>
              <a:ext cx="199052" cy="247260"/>
            </a:xfrm>
            <a:custGeom>
              <a:avLst/>
              <a:gdLst>
                <a:gd name="connsiteX0" fmla="*/ 62847 w 199052"/>
                <a:gd name="connsiteY0" fmla="*/ 103641 h 247260"/>
                <a:gd name="connsiteX1" fmla="*/ 62847 w 199052"/>
                <a:gd name="connsiteY1" fmla="*/ 144 h 247260"/>
                <a:gd name="connsiteX2" fmla="*/ 268 w 199052"/>
                <a:gd name="connsiteY2" fmla="*/ 2970 h 247260"/>
                <a:gd name="connsiteX3" fmla="*/ 268 w 199052"/>
                <a:gd name="connsiteY3" fmla="*/ 19572 h 247260"/>
                <a:gd name="connsiteX4" fmla="*/ 24663 w 199052"/>
                <a:gd name="connsiteY4" fmla="*/ 33348 h 247260"/>
                <a:gd name="connsiteX5" fmla="*/ 24663 w 199052"/>
                <a:gd name="connsiteY5" fmla="*/ 245286 h 247260"/>
                <a:gd name="connsiteX6" fmla="*/ 41280 w 199052"/>
                <a:gd name="connsiteY6" fmla="*/ 245286 h 247260"/>
                <a:gd name="connsiteX7" fmla="*/ 58605 w 199052"/>
                <a:gd name="connsiteY7" fmla="*/ 225505 h 247260"/>
                <a:gd name="connsiteX8" fmla="*/ 110224 w 199052"/>
                <a:gd name="connsiteY8" fmla="*/ 247405 h 247260"/>
                <a:gd name="connsiteX9" fmla="*/ 199320 w 199052"/>
                <a:gd name="connsiteY9" fmla="*/ 166516 h 247260"/>
                <a:gd name="connsiteX10" fmla="*/ 114820 w 199052"/>
                <a:gd name="connsiteY10" fmla="*/ 86332 h 247260"/>
                <a:gd name="connsiteX11" fmla="*/ 62847 w 199052"/>
                <a:gd name="connsiteY11" fmla="*/ 103641 h 247260"/>
                <a:gd name="connsiteX12" fmla="*/ 64969 w 199052"/>
                <a:gd name="connsiteY12" fmla="*/ 210316 h 247260"/>
                <a:gd name="connsiteX13" fmla="*/ 64969 w 199052"/>
                <a:gd name="connsiteY13" fmla="*/ 121655 h 247260"/>
                <a:gd name="connsiteX14" fmla="*/ 110931 w 199052"/>
                <a:gd name="connsiteY14" fmla="*/ 99049 h 247260"/>
                <a:gd name="connsiteX15" fmla="*/ 154065 w 199052"/>
                <a:gd name="connsiteY15" fmla="*/ 166516 h 247260"/>
                <a:gd name="connsiteX16" fmla="*/ 144873 w 199052"/>
                <a:gd name="connsiteY16" fmla="*/ 216321 h 247260"/>
                <a:gd name="connsiteX17" fmla="*/ 107042 w 199052"/>
                <a:gd name="connsiteY17" fmla="*/ 234689 h 247260"/>
                <a:gd name="connsiteX18" fmla="*/ 64969 w 199052"/>
                <a:gd name="connsiteY18" fmla="*/ 210316 h 247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052" h="247260">
                  <a:moveTo>
                    <a:pt x="62847" y="103641"/>
                  </a:moveTo>
                  <a:lnTo>
                    <a:pt x="62847" y="144"/>
                  </a:lnTo>
                  <a:lnTo>
                    <a:pt x="268" y="2970"/>
                  </a:lnTo>
                  <a:lnTo>
                    <a:pt x="268" y="19572"/>
                  </a:lnTo>
                  <a:cubicBezTo>
                    <a:pt x="22188" y="19572"/>
                    <a:pt x="24663" y="19572"/>
                    <a:pt x="24663" y="33348"/>
                  </a:cubicBezTo>
                  <a:lnTo>
                    <a:pt x="24663" y="245286"/>
                  </a:lnTo>
                  <a:lnTo>
                    <a:pt x="41280" y="245286"/>
                  </a:lnTo>
                  <a:lnTo>
                    <a:pt x="58605" y="225505"/>
                  </a:lnTo>
                  <a:cubicBezTo>
                    <a:pt x="61433" y="228331"/>
                    <a:pt x="78757" y="247405"/>
                    <a:pt x="110224" y="247405"/>
                  </a:cubicBezTo>
                  <a:cubicBezTo>
                    <a:pt x="162904" y="247405"/>
                    <a:pt x="199320" y="215614"/>
                    <a:pt x="199320" y="166516"/>
                  </a:cubicBezTo>
                  <a:cubicBezTo>
                    <a:pt x="199320" y="119536"/>
                    <a:pt x="166086" y="86332"/>
                    <a:pt x="114820" y="86332"/>
                  </a:cubicBezTo>
                  <a:cubicBezTo>
                    <a:pt x="89011" y="86332"/>
                    <a:pt x="71333" y="96576"/>
                    <a:pt x="62847" y="103641"/>
                  </a:cubicBezTo>
                  <a:close/>
                  <a:moveTo>
                    <a:pt x="64969" y="210316"/>
                  </a:moveTo>
                  <a:lnTo>
                    <a:pt x="64969" y="121655"/>
                  </a:lnTo>
                  <a:cubicBezTo>
                    <a:pt x="74515" y="109292"/>
                    <a:pt x="91486" y="99049"/>
                    <a:pt x="110931" y="99049"/>
                  </a:cubicBezTo>
                  <a:cubicBezTo>
                    <a:pt x="154065" y="99049"/>
                    <a:pt x="154065" y="141789"/>
                    <a:pt x="154065" y="166516"/>
                  </a:cubicBezTo>
                  <a:cubicBezTo>
                    <a:pt x="154065" y="183117"/>
                    <a:pt x="154065" y="202545"/>
                    <a:pt x="144873" y="216321"/>
                  </a:cubicBezTo>
                  <a:cubicBezTo>
                    <a:pt x="134619" y="230803"/>
                    <a:pt x="118356" y="234689"/>
                    <a:pt x="107042" y="234689"/>
                  </a:cubicBezTo>
                  <a:cubicBezTo>
                    <a:pt x="82293" y="234689"/>
                    <a:pt x="68504" y="215614"/>
                    <a:pt x="64969" y="210316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6E1D3D9F-9489-33A1-E383-C652DE55B325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16613777" y="8139168"/>
              <a:ext cx="116072" cy="111514"/>
            </a:xfrm>
            <a:custGeom>
              <a:avLst/>
              <a:gdLst>
                <a:gd name="connsiteX0" fmla="*/ 116347 w 116072"/>
                <a:gd name="connsiteY0" fmla="*/ 43417 h 111514"/>
                <a:gd name="connsiteX1" fmla="*/ 71551 w 116072"/>
                <a:gd name="connsiteY1" fmla="*/ 146 h 111514"/>
                <a:gd name="connsiteX2" fmla="*/ 274 w 116072"/>
                <a:gd name="connsiteY2" fmla="*/ 68390 h 111514"/>
                <a:gd name="connsiteX3" fmla="*/ 45317 w 116072"/>
                <a:gd name="connsiteY3" fmla="*/ 111660 h 111514"/>
                <a:gd name="connsiteX4" fmla="*/ 116347 w 116072"/>
                <a:gd name="connsiteY4" fmla="*/ 43417 h 111514"/>
                <a:gd name="connsiteX5" fmla="*/ 45565 w 116072"/>
                <a:gd name="connsiteY5" fmla="*/ 104737 h 111514"/>
                <a:gd name="connsiteX6" fmla="*/ 20816 w 116072"/>
                <a:gd name="connsiteY6" fmla="*/ 77291 h 111514"/>
                <a:gd name="connsiteX7" fmla="*/ 35170 w 116072"/>
                <a:gd name="connsiteY7" fmla="*/ 28828 h 111514"/>
                <a:gd name="connsiteX8" fmla="*/ 71304 w 116072"/>
                <a:gd name="connsiteY8" fmla="*/ 7069 h 111514"/>
                <a:gd name="connsiteX9" fmla="*/ 96053 w 116072"/>
                <a:gd name="connsiteY9" fmla="*/ 34515 h 111514"/>
                <a:gd name="connsiteX10" fmla="*/ 82193 w 116072"/>
                <a:gd name="connsiteY10" fmla="*/ 82237 h 111514"/>
                <a:gd name="connsiteX11" fmla="*/ 45565 w 116072"/>
                <a:gd name="connsiteY11" fmla="*/ 104737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6072" h="111514">
                  <a:moveTo>
                    <a:pt x="116347" y="43417"/>
                  </a:moveTo>
                  <a:cubicBezTo>
                    <a:pt x="116347" y="15971"/>
                    <a:pt x="95805" y="146"/>
                    <a:pt x="71551" y="146"/>
                  </a:cubicBezTo>
                  <a:cubicBezTo>
                    <a:pt x="34923" y="146"/>
                    <a:pt x="274" y="34515"/>
                    <a:pt x="274" y="68390"/>
                  </a:cubicBezTo>
                  <a:cubicBezTo>
                    <a:pt x="274" y="93116"/>
                    <a:pt x="18341" y="111660"/>
                    <a:pt x="45317" y="111660"/>
                  </a:cubicBezTo>
                  <a:cubicBezTo>
                    <a:pt x="80708" y="111660"/>
                    <a:pt x="116347" y="79022"/>
                    <a:pt x="116347" y="43417"/>
                  </a:cubicBezTo>
                  <a:close/>
                  <a:moveTo>
                    <a:pt x="45565" y="104737"/>
                  </a:moveTo>
                  <a:cubicBezTo>
                    <a:pt x="33190" y="104737"/>
                    <a:pt x="20816" y="96825"/>
                    <a:pt x="20816" y="77291"/>
                  </a:cubicBezTo>
                  <a:cubicBezTo>
                    <a:pt x="20816" y="67154"/>
                    <a:pt x="25518" y="42922"/>
                    <a:pt x="35170" y="28828"/>
                  </a:cubicBezTo>
                  <a:cubicBezTo>
                    <a:pt x="45812" y="13498"/>
                    <a:pt x="60167" y="7069"/>
                    <a:pt x="71304" y="7069"/>
                  </a:cubicBezTo>
                  <a:cubicBezTo>
                    <a:pt x="84668" y="7069"/>
                    <a:pt x="96053" y="16218"/>
                    <a:pt x="96053" y="34515"/>
                  </a:cubicBezTo>
                  <a:cubicBezTo>
                    <a:pt x="96053" y="40449"/>
                    <a:pt x="93083" y="64928"/>
                    <a:pt x="82193" y="82237"/>
                  </a:cubicBezTo>
                  <a:cubicBezTo>
                    <a:pt x="72789" y="96825"/>
                    <a:pt x="57939" y="104737"/>
                    <a:pt x="45565" y="104737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CC59EF1D-B3E2-6F23-0012-186A3840EE47}"/>
                </a:ext>
              </a:extLst>
            </p:cNvPr>
            <p:cNvSpPr/>
            <p:nvPr>
              <p:custDataLst>
                <p:tags r:id="rId101"/>
              </p:custDataLst>
            </p:nvPr>
          </p:nvSpPr>
          <p:spPr>
            <a:xfrm>
              <a:off x="16775820" y="7930304"/>
              <a:ext cx="82025" cy="353229"/>
            </a:xfrm>
            <a:custGeom>
              <a:avLst/>
              <a:gdLst>
                <a:gd name="connsiteX0" fmla="*/ 82304 w 82025"/>
                <a:gd name="connsiteY0" fmla="*/ 176759 h 353229"/>
                <a:gd name="connsiteX1" fmla="*/ 58969 w 82025"/>
                <a:gd name="connsiteY1" fmla="*/ 66552 h 353229"/>
                <a:gd name="connsiteX2" fmla="*/ 3814 w 82025"/>
                <a:gd name="connsiteY2" fmla="*/ 144 h 353229"/>
                <a:gd name="connsiteX3" fmla="*/ 279 w 82025"/>
                <a:gd name="connsiteY3" fmla="*/ 3677 h 353229"/>
                <a:gd name="connsiteX4" fmla="*/ 6996 w 82025"/>
                <a:gd name="connsiteY4" fmla="*/ 11801 h 353229"/>
                <a:gd name="connsiteX5" fmla="*/ 61798 w 82025"/>
                <a:gd name="connsiteY5" fmla="*/ 176759 h 353229"/>
                <a:gd name="connsiteX6" fmla="*/ 4875 w 82025"/>
                <a:gd name="connsiteY6" fmla="*/ 343837 h 353229"/>
                <a:gd name="connsiteX7" fmla="*/ 279 w 82025"/>
                <a:gd name="connsiteY7" fmla="*/ 349842 h 353229"/>
                <a:gd name="connsiteX8" fmla="*/ 3814 w 82025"/>
                <a:gd name="connsiteY8" fmla="*/ 353374 h 353229"/>
                <a:gd name="connsiteX9" fmla="*/ 60030 w 82025"/>
                <a:gd name="connsiteY9" fmla="*/ 284494 h 353229"/>
                <a:gd name="connsiteX10" fmla="*/ 82304 w 82025"/>
                <a:gd name="connsiteY10" fmla="*/ 176759 h 353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25" h="353229">
                  <a:moveTo>
                    <a:pt x="82304" y="176759"/>
                  </a:moveTo>
                  <a:cubicBezTo>
                    <a:pt x="82304" y="149207"/>
                    <a:pt x="78415" y="106467"/>
                    <a:pt x="58969" y="66552"/>
                  </a:cubicBezTo>
                  <a:cubicBezTo>
                    <a:pt x="37756" y="23104"/>
                    <a:pt x="7350" y="144"/>
                    <a:pt x="3814" y="144"/>
                  </a:cubicBezTo>
                  <a:cubicBezTo>
                    <a:pt x="1693" y="144"/>
                    <a:pt x="279" y="1557"/>
                    <a:pt x="279" y="3677"/>
                  </a:cubicBezTo>
                  <a:cubicBezTo>
                    <a:pt x="279" y="4736"/>
                    <a:pt x="279" y="5443"/>
                    <a:pt x="6996" y="11801"/>
                  </a:cubicBezTo>
                  <a:cubicBezTo>
                    <a:pt x="41645" y="46771"/>
                    <a:pt x="61798" y="102934"/>
                    <a:pt x="61798" y="176759"/>
                  </a:cubicBezTo>
                  <a:cubicBezTo>
                    <a:pt x="61798" y="237161"/>
                    <a:pt x="48716" y="299330"/>
                    <a:pt x="4875" y="343837"/>
                  </a:cubicBezTo>
                  <a:cubicBezTo>
                    <a:pt x="279" y="348076"/>
                    <a:pt x="279" y="348782"/>
                    <a:pt x="279" y="349842"/>
                  </a:cubicBezTo>
                  <a:cubicBezTo>
                    <a:pt x="279" y="351961"/>
                    <a:pt x="1693" y="353374"/>
                    <a:pt x="3814" y="353374"/>
                  </a:cubicBezTo>
                  <a:cubicBezTo>
                    <a:pt x="7350" y="353374"/>
                    <a:pt x="39170" y="329354"/>
                    <a:pt x="60030" y="284494"/>
                  </a:cubicBezTo>
                  <a:cubicBezTo>
                    <a:pt x="78061" y="245639"/>
                    <a:pt x="82304" y="206431"/>
                    <a:pt x="82304" y="176759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FED52DF0-E412-5FF5-CC29-154EE06CABEE}"/>
                </a:ext>
              </a:extLst>
            </p:cNvPr>
            <p:cNvSpPr/>
            <p:nvPr>
              <p:custDataLst>
                <p:tags r:id="rId102"/>
              </p:custDataLst>
            </p:nvPr>
          </p:nvSpPr>
          <p:spPr>
            <a:xfrm>
              <a:off x="12979983" y="8479929"/>
              <a:ext cx="201527" cy="245141"/>
            </a:xfrm>
            <a:custGeom>
              <a:avLst/>
              <a:gdLst>
                <a:gd name="connsiteX0" fmla="*/ 24567 w 201527"/>
                <a:gd name="connsiteY0" fmla="*/ 228699 h 245141"/>
                <a:gd name="connsiteX1" fmla="*/ 172 w 201527"/>
                <a:gd name="connsiteY1" fmla="*/ 228699 h 245141"/>
                <a:gd name="connsiteX2" fmla="*/ 172 w 201527"/>
                <a:gd name="connsiteY2" fmla="*/ 245301 h 245141"/>
                <a:gd name="connsiteX3" fmla="*/ 44720 w 201527"/>
                <a:gd name="connsiteY3" fmla="*/ 244241 h 245141"/>
                <a:gd name="connsiteX4" fmla="*/ 89268 w 201527"/>
                <a:gd name="connsiteY4" fmla="*/ 245301 h 245141"/>
                <a:gd name="connsiteX5" fmla="*/ 89268 w 201527"/>
                <a:gd name="connsiteY5" fmla="*/ 228699 h 245141"/>
                <a:gd name="connsiteX6" fmla="*/ 64873 w 201527"/>
                <a:gd name="connsiteY6" fmla="*/ 228699 h 245141"/>
                <a:gd name="connsiteX7" fmla="*/ 64873 w 201527"/>
                <a:gd name="connsiteY7" fmla="*/ 154874 h 245141"/>
                <a:gd name="connsiteX8" fmla="*/ 117553 w 201527"/>
                <a:gd name="connsiteY8" fmla="*/ 99064 h 245141"/>
                <a:gd name="connsiteX9" fmla="*/ 136998 w 201527"/>
                <a:gd name="connsiteY9" fmla="*/ 133327 h 245141"/>
                <a:gd name="connsiteX10" fmla="*/ 136998 w 201527"/>
                <a:gd name="connsiteY10" fmla="*/ 228699 h 245141"/>
                <a:gd name="connsiteX11" fmla="*/ 112603 w 201527"/>
                <a:gd name="connsiteY11" fmla="*/ 228699 h 245141"/>
                <a:gd name="connsiteX12" fmla="*/ 112603 w 201527"/>
                <a:gd name="connsiteY12" fmla="*/ 245301 h 245141"/>
                <a:gd name="connsiteX13" fmla="*/ 157151 w 201527"/>
                <a:gd name="connsiteY13" fmla="*/ 244241 h 245141"/>
                <a:gd name="connsiteX14" fmla="*/ 201699 w 201527"/>
                <a:gd name="connsiteY14" fmla="*/ 245301 h 245141"/>
                <a:gd name="connsiteX15" fmla="*/ 201699 w 201527"/>
                <a:gd name="connsiteY15" fmla="*/ 228699 h 245141"/>
                <a:gd name="connsiteX16" fmla="*/ 177304 w 201527"/>
                <a:gd name="connsiteY16" fmla="*/ 228699 h 245141"/>
                <a:gd name="connsiteX17" fmla="*/ 177304 w 201527"/>
                <a:gd name="connsiteY17" fmla="*/ 137212 h 245141"/>
                <a:gd name="connsiteX18" fmla="*/ 122856 w 201527"/>
                <a:gd name="connsiteY18" fmla="*/ 86347 h 245141"/>
                <a:gd name="connsiteX19" fmla="*/ 62751 w 201527"/>
                <a:gd name="connsiteY19" fmla="*/ 120964 h 245141"/>
                <a:gd name="connsiteX20" fmla="*/ 62751 w 201527"/>
                <a:gd name="connsiteY20" fmla="*/ 159 h 245141"/>
                <a:gd name="connsiteX21" fmla="*/ 172 w 201527"/>
                <a:gd name="connsiteY21" fmla="*/ 2985 h 245141"/>
                <a:gd name="connsiteX22" fmla="*/ 172 w 201527"/>
                <a:gd name="connsiteY22" fmla="*/ 19587 h 245141"/>
                <a:gd name="connsiteX23" fmla="*/ 24567 w 201527"/>
                <a:gd name="connsiteY23" fmla="*/ 33363 h 245141"/>
                <a:gd name="connsiteX24" fmla="*/ 24567 w 201527"/>
                <a:gd name="connsiteY24" fmla="*/ 228699 h 245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527" h="245141">
                  <a:moveTo>
                    <a:pt x="24567" y="228699"/>
                  </a:moveTo>
                  <a:lnTo>
                    <a:pt x="172" y="228699"/>
                  </a:lnTo>
                  <a:lnTo>
                    <a:pt x="172" y="245301"/>
                  </a:lnTo>
                  <a:cubicBezTo>
                    <a:pt x="10071" y="244947"/>
                    <a:pt x="31285" y="244241"/>
                    <a:pt x="44720" y="244241"/>
                  </a:cubicBezTo>
                  <a:cubicBezTo>
                    <a:pt x="58509" y="244241"/>
                    <a:pt x="79369" y="244947"/>
                    <a:pt x="89268" y="245301"/>
                  </a:cubicBezTo>
                  <a:lnTo>
                    <a:pt x="89268" y="228699"/>
                  </a:lnTo>
                  <a:lnTo>
                    <a:pt x="64873" y="228699"/>
                  </a:lnTo>
                  <a:lnTo>
                    <a:pt x="64873" y="154874"/>
                  </a:lnTo>
                  <a:cubicBezTo>
                    <a:pt x="64873" y="116372"/>
                    <a:pt x="95279" y="99064"/>
                    <a:pt x="117553" y="99064"/>
                  </a:cubicBezTo>
                  <a:cubicBezTo>
                    <a:pt x="129574" y="99064"/>
                    <a:pt x="136998" y="106481"/>
                    <a:pt x="136998" y="133327"/>
                  </a:cubicBezTo>
                  <a:lnTo>
                    <a:pt x="136998" y="228699"/>
                  </a:lnTo>
                  <a:lnTo>
                    <a:pt x="112603" y="228699"/>
                  </a:lnTo>
                  <a:lnTo>
                    <a:pt x="112603" y="245301"/>
                  </a:lnTo>
                  <a:cubicBezTo>
                    <a:pt x="122502" y="244947"/>
                    <a:pt x="143716" y="244241"/>
                    <a:pt x="157151" y="244241"/>
                  </a:cubicBezTo>
                  <a:cubicBezTo>
                    <a:pt x="170940" y="244241"/>
                    <a:pt x="191800" y="244947"/>
                    <a:pt x="201699" y="245301"/>
                  </a:cubicBezTo>
                  <a:lnTo>
                    <a:pt x="201699" y="228699"/>
                  </a:lnTo>
                  <a:lnTo>
                    <a:pt x="177304" y="228699"/>
                  </a:lnTo>
                  <a:lnTo>
                    <a:pt x="177304" y="137212"/>
                  </a:lnTo>
                  <a:cubicBezTo>
                    <a:pt x="177304" y="100123"/>
                    <a:pt x="158212" y="86347"/>
                    <a:pt x="122856" y="86347"/>
                  </a:cubicBezTo>
                  <a:cubicBezTo>
                    <a:pt x="88915" y="86347"/>
                    <a:pt x="70883" y="106835"/>
                    <a:pt x="62751" y="120964"/>
                  </a:cubicBezTo>
                  <a:lnTo>
                    <a:pt x="62751" y="159"/>
                  </a:lnTo>
                  <a:lnTo>
                    <a:pt x="172" y="2985"/>
                  </a:lnTo>
                  <a:lnTo>
                    <a:pt x="172" y="19587"/>
                  </a:lnTo>
                  <a:cubicBezTo>
                    <a:pt x="22092" y="19587"/>
                    <a:pt x="24567" y="19587"/>
                    <a:pt x="24567" y="33363"/>
                  </a:cubicBezTo>
                  <a:lnTo>
                    <a:pt x="24567" y="228699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7DF8E92B-D3ED-39DD-3235-0F9E439373E7}"/>
                </a:ext>
              </a:extLst>
            </p:cNvPr>
            <p:cNvSpPr/>
            <p:nvPr>
              <p:custDataLst>
                <p:tags r:id="rId103"/>
              </p:custDataLst>
            </p:nvPr>
          </p:nvSpPr>
          <p:spPr>
            <a:xfrm>
              <a:off x="13201588" y="8669013"/>
              <a:ext cx="151216" cy="111514"/>
            </a:xfrm>
            <a:custGeom>
              <a:avLst/>
              <a:gdLst>
                <a:gd name="connsiteX0" fmla="*/ 18740 w 151216"/>
                <a:gd name="connsiteY0" fmla="*/ 93625 h 111514"/>
                <a:gd name="connsiteX1" fmla="*/ 16265 w 151216"/>
                <a:gd name="connsiteY1" fmla="*/ 103763 h 111514"/>
                <a:gd name="connsiteX2" fmla="*/ 24680 w 151216"/>
                <a:gd name="connsiteY2" fmla="*/ 111675 h 111514"/>
                <a:gd name="connsiteX3" fmla="*/ 34332 w 151216"/>
                <a:gd name="connsiteY3" fmla="*/ 106236 h 111514"/>
                <a:gd name="connsiteX4" fmla="*/ 38787 w 151216"/>
                <a:gd name="connsiteY4" fmla="*/ 90906 h 111514"/>
                <a:gd name="connsiteX5" fmla="*/ 44231 w 151216"/>
                <a:gd name="connsiteY5" fmla="*/ 68652 h 111514"/>
                <a:gd name="connsiteX6" fmla="*/ 48439 w 151216"/>
                <a:gd name="connsiteY6" fmla="*/ 52086 h 111514"/>
                <a:gd name="connsiteX7" fmla="*/ 58833 w 151216"/>
                <a:gd name="connsiteY7" fmla="*/ 29832 h 111514"/>
                <a:gd name="connsiteX8" fmla="*/ 95957 w 151216"/>
                <a:gd name="connsiteY8" fmla="*/ 7084 h 111514"/>
                <a:gd name="connsiteX9" fmla="*/ 110559 w 151216"/>
                <a:gd name="connsiteY9" fmla="*/ 24392 h 111514"/>
                <a:gd name="connsiteX10" fmla="*/ 95957 w 151216"/>
                <a:gd name="connsiteY10" fmla="*/ 77059 h 111514"/>
                <a:gd name="connsiteX11" fmla="*/ 92244 w 151216"/>
                <a:gd name="connsiteY11" fmla="*/ 90411 h 111514"/>
                <a:gd name="connsiteX12" fmla="*/ 115756 w 151216"/>
                <a:gd name="connsiteY12" fmla="*/ 111675 h 111514"/>
                <a:gd name="connsiteX13" fmla="*/ 151394 w 151216"/>
                <a:gd name="connsiteY13" fmla="*/ 73845 h 111514"/>
                <a:gd name="connsiteX14" fmla="*/ 147435 w 151216"/>
                <a:gd name="connsiteY14" fmla="*/ 70630 h 111514"/>
                <a:gd name="connsiteX15" fmla="*/ 142732 w 151216"/>
                <a:gd name="connsiteY15" fmla="*/ 74834 h 111514"/>
                <a:gd name="connsiteX16" fmla="*/ 116498 w 151216"/>
                <a:gd name="connsiteY16" fmla="*/ 104752 h 111514"/>
                <a:gd name="connsiteX17" fmla="*/ 110311 w 151216"/>
                <a:gd name="connsiteY17" fmla="*/ 96098 h 111514"/>
                <a:gd name="connsiteX18" fmla="*/ 116003 w 151216"/>
                <a:gd name="connsiteY18" fmla="*/ 76070 h 111514"/>
                <a:gd name="connsiteX19" fmla="*/ 129120 w 151216"/>
                <a:gd name="connsiteY19" fmla="*/ 28349 h 111514"/>
                <a:gd name="connsiteX20" fmla="*/ 96947 w 151216"/>
                <a:gd name="connsiteY20" fmla="*/ 161 h 111514"/>
                <a:gd name="connsiteX21" fmla="*/ 55121 w 151216"/>
                <a:gd name="connsiteY21" fmla="*/ 22662 h 111514"/>
                <a:gd name="connsiteX22" fmla="*/ 28639 w 151216"/>
                <a:gd name="connsiteY22" fmla="*/ 161 h 111514"/>
                <a:gd name="connsiteX23" fmla="*/ 9088 w 151216"/>
                <a:gd name="connsiteY23" fmla="*/ 13513 h 111514"/>
                <a:gd name="connsiteX24" fmla="*/ 178 w 151216"/>
                <a:gd name="connsiteY24" fmla="*/ 37992 h 111514"/>
                <a:gd name="connsiteX25" fmla="*/ 4385 w 151216"/>
                <a:gd name="connsiteY25" fmla="*/ 41206 h 111514"/>
                <a:gd name="connsiteX26" fmla="*/ 9830 w 151216"/>
                <a:gd name="connsiteY26" fmla="*/ 33788 h 111514"/>
                <a:gd name="connsiteX27" fmla="*/ 27897 w 151216"/>
                <a:gd name="connsiteY27" fmla="*/ 7084 h 111514"/>
                <a:gd name="connsiteX28" fmla="*/ 36064 w 151216"/>
                <a:gd name="connsiteY28" fmla="*/ 19200 h 111514"/>
                <a:gd name="connsiteX29" fmla="*/ 32104 w 151216"/>
                <a:gd name="connsiteY29" fmla="*/ 39723 h 111514"/>
                <a:gd name="connsiteX30" fmla="*/ 26660 w 151216"/>
                <a:gd name="connsiteY30" fmla="*/ 61976 h 111514"/>
                <a:gd name="connsiteX31" fmla="*/ 18740 w 151216"/>
                <a:gd name="connsiteY31" fmla="*/ 93625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216" h="111514">
                  <a:moveTo>
                    <a:pt x="18740" y="93625"/>
                  </a:moveTo>
                  <a:cubicBezTo>
                    <a:pt x="17750" y="96840"/>
                    <a:pt x="16265" y="103021"/>
                    <a:pt x="16265" y="103763"/>
                  </a:cubicBezTo>
                  <a:cubicBezTo>
                    <a:pt x="16265" y="109203"/>
                    <a:pt x="20720" y="111675"/>
                    <a:pt x="24680" y="111675"/>
                  </a:cubicBezTo>
                  <a:cubicBezTo>
                    <a:pt x="29134" y="111675"/>
                    <a:pt x="33094" y="108461"/>
                    <a:pt x="34332" y="106236"/>
                  </a:cubicBezTo>
                  <a:cubicBezTo>
                    <a:pt x="35569" y="104010"/>
                    <a:pt x="37549" y="96098"/>
                    <a:pt x="38787" y="90906"/>
                  </a:cubicBezTo>
                  <a:cubicBezTo>
                    <a:pt x="40024" y="86208"/>
                    <a:pt x="42746" y="74834"/>
                    <a:pt x="44231" y="68652"/>
                  </a:cubicBezTo>
                  <a:cubicBezTo>
                    <a:pt x="45716" y="63212"/>
                    <a:pt x="47201" y="57773"/>
                    <a:pt x="48439" y="52086"/>
                  </a:cubicBezTo>
                  <a:cubicBezTo>
                    <a:pt x="51161" y="41948"/>
                    <a:pt x="51656" y="39970"/>
                    <a:pt x="58833" y="29832"/>
                  </a:cubicBezTo>
                  <a:cubicBezTo>
                    <a:pt x="65763" y="19942"/>
                    <a:pt x="77395" y="7084"/>
                    <a:pt x="95957" y="7084"/>
                  </a:cubicBezTo>
                  <a:cubicBezTo>
                    <a:pt x="110311" y="7084"/>
                    <a:pt x="110559" y="19694"/>
                    <a:pt x="110559" y="24392"/>
                  </a:cubicBezTo>
                  <a:cubicBezTo>
                    <a:pt x="110559" y="39228"/>
                    <a:pt x="99917" y="66674"/>
                    <a:pt x="95957" y="77059"/>
                  </a:cubicBezTo>
                  <a:cubicBezTo>
                    <a:pt x="93234" y="83982"/>
                    <a:pt x="92244" y="86208"/>
                    <a:pt x="92244" y="90411"/>
                  </a:cubicBezTo>
                  <a:cubicBezTo>
                    <a:pt x="92244" y="103516"/>
                    <a:pt x="103134" y="111675"/>
                    <a:pt x="115756" y="111675"/>
                  </a:cubicBezTo>
                  <a:cubicBezTo>
                    <a:pt x="140505" y="111675"/>
                    <a:pt x="151394" y="77553"/>
                    <a:pt x="151394" y="73845"/>
                  </a:cubicBezTo>
                  <a:cubicBezTo>
                    <a:pt x="151394" y="70630"/>
                    <a:pt x="148177" y="70630"/>
                    <a:pt x="147435" y="70630"/>
                  </a:cubicBezTo>
                  <a:cubicBezTo>
                    <a:pt x="143970" y="70630"/>
                    <a:pt x="143722" y="72114"/>
                    <a:pt x="142732" y="74834"/>
                  </a:cubicBezTo>
                  <a:cubicBezTo>
                    <a:pt x="137040" y="94614"/>
                    <a:pt x="126398" y="104752"/>
                    <a:pt x="116498" y="104752"/>
                  </a:cubicBezTo>
                  <a:cubicBezTo>
                    <a:pt x="111301" y="104752"/>
                    <a:pt x="110311" y="101291"/>
                    <a:pt x="110311" y="96098"/>
                  </a:cubicBezTo>
                  <a:cubicBezTo>
                    <a:pt x="110311" y="90411"/>
                    <a:pt x="111549" y="87197"/>
                    <a:pt x="116003" y="76070"/>
                  </a:cubicBezTo>
                  <a:cubicBezTo>
                    <a:pt x="118973" y="68405"/>
                    <a:pt x="129120" y="42195"/>
                    <a:pt x="129120" y="28349"/>
                  </a:cubicBezTo>
                  <a:cubicBezTo>
                    <a:pt x="129120" y="4364"/>
                    <a:pt x="110064" y="161"/>
                    <a:pt x="96947" y="161"/>
                  </a:cubicBezTo>
                  <a:cubicBezTo>
                    <a:pt x="76405" y="161"/>
                    <a:pt x="62546" y="12771"/>
                    <a:pt x="55121" y="22662"/>
                  </a:cubicBezTo>
                  <a:cubicBezTo>
                    <a:pt x="53388" y="5601"/>
                    <a:pt x="38787" y="161"/>
                    <a:pt x="28639" y="161"/>
                  </a:cubicBezTo>
                  <a:cubicBezTo>
                    <a:pt x="17997" y="161"/>
                    <a:pt x="12305" y="7826"/>
                    <a:pt x="9088" y="13513"/>
                  </a:cubicBezTo>
                  <a:cubicBezTo>
                    <a:pt x="3643" y="22662"/>
                    <a:pt x="178" y="36755"/>
                    <a:pt x="178" y="37992"/>
                  </a:cubicBezTo>
                  <a:cubicBezTo>
                    <a:pt x="178" y="41206"/>
                    <a:pt x="3643" y="41206"/>
                    <a:pt x="4385" y="41206"/>
                  </a:cubicBezTo>
                  <a:cubicBezTo>
                    <a:pt x="7850" y="41206"/>
                    <a:pt x="8098" y="40464"/>
                    <a:pt x="9830" y="33788"/>
                  </a:cubicBezTo>
                  <a:cubicBezTo>
                    <a:pt x="13543" y="19200"/>
                    <a:pt x="18245" y="7084"/>
                    <a:pt x="27897" y="7084"/>
                  </a:cubicBezTo>
                  <a:cubicBezTo>
                    <a:pt x="34332" y="7084"/>
                    <a:pt x="36064" y="12524"/>
                    <a:pt x="36064" y="19200"/>
                  </a:cubicBezTo>
                  <a:cubicBezTo>
                    <a:pt x="36064" y="23898"/>
                    <a:pt x="33837" y="33047"/>
                    <a:pt x="32104" y="39723"/>
                  </a:cubicBezTo>
                  <a:cubicBezTo>
                    <a:pt x="30372" y="46399"/>
                    <a:pt x="27897" y="56536"/>
                    <a:pt x="26660" y="61976"/>
                  </a:cubicBezTo>
                  <a:lnTo>
                    <a:pt x="18740" y="93625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5C51006D-81A6-72C2-1F4B-2055CE71CDC6}"/>
                </a:ext>
              </a:extLst>
            </p:cNvPr>
            <p:cNvSpPr/>
            <p:nvPr>
              <p:custDataLst>
                <p:tags r:id="rId104"/>
              </p:custDataLst>
            </p:nvPr>
          </p:nvSpPr>
          <p:spPr>
            <a:xfrm>
              <a:off x="13500416" y="8595435"/>
              <a:ext cx="235115" cy="82655"/>
            </a:xfrm>
            <a:custGeom>
              <a:avLst/>
              <a:gdLst>
                <a:gd name="connsiteX0" fmla="*/ 223281 w 235115"/>
                <a:gd name="connsiteY0" fmla="*/ 14289 h 82655"/>
                <a:gd name="connsiteX1" fmla="*/ 235302 w 235115"/>
                <a:gd name="connsiteY1" fmla="*/ 7224 h 82655"/>
                <a:gd name="connsiteX2" fmla="*/ 223634 w 235115"/>
                <a:gd name="connsiteY2" fmla="*/ 159 h 82655"/>
                <a:gd name="connsiteX3" fmla="*/ 11854 w 235115"/>
                <a:gd name="connsiteY3" fmla="*/ 159 h 82655"/>
                <a:gd name="connsiteX4" fmla="*/ 186 w 235115"/>
                <a:gd name="connsiteY4" fmla="*/ 7224 h 82655"/>
                <a:gd name="connsiteX5" fmla="*/ 12207 w 235115"/>
                <a:gd name="connsiteY5" fmla="*/ 14289 h 82655"/>
                <a:gd name="connsiteX6" fmla="*/ 223281 w 235115"/>
                <a:gd name="connsiteY6" fmla="*/ 14289 h 82655"/>
                <a:gd name="connsiteX7" fmla="*/ 223634 w 235115"/>
                <a:gd name="connsiteY7" fmla="*/ 82815 h 82655"/>
                <a:gd name="connsiteX8" fmla="*/ 235302 w 235115"/>
                <a:gd name="connsiteY8" fmla="*/ 75751 h 82655"/>
                <a:gd name="connsiteX9" fmla="*/ 223281 w 235115"/>
                <a:gd name="connsiteY9" fmla="*/ 68686 h 82655"/>
                <a:gd name="connsiteX10" fmla="*/ 12207 w 235115"/>
                <a:gd name="connsiteY10" fmla="*/ 68686 h 82655"/>
                <a:gd name="connsiteX11" fmla="*/ 186 w 235115"/>
                <a:gd name="connsiteY11" fmla="*/ 75751 h 82655"/>
                <a:gd name="connsiteX12" fmla="*/ 11854 w 235115"/>
                <a:gd name="connsiteY12" fmla="*/ 82815 h 82655"/>
                <a:gd name="connsiteX13" fmla="*/ 223634 w 235115"/>
                <a:gd name="connsiteY13" fmla="*/ 82815 h 82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115" h="82655">
                  <a:moveTo>
                    <a:pt x="223281" y="14289"/>
                  </a:moveTo>
                  <a:cubicBezTo>
                    <a:pt x="228584" y="14289"/>
                    <a:pt x="235302" y="14289"/>
                    <a:pt x="235302" y="7224"/>
                  </a:cubicBezTo>
                  <a:cubicBezTo>
                    <a:pt x="235302" y="159"/>
                    <a:pt x="228584" y="159"/>
                    <a:pt x="223634" y="159"/>
                  </a:cubicBezTo>
                  <a:lnTo>
                    <a:pt x="11854" y="159"/>
                  </a:lnTo>
                  <a:cubicBezTo>
                    <a:pt x="6904" y="159"/>
                    <a:pt x="186" y="159"/>
                    <a:pt x="186" y="7224"/>
                  </a:cubicBezTo>
                  <a:cubicBezTo>
                    <a:pt x="186" y="14289"/>
                    <a:pt x="6904" y="14289"/>
                    <a:pt x="12207" y="14289"/>
                  </a:cubicBezTo>
                  <a:lnTo>
                    <a:pt x="223281" y="14289"/>
                  </a:lnTo>
                  <a:close/>
                  <a:moveTo>
                    <a:pt x="223634" y="82815"/>
                  </a:moveTo>
                  <a:cubicBezTo>
                    <a:pt x="228584" y="82815"/>
                    <a:pt x="235302" y="82815"/>
                    <a:pt x="235302" y="75751"/>
                  </a:cubicBezTo>
                  <a:cubicBezTo>
                    <a:pt x="235302" y="68686"/>
                    <a:pt x="228584" y="68686"/>
                    <a:pt x="223281" y="68686"/>
                  </a:cubicBezTo>
                  <a:lnTo>
                    <a:pt x="12207" y="68686"/>
                  </a:lnTo>
                  <a:cubicBezTo>
                    <a:pt x="6904" y="68686"/>
                    <a:pt x="186" y="68686"/>
                    <a:pt x="186" y="75751"/>
                  </a:cubicBezTo>
                  <a:cubicBezTo>
                    <a:pt x="186" y="82815"/>
                    <a:pt x="6904" y="82815"/>
                    <a:pt x="11854" y="82815"/>
                  </a:cubicBezTo>
                  <a:lnTo>
                    <a:pt x="223634" y="82815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8325C89B-DFE0-30F1-4C0A-924CA171B4C6}"/>
                </a:ext>
              </a:extLst>
            </p:cNvPr>
            <p:cNvSpPr/>
            <p:nvPr>
              <p:custDataLst>
                <p:tags r:id="rId105"/>
              </p:custDataLst>
            </p:nvPr>
          </p:nvSpPr>
          <p:spPr>
            <a:xfrm>
              <a:off x="13865128" y="8565058"/>
              <a:ext cx="180314" cy="162132"/>
            </a:xfrm>
            <a:custGeom>
              <a:avLst/>
              <a:gdLst>
                <a:gd name="connsiteX0" fmla="*/ 180511 w 180314"/>
                <a:gd name="connsiteY0" fmla="*/ 83168 h 162132"/>
                <a:gd name="connsiteX1" fmla="*/ 90354 w 180314"/>
                <a:gd name="connsiteY1" fmla="*/ 159 h 162132"/>
                <a:gd name="connsiteX2" fmla="*/ 197 w 180314"/>
                <a:gd name="connsiteY2" fmla="*/ 83168 h 162132"/>
                <a:gd name="connsiteX3" fmla="*/ 90354 w 180314"/>
                <a:gd name="connsiteY3" fmla="*/ 162292 h 162132"/>
                <a:gd name="connsiteX4" fmla="*/ 180511 w 180314"/>
                <a:gd name="connsiteY4" fmla="*/ 83168 h 162132"/>
                <a:gd name="connsiteX5" fmla="*/ 90354 w 180314"/>
                <a:gd name="connsiteY5" fmla="*/ 148163 h 162132"/>
                <a:gd name="connsiteX6" fmla="*/ 45452 w 180314"/>
                <a:gd name="connsiteY6" fmla="*/ 79283 h 162132"/>
                <a:gd name="connsiteX7" fmla="*/ 51463 w 180314"/>
                <a:gd name="connsiteY7" fmla="*/ 33363 h 162132"/>
                <a:gd name="connsiteX8" fmla="*/ 90354 w 180314"/>
                <a:gd name="connsiteY8" fmla="*/ 12876 h 162132"/>
                <a:gd name="connsiteX9" fmla="*/ 127831 w 180314"/>
                <a:gd name="connsiteY9" fmla="*/ 30890 h 162132"/>
                <a:gd name="connsiteX10" fmla="*/ 135256 w 180314"/>
                <a:gd name="connsiteY10" fmla="*/ 79283 h 162132"/>
                <a:gd name="connsiteX11" fmla="*/ 90354 w 180314"/>
                <a:gd name="connsiteY11" fmla="*/ 148163 h 162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314" h="162132">
                  <a:moveTo>
                    <a:pt x="180511" y="83168"/>
                  </a:moveTo>
                  <a:cubicBezTo>
                    <a:pt x="180511" y="35836"/>
                    <a:pt x="147984" y="159"/>
                    <a:pt x="90354" y="159"/>
                  </a:cubicBezTo>
                  <a:cubicBezTo>
                    <a:pt x="32371" y="159"/>
                    <a:pt x="197" y="36189"/>
                    <a:pt x="197" y="83168"/>
                  </a:cubicBezTo>
                  <a:cubicBezTo>
                    <a:pt x="197" y="126969"/>
                    <a:pt x="31310" y="162292"/>
                    <a:pt x="90354" y="162292"/>
                  </a:cubicBezTo>
                  <a:cubicBezTo>
                    <a:pt x="149751" y="162292"/>
                    <a:pt x="180511" y="126616"/>
                    <a:pt x="180511" y="83168"/>
                  </a:cubicBezTo>
                  <a:close/>
                  <a:moveTo>
                    <a:pt x="90354" y="148163"/>
                  </a:moveTo>
                  <a:cubicBezTo>
                    <a:pt x="45452" y="148163"/>
                    <a:pt x="45452" y="110014"/>
                    <a:pt x="45452" y="79283"/>
                  </a:cubicBezTo>
                  <a:cubicBezTo>
                    <a:pt x="45452" y="63387"/>
                    <a:pt x="45452" y="45373"/>
                    <a:pt x="51463" y="33363"/>
                  </a:cubicBezTo>
                  <a:cubicBezTo>
                    <a:pt x="58180" y="20293"/>
                    <a:pt x="73030" y="12876"/>
                    <a:pt x="90354" y="12876"/>
                  </a:cubicBezTo>
                  <a:cubicBezTo>
                    <a:pt x="105203" y="12876"/>
                    <a:pt x="120053" y="18527"/>
                    <a:pt x="127831" y="30890"/>
                  </a:cubicBezTo>
                  <a:cubicBezTo>
                    <a:pt x="135256" y="42900"/>
                    <a:pt x="135256" y="62328"/>
                    <a:pt x="135256" y="79283"/>
                  </a:cubicBezTo>
                  <a:cubicBezTo>
                    <a:pt x="135256" y="110014"/>
                    <a:pt x="135256" y="148163"/>
                    <a:pt x="90354" y="148163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5FA4285B-C196-5720-9844-F19941D5A1E9}"/>
                </a:ext>
              </a:extLst>
            </p:cNvPr>
            <p:cNvSpPr/>
            <p:nvPr>
              <p:custDataLst>
                <p:tags r:id="rId106"/>
              </p:custDataLst>
            </p:nvPr>
          </p:nvSpPr>
          <p:spPr>
            <a:xfrm>
              <a:off x="14068741" y="8669013"/>
              <a:ext cx="151216" cy="111514"/>
            </a:xfrm>
            <a:custGeom>
              <a:avLst/>
              <a:gdLst>
                <a:gd name="connsiteX0" fmla="*/ 18764 w 151216"/>
                <a:gd name="connsiteY0" fmla="*/ 93625 h 111514"/>
                <a:gd name="connsiteX1" fmla="*/ 16289 w 151216"/>
                <a:gd name="connsiteY1" fmla="*/ 103763 h 111514"/>
                <a:gd name="connsiteX2" fmla="*/ 24704 w 151216"/>
                <a:gd name="connsiteY2" fmla="*/ 111675 h 111514"/>
                <a:gd name="connsiteX3" fmla="*/ 34356 w 151216"/>
                <a:gd name="connsiteY3" fmla="*/ 106236 h 111514"/>
                <a:gd name="connsiteX4" fmla="*/ 38811 w 151216"/>
                <a:gd name="connsiteY4" fmla="*/ 90906 h 111514"/>
                <a:gd name="connsiteX5" fmla="*/ 44256 w 151216"/>
                <a:gd name="connsiteY5" fmla="*/ 68652 h 111514"/>
                <a:gd name="connsiteX6" fmla="*/ 48463 w 151216"/>
                <a:gd name="connsiteY6" fmla="*/ 52086 h 111514"/>
                <a:gd name="connsiteX7" fmla="*/ 58858 w 151216"/>
                <a:gd name="connsiteY7" fmla="*/ 29832 h 111514"/>
                <a:gd name="connsiteX8" fmla="*/ 95981 w 151216"/>
                <a:gd name="connsiteY8" fmla="*/ 7084 h 111514"/>
                <a:gd name="connsiteX9" fmla="*/ 110583 w 151216"/>
                <a:gd name="connsiteY9" fmla="*/ 24392 h 111514"/>
                <a:gd name="connsiteX10" fmla="*/ 95981 w 151216"/>
                <a:gd name="connsiteY10" fmla="*/ 77059 h 111514"/>
                <a:gd name="connsiteX11" fmla="*/ 92269 w 151216"/>
                <a:gd name="connsiteY11" fmla="*/ 90411 h 111514"/>
                <a:gd name="connsiteX12" fmla="*/ 115780 w 151216"/>
                <a:gd name="connsiteY12" fmla="*/ 111675 h 111514"/>
                <a:gd name="connsiteX13" fmla="*/ 151419 w 151216"/>
                <a:gd name="connsiteY13" fmla="*/ 73845 h 111514"/>
                <a:gd name="connsiteX14" fmla="*/ 147459 w 151216"/>
                <a:gd name="connsiteY14" fmla="*/ 70630 h 111514"/>
                <a:gd name="connsiteX15" fmla="*/ 142757 w 151216"/>
                <a:gd name="connsiteY15" fmla="*/ 74834 h 111514"/>
                <a:gd name="connsiteX16" fmla="*/ 116523 w 151216"/>
                <a:gd name="connsiteY16" fmla="*/ 104752 h 111514"/>
                <a:gd name="connsiteX17" fmla="*/ 110336 w 151216"/>
                <a:gd name="connsiteY17" fmla="*/ 96098 h 111514"/>
                <a:gd name="connsiteX18" fmla="*/ 116028 w 151216"/>
                <a:gd name="connsiteY18" fmla="*/ 76070 h 111514"/>
                <a:gd name="connsiteX19" fmla="*/ 129145 w 151216"/>
                <a:gd name="connsiteY19" fmla="*/ 28349 h 111514"/>
                <a:gd name="connsiteX20" fmla="*/ 96971 w 151216"/>
                <a:gd name="connsiteY20" fmla="*/ 161 h 111514"/>
                <a:gd name="connsiteX21" fmla="*/ 55145 w 151216"/>
                <a:gd name="connsiteY21" fmla="*/ 22662 h 111514"/>
                <a:gd name="connsiteX22" fmla="*/ 28664 w 151216"/>
                <a:gd name="connsiteY22" fmla="*/ 161 h 111514"/>
                <a:gd name="connsiteX23" fmla="*/ 9112 w 151216"/>
                <a:gd name="connsiteY23" fmla="*/ 13513 h 111514"/>
                <a:gd name="connsiteX24" fmla="*/ 203 w 151216"/>
                <a:gd name="connsiteY24" fmla="*/ 37992 h 111514"/>
                <a:gd name="connsiteX25" fmla="*/ 4410 w 151216"/>
                <a:gd name="connsiteY25" fmla="*/ 41206 h 111514"/>
                <a:gd name="connsiteX26" fmla="*/ 9855 w 151216"/>
                <a:gd name="connsiteY26" fmla="*/ 33788 h 111514"/>
                <a:gd name="connsiteX27" fmla="*/ 27921 w 151216"/>
                <a:gd name="connsiteY27" fmla="*/ 7084 h 111514"/>
                <a:gd name="connsiteX28" fmla="*/ 36089 w 151216"/>
                <a:gd name="connsiteY28" fmla="*/ 19200 h 111514"/>
                <a:gd name="connsiteX29" fmla="*/ 32129 w 151216"/>
                <a:gd name="connsiteY29" fmla="*/ 39723 h 111514"/>
                <a:gd name="connsiteX30" fmla="*/ 26684 w 151216"/>
                <a:gd name="connsiteY30" fmla="*/ 61976 h 111514"/>
                <a:gd name="connsiteX31" fmla="*/ 18764 w 151216"/>
                <a:gd name="connsiteY31" fmla="*/ 93625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216" h="111514">
                  <a:moveTo>
                    <a:pt x="18764" y="93625"/>
                  </a:moveTo>
                  <a:cubicBezTo>
                    <a:pt x="17774" y="96840"/>
                    <a:pt x="16289" y="103021"/>
                    <a:pt x="16289" y="103763"/>
                  </a:cubicBezTo>
                  <a:cubicBezTo>
                    <a:pt x="16289" y="109203"/>
                    <a:pt x="20744" y="111675"/>
                    <a:pt x="24704" y="111675"/>
                  </a:cubicBezTo>
                  <a:cubicBezTo>
                    <a:pt x="29159" y="111675"/>
                    <a:pt x="33119" y="108461"/>
                    <a:pt x="34356" y="106236"/>
                  </a:cubicBezTo>
                  <a:cubicBezTo>
                    <a:pt x="35594" y="104010"/>
                    <a:pt x="37573" y="96098"/>
                    <a:pt x="38811" y="90906"/>
                  </a:cubicBezTo>
                  <a:cubicBezTo>
                    <a:pt x="40048" y="86208"/>
                    <a:pt x="42771" y="74834"/>
                    <a:pt x="44256" y="68652"/>
                  </a:cubicBezTo>
                  <a:cubicBezTo>
                    <a:pt x="45741" y="63212"/>
                    <a:pt x="47226" y="57773"/>
                    <a:pt x="48463" y="52086"/>
                  </a:cubicBezTo>
                  <a:cubicBezTo>
                    <a:pt x="51185" y="41948"/>
                    <a:pt x="51680" y="39970"/>
                    <a:pt x="58858" y="29832"/>
                  </a:cubicBezTo>
                  <a:cubicBezTo>
                    <a:pt x="65787" y="19942"/>
                    <a:pt x="77419" y="7084"/>
                    <a:pt x="95981" y="7084"/>
                  </a:cubicBezTo>
                  <a:cubicBezTo>
                    <a:pt x="110336" y="7084"/>
                    <a:pt x="110583" y="19694"/>
                    <a:pt x="110583" y="24392"/>
                  </a:cubicBezTo>
                  <a:cubicBezTo>
                    <a:pt x="110583" y="39228"/>
                    <a:pt x="99941" y="66674"/>
                    <a:pt x="95981" y="77059"/>
                  </a:cubicBezTo>
                  <a:cubicBezTo>
                    <a:pt x="93259" y="83982"/>
                    <a:pt x="92269" y="86208"/>
                    <a:pt x="92269" y="90411"/>
                  </a:cubicBezTo>
                  <a:cubicBezTo>
                    <a:pt x="92269" y="103516"/>
                    <a:pt x="103158" y="111675"/>
                    <a:pt x="115780" y="111675"/>
                  </a:cubicBezTo>
                  <a:cubicBezTo>
                    <a:pt x="140529" y="111675"/>
                    <a:pt x="151419" y="77553"/>
                    <a:pt x="151419" y="73845"/>
                  </a:cubicBezTo>
                  <a:cubicBezTo>
                    <a:pt x="151419" y="70630"/>
                    <a:pt x="148202" y="70630"/>
                    <a:pt x="147459" y="70630"/>
                  </a:cubicBezTo>
                  <a:cubicBezTo>
                    <a:pt x="143994" y="70630"/>
                    <a:pt x="143747" y="72114"/>
                    <a:pt x="142757" y="74834"/>
                  </a:cubicBezTo>
                  <a:cubicBezTo>
                    <a:pt x="137065" y="94614"/>
                    <a:pt x="126422" y="104752"/>
                    <a:pt x="116523" y="104752"/>
                  </a:cubicBezTo>
                  <a:cubicBezTo>
                    <a:pt x="111326" y="104752"/>
                    <a:pt x="110336" y="101291"/>
                    <a:pt x="110336" y="96098"/>
                  </a:cubicBezTo>
                  <a:cubicBezTo>
                    <a:pt x="110336" y="90411"/>
                    <a:pt x="111573" y="87197"/>
                    <a:pt x="116028" y="76070"/>
                  </a:cubicBezTo>
                  <a:cubicBezTo>
                    <a:pt x="118998" y="68405"/>
                    <a:pt x="129145" y="42195"/>
                    <a:pt x="129145" y="28349"/>
                  </a:cubicBezTo>
                  <a:cubicBezTo>
                    <a:pt x="129145" y="4364"/>
                    <a:pt x="110088" y="161"/>
                    <a:pt x="96971" y="161"/>
                  </a:cubicBezTo>
                  <a:cubicBezTo>
                    <a:pt x="76429" y="161"/>
                    <a:pt x="62570" y="12771"/>
                    <a:pt x="55145" y="22662"/>
                  </a:cubicBezTo>
                  <a:cubicBezTo>
                    <a:pt x="53413" y="5601"/>
                    <a:pt x="38811" y="161"/>
                    <a:pt x="28664" y="161"/>
                  </a:cubicBezTo>
                  <a:cubicBezTo>
                    <a:pt x="18022" y="161"/>
                    <a:pt x="12329" y="7826"/>
                    <a:pt x="9112" y="13513"/>
                  </a:cubicBezTo>
                  <a:cubicBezTo>
                    <a:pt x="3667" y="22662"/>
                    <a:pt x="203" y="36755"/>
                    <a:pt x="203" y="37992"/>
                  </a:cubicBezTo>
                  <a:cubicBezTo>
                    <a:pt x="203" y="41206"/>
                    <a:pt x="3667" y="41206"/>
                    <a:pt x="4410" y="41206"/>
                  </a:cubicBezTo>
                  <a:cubicBezTo>
                    <a:pt x="7875" y="41206"/>
                    <a:pt x="8122" y="40464"/>
                    <a:pt x="9855" y="33788"/>
                  </a:cubicBezTo>
                  <a:cubicBezTo>
                    <a:pt x="13567" y="19200"/>
                    <a:pt x="18269" y="7084"/>
                    <a:pt x="27921" y="7084"/>
                  </a:cubicBezTo>
                  <a:cubicBezTo>
                    <a:pt x="34356" y="7084"/>
                    <a:pt x="36089" y="12524"/>
                    <a:pt x="36089" y="19200"/>
                  </a:cubicBezTo>
                  <a:cubicBezTo>
                    <a:pt x="36089" y="23898"/>
                    <a:pt x="33861" y="33047"/>
                    <a:pt x="32129" y="39723"/>
                  </a:cubicBezTo>
                  <a:cubicBezTo>
                    <a:pt x="30396" y="46399"/>
                    <a:pt x="27921" y="56536"/>
                    <a:pt x="26684" y="61976"/>
                  </a:cubicBezTo>
                  <a:lnTo>
                    <a:pt x="18764" y="93625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1DBA350-A635-5593-4A8A-6CDE11FB78E6}"/>
                </a:ext>
              </a:extLst>
            </p:cNvPr>
            <p:cNvSpPr/>
            <p:nvPr>
              <p:custDataLst>
                <p:tags r:id="rId107"/>
              </p:custDataLst>
            </p:nvPr>
          </p:nvSpPr>
          <p:spPr>
            <a:xfrm>
              <a:off x="14351109" y="8560819"/>
              <a:ext cx="130462" cy="152241"/>
            </a:xfrm>
            <a:custGeom>
              <a:avLst/>
              <a:gdLst>
                <a:gd name="connsiteX0" fmla="*/ 74457 w 130462"/>
                <a:gd name="connsiteY0" fmla="*/ 13582 h 152241"/>
                <a:gd name="connsiteX1" fmla="*/ 65618 w 130462"/>
                <a:gd name="connsiteY1" fmla="*/ 159 h 152241"/>
                <a:gd name="connsiteX2" fmla="*/ 56426 w 130462"/>
                <a:gd name="connsiteY2" fmla="*/ 9343 h 152241"/>
                <a:gd name="connsiteX3" fmla="*/ 56426 w 130462"/>
                <a:gd name="connsiteY3" fmla="*/ 13935 h 152241"/>
                <a:gd name="connsiteX4" fmla="*/ 61376 w 130462"/>
                <a:gd name="connsiteY4" fmla="*/ 68686 h 152241"/>
                <a:gd name="connsiteX5" fmla="*/ 16120 w 130462"/>
                <a:gd name="connsiteY5" fmla="*/ 35836 h 152241"/>
                <a:gd name="connsiteX6" fmla="*/ 9756 w 130462"/>
                <a:gd name="connsiteY6" fmla="*/ 33363 h 152241"/>
                <a:gd name="connsiteX7" fmla="*/ 210 w 130462"/>
                <a:gd name="connsiteY7" fmla="*/ 43253 h 152241"/>
                <a:gd name="connsiteX8" fmla="*/ 7281 w 130462"/>
                <a:gd name="connsiteY8" fmla="*/ 52084 h 152241"/>
                <a:gd name="connsiteX9" fmla="*/ 57486 w 130462"/>
                <a:gd name="connsiteY9" fmla="*/ 76104 h 152241"/>
                <a:gd name="connsiteX10" fmla="*/ 8695 w 130462"/>
                <a:gd name="connsiteY10" fmla="*/ 99770 h 152241"/>
                <a:gd name="connsiteX11" fmla="*/ 210 w 130462"/>
                <a:gd name="connsiteY11" fmla="*/ 109307 h 152241"/>
                <a:gd name="connsiteX12" fmla="*/ 9756 w 130462"/>
                <a:gd name="connsiteY12" fmla="*/ 119198 h 152241"/>
                <a:gd name="connsiteX13" fmla="*/ 21777 w 130462"/>
                <a:gd name="connsiteY13" fmla="*/ 112486 h 152241"/>
                <a:gd name="connsiteX14" fmla="*/ 61376 w 130462"/>
                <a:gd name="connsiteY14" fmla="*/ 83875 h 152241"/>
                <a:gd name="connsiteX15" fmla="*/ 56072 w 130462"/>
                <a:gd name="connsiteY15" fmla="*/ 143217 h 152241"/>
                <a:gd name="connsiteX16" fmla="*/ 65265 w 130462"/>
                <a:gd name="connsiteY16" fmla="*/ 152401 h 152241"/>
                <a:gd name="connsiteX17" fmla="*/ 74811 w 130462"/>
                <a:gd name="connsiteY17" fmla="*/ 143217 h 152241"/>
                <a:gd name="connsiteX18" fmla="*/ 69507 w 130462"/>
                <a:gd name="connsiteY18" fmla="*/ 83875 h 152241"/>
                <a:gd name="connsiteX19" fmla="*/ 114763 w 130462"/>
                <a:gd name="connsiteY19" fmla="*/ 116725 h 152241"/>
                <a:gd name="connsiteX20" fmla="*/ 121127 w 130462"/>
                <a:gd name="connsiteY20" fmla="*/ 119198 h 152241"/>
                <a:gd name="connsiteX21" fmla="*/ 130673 w 130462"/>
                <a:gd name="connsiteY21" fmla="*/ 109307 h 152241"/>
                <a:gd name="connsiteX22" fmla="*/ 123248 w 130462"/>
                <a:gd name="connsiteY22" fmla="*/ 100123 h 152241"/>
                <a:gd name="connsiteX23" fmla="*/ 73396 w 130462"/>
                <a:gd name="connsiteY23" fmla="*/ 76457 h 152241"/>
                <a:gd name="connsiteX24" fmla="*/ 122187 w 130462"/>
                <a:gd name="connsiteY24" fmla="*/ 52791 h 152241"/>
                <a:gd name="connsiteX25" fmla="*/ 130673 w 130462"/>
                <a:gd name="connsiteY25" fmla="*/ 43253 h 152241"/>
                <a:gd name="connsiteX26" fmla="*/ 121127 w 130462"/>
                <a:gd name="connsiteY26" fmla="*/ 33363 h 152241"/>
                <a:gd name="connsiteX27" fmla="*/ 109106 w 130462"/>
                <a:gd name="connsiteY27" fmla="*/ 40074 h 152241"/>
                <a:gd name="connsiteX28" fmla="*/ 69507 w 130462"/>
                <a:gd name="connsiteY28" fmla="*/ 68686 h 152241"/>
                <a:gd name="connsiteX29" fmla="*/ 74457 w 130462"/>
                <a:gd name="connsiteY29" fmla="*/ 13582 h 152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0462" h="152241">
                  <a:moveTo>
                    <a:pt x="74457" y="13582"/>
                  </a:moveTo>
                  <a:cubicBezTo>
                    <a:pt x="74811" y="8637"/>
                    <a:pt x="74811" y="159"/>
                    <a:pt x="65618" y="159"/>
                  </a:cubicBezTo>
                  <a:cubicBezTo>
                    <a:pt x="59961" y="159"/>
                    <a:pt x="55365" y="4751"/>
                    <a:pt x="56426" y="9343"/>
                  </a:cubicBezTo>
                  <a:lnTo>
                    <a:pt x="56426" y="13935"/>
                  </a:lnTo>
                  <a:lnTo>
                    <a:pt x="61376" y="68686"/>
                  </a:lnTo>
                  <a:lnTo>
                    <a:pt x="16120" y="35836"/>
                  </a:lnTo>
                  <a:cubicBezTo>
                    <a:pt x="12938" y="34069"/>
                    <a:pt x="12231" y="33363"/>
                    <a:pt x="9756" y="33363"/>
                  </a:cubicBezTo>
                  <a:cubicBezTo>
                    <a:pt x="4806" y="33363"/>
                    <a:pt x="210" y="38308"/>
                    <a:pt x="210" y="43253"/>
                  </a:cubicBezTo>
                  <a:cubicBezTo>
                    <a:pt x="210" y="48905"/>
                    <a:pt x="3746" y="50318"/>
                    <a:pt x="7281" y="52084"/>
                  </a:cubicBezTo>
                  <a:lnTo>
                    <a:pt x="57486" y="76104"/>
                  </a:lnTo>
                  <a:lnTo>
                    <a:pt x="8695" y="99770"/>
                  </a:lnTo>
                  <a:cubicBezTo>
                    <a:pt x="3039" y="102596"/>
                    <a:pt x="210" y="104009"/>
                    <a:pt x="210" y="109307"/>
                  </a:cubicBezTo>
                  <a:cubicBezTo>
                    <a:pt x="210" y="114606"/>
                    <a:pt x="4806" y="119198"/>
                    <a:pt x="9756" y="119198"/>
                  </a:cubicBezTo>
                  <a:cubicBezTo>
                    <a:pt x="12231" y="119198"/>
                    <a:pt x="12938" y="119198"/>
                    <a:pt x="21777" y="112486"/>
                  </a:cubicBezTo>
                  <a:lnTo>
                    <a:pt x="61376" y="83875"/>
                  </a:lnTo>
                  <a:lnTo>
                    <a:pt x="56072" y="143217"/>
                  </a:lnTo>
                  <a:cubicBezTo>
                    <a:pt x="56072" y="150635"/>
                    <a:pt x="62436" y="152401"/>
                    <a:pt x="65265" y="152401"/>
                  </a:cubicBezTo>
                  <a:cubicBezTo>
                    <a:pt x="69507" y="152401"/>
                    <a:pt x="74811" y="149929"/>
                    <a:pt x="74811" y="143217"/>
                  </a:cubicBezTo>
                  <a:lnTo>
                    <a:pt x="69507" y="83875"/>
                  </a:lnTo>
                  <a:lnTo>
                    <a:pt x="114763" y="116725"/>
                  </a:lnTo>
                  <a:cubicBezTo>
                    <a:pt x="117945" y="118491"/>
                    <a:pt x="118652" y="119198"/>
                    <a:pt x="121127" y="119198"/>
                  </a:cubicBezTo>
                  <a:cubicBezTo>
                    <a:pt x="126076" y="119198"/>
                    <a:pt x="130673" y="114253"/>
                    <a:pt x="130673" y="109307"/>
                  </a:cubicBezTo>
                  <a:cubicBezTo>
                    <a:pt x="130673" y="104009"/>
                    <a:pt x="127491" y="102243"/>
                    <a:pt x="123248" y="100123"/>
                  </a:cubicBezTo>
                  <a:cubicBezTo>
                    <a:pt x="102035" y="89526"/>
                    <a:pt x="101328" y="89526"/>
                    <a:pt x="73396" y="76457"/>
                  </a:cubicBezTo>
                  <a:lnTo>
                    <a:pt x="122187" y="52791"/>
                  </a:lnTo>
                  <a:cubicBezTo>
                    <a:pt x="127844" y="49965"/>
                    <a:pt x="130673" y="48552"/>
                    <a:pt x="130673" y="43253"/>
                  </a:cubicBezTo>
                  <a:cubicBezTo>
                    <a:pt x="130673" y="37955"/>
                    <a:pt x="126076" y="33363"/>
                    <a:pt x="121127" y="33363"/>
                  </a:cubicBezTo>
                  <a:cubicBezTo>
                    <a:pt x="118652" y="33363"/>
                    <a:pt x="117945" y="33363"/>
                    <a:pt x="109106" y="40074"/>
                  </a:cubicBezTo>
                  <a:lnTo>
                    <a:pt x="69507" y="68686"/>
                  </a:lnTo>
                  <a:lnTo>
                    <a:pt x="74457" y="13582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B197A65A-D179-D6D5-CC14-CA63FDCB7293}"/>
                </a:ext>
              </a:extLst>
            </p:cNvPr>
            <p:cNvSpPr/>
            <p:nvPr>
              <p:custDataLst>
                <p:tags r:id="rId108"/>
              </p:custDataLst>
            </p:nvPr>
          </p:nvSpPr>
          <p:spPr>
            <a:xfrm>
              <a:off x="14590191" y="8507834"/>
              <a:ext cx="110663" cy="221121"/>
            </a:xfrm>
            <a:custGeom>
              <a:avLst/>
              <a:gdLst>
                <a:gd name="connsiteX0" fmla="*/ 54665 w 110663"/>
                <a:gd name="connsiteY0" fmla="*/ 76104 h 221121"/>
                <a:gd name="connsiteX1" fmla="*/ 105224 w 110663"/>
                <a:gd name="connsiteY1" fmla="*/ 76104 h 221121"/>
                <a:gd name="connsiteX2" fmla="*/ 105224 w 110663"/>
                <a:gd name="connsiteY2" fmla="*/ 65154 h 221121"/>
                <a:gd name="connsiteX3" fmla="*/ 54665 w 110663"/>
                <a:gd name="connsiteY3" fmla="*/ 65154 h 221121"/>
                <a:gd name="connsiteX4" fmla="*/ 54665 w 110663"/>
                <a:gd name="connsiteY4" fmla="*/ 159 h 221121"/>
                <a:gd name="connsiteX5" fmla="*/ 45826 w 110663"/>
                <a:gd name="connsiteY5" fmla="*/ 159 h 221121"/>
                <a:gd name="connsiteX6" fmla="*/ 217 w 110663"/>
                <a:gd name="connsiteY6" fmla="*/ 68333 h 221121"/>
                <a:gd name="connsiteX7" fmla="*/ 217 w 110663"/>
                <a:gd name="connsiteY7" fmla="*/ 76104 h 221121"/>
                <a:gd name="connsiteX8" fmla="*/ 30270 w 110663"/>
                <a:gd name="connsiteY8" fmla="*/ 76104 h 221121"/>
                <a:gd name="connsiteX9" fmla="*/ 30270 w 110663"/>
                <a:gd name="connsiteY9" fmla="*/ 173595 h 221121"/>
                <a:gd name="connsiteX10" fmla="*/ 75879 w 110663"/>
                <a:gd name="connsiteY10" fmla="*/ 221281 h 221121"/>
                <a:gd name="connsiteX11" fmla="*/ 110881 w 110663"/>
                <a:gd name="connsiteY11" fmla="*/ 173595 h 221121"/>
                <a:gd name="connsiteX12" fmla="*/ 110881 w 110663"/>
                <a:gd name="connsiteY12" fmla="*/ 153461 h 221121"/>
                <a:gd name="connsiteX13" fmla="*/ 102042 w 110663"/>
                <a:gd name="connsiteY13" fmla="*/ 153461 h 221121"/>
                <a:gd name="connsiteX14" fmla="*/ 102042 w 110663"/>
                <a:gd name="connsiteY14" fmla="*/ 172889 h 221121"/>
                <a:gd name="connsiteX15" fmla="*/ 78353 w 110663"/>
                <a:gd name="connsiteY15" fmla="*/ 212450 h 221121"/>
                <a:gd name="connsiteX16" fmla="*/ 54665 w 110663"/>
                <a:gd name="connsiteY16" fmla="*/ 174302 h 221121"/>
                <a:gd name="connsiteX17" fmla="*/ 54665 w 110663"/>
                <a:gd name="connsiteY17" fmla="*/ 76104 h 221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0663" h="221121">
                  <a:moveTo>
                    <a:pt x="54665" y="76104"/>
                  </a:moveTo>
                  <a:lnTo>
                    <a:pt x="105224" y="76104"/>
                  </a:lnTo>
                  <a:lnTo>
                    <a:pt x="105224" y="65154"/>
                  </a:lnTo>
                  <a:lnTo>
                    <a:pt x="54665" y="65154"/>
                  </a:lnTo>
                  <a:lnTo>
                    <a:pt x="54665" y="159"/>
                  </a:lnTo>
                  <a:lnTo>
                    <a:pt x="45826" y="159"/>
                  </a:lnTo>
                  <a:cubicBezTo>
                    <a:pt x="45473" y="29124"/>
                    <a:pt x="34866" y="66920"/>
                    <a:pt x="217" y="68333"/>
                  </a:cubicBezTo>
                  <a:lnTo>
                    <a:pt x="217" y="76104"/>
                  </a:lnTo>
                  <a:lnTo>
                    <a:pt x="30270" y="76104"/>
                  </a:lnTo>
                  <a:lnTo>
                    <a:pt x="30270" y="173595"/>
                  </a:lnTo>
                  <a:cubicBezTo>
                    <a:pt x="30270" y="217042"/>
                    <a:pt x="63151" y="221281"/>
                    <a:pt x="75879" y="221281"/>
                  </a:cubicBezTo>
                  <a:cubicBezTo>
                    <a:pt x="100981" y="221281"/>
                    <a:pt x="110881" y="196202"/>
                    <a:pt x="110881" y="173595"/>
                  </a:cubicBezTo>
                  <a:lnTo>
                    <a:pt x="110881" y="153461"/>
                  </a:lnTo>
                  <a:lnTo>
                    <a:pt x="102042" y="153461"/>
                  </a:lnTo>
                  <a:lnTo>
                    <a:pt x="102042" y="172889"/>
                  </a:lnTo>
                  <a:cubicBezTo>
                    <a:pt x="102042" y="199028"/>
                    <a:pt x="91435" y="212450"/>
                    <a:pt x="78353" y="212450"/>
                  </a:cubicBezTo>
                  <a:cubicBezTo>
                    <a:pt x="54665" y="212450"/>
                    <a:pt x="54665" y="180306"/>
                    <a:pt x="54665" y="174302"/>
                  </a:cubicBezTo>
                  <a:lnTo>
                    <a:pt x="54665" y="76104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4D6AC03C-40FA-5359-4E9D-43296025703B}"/>
                </a:ext>
              </a:extLst>
            </p:cNvPr>
            <p:cNvSpPr/>
            <p:nvPr>
              <p:custDataLst>
                <p:tags r:id="rId109"/>
              </p:custDataLst>
            </p:nvPr>
          </p:nvSpPr>
          <p:spPr>
            <a:xfrm>
              <a:off x="14735818" y="8566824"/>
              <a:ext cx="159454" cy="162132"/>
            </a:xfrm>
            <a:custGeom>
              <a:avLst/>
              <a:gdLst>
                <a:gd name="connsiteX0" fmla="*/ 103106 w 159454"/>
                <a:gd name="connsiteY0" fmla="*/ 131561 h 162132"/>
                <a:gd name="connsiteX1" fmla="*/ 130684 w 159454"/>
                <a:gd name="connsiteY1" fmla="*/ 160526 h 162132"/>
                <a:gd name="connsiteX2" fmla="*/ 159676 w 159454"/>
                <a:gd name="connsiteY2" fmla="*/ 126969 h 162132"/>
                <a:gd name="connsiteX3" fmla="*/ 159676 w 159454"/>
                <a:gd name="connsiteY3" fmla="*/ 107188 h 162132"/>
                <a:gd name="connsiteX4" fmla="*/ 150837 w 159454"/>
                <a:gd name="connsiteY4" fmla="*/ 107188 h 162132"/>
                <a:gd name="connsiteX5" fmla="*/ 150837 w 159454"/>
                <a:gd name="connsiteY5" fmla="*/ 126969 h 162132"/>
                <a:gd name="connsiteX6" fmla="*/ 138109 w 159454"/>
                <a:gd name="connsiteY6" fmla="*/ 149576 h 162132"/>
                <a:gd name="connsiteX7" fmla="*/ 125027 w 159454"/>
                <a:gd name="connsiteY7" fmla="*/ 131914 h 162132"/>
                <a:gd name="connsiteX8" fmla="*/ 125027 w 159454"/>
                <a:gd name="connsiteY8" fmla="*/ 61268 h 162132"/>
                <a:gd name="connsiteX9" fmla="*/ 112299 w 159454"/>
                <a:gd name="connsiteY9" fmla="*/ 19587 h 162132"/>
                <a:gd name="connsiteX10" fmla="*/ 63861 w 159454"/>
                <a:gd name="connsiteY10" fmla="*/ 159 h 162132"/>
                <a:gd name="connsiteX11" fmla="*/ 10474 w 159454"/>
                <a:gd name="connsiteY11" fmla="*/ 40074 h 162132"/>
                <a:gd name="connsiteX12" fmla="*/ 26738 w 159454"/>
                <a:gd name="connsiteY12" fmla="*/ 56676 h 162132"/>
                <a:gd name="connsiteX13" fmla="*/ 43002 w 159454"/>
                <a:gd name="connsiteY13" fmla="*/ 40428 h 162132"/>
                <a:gd name="connsiteX14" fmla="*/ 24970 w 159454"/>
                <a:gd name="connsiteY14" fmla="*/ 24179 h 162132"/>
                <a:gd name="connsiteX15" fmla="*/ 63154 w 159454"/>
                <a:gd name="connsiteY15" fmla="*/ 7930 h 162132"/>
                <a:gd name="connsiteX16" fmla="*/ 100631 w 159454"/>
                <a:gd name="connsiteY16" fmla="*/ 53144 h 162132"/>
                <a:gd name="connsiteX17" fmla="*/ 100631 w 159454"/>
                <a:gd name="connsiteY17" fmla="*/ 66213 h 162132"/>
                <a:gd name="connsiteX18" fmla="*/ 35577 w 159454"/>
                <a:gd name="connsiteY18" fmla="*/ 78930 h 162132"/>
                <a:gd name="connsiteX19" fmla="*/ 221 w 159454"/>
                <a:gd name="connsiteY19" fmla="*/ 124849 h 162132"/>
                <a:gd name="connsiteX20" fmla="*/ 56790 w 159454"/>
                <a:gd name="connsiteY20" fmla="*/ 162292 h 162132"/>
                <a:gd name="connsiteX21" fmla="*/ 103106 w 159454"/>
                <a:gd name="connsiteY21" fmla="*/ 131561 h 162132"/>
                <a:gd name="connsiteX22" fmla="*/ 100631 w 159454"/>
                <a:gd name="connsiteY22" fmla="*/ 73631 h 162132"/>
                <a:gd name="connsiteX23" fmla="*/ 100631 w 159454"/>
                <a:gd name="connsiteY23" fmla="*/ 108954 h 162132"/>
                <a:gd name="connsiteX24" fmla="*/ 59265 w 159454"/>
                <a:gd name="connsiteY24" fmla="*/ 154521 h 162132"/>
                <a:gd name="connsiteX25" fmla="*/ 27445 w 159454"/>
                <a:gd name="connsiteY25" fmla="*/ 124496 h 162132"/>
                <a:gd name="connsiteX26" fmla="*/ 100631 w 159454"/>
                <a:gd name="connsiteY26" fmla="*/ 73631 h 162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59454" h="162132">
                  <a:moveTo>
                    <a:pt x="103106" y="131561"/>
                  </a:moveTo>
                  <a:cubicBezTo>
                    <a:pt x="104521" y="145690"/>
                    <a:pt x="114067" y="160526"/>
                    <a:pt x="130684" y="160526"/>
                  </a:cubicBezTo>
                  <a:cubicBezTo>
                    <a:pt x="138109" y="160526"/>
                    <a:pt x="159676" y="155580"/>
                    <a:pt x="159676" y="126969"/>
                  </a:cubicBezTo>
                  <a:lnTo>
                    <a:pt x="159676" y="107188"/>
                  </a:lnTo>
                  <a:lnTo>
                    <a:pt x="150837" y="107188"/>
                  </a:lnTo>
                  <a:lnTo>
                    <a:pt x="150837" y="126969"/>
                  </a:lnTo>
                  <a:cubicBezTo>
                    <a:pt x="150837" y="147456"/>
                    <a:pt x="141998" y="149576"/>
                    <a:pt x="138109" y="149576"/>
                  </a:cubicBezTo>
                  <a:cubicBezTo>
                    <a:pt x="126441" y="149576"/>
                    <a:pt x="125027" y="133680"/>
                    <a:pt x="125027" y="131914"/>
                  </a:cubicBezTo>
                  <a:lnTo>
                    <a:pt x="125027" y="61268"/>
                  </a:lnTo>
                  <a:cubicBezTo>
                    <a:pt x="125027" y="46432"/>
                    <a:pt x="125027" y="32657"/>
                    <a:pt x="112299" y="19587"/>
                  </a:cubicBezTo>
                  <a:cubicBezTo>
                    <a:pt x="98510" y="5811"/>
                    <a:pt x="80832" y="159"/>
                    <a:pt x="63861" y="159"/>
                  </a:cubicBezTo>
                  <a:cubicBezTo>
                    <a:pt x="34870" y="159"/>
                    <a:pt x="10474" y="16761"/>
                    <a:pt x="10474" y="40074"/>
                  </a:cubicBezTo>
                  <a:cubicBezTo>
                    <a:pt x="10474" y="50671"/>
                    <a:pt x="17545" y="56676"/>
                    <a:pt x="26738" y="56676"/>
                  </a:cubicBezTo>
                  <a:cubicBezTo>
                    <a:pt x="36638" y="56676"/>
                    <a:pt x="43002" y="49612"/>
                    <a:pt x="43002" y="40428"/>
                  </a:cubicBezTo>
                  <a:cubicBezTo>
                    <a:pt x="43002" y="36189"/>
                    <a:pt x="41234" y="24532"/>
                    <a:pt x="24970" y="24179"/>
                  </a:cubicBezTo>
                  <a:cubicBezTo>
                    <a:pt x="34516" y="11816"/>
                    <a:pt x="51841" y="7930"/>
                    <a:pt x="63154" y="7930"/>
                  </a:cubicBezTo>
                  <a:cubicBezTo>
                    <a:pt x="80479" y="7930"/>
                    <a:pt x="100631" y="21706"/>
                    <a:pt x="100631" y="53144"/>
                  </a:cubicBezTo>
                  <a:lnTo>
                    <a:pt x="100631" y="66213"/>
                  </a:lnTo>
                  <a:cubicBezTo>
                    <a:pt x="82600" y="67273"/>
                    <a:pt x="57851" y="68333"/>
                    <a:pt x="35577" y="78930"/>
                  </a:cubicBezTo>
                  <a:cubicBezTo>
                    <a:pt x="9060" y="90939"/>
                    <a:pt x="221" y="109307"/>
                    <a:pt x="221" y="124849"/>
                  </a:cubicBezTo>
                  <a:cubicBezTo>
                    <a:pt x="221" y="153461"/>
                    <a:pt x="34516" y="162292"/>
                    <a:pt x="56790" y="162292"/>
                  </a:cubicBezTo>
                  <a:cubicBezTo>
                    <a:pt x="80125" y="162292"/>
                    <a:pt x="96389" y="148163"/>
                    <a:pt x="103106" y="131561"/>
                  </a:cubicBezTo>
                  <a:close/>
                  <a:moveTo>
                    <a:pt x="100631" y="73631"/>
                  </a:moveTo>
                  <a:lnTo>
                    <a:pt x="100631" y="108954"/>
                  </a:lnTo>
                  <a:cubicBezTo>
                    <a:pt x="100631" y="142511"/>
                    <a:pt x="75175" y="154521"/>
                    <a:pt x="59265" y="154521"/>
                  </a:cubicBezTo>
                  <a:cubicBezTo>
                    <a:pt x="41941" y="154521"/>
                    <a:pt x="27445" y="142158"/>
                    <a:pt x="27445" y="124496"/>
                  </a:cubicBezTo>
                  <a:cubicBezTo>
                    <a:pt x="27445" y="105069"/>
                    <a:pt x="42295" y="75751"/>
                    <a:pt x="100631" y="73631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4F91F7B3-92A7-90C0-4F63-C294DED0CFF6}"/>
                </a:ext>
              </a:extLst>
            </p:cNvPr>
            <p:cNvSpPr/>
            <p:nvPr>
              <p:custDataLst>
                <p:tags r:id="rId110"/>
              </p:custDataLst>
            </p:nvPr>
          </p:nvSpPr>
          <p:spPr>
            <a:xfrm>
              <a:off x="14909061" y="8568943"/>
              <a:ext cx="177839" cy="156127"/>
            </a:xfrm>
            <a:custGeom>
              <a:avLst/>
              <a:gdLst>
                <a:gd name="connsiteX0" fmla="*/ 27804 w 177839"/>
                <a:gd name="connsiteY0" fmla="*/ 34776 h 156127"/>
                <a:gd name="connsiteX1" fmla="*/ 27804 w 177839"/>
                <a:gd name="connsiteY1" fmla="*/ 129441 h 156127"/>
                <a:gd name="connsiteX2" fmla="*/ 226 w 177839"/>
                <a:gd name="connsiteY2" fmla="*/ 145337 h 156127"/>
                <a:gd name="connsiteX3" fmla="*/ 226 w 177839"/>
                <a:gd name="connsiteY3" fmla="*/ 156287 h 156127"/>
                <a:gd name="connsiteX4" fmla="*/ 40178 w 177839"/>
                <a:gd name="connsiteY4" fmla="*/ 155227 h 156127"/>
                <a:gd name="connsiteX5" fmla="*/ 79777 w 177839"/>
                <a:gd name="connsiteY5" fmla="*/ 156287 h 156127"/>
                <a:gd name="connsiteX6" fmla="*/ 79777 w 177839"/>
                <a:gd name="connsiteY6" fmla="*/ 145337 h 156127"/>
                <a:gd name="connsiteX7" fmla="*/ 52199 w 177839"/>
                <a:gd name="connsiteY7" fmla="*/ 129441 h 156127"/>
                <a:gd name="connsiteX8" fmla="*/ 52199 w 177839"/>
                <a:gd name="connsiteY8" fmla="*/ 64447 h 156127"/>
                <a:gd name="connsiteX9" fmla="*/ 99929 w 177839"/>
                <a:gd name="connsiteY9" fmla="*/ 7930 h 156127"/>
                <a:gd name="connsiteX10" fmla="*/ 126093 w 177839"/>
                <a:gd name="connsiteY10" fmla="*/ 47139 h 156127"/>
                <a:gd name="connsiteX11" fmla="*/ 126093 w 177839"/>
                <a:gd name="connsiteY11" fmla="*/ 129441 h 156127"/>
                <a:gd name="connsiteX12" fmla="*/ 98515 w 177839"/>
                <a:gd name="connsiteY12" fmla="*/ 145337 h 156127"/>
                <a:gd name="connsiteX13" fmla="*/ 98515 w 177839"/>
                <a:gd name="connsiteY13" fmla="*/ 156287 h 156127"/>
                <a:gd name="connsiteX14" fmla="*/ 138467 w 177839"/>
                <a:gd name="connsiteY14" fmla="*/ 155227 h 156127"/>
                <a:gd name="connsiteX15" fmla="*/ 178065 w 177839"/>
                <a:gd name="connsiteY15" fmla="*/ 156287 h 156127"/>
                <a:gd name="connsiteX16" fmla="*/ 178065 w 177839"/>
                <a:gd name="connsiteY16" fmla="*/ 145337 h 156127"/>
                <a:gd name="connsiteX17" fmla="*/ 150488 w 177839"/>
                <a:gd name="connsiteY17" fmla="*/ 134740 h 156127"/>
                <a:gd name="connsiteX18" fmla="*/ 150488 w 177839"/>
                <a:gd name="connsiteY18" fmla="*/ 67273 h 156127"/>
                <a:gd name="connsiteX19" fmla="*/ 139528 w 177839"/>
                <a:gd name="connsiteY19" fmla="*/ 13229 h 156127"/>
                <a:gd name="connsiteX20" fmla="*/ 102404 w 177839"/>
                <a:gd name="connsiteY20" fmla="*/ 159 h 156127"/>
                <a:gd name="connsiteX21" fmla="*/ 50078 w 177839"/>
                <a:gd name="connsiteY21" fmla="*/ 37249 h 156127"/>
                <a:gd name="connsiteX22" fmla="*/ 50078 w 177839"/>
                <a:gd name="connsiteY22" fmla="*/ 159 h 156127"/>
                <a:gd name="connsiteX23" fmla="*/ 226 w 177839"/>
                <a:gd name="connsiteY23" fmla="*/ 4045 h 156127"/>
                <a:gd name="connsiteX24" fmla="*/ 226 w 177839"/>
                <a:gd name="connsiteY24" fmla="*/ 14995 h 156127"/>
                <a:gd name="connsiteX25" fmla="*/ 27804 w 177839"/>
                <a:gd name="connsiteY25" fmla="*/ 34776 h 15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839" h="156127">
                  <a:moveTo>
                    <a:pt x="27804" y="34776"/>
                  </a:moveTo>
                  <a:lnTo>
                    <a:pt x="27804" y="129441"/>
                  </a:lnTo>
                  <a:cubicBezTo>
                    <a:pt x="27804" y="145337"/>
                    <a:pt x="23915" y="145337"/>
                    <a:pt x="226" y="145337"/>
                  </a:cubicBezTo>
                  <a:lnTo>
                    <a:pt x="226" y="156287"/>
                  </a:lnTo>
                  <a:cubicBezTo>
                    <a:pt x="12601" y="155934"/>
                    <a:pt x="30632" y="155227"/>
                    <a:pt x="40178" y="155227"/>
                  </a:cubicBezTo>
                  <a:cubicBezTo>
                    <a:pt x="49371" y="155227"/>
                    <a:pt x="67756" y="155934"/>
                    <a:pt x="79777" y="156287"/>
                  </a:cubicBezTo>
                  <a:lnTo>
                    <a:pt x="79777" y="145337"/>
                  </a:lnTo>
                  <a:cubicBezTo>
                    <a:pt x="56088" y="145337"/>
                    <a:pt x="52199" y="145337"/>
                    <a:pt x="52199" y="129441"/>
                  </a:cubicBezTo>
                  <a:lnTo>
                    <a:pt x="52199" y="64447"/>
                  </a:lnTo>
                  <a:cubicBezTo>
                    <a:pt x="52199" y="27711"/>
                    <a:pt x="77302" y="7930"/>
                    <a:pt x="99929" y="7930"/>
                  </a:cubicBezTo>
                  <a:cubicBezTo>
                    <a:pt x="122203" y="7930"/>
                    <a:pt x="126093" y="27005"/>
                    <a:pt x="126093" y="47139"/>
                  </a:cubicBezTo>
                  <a:lnTo>
                    <a:pt x="126093" y="129441"/>
                  </a:lnTo>
                  <a:cubicBezTo>
                    <a:pt x="126093" y="145337"/>
                    <a:pt x="122203" y="145337"/>
                    <a:pt x="98515" y="145337"/>
                  </a:cubicBezTo>
                  <a:lnTo>
                    <a:pt x="98515" y="156287"/>
                  </a:lnTo>
                  <a:cubicBezTo>
                    <a:pt x="110890" y="155934"/>
                    <a:pt x="128921" y="155227"/>
                    <a:pt x="138467" y="155227"/>
                  </a:cubicBezTo>
                  <a:cubicBezTo>
                    <a:pt x="147660" y="155227"/>
                    <a:pt x="166045" y="155934"/>
                    <a:pt x="178065" y="156287"/>
                  </a:cubicBezTo>
                  <a:lnTo>
                    <a:pt x="178065" y="145337"/>
                  </a:lnTo>
                  <a:cubicBezTo>
                    <a:pt x="159681" y="145337"/>
                    <a:pt x="150842" y="145337"/>
                    <a:pt x="150488" y="134740"/>
                  </a:cubicBezTo>
                  <a:lnTo>
                    <a:pt x="150488" y="67273"/>
                  </a:lnTo>
                  <a:cubicBezTo>
                    <a:pt x="150488" y="36895"/>
                    <a:pt x="150488" y="25945"/>
                    <a:pt x="139528" y="13229"/>
                  </a:cubicBezTo>
                  <a:cubicBezTo>
                    <a:pt x="134578" y="7224"/>
                    <a:pt x="122911" y="159"/>
                    <a:pt x="102404" y="159"/>
                  </a:cubicBezTo>
                  <a:cubicBezTo>
                    <a:pt x="76595" y="159"/>
                    <a:pt x="59977" y="15348"/>
                    <a:pt x="50078" y="37249"/>
                  </a:cubicBezTo>
                  <a:lnTo>
                    <a:pt x="50078" y="159"/>
                  </a:lnTo>
                  <a:lnTo>
                    <a:pt x="226" y="4045"/>
                  </a:lnTo>
                  <a:lnTo>
                    <a:pt x="226" y="14995"/>
                  </a:lnTo>
                  <a:cubicBezTo>
                    <a:pt x="24975" y="14995"/>
                    <a:pt x="27804" y="17468"/>
                    <a:pt x="27804" y="34776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9CC3BFB2-8F6E-5ECB-E51E-E32ACE6D2432}"/>
                </a:ext>
              </a:extLst>
            </p:cNvPr>
            <p:cNvSpPr/>
            <p:nvPr>
              <p:custDataLst>
                <p:tags r:id="rId111"/>
              </p:custDataLst>
            </p:nvPr>
          </p:nvSpPr>
          <p:spPr>
            <a:xfrm>
              <a:off x="15105483" y="8479929"/>
              <a:ext cx="177839" cy="245141"/>
            </a:xfrm>
            <a:custGeom>
              <a:avLst/>
              <a:gdLst>
                <a:gd name="connsiteX0" fmla="*/ 27809 w 177839"/>
                <a:gd name="connsiteY0" fmla="*/ 218455 h 245141"/>
                <a:gd name="connsiteX1" fmla="*/ 232 w 177839"/>
                <a:gd name="connsiteY1" fmla="*/ 234351 h 245141"/>
                <a:gd name="connsiteX2" fmla="*/ 232 w 177839"/>
                <a:gd name="connsiteY2" fmla="*/ 245301 h 245141"/>
                <a:gd name="connsiteX3" fmla="*/ 40184 w 177839"/>
                <a:gd name="connsiteY3" fmla="*/ 244241 h 245141"/>
                <a:gd name="connsiteX4" fmla="*/ 79782 w 177839"/>
                <a:gd name="connsiteY4" fmla="*/ 245301 h 245141"/>
                <a:gd name="connsiteX5" fmla="*/ 79782 w 177839"/>
                <a:gd name="connsiteY5" fmla="*/ 234351 h 245141"/>
                <a:gd name="connsiteX6" fmla="*/ 52205 w 177839"/>
                <a:gd name="connsiteY6" fmla="*/ 218455 h 245141"/>
                <a:gd name="connsiteX7" fmla="*/ 52205 w 177839"/>
                <a:gd name="connsiteY7" fmla="*/ 153461 h 245141"/>
                <a:gd name="connsiteX8" fmla="*/ 99935 w 177839"/>
                <a:gd name="connsiteY8" fmla="*/ 96944 h 245141"/>
                <a:gd name="connsiteX9" fmla="*/ 126098 w 177839"/>
                <a:gd name="connsiteY9" fmla="*/ 136153 h 245141"/>
                <a:gd name="connsiteX10" fmla="*/ 126098 w 177839"/>
                <a:gd name="connsiteY10" fmla="*/ 218455 h 245141"/>
                <a:gd name="connsiteX11" fmla="*/ 98521 w 177839"/>
                <a:gd name="connsiteY11" fmla="*/ 234351 h 245141"/>
                <a:gd name="connsiteX12" fmla="*/ 98521 w 177839"/>
                <a:gd name="connsiteY12" fmla="*/ 245301 h 245141"/>
                <a:gd name="connsiteX13" fmla="*/ 138473 w 177839"/>
                <a:gd name="connsiteY13" fmla="*/ 244241 h 245141"/>
                <a:gd name="connsiteX14" fmla="*/ 178071 w 177839"/>
                <a:gd name="connsiteY14" fmla="*/ 245301 h 245141"/>
                <a:gd name="connsiteX15" fmla="*/ 178071 w 177839"/>
                <a:gd name="connsiteY15" fmla="*/ 234351 h 245141"/>
                <a:gd name="connsiteX16" fmla="*/ 150494 w 177839"/>
                <a:gd name="connsiteY16" fmla="*/ 223754 h 245141"/>
                <a:gd name="connsiteX17" fmla="*/ 150494 w 177839"/>
                <a:gd name="connsiteY17" fmla="*/ 156287 h 245141"/>
                <a:gd name="connsiteX18" fmla="*/ 139533 w 177839"/>
                <a:gd name="connsiteY18" fmla="*/ 102243 h 245141"/>
                <a:gd name="connsiteX19" fmla="*/ 102410 w 177839"/>
                <a:gd name="connsiteY19" fmla="*/ 89173 h 245141"/>
                <a:gd name="connsiteX20" fmla="*/ 51144 w 177839"/>
                <a:gd name="connsiteY20" fmla="*/ 123790 h 245141"/>
                <a:gd name="connsiteX21" fmla="*/ 51144 w 177839"/>
                <a:gd name="connsiteY21" fmla="*/ 159 h 245141"/>
                <a:gd name="connsiteX22" fmla="*/ 232 w 177839"/>
                <a:gd name="connsiteY22" fmla="*/ 4045 h 245141"/>
                <a:gd name="connsiteX23" fmla="*/ 232 w 177839"/>
                <a:gd name="connsiteY23" fmla="*/ 14995 h 245141"/>
                <a:gd name="connsiteX24" fmla="*/ 27809 w 177839"/>
                <a:gd name="connsiteY24" fmla="*/ 34776 h 245141"/>
                <a:gd name="connsiteX25" fmla="*/ 27809 w 177839"/>
                <a:gd name="connsiteY25" fmla="*/ 218455 h 245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839" h="245141">
                  <a:moveTo>
                    <a:pt x="27809" y="218455"/>
                  </a:moveTo>
                  <a:cubicBezTo>
                    <a:pt x="27809" y="234351"/>
                    <a:pt x="23920" y="234351"/>
                    <a:pt x="232" y="234351"/>
                  </a:cubicBezTo>
                  <a:lnTo>
                    <a:pt x="232" y="245301"/>
                  </a:lnTo>
                  <a:cubicBezTo>
                    <a:pt x="12606" y="244947"/>
                    <a:pt x="30638" y="244241"/>
                    <a:pt x="40184" y="244241"/>
                  </a:cubicBezTo>
                  <a:cubicBezTo>
                    <a:pt x="49376" y="244241"/>
                    <a:pt x="67761" y="244947"/>
                    <a:pt x="79782" y="245301"/>
                  </a:cubicBezTo>
                  <a:lnTo>
                    <a:pt x="79782" y="234351"/>
                  </a:lnTo>
                  <a:cubicBezTo>
                    <a:pt x="56094" y="234351"/>
                    <a:pt x="52205" y="234351"/>
                    <a:pt x="52205" y="218455"/>
                  </a:cubicBezTo>
                  <a:lnTo>
                    <a:pt x="52205" y="153461"/>
                  </a:lnTo>
                  <a:cubicBezTo>
                    <a:pt x="52205" y="116725"/>
                    <a:pt x="77307" y="96944"/>
                    <a:pt x="99935" y="96944"/>
                  </a:cubicBezTo>
                  <a:cubicBezTo>
                    <a:pt x="122209" y="96944"/>
                    <a:pt x="126098" y="116019"/>
                    <a:pt x="126098" y="136153"/>
                  </a:cubicBezTo>
                  <a:lnTo>
                    <a:pt x="126098" y="218455"/>
                  </a:lnTo>
                  <a:cubicBezTo>
                    <a:pt x="126098" y="234351"/>
                    <a:pt x="122209" y="234351"/>
                    <a:pt x="98521" y="234351"/>
                  </a:cubicBezTo>
                  <a:lnTo>
                    <a:pt x="98521" y="245301"/>
                  </a:lnTo>
                  <a:cubicBezTo>
                    <a:pt x="110895" y="244947"/>
                    <a:pt x="128927" y="244241"/>
                    <a:pt x="138473" y="244241"/>
                  </a:cubicBezTo>
                  <a:cubicBezTo>
                    <a:pt x="147665" y="244241"/>
                    <a:pt x="166050" y="244947"/>
                    <a:pt x="178071" y="245301"/>
                  </a:cubicBezTo>
                  <a:lnTo>
                    <a:pt x="178071" y="234351"/>
                  </a:lnTo>
                  <a:cubicBezTo>
                    <a:pt x="159686" y="234351"/>
                    <a:pt x="150847" y="234351"/>
                    <a:pt x="150494" y="223754"/>
                  </a:cubicBezTo>
                  <a:lnTo>
                    <a:pt x="150494" y="156287"/>
                  </a:lnTo>
                  <a:cubicBezTo>
                    <a:pt x="150494" y="125909"/>
                    <a:pt x="150494" y="114959"/>
                    <a:pt x="139533" y="102243"/>
                  </a:cubicBezTo>
                  <a:cubicBezTo>
                    <a:pt x="134584" y="96238"/>
                    <a:pt x="122916" y="89173"/>
                    <a:pt x="102410" y="89173"/>
                  </a:cubicBezTo>
                  <a:cubicBezTo>
                    <a:pt x="72711" y="89173"/>
                    <a:pt x="57154" y="110367"/>
                    <a:pt x="51144" y="123790"/>
                  </a:cubicBezTo>
                  <a:lnTo>
                    <a:pt x="51144" y="159"/>
                  </a:lnTo>
                  <a:lnTo>
                    <a:pt x="232" y="4045"/>
                  </a:lnTo>
                  <a:lnTo>
                    <a:pt x="232" y="14995"/>
                  </a:lnTo>
                  <a:cubicBezTo>
                    <a:pt x="24981" y="14995"/>
                    <a:pt x="27809" y="17468"/>
                    <a:pt x="27809" y="34776"/>
                  </a:cubicBezTo>
                  <a:lnTo>
                    <a:pt x="27809" y="218455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76951E4A-C4BA-B9ED-42AD-31CB810088EF}"/>
                </a:ext>
              </a:extLst>
            </p:cNvPr>
            <p:cNvSpPr/>
            <p:nvPr>
              <p:custDataLst>
                <p:tags r:id="rId112"/>
              </p:custDataLst>
            </p:nvPr>
          </p:nvSpPr>
          <p:spPr>
            <a:xfrm>
              <a:off x="15325592" y="8460148"/>
              <a:ext cx="82025" cy="353229"/>
            </a:xfrm>
            <a:custGeom>
              <a:avLst/>
              <a:gdLst>
                <a:gd name="connsiteX0" fmla="*/ 82263 w 82025"/>
                <a:gd name="connsiteY0" fmla="*/ 349857 h 353229"/>
                <a:gd name="connsiteX1" fmla="*/ 76252 w 82025"/>
                <a:gd name="connsiteY1" fmla="*/ 342086 h 353229"/>
                <a:gd name="connsiteX2" fmla="*/ 20744 w 82025"/>
                <a:gd name="connsiteY2" fmla="*/ 176774 h 353229"/>
                <a:gd name="connsiteX3" fmla="*/ 77666 w 82025"/>
                <a:gd name="connsiteY3" fmla="*/ 9697 h 353229"/>
                <a:gd name="connsiteX4" fmla="*/ 82263 w 82025"/>
                <a:gd name="connsiteY4" fmla="*/ 3692 h 353229"/>
                <a:gd name="connsiteX5" fmla="*/ 78727 w 82025"/>
                <a:gd name="connsiteY5" fmla="*/ 159 h 353229"/>
                <a:gd name="connsiteX6" fmla="*/ 22511 w 82025"/>
                <a:gd name="connsiteY6" fmla="*/ 69039 h 353229"/>
                <a:gd name="connsiteX7" fmla="*/ 237 w 82025"/>
                <a:gd name="connsiteY7" fmla="*/ 176774 h 353229"/>
                <a:gd name="connsiteX8" fmla="*/ 23572 w 82025"/>
                <a:gd name="connsiteY8" fmla="*/ 286982 h 353229"/>
                <a:gd name="connsiteX9" fmla="*/ 78727 w 82025"/>
                <a:gd name="connsiteY9" fmla="*/ 353389 h 353229"/>
                <a:gd name="connsiteX10" fmla="*/ 82263 w 82025"/>
                <a:gd name="connsiteY10" fmla="*/ 349857 h 353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25" h="353229">
                  <a:moveTo>
                    <a:pt x="82263" y="349857"/>
                  </a:moveTo>
                  <a:cubicBezTo>
                    <a:pt x="82263" y="348797"/>
                    <a:pt x="82263" y="348090"/>
                    <a:pt x="76252" y="342086"/>
                  </a:cubicBezTo>
                  <a:cubicBezTo>
                    <a:pt x="32057" y="297579"/>
                    <a:pt x="20744" y="230818"/>
                    <a:pt x="20744" y="176774"/>
                  </a:cubicBezTo>
                  <a:cubicBezTo>
                    <a:pt x="20744" y="115312"/>
                    <a:pt x="34179" y="53850"/>
                    <a:pt x="77666" y="9697"/>
                  </a:cubicBezTo>
                  <a:cubicBezTo>
                    <a:pt x="82263" y="5458"/>
                    <a:pt x="82263" y="4751"/>
                    <a:pt x="82263" y="3692"/>
                  </a:cubicBezTo>
                  <a:cubicBezTo>
                    <a:pt x="82263" y="1219"/>
                    <a:pt x="80848" y="159"/>
                    <a:pt x="78727" y="159"/>
                  </a:cubicBezTo>
                  <a:cubicBezTo>
                    <a:pt x="75191" y="159"/>
                    <a:pt x="43371" y="24179"/>
                    <a:pt x="22511" y="69039"/>
                  </a:cubicBezTo>
                  <a:cubicBezTo>
                    <a:pt x="4480" y="107894"/>
                    <a:pt x="237" y="147103"/>
                    <a:pt x="237" y="176774"/>
                  </a:cubicBezTo>
                  <a:cubicBezTo>
                    <a:pt x="237" y="204326"/>
                    <a:pt x="4126" y="247067"/>
                    <a:pt x="23572" y="286982"/>
                  </a:cubicBezTo>
                  <a:cubicBezTo>
                    <a:pt x="44785" y="330429"/>
                    <a:pt x="75191" y="353389"/>
                    <a:pt x="78727" y="353389"/>
                  </a:cubicBezTo>
                  <a:cubicBezTo>
                    <a:pt x="80848" y="353389"/>
                    <a:pt x="82263" y="352329"/>
                    <a:pt x="82263" y="349857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88BEF579-E2CE-EC0D-7AF0-C6376959E947}"/>
                </a:ext>
              </a:extLst>
            </p:cNvPr>
            <p:cNvSpPr/>
            <p:nvPr>
              <p:custDataLst>
                <p:tags r:id="rId113"/>
              </p:custDataLst>
            </p:nvPr>
          </p:nvSpPr>
          <p:spPr>
            <a:xfrm>
              <a:off x="15441520" y="8565058"/>
              <a:ext cx="155565" cy="162132"/>
            </a:xfrm>
            <a:custGeom>
              <a:avLst/>
              <a:gdLst>
                <a:gd name="connsiteX0" fmla="*/ 114087 w 155565"/>
                <a:gd name="connsiteY0" fmla="*/ 16408 h 162132"/>
                <a:gd name="connsiteX1" fmla="*/ 107015 w 155565"/>
                <a:gd name="connsiteY1" fmla="*/ 32657 h 162132"/>
                <a:gd name="connsiteX2" fmla="*/ 128936 w 155565"/>
                <a:gd name="connsiteY2" fmla="*/ 54910 h 162132"/>
                <a:gd name="connsiteX3" fmla="*/ 151210 w 155565"/>
                <a:gd name="connsiteY3" fmla="*/ 32657 h 162132"/>
                <a:gd name="connsiteX4" fmla="*/ 89691 w 155565"/>
                <a:gd name="connsiteY4" fmla="*/ 159 h 162132"/>
                <a:gd name="connsiteX5" fmla="*/ 241 w 155565"/>
                <a:gd name="connsiteY5" fmla="*/ 81755 h 162132"/>
                <a:gd name="connsiteX6" fmla="*/ 87923 w 155565"/>
                <a:gd name="connsiteY6" fmla="*/ 162292 h 162132"/>
                <a:gd name="connsiteX7" fmla="*/ 155806 w 155565"/>
                <a:gd name="connsiteY7" fmla="*/ 118845 h 162132"/>
                <a:gd name="connsiteX8" fmla="*/ 147321 w 155565"/>
                <a:gd name="connsiteY8" fmla="*/ 113899 h 162132"/>
                <a:gd name="connsiteX9" fmla="*/ 138836 w 155565"/>
                <a:gd name="connsiteY9" fmla="*/ 119198 h 162132"/>
                <a:gd name="connsiteX10" fmla="*/ 94641 w 155565"/>
                <a:gd name="connsiteY10" fmla="*/ 148163 h 162132"/>
                <a:gd name="connsiteX11" fmla="*/ 45496 w 155565"/>
                <a:gd name="connsiteY11" fmla="*/ 79989 h 162132"/>
                <a:gd name="connsiteX12" fmla="*/ 91105 w 155565"/>
                <a:gd name="connsiteY12" fmla="*/ 14289 h 162132"/>
                <a:gd name="connsiteX13" fmla="*/ 114087 w 155565"/>
                <a:gd name="connsiteY13" fmla="*/ 16408 h 162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5565" h="162132">
                  <a:moveTo>
                    <a:pt x="114087" y="16408"/>
                  </a:moveTo>
                  <a:cubicBezTo>
                    <a:pt x="107723" y="22060"/>
                    <a:pt x="107015" y="29477"/>
                    <a:pt x="107015" y="32657"/>
                  </a:cubicBezTo>
                  <a:cubicBezTo>
                    <a:pt x="107015" y="48199"/>
                    <a:pt x="119390" y="54910"/>
                    <a:pt x="128936" y="54910"/>
                  </a:cubicBezTo>
                  <a:cubicBezTo>
                    <a:pt x="139896" y="54910"/>
                    <a:pt x="151210" y="47492"/>
                    <a:pt x="151210" y="32657"/>
                  </a:cubicBezTo>
                  <a:cubicBezTo>
                    <a:pt x="151210" y="2279"/>
                    <a:pt x="110197" y="159"/>
                    <a:pt x="89691" y="159"/>
                  </a:cubicBezTo>
                  <a:cubicBezTo>
                    <a:pt x="26404" y="159"/>
                    <a:pt x="241" y="40781"/>
                    <a:pt x="241" y="81755"/>
                  </a:cubicBezTo>
                  <a:cubicBezTo>
                    <a:pt x="241" y="128735"/>
                    <a:pt x="33476" y="162292"/>
                    <a:pt x="87923" y="162292"/>
                  </a:cubicBezTo>
                  <a:cubicBezTo>
                    <a:pt x="145200" y="162292"/>
                    <a:pt x="155806" y="121317"/>
                    <a:pt x="155806" y="118845"/>
                  </a:cubicBezTo>
                  <a:cubicBezTo>
                    <a:pt x="155806" y="113899"/>
                    <a:pt x="150857" y="113899"/>
                    <a:pt x="147321" y="113899"/>
                  </a:cubicBezTo>
                  <a:cubicBezTo>
                    <a:pt x="140957" y="113899"/>
                    <a:pt x="140603" y="114606"/>
                    <a:pt x="138836" y="119198"/>
                  </a:cubicBezTo>
                  <a:cubicBezTo>
                    <a:pt x="129643" y="141451"/>
                    <a:pt x="112672" y="148163"/>
                    <a:pt x="94641" y="148163"/>
                  </a:cubicBezTo>
                  <a:cubicBezTo>
                    <a:pt x="45496" y="148163"/>
                    <a:pt x="45496" y="96238"/>
                    <a:pt x="45496" y="79989"/>
                  </a:cubicBezTo>
                  <a:cubicBezTo>
                    <a:pt x="45496" y="60208"/>
                    <a:pt x="45496" y="14289"/>
                    <a:pt x="91105" y="14289"/>
                  </a:cubicBezTo>
                  <a:cubicBezTo>
                    <a:pt x="103480" y="14289"/>
                    <a:pt x="109490" y="15348"/>
                    <a:pt x="114087" y="16408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D2A1CE20-A41A-1AE4-F889-40970891FCB5}"/>
                </a:ext>
              </a:extLst>
            </p:cNvPr>
            <p:cNvSpPr/>
            <p:nvPr>
              <p:custDataLst>
                <p:tags r:id="rId114"/>
              </p:custDataLst>
            </p:nvPr>
          </p:nvSpPr>
          <p:spPr>
            <a:xfrm>
              <a:off x="15620423" y="8669013"/>
              <a:ext cx="151216" cy="111514"/>
            </a:xfrm>
            <a:custGeom>
              <a:avLst/>
              <a:gdLst>
                <a:gd name="connsiteX0" fmla="*/ 18808 w 151216"/>
                <a:gd name="connsiteY0" fmla="*/ 93625 h 111514"/>
                <a:gd name="connsiteX1" fmla="*/ 16333 w 151216"/>
                <a:gd name="connsiteY1" fmla="*/ 103763 h 111514"/>
                <a:gd name="connsiteX2" fmla="*/ 24748 w 151216"/>
                <a:gd name="connsiteY2" fmla="*/ 111675 h 111514"/>
                <a:gd name="connsiteX3" fmla="*/ 34400 w 151216"/>
                <a:gd name="connsiteY3" fmla="*/ 106236 h 111514"/>
                <a:gd name="connsiteX4" fmla="*/ 38855 w 151216"/>
                <a:gd name="connsiteY4" fmla="*/ 90906 h 111514"/>
                <a:gd name="connsiteX5" fmla="*/ 44299 w 151216"/>
                <a:gd name="connsiteY5" fmla="*/ 68652 h 111514"/>
                <a:gd name="connsiteX6" fmla="*/ 48507 w 151216"/>
                <a:gd name="connsiteY6" fmla="*/ 52086 h 111514"/>
                <a:gd name="connsiteX7" fmla="*/ 58901 w 151216"/>
                <a:gd name="connsiteY7" fmla="*/ 29832 h 111514"/>
                <a:gd name="connsiteX8" fmla="*/ 96025 w 151216"/>
                <a:gd name="connsiteY8" fmla="*/ 7084 h 111514"/>
                <a:gd name="connsiteX9" fmla="*/ 110627 w 151216"/>
                <a:gd name="connsiteY9" fmla="*/ 24392 h 111514"/>
                <a:gd name="connsiteX10" fmla="*/ 96025 w 151216"/>
                <a:gd name="connsiteY10" fmla="*/ 77059 h 111514"/>
                <a:gd name="connsiteX11" fmla="*/ 92313 w 151216"/>
                <a:gd name="connsiteY11" fmla="*/ 90411 h 111514"/>
                <a:gd name="connsiteX12" fmla="*/ 115824 w 151216"/>
                <a:gd name="connsiteY12" fmla="*/ 111675 h 111514"/>
                <a:gd name="connsiteX13" fmla="*/ 151463 w 151216"/>
                <a:gd name="connsiteY13" fmla="*/ 73845 h 111514"/>
                <a:gd name="connsiteX14" fmla="*/ 147503 w 151216"/>
                <a:gd name="connsiteY14" fmla="*/ 70630 h 111514"/>
                <a:gd name="connsiteX15" fmla="*/ 142800 w 151216"/>
                <a:gd name="connsiteY15" fmla="*/ 74834 h 111514"/>
                <a:gd name="connsiteX16" fmla="*/ 116567 w 151216"/>
                <a:gd name="connsiteY16" fmla="*/ 104752 h 111514"/>
                <a:gd name="connsiteX17" fmla="*/ 110379 w 151216"/>
                <a:gd name="connsiteY17" fmla="*/ 96098 h 111514"/>
                <a:gd name="connsiteX18" fmla="*/ 116072 w 151216"/>
                <a:gd name="connsiteY18" fmla="*/ 76070 h 111514"/>
                <a:gd name="connsiteX19" fmla="*/ 129189 w 151216"/>
                <a:gd name="connsiteY19" fmla="*/ 28349 h 111514"/>
                <a:gd name="connsiteX20" fmla="*/ 97015 w 151216"/>
                <a:gd name="connsiteY20" fmla="*/ 161 h 111514"/>
                <a:gd name="connsiteX21" fmla="*/ 55189 w 151216"/>
                <a:gd name="connsiteY21" fmla="*/ 22662 h 111514"/>
                <a:gd name="connsiteX22" fmla="*/ 28708 w 151216"/>
                <a:gd name="connsiteY22" fmla="*/ 161 h 111514"/>
                <a:gd name="connsiteX23" fmla="*/ 9156 w 151216"/>
                <a:gd name="connsiteY23" fmla="*/ 13513 h 111514"/>
                <a:gd name="connsiteX24" fmla="*/ 246 w 151216"/>
                <a:gd name="connsiteY24" fmla="*/ 37992 h 111514"/>
                <a:gd name="connsiteX25" fmla="*/ 4454 w 151216"/>
                <a:gd name="connsiteY25" fmla="*/ 41206 h 111514"/>
                <a:gd name="connsiteX26" fmla="*/ 9898 w 151216"/>
                <a:gd name="connsiteY26" fmla="*/ 33788 h 111514"/>
                <a:gd name="connsiteX27" fmla="*/ 27965 w 151216"/>
                <a:gd name="connsiteY27" fmla="*/ 7084 h 111514"/>
                <a:gd name="connsiteX28" fmla="*/ 36132 w 151216"/>
                <a:gd name="connsiteY28" fmla="*/ 19200 h 111514"/>
                <a:gd name="connsiteX29" fmla="*/ 32172 w 151216"/>
                <a:gd name="connsiteY29" fmla="*/ 39723 h 111514"/>
                <a:gd name="connsiteX30" fmla="*/ 26728 w 151216"/>
                <a:gd name="connsiteY30" fmla="*/ 61976 h 111514"/>
                <a:gd name="connsiteX31" fmla="*/ 18808 w 151216"/>
                <a:gd name="connsiteY31" fmla="*/ 93625 h 111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216" h="111514">
                  <a:moveTo>
                    <a:pt x="18808" y="93625"/>
                  </a:moveTo>
                  <a:cubicBezTo>
                    <a:pt x="17818" y="96840"/>
                    <a:pt x="16333" y="103021"/>
                    <a:pt x="16333" y="103763"/>
                  </a:cubicBezTo>
                  <a:cubicBezTo>
                    <a:pt x="16333" y="109203"/>
                    <a:pt x="20788" y="111675"/>
                    <a:pt x="24748" y="111675"/>
                  </a:cubicBezTo>
                  <a:cubicBezTo>
                    <a:pt x="29203" y="111675"/>
                    <a:pt x="33162" y="108461"/>
                    <a:pt x="34400" y="106236"/>
                  </a:cubicBezTo>
                  <a:cubicBezTo>
                    <a:pt x="35637" y="104010"/>
                    <a:pt x="37617" y="96098"/>
                    <a:pt x="38855" y="90906"/>
                  </a:cubicBezTo>
                  <a:cubicBezTo>
                    <a:pt x="40092" y="86208"/>
                    <a:pt x="42815" y="74834"/>
                    <a:pt x="44299" y="68652"/>
                  </a:cubicBezTo>
                  <a:cubicBezTo>
                    <a:pt x="45784" y="63212"/>
                    <a:pt x="47269" y="57773"/>
                    <a:pt x="48507" y="52086"/>
                  </a:cubicBezTo>
                  <a:cubicBezTo>
                    <a:pt x="51229" y="41948"/>
                    <a:pt x="51724" y="39970"/>
                    <a:pt x="58901" y="29832"/>
                  </a:cubicBezTo>
                  <a:cubicBezTo>
                    <a:pt x="65831" y="19942"/>
                    <a:pt x="77463" y="7084"/>
                    <a:pt x="96025" y="7084"/>
                  </a:cubicBezTo>
                  <a:cubicBezTo>
                    <a:pt x="110379" y="7084"/>
                    <a:pt x="110627" y="19694"/>
                    <a:pt x="110627" y="24392"/>
                  </a:cubicBezTo>
                  <a:cubicBezTo>
                    <a:pt x="110627" y="39228"/>
                    <a:pt x="99985" y="66674"/>
                    <a:pt x="96025" y="77059"/>
                  </a:cubicBezTo>
                  <a:cubicBezTo>
                    <a:pt x="93302" y="83982"/>
                    <a:pt x="92313" y="86208"/>
                    <a:pt x="92313" y="90411"/>
                  </a:cubicBezTo>
                  <a:cubicBezTo>
                    <a:pt x="92313" y="103516"/>
                    <a:pt x="103202" y="111675"/>
                    <a:pt x="115824" y="111675"/>
                  </a:cubicBezTo>
                  <a:cubicBezTo>
                    <a:pt x="140573" y="111675"/>
                    <a:pt x="151463" y="77553"/>
                    <a:pt x="151463" y="73845"/>
                  </a:cubicBezTo>
                  <a:cubicBezTo>
                    <a:pt x="151463" y="70630"/>
                    <a:pt x="148245" y="70630"/>
                    <a:pt x="147503" y="70630"/>
                  </a:cubicBezTo>
                  <a:cubicBezTo>
                    <a:pt x="144038" y="70630"/>
                    <a:pt x="143790" y="72114"/>
                    <a:pt x="142800" y="74834"/>
                  </a:cubicBezTo>
                  <a:cubicBezTo>
                    <a:pt x="137108" y="94614"/>
                    <a:pt x="126466" y="104752"/>
                    <a:pt x="116567" y="104752"/>
                  </a:cubicBezTo>
                  <a:cubicBezTo>
                    <a:pt x="111369" y="104752"/>
                    <a:pt x="110379" y="101291"/>
                    <a:pt x="110379" y="96098"/>
                  </a:cubicBezTo>
                  <a:cubicBezTo>
                    <a:pt x="110379" y="90411"/>
                    <a:pt x="111617" y="87197"/>
                    <a:pt x="116072" y="76070"/>
                  </a:cubicBezTo>
                  <a:cubicBezTo>
                    <a:pt x="119041" y="68405"/>
                    <a:pt x="129189" y="42195"/>
                    <a:pt x="129189" y="28349"/>
                  </a:cubicBezTo>
                  <a:cubicBezTo>
                    <a:pt x="129189" y="4364"/>
                    <a:pt x="110132" y="161"/>
                    <a:pt x="97015" y="161"/>
                  </a:cubicBezTo>
                  <a:cubicBezTo>
                    <a:pt x="76473" y="161"/>
                    <a:pt x="62614" y="12771"/>
                    <a:pt x="55189" y="22662"/>
                  </a:cubicBezTo>
                  <a:cubicBezTo>
                    <a:pt x="53457" y="5601"/>
                    <a:pt x="38855" y="161"/>
                    <a:pt x="28708" y="161"/>
                  </a:cubicBezTo>
                  <a:cubicBezTo>
                    <a:pt x="18066" y="161"/>
                    <a:pt x="12373" y="7826"/>
                    <a:pt x="9156" y="13513"/>
                  </a:cubicBezTo>
                  <a:cubicBezTo>
                    <a:pt x="3711" y="22662"/>
                    <a:pt x="246" y="36755"/>
                    <a:pt x="246" y="37992"/>
                  </a:cubicBezTo>
                  <a:cubicBezTo>
                    <a:pt x="246" y="41206"/>
                    <a:pt x="3711" y="41206"/>
                    <a:pt x="4454" y="41206"/>
                  </a:cubicBezTo>
                  <a:cubicBezTo>
                    <a:pt x="7918" y="41206"/>
                    <a:pt x="8166" y="40464"/>
                    <a:pt x="9898" y="33788"/>
                  </a:cubicBezTo>
                  <a:cubicBezTo>
                    <a:pt x="13611" y="19200"/>
                    <a:pt x="18313" y="7084"/>
                    <a:pt x="27965" y="7084"/>
                  </a:cubicBezTo>
                  <a:cubicBezTo>
                    <a:pt x="34400" y="7084"/>
                    <a:pt x="36132" y="12524"/>
                    <a:pt x="36132" y="19200"/>
                  </a:cubicBezTo>
                  <a:cubicBezTo>
                    <a:pt x="36132" y="23898"/>
                    <a:pt x="33905" y="33047"/>
                    <a:pt x="32172" y="39723"/>
                  </a:cubicBezTo>
                  <a:cubicBezTo>
                    <a:pt x="30440" y="46399"/>
                    <a:pt x="27965" y="56536"/>
                    <a:pt x="26728" y="61976"/>
                  </a:cubicBezTo>
                  <a:lnTo>
                    <a:pt x="18808" y="93625"/>
                  </a:ln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CCD384E-21B2-2FFD-BDEF-0DA097335A5D}"/>
                </a:ext>
              </a:extLst>
            </p:cNvPr>
            <p:cNvSpPr/>
            <p:nvPr>
              <p:custDataLst>
                <p:tags r:id="rId115"/>
              </p:custDataLst>
            </p:nvPr>
          </p:nvSpPr>
          <p:spPr>
            <a:xfrm>
              <a:off x="15821397" y="8460148"/>
              <a:ext cx="82025" cy="353229"/>
            </a:xfrm>
            <a:custGeom>
              <a:avLst/>
              <a:gdLst>
                <a:gd name="connsiteX0" fmla="*/ 82277 w 82025"/>
                <a:gd name="connsiteY0" fmla="*/ 176774 h 353229"/>
                <a:gd name="connsiteX1" fmla="*/ 58942 w 82025"/>
                <a:gd name="connsiteY1" fmla="*/ 66567 h 353229"/>
                <a:gd name="connsiteX2" fmla="*/ 3787 w 82025"/>
                <a:gd name="connsiteY2" fmla="*/ 159 h 353229"/>
                <a:gd name="connsiteX3" fmla="*/ 252 w 82025"/>
                <a:gd name="connsiteY3" fmla="*/ 3692 h 353229"/>
                <a:gd name="connsiteX4" fmla="*/ 6969 w 82025"/>
                <a:gd name="connsiteY4" fmla="*/ 11816 h 353229"/>
                <a:gd name="connsiteX5" fmla="*/ 61771 w 82025"/>
                <a:gd name="connsiteY5" fmla="*/ 176774 h 353229"/>
                <a:gd name="connsiteX6" fmla="*/ 4848 w 82025"/>
                <a:gd name="connsiteY6" fmla="*/ 343852 h 353229"/>
                <a:gd name="connsiteX7" fmla="*/ 252 w 82025"/>
                <a:gd name="connsiteY7" fmla="*/ 349857 h 353229"/>
                <a:gd name="connsiteX8" fmla="*/ 3787 w 82025"/>
                <a:gd name="connsiteY8" fmla="*/ 353389 h 353229"/>
                <a:gd name="connsiteX9" fmla="*/ 60003 w 82025"/>
                <a:gd name="connsiteY9" fmla="*/ 284509 h 353229"/>
                <a:gd name="connsiteX10" fmla="*/ 82277 w 82025"/>
                <a:gd name="connsiteY10" fmla="*/ 176774 h 353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25" h="353229">
                  <a:moveTo>
                    <a:pt x="82277" y="176774"/>
                  </a:moveTo>
                  <a:cubicBezTo>
                    <a:pt x="82277" y="149222"/>
                    <a:pt x="78388" y="106481"/>
                    <a:pt x="58942" y="66567"/>
                  </a:cubicBezTo>
                  <a:cubicBezTo>
                    <a:pt x="37729" y="23119"/>
                    <a:pt x="7323" y="159"/>
                    <a:pt x="3787" y="159"/>
                  </a:cubicBezTo>
                  <a:cubicBezTo>
                    <a:pt x="1666" y="159"/>
                    <a:pt x="252" y="1572"/>
                    <a:pt x="252" y="3692"/>
                  </a:cubicBezTo>
                  <a:cubicBezTo>
                    <a:pt x="252" y="4751"/>
                    <a:pt x="252" y="5458"/>
                    <a:pt x="6969" y="11816"/>
                  </a:cubicBezTo>
                  <a:cubicBezTo>
                    <a:pt x="41618" y="46786"/>
                    <a:pt x="61771" y="102949"/>
                    <a:pt x="61771" y="176774"/>
                  </a:cubicBezTo>
                  <a:cubicBezTo>
                    <a:pt x="61771" y="237176"/>
                    <a:pt x="48689" y="299345"/>
                    <a:pt x="4848" y="343852"/>
                  </a:cubicBezTo>
                  <a:cubicBezTo>
                    <a:pt x="252" y="348090"/>
                    <a:pt x="252" y="348797"/>
                    <a:pt x="252" y="349857"/>
                  </a:cubicBezTo>
                  <a:cubicBezTo>
                    <a:pt x="252" y="351976"/>
                    <a:pt x="1666" y="353389"/>
                    <a:pt x="3787" y="353389"/>
                  </a:cubicBezTo>
                  <a:cubicBezTo>
                    <a:pt x="7323" y="353389"/>
                    <a:pt x="39143" y="329369"/>
                    <a:pt x="60003" y="284509"/>
                  </a:cubicBezTo>
                  <a:cubicBezTo>
                    <a:pt x="78034" y="245654"/>
                    <a:pt x="82277" y="206445"/>
                    <a:pt x="82277" y="176774"/>
                  </a:cubicBezTo>
                  <a:close/>
                </a:path>
              </a:pathLst>
            </a:custGeom>
            <a:solidFill>
              <a:srgbClr val="000000"/>
            </a:solidFill>
            <a:ln w="3810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sp>
        <p:nvSpPr>
          <p:cNvPr id="239" name="Content Placeholder 2">
            <a:extLst>
              <a:ext uri="{FF2B5EF4-FFF2-40B4-BE49-F238E27FC236}">
                <a16:creationId xmlns:a16="http://schemas.microsoft.com/office/drawing/2014/main" id="{A45CFF03-2563-0839-2C32-48C887C1B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751" y="1325562"/>
            <a:ext cx="11382498" cy="5030787"/>
          </a:xfrm>
        </p:spPr>
        <p:txBody>
          <a:bodyPr/>
          <a:lstStyle/>
          <a:p>
            <a:r>
              <a:rPr lang="en-CA" dirty="0"/>
              <a:t>Tree LSTMs typically work well.</a:t>
            </a:r>
            <a:br>
              <a:rPr lang="en-CA" dirty="0"/>
            </a:br>
            <a:r>
              <a:rPr lang="en-CA" dirty="0"/>
              <a:t>(slight modification of LSTM cells needed)</a:t>
            </a:r>
          </a:p>
          <a:p>
            <a:pPr marL="0" indent="0"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263942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FD8A5-722F-21C0-D0CF-848D91993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Recursive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0FDCF-AC2E-7A0E-4378-5AAC631B09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Tree LSTMs typically work well.</a:t>
            </a:r>
            <a:br>
              <a:rPr lang="en-CA" dirty="0"/>
            </a:br>
            <a:r>
              <a:rPr lang="en-CA" dirty="0"/>
              <a:t>(slight modification of LSTM cells needed)</a:t>
            </a:r>
          </a:p>
          <a:p>
            <a:r>
              <a:rPr lang="en-CA" dirty="0"/>
              <a:t>Recursive neural networks with left-branching trees are basically equivalent to recurrent neural networks.</a:t>
            </a:r>
          </a:p>
          <a:p>
            <a:r>
              <a:rPr lang="en-CA" dirty="0"/>
              <a:t>Syntactically meaningful parse trees are not necessary for good representations: balanced trees work well (or even better) for most tasks.</a:t>
            </a:r>
            <a:br>
              <a:rPr lang="en-CA" dirty="0"/>
            </a:br>
            <a:r>
              <a:rPr lang="en-CA" dirty="0"/>
              <a:t>[Shi et al., EMNLP 2018]</a:t>
            </a:r>
          </a:p>
          <a:p>
            <a:pPr marL="0" indent="0">
              <a:buNone/>
            </a:pP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B004F5-0125-E668-69E4-81480FCD7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771247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C003A-AB41-0233-4401-D93EF96FA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Attention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D190E-B8D5-6DA4-B1D4-EC8CA1C26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22</a:t>
            </a:fld>
            <a:endParaRPr lang="en-CA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6BAD9D3-9FB2-BD99-71E6-0774768D84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9050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Can be thought of as weighted sum; each token receives a weight</a:t>
            </a:r>
          </a:p>
          <a:p>
            <a:r>
              <a:rPr lang="en-US" dirty="0"/>
              <a:t>From (unweighted) bag of words to (weighted) bag of words</a:t>
            </a:r>
          </a:p>
          <a:p>
            <a:pPr lvl="1"/>
            <a:r>
              <a:rPr lang="en-US" dirty="0"/>
              <a:t>Each word receives a fixed weight</a:t>
            </a:r>
          </a:p>
          <a:p>
            <a:pPr lvl="1"/>
            <a:r>
              <a:rPr lang="en-US" dirty="0"/>
              <a:t>Normalize the weights with </a:t>
            </a:r>
            <a:r>
              <a:rPr lang="en-US" dirty="0" err="1"/>
              <a:t>softmax</a:t>
            </a:r>
            <a:endParaRPr lang="en-US" dirty="0"/>
          </a:p>
        </p:txBody>
      </p:sp>
      <p:grpSp>
        <p:nvGrpSpPr>
          <p:cNvPr id="6" name="Group 5" descr="\documentclass{article}&#10;\usepackage{amsmath,amssymb}&#10;\pagestyle{empty}&#10;\begin{document}&#10;&#10;\newcommand{\score}{\textrm{score}}&#10;\newcommand{\classify}{\textrm{classify}}&#10;\newcommand{\bx}{\mathbf{x}}&#10;&#10;\begin{align*}&#10;\alpha_{w_i} &amp;= \text{softmax}_{i'=1}^k\left(\textit{weight}_{w_i}\right) = \frac{e^{\textit{weight}_{w_i}}}{\sum_{i'=1}^k e^{\textit{weight}_{w_{i'}}}} \\&#10;\mathbf{x} &amp;= \sum_{i=1}^k \alpha_{w_i}&#10;\cdot \textit{emb}(w_i)&#10;\end{align*}&#10;&#10;&#10;\end{document}" title="IguanaTex Vector Display">
            <a:extLst>
              <a:ext uri="{FF2B5EF4-FFF2-40B4-BE49-F238E27FC236}">
                <a16:creationId xmlns:a16="http://schemas.microsoft.com/office/drawing/2014/main" id="{A27C9CCA-F0FE-B237-9F11-D9F406562167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2398960" y="3538790"/>
            <a:ext cx="7394080" cy="2227512"/>
            <a:chOff x="7739089" y="6759913"/>
            <a:chExt cx="7394080" cy="2227512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46644245-592E-6D39-2252-81D01DC66559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7739089" y="7177760"/>
              <a:ext cx="198270" cy="161132"/>
            </a:xfrm>
            <a:custGeom>
              <a:avLst/>
              <a:gdLst>
                <a:gd name="connsiteX0" fmla="*/ 154221 w 198270"/>
                <a:gd name="connsiteY0" fmla="*/ 73364 h 161132"/>
                <a:gd name="connsiteX1" fmla="*/ 95200 w 198270"/>
                <a:gd name="connsiteY1" fmla="*/ 90 h 161132"/>
                <a:gd name="connsiteX2" fmla="*/ 129 w 198270"/>
                <a:gd name="connsiteY2" fmla="*/ 101109 h 161132"/>
                <a:gd name="connsiteX3" fmla="*/ 57383 w 198270"/>
                <a:gd name="connsiteY3" fmla="*/ 161222 h 161132"/>
                <a:gd name="connsiteX4" fmla="*/ 131956 w 198270"/>
                <a:gd name="connsiteY4" fmla="*/ 131343 h 161132"/>
                <a:gd name="connsiteX5" fmla="*/ 164117 w 198270"/>
                <a:gd name="connsiteY5" fmla="*/ 161222 h 161132"/>
                <a:gd name="connsiteX6" fmla="*/ 193805 w 198270"/>
                <a:gd name="connsiteY6" fmla="*/ 135967 h 161132"/>
                <a:gd name="connsiteX7" fmla="*/ 189564 w 198270"/>
                <a:gd name="connsiteY7" fmla="*/ 132410 h 161132"/>
                <a:gd name="connsiteX8" fmla="*/ 184969 w 198270"/>
                <a:gd name="connsiteY8" fmla="*/ 135967 h 161132"/>
                <a:gd name="connsiteX9" fmla="*/ 165178 w 198270"/>
                <a:gd name="connsiteY9" fmla="*/ 153397 h 161132"/>
                <a:gd name="connsiteX10" fmla="*/ 154221 w 198270"/>
                <a:gd name="connsiteY10" fmla="*/ 117115 h 161132"/>
                <a:gd name="connsiteX11" fmla="*/ 157756 w 198270"/>
                <a:gd name="connsiteY11" fmla="*/ 104666 h 161132"/>
                <a:gd name="connsiteX12" fmla="*/ 198399 w 198270"/>
                <a:gd name="connsiteY12" fmla="*/ 21076 h 161132"/>
                <a:gd name="connsiteX13" fmla="*/ 194158 w 198270"/>
                <a:gd name="connsiteY13" fmla="*/ 17519 h 161132"/>
                <a:gd name="connsiteX14" fmla="*/ 188857 w 198270"/>
                <a:gd name="connsiteY14" fmla="*/ 24989 h 161132"/>
                <a:gd name="connsiteX15" fmla="*/ 154221 w 198270"/>
                <a:gd name="connsiteY15" fmla="*/ 95417 h 161132"/>
                <a:gd name="connsiteX16" fmla="*/ 154221 w 198270"/>
                <a:gd name="connsiteY16" fmla="*/ 73364 h 161132"/>
                <a:gd name="connsiteX17" fmla="*/ 130542 w 198270"/>
                <a:gd name="connsiteY17" fmla="*/ 122095 h 161132"/>
                <a:gd name="connsiteX18" fmla="*/ 58090 w 198270"/>
                <a:gd name="connsiteY18" fmla="*/ 153397 h 161132"/>
                <a:gd name="connsiteX19" fmla="*/ 26282 w 198270"/>
                <a:gd name="connsiteY19" fmla="*/ 114625 h 161132"/>
                <a:gd name="connsiteX20" fmla="*/ 46781 w 198270"/>
                <a:gd name="connsiteY20" fmla="*/ 40640 h 161132"/>
                <a:gd name="connsiteX21" fmla="*/ 94846 w 198270"/>
                <a:gd name="connsiteY21" fmla="*/ 7915 h 161132"/>
                <a:gd name="connsiteX22" fmla="*/ 129835 w 198270"/>
                <a:gd name="connsiteY22" fmla="*/ 82257 h 161132"/>
                <a:gd name="connsiteX23" fmla="*/ 130542 w 198270"/>
                <a:gd name="connsiteY23" fmla="*/ 122095 h 161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8270" h="161132">
                  <a:moveTo>
                    <a:pt x="154221" y="73364"/>
                  </a:moveTo>
                  <a:cubicBezTo>
                    <a:pt x="154221" y="17519"/>
                    <a:pt x="121353" y="90"/>
                    <a:pt x="95200" y="90"/>
                  </a:cubicBezTo>
                  <a:cubicBezTo>
                    <a:pt x="46781" y="90"/>
                    <a:pt x="129" y="50955"/>
                    <a:pt x="129" y="101109"/>
                  </a:cubicBezTo>
                  <a:cubicBezTo>
                    <a:pt x="129" y="134189"/>
                    <a:pt x="21334" y="161222"/>
                    <a:pt x="57383" y="161222"/>
                  </a:cubicBezTo>
                  <a:cubicBezTo>
                    <a:pt x="79649" y="161222"/>
                    <a:pt x="105096" y="153041"/>
                    <a:pt x="131956" y="131343"/>
                  </a:cubicBezTo>
                  <a:cubicBezTo>
                    <a:pt x="136550" y="150195"/>
                    <a:pt x="148213" y="161222"/>
                    <a:pt x="164117" y="161222"/>
                  </a:cubicBezTo>
                  <a:cubicBezTo>
                    <a:pt x="182849" y="161222"/>
                    <a:pt x="193805" y="141658"/>
                    <a:pt x="193805" y="135967"/>
                  </a:cubicBezTo>
                  <a:cubicBezTo>
                    <a:pt x="193805" y="133477"/>
                    <a:pt x="191684" y="132410"/>
                    <a:pt x="189564" y="132410"/>
                  </a:cubicBezTo>
                  <a:cubicBezTo>
                    <a:pt x="187090" y="132410"/>
                    <a:pt x="186030" y="133477"/>
                    <a:pt x="184969" y="135967"/>
                  </a:cubicBezTo>
                  <a:cubicBezTo>
                    <a:pt x="178608" y="153397"/>
                    <a:pt x="165884" y="153397"/>
                    <a:pt x="165178" y="153397"/>
                  </a:cubicBezTo>
                  <a:cubicBezTo>
                    <a:pt x="154221" y="153397"/>
                    <a:pt x="154221" y="125652"/>
                    <a:pt x="154221" y="117115"/>
                  </a:cubicBezTo>
                  <a:cubicBezTo>
                    <a:pt x="154221" y="109645"/>
                    <a:pt x="154221" y="108934"/>
                    <a:pt x="157756" y="104666"/>
                  </a:cubicBezTo>
                  <a:cubicBezTo>
                    <a:pt x="190978" y="62693"/>
                    <a:pt x="198399" y="21432"/>
                    <a:pt x="198399" y="21076"/>
                  </a:cubicBezTo>
                  <a:cubicBezTo>
                    <a:pt x="198399" y="20365"/>
                    <a:pt x="198046" y="17519"/>
                    <a:pt x="194158" y="17519"/>
                  </a:cubicBezTo>
                  <a:cubicBezTo>
                    <a:pt x="190624" y="17519"/>
                    <a:pt x="190624" y="18586"/>
                    <a:pt x="188857" y="24989"/>
                  </a:cubicBezTo>
                  <a:cubicBezTo>
                    <a:pt x="182495" y="47398"/>
                    <a:pt x="170832" y="74431"/>
                    <a:pt x="154221" y="95417"/>
                  </a:cubicBezTo>
                  <a:lnTo>
                    <a:pt x="154221" y="73364"/>
                  </a:lnTo>
                  <a:close/>
                  <a:moveTo>
                    <a:pt x="130542" y="122095"/>
                  </a:moveTo>
                  <a:cubicBezTo>
                    <a:pt x="99441" y="149484"/>
                    <a:pt x="72227" y="153397"/>
                    <a:pt x="58090" y="153397"/>
                  </a:cubicBezTo>
                  <a:cubicBezTo>
                    <a:pt x="36885" y="153397"/>
                    <a:pt x="26282" y="137390"/>
                    <a:pt x="26282" y="114625"/>
                  </a:cubicBezTo>
                  <a:cubicBezTo>
                    <a:pt x="26282" y="97196"/>
                    <a:pt x="35471" y="58780"/>
                    <a:pt x="46781" y="40640"/>
                  </a:cubicBezTo>
                  <a:cubicBezTo>
                    <a:pt x="63392" y="14674"/>
                    <a:pt x="82476" y="7915"/>
                    <a:pt x="94846" y="7915"/>
                  </a:cubicBezTo>
                  <a:cubicBezTo>
                    <a:pt x="129835" y="7915"/>
                    <a:pt x="129835" y="54512"/>
                    <a:pt x="129835" y="82257"/>
                  </a:cubicBezTo>
                  <a:cubicBezTo>
                    <a:pt x="129835" y="95417"/>
                    <a:pt x="129835" y="116048"/>
                    <a:pt x="130542" y="122095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FCE14604-624C-BF2A-3219-C8FF5F7772DB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7962312" y="7278281"/>
              <a:ext cx="181341" cy="112543"/>
            </a:xfrm>
            <a:custGeom>
              <a:avLst/>
              <a:gdLst>
                <a:gd name="connsiteX0" fmla="*/ 118638 w 181341"/>
                <a:gd name="connsiteY0" fmla="*/ 30717 h 112543"/>
                <a:gd name="connsiteX1" fmla="*/ 123339 w 181341"/>
                <a:gd name="connsiteY1" fmla="*/ 10798 h 112543"/>
                <a:gd name="connsiteX2" fmla="*/ 115174 w 181341"/>
                <a:gd name="connsiteY2" fmla="*/ 2830 h 112543"/>
                <a:gd name="connsiteX3" fmla="*/ 104536 w 181341"/>
                <a:gd name="connsiteY3" fmla="*/ 10051 h 112543"/>
                <a:gd name="connsiteX4" fmla="*/ 99588 w 181341"/>
                <a:gd name="connsiteY4" fmla="*/ 28725 h 112543"/>
                <a:gd name="connsiteX5" fmla="*/ 92414 w 181341"/>
                <a:gd name="connsiteY5" fmla="*/ 57359 h 112543"/>
                <a:gd name="connsiteX6" fmla="*/ 88456 w 181341"/>
                <a:gd name="connsiteY6" fmla="*/ 80266 h 112543"/>
                <a:gd name="connsiteX7" fmla="*/ 81529 w 181341"/>
                <a:gd name="connsiteY7" fmla="*/ 97446 h 112543"/>
                <a:gd name="connsiteX8" fmla="*/ 64953 w 181341"/>
                <a:gd name="connsiteY8" fmla="*/ 105663 h 112543"/>
                <a:gd name="connsiteX9" fmla="*/ 42687 w 181341"/>
                <a:gd name="connsiteY9" fmla="*/ 82756 h 112543"/>
                <a:gd name="connsiteX10" fmla="*/ 54562 w 181341"/>
                <a:gd name="connsiteY10" fmla="*/ 38934 h 112543"/>
                <a:gd name="connsiteX11" fmla="*/ 59758 w 181341"/>
                <a:gd name="connsiteY11" fmla="*/ 21504 h 112543"/>
                <a:gd name="connsiteX12" fmla="*/ 36255 w 181341"/>
                <a:gd name="connsiteY12" fmla="*/ 340 h 112543"/>
                <a:gd name="connsiteX13" fmla="*/ 135 w 181341"/>
                <a:gd name="connsiteY13" fmla="*/ 38436 h 112543"/>
                <a:gd name="connsiteX14" fmla="*/ 4341 w 181341"/>
                <a:gd name="connsiteY14" fmla="*/ 41673 h 112543"/>
                <a:gd name="connsiteX15" fmla="*/ 8794 w 181341"/>
                <a:gd name="connsiteY15" fmla="*/ 37689 h 112543"/>
                <a:gd name="connsiteX16" fmla="*/ 35513 w 181341"/>
                <a:gd name="connsiteY16" fmla="*/ 7312 h 112543"/>
                <a:gd name="connsiteX17" fmla="*/ 41698 w 181341"/>
                <a:gd name="connsiteY17" fmla="*/ 16027 h 112543"/>
                <a:gd name="connsiteX18" fmla="*/ 38234 w 181341"/>
                <a:gd name="connsiteY18" fmla="*/ 30468 h 112543"/>
                <a:gd name="connsiteX19" fmla="*/ 24132 w 181341"/>
                <a:gd name="connsiteY19" fmla="*/ 79519 h 112543"/>
                <a:gd name="connsiteX20" fmla="*/ 63963 w 181341"/>
                <a:gd name="connsiteY20" fmla="*/ 112635 h 112543"/>
                <a:gd name="connsiteX21" fmla="*/ 91919 w 181341"/>
                <a:gd name="connsiteY21" fmla="*/ 95953 h 112543"/>
                <a:gd name="connsiteX22" fmla="*/ 126307 w 181341"/>
                <a:gd name="connsiteY22" fmla="*/ 112635 h 112543"/>
                <a:gd name="connsiteX23" fmla="*/ 164159 w 181341"/>
                <a:gd name="connsiteY23" fmla="*/ 83254 h 112543"/>
                <a:gd name="connsiteX24" fmla="*/ 181477 w 181341"/>
                <a:gd name="connsiteY24" fmla="*/ 19762 h 112543"/>
                <a:gd name="connsiteX25" fmla="*/ 169107 w 181341"/>
                <a:gd name="connsiteY25" fmla="*/ 91 h 112543"/>
                <a:gd name="connsiteX26" fmla="*/ 155748 w 181341"/>
                <a:gd name="connsiteY26" fmla="*/ 13288 h 112543"/>
                <a:gd name="connsiteX27" fmla="*/ 159953 w 181341"/>
                <a:gd name="connsiteY27" fmla="*/ 21006 h 112543"/>
                <a:gd name="connsiteX28" fmla="*/ 169107 w 181341"/>
                <a:gd name="connsiteY28" fmla="*/ 40926 h 112543"/>
                <a:gd name="connsiteX29" fmla="*/ 127297 w 181341"/>
                <a:gd name="connsiteY29" fmla="*/ 105663 h 112543"/>
                <a:gd name="connsiteX30" fmla="*/ 107258 w 181341"/>
                <a:gd name="connsiteY30" fmla="*/ 83503 h 112543"/>
                <a:gd name="connsiteX31" fmla="*/ 111711 w 181341"/>
                <a:gd name="connsiteY31" fmla="*/ 58604 h 112543"/>
                <a:gd name="connsiteX32" fmla="*/ 118638 w 181341"/>
                <a:gd name="connsiteY32" fmla="*/ 30717 h 112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81341" h="112543">
                  <a:moveTo>
                    <a:pt x="118638" y="30717"/>
                  </a:moveTo>
                  <a:cubicBezTo>
                    <a:pt x="120370" y="23994"/>
                    <a:pt x="123339" y="12043"/>
                    <a:pt x="123339" y="10798"/>
                  </a:cubicBezTo>
                  <a:cubicBezTo>
                    <a:pt x="123339" y="5818"/>
                    <a:pt x="119380" y="2830"/>
                    <a:pt x="115174" y="2830"/>
                  </a:cubicBezTo>
                  <a:cubicBezTo>
                    <a:pt x="110474" y="2830"/>
                    <a:pt x="106021" y="5818"/>
                    <a:pt x="104536" y="10051"/>
                  </a:cubicBezTo>
                  <a:cubicBezTo>
                    <a:pt x="103794" y="12043"/>
                    <a:pt x="101320" y="22500"/>
                    <a:pt x="99588" y="28725"/>
                  </a:cubicBezTo>
                  <a:cubicBezTo>
                    <a:pt x="96125" y="42918"/>
                    <a:pt x="96125" y="43416"/>
                    <a:pt x="92414" y="57359"/>
                  </a:cubicBezTo>
                  <a:cubicBezTo>
                    <a:pt x="89198" y="71053"/>
                    <a:pt x="88703" y="73045"/>
                    <a:pt x="88456" y="80266"/>
                  </a:cubicBezTo>
                  <a:cubicBezTo>
                    <a:pt x="89445" y="85246"/>
                    <a:pt x="87466" y="89977"/>
                    <a:pt x="81529" y="97446"/>
                  </a:cubicBezTo>
                  <a:cubicBezTo>
                    <a:pt x="78312" y="101430"/>
                    <a:pt x="73364" y="105663"/>
                    <a:pt x="64953" y="105663"/>
                  </a:cubicBezTo>
                  <a:cubicBezTo>
                    <a:pt x="55304" y="105663"/>
                    <a:pt x="42687" y="102177"/>
                    <a:pt x="42687" y="82756"/>
                  </a:cubicBezTo>
                  <a:cubicBezTo>
                    <a:pt x="42687" y="70058"/>
                    <a:pt x="49614" y="51632"/>
                    <a:pt x="54562" y="38934"/>
                  </a:cubicBezTo>
                  <a:cubicBezTo>
                    <a:pt x="58768" y="27978"/>
                    <a:pt x="59758" y="25737"/>
                    <a:pt x="59758" y="21504"/>
                  </a:cubicBezTo>
                  <a:cubicBezTo>
                    <a:pt x="59758" y="9553"/>
                    <a:pt x="49614" y="340"/>
                    <a:pt x="36255" y="340"/>
                  </a:cubicBezTo>
                  <a:cubicBezTo>
                    <a:pt x="11268" y="340"/>
                    <a:pt x="135" y="34203"/>
                    <a:pt x="135" y="38436"/>
                  </a:cubicBezTo>
                  <a:cubicBezTo>
                    <a:pt x="135" y="41673"/>
                    <a:pt x="3599" y="41673"/>
                    <a:pt x="4341" y="41673"/>
                  </a:cubicBezTo>
                  <a:cubicBezTo>
                    <a:pt x="7804" y="41673"/>
                    <a:pt x="8052" y="40428"/>
                    <a:pt x="8794" y="37689"/>
                  </a:cubicBezTo>
                  <a:cubicBezTo>
                    <a:pt x="14979" y="17023"/>
                    <a:pt x="25617" y="7312"/>
                    <a:pt x="35513" y="7312"/>
                  </a:cubicBezTo>
                  <a:cubicBezTo>
                    <a:pt x="39718" y="7312"/>
                    <a:pt x="41698" y="10051"/>
                    <a:pt x="41698" y="16027"/>
                  </a:cubicBezTo>
                  <a:cubicBezTo>
                    <a:pt x="41698" y="21753"/>
                    <a:pt x="39471" y="27231"/>
                    <a:pt x="38234" y="30468"/>
                  </a:cubicBezTo>
                  <a:cubicBezTo>
                    <a:pt x="24132" y="66821"/>
                    <a:pt x="24132" y="71800"/>
                    <a:pt x="24132" y="79519"/>
                  </a:cubicBezTo>
                  <a:cubicBezTo>
                    <a:pt x="24132" y="108900"/>
                    <a:pt x="50604" y="112635"/>
                    <a:pt x="63963" y="112635"/>
                  </a:cubicBezTo>
                  <a:cubicBezTo>
                    <a:pt x="68664" y="112635"/>
                    <a:pt x="80786" y="112635"/>
                    <a:pt x="91919" y="95953"/>
                  </a:cubicBezTo>
                  <a:cubicBezTo>
                    <a:pt x="97609" y="107157"/>
                    <a:pt x="111216" y="112635"/>
                    <a:pt x="126307" y="112635"/>
                  </a:cubicBezTo>
                  <a:cubicBezTo>
                    <a:pt x="148326" y="112635"/>
                    <a:pt x="159211" y="93463"/>
                    <a:pt x="164159" y="83254"/>
                  </a:cubicBezTo>
                  <a:cubicBezTo>
                    <a:pt x="174797" y="62339"/>
                    <a:pt x="181477" y="31215"/>
                    <a:pt x="181477" y="19762"/>
                  </a:cubicBezTo>
                  <a:cubicBezTo>
                    <a:pt x="181477" y="1087"/>
                    <a:pt x="170839" y="91"/>
                    <a:pt x="169107" y="91"/>
                  </a:cubicBezTo>
                  <a:cubicBezTo>
                    <a:pt x="162675" y="91"/>
                    <a:pt x="155748" y="6814"/>
                    <a:pt x="155748" y="13288"/>
                  </a:cubicBezTo>
                  <a:cubicBezTo>
                    <a:pt x="155748" y="17521"/>
                    <a:pt x="158221" y="19513"/>
                    <a:pt x="159953" y="21006"/>
                  </a:cubicBezTo>
                  <a:cubicBezTo>
                    <a:pt x="165891" y="25986"/>
                    <a:pt x="169107" y="32958"/>
                    <a:pt x="169107" y="40926"/>
                  </a:cubicBezTo>
                  <a:cubicBezTo>
                    <a:pt x="169107" y="44163"/>
                    <a:pt x="158716" y="105663"/>
                    <a:pt x="127297" y="105663"/>
                  </a:cubicBezTo>
                  <a:cubicBezTo>
                    <a:pt x="107258" y="105663"/>
                    <a:pt x="107258" y="87736"/>
                    <a:pt x="107258" y="83503"/>
                  </a:cubicBezTo>
                  <a:cubicBezTo>
                    <a:pt x="107258" y="76780"/>
                    <a:pt x="108247" y="72796"/>
                    <a:pt x="111711" y="58604"/>
                  </a:cubicBezTo>
                  <a:lnTo>
                    <a:pt x="118638" y="30717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C6C8DA32-282A-C070-AF6F-51DCBCFEE6CC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8171223" y="7305278"/>
              <a:ext cx="62202" cy="120582"/>
            </a:xfrm>
            <a:custGeom>
              <a:avLst/>
              <a:gdLst>
                <a:gd name="connsiteX0" fmla="*/ 54038 w 62202"/>
                <a:gd name="connsiteY0" fmla="*/ 7740 h 120582"/>
                <a:gd name="connsiteX1" fmla="*/ 46263 w 62202"/>
                <a:gd name="connsiteY1" fmla="*/ 92 h 120582"/>
                <a:gd name="connsiteX2" fmla="*/ 35483 w 62202"/>
                <a:gd name="connsiteY2" fmla="*/ 10763 h 120582"/>
                <a:gd name="connsiteX3" fmla="*/ 43082 w 62202"/>
                <a:gd name="connsiteY3" fmla="*/ 18411 h 120582"/>
                <a:gd name="connsiteX4" fmla="*/ 54038 w 62202"/>
                <a:gd name="connsiteY4" fmla="*/ 7740 h 120582"/>
                <a:gd name="connsiteX5" fmla="*/ 62343 w 62202"/>
                <a:gd name="connsiteY5" fmla="*/ 93108 h 120582"/>
                <a:gd name="connsiteX6" fmla="*/ 58632 w 62202"/>
                <a:gd name="connsiteY6" fmla="*/ 90618 h 120582"/>
                <a:gd name="connsiteX7" fmla="*/ 54391 w 62202"/>
                <a:gd name="connsiteY7" fmla="*/ 94709 h 120582"/>
                <a:gd name="connsiteX8" fmla="*/ 34600 w 62202"/>
                <a:gd name="connsiteY8" fmla="*/ 114628 h 120582"/>
                <a:gd name="connsiteX9" fmla="*/ 29298 w 62202"/>
                <a:gd name="connsiteY9" fmla="*/ 107869 h 120582"/>
                <a:gd name="connsiteX10" fmla="*/ 31595 w 62202"/>
                <a:gd name="connsiteY10" fmla="*/ 98799 h 120582"/>
                <a:gd name="connsiteX11" fmla="*/ 35306 w 62202"/>
                <a:gd name="connsiteY11" fmla="*/ 89195 h 120582"/>
                <a:gd name="connsiteX12" fmla="*/ 45379 w 62202"/>
                <a:gd name="connsiteY12" fmla="*/ 64652 h 120582"/>
                <a:gd name="connsiteX13" fmla="*/ 47853 w 62202"/>
                <a:gd name="connsiteY13" fmla="*/ 55759 h 120582"/>
                <a:gd name="connsiteX14" fmla="*/ 28591 w 62202"/>
                <a:gd name="connsiteY14" fmla="*/ 40109 h 120582"/>
                <a:gd name="connsiteX15" fmla="*/ 141 w 62202"/>
                <a:gd name="connsiteY15" fmla="*/ 67675 h 120582"/>
                <a:gd name="connsiteX16" fmla="*/ 3852 w 62202"/>
                <a:gd name="connsiteY16" fmla="*/ 70165 h 120582"/>
                <a:gd name="connsiteX17" fmla="*/ 7916 w 62202"/>
                <a:gd name="connsiteY17" fmla="*/ 66608 h 120582"/>
                <a:gd name="connsiteX18" fmla="*/ 27885 w 62202"/>
                <a:gd name="connsiteY18" fmla="*/ 46155 h 120582"/>
                <a:gd name="connsiteX19" fmla="*/ 33186 w 62202"/>
                <a:gd name="connsiteY19" fmla="*/ 52914 h 120582"/>
                <a:gd name="connsiteX20" fmla="*/ 32126 w 62202"/>
                <a:gd name="connsiteY20" fmla="*/ 59316 h 120582"/>
                <a:gd name="connsiteX21" fmla="*/ 20463 w 62202"/>
                <a:gd name="connsiteY21" fmla="*/ 87595 h 120582"/>
                <a:gd name="connsiteX22" fmla="*/ 16575 w 62202"/>
                <a:gd name="connsiteY22" fmla="*/ 97021 h 120582"/>
                <a:gd name="connsiteX23" fmla="*/ 14631 w 62202"/>
                <a:gd name="connsiteY23" fmla="*/ 105024 h 120582"/>
                <a:gd name="connsiteX24" fmla="*/ 33893 w 62202"/>
                <a:gd name="connsiteY24" fmla="*/ 120675 h 120582"/>
                <a:gd name="connsiteX25" fmla="*/ 62343 w 62202"/>
                <a:gd name="connsiteY25" fmla="*/ 93108 h 120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2202" h="120582">
                  <a:moveTo>
                    <a:pt x="54038" y="7740"/>
                  </a:moveTo>
                  <a:cubicBezTo>
                    <a:pt x="54038" y="3471"/>
                    <a:pt x="50857" y="92"/>
                    <a:pt x="46263" y="92"/>
                  </a:cubicBezTo>
                  <a:cubicBezTo>
                    <a:pt x="41315" y="92"/>
                    <a:pt x="35483" y="4894"/>
                    <a:pt x="35483" y="10763"/>
                  </a:cubicBezTo>
                  <a:cubicBezTo>
                    <a:pt x="35483" y="15743"/>
                    <a:pt x="39371" y="18411"/>
                    <a:pt x="43082" y="18411"/>
                  </a:cubicBezTo>
                  <a:cubicBezTo>
                    <a:pt x="48913" y="18411"/>
                    <a:pt x="54038" y="13075"/>
                    <a:pt x="54038" y="7740"/>
                  </a:cubicBezTo>
                  <a:close/>
                  <a:moveTo>
                    <a:pt x="62343" y="93108"/>
                  </a:moveTo>
                  <a:cubicBezTo>
                    <a:pt x="62343" y="90618"/>
                    <a:pt x="59339" y="90618"/>
                    <a:pt x="58632" y="90618"/>
                  </a:cubicBezTo>
                  <a:cubicBezTo>
                    <a:pt x="55628" y="90618"/>
                    <a:pt x="55452" y="91329"/>
                    <a:pt x="54391" y="94709"/>
                  </a:cubicBezTo>
                  <a:cubicBezTo>
                    <a:pt x="51387" y="104490"/>
                    <a:pt x="43435" y="114628"/>
                    <a:pt x="34600" y="114628"/>
                  </a:cubicBezTo>
                  <a:cubicBezTo>
                    <a:pt x="30535" y="114628"/>
                    <a:pt x="29298" y="111782"/>
                    <a:pt x="29298" y="107869"/>
                  </a:cubicBezTo>
                  <a:cubicBezTo>
                    <a:pt x="29298" y="104135"/>
                    <a:pt x="30182" y="102178"/>
                    <a:pt x="31595" y="98799"/>
                  </a:cubicBezTo>
                  <a:cubicBezTo>
                    <a:pt x="33009" y="95242"/>
                    <a:pt x="34423" y="91685"/>
                    <a:pt x="35306" y="89195"/>
                  </a:cubicBezTo>
                  <a:cubicBezTo>
                    <a:pt x="36013" y="87595"/>
                    <a:pt x="42905" y="71054"/>
                    <a:pt x="45379" y="64652"/>
                  </a:cubicBezTo>
                  <a:cubicBezTo>
                    <a:pt x="46793" y="61095"/>
                    <a:pt x="47853" y="58783"/>
                    <a:pt x="47853" y="55759"/>
                  </a:cubicBezTo>
                  <a:cubicBezTo>
                    <a:pt x="47853" y="47223"/>
                    <a:pt x="39724" y="40109"/>
                    <a:pt x="28591" y="40109"/>
                  </a:cubicBezTo>
                  <a:cubicBezTo>
                    <a:pt x="10037" y="40109"/>
                    <a:pt x="141" y="62873"/>
                    <a:pt x="141" y="67675"/>
                  </a:cubicBezTo>
                  <a:cubicBezTo>
                    <a:pt x="141" y="70165"/>
                    <a:pt x="2968" y="70165"/>
                    <a:pt x="3852" y="70165"/>
                  </a:cubicBezTo>
                  <a:cubicBezTo>
                    <a:pt x="6856" y="70165"/>
                    <a:pt x="7033" y="69276"/>
                    <a:pt x="7916" y="66608"/>
                  </a:cubicBezTo>
                  <a:cubicBezTo>
                    <a:pt x="11804" y="53981"/>
                    <a:pt x="20286" y="46155"/>
                    <a:pt x="27885" y="46155"/>
                  </a:cubicBezTo>
                  <a:cubicBezTo>
                    <a:pt x="31242" y="46155"/>
                    <a:pt x="33186" y="48112"/>
                    <a:pt x="33186" y="52914"/>
                  </a:cubicBezTo>
                  <a:cubicBezTo>
                    <a:pt x="33186" y="53625"/>
                    <a:pt x="33186" y="55937"/>
                    <a:pt x="32126" y="59316"/>
                  </a:cubicBezTo>
                  <a:cubicBezTo>
                    <a:pt x="30889" y="62518"/>
                    <a:pt x="22937" y="81548"/>
                    <a:pt x="20463" y="87595"/>
                  </a:cubicBezTo>
                  <a:cubicBezTo>
                    <a:pt x="19226" y="90618"/>
                    <a:pt x="19226" y="90974"/>
                    <a:pt x="16575" y="97021"/>
                  </a:cubicBezTo>
                  <a:cubicBezTo>
                    <a:pt x="15691" y="99510"/>
                    <a:pt x="14631" y="102000"/>
                    <a:pt x="14631" y="105024"/>
                  </a:cubicBezTo>
                  <a:cubicBezTo>
                    <a:pt x="14631" y="114272"/>
                    <a:pt x="23290" y="120675"/>
                    <a:pt x="33893" y="120675"/>
                  </a:cubicBezTo>
                  <a:cubicBezTo>
                    <a:pt x="52447" y="120675"/>
                    <a:pt x="62343" y="97554"/>
                    <a:pt x="62343" y="93108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7FF948F-1956-A380-D7A2-12F8801EAE5C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8402735" y="7204438"/>
              <a:ext cx="235026" cy="83233"/>
            </a:xfrm>
            <a:custGeom>
              <a:avLst/>
              <a:gdLst>
                <a:gd name="connsiteX0" fmla="*/ 223158 w 235026"/>
                <a:gd name="connsiteY0" fmla="*/ 14318 h 83233"/>
                <a:gd name="connsiteX1" fmla="*/ 235174 w 235026"/>
                <a:gd name="connsiteY1" fmla="*/ 7204 h 83233"/>
                <a:gd name="connsiteX2" fmla="*/ 223511 w 235026"/>
                <a:gd name="connsiteY2" fmla="*/ 90 h 83233"/>
                <a:gd name="connsiteX3" fmla="*/ 11810 w 235026"/>
                <a:gd name="connsiteY3" fmla="*/ 90 h 83233"/>
                <a:gd name="connsiteX4" fmla="*/ 147 w 235026"/>
                <a:gd name="connsiteY4" fmla="*/ 7204 h 83233"/>
                <a:gd name="connsiteX5" fmla="*/ 12164 w 235026"/>
                <a:gd name="connsiteY5" fmla="*/ 14318 h 83233"/>
                <a:gd name="connsiteX6" fmla="*/ 223158 w 235026"/>
                <a:gd name="connsiteY6" fmla="*/ 14318 h 83233"/>
                <a:gd name="connsiteX7" fmla="*/ 223511 w 235026"/>
                <a:gd name="connsiteY7" fmla="*/ 83324 h 83233"/>
                <a:gd name="connsiteX8" fmla="*/ 235174 w 235026"/>
                <a:gd name="connsiteY8" fmla="*/ 76210 h 83233"/>
                <a:gd name="connsiteX9" fmla="*/ 223158 w 235026"/>
                <a:gd name="connsiteY9" fmla="*/ 69096 h 83233"/>
                <a:gd name="connsiteX10" fmla="*/ 12164 w 235026"/>
                <a:gd name="connsiteY10" fmla="*/ 69096 h 83233"/>
                <a:gd name="connsiteX11" fmla="*/ 147 w 235026"/>
                <a:gd name="connsiteY11" fmla="*/ 76210 h 83233"/>
                <a:gd name="connsiteX12" fmla="*/ 11810 w 235026"/>
                <a:gd name="connsiteY12" fmla="*/ 83324 h 83233"/>
                <a:gd name="connsiteX13" fmla="*/ 223511 w 235026"/>
                <a:gd name="connsiteY13" fmla="*/ 83324 h 83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026" h="83233">
                  <a:moveTo>
                    <a:pt x="223158" y="14318"/>
                  </a:moveTo>
                  <a:cubicBezTo>
                    <a:pt x="228459" y="14318"/>
                    <a:pt x="235174" y="14318"/>
                    <a:pt x="235174" y="7204"/>
                  </a:cubicBezTo>
                  <a:cubicBezTo>
                    <a:pt x="235174" y="90"/>
                    <a:pt x="228459" y="90"/>
                    <a:pt x="223511" y="90"/>
                  </a:cubicBezTo>
                  <a:lnTo>
                    <a:pt x="11810" y="90"/>
                  </a:lnTo>
                  <a:cubicBezTo>
                    <a:pt x="6862" y="90"/>
                    <a:pt x="147" y="90"/>
                    <a:pt x="147" y="7204"/>
                  </a:cubicBezTo>
                  <a:cubicBezTo>
                    <a:pt x="147" y="14318"/>
                    <a:pt x="6862" y="14318"/>
                    <a:pt x="12164" y="14318"/>
                  </a:cubicBezTo>
                  <a:lnTo>
                    <a:pt x="223158" y="14318"/>
                  </a:lnTo>
                  <a:close/>
                  <a:moveTo>
                    <a:pt x="223511" y="83324"/>
                  </a:moveTo>
                  <a:cubicBezTo>
                    <a:pt x="228459" y="83324"/>
                    <a:pt x="235174" y="83324"/>
                    <a:pt x="235174" y="76210"/>
                  </a:cubicBezTo>
                  <a:cubicBezTo>
                    <a:pt x="235174" y="69096"/>
                    <a:pt x="228459" y="69096"/>
                    <a:pt x="223158" y="69096"/>
                  </a:cubicBezTo>
                  <a:lnTo>
                    <a:pt x="12164" y="69096"/>
                  </a:lnTo>
                  <a:cubicBezTo>
                    <a:pt x="6862" y="69096"/>
                    <a:pt x="147" y="69096"/>
                    <a:pt x="147" y="76210"/>
                  </a:cubicBezTo>
                  <a:cubicBezTo>
                    <a:pt x="147" y="83324"/>
                    <a:pt x="6862" y="83324"/>
                    <a:pt x="11810" y="83324"/>
                  </a:cubicBezTo>
                  <a:lnTo>
                    <a:pt x="223511" y="83324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1E1E387-6288-4CD1-2429-CB22AAB58E1F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8767664" y="7175626"/>
              <a:ext cx="115569" cy="163266"/>
            </a:xfrm>
            <a:custGeom>
              <a:avLst/>
              <a:gdLst>
                <a:gd name="connsiteX0" fmla="*/ 62007 w 115569"/>
                <a:gd name="connsiteY0" fmla="*/ 90438 h 163266"/>
                <a:gd name="connsiteX1" fmla="*/ 98763 w 115569"/>
                <a:gd name="connsiteY1" fmla="*/ 123162 h 163266"/>
                <a:gd name="connsiteX2" fmla="*/ 58826 w 115569"/>
                <a:gd name="connsiteY2" fmla="*/ 155531 h 163266"/>
                <a:gd name="connsiteX3" fmla="*/ 9700 w 115569"/>
                <a:gd name="connsiteY3" fmla="*/ 105021 h 163266"/>
                <a:gd name="connsiteX4" fmla="*/ 4752 w 115569"/>
                <a:gd name="connsiteY4" fmla="*/ 98974 h 163266"/>
                <a:gd name="connsiteX5" fmla="*/ 158 w 115569"/>
                <a:gd name="connsiteY5" fmla="*/ 107867 h 163266"/>
                <a:gd name="connsiteX6" fmla="*/ 158 w 115569"/>
                <a:gd name="connsiteY6" fmla="*/ 154819 h 163266"/>
                <a:gd name="connsiteX7" fmla="*/ 4045 w 115569"/>
                <a:gd name="connsiteY7" fmla="*/ 163356 h 163266"/>
                <a:gd name="connsiteX8" fmla="*/ 12881 w 115569"/>
                <a:gd name="connsiteY8" fmla="*/ 156242 h 163266"/>
                <a:gd name="connsiteX9" fmla="*/ 19949 w 115569"/>
                <a:gd name="connsiteY9" fmla="*/ 148061 h 163266"/>
                <a:gd name="connsiteX10" fmla="*/ 58826 w 115569"/>
                <a:gd name="connsiteY10" fmla="*/ 163356 h 163266"/>
                <a:gd name="connsiteX11" fmla="*/ 115727 w 115569"/>
                <a:gd name="connsiteY11" fmla="*/ 113914 h 163266"/>
                <a:gd name="connsiteX12" fmla="*/ 100884 w 115569"/>
                <a:gd name="connsiteY12" fmla="*/ 80122 h 163266"/>
                <a:gd name="connsiteX13" fmla="*/ 60593 w 115569"/>
                <a:gd name="connsiteY13" fmla="*/ 63049 h 163266"/>
                <a:gd name="connsiteX14" fmla="*/ 17122 w 115569"/>
                <a:gd name="connsiteY14" fmla="*/ 33881 h 163266"/>
                <a:gd name="connsiteX15" fmla="*/ 56706 w 115569"/>
                <a:gd name="connsiteY15" fmla="*/ 6848 h 163266"/>
                <a:gd name="connsiteX16" fmla="*/ 98056 w 115569"/>
                <a:gd name="connsiteY16" fmla="*/ 49888 h 163266"/>
                <a:gd name="connsiteX17" fmla="*/ 102297 w 115569"/>
                <a:gd name="connsiteY17" fmla="*/ 53089 h 163266"/>
                <a:gd name="connsiteX18" fmla="*/ 106892 w 115569"/>
                <a:gd name="connsiteY18" fmla="*/ 44552 h 163266"/>
                <a:gd name="connsiteX19" fmla="*/ 106892 w 115569"/>
                <a:gd name="connsiteY19" fmla="*/ 8627 h 163266"/>
                <a:gd name="connsiteX20" fmla="*/ 103004 w 115569"/>
                <a:gd name="connsiteY20" fmla="*/ 90 h 163266"/>
                <a:gd name="connsiteX21" fmla="*/ 95936 w 115569"/>
                <a:gd name="connsiteY21" fmla="*/ 4358 h 163266"/>
                <a:gd name="connsiteX22" fmla="*/ 89927 w 115569"/>
                <a:gd name="connsiteY22" fmla="*/ 10049 h 163266"/>
                <a:gd name="connsiteX23" fmla="*/ 56706 w 115569"/>
                <a:gd name="connsiteY23" fmla="*/ 90 h 163266"/>
                <a:gd name="connsiteX24" fmla="*/ 158 w 115569"/>
                <a:gd name="connsiteY24" fmla="*/ 43841 h 163266"/>
                <a:gd name="connsiteX25" fmla="*/ 15355 w 115569"/>
                <a:gd name="connsiteY25" fmla="*/ 74075 h 163266"/>
                <a:gd name="connsiteX26" fmla="*/ 62007 w 115569"/>
                <a:gd name="connsiteY26" fmla="*/ 90438 h 163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569" h="163266">
                  <a:moveTo>
                    <a:pt x="62007" y="90438"/>
                  </a:moveTo>
                  <a:cubicBezTo>
                    <a:pt x="69782" y="91860"/>
                    <a:pt x="98763" y="97552"/>
                    <a:pt x="98763" y="123162"/>
                  </a:cubicBezTo>
                  <a:cubicBezTo>
                    <a:pt x="98763" y="141303"/>
                    <a:pt x="86393" y="155531"/>
                    <a:pt x="58826" y="155531"/>
                  </a:cubicBezTo>
                  <a:cubicBezTo>
                    <a:pt x="29138" y="155531"/>
                    <a:pt x="16415" y="135256"/>
                    <a:pt x="9700" y="105021"/>
                  </a:cubicBezTo>
                  <a:cubicBezTo>
                    <a:pt x="8640" y="100397"/>
                    <a:pt x="8286" y="98974"/>
                    <a:pt x="4752" y="98974"/>
                  </a:cubicBezTo>
                  <a:cubicBezTo>
                    <a:pt x="158" y="98974"/>
                    <a:pt x="158" y="101464"/>
                    <a:pt x="158" y="107867"/>
                  </a:cubicBezTo>
                  <a:lnTo>
                    <a:pt x="158" y="154819"/>
                  </a:lnTo>
                  <a:cubicBezTo>
                    <a:pt x="158" y="160866"/>
                    <a:pt x="158" y="163356"/>
                    <a:pt x="4045" y="163356"/>
                  </a:cubicBezTo>
                  <a:cubicBezTo>
                    <a:pt x="5812" y="163356"/>
                    <a:pt x="6166" y="163000"/>
                    <a:pt x="12881" y="156242"/>
                  </a:cubicBezTo>
                  <a:cubicBezTo>
                    <a:pt x="13588" y="155531"/>
                    <a:pt x="13588" y="154819"/>
                    <a:pt x="19949" y="148061"/>
                  </a:cubicBezTo>
                  <a:cubicBezTo>
                    <a:pt x="35500" y="163000"/>
                    <a:pt x="51404" y="163356"/>
                    <a:pt x="58826" y="163356"/>
                  </a:cubicBezTo>
                  <a:cubicBezTo>
                    <a:pt x="99470" y="163356"/>
                    <a:pt x="115727" y="139524"/>
                    <a:pt x="115727" y="113914"/>
                  </a:cubicBezTo>
                  <a:cubicBezTo>
                    <a:pt x="115727" y="95062"/>
                    <a:pt x="105125" y="84391"/>
                    <a:pt x="100884" y="80122"/>
                  </a:cubicBezTo>
                  <a:cubicBezTo>
                    <a:pt x="89220" y="68740"/>
                    <a:pt x="75437" y="65894"/>
                    <a:pt x="60593" y="63049"/>
                  </a:cubicBezTo>
                  <a:cubicBezTo>
                    <a:pt x="40801" y="59136"/>
                    <a:pt x="17122" y="54512"/>
                    <a:pt x="17122" y="33881"/>
                  </a:cubicBezTo>
                  <a:cubicBezTo>
                    <a:pt x="17122" y="21432"/>
                    <a:pt x="26311" y="6848"/>
                    <a:pt x="56706" y="6848"/>
                  </a:cubicBezTo>
                  <a:cubicBezTo>
                    <a:pt x="95582" y="6848"/>
                    <a:pt x="97349" y="38861"/>
                    <a:pt x="98056" y="49888"/>
                  </a:cubicBezTo>
                  <a:cubicBezTo>
                    <a:pt x="98410" y="53089"/>
                    <a:pt x="101590" y="53089"/>
                    <a:pt x="102297" y="53089"/>
                  </a:cubicBezTo>
                  <a:cubicBezTo>
                    <a:pt x="106892" y="53089"/>
                    <a:pt x="106892" y="51311"/>
                    <a:pt x="106892" y="44552"/>
                  </a:cubicBezTo>
                  <a:lnTo>
                    <a:pt x="106892" y="8627"/>
                  </a:lnTo>
                  <a:cubicBezTo>
                    <a:pt x="106892" y="2580"/>
                    <a:pt x="106892" y="90"/>
                    <a:pt x="103004" y="90"/>
                  </a:cubicBezTo>
                  <a:cubicBezTo>
                    <a:pt x="101237" y="90"/>
                    <a:pt x="100530" y="90"/>
                    <a:pt x="95936" y="4358"/>
                  </a:cubicBezTo>
                  <a:cubicBezTo>
                    <a:pt x="94875" y="5781"/>
                    <a:pt x="91341" y="8982"/>
                    <a:pt x="89927" y="10049"/>
                  </a:cubicBezTo>
                  <a:cubicBezTo>
                    <a:pt x="76497" y="90"/>
                    <a:pt x="62007" y="90"/>
                    <a:pt x="56706" y="90"/>
                  </a:cubicBezTo>
                  <a:cubicBezTo>
                    <a:pt x="13588" y="90"/>
                    <a:pt x="158" y="23922"/>
                    <a:pt x="158" y="43841"/>
                  </a:cubicBezTo>
                  <a:cubicBezTo>
                    <a:pt x="158" y="56290"/>
                    <a:pt x="5812" y="66250"/>
                    <a:pt x="15355" y="74075"/>
                  </a:cubicBezTo>
                  <a:cubicBezTo>
                    <a:pt x="26664" y="83324"/>
                    <a:pt x="36560" y="85458"/>
                    <a:pt x="62007" y="90438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D5F019-5DE9-F441-435B-F932BBC38747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8905303" y="7175626"/>
              <a:ext cx="156566" cy="163266"/>
            </a:xfrm>
            <a:custGeom>
              <a:avLst/>
              <a:gdLst>
                <a:gd name="connsiteX0" fmla="*/ 156728 w 156566"/>
                <a:gd name="connsiteY0" fmla="*/ 83324 h 163266"/>
                <a:gd name="connsiteX1" fmla="*/ 78622 w 156566"/>
                <a:gd name="connsiteY1" fmla="*/ 90 h 163266"/>
                <a:gd name="connsiteX2" fmla="*/ 162 w 156566"/>
                <a:gd name="connsiteY2" fmla="*/ 83324 h 163266"/>
                <a:gd name="connsiteX3" fmla="*/ 78268 w 156566"/>
                <a:gd name="connsiteY3" fmla="*/ 163356 h 163266"/>
                <a:gd name="connsiteX4" fmla="*/ 156728 w 156566"/>
                <a:gd name="connsiteY4" fmla="*/ 83324 h 163266"/>
                <a:gd name="connsiteX5" fmla="*/ 78622 w 156566"/>
                <a:gd name="connsiteY5" fmla="*/ 154464 h 163266"/>
                <a:gd name="connsiteX6" fmla="*/ 38331 w 156566"/>
                <a:gd name="connsiteY6" fmla="*/ 130632 h 163266"/>
                <a:gd name="connsiteX7" fmla="*/ 29496 w 156566"/>
                <a:gd name="connsiteY7" fmla="*/ 80478 h 163266"/>
                <a:gd name="connsiteX8" fmla="*/ 37978 w 156566"/>
                <a:gd name="connsiteY8" fmla="*/ 31747 h 163266"/>
                <a:gd name="connsiteX9" fmla="*/ 78268 w 156566"/>
                <a:gd name="connsiteY9" fmla="*/ 7915 h 163266"/>
                <a:gd name="connsiteX10" fmla="*/ 118205 w 156566"/>
                <a:gd name="connsiteY10" fmla="*/ 31036 h 163266"/>
                <a:gd name="connsiteX11" fmla="*/ 127394 w 156566"/>
                <a:gd name="connsiteY11" fmla="*/ 80478 h 163266"/>
                <a:gd name="connsiteX12" fmla="*/ 119619 w 156566"/>
                <a:gd name="connsiteY12" fmla="*/ 128142 h 163266"/>
                <a:gd name="connsiteX13" fmla="*/ 78622 w 156566"/>
                <a:gd name="connsiteY13" fmla="*/ 154464 h 163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566" h="163266">
                  <a:moveTo>
                    <a:pt x="156728" y="83324"/>
                  </a:moveTo>
                  <a:cubicBezTo>
                    <a:pt x="156728" y="37794"/>
                    <a:pt x="121386" y="90"/>
                    <a:pt x="78622" y="90"/>
                  </a:cubicBezTo>
                  <a:cubicBezTo>
                    <a:pt x="34444" y="90"/>
                    <a:pt x="162" y="38861"/>
                    <a:pt x="162" y="83324"/>
                  </a:cubicBezTo>
                  <a:cubicBezTo>
                    <a:pt x="162" y="129209"/>
                    <a:pt x="36918" y="163356"/>
                    <a:pt x="78268" y="163356"/>
                  </a:cubicBezTo>
                  <a:cubicBezTo>
                    <a:pt x="121033" y="163356"/>
                    <a:pt x="156728" y="128498"/>
                    <a:pt x="156728" y="83324"/>
                  </a:cubicBezTo>
                  <a:close/>
                  <a:moveTo>
                    <a:pt x="78622" y="154464"/>
                  </a:moveTo>
                  <a:cubicBezTo>
                    <a:pt x="63425" y="154464"/>
                    <a:pt x="47874" y="146994"/>
                    <a:pt x="38331" y="130632"/>
                  </a:cubicBezTo>
                  <a:cubicBezTo>
                    <a:pt x="29496" y="114981"/>
                    <a:pt x="29496" y="93283"/>
                    <a:pt x="29496" y="80478"/>
                  </a:cubicBezTo>
                  <a:cubicBezTo>
                    <a:pt x="29496" y="66606"/>
                    <a:pt x="29496" y="47398"/>
                    <a:pt x="37978" y="31747"/>
                  </a:cubicBezTo>
                  <a:cubicBezTo>
                    <a:pt x="47520" y="15385"/>
                    <a:pt x="64131" y="7915"/>
                    <a:pt x="78268" y="7915"/>
                  </a:cubicBezTo>
                  <a:cubicBezTo>
                    <a:pt x="93819" y="7915"/>
                    <a:pt x="109016" y="15741"/>
                    <a:pt x="118205" y="31036"/>
                  </a:cubicBezTo>
                  <a:cubicBezTo>
                    <a:pt x="127394" y="46331"/>
                    <a:pt x="127394" y="66961"/>
                    <a:pt x="127394" y="80478"/>
                  </a:cubicBezTo>
                  <a:cubicBezTo>
                    <a:pt x="127394" y="93283"/>
                    <a:pt x="127394" y="112491"/>
                    <a:pt x="119619" y="128142"/>
                  </a:cubicBezTo>
                  <a:cubicBezTo>
                    <a:pt x="111844" y="144148"/>
                    <a:pt x="96293" y="154464"/>
                    <a:pt x="78622" y="154464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1010D7-E760-7145-E0BF-FAD4058314FE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9083783" y="7084211"/>
              <a:ext cx="114509" cy="250768"/>
            </a:xfrm>
            <a:custGeom>
              <a:avLst/>
              <a:gdLst>
                <a:gd name="connsiteX0" fmla="*/ 50353 w 114509"/>
                <a:gd name="connsiteY0" fmla="*/ 97552 h 250768"/>
                <a:gd name="connsiteX1" fmla="*/ 50353 w 114509"/>
                <a:gd name="connsiteY1" fmla="*/ 56290 h 250768"/>
                <a:gd name="connsiteX2" fmla="*/ 82868 w 114509"/>
                <a:gd name="connsiteY2" fmla="*/ 7915 h 250768"/>
                <a:gd name="connsiteX3" fmla="*/ 94531 w 114509"/>
                <a:gd name="connsiteY3" fmla="*/ 10405 h 250768"/>
                <a:gd name="connsiteX4" fmla="*/ 83928 w 114509"/>
                <a:gd name="connsiteY4" fmla="*/ 25345 h 250768"/>
                <a:gd name="connsiteX5" fmla="*/ 99125 w 114509"/>
                <a:gd name="connsiteY5" fmla="*/ 40640 h 250768"/>
                <a:gd name="connsiteX6" fmla="*/ 114676 w 114509"/>
                <a:gd name="connsiteY6" fmla="*/ 24989 h 250768"/>
                <a:gd name="connsiteX7" fmla="*/ 82868 w 114509"/>
                <a:gd name="connsiteY7" fmla="*/ 90 h 250768"/>
                <a:gd name="connsiteX8" fmla="*/ 28087 w 114509"/>
                <a:gd name="connsiteY8" fmla="*/ 56646 h 250768"/>
                <a:gd name="connsiteX9" fmla="*/ 28087 w 114509"/>
                <a:gd name="connsiteY9" fmla="*/ 97552 h 250768"/>
                <a:gd name="connsiteX10" fmla="*/ 167 w 114509"/>
                <a:gd name="connsiteY10" fmla="*/ 97552 h 250768"/>
                <a:gd name="connsiteX11" fmla="*/ 167 w 114509"/>
                <a:gd name="connsiteY11" fmla="*/ 108578 h 250768"/>
                <a:gd name="connsiteX12" fmla="*/ 28087 w 114509"/>
                <a:gd name="connsiteY12" fmla="*/ 108578 h 250768"/>
                <a:gd name="connsiteX13" fmla="*/ 28087 w 114509"/>
                <a:gd name="connsiteY13" fmla="*/ 223825 h 250768"/>
                <a:gd name="connsiteX14" fmla="*/ 520 w 114509"/>
                <a:gd name="connsiteY14" fmla="*/ 239832 h 250768"/>
                <a:gd name="connsiteX15" fmla="*/ 520 w 114509"/>
                <a:gd name="connsiteY15" fmla="*/ 250858 h 250768"/>
                <a:gd name="connsiteX16" fmla="*/ 40810 w 114509"/>
                <a:gd name="connsiteY16" fmla="*/ 249791 h 250768"/>
                <a:gd name="connsiteX17" fmla="*/ 85695 w 114509"/>
                <a:gd name="connsiteY17" fmla="*/ 250858 h 250768"/>
                <a:gd name="connsiteX18" fmla="*/ 85695 w 114509"/>
                <a:gd name="connsiteY18" fmla="*/ 239832 h 250768"/>
                <a:gd name="connsiteX19" fmla="*/ 78273 w 114509"/>
                <a:gd name="connsiteY19" fmla="*/ 239832 h 250768"/>
                <a:gd name="connsiteX20" fmla="*/ 51413 w 114509"/>
                <a:gd name="connsiteY20" fmla="*/ 223114 h 250768"/>
                <a:gd name="connsiteX21" fmla="*/ 51413 w 114509"/>
                <a:gd name="connsiteY21" fmla="*/ 108578 h 250768"/>
                <a:gd name="connsiteX22" fmla="*/ 91703 w 114509"/>
                <a:gd name="connsiteY22" fmla="*/ 108578 h 250768"/>
                <a:gd name="connsiteX23" fmla="*/ 91703 w 114509"/>
                <a:gd name="connsiteY23" fmla="*/ 97552 h 250768"/>
                <a:gd name="connsiteX24" fmla="*/ 50353 w 114509"/>
                <a:gd name="connsiteY24" fmla="*/ 97552 h 250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4509" h="250768">
                  <a:moveTo>
                    <a:pt x="50353" y="97552"/>
                  </a:moveTo>
                  <a:lnTo>
                    <a:pt x="50353" y="56290"/>
                  </a:lnTo>
                  <a:cubicBezTo>
                    <a:pt x="50353" y="24989"/>
                    <a:pt x="67317" y="7915"/>
                    <a:pt x="82868" y="7915"/>
                  </a:cubicBezTo>
                  <a:cubicBezTo>
                    <a:pt x="83928" y="7915"/>
                    <a:pt x="89229" y="7915"/>
                    <a:pt x="94531" y="10405"/>
                  </a:cubicBezTo>
                  <a:cubicBezTo>
                    <a:pt x="90290" y="11828"/>
                    <a:pt x="83928" y="16452"/>
                    <a:pt x="83928" y="25345"/>
                  </a:cubicBezTo>
                  <a:cubicBezTo>
                    <a:pt x="83928" y="33526"/>
                    <a:pt x="89583" y="40640"/>
                    <a:pt x="99125" y="40640"/>
                  </a:cubicBezTo>
                  <a:cubicBezTo>
                    <a:pt x="109375" y="40640"/>
                    <a:pt x="114676" y="33526"/>
                    <a:pt x="114676" y="24989"/>
                  </a:cubicBezTo>
                  <a:cubicBezTo>
                    <a:pt x="114676" y="11828"/>
                    <a:pt x="101599" y="90"/>
                    <a:pt x="82868" y="90"/>
                  </a:cubicBezTo>
                  <a:cubicBezTo>
                    <a:pt x="58128" y="90"/>
                    <a:pt x="28087" y="18942"/>
                    <a:pt x="28087" y="56646"/>
                  </a:cubicBezTo>
                  <a:lnTo>
                    <a:pt x="28087" y="97552"/>
                  </a:lnTo>
                  <a:lnTo>
                    <a:pt x="167" y="97552"/>
                  </a:lnTo>
                  <a:lnTo>
                    <a:pt x="167" y="108578"/>
                  </a:lnTo>
                  <a:lnTo>
                    <a:pt x="28087" y="108578"/>
                  </a:lnTo>
                  <a:lnTo>
                    <a:pt x="28087" y="223825"/>
                  </a:lnTo>
                  <a:cubicBezTo>
                    <a:pt x="28087" y="239832"/>
                    <a:pt x="24199" y="239832"/>
                    <a:pt x="520" y="239832"/>
                  </a:cubicBezTo>
                  <a:lnTo>
                    <a:pt x="520" y="250858"/>
                  </a:lnTo>
                  <a:cubicBezTo>
                    <a:pt x="14304" y="250503"/>
                    <a:pt x="30914" y="249791"/>
                    <a:pt x="40810" y="249791"/>
                  </a:cubicBezTo>
                  <a:cubicBezTo>
                    <a:pt x="54947" y="249791"/>
                    <a:pt x="71558" y="249791"/>
                    <a:pt x="85695" y="250858"/>
                  </a:cubicBezTo>
                  <a:lnTo>
                    <a:pt x="85695" y="239832"/>
                  </a:lnTo>
                  <a:lnTo>
                    <a:pt x="78273" y="239832"/>
                  </a:lnTo>
                  <a:cubicBezTo>
                    <a:pt x="52120" y="239832"/>
                    <a:pt x="51413" y="235919"/>
                    <a:pt x="51413" y="223114"/>
                  </a:cubicBezTo>
                  <a:lnTo>
                    <a:pt x="51413" y="108578"/>
                  </a:lnTo>
                  <a:lnTo>
                    <a:pt x="91703" y="108578"/>
                  </a:lnTo>
                  <a:lnTo>
                    <a:pt x="91703" y="97552"/>
                  </a:lnTo>
                  <a:lnTo>
                    <a:pt x="50353" y="97552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57E02FB-7F18-7109-2866-48CF08A8649A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9186826" y="7116224"/>
              <a:ext cx="110621" cy="222668"/>
            </a:xfrm>
            <a:custGeom>
              <a:avLst/>
              <a:gdLst>
                <a:gd name="connsiteX0" fmla="*/ 54597 w 110621"/>
                <a:gd name="connsiteY0" fmla="*/ 76565 h 222668"/>
                <a:gd name="connsiteX1" fmla="*/ 105137 w 110621"/>
                <a:gd name="connsiteY1" fmla="*/ 76565 h 222668"/>
                <a:gd name="connsiteX2" fmla="*/ 105137 w 110621"/>
                <a:gd name="connsiteY2" fmla="*/ 65539 h 222668"/>
                <a:gd name="connsiteX3" fmla="*/ 54597 w 110621"/>
                <a:gd name="connsiteY3" fmla="*/ 65539 h 222668"/>
                <a:gd name="connsiteX4" fmla="*/ 54597 w 110621"/>
                <a:gd name="connsiteY4" fmla="*/ 90 h 222668"/>
                <a:gd name="connsiteX5" fmla="*/ 45761 w 110621"/>
                <a:gd name="connsiteY5" fmla="*/ 90 h 222668"/>
                <a:gd name="connsiteX6" fmla="*/ 170 w 110621"/>
                <a:gd name="connsiteY6" fmla="*/ 68740 h 222668"/>
                <a:gd name="connsiteX7" fmla="*/ 170 w 110621"/>
                <a:gd name="connsiteY7" fmla="*/ 76565 h 222668"/>
                <a:gd name="connsiteX8" fmla="*/ 30211 w 110621"/>
                <a:gd name="connsiteY8" fmla="*/ 76565 h 222668"/>
                <a:gd name="connsiteX9" fmla="*/ 30211 w 110621"/>
                <a:gd name="connsiteY9" fmla="*/ 174739 h 222668"/>
                <a:gd name="connsiteX10" fmla="*/ 75802 w 110621"/>
                <a:gd name="connsiteY10" fmla="*/ 222758 h 222668"/>
                <a:gd name="connsiteX11" fmla="*/ 110791 w 110621"/>
                <a:gd name="connsiteY11" fmla="*/ 174739 h 222668"/>
                <a:gd name="connsiteX12" fmla="*/ 110791 w 110621"/>
                <a:gd name="connsiteY12" fmla="*/ 154464 h 222668"/>
                <a:gd name="connsiteX13" fmla="*/ 101956 w 110621"/>
                <a:gd name="connsiteY13" fmla="*/ 154464 h 222668"/>
                <a:gd name="connsiteX14" fmla="*/ 101956 w 110621"/>
                <a:gd name="connsiteY14" fmla="*/ 174027 h 222668"/>
                <a:gd name="connsiteX15" fmla="*/ 78276 w 110621"/>
                <a:gd name="connsiteY15" fmla="*/ 213866 h 222668"/>
                <a:gd name="connsiteX16" fmla="*/ 54597 w 110621"/>
                <a:gd name="connsiteY16" fmla="*/ 175450 h 222668"/>
                <a:gd name="connsiteX17" fmla="*/ 54597 w 110621"/>
                <a:gd name="connsiteY17" fmla="*/ 76565 h 222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0621" h="222668">
                  <a:moveTo>
                    <a:pt x="54597" y="76565"/>
                  </a:moveTo>
                  <a:lnTo>
                    <a:pt x="105137" y="76565"/>
                  </a:lnTo>
                  <a:lnTo>
                    <a:pt x="105137" y="65539"/>
                  </a:lnTo>
                  <a:lnTo>
                    <a:pt x="54597" y="65539"/>
                  </a:lnTo>
                  <a:lnTo>
                    <a:pt x="54597" y="90"/>
                  </a:lnTo>
                  <a:lnTo>
                    <a:pt x="45761" y="90"/>
                  </a:lnTo>
                  <a:cubicBezTo>
                    <a:pt x="45408" y="29257"/>
                    <a:pt x="34805" y="67317"/>
                    <a:pt x="170" y="68740"/>
                  </a:cubicBezTo>
                  <a:lnTo>
                    <a:pt x="170" y="76565"/>
                  </a:lnTo>
                  <a:lnTo>
                    <a:pt x="30211" y="76565"/>
                  </a:lnTo>
                  <a:lnTo>
                    <a:pt x="30211" y="174739"/>
                  </a:lnTo>
                  <a:cubicBezTo>
                    <a:pt x="30211" y="218490"/>
                    <a:pt x="63079" y="222758"/>
                    <a:pt x="75802" y="222758"/>
                  </a:cubicBezTo>
                  <a:cubicBezTo>
                    <a:pt x="100895" y="222758"/>
                    <a:pt x="110791" y="197503"/>
                    <a:pt x="110791" y="174739"/>
                  </a:cubicBezTo>
                  <a:lnTo>
                    <a:pt x="110791" y="154464"/>
                  </a:lnTo>
                  <a:lnTo>
                    <a:pt x="101956" y="154464"/>
                  </a:lnTo>
                  <a:lnTo>
                    <a:pt x="101956" y="174027"/>
                  </a:lnTo>
                  <a:cubicBezTo>
                    <a:pt x="101956" y="200349"/>
                    <a:pt x="91353" y="213866"/>
                    <a:pt x="78276" y="213866"/>
                  </a:cubicBezTo>
                  <a:cubicBezTo>
                    <a:pt x="54597" y="213866"/>
                    <a:pt x="54597" y="181497"/>
                    <a:pt x="54597" y="175450"/>
                  </a:cubicBezTo>
                  <a:lnTo>
                    <a:pt x="54597" y="76565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066D171-A320-B03F-7E9C-11902065905D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9328864" y="7177760"/>
              <a:ext cx="276024" cy="157219"/>
            </a:xfrm>
            <a:custGeom>
              <a:avLst/>
              <a:gdLst>
                <a:gd name="connsiteX0" fmla="*/ 27741 w 276024"/>
                <a:gd name="connsiteY0" fmla="*/ 34948 h 157219"/>
                <a:gd name="connsiteX1" fmla="*/ 27741 w 276024"/>
                <a:gd name="connsiteY1" fmla="*/ 130276 h 157219"/>
                <a:gd name="connsiteX2" fmla="*/ 174 w 276024"/>
                <a:gd name="connsiteY2" fmla="*/ 146283 h 157219"/>
                <a:gd name="connsiteX3" fmla="*/ 174 w 276024"/>
                <a:gd name="connsiteY3" fmla="*/ 157309 h 157219"/>
                <a:gd name="connsiteX4" fmla="*/ 40110 w 276024"/>
                <a:gd name="connsiteY4" fmla="*/ 156242 h 157219"/>
                <a:gd name="connsiteX5" fmla="*/ 79694 w 276024"/>
                <a:gd name="connsiteY5" fmla="*/ 157309 h 157219"/>
                <a:gd name="connsiteX6" fmla="*/ 79694 w 276024"/>
                <a:gd name="connsiteY6" fmla="*/ 146283 h 157219"/>
                <a:gd name="connsiteX7" fmla="*/ 52127 w 276024"/>
                <a:gd name="connsiteY7" fmla="*/ 130276 h 157219"/>
                <a:gd name="connsiteX8" fmla="*/ 52127 w 276024"/>
                <a:gd name="connsiteY8" fmla="*/ 64827 h 157219"/>
                <a:gd name="connsiteX9" fmla="*/ 99839 w 276024"/>
                <a:gd name="connsiteY9" fmla="*/ 7915 h 157219"/>
                <a:gd name="connsiteX10" fmla="*/ 125992 w 276024"/>
                <a:gd name="connsiteY10" fmla="*/ 47398 h 157219"/>
                <a:gd name="connsiteX11" fmla="*/ 125992 w 276024"/>
                <a:gd name="connsiteY11" fmla="*/ 130276 h 157219"/>
                <a:gd name="connsiteX12" fmla="*/ 98425 w 276024"/>
                <a:gd name="connsiteY12" fmla="*/ 146283 h 157219"/>
                <a:gd name="connsiteX13" fmla="*/ 98425 w 276024"/>
                <a:gd name="connsiteY13" fmla="*/ 157309 h 157219"/>
                <a:gd name="connsiteX14" fmla="*/ 138362 w 276024"/>
                <a:gd name="connsiteY14" fmla="*/ 156242 h 157219"/>
                <a:gd name="connsiteX15" fmla="*/ 177946 w 276024"/>
                <a:gd name="connsiteY15" fmla="*/ 157309 h 157219"/>
                <a:gd name="connsiteX16" fmla="*/ 177946 w 276024"/>
                <a:gd name="connsiteY16" fmla="*/ 146283 h 157219"/>
                <a:gd name="connsiteX17" fmla="*/ 150379 w 276024"/>
                <a:gd name="connsiteY17" fmla="*/ 130276 h 157219"/>
                <a:gd name="connsiteX18" fmla="*/ 150379 w 276024"/>
                <a:gd name="connsiteY18" fmla="*/ 64827 h 157219"/>
                <a:gd name="connsiteX19" fmla="*/ 198091 w 276024"/>
                <a:gd name="connsiteY19" fmla="*/ 7915 h 157219"/>
                <a:gd name="connsiteX20" fmla="*/ 224244 w 276024"/>
                <a:gd name="connsiteY20" fmla="*/ 47398 h 157219"/>
                <a:gd name="connsiteX21" fmla="*/ 224244 w 276024"/>
                <a:gd name="connsiteY21" fmla="*/ 130276 h 157219"/>
                <a:gd name="connsiteX22" fmla="*/ 196677 w 276024"/>
                <a:gd name="connsiteY22" fmla="*/ 146283 h 157219"/>
                <a:gd name="connsiteX23" fmla="*/ 196677 w 276024"/>
                <a:gd name="connsiteY23" fmla="*/ 157309 h 157219"/>
                <a:gd name="connsiteX24" fmla="*/ 236614 w 276024"/>
                <a:gd name="connsiteY24" fmla="*/ 156242 h 157219"/>
                <a:gd name="connsiteX25" fmla="*/ 276198 w 276024"/>
                <a:gd name="connsiteY25" fmla="*/ 157309 h 157219"/>
                <a:gd name="connsiteX26" fmla="*/ 276198 w 276024"/>
                <a:gd name="connsiteY26" fmla="*/ 146283 h 157219"/>
                <a:gd name="connsiteX27" fmla="*/ 248631 w 276024"/>
                <a:gd name="connsiteY27" fmla="*/ 135612 h 157219"/>
                <a:gd name="connsiteX28" fmla="*/ 248631 w 276024"/>
                <a:gd name="connsiteY28" fmla="*/ 67673 h 157219"/>
                <a:gd name="connsiteX29" fmla="*/ 237674 w 276024"/>
                <a:gd name="connsiteY29" fmla="*/ 13251 h 157219"/>
                <a:gd name="connsiteX30" fmla="*/ 200565 w 276024"/>
                <a:gd name="connsiteY30" fmla="*/ 90 h 157219"/>
                <a:gd name="connsiteX31" fmla="*/ 149318 w 276024"/>
                <a:gd name="connsiteY31" fmla="*/ 34948 h 157219"/>
                <a:gd name="connsiteX32" fmla="*/ 102313 w 276024"/>
                <a:gd name="connsiteY32" fmla="*/ 90 h 157219"/>
                <a:gd name="connsiteX33" fmla="*/ 50006 w 276024"/>
                <a:gd name="connsiteY33" fmla="*/ 37438 h 157219"/>
                <a:gd name="connsiteX34" fmla="*/ 50006 w 276024"/>
                <a:gd name="connsiteY34" fmla="*/ 90 h 157219"/>
                <a:gd name="connsiteX35" fmla="*/ 174 w 276024"/>
                <a:gd name="connsiteY35" fmla="*/ 4003 h 157219"/>
                <a:gd name="connsiteX36" fmla="*/ 174 w 276024"/>
                <a:gd name="connsiteY36" fmla="*/ 15029 h 157219"/>
                <a:gd name="connsiteX37" fmla="*/ 27741 w 276024"/>
                <a:gd name="connsiteY37" fmla="*/ 34948 h 157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6024" h="157219">
                  <a:moveTo>
                    <a:pt x="27741" y="34948"/>
                  </a:moveTo>
                  <a:lnTo>
                    <a:pt x="27741" y="130276"/>
                  </a:lnTo>
                  <a:cubicBezTo>
                    <a:pt x="27741" y="146283"/>
                    <a:pt x="23853" y="146283"/>
                    <a:pt x="174" y="146283"/>
                  </a:cubicBezTo>
                  <a:lnTo>
                    <a:pt x="174" y="157309"/>
                  </a:lnTo>
                  <a:cubicBezTo>
                    <a:pt x="12543" y="156954"/>
                    <a:pt x="30568" y="156242"/>
                    <a:pt x="40110" y="156242"/>
                  </a:cubicBezTo>
                  <a:cubicBezTo>
                    <a:pt x="49299" y="156242"/>
                    <a:pt x="67678" y="156954"/>
                    <a:pt x="79694" y="157309"/>
                  </a:cubicBezTo>
                  <a:lnTo>
                    <a:pt x="79694" y="146283"/>
                  </a:lnTo>
                  <a:cubicBezTo>
                    <a:pt x="56015" y="146283"/>
                    <a:pt x="52127" y="146283"/>
                    <a:pt x="52127" y="130276"/>
                  </a:cubicBezTo>
                  <a:lnTo>
                    <a:pt x="52127" y="64827"/>
                  </a:lnTo>
                  <a:cubicBezTo>
                    <a:pt x="52127" y="27834"/>
                    <a:pt x="77220" y="7915"/>
                    <a:pt x="99839" y="7915"/>
                  </a:cubicBezTo>
                  <a:cubicBezTo>
                    <a:pt x="122105" y="7915"/>
                    <a:pt x="125992" y="27123"/>
                    <a:pt x="125992" y="47398"/>
                  </a:cubicBezTo>
                  <a:lnTo>
                    <a:pt x="125992" y="130276"/>
                  </a:lnTo>
                  <a:cubicBezTo>
                    <a:pt x="125992" y="146283"/>
                    <a:pt x="122105" y="146283"/>
                    <a:pt x="98425" y="146283"/>
                  </a:cubicBezTo>
                  <a:lnTo>
                    <a:pt x="98425" y="157309"/>
                  </a:lnTo>
                  <a:cubicBezTo>
                    <a:pt x="110795" y="156954"/>
                    <a:pt x="128820" y="156242"/>
                    <a:pt x="138362" y="156242"/>
                  </a:cubicBezTo>
                  <a:cubicBezTo>
                    <a:pt x="147551" y="156242"/>
                    <a:pt x="165929" y="156954"/>
                    <a:pt x="177946" y="157309"/>
                  </a:cubicBezTo>
                  <a:lnTo>
                    <a:pt x="177946" y="146283"/>
                  </a:lnTo>
                  <a:cubicBezTo>
                    <a:pt x="154266" y="146283"/>
                    <a:pt x="150379" y="146283"/>
                    <a:pt x="150379" y="130276"/>
                  </a:cubicBezTo>
                  <a:lnTo>
                    <a:pt x="150379" y="64827"/>
                  </a:lnTo>
                  <a:cubicBezTo>
                    <a:pt x="150379" y="27834"/>
                    <a:pt x="175472" y="7915"/>
                    <a:pt x="198091" y="7915"/>
                  </a:cubicBezTo>
                  <a:cubicBezTo>
                    <a:pt x="220357" y="7915"/>
                    <a:pt x="224244" y="27123"/>
                    <a:pt x="224244" y="47398"/>
                  </a:cubicBezTo>
                  <a:lnTo>
                    <a:pt x="224244" y="130276"/>
                  </a:lnTo>
                  <a:cubicBezTo>
                    <a:pt x="224244" y="146283"/>
                    <a:pt x="220357" y="146283"/>
                    <a:pt x="196677" y="146283"/>
                  </a:cubicBezTo>
                  <a:lnTo>
                    <a:pt x="196677" y="157309"/>
                  </a:lnTo>
                  <a:cubicBezTo>
                    <a:pt x="209047" y="156954"/>
                    <a:pt x="227072" y="156242"/>
                    <a:pt x="236614" y="156242"/>
                  </a:cubicBezTo>
                  <a:cubicBezTo>
                    <a:pt x="245803" y="156242"/>
                    <a:pt x="264181" y="156954"/>
                    <a:pt x="276198" y="157309"/>
                  </a:cubicBezTo>
                  <a:lnTo>
                    <a:pt x="276198" y="146283"/>
                  </a:lnTo>
                  <a:cubicBezTo>
                    <a:pt x="257820" y="146283"/>
                    <a:pt x="248984" y="146283"/>
                    <a:pt x="248631" y="135612"/>
                  </a:cubicBezTo>
                  <a:lnTo>
                    <a:pt x="248631" y="67673"/>
                  </a:lnTo>
                  <a:cubicBezTo>
                    <a:pt x="248631" y="37083"/>
                    <a:pt x="248631" y="26056"/>
                    <a:pt x="237674" y="13251"/>
                  </a:cubicBezTo>
                  <a:cubicBezTo>
                    <a:pt x="232726" y="7204"/>
                    <a:pt x="221063" y="90"/>
                    <a:pt x="200565" y="90"/>
                  </a:cubicBezTo>
                  <a:cubicBezTo>
                    <a:pt x="170877" y="90"/>
                    <a:pt x="155327" y="21432"/>
                    <a:pt x="149318" y="34948"/>
                  </a:cubicBezTo>
                  <a:cubicBezTo>
                    <a:pt x="144370" y="4003"/>
                    <a:pt x="118217" y="90"/>
                    <a:pt x="102313" y="90"/>
                  </a:cubicBezTo>
                  <a:cubicBezTo>
                    <a:pt x="76513" y="90"/>
                    <a:pt x="59902" y="15385"/>
                    <a:pt x="50006" y="37438"/>
                  </a:cubicBezTo>
                  <a:lnTo>
                    <a:pt x="50006" y="90"/>
                  </a:lnTo>
                  <a:lnTo>
                    <a:pt x="174" y="4003"/>
                  </a:lnTo>
                  <a:lnTo>
                    <a:pt x="174" y="15029"/>
                  </a:lnTo>
                  <a:cubicBezTo>
                    <a:pt x="24913" y="15029"/>
                    <a:pt x="27741" y="17519"/>
                    <a:pt x="27741" y="34948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B65DF0F-C80B-7A12-73E9-CD0DF740A352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9626919" y="7175626"/>
              <a:ext cx="159394" cy="163266"/>
            </a:xfrm>
            <a:custGeom>
              <a:avLst/>
              <a:gdLst>
                <a:gd name="connsiteX0" fmla="*/ 103028 w 159394"/>
                <a:gd name="connsiteY0" fmla="*/ 132410 h 163266"/>
                <a:gd name="connsiteX1" fmla="*/ 130595 w 159394"/>
                <a:gd name="connsiteY1" fmla="*/ 161578 h 163266"/>
                <a:gd name="connsiteX2" fmla="*/ 159576 w 159394"/>
                <a:gd name="connsiteY2" fmla="*/ 127786 h 163266"/>
                <a:gd name="connsiteX3" fmla="*/ 159576 w 159394"/>
                <a:gd name="connsiteY3" fmla="*/ 107867 h 163266"/>
                <a:gd name="connsiteX4" fmla="*/ 150740 w 159394"/>
                <a:gd name="connsiteY4" fmla="*/ 107867 h 163266"/>
                <a:gd name="connsiteX5" fmla="*/ 150740 w 159394"/>
                <a:gd name="connsiteY5" fmla="*/ 127786 h 163266"/>
                <a:gd name="connsiteX6" fmla="*/ 138017 w 159394"/>
                <a:gd name="connsiteY6" fmla="*/ 150551 h 163266"/>
                <a:gd name="connsiteX7" fmla="*/ 124940 w 159394"/>
                <a:gd name="connsiteY7" fmla="*/ 132766 h 163266"/>
                <a:gd name="connsiteX8" fmla="*/ 124940 w 159394"/>
                <a:gd name="connsiteY8" fmla="*/ 61626 h 163266"/>
                <a:gd name="connsiteX9" fmla="*/ 112217 w 159394"/>
                <a:gd name="connsiteY9" fmla="*/ 19653 h 163266"/>
                <a:gd name="connsiteX10" fmla="*/ 63798 w 159394"/>
                <a:gd name="connsiteY10" fmla="*/ 90 h 163266"/>
                <a:gd name="connsiteX11" fmla="*/ 10431 w 159394"/>
                <a:gd name="connsiteY11" fmla="*/ 40284 h 163266"/>
                <a:gd name="connsiteX12" fmla="*/ 26689 w 159394"/>
                <a:gd name="connsiteY12" fmla="*/ 57002 h 163266"/>
                <a:gd name="connsiteX13" fmla="*/ 42946 w 159394"/>
                <a:gd name="connsiteY13" fmla="*/ 40640 h 163266"/>
                <a:gd name="connsiteX14" fmla="*/ 24921 w 159394"/>
                <a:gd name="connsiteY14" fmla="*/ 24277 h 163266"/>
                <a:gd name="connsiteX15" fmla="*/ 63091 w 159394"/>
                <a:gd name="connsiteY15" fmla="*/ 7915 h 163266"/>
                <a:gd name="connsiteX16" fmla="*/ 100554 w 159394"/>
                <a:gd name="connsiteY16" fmla="*/ 53445 h 163266"/>
                <a:gd name="connsiteX17" fmla="*/ 100554 w 159394"/>
                <a:gd name="connsiteY17" fmla="*/ 66606 h 163266"/>
                <a:gd name="connsiteX18" fmla="*/ 35524 w 159394"/>
                <a:gd name="connsiteY18" fmla="*/ 79411 h 163266"/>
                <a:gd name="connsiteX19" fmla="*/ 182 w 159394"/>
                <a:gd name="connsiteY19" fmla="*/ 125652 h 163266"/>
                <a:gd name="connsiteX20" fmla="*/ 56730 w 159394"/>
                <a:gd name="connsiteY20" fmla="*/ 163356 h 163266"/>
                <a:gd name="connsiteX21" fmla="*/ 103028 w 159394"/>
                <a:gd name="connsiteY21" fmla="*/ 132410 h 163266"/>
                <a:gd name="connsiteX22" fmla="*/ 100554 w 159394"/>
                <a:gd name="connsiteY22" fmla="*/ 74075 h 163266"/>
                <a:gd name="connsiteX23" fmla="*/ 100554 w 159394"/>
                <a:gd name="connsiteY23" fmla="*/ 109645 h 163266"/>
                <a:gd name="connsiteX24" fmla="*/ 59204 w 159394"/>
                <a:gd name="connsiteY24" fmla="*/ 155531 h 163266"/>
                <a:gd name="connsiteX25" fmla="*/ 27395 w 159394"/>
                <a:gd name="connsiteY25" fmla="*/ 125296 h 163266"/>
                <a:gd name="connsiteX26" fmla="*/ 100554 w 159394"/>
                <a:gd name="connsiteY26" fmla="*/ 74075 h 163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59394" h="163266">
                  <a:moveTo>
                    <a:pt x="103028" y="132410"/>
                  </a:moveTo>
                  <a:cubicBezTo>
                    <a:pt x="104442" y="146638"/>
                    <a:pt x="113984" y="161578"/>
                    <a:pt x="130595" y="161578"/>
                  </a:cubicBezTo>
                  <a:cubicBezTo>
                    <a:pt x="138017" y="161578"/>
                    <a:pt x="159576" y="156598"/>
                    <a:pt x="159576" y="127786"/>
                  </a:cubicBezTo>
                  <a:lnTo>
                    <a:pt x="159576" y="107867"/>
                  </a:lnTo>
                  <a:lnTo>
                    <a:pt x="150740" y="107867"/>
                  </a:lnTo>
                  <a:lnTo>
                    <a:pt x="150740" y="127786"/>
                  </a:lnTo>
                  <a:cubicBezTo>
                    <a:pt x="150740" y="148417"/>
                    <a:pt x="141905" y="150551"/>
                    <a:pt x="138017" y="150551"/>
                  </a:cubicBezTo>
                  <a:cubicBezTo>
                    <a:pt x="126354" y="150551"/>
                    <a:pt x="124940" y="134544"/>
                    <a:pt x="124940" y="132766"/>
                  </a:cubicBezTo>
                  <a:lnTo>
                    <a:pt x="124940" y="61626"/>
                  </a:lnTo>
                  <a:cubicBezTo>
                    <a:pt x="124940" y="46687"/>
                    <a:pt x="124940" y="32814"/>
                    <a:pt x="112217" y="19653"/>
                  </a:cubicBezTo>
                  <a:cubicBezTo>
                    <a:pt x="98434" y="5781"/>
                    <a:pt x="80762" y="90"/>
                    <a:pt x="63798" y="90"/>
                  </a:cubicBezTo>
                  <a:cubicBezTo>
                    <a:pt x="34817" y="90"/>
                    <a:pt x="10431" y="16808"/>
                    <a:pt x="10431" y="40284"/>
                  </a:cubicBezTo>
                  <a:cubicBezTo>
                    <a:pt x="10431" y="50955"/>
                    <a:pt x="17500" y="57002"/>
                    <a:pt x="26689" y="57002"/>
                  </a:cubicBezTo>
                  <a:cubicBezTo>
                    <a:pt x="36584" y="57002"/>
                    <a:pt x="42946" y="49888"/>
                    <a:pt x="42946" y="40640"/>
                  </a:cubicBezTo>
                  <a:cubicBezTo>
                    <a:pt x="42946" y="36371"/>
                    <a:pt x="41179" y="24633"/>
                    <a:pt x="24921" y="24277"/>
                  </a:cubicBezTo>
                  <a:cubicBezTo>
                    <a:pt x="34464" y="11828"/>
                    <a:pt x="51782" y="7915"/>
                    <a:pt x="63091" y="7915"/>
                  </a:cubicBezTo>
                  <a:cubicBezTo>
                    <a:pt x="80409" y="7915"/>
                    <a:pt x="100554" y="21788"/>
                    <a:pt x="100554" y="53445"/>
                  </a:cubicBezTo>
                  <a:lnTo>
                    <a:pt x="100554" y="66606"/>
                  </a:lnTo>
                  <a:cubicBezTo>
                    <a:pt x="82530" y="67673"/>
                    <a:pt x="57790" y="68740"/>
                    <a:pt x="35524" y="79411"/>
                  </a:cubicBezTo>
                  <a:cubicBezTo>
                    <a:pt x="9017" y="91505"/>
                    <a:pt x="182" y="110001"/>
                    <a:pt x="182" y="125652"/>
                  </a:cubicBezTo>
                  <a:cubicBezTo>
                    <a:pt x="182" y="154464"/>
                    <a:pt x="34464" y="163356"/>
                    <a:pt x="56730" y="163356"/>
                  </a:cubicBezTo>
                  <a:cubicBezTo>
                    <a:pt x="80056" y="163356"/>
                    <a:pt x="96313" y="149128"/>
                    <a:pt x="103028" y="132410"/>
                  </a:cubicBezTo>
                  <a:close/>
                  <a:moveTo>
                    <a:pt x="100554" y="74075"/>
                  </a:moveTo>
                  <a:lnTo>
                    <a:pt x="100554" y="109645"/>
                  </a:lnTo>
                  <a:cubicBezTo>
                    <a:pt x="100554" y="143437"/>
                    <a:pt x="75108" y="155531"/>
                    <a:pt x="59204" y="155531"/>
                  </a:cubicBezTo>
                  <a:cubicBezTo>
                    <a:pt x="41886" y="155531"/>
                    <a:pt x="27395" y="143081"/>
                    <a:pt x="27395" y="125296"/>
                  </a:cubicBezTo>
                  <a:cubicBezTo>
                    <a:pt x="27395" y="105733"/>
                    <a:pt x="42239" y="76210"/>
                    <a:pt x="100554" y="74075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1ADCB94-123F-132D-F3CD-C830BCD972EB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9793029" y="7181673"/>
              <a:ext cx="178125" cy="153306"/>
            </a:xfrm>
            <a:custGeom>
              <a:avLst/>
              <a:gdLst>
                <a:gd name="connsiteX0" fmla="*/ 97378 w 178125"/>
                <a:gd name="connsiteY0" fmla="*/ 69807 h 153306"/>
                <a:gd name="connsiteX1" fmla="*/ 129893 w 178125"/>
                <a:gd name="connsiteY1" fmla="*/ 29613 h 153306"/>
                <a:gd name="connsiteX2" fmla="*/ 171951 w 178125"/>
                <a:gd name="connsiteY2" fmla="*/ 11117 h 153306"/>
                <a:gd name="connsiteX3" fmla="*/ 171951 w 178125"/>
                <a:gd name="connsiteY3" fmla="*/ 90 h 153306"/>
                <a:gd name="connsiteX4" fmla="*/ 142970 w 178125"/>
                <a:gd name="connsiteY4" fmla="*/ 1157 h 153306"/>
                <a:gd name="connsiteX5" fmla="*/ 109041 w 178125"/>
                <a:gd name="connsiteY5" fmla="*/ 90 h 153306"/>
                <a:gd name="connsiteX6" fmla="*/ 109041 w 178125"/>
                <a:gd name="connsiteY6" fmla="*/ 11117 h 153306"/>
                <a:gd name="connsiteX7" fmla="*/ 119291 w 178125"/>
                <a:gd name="connsiteY7" fmla="*/ 22143 h 153306"/>
                <a:gd name="connsiteX8" fmla="*/ 113989 w 178125"/>
                <a:gd name="connsiteY8" fmla="*/ 34593 h 153306"/>
                <a:gd name="connsiteX9" fmla="*/ 92077 w 178125"/>
                <a:gd name="connsiteY9" fmla="*/ 62337 h 153306"/>
                <a:gd name="connsiteX10" fmla="*/ 64510 w 178125"/>
                <a:gd name="connsiteY10" fmla="*/ 26412 h 153306"/>
                <a:gd name="connsiteX11" fmla="*/ 61329 w 178125"/>
                <a:gd name="connsiteY11" fmla="*/ 20009 h 153306"/>
                <a:gd name="connsiteX12" fmla="*/ 73699 w 178125"/>
                <a:gd name="connsiteY12" fmla="*/ 11117 h 153306"/>
                <a:gd name="connsiteX13" fmla="*/ 73699 w 178125"/>
                <a:gd name="connsiteY13" fmla="*/ 90 h 153306"/>
                <a:gd name="connsiteX14" fmla="*/ 35529 w 178125"/>
                <a:gd name="connsiteY14" fmla="*/ 1157 h 153306"/>
                <a:gd name="connsiteX15" fmla="*/ 1954 w 178125"/>
                <a:gd name="connsiteY15" fmla="*/ 90 h 153306"/>
                <a:gd name="connsiteX16" fmla="*/ 1954 w 178125"/>
                <a:gd name="connsiteY16" fmla="*/ 11117 h 153306"/>
                <a:gd name="connsiteX17" fmla="*/ 43658 w 178125"/>
                <a:gd name="connsiteY17" fmla="*/ 32814 h 153306"/>
                <a:gd name="connsiteX18" fmla="*/ 78647 w 178125"/>
                <a:gd name="connsiteY18" fmla="*/ 78700 h 153306"/>
                <a:gd name="connsiteX19" fmla="*/ 45425 w 178125"/>
                <a:gd name="connsiteY19" fmla="*/ 121028 h 153306"/>
                <a:gd name="connsiteX20" fmla="*/ 187 w 178125"/>
                <a:gd name="connsiteY20" fmla="*/ 142370 h 153306"/>
                <a:gd name="connsiteX21" fmla="*/ 187 w 178125"/>
                <a:gd name="connsiteY21" fmla="*/ 153397 h 153306"/>
                <a:gd name="connsiteX22" fmla="*/ 29521 w 178125"/>
                <a:gd name="connsiteY22" fmla="*/ 152329 h 153306"/>
                <a:gd name="connsiteX23" fmla="*/ 63096 w 178125"/>
                <a:gd name="connsiteY23" fmla="*/ 153397 h 153306"/>
                <a:gd name="connsiteX24" fmla="*/ 63096 w 178125"/>
                <a:gd name="connsiteY24" fmla="*/ 142370 h 153306"/>
                <a:gd name="connsiteX25" fmla="*/ 52847 w 178125"/>
                <a:gd name="connsiteY25" fmla="*/ 131343 h 153306"/>
                <a:gd name="connsiteX26" fmla="*/ 84655 w 178125"/>
                <a:gd name="connsiteY26" fmla="*/ 86169 h 153306"/>
                <a:gd name="connsiteX27" fmla="*/ 111515 w 178125"/>
                <a:gd name="connsiteY27" fmla="*/ 121739 h 153306"/>
                <a:gd name="connsiteX28" fmla="*/ 118937 w 178125"/>
                <a:gd name="connsiteY28" fmla="*/ 133477 h 153306"/>
                <a:gd name="connsiteX29" fmla="*/ 106214 w 178125"/>
                <a:gd name="connsiteY29" fmla="*/ 142370 h 153306"/>
                <a:gd name="connsiteX30" fmla="*/ 106214 w 178125"/>
                <a:gd name="connsiteY30" fmla="*/ 153397 h 153306"/>
                <a:gd name="connsiteX31" fmla="*/ 144384 w 178125"/>
                <a:gd name="connsiteY31" fmla="*/ 152329 h 153306"/>
                <a:gd name="connsiteX32" fmla="*/ 178312 w 178125"/>
                <a:gd name="connsiteY32" fmla="*/ 153397 h 153306"/>
                <a:gd name="connsiteX33" fmla="*/ 178312 w 178125"/>
                <a:gd name="connsiteY33" fmla="*/ 142370 h 153306"/>
                <a:gd name="connsiteX34" fmla="*/ 144737 w 178125"/>
                <a:gd name="connsiteY34" fmla="*/ 131343 h 153306"/>
                <a:gd name="connsiteX35" fmla="*/ 97378 w 178125"/>
                <a:gd name="connsiteY35" fmla="*/ 69807 h 153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125" h="153306">
                  <a:moveTo>
                    <a:pt x="97378" y="69807"/>
                  </a:moveTo>
                  <a:cubicBezTo>
                    <a:pt x="107981" y="56290"/>
                    <a:pt x="121411" y="38861"/>
                    <a:pt x="129893" y="29613"/>
                  </a:cubicBezTo>
                  <a:cubicBezTo>
                    <a:pt x="140849" y="16808"/>
                    <a:pt x="155340" y="11472"/>
                    <a:pt x="171951" y="11117"/>
                  </a:cubicBezTo>
                  <a:lnTo>
                    <a:pt x="171951" y="90"/>
                  </a:lnTo>
                  <a:cubicBezTo>
                    <a:pt x="162762" y="801"/>
                    <a:pt x="152159" y="1157"/>
                    <a:pt x="142970" y="1157"/>
                  </a:cubicBezTo>
                  <a:cubicBezTo>
                    <a:pt x="132367" y="1157"/>
                    <a:pt x="113636" y="446"/>
                    <a:pt x="109041" y="90"/>
                  </a:cubicBezTo>
                  <a:lnTo>
                    <a:pt x="109041" y="11117"/>
                  </a:lnTo>
                  <a:cubicBezTo>
                    <a:pt x="116463" y="11828"/>
                    <a:pt x="119291" y="16452"/>
                    <a:pt x="119291" y="22143"/>
                  </a:cubicBezTo>
                  <a:cubicBezTo>
                    <a:pt x="119291" y="27834"/>
                    <a:pt x="115756" y="32459"/>
                    <a:pt x="113989" y="34593"/>
                  </a:cubicBezTo>
                  <a:lnTo>
                    <a:pt x="92077" y="62337"/>
                  </a:lnTo>
                  <a:lnTo>
                    <a:pt x="64510" y="26412"/>
                  </a:lnTo>
                  <a:cubicBezTo>
                    <a:pt x="61329" y="22855"/>
                    <a:pt x="61329" y="22143"/>
                    <a:pt x="61329" y="20009"/>
                  </a:cubicBezTo>
                  <a:cubicBezTo>
                    <a:pt x="61329" y="14674"/>
                    <a:pt x="66630" y="11472"/>
                    <a:pt x="73699" y="11117"/>
                  </a:cubicBezTo>
                  <a:lnTo>
                    <a:pt x="73699" y="90"/>
                  </a:lnTo>
                  <a:cubicBezTo>
                    <a:pt x="64510" y="446"/>
                    <a:pt x="41184" y="1157"/>
                    <a:pt x="35529" y="1157"/>
                  </a:cubicBezTo>
                  <a:cubicBezTo>
                    <a:pt x="28107" y="1157"/>
                    <a:pt x="11496" y="801"/>
                    <a:pt x="1954" y="90"/>
                  </a:cubicBezTo>
                  <a:lnTo>
                    <a:pt x="1954" y="11117"/>
                  </a:lnTo>
                  <a:cubicBezTo>
                    <a:pt x="26694" y="11117"/>
                    <a:pt x="27047" y="11472"/>
                    <a:pt x="43658" y="32814"/>
                  </a:cubicBezTo>
                  <a:lnTo>
                    <a:pt x="78647" y="78700"/>
                  </a:lnTo>
                  <a:lnTo>
                    <a:pt x="45425" y="121028"/>
                  </a:lnTo>
                  <a:cubicBezTo>
                    <a:pt x="28461" y="141658"/>
                    <a:pt x="7609" y="142370"/>
                    <a:pt x="187" y="142370"/>
                  </a:cubicBezTo>
                  <a:lnTo>
                    <a:pt x="187" y="153397"/>
                  </a:lnTo>
                  <a:cubicBezTo>
                    <a:pt x="9376" y="152685"/>
                    <a:pt x="20332" y="152329"/>
                    <a:pt x="29521" y="152329"/>
                  </a:cubicBezTo>
                  <a:cubicBezTo>
                    <a:pt x="39770" y="152329"/>
                    <a:pt x="54614" y="153041"/>
                    <a:pt x="63096" y="153397"/>
                  </a:cubicBezTo>
                  <a:lnTo>
                    <a:pt x="63096" y="142370"/>
                  </a:lnTo>
                  <a:cubicBezTo>
                    <a:pt x="55321" y="141303"/>
                    <a:pt x="52847" y="136679"/>
                    <a:pt x="52847" y="131343"/>
                  </a:cubicBezTo>
                  <a:cubicBezTo>
                    <a:pt x="52847" y="123518"/>
                    <a:pt x="63096" y="111780"/>
                    <a:pt x="84655" y="86169"/>
                  </a:cubicBezTo>
                  <a:lnTo>
                    <a:pt x="111515" y="121739"/>
                  </a:lnTo>
                  <a:cubicBezTo>
                    <a:pt x="114343" y="125652"/>
                    <a:pt x="118937" y="131343"/>
                    <a:pt x="118937" y="133477"/>
                  </a:cubicBezTo>
                  <a:cubicBezTo>
                    <a:pt x="118937" y="136679"/>
                    <a:pt x="115756" y="142014"/>
                    <a:pt x="106214" y="142370"/>
                  </a:cubicBezTo>
                  <a:lnTo>
                    <a:pt x="106214" y="153397"/>
                  </a:lnTo>
                  <a:cubicBezTo>
                    <a:pt x="116817" y="153041"/>
                    <a:pt x="136608" y="152329"/>
                    <a:pt x="144384" y="152329"/>
                  </a:cubicBezTo>
                  <a:cubicBezTo>
                    <a:pt x="153926" y="152329"/>
                    <a:pt x="167710" y="152685"/>
                    <a:pt x="178312" y="153397"/>
                  </a:cubicBezTo>
                  <a:lnTo>
                    <a:pt x="178312" y="142370"/>
                  </a:lnTo>
                  <a:cubicBezTo>
                    <a:pt x="159228" y="142370"/>
                    <a:pt x="152866" y="141658"/>
                    <a:pt x="144737" y="131343"/>
                  </a:cubicBezTo>
                  <a:lnTo>
                    <a:pt x="97378" y="69807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5E80261-A449-4AB5-3E43-C226DED7AD60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9993872" y="7003103"/>
              <a:ext cx="121719" cy="175288"/>
            </a:xfrm>
            <a:custGeom>
              <a:avLst/>
              <a:gdLst>
                <a:gd name="connsiteX0" fmla="*/ 59072 w 121719"/>
                <a:gd name="connsiteY0" fmla="*/ 7555 h 175288"/>
                <a:gd name="connsiteX1" fmla="*/ 60062 w 121719"/>
                <a:gd name="connsiteY1" fmla="*/ 3571 h 175288"/>
                <a:gd name="connsiteX2" fmla="*/ 56104 w 121719"/>
                <a:gd name="connsiteY2" fmla="*/ 85 h 175288"/>
                <a:gd name="connsiteX3" fmla="*/ 24437 w 121719"/>
                <a:gd name="connsiteY3" fmla="*/ 2575 h 175288"/>
                <a:gd name="connsiteX4" fmla="*/ 18994 w 121719"/>
                <a:gd name="connsiteY4" fmla="*/ 8302 h 175288"/>
                <a:gd name="connsiteX5" fmla="*/ 25426 w 121719"/>
                <a:gd name="connsiteY5" fmla="*/ 11788 h 175288"/>
                <a:gd name="connsiteX6" fmla="*/ 37302 w 121719"/>
                <a:gd name="connsiteY6" fmla="*/ 15523 h 175288"/>
                <a:gd name="connsiteX7" fmla="*/ 36312 w 121719"/>
                <a:gd name="connsiteY7" fmla="*/ 21001 h 175288"/>
                <a:gd name="connsiteX8" fmla="*/ 1429 w 121719"/>
                <a:gd name="connsiteY8" fmla="*/ 161929 h 175288"/>
                <a:gd name="connsiteX9" fmla="*/ 192 w 121719"/>
                <a:gd name="connsiteY9" fmla="*/ 167407 h 175288"/>
                <a:gd name="connsiteX10" fmla="*/ 8604 w 121719"/>
                <a:gd name="connsiteY10" fmla="*/ 175374 h 175288"/>
                <a:gd name="connsiteX11" fmla="*/ 19984 w 121719"/>
                <a:gd name="connsiteY11" fmla="*/ 164917 h 175288"/>
                <a:gd name="connsiteX12" fmla="*/ 32106 w 121719"/>
                <a:gd name="connsiteY12" fmla="*/ 116613 h 175288"/>
                <a:gd name="connsiteX13" fmla="*/ 63773 w 121719"/>
                <a:gd name="connsiteY13" fmla="*/ 137030 h 175288"/>
                <a:gd name="connsiteX14" fmla="*/ 63278 w 121719"/>
                <a:gd name="connsiteY14" fmla="*/ 142010 h 175288"/>
                <a:gd name="connsiteX15" fmla="*/ 62289 w 121719"/>
                <a:gd name="connsiteY15" fmla="*/ 149728 h 175288"/>
                <a:gd name="connsiteX16" fmla="*/ 88513 w 121719"/>
                <a:gd name="connsiteY16" fmla="*/ 175374 h 175288"/>
                <a:gd name="connsiteX17" fmla="*/ 119932 w 121719"/>
                <a:gd name="connsiteY17" fmla="*/ 137279 h 175288"/>
                <a:gd name="connsiteX18" fmla="*/ 115974 w 121719"/>
                <a:gd name="connsiteY18" fmla="*/ 134042 h 175288"/>
                <a:gd name="connsiteX19" fmla="*/ 111026 w 121719"/>
                <a:gd name="connsiteY19" fmla="*/ 140018 h 175288"/>
                <a:gd name="connsiteX20" fmla="*/ 89255 w 121719"/>
                <a:gd name="connsiteY20" fmla="*/ 168403 h 175288"/>
                <a:gd name="connsiteX21" fmla="*/ 80596 w 121719"/>
                <a:gd name="connsiteY21" fmla="*/ 155455 h 175288"/>
                <a:gd name="connsiteX22" fmla="*/ 82080 w 121719"/>
                <a:gd name="connsiteY22" fmla="*/ 144251 h 175288"/>
                <a:gd name="connsiteX23" fmla="*/ 83317 w 121719"/>
                <a:gd name="connsiteY23" fmla="*/ 136532 h 175288"/>
                <a:gd name="connsiteX24" fmla="*/ 43239 w 121719"/>
                <a:gd name="connsiteY24" fmla="*/ 110139 h 175288"/>
                <a:gd name="connsiteX25" fmla="*/ 63773 w 121719"/>
                <a:gd name="connsiteY25" fmla="*/ 93706 h 175288"/>
                <a:gd name="connsiteX26" fmla="*/ 102614 w 121719"/>
                <a:gd name="connsiteY26" fmla="*/ 70052 h 175288"/>
                <a:gd name="connsiteX27" fmla="*/ 110778 w 121719"/>
                <a:gd name="connsiteY27" fmla="*/ 73288 h 175288"/>
                <a:gd name="connsiteX28" fmla="*/ 97914 w 121719"/>
                <a:gd name="connsiteY28" fmla="*/ 87232 h 175288"/>
                <a:gd name="connsiteX29" fmla="*/ 107810 w 121719"/>
                <a:gd name="connsiteY29" fmla="*/ 96445 h 175288"/>
                <a:gd name="connsiteX30" fmla="*/ 121911 w 121719"/>
                <a:gd name="connsiteY30" fmla="*/ 80509 h 175288"/>
                <a:gd name="connsiteX31" fmla="*/ 102862 w 121719"/>
                <a:gd name="connsiteY31" fmla="*/ 63080 h 175288"/>
                <a:gd name="connsiteX32" fmla="*/ 63278 w 121719"/>
                <a:gd name="connsiteY32" fmla="*/ 84991 h 175288"/>
                <a:gd name="connsiteX33" fmla="*/ 34580 w 121719"/>
                <a:gd name="connsiteY33" fmla="*/ 106902 h 175288"/>
                <a:gd name="connsiteX34" fmla="*/ 59072 w 121719"/>
                <a:gd name="connsiteY34" fmla="*/ 7555 h 175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719" h="175288">
                  <a:moveTo>
                    <a:pt x="59072" y="7555"/>
                  </a:moveTo>
                  <a:cubicBezTo>
                    <a:pt x="59320" y="7057"/>
                    <a:pt x="60062" y="3820"/>
                    <a:pt x="60062" y="3571"/>
                  </a:cubicBezTo>
                  <a:cubicBezTo>
                    <a:pt x="60062" y="2326"/>
                    <a:pt x="59072" y="85"/>
                    <a:pt x="56104" y="85"/>
                  </a:cubicBezTo>
                  <a:cubicBezTo>
                    <a:pt x="51156" y="85"/>
                    <a:pt x="30622" y="2077"/>
                    <a:pt x="24437" y="2575"/>
                  </a:cubicBezTo>
                  <a:cubicBezTo>
                    <a:pt x="22458" y="2824"/>
                    <a:pt x="18994" y="3073"/>
                    <a:pt x="18994" y="8302"/>
                  </a:cubicBezTo>
                  <a:cubicBezTo>
                    <a:pt x="18994" y="11788"/>
                    <a:pt x="22458" y="11788"/>
                    <a:pt x="25426" y="11788"/>
                  </a:cubicBezTo>
                  <a:cubicBezTo>
                    <a:pt x="37302" y="11788"/>
                    <a:pt x="37302" y="13531"/>
                    <a:pt x="37302" y="15523"/>
                  </a:cubicBezTo>
                  <a:cubicBezTo>
                    <a:pt x="37302" y="17266"/>
                    <a:pt x="36807" y="18760"/>
                    <a:pt x="36312" y="21001"/>
                  </a:cubicBezTo>
                  <a:lnTo>
                    <a:pt x="1429" y="161929"/>
                  </a:lnTo>
                  <a:cubicBezTo>
                    <a:pt x="192" y="166411"/>
                    <a:pt x="192" y="166909"/>
                    <a:pt x="192" y="167407"/>
                  </a:cubicBezTo>
                  <a:cubicBezTo>
                    <a:pt x="192" y="171142"/>
                    <a:pt x="3161" y="175374"/>
                    <a:pt x="8604" y="175374"/>
                  </a:cubicBezTo>
                  <a:cubicBezTo>
                    <a:pt x="15283" y="175374"/>
                    <a:pt x="18499" y="170395"/>
                    <a:pt x="19984" y="164917"/>
                  </a:cubicBezTo>
                  <a:cubicBezTo>
                    <a:pt x="20479" y="163921"/>
                    <a:pt x="31117" y="120099"/>
                    <a:pt x="32106" y="116613"/>
                  </a:cubicBezTo>
                  <a:cubicBezTo>
                    <a:pt x="49671" y="118356"/>
                    <a:pt x="63773" y="124082"/>
                    <a:pt x="63773" y="137030"/>
                  </a:cubicBezTo>
                  <a:cubicBezTo>
                    <a:pt x="63773" y="138275"/>
                    <a:pt x="63773" y="139520"/>
                    <a:pt x="63278" y="142010"/>
                  </a:cubicBezTo>
                  <a:cubicBezTo>
                    <a:pt x="62289" y="145745"/>
                    <a:pt x="62289" y="146990"/>
                    <a:pt x="62289" y="149728"/>
                  </a:cubicBezTo>
                  <a:cubicBezTo>
                    <a:pt x="62289" y="167407"/>
                    <a:pt x="76638" y="175374"/>
                    <a:pt x="88513" y="175374"/>
                  </a:cubicBezTo>
                  <a:cubicBezTo>
                    <a:pt x="112510" y="175374"/>
                    <a:pt x="119932" y="137528"/>
                    <a:pt x="119932" y="137279"/>
                  </a:cubicBezTo>
                  <a:cubicBezTo>
                    <a:pt x="119932" y="134042"/>
                    <a:pt x="116716" y="134042"/>
                    <a:pt x="115974" y="134042"/>
                  </a:cubicBezTo>
                  <a:cubicBezTo>
                    <a:pt x="112510" y="134042"/>
                    <a:pt x="112263" y="135287"/>
                    <a:pt x="111026" y="140018"/>
                  </a:cubicBezTo>
                  <a:cubicBezTo>
                    <a:pt x="108057" y="150724"/>
                    <a:pt x="101377" y="168403"/>
                    <a:pt x="89255" y="168403"/>
                  </a:cubicBezTo>
                  <a:cubicBezTo>
                    <a:pt x="82575" y="168403"/>
                    <a:pt x="80596" y="162178"/>
                    <a:pt x="80596" y="155455"/>
                  </a:cubicBezTo>
                  <a:cubicBezTo>
                    <a:pt x="80596" y="151222"/>
                    <a:pt x="80596" y="150724"/>
                    <a:pt x="82080" y="144251"/>
                  </a:cubicBezTo>
                  <a:cubicBezTo>
                    <a:pt x="82328" y="143504"/>
                    <a:pt x="83317" y="139271"/>
                    <a:pt x="83317" y="136532"/>
                  </a:cubicBezTo>
                  <a:cubicBezTo>
                    <a:pt x="83317" y="114372"/>
                    <a:pt x="53630" y="110886"/>
                    <a:pt x="43239" y="110139"/>
                  </a:cubicBezTo>
                  <a:cubicBezTo>
                    <a:pt x="50414" y="105657"/>
                    <a:pt x="59567" y="97440"/>
                    <a:pt x="63773" y="93706"/>
                  </a:cubicBezTo>
                  <a:cubicBezTo>
                    <a:pt x="76390" y="81754"/>
                    <a:pt x="88760" y="70052"/>
                    <a:pt x="102614" y="70052"/>
                  </a:cubicBezTo>
                  <a:cubicBezTo>
                    <a:pt x="105583" y="70052"/>
                    <a:pt x="108799" y="70799"/>
                    <a:pt x="110778" y="73288"/>
                  </a:cubicBezTo>
                  <a:cubicBezTo>
                    <a:pt x="100140" y="75031"/>
                    <a:pt x="97914" y="83497"/>
                    <a:pt x="97914" y="87232"/>
                  </a:cubicBezTo>
                  <a:cubicBezTo>
                    <a:pt x="97914" y="92710"/>
                    <a:pt x="102119" y="96445"/>
                    <a:pt x="107810" y="96445"/>
                  </a:cubicBezTo>
                  <a:cubicBezTo>
                    <a:pt x="114489" y="96445"/>
                    <a:pt x="121911" y="90967"/>
                    <a:pt x="121911" y="80509"/>
                  </a:cubicBezTo>
                  <a:cubicBezTo>
                    <a:pt x="121911" y="72292"/>
                    <a:pt x="115974" y="63080"/>
                    <a:pt x="102862" y="63080"/>
                  </a:cubicBezTo>
                  <a:cubicBezTo>
                    <a:pt x="88760" y="63080"/>
                    <a:pt x="75895" y="73288"/>
                    <a:pt x="63278" y="84991"/>
                  </a:cubicBezTo>
                  <a:cubicBezTo>
                    <a:pt x="52888" y="94951"/>
                    <a:pt x="44723" y="102669"/>
                    <a:pt x="34580" y="106902"/>
                  </a:cubicBezTo>
                  <a:lnTo>
                    <a:pt x="59072" y="7555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D52774D-A590-9CD6-C276-3B0EBD41B1FC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9986945" y="7257835"/>
              <a:ext cx="74961" cy="167570"/>
            </a:xfrm>
            <a:custGeom>
              <a:avLst/>
              <a:gdLst>
                <a:gd name="connsiteX0" fmla="*/ 68721 w 74961"/>
                <a:gd name="connsiteY0" fmla="*/ 9554 h 167570"/>
                <a:gd name="connsiteX1" fmla="*/ 58825 w 74961"/>
                <a:gd name="connsiteY1" fmla="*/ 92 h 167570"/>
                <a:gd name="connsiteX2" fmla="*/ 44971 w 74961"/>
                <a:gd name="connsiteY2" fmla="*/ 13787 h 167570"/>
                <a:gd name="connsiteX3" fmla="*/ 54867 w 74961"/>
                <a:gd name="connsiteY3" fmla="*/ 23248 h 167570"/>
                <a:gd name="connsiteX4" fmla="*/ 68721 w 74961"/>
                <a:gd name="connsiteY4" fmla="*/ 9554 h 167570"/>
                <a:gd name="connsiteX5" fmla="*/ 18252 w 74961"/>
                <a:gd name="connsiteY5" fmla="*/ 136041 h 167570"/>
                <a:gd name="connsiteX6" fmla="*/ 16025 w 74961"/>
                <a:gd name="connsiteY6" fmla="*/ 146498 h 167570"/>
                <a:gd name="connsiteX7" fmla="*/ 39528 w 74961"/>
                <a:gd name="connsiteY7" fmla="*/ 167663 h 167570"/>
                <a:gd name="connsiteX8" fmla="*/ 75153 w 74961"/>
                <a:gd name="connsiteY8" fmla="*/ 129567 h 167570"/>
                <a:gd name="connsiteX9" fmla="*/ 71195 w 74961"/>
                <a:gd name="connsiteY9" fmla="*/ 126330 h 167570"/>
                <a:gd name="connsiteX10" fmla="*/ 66494 w 74961"/>
                <a:gd name="connsiteY10" fmla="*/ 130563 h 167570"/>
                <a:gd name="connsiteX11" fmla="*/ 40270 w 74961"/>
                <a:gd name="connsiteY11" fmla="*/ 160691 h 167570"/>
                <a:gd name="connsiteX12" fmla="*/ 34085 w 74961"/>
                <a:gd name="connsiteY12" fmla="*/ 151976 h 167570"/>
                <a:gd name="connsiteX13" fmla="*/ 38044 w 74961"/>
                <a:gd name="connsiteY13" fmla="*/ 136041 h 167570"/>
                <a:gd name="connsiteX14" fmla="*/ 45960 w 74961"/>
                <a:gd name="connsiteY14" fmla="*/ 116122 h 167570"/>
                <a:gd name="connsiteX15" fmla="*/ 58083 w 74961"/>
                <a:gd name="connsiteY15" fmla="*/ 84500 h 167570"/>
                <a:gd name="connsiteX16" fmla="*/ 59567 w 74961"/>
                <a:gd name="connsiteY16" fmla="*/ 76532 h 167570"/>
                <a:gd name="connsiteX17" fmla="*/ 36065 w 74961"/>
                <a:gd name="connsiteY17" fmla="*/ 55368 h 167570"/>
                <a:gd name="connsiteX18" fmla="*/ 192 w 74961"/>
                <a:gd name="connsiteY18" fmla="*/ 93464 h 167570"/>
                <a:gd name="connsiteX19" fmla="*/ 4398 w 74961"/>
                <a:gd name="connsiteY19" fmla="*/ 96700 h 167570"/>
                <a:gd name="connsiteX20" fmla="*/ 8851 w 74961"/>
                <a:gd name="connsiteY20" fmla="*/ 92717 h 167570"/>
                <a:gd name="connsiteX21" fmla="*/ 35322 w 74961"/>
                <a:gd name="connsiteY21" fmla="*/ 62340 h 167570"/>
                <a:gd name="connsiteX22" fmla="*/ 41507 w 74961"/>
                <a:gd name="connsiteY22" fmla="*/ 71054 h 167570"/>
                <a:gd name="connsiteX23" fmla="*/ 33838 w 74961"/>
                <a:gd name="connsiteY23" fmla="*/ 95953 h 167570"/>
                <a:gd name="connsiteX24" fmla="*/ 18252 w 74961"/>
                <a:gd name="connsiteY24" fmla="*/ 136041 h 167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961" h="167570">
                  <a:moveTo>
                    <a:pt x="68721" y="9554"/>
                  </a:moveTo>
                  <a:cubicBezTo>
                    <a:pt x="68721" y="5570"/>
                    <a:pt x="65752" y="92"/>
                    <a:pt x="58825" y="92"/>
                  </a:cubicBezTo>
                  <a:cubicBezTo>
                    <a:pt x="52145" y="92"/>
                    <a:pt x="44971" y="6566"/>
                    <a:pt x="44971" y="13787"/>
                  </a:cubicBezTo>
                  <a:cubicBezTo>
                    <a:pt x="44971" y="18020"/>
                    <a:pt x="48187" y="23248"/>
                    <a:pt x="54867" y="23248"/>
                  </a:cubicBezTo>
                  <a:cubicBezTo>
                    <a:pt x="62041" y="23248"/>
                    <a:pt x="68721" y="16277"/>
                    <a:pt x="68721" y="9554"/>
                  </a:cubicBezTo>
                  <a:close/>
                  <a:moveTo>
                    <a:pt x="18252" y="136041"/>
                  </a:moveTo>
                  <a:cubicBezTo>
                    <a:pt x="17262" y="139278"/>
                    <a:pt x="16025" y="142266"/>
                    <a:pt x="16025" y="146498"/>
                  </a:cubicBezTo>
                  <a:cubicBezTo>
                    <a:pt x="16025" y="158201"/>
                    <a:pt x="25921" y="167663"/>
                    <a:pt x="39528" y="167663"/>
                  </a:cubicBezTo>
                  <a:cubicBezTo>
                    <a:pt x="64268" y="167663"/>
                    <a:pt x="75153" y="133302"/>
                    <a:pt x="75153" y="129567"/>
                  </a:cubicBezTo>
                  <a:cubicBezTo>
                    <a:pt x="75153" y="126330"/>
                    <a:pt x="71937" y="126330"/>
                    <a:pt x="71195" y="126330"/>
                  </a:cubicBezTo>
                  <a:cubicBezTo>
                    <a:pt x="67731" y="126330"/>
                    <a:pt x="67484" y="127824"/>
                    <a:pt x="66494" y="130563"/>
                  </a:cubicBezTo>
                  <a:cubicBezTo>
                    <a:pt x="60804" y="150482"/>
                    <a:pt x="49919" y="160691"/>
                    <a:pt x="40270" y="160691"/>
                  </a:cubicBezTo>
                  <a:cubicBezTo>
                    <a:pt x="35322" y="160691"/>
                    <a:pt x="34085" y="157454"/>
                    <a:pt x="34085" y="151976"/>
                  </a:cubicBezTo>
                  <a:cubicBezTo>
                    <a:pt x="34085" y="146249"/>
                    <a:pt x="35817" y="141519"/>
                    <a:pt x="38044" y="136041"/>
                  </a:cubicBezTo>
                  <a:cubicBezTo>
                    <a:pt x="40518" y="129318"/>
                    <a:pt x="43239" y="122595"/>
                    <a:pt x="45960" y="116122"/>
                  </a:cubicBezTo>
                  <a:cubicBezTo>
                    <a:pt x="48187" y="110146"/>
                    <a:pt x="57093" y="87488"/>
                    <a:pt x="58083" y="84500"/>
                  </a:cubicBezTo>
                  <a:cubicBezTo>
                    <a:pt x="58825" y="82010"/>
                    <a:pt x="59567" y="79022"/>
                    <a:pt x="59567" y="76532"/>
                  </a:cubicBezTo>
                  <a:cubicBezTo>
                    <a:pt x="59567" y="64830"/>
                    <a:pt x="49671" y="55368"/>
                    <a:pt x="36065" y="55368"/>
                  </a:cubicBezTo>
                  <a:cubicBezTo>
                    <a:pt x="11572" y="55368"/>
                    <a:pt x="192" y="89231"/>
                    <a:pt x="192" y="93464"/>
                  </a:cubicBezTo>
                  <a:cubicBezTo>
                    <a:pt x="192" y="96700"/>
                    <a:pt x="3656" y="96700"/>
                    <a:pt x="4398" y="96700"/>
                  </a:cubicBezTo>
                  <a:cubicBezTo>
                    <a:pt x="7861" y="96700"/>
                    <a:pt x="8109" y="95455"/>
                    <a:pt x="8851" y="92717"/>
                  </a:cubicBezTo>
                  <a:cubicBezTo>
                    <a:pt x="15283" y="71303"/>
                    <a:pt x="26169" y="62340"/>
                    <a:pt x="35322" y="62340"/>
                  </a:cubicBezTo>
                  <a:cubicBezTo>
                    <a:pt x="39281" y="62340"/>
                    <a:pt x="41507" y="64332"/>
                    <a:pt x="41507" y="71054"/>
                  </a:cubicBezTo>
                  <a:cubicBezTo>
                    <a:pt x="41507" y="76781"/>
                    <a:pt x="40023" y="80516"/>
                    <a:pt x="33838" y="95953"/>
                  </a:cubicBezTo>
                  <a:lnTo>
                    <a:pt x="18252" y="136041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44919D2-FDA6-2221-0192-9D28DEAEEADF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0091745" y="7252357"/>
              <a:ext cx="48949" cy="92659"/>
            </a:xfrm>
            <a:custGeom>
              <a:avLst/>
              <a:gdLst>
                <a:gd name="connsiteX0" fmla="*/ 47377 w 48949"/>
                <a:gd name="connsiteY0" fmla="*/ 16808 h 92659"/>
                <a:gd name="connsiteX1" fmla="*/ 49144 w 48949"/>
                <a:gd name="connsiteY1" fmla="*/ 10583 h 92659"/>
                <a:gd name="connsiteX2" fmla="*/ 38188 w 48949"/>
                <a:gd name="connsiteY2" fmla="*/ 90 h 92659"/>
                <a:gd name="connsiteX3" fmla="*/ 28115 w 48949"/>
                <a:gd name="connsiteY3" fmla="*/ 8271 h 92659"/>
                <a:gd name="connsiteX4" fmla="*/ 902 w 48949"/>
                <a:gd name="connsiteY4" fmla="*/ 85280 h 92659"/>
                <a:gd name="connsiteX5" fmla="*/ 195 w 48949"/>
                <a:gd name="connsiteY5" fmla="*/ 88126 h 92659"/>
                <a:gd name="connsiteX6" fmla="*/ 7793 w 48949"/>
                <a:gd name="connsiteY6" fmla="*/ 92750 h 92659"/>
                <a:gd name="connsiteX7" fmla="*/ 10798 w 48949"/>
                <a:gd name="connsiteY7" fmla="*/ 89727 h 92659"/>
                <a:gd name="connsiteX8" fmla="*/ 47377 w 48949"/>
                <a:gd name="connsiteY8" fmla="*/ 16808 h 92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949" h="92659">
                  <a:moveTo>
                    <a:pt x="47377" y="16808"/>
                  </a:moveTo>
                  <a:cubicBezTo>
                    <a:pt x="47554" y="16630"/>
                    <a:pt x="49144" y="13251"/>
                    <a:pt x="49144" y="10583"/>
                  </a:cubicBezTo>
                  <a:cubicBezTo>
                    <a:pt x="49144" y="4181"/>
                    <a:pt x="43489" y="90"/>
                    <a:pt x="38188" y="90"/>
                  </a:cubicBezTo>
                  <a:cubicBezTo>
                    <a:pt x="30943" y="90"/>
                    <a:pt x="28999" y="5604"/>
                    <a:pt x="28115" y="8271"/>
                  </a:cubicBezTo>
                  <a:lnTo>
                    <a:pt x="902" y="85280"/>
                  </a:lnTo>
                  <a:cubicBezTo>
                    <a:pt x="195" y="87415"/>
                    <a:pt x="195" y="87948"/>
                    <a:pt x="195" y="88126"/>
                  </a:cubicBezTo>
                  <a:cubicBezTo>
                    <a:pt x="195" y="90972"/>
                    <a:pt x="7617" y="92750"/>
                    <a:pt x="7793" y="92750"/>
                  </a:cubicBezTo>
                  <a:cubicBezTo>
                    <a:pt x="9384" y="92750"/>
                    <a:pt x="9737" y="91861"/>
                    <a:pt x="10798" y="89727"/>
                  </a:cubicBezTo>
                  <a:lnTo>
                    <a:pt x="47377" y="16808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FFEDBB0F-E458-A421-5D50-C75613E05A7B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0188226" y="7327054"/>
              <a:ext cx="182084" cy="66978"/>
            </a:xfrm>
            <a:custGeom>
              <a:avLst/>
              <a:gdLst>
                <a:gd name="connsiteX0" fmla="*/ 172880 w 182084"/>
                <a:gd name="connsiteY0" fmla="*/ 12293 h 66978"/>
                <a:gd name="connsiteX1" fmla="*/ 182282 w 182084"/>
                <a:gd name="connsiteY1" fmla="*/ 6068 h 66978"/>
                <a:gd name="connsiteX2" fmla="*/ 173128 w 182084"/>
                <a:gd name="connsiteY2" fmla="*/ 92 h 66978"/>
                <a:gd name="connsiteX3" fmla="*/ 9351 w 182084"/>
                <a:gd name="connsiteY3" fmla="*/ 92 h 66978"/>
                <a:gd name="connsiteX4" fmla="*/ 198 w 182084"/>
                <a:gd name="connsiteY4" fmla="*/ 6068 h 66978"/>
                <a:gd name="connsiteX5" fmla="*/ 9599 w 182084"/>
                <a:gd name="connsiteY5" fmla="*/ 12293 h 66978"/>
                <a:gd name="connsiteX6" fmla="*/ 172880 w 182084"/>
                <a:gd name="connsiteY6" fmla="*/ 12293 h 66978"/>
                <a:gd name="connsiteX7" fmla="*/ 173128 w 182084"/>
                <a:gd name="connsiteY7" fmla="*/ 67071 h 66978"/>
                <a:gd name="connsiteX8" fmla="*/ 182282 w 182084"/>
                <a:gd name="connsiteY8" fmla="*/ 61095 h 66978"/>
                <a:gd name="connsiteX9" fmla="*/ 172880 w 182084"/>
                <a:gd name="connsiteY9" fmla="*/ 54870 h 66978"/>
                <a:gd name="connsiteX10" fmla="*/ 9599 w 182084"/>
                <a:gd name="connsiteY10" fmla="*/ 54870 h 66978"/>
                <a:gd name="connsiteX11" fmla="*/ 198 w 182084"/>
                <a:gd name="connsiteY11" fmla="*/ 61095 h 66978"/>
                <a:gd name="connsiteX12" fmla="*/ 9351 w 182084"/>
                <a:gd name="connsiteY12" fmla="*/ 67071 h 66978"/>
                <a:gd name="connsiteX13" fmla="*/ 173128 w 182084"/>
                <a:gd name="connsiteY13" fmla="*/ 67071 h 66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2084" h="66978">
                  <a:moveTo>
                    <a:pt x="172880" y="12293"/>
                  </a:moveTo>
                  <a:cubicBezTo>
                    <a:pt x="176591" y="12293"/>
                    <a:pt x="182282" y="12293"/>
                    <a:pt x="182282" y="6068"/>
                  </a:cubicBezTo>
                  <a:cubicBezTo>
                    <a:pt x="182282" y="92"/>
                    <a:pt x="176344" y="92"/>
                    <a:pt x="173128" y="92"/>
                  </a:cubicBezTo>
                  <a:lnTo>
                    <a:pt x="9351" y="92"/>
                  </a:lnTo>
                  <a:cubicBezTo>
                    <a:pt x="6135" y="92"/>
                    <a:pt x="198" y="92"/>
                    <a:pt x="198" y="6068"/>
                  </a:cubicBezTo>
                  <a:cubicBezTo>
                    <a:pt x="198" y="12293"/>
                    <a:pt x="5888" y="12293"/>
                    <a:pt x="9599" y="12293"/>
                  </a:cubicBezTo>
                  <a:lnTo>
                    <a:pt x="172880" y="12293"/>
                  </a:lnTo>
                  <a:close/>
                  <a:moveTo>
                    <a:pt x="173128" y="67071"/>
                  </a:moveTo>
                  <a:cubicBezTo>
                    <a:pt x="176344" y="67071"/>
                    <a:pt x="182282" y="67071"/>
                    <a:pt x="182282" y="61095"/>
                  </a:cubicBezTo>
                  <a:cubicBezTo>
                    <a:pt x="182282" y="54870"/>
                    <a:pt x="176591" y="54870"/>
                    <a:pt x="172880" y="54870"/>
                  </a:cubicBezTo>
                  <a:lnTo>
                    <a:pt x="9599" y="54870"/>
                  </a:lnTo>
                  <a:cubicBezTo>
                    <a:pt x="5888" y="54870"/>
                    <a:pt x="198" y="54870"/>
                    <a:pt x="198" y="61095"/>
                  </a:cubicBezTo>
                  <a:cubicBezTo>
                    <a:pt x="198" y="67071"/>
                    <a:pt x="6135" y="67071"/>
                    <a:pt x="9351" y="67071"/>
                  </a:cubicBezTo>
                  <a:lnTo>
                    <a:pt x="173128" y="67071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2194D91-7C3A-7D41-7E1D-418517B24CAB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0414838" y="7257586"/>
              <a:ext cx="90052" cy="165329"/>
            </a:xfrm>
            <a:custGeom>
              <a:avLst/>
              <a:gdLst>
                <a:gd name="connsiteX0" fmla="*/ 56115 w 90052"/>
                <a:gd name="connsiteY0" fmla="*/ 7064 h 165329"/>
                <a:gd name="connsiteX1" fmla="*/ 48693 w 90052"/>
                <a:gd name="connsiteY1" fmla="*/ 92 h 165329"/>
                <a:gd name="connsiteX2" fmla="*/ 204 w 90052"/>
                <a:gd name="connsiteY2" fmla="*/ 16028 h 165329"/>
                <a:gd name="connsiteX3" fmla="*/ 204 w 90052"/>
                <a:gd name="connsiteY3" fmla="*/ 24991 h 165329"/>
                <a:gd name="connsiteX4" fmla="*/ 36076 w 90052"/>
                <a:gd name="connsiteY4" fmla="*/ 18020 h 165329"/>
                <a:gd name="connsiteX5" fmla="*/ 36076 w 90052"/>
                <a:gd name="connsiteY5" fmla="*/ 145004 h 165329"/>
                <a:gd name="connsiteX6" fmla="*/ 11337 w 90052"/>
                <a:gd name="connsiteY6" fmla="*/ 156458 h 165329"/>
                <a:gd name="connsiteX7" fmla="*/ 1935 w 90052"/>
                <a:gd name="connsiteY7" fmla="*/ 156458 h 165329"/>
                <a:gd name="connsiteX8" fmla="*/ 1935 w 90052"/>
                <a:gd name="connsiteY8" fmla="*/ 165422 h 165329"/>
                <a:gd name="connsiteX9" fmla="*/ 45972 w 90052"/>
                <a:gd name="connsiteY9" fmla="*/ 164426 h 165329"/>
                <a:gd name="connsiteX10" fmla="*/ 90256 w 90052"/>
                <a:gd name="connsiteY10" fmla="*/ 165422 h 165329"/>
                <a:gd name="connsiteX11" fmla="*/ 90256 w 90052"/>
                <a:gd name="connsiteY11" fmla="*/ 156458 h 165329"/>
                <a:gd name="connsiteX12" fmla="*/ 80855 w 90052"/>
                <a:gd name="connsiteY12" fmla="*/ 156458 h 165329"/>
                <a:gd name="connsiteX13" fmla="*/ 56115 w 90052"/>
                <a:gd name="connsiteY13" fmla="*/ 145004 h 165329"/>
                <a:gd name="connsiteX14" fmla="*/ 56115 w 90052"/>
                <a:gd name="connsiteY14" fmla="*/ 7064 h 16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052" h="165329">
                  <a:moveTo>
                    <a:pt x="56115" y="7064"/>
                  </a:moveTo>
                  <a:cubicBezTo>
                    <a:pt x="56115" y="341"/>
                    <a:pt x="55621" y="92"/>
                    <a:pt x="48693" y="92"/>
                  </a:cubicBezTo>
                  <a:cubicBezTo>
                    <a:pt x="32860" y="15779"/>
                    <a:pt x="10347" y="16028"/>
                    <a:pt x="204" y="16028"/>
                  </a:cubicBezTo>
                  <a:lnTo>
                    <a:pt x="204" y="24991"/>
                  </a:lnTo>
                  <a:cubicBezTo>
                    <a:pt x="6141" y="24991"/>
                    <a:pt x="22469" y="24991"/>
                    <a:pt x="36076" y="18020"/>
                  </a:cubicBezTo>
                  <a:lnTo>
                    <a:pt x="36076" y="145004"/>
                  </a:lnTo>
                  <a:cubicBezTo>
                    <a:pt x="36076" y="153221"/>
                    <a:pt x="36076" y="156458"/>
                    <a:pt x="11337" y="156458"/>
                  </a:cubicBezTo>
                  <a:lnTo>
                    <a:pt x="1935" y="156458"/>
                  </a:lnTo>
                  <a:lnTo>
                    <a:pt x="1935" y="165422"/>
                  </a:lnTo>
                  <a:cubicBezTo>
                    <a:pt x="6389" y="165173"/>
                    <a:pt x="36818" y="164426"/>
                    <a:pt x="45972" y="164426"/>
                  </a:cubicBezTo>
                  <a:cubicBezTo>
                    <a:pt x="53641" y="164426"/>
                    <a:pt x="84813" y="165173"/>
                    <a:pt x="90256" y="165422"/>
                  </a:cubicBezTo>
                  <a:lnTo>
                    <a:pt x="90256" y="156458"/>
                  </a:lnTo>
                  <a:lnTo>
                    <a:pt x="80855" y="156458"/>
                  </a:lnTo>
                  <a:cubicBezTo>
                    <a:pt x="56115" y="156458"/>
                    <a:pt x="56115" y="153221"/>
                    <a:pt x="56115" y="145004"/>
                  </a:cubicBezTo>
                  <a:lnTo>
                    <a:pt x="56115" y="7064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77BA148-3D61-B967-306F-2EA364C89E49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0659045" y="7032633"/>
              <a:ext cx="92243" cy="426484"/>
            </a:xfrm>
            <a:custGeom>
              <a:avLst/>
              <a:gdLst>
                <a:gd name="connsiteX0" fmla="*/ 92453 w 92243"/>
                <a:gd name="connsiteY0" fmla="*/ 423009 h 426484"/>
                <a:gd name="connsiteX1" fmla="*/ 91040 w 92243"/>
                <a:gd name="connsiteY1" fmla="*/ 419808 h 426484"/>
                <a:gd name="connsiteX2" fmla="*/ 35906 w 92243"/>
                <a:gd name="connsiteY2" fmla="*/ 315588 h 426484"/>
                <a:gd name="connsiteX3" fmla="*/ 24596 w 92243"/>
                <a:gd name="connsiteY3" fmla="*/ 213502 h 426484"/>
                <a:gd name="connsiteX4" fmla="*/ 89273 w 92243"/>
                <a:gd name="connsiteY4" fmla="*/ 8263 h 426484"/>
                <a:gd name="connsiteX5" fmla="*/ 92453 w 92243"/>
                <a:gd name="connsiteY5" fmla="*/ 3639 h 426484"/>
                <a:gd name="connsiteX6" fmla="*/ 88212 w 92243"/>
                <a:gd name="connsiteY6" fmla="*/ 82 h 426484"/>
                <a:gd name="connsiteX7" fmla="*/ 59232 w 92243"/>
                <a:gd name="connsiteY7" fmla="*/ 26759 h 426484"/>
                <a:gd name="connsiteX8" fmla="*/ 210 w 92243"/>
                <a:gd name="connsiteY8" fmla="*/ 213146 h 426484"/>
                <a:gd name="connsiteX9" fmla="*/ 55344 w 92243"/>
                <a:gd name="connsiteY9" fmla="*/ 395264 h 426484"/>
                <a:gd name="connsiteX10" fmla="*/ 88212 w 92243"/>
                <a:gd name="connsiteY10" fmla="*/ 426566 h 426484"/>
                <a:gd name="connsiteX11" fmla="*/ 92453 w 92243"/>
                <a:gd name="connsiteY11" fmla="*/ 423009 h 426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2243" h="426484">
                  <a:moveTo>
                    <a:pt x="92453" y="423009"/>
                  </a:moveTo>
                  <a:cubicBezTo>
                    <a:pt x="92453" y="421586"/>
                    <a:pt x="91747" y="420875"/>
                    <a:pt x="91040" y="419808"/>
                  </a:cubicBezTo>
                  <a:cubicBezTo>
                    <a:pt x="74782" y="402378"/>
                    <a:pt x="50749" y="373567"/>
                    <a:pt x="35906" y="315588"/>
                  </a:cubicBezTo>
                  <a:cubicBezTo>
                    <a:pt x="27777" y="283219"/>
                    <a:pt x="24596" y="246582"/>
                    <a:pt x="24596" y="213502"/>
                  </a:cubicBezTo>
                  <a:cubicBezTo>
                    <a:pt x="24596" y="119953"/>
                    <a:pt x="46862" y="54504"/>
                    <a:pt x="89273" y="8263"/>
                  </a:cubicBezTo>
                  <a:cubicBezTo>
                    <a:pt x="92453" y="5062"/>
                    <a:pt x="92453" y="4350"/>
                    <a:pt x="92453" y="3639"/>
                  </a:cubicBezTo>
                  <a:cubicBezTo>
                    <a:pt x="92453" y="82"/>
                    <a:pt x="89626" y="82"/>
                    <a:pt x="88212" y="82"/>
                  </a:cubicBezTo>
                  <a:cubicBezTo>
                    <a:pt x="82911" y="82"/>
                    <a:pt x="63826" y="21424"/>
                    <a:pt x="59232" y="26759"/>
                  </a:cubicBezTo>
                  <a:cubicBezTo>
                    <a:pt x="23182" y="69799"/>
                    <a:pt x="210" y="133825"/>
                    <a:pt x="210" y="213146"/>
                  </a:cubicBezTo>
                  <a:cubicBezTo>
                    <a:pt x="210" y="263656"/>
                    <a:pt x="9045" y="335151"/>
                    <a:pt x="55344" y="395264"/>
                  </a:cubicBezTo>
                  <a:cubicBezTo>
                    <a:pt x="58878" y="399533"/>
                    <a:pt x="81851" y="426566"/>
                    <a:pt x="88212" y="426566"/>
                  </a:cubicBezTo>
                  <a:cubicBezTo>
                    <a:pt x="89626" y="426566"/>
                    <a:pt x="92453" y="426566"/>
                    <a:pt x="92453" y="423009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5DC1CEB-BDCD-4032-0C37-29CEEBAF6DA6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0796646" y="7177760"/>
              <a:ext cx="217002" cy="161132"/>
            </a:xfrm>
            <a:custGeom>
              <a:avLst/>
              <a:gdLst>
                <a:gd name="connsiteX0" fmla="*/ 105181 w 217002"/>
                <a:gd name="connsiteY0" fmla="*/ 97552 h 161132"/>
                <a:gd name="connsiteX1" fmla="*/ 102354 w 217002"/>
                <a:gd name="connsiteY1" fmla="*/ 119961 h 161132"/>
                <a:gd name="connsiteX2" fmla="*/ 72666 w 217002"/>
                <a:gd name="connsiteY2" fmla="*/ 153397 h 161132"/>
                <a:gd name="connsiteX3" fmla="*/ 47927 w 217002"/>
                <a:gd name="connsiteY3" fmla="*/ 122451 h 161132"/>
                <a:gd name="connsiteX4" fmla="*/ 68072 w 217002"/>
                <a:gd name="connsiteY4" fmla="*/ 47754 h 161132"/>
                <a:gd name="connsiteX5" fmla="*/ 72313 w 217002"/>
                <a:gd name="connsiteY5" fmla="*/ 28902 h 161132"/>
                <a:gd name="connsiteX6" fmla="*/ 45453 w 217002"/>
                <a:gd name="connsiteY6" fmla="*/ 90 h 161132"/>
                <a:gd name="connsiteX7" fmla="*/ 214 w 217002"/>
                <a:gd name="connsiteY7" fmla="*/ 54868 h 161132"/>
                <a:gd name="connsiteX8" fmla="*/ 5516 w 217002"/>
                <a:gd name="connsiteY8" fmla="*/ 58425 h 161132"/>
                <a:gd name="connsiteX9" fmla="*/ 11877 w 217002"/>
                <a:gd name="connsiteY9" fmla="*/ 52733 h 161132"/>
                <a:gd name="connsiteX10" fmla="*/ 44746 w 217002"/>
                <a:gd name="connsiteY10" fmla="*/ 7915 h 161132"/>
                <a:gd name="connsiteX11" fmla="*/ 52521 w 217002"/>
                <a:gd name="connsiteY11" fmla="*/ 18231 h 161132"/>
                <a:gd name="connsiteX12" fmla="*/ 44039 w 217002"/>
                <a:gd name="connsiteY12" fmla="*/ 50244 h 161132"/>
                <a:gd name="connsiteX13" fmla="*/ 26368 w 217002"/>
                <a:gd name="connsiteY13" fmla="*/ 117471 h 161132"/>
                <a:gd name="connsiteX14" fmla="*/ 38384 w 217002"/>
                <a:gd name="connsiteY14" fmla="*/ 150195 h 161132"/>
                <a:gd name="connsiteX15" fmla="*/ 71606 w 217002"/>
                <a:gd name="connsiteY15" fmla="*/ 161222 h 161132"/>
                <a:gd name="connsiteX16" fmla="*/ 105888 w 217002"/>
                <a:gd name="connsiteY16" fmla="*/ 138457 h 161132"/>
                <a:gd name="connsiteX17" fmla="*/ 146178 w 217002"/>
                <a:gd name="connsiteY17" fmla="*/ 161222 h 161132"/>
                <a:gd name="connsiteX18" fmla="*/ 192830 w 217002"/>
                <a:gd name="connsiteY18" fmla="*/ 121384 h 161132"/>
                <a:gd name="connsiteX19" fmla="*/ 217217 w 217002"/>
                <a:gd name="connsiteY19" fmla="*/ 23566 h 161132"/>
                <a:gd name="connsiteX20" fmla="*/ 202726 w 217002"/>
                <a:gd name="connsiteY20" fmla="*/ 90 h 161132"/>
                <a:gd name="connsiteX21" fmla="*/ 185762 w 217002"/>
                <a:gd name="connsiteY21" fmla="*/ 16452 h 161132"/>
                <a:gd name="connsiteX22" fmla="*/ 190356 w 217002"/>
                <a:gd name="connsiteY22" fmla="*/ 26056 h 161132"/>
                <a:gd name="connsiteX23" fmla="*/ 199899 w 217002"/>
                <a:gd name="connsiteY23" fmla="*/ 54156 h 161132"/>
                <a:gd name="connsiteX24" fmla="*/ 182581 w 217002"/>
                <a:gd name="connsiteY24" fmla="*/ 120316 h 161132"/>
                <a:gd name="connsiteX25" fmla="*/ 147239 w 217002"/>
                <a:gd name="connsiteY25" fmla="*/ 153397 h 161132"/>
                <a:gd name="connsiteX26" fmla="*/ 123913 w 217002"/>
                <a:gd name="connsiteY26" fmla="*/ 123873 h 161132"/>
                <a:gd name="connsiteX27" fmla="*/ 128154 w 217002"/>
                <a:gd name="connsiteY27" fmla="*/ 96485 h 161132"/>
                <a:gd name="connsiteX28" fmla="*/ 142998 w 217002"/>
                <a:gd name="connsiteY28" fmla="*/ 36727 h 161132"/>
                <a:gd name="connsiteX29" fmla="*/ 148652 w 217002"/>
                <a:gd name="connsiteY29" fmla="*/ 13251 h 161132"/>
                <a:gd name="connsiteX30" fmla="*/ 138757 w 217002"/>
                <a:gd name="connsiteY30" fmla="*/ 4003 h 161132"/>
                <a:gd name="connsiteX31" fmla="*/ 125326 w 217002"/>
                <a:gd name="connsiteY31" fmla="*/ 16452 h 161132"/>
                <a:gd name="connsiteX32" fmla="*/ 105181 w 217002"/>
                <a:gd name="connsiteY32" fmla="*/ 97552 h 161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17002" h="161132">
                  <a:moveTo>
                    <a:pt x="105181" y="97552"/>
                  </a:moveTo>
                  <a:cubicBezTo>
                    <a:pt x="102707" y="107511"/>
                    <a:pt x="102354" y="114981"/>
                    <a:pt x="102354" y="119961"/>
                  </a:cubicBezTo>
                  <a:cubicBezTo>
                    <a:pt x="102354" y="123873"/>
                    <a:pt x="91398" y="153397"/>
                    <a:pt x="72666" y="153397"/>
                  </a:cubicBezTo>
                  <a:cubicBezTo>
                    <a:pt x="47927" y="153397"/>
                    <a:pt x="47927" y="127075"/>
                    <a:pt x="47927" y="122451"/>
                  </a:cubicBezTo>
                  <a:cubicBezTo>
                    <a:pt x="47927" y="103243"/>
                    <a:pt x="57116" y="76921"/>
                    <a:pt x="68072" y="47754"/>
                  </a:cubicBezTo>
                  <a:cubicBezTo>
                    <a:pt x="70546" y="40995"/>
                    <a:pt x="72313" y="35660"/>
                    <a:pt x="72313" y="28902"/>
                  </a:cubicBezTo>
                  <a:cubicBezTo>
                    <a:pt x="72313" y="11117"/>
                    <a:pt x="60650" y="90"/>
                    <a:pt x="45453" y="90"/>
                  </a:cubicBezTo>
                  <a:cubicBezTo>
                    <a:pt x="12584" y="90"/>
                    <a:pt x="214" y="52733"/>
                    <a:pt x="214" y="54868"/>
                  </a:cubicBezTo>
                  <a:cubicBezTo>
                    <a:pt x="214" y="58425"/>
                    <a:pt x="3749" y="58425"/>
                    <a:pt x="5516" y="58425"/>
                  </a:cubicBezTo>
                  <a:cubicBezTo>
                    <a:pt x="10110" y="58425"/>
                    <a:pt x="10464" y="57713"/>
                    <a:pt x="11877" y="52733"/>
                  </a:cubicBezTo>
                  <a:cubicBezTo>
                    <a:pt x="14705" y="41707"/>
                    <a:pt x="24247" y="7915"/>
                    <a:pt x="44746" y="7915"/>
                  </a:cubicBezTo>
                  <a:cubicBezTo>
                    <a:pt x="48633" y="7915"/>
                    <a:pt x="52521" y="8982"/>
                    <a:pt x="52521" y="18231"/>
                  </a:cubicBezTo>
                  <a:cubicBezTo>
                    <a:pt x="52521" y="26767"/>
                    <a:pt x="48987" y="36371"/>
                    <a:pt x="44039" y="50244"/>
                  </a:cubicBezTo>
                  <a:cubicBezTo>
                    <a:pt x="26368" y="98619"/>
                    <a:pt x="26368" y="107867"/>
                    <a:pt x="26368" y="117471"/>
                  </a:cubicBezTo>
                  <a:cubicBezTo>
                    <a:pt x="26368" y="129565"/>
                    <a:pt x="29195" y="141658"/>
                    <a:pt x="38384" y="150195"/>
                  </a:cubicBezTo>
                  <a:cubicBezTo>
                    <a:pt x="49694" y="160155"/>
                    <a:pt x="65598" y="161222"/>
                    <a:pt x="71606" y="161222"/>
                  </a:cubicBezTo>
                  <a:cubicBezTo>
                    <a:pt x="82916" y="161222"/>
                    <a:pt x="95285" y="156598"/>
                    <a:pt x="105888" y="138457"/>
                  </a:cubicBezTo>
                  <a:cubicBezTo>
                    <a:pt x="111189" y="151618"/>
                    <a:pt x="125326" y="161222"/>
                    <a:pt x="146178" y="161222"/>
                  </a:cubicBezTo>
                  <a:cubicBezTo>
                    <a:pt x="167384" y="161222"/>
                    <a:pt x="182228" y="146638"/>
                    <a:pt x="192830" y="121384"/>
                  </a:cubicBezTo>
                  <a:cubicBezTo>
                    <a:pt x="203433" y="97196"/>
                    <a:pt x="217217" y="42418"/>
                    <a:pt x="217217" y="23566"/>
                  </a:cubicBezTo>
                  <a:cubicBezTo>
                    <a:pt x="217217" y="11117"/>
                    <a:pt x="212976" y="90"/>
                    <a:pt x="202726" y="90"/>
                  </a:cubicBezTo>
                  <a:cubicBezTo>
                    <a:pt x="194598" y="90"/>
                    <a:pt x="185762" y="8271"/>
                    <a:pt x="185762" y="16452"/>
                  </a:cubicBezTo>
                  <a:cubicBezTo>
                    <a:pt x="185762" y="21076"/>
                    <a:pt x="188236" y="23566"/>
                    <a:pt x="190356" y="26056"/>
                  </a:cubicBezTo>
                  <a:cubicBezTo>
                    <a:pt x="198839" y="35304"/>
                    <a:pt x="199899" y="46687"/>
                    <a:pt x="199899" y="54156"/>
                  </a:cubicBezTo>
                  <a:cubicBezTo>
                    <a:pt x="199899" y="68384"/>
                    <a:pt x="188589" y="105733"/>
                    <a:pt x="182581" y="120316"/>
                  </a:cubicBezTo>
                  <a:cubicBezTo>
                    <a:pt x="174806" y="138813"/>
                    <a:pt x="163496" y="153397"/>
                    <a:pt x="147239" y="153397"/>
                  </a:cubicBezTo>
                  <a:cubicBezTo>
                    <a:pt x="129568" y="153397"/>
                    <a:pt x="123913" y="138813"/>
                    <a:pt x="123913" y="123873"/>
                  </a:cubicBezTo>
                  <a:cubicBezTo>
                    <a:pt x="123913" y="120672"/>
                    <a:pt x="124266" y="112135"/>
                    <a:pt x="128154" y="96485"/>
                  </a:cubicBezTo>
                  <a:lnTo>
                    <a:pt x="142998" y="36727"/>
                  </a:lnTo>
                  <a:cubicBezTo>
                    <a:pt x="145118" y="28902"/>
                    <a:pt x="148652" y="14674"/>
                    <a:pt x="148652" y="13251"/>
                  </a:cubicBezTo>
                  <a:cubicBezTo>
                    <a:pt x="148652" y="9338"/>
                    <a:pt x="145825" y="4003"/>
                    <a:pt x="138757" y="4003"/>
                  </a:cubicBezTo>
                  <a:cubicBezTo>
                    <a:pt x="128507" y="4003"/>
                    <a:pt x="126033" y="13606"/>
                    <a:pt x="125326" y="16452"/>
                  </a:cubicBezTo>
                  <a:lnTo>
                    <a:pt x="105181" y="97552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3DC6612-9C63-5E40-0D95-40C07471FA58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1042431" y="7177760"/>
              <a:ext cx="125112" cy="161132"/>
            </a:xfrm>
            <a:custGeom>
              <a:avLst/>
              <a:gdLst>
                <a:gd name="connsiteX0" fmla="*/ 44399 w 125112"/>
                <a:gd name="connsiteY0" fmla="*/ 75143 h 161132"/>
                <a:gd name="connsiteX1" fmla="*/ 95645 w 125112"/>
                <a:gd name="connsiteY1" fmla="*/ 67317 h 161132"/>
                <a:gd name="connsiteX2" fmla="*/ 123566 w 125112"/>
                <a:gd name="connsiteY2" fmla="*/ 30324 h 161132"/>
                <a:gd name="connsiteX3" fmla="*/ 87870 w 125112"/>
                <a:gd name="connsiteY3" fmla="*/ 90 h 161132"/>
                <a:gd name="connsiteX4" fmla="*/ 221 w 125112"/>
                <a:gd name="connsiteY4" fmla="*/ 98974 h 161132"/>
                <a:gd name="connsiteX5" fmla="*/ 50761 w 125112"/>
                <a:gd name="connsiteY5" fmla="*/ 161222 h 161132"/>
                <a:gd name="connsiteX6" fmla="*/ 125333 w 125112"/>
                <a:gd name="connsiteY6" fmla="*/ 120316 h 161132"/>
                <a:gd name="connsiteX7" fmla="*/ 119678 w 125112"/>
                <a:gd name="connsiteY7" fmla="*/ 114625 h 161132"/>
                <a:gd name="connsiteX8" fmla="*/ 115084 w 125112"/>
                <a:gd name="connsiteY8" fmla="*/ 118538 h 161132"/>
                <a:gd name="connsiteX9" fmla="*/ 51467 w 125112"/>
                <a:gd name="connsiteY9" fmla="*/ 153397 h 161132"/>
                <a:gd name="connsiteX10" fmla="*/ 24607 w 125112"/>
                <a:gd name="connsiteY10" fmla="*/ 114270 h 161132"/>
                <a:gd name="connsiteX11" fmla="*/ 30615 w 125112"/>
                <a:gd name="connsiteY11" fmla="*/ 75143 h 161132"/>
                <a:gd name="connsiteX12" fmla="*/ 44399 w 125112"/>
                <a:gd name="connsiteY12" fmla="*/ 75143 h 161132"/>
                <a:gd name="connsiteX13" fmla="*/ 32736 w 125112"/>
                <a:gd name="connsiteY13" fmla="*/ 67317 h 161132"/>
                <a:gd name="connsiteX14" fmla="*/ 87870 w 125112"/>
                <a:gd name="connsiteY14" fmla="*/ 7915 h 161132"/>
                <a:gd name="connsiteX15" fmla="*/ 110136 w 125112"/>
                <a:gd name="connsiteY15" fmla="*/ 29613 h 161132"/>
                <a:gd name="connsiteX16" fmla="*/ 40158 w 125112"/>
                <a:gd name="connsiteY16" fmla="*/ 67317 h 161132"/>
                <a:gd name="connsiteX17" fmla="*/ 32736 w 125112"/>
                <a:gd name="connsiteY17" fmla="*/ 67317 h 161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5112" h="161132">
                  <a:moveTo>
                    <a:pt x="44399" y="75143"/>
                  </a:moveTo>
                  <a:cubicBezTo>
                    <a:pt x="55002" y="75143"/>
                    <a:pt x="78681" y="74075"/>
                    <a:pt x="95645" y="67317"/>
                  </a:cubicBezTo>
                  <a:cubicBezTo>
                    <a:pt x="123566" y="55935"/>
                    <a:pt x="123566" y="32814"/>
                    <a:pt x="123566" y="30324"/>
                  </a:cubicBezTo>
                  <a:cubicBezTo>
                    <a:pt x="123566" y="13962"/>
                    <a:pt x="110489" y="90"/>
                    <a:pt x="87870" y="90"/>
                  </a:cubicBezTo>
                  <a:cubicBezTo>
                    <a:pt x="50761" y="90"/>
                    <a:pt x="221" y="36016"/>
                    <a:pt x="221" y="98974"/>
                  </a:cubicBezTo>
                  <a:cubicBezTo>
                    <a:pt x="221" y="130987"/>
                    <a:pt x="17185" y="161222"/>
                    <a:pt x="50761" y="161222"/>
                  </a:cubicBezTo>
                  <a:cubicBezTo>
                    <a:pt x="95999" y="161222"/>
                    <a:pt x="125333" y="125652"/>
                    <a:pt x="125333" y="120316"/>
                  </a:cubicBezTo>
                  <a:cubicBezTo>
                    <a:pt x="125333" y="118538"/>
                    <a:pt x="122506" y="114625"/>
                    <a:pt x="119678" y="114625"/>
                  </a:cubicBezTo>
                  <a:cubicBezTo>
                    <a:pt x="118265" y="114625"/>
                    <a:pt x="117911" y="114981"/>
                    <a:pt x="115084" y="118538"/>
                  </a:cubicBezTo>
                  <a:cubicBezTo>
                    <a:pt x="88930" y="151974"/>
                    <a:pt x="57476" y="153397"/>
                    <a:pt x="51467" y="153397"/>
                  </a:cubicBezTo>
                  <a:cubicBezTo>
                    <a:pt x="28495" y="153397"/>
                    <a:pt x="24607" y="128142"/>
                    <a:pt x="24607" y="114270"/>
                  </a:cubicBezTo>
                  <a:cubicBezTo>
                    <a:pt x="24607" y="100753"/>
                    <a:pt x="28142" y="84746"/>
                    <a:pt x="30615" y="75143"/>
                  </a:cubicBezTo>
                  <a:lnTo>
                    <a:pt x="44399" y="75143"/>
                  </a:lnTo>
                  <a:close/>
                  <a:moveTo>
                    <a:pt x="32736" y="67317"/>
                  </a:moveTo>
                  <a:cubicBezTo>
                    <a:pt x="47933" y="8982"/>
                    <a:pt x="84336" y="7915"/>
                    <a:pt x="87870" y="7915"/>
                  </a:cubicBezTo>
                  <a:cubicBezTo>
                    <a:pt x="102007" y="7915"/>
                    <a:pt x="110136" y="17519"/>
                    <a:pt x="110136" y="29613"/>
                  </a:cubicBezTo>
                  <a:cubicBezTo>
                    <a:pt x="110136" y="67317"/>
                    <a:pt x="51821" y="67317"/>
                    <a:pt x="40158" y="67317"/>
                  </a:cubicBezTo>
                  <a:lnTo>
                    <a:pt x="32736" y="67317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13FEBFB3-F167-FEE5-06EC-A8459CDC3F60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1194049" y="7101641"/>
              <a:ext cx="87649" cy="237251"/>
            </a:xfrm>
            <a:custGeom>
              <a:avLst/>
              <a:gdLst>
                <a:gd name="connsiteX0" fmla="*/ 87875 w 87649"/>
                <a:gd name="connsiteY0" fmla="*/ 182564 h 237251"/>
                <a:gd name="connsiteX1" fmla="*/ 82573 w 87649"/>
                <a:gd name="connsiteY1" fmla="*/ 179007 h 237251"/>
                <a:gd name="connsiteX2" fmla="*/ 76565 w 87649"/>
                <a:gd name="connsiteY2" fmla="*/ 185054 h 237251"/>
                <a:gd name="connsiteX3" fmla="*/ 43697 w 87649"/>
                <a:gd name="connsiteY3" fmla="*/ 229516 h 237251"/>
                <a:gd name="connsiteX4" fmla="*/ 35921 w 87649"/>
                <a:gd name="connsiteY4" fmla="*/ 219557 h 237251"/>
                <a:gd name="connsiteX5" fmla="*/ 45110 w 87649"/>
                <a:gd name="connsiteY5" fmla="*/ 185410 h 237251"/>
                <a:gd name="connsiteX6" fmla="*/ 67730 w 87649"/>
                <a:gd name="connsiteY6" fmla="*/ 124585 h 237251"/>
                <a:gd name="connsiteX7" fmla="*/ 71971 w 87649"/>
                <a:gd name="connsiteY7" fmla="*/ 104666 h 237251"/>
                <a:gd name="connsiteX8" fmla="*/ 45464 w 87649"/>
                <a:gd name="connsiteY8" fmla="*/ 76210 h 237251"/>
                <a:gd name="connsiteX9" fmla="*/ 226 w 87649"/>
                <a:gd name="connsiteY9" fmla="*/ 130987 h 237251"/>
                <a:gd name="connsiteX10" fmla="*/ 5527 w 87649"/>
                <a:gd name="connsiteY10" fmla="*/ 134544 h 237251"/>
                <a:gd name="connsiteX11" fmla="*/ 11889 w 87649"/>
                <a:gd name="connsiteY11" fmla="*/ 128853 h 237251"/>
                <a:gd name="connsiteX12" fmla="*/ 44757 w 87649"/>
                <a:gd name="connsiteY12" fmla="*/ 84035 h 237251"/>
                <a:gd name="connsiteX13" fmla="*/ 52532 w 87649"/>
                <a:gd name="connsiteY13" fmla="*/ 93995 h 237251"/>
                <a:gd name="connsiteX14" fmla="*/ 46171 w 87649"/>
                <a:gd name="connsiteY14" fmla="*/ 119605 h 237251"/>
                <a:gd name="connsiteX15" fmla="*/ 35568 w 87649"/>
                <a:gd name="connsiteY15" fmla="*/ 149128 h 237251"/>
                <a:gd name="connsiteX16" fmla="*/ 22491 w 87649"/>
                <a:gd name="connsiteY16" fmla="*/ 184342 h 237251"/>
                <a:gd name="connsiteX17" fmla="*/ 16130 w 87649"/>
                <a:gd name="connsiteY17" fmla="*/ 208886 h 237251"/>
                <a:gd name="connsiteX18" fmla="*/ 42990 w 87649"/>
                <a:gd name="connsiteY18" fmla="*/ 237342 h 237251"/>
                <a:gd name="connsiteX19" fmla="*/ 87875 w 87649"/>
                <a:gd name="connsiteY19" fmla="*/ 182564 h 237251"/>
                <a:gd name="connsiteX20" fmla="*/ 86108 w 87649"/>
                <a:gd name="connsiteY20" fmla="*/ 11828 h 237251"/>
                <a:gd name="connsiteX21" fmla="*/ 74091 w 87649"/>
                <a:gd name="connsiteY21" fmla="*/ 90 h 237251"/>
                <a:gd name="connsiteX22" fmla="*/ 57127 w 87649"/>
                <a:gd name="connsiteY22" fmla="*/ 17163 h 237251"/>
                <a:gd name="connsiteX23" fmla="*/ 69143 w 87649"/>
                <a:gd name="connsiteY23" fmla="*/ 28902 h 237251"/>
                <a:gd name="connsiteX24" fmla="*/ 86108 w 87649"/>
                <a:gd name="connsiteY24" fmla="*/ 11828 h 237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7649" h="237251">
                  <a:moveTo>
                    <a:pt x="87875" y="182564"/>
                  </a:moveTo>
                  <a:cubicBezTo>
                    <a:pt x="87875" y="179007"/>
                    <a:pt x="85047" y="179007"/>
                    <a:pt x="82573" y="179007"/>
                  </a:cubicBezTo>
                  <a:cubicBezTo>
                    <a:pt x="77979" y="179007"/>
                    <a:pt x="77979" y="179718"/>
                    <a:pt x="76565" y="185054"/>
                  </a:cubicBezTo>
                  <a:cubicBezTo>
                    <a:pt x="73738" y="195369"/>
                    <a:pt x="64195" y="229516"/>
                    <a:pt x="43697" y="229516"/>
                  </a:cubicBezTo>
                  <a:cubicBezTo>
                    <a:pt x="40869" y="229516"/>
                    <a:pt x="35921" y="229161"/>
                    <a:pt x="35921" y="219557"/>
                  </a:cubicBezTo>
                  <a:cubicBezTo>
                    <a:pt x="35921" y="210309"/>
                    <a:pt x="40516" y="198570"/>
                    <a:pt x="45110" y="185410"/>
                  </a:cubicBezTo>
                  <a:lnTo>
                    <a:pt x="67730" y="124585"/>
                  </a:lnTo>
                  <a:cubicBezTo>
                    <a:pt x="71264" y="114270"/>
                    <a:pt x="71971" y="111424"/>
                    <a:pt x="71971" y="104666"/>
                  </a:cubicBezTo>
                  <a:cubicBezTo>
                    <a:pt x="71971" y="85102"/>
                    <a:pt x="58541" y="76210"/>
                    <a:pt x="45464" y="76210"/>
                  </a:cubicBezTo>
                  <a:cubicBezTo>
                    <a:pt x="12242" y="76210"/>
                    <a:pt x="226" y="129209"/>
                    <a:pt x="226" y="130987"/>
                  </a:cubicBezTo>
                  <a:cubicBezTo>
                    <a:pt x="226" y="134544"/>
                    <a:pt x="3760" y="134544"/>
                    <a:pt x="5527" y="134544"/>
                  </a:cubicBezTo>
                  <a:cubicBezTo>
                    <a:pt x="10121" y="134544"/>
                    <a:pt x="10475" y="133833"/>
                    <a:pt x="11889" y="128853"/>
                  </a:cubicBezTo>
                  <a:cubicBezTo>
                    <a:pt x="15069" y="117115"/>
                    <a:pt x="24258" y="84035"/>
                    <a:pt x="44757" y="84035"/>
                  </a:cubicBezTo>
                  <a:cubicBezTo>
                    <a:pt x="48645" y="84035"/>
                    <a:pt x="52532" y="85814"/>
                    <a:pt x="52532" y="93995"/>
                  </a:cubicBezTo>
                  <a:cubicBezTo>
                    <a:pt x="52532" y="102531"/>
                    <a:pt x="48645" y="112847"/>
                    <a:pt x="46171" y="119605"/>
                  </a:cubicBezTo>
                  <a:lnTo>
                    <a:pt x="35568" y="149128"/>
                  </a:lnTo>
                  <a:cubicBezTo>
                    <a:pt x="30973" y="160866"/>
                    <a:pt x="26732" y="172604"/>
                    <a:pt x="22491" y="184342"/>
                  </a:cubicBezTo>
                  <a:cubicBezTo>
                    <a:pt x="17543" y="197859"/>
                    <a:pt x="16130" y="201772"/>
                    <a:pt x="16130" y="208886"/>
                  </a:cubicBezTo>
                  <a:cubicBezTo>
                    <a:pt x="16130" y="222758"/>
                    <a:pt x="24612" y="237342"/>
                    <a:pt x="42990" y="237342"/>
                  </a:cubicBezTo>
                  <a:cubicBezTo>
                    <a:pt x="76212" y="237342"/>
                    <a:pt x="87875" y="183987"/>
                    <a:pt x="87875" y="182564"/>
                  </a:cubicBezTo>
                  <a:close/>
                  <a:moveTo>
                    <a:pt x="86108" y="11828"/>
                  </a:moveTo>
                  <a:cubicBezTo>
                    <a:pt x="86108" y="2935"/>
                    <a:pt x="79039" y="90"/>
                    <a:pt x="74091" y="90"/>
                  </a:cubicBezTo>
                  <a:cubicBezTo>
                    <a:pt x="66669" y="90"/>
                    <a:pt x="57127" y="7204"/>
                    <a:pt x="57127" y="17163"/>
                  </a:cubicBezTo>
                  <a:cubicBezTo>
                    <a:pt x="57127" y="26056"/>
                    <a:pt x="64195" y="28902"/>
                    <a:pt x="69143" y="28902"/>
                  </a:cubicBezTo>
                  <a:cubicBezTo>
                    <a:pt x="76212" y="28902"/>
                    <a:pt x="86108" y="22143"/>
                    <a:pt x="86108" y="11828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F97921CB-30DD-7197-FD38-7106DCC8527F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1291829" y="7177760"/>
              <a:ext cx="153385" cy="230137"/>
            </a:xfrm>
            <a:custGeom>
              <a:avLst/>
              <a:gdLst>
                <a:gd name="connsiteX0" fmla="*/ 100954 w 153385"/>
                <a:gd name="connsiteY0" fmla="*/ 138457 h 230137"/>
                <a:gd name="connsiteX1" fmla="*/ 93533 w 153385"/>
                <a:gd name="connsiteY1" fmla="*/ 168336 h 230137"/>
                <a:gd name="connsiteX2" fmla="*/ 77275 w 153385"/>
                <a:gd name="connsiteY2" fmla="*/ 205684 h 230137"/>
                <a:gd name="connsiteX3" fmla="*/ 43700 w 153385"/>
                <a:gd name="connsiteY3" fmla="*/ 222402 h 230137"/>
                <a:gd name="connsiteX4" fmla="*/ 18607 w 153385"/>
                <a:gd name="connsiteY4" fmla="*/ 218490 h 230137"/>
                <a:gd name="connsiteX5" fmla="*/ 29916 w 153385"/>
                <a:gd name="connsiteY5" fmla="*/ 202127 h 230137"/>
                <a:gd name="connsiteX6" fmla="*/ 17546 w 153385"/>
                <a:gd name="connsiteY6" fmla="*/ 190745 h 230137"/>
                <a:gd name="connsiteX7" fmla="*/ 229 w 153385"/>
                <a:gd name="connsiteY7" fmla="*/ 209597 h 230137"/>
                <a:gd name="connsiteX8" fmla="*/ 42993 w 153385"/>
                <a:gd name="connsiteY8" fmla="*/ 230228 h 230137"/>
                <a:gd name="connsiteX9" fmla="*/ 113678 w 153385"/>
                <a:gd name="connsiteY9" fmla="*/ 179718 h 230137"/>
                <a:gd name="connsiteX10" fmla="*/ 152201 w 153385"/>
                <a:gd name="connsiteY10" fmla="*/ 23922 h 230137"/>
                <a:gd name="connsiteX11" fmla="*/ 153615 w 153385"/>
                <a:gd name="connsiteY11" fmla="*/ 16452 h 230137"/>
                <a:gd name="connsiteX12" fmla="*/ 144072 w 153385"/>
                <a:gd name="connsiteY12" fmla="*/ 7204 h 230137"/>
                <a:gd name="connsiteX13" fmla="*/ 130289 w 153385"/>
                <a:gd name="connsiteY13" fmla="*/ 20365 h 230137"/>
                <a:gd name="connsiteX14" fmla="*/ 100601 w 153385"/>
                <a:gd name="connsiteY14" fmla="*/ 90 h 230137"/>
                <a:gd name="connsiteX15" fmla="*/ 20374 w 153385"/>
                <a:gd name="connsiteY15" fmla="*/ 102887 h 230137"/>
                <a:gd name="connsiteX16" fmla="*/ 63492 w 153385"/>
                <a:gd name="connsiteY16" fmla="*/ 157309 h 230137"/>
                <a:gd name="connsiteX17" fmla="*/ 100954 w 153385"/>
                <a:gd name="connsiteY17" fmla="*/ 138457 h 230137"/>
                <a:gd name="connsiteX18" fmla="*/ 123927 w 153385"/>
                <a:gd name="connsiteY18" fmla="*/ 45619 h 230137"/>
                <a:gd name="connsiteX19" fmla="*/ 108023 w 153385"/>
                <a:gd name="connsiteY19" fmla="*/ 110357 h 230137"/>
                <a:gd name="connsiteX20" fmla="*/ 64198 w 153385"/>
                <a:gd name="connsiteY20" fmla="*/ 149484 h 230137"/>
                <a:gd name="connsiteX21" fmla="*/ 44407 w 153385"/>
                <a:gd name="connsiteY21" fmla="*/ 118538 h 230137"/>
                <a:gd name="connsiteX22" fmla="*/ 62431 w 153385"/>
                <a:gd name="connsiteY22" fmla="*/ 43130 h 230137"/>
                <a:gd name="connsiteX23" fmla="*/ 100601 w 153385"/>
                <a:gd name="connsiteY23" fmla="*/ 7915 h 230137"/>
                <a:gd name="connsiteX24" fmla="*/ 124987 w 153385"/>
                <a:gd name="connsiteY24" fmla="*/ 40640 h 230137"/>
                <a:gd name="connsiteX25" fmla="*/ 123927 w 153385"/>
                <a:gd name="connsiteY25" fmla="*/ 45619 h 230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53385" h="230137">
                  <a:moveTo>
                    <a:pt x="100954" y="138457"/>
                  </a:moveTo>
                  <a:lnTo>
                    <a:pt x="93533" y="168336"/>
                  </a:lnTo>
                  <a:cubicBezTo>
                    <a:pt x="89291" y="186121"/>
                    <a:pt x="87171" y="193591"/>
                    <a:pt x="77275" y="205684"/>
                  </a:cubicBezTo>
                  <a:cubicBezTo>
                    <a:pt x="63138" y="222402"/>
                    <a:pt x="49001" y="222402"/>
                    <a:pt x="43700" y="222402"/>
                  </a:cubicBezTo>
                  <a:cubicBezTo>
                    <a:pt x="39105" y="222402"/>
                    <a:pt x="28149" y="222402"/>
                    <a:pt x="18607" y="218490"/>
                  </a:cubicBezTo>
                  <a:cubicBezTo>
                    <a:pt x="25675" y="215644"/>
                    <a:pt x="29916" y="208174"/>
                    <a:pt x="29916" y="202127"/>
                  </a:cubicBezTo>
                  <a:cubicBezTo>
                    <a:pt x="29916" y="197503"/>
                    <a:pt x="26735" y="190745"/>
                    <a:pt x="17546" y="190745"/>
                  </a:cubicBezTo>
                  <a:cubicBezTo>
                    <a:pt x="11185" y="190745"/>
                    <a:pt x="229" y="195725"/>
                    <a:pt x="229" y="209597"/>
                  </a:cubicBezTo>
                  <a:cubicBezTo>
                    <a:pt x="229" y="223825"/>
                    <a:pt x="13305" y="230228"/>
                    <a:pt x="42993" y="230228"/>
                  </a:cubicBezTo>
                  <a:cubicBezTo>
                    <a:pt x="80102" y="230228"/>
                    <a:pt x="106963" y="206752"/>
                    <a:pt x="113678" y="179718"/>
                  </a:cubicBezTo>
                  <a:lnTo>
                    <a:pt x="152201" y="23922"/>
                  </a:lnTo>
                  <a:cubicBezTo>
                    <a:pt x="153615" y="18586"/>
                    <a:pt x="153615" y="17875"/>
                    <a:pt x="153615" y="16452"/>
                  </a:cubicBezTo>
                  <a:cubicBezTo>
                    <a:pt x="153615" y="8982"/>
                    <a:pt x="147606" y="7204"/>
                    <a:pt x="144072" y="7204"/>
                  </a:cubicBezTo>
                  <a:cubicBezTo>
                    <a:pt x="139831" y="7204"/>
                    <a:pt x="131702" y="10049"/>
                    <a:pt x="130289" y="20365"/>
                  </a:cubicBezTo>
                  <a:cubicBezTo>
                    <a:pt x="125341" y="10049"/>
                    <a:pt x="115798" y="90"/>
                    <a:pt x="100601" y="90"/>
                  </a:cubicBezTo>
                  <a:cubicBezTo>
                    <a:pt x="61018" y="90"/>
                    <a:pt x="20374" y="52733"/>
                    <a:pt x="20374" y="102887"/>
                  </a:cubicBezTo>
                  <a:cubicBezTo>
                    <a:pt x="20374" y="133122"/>
                    <a:pt x="36985" y="157309"/>
                    <a:pt x="63492" y="157309"/>
                  </a:cubicBezTo>
                  <a:cubicBezTo>
                    <a:pt x="81516" y="157309"/>
                    <a:pt x="96713" y="142726"/>
                    <a:pt x="100954" y="138457"/>
                  </a:cubicBezTo>
                  <a:close/>
                  <a:moveTo>
                    <a:pt x="123927" y="45619"/>
                  </a:moveTo>
                  <a:lnTo>
                    <a:pt x="108023" y="110357"/>
                  </a:lnTo>
                  <a:cubicBezTo>
                    <a:pt x="105196" y="121739"/>
                    <a:pt x="83637" y="149484"/>
                    <a:pt x="64198" y="149484"/>
                  </a:cubicBezTo>
                  <a:cubicBezTo>
                    <a:pt x="45113" y="149484"/>
                    <a:pt x="44407" y="122451"/>
                    <a:pt x="44407" y="118538"/>
                  </a:cubicBezTo>
                  <a:cubicBezTo>
                    <a:pt x="44407" y="101464"/>
                    <a:pt x="55009" y="59847"/>
                    <a:pt x="62431" y="43130"/>
                  </a:cubicBezTo>
                  <a:cubicBezTo>
                    <a:pt x="71267" y="23922"/>
                    <a:pt x="86818" y="7915"/>
                    <a:pt x="100601" y="7915"/>
                  </a:cubicBezTo>
                  <a:cubicBezTo>
                    <a:pt x="121806" y="7915"/>
                    <a:pt x="124987" y="37794"/>
                    <a:pt x="124987" y="40640"/>
                  </a:cubicBezTo>
                  <a:lnTo>
                    <a:pt x="123927" y="45619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8334E7E-AB91-70C4-3112-0B73EA2908D6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1462178" y="7088124"/>
              <a:ext cx="162574" cy="250768"/>
            </a:xfrm>
            <a:custGeom>
              <a:avLst/>
              <a:gdLst>
                <a:gd name="connsiteX0" fmla="*/ 80814 w 162574"/>
                <a:gd name="connsiteY0" fmla="*/ 8982 h 250768"/>
                <a:gd name="connsiteX1" fmla="*/ 81874 w 162574"/>
                <a:gd name="connsiteY1" fmla="*/ 4358 h 250768"/>
                <a:gd name="connsiteX2" fmla="*/ 76926 w 162574"/>
                <a:gd name="connsiteY2" fmla="*/ 90 h 250768"/>
                <a:gd name="connsiteX3" fmla="*/ 71271 w 162574"/>
                <a:gd name="connsiteY3" fmla="*/ 801 h 250768"/>
                <a:gd name="connsiteX4" fmla="*/ 36282 w 162574"/>
                <a:gd name="connsiteY4" fmla="*/ 3647 h 250768"/>
                <a:gd name="connsiteX5" fmla="*/ 28154 w 162574"/>
                <a:gd name="connsiteY5" fmla="*/ 11117 h 250768"/>
                <a:gd name="connsiteX6" fmla="*/ 36636 w 162574"/>
                <a:gd name="connsiteY6" fmla="*/ 15029 h 250768"/>
                <a:gd name="connsiteX7" fmla="*/ 54307 w 162574"/>
                <a:gd name="connsiteY7" fmla="*/ 21076 h 250768"/>
                <a:gd name="connsiteX8" fmla="*/ 53247 w 162574"/>
                <a:gd name="connsiteY8" fmla="*/ 27123 h 250768"/>
                <a:gd name="connsiteX9" fmla="*/ 940 w 162574"/>
                <a:gd name="connsiteY9" fmla="*/ 236986 h 250768"/>
                <a:gd name="connsiteX10" fmla="*/ 233 w 162574"/>
                <a:gd name="connsiteY10" fmla="*/ 241610 h 250768"/>
                <a:gd name="connsiteX11" fmla="*/ 10129 w 162574"/>
                <a:gd name="connsiteY11" fmla="*/ 250858 h 250768"/>
                <a:gd name="connsiteX12" fmla="*/ 23206 w 162574"/>
                <a:gd name="connsiteY12" fmla="*/ 240899 h 250768"/>
                <a:gd name="connsiteX13" fmla="*/ 38403 w 162574"/>
                <a:gd name="connsiteY13" fmla="*/ 179363 h 250768"/>
                <a:gd name="connsiteX14" fmla="*/ 44058 w 162574"/>
                <a:gd name="connsiteY14" fmla="*/ 156242 h 250768"/>
                <a:gd name="connsiteX15" fmla="*/ 53954 w 162574"/>
                <a:gd name="connsiteY15" fmla="*/ 131343 h 250768"/>
                <a:gd name="connsiteX16" fmla="*/ 100959 w 162574"/>
                <a:gd name="connsiteY16" fmla="*/ 97552 h 250768"/>
                <a:gd name="connsiteX17" fmla="*/ 117217 w 162574"/>
                <a:gd name="connsiteY17" fmla="*/ 121028 h 250768"/>
                <a:gd name="connsiteX18" fmla="*/ 96718 w 162574"/>
                <a:gd name="connsiteY18" fmla="*/ 199638 h 250768"/>
                <a:gd name="connsiteX19" fmla="*/ 91063 w 162574"/>
                <a:gd name="connsiteY19" fmla="*/ 222402 h 250768"/>
                <a:gd name="connsiteX20" fmla="*/ 117923 w 162574"/>
                <a:gd name="connsiteY20" fmla="*/ 250858 h 250768"/>
                <a:gd name="connsiteX21" fmla="*/ 162808 w 162574"/>
                <a:gd name="connsiteY21" fmla="*/ 196081 h 250768"/>
                <a:gd name="connsiteX22" fmla="*/ 157507 w 162574"/>
                <a:gd name="connsiteY22" fmla="*/ 192524 h 250768"/>
                <a:gd name="connsiteX23" fmla="*/ 151499 w 162574"/>
                <a:gd name="connsiteY23" fmla="*/ 198570 h 250768"/>
                <a:gd name="connsiteX24" fmla="*/ 118630 w 162574"/>
                <a:gd name="connsiteY24" fmla="*/ 243033 h 250768"/>
                <a:gd name="connsiteX25" fmla="*/ 110855 w 162574"/>
                <a:gd name="connsiteY25" fmla="*/ 232718 h 250768"/>
                <a:gd name="connsiteX26" fmla="*/ 117217 w 162574"/>
                <a:gd name="connsiteY26" fmla="*/ 206040 h 250768"/>
                <a:gd name="connsiteX27" fmla="*/ 138775 w 162574"/>
                <a:gd name="connsiteY27" fmla="*/ 126719 h 250768"/>
                <a:gd name="connsiteX28" fmla="*/ 102019 w 162574"/>
                <a:gd name="connsiteY28" fmla="*/ 89726 h 250768"/>
                <a:gd name="connsiteX29" fmla="*/ 55014 w 162574"/>
                <a:gd name="connsiteY29" fmla="*/ 112847 h 250768"/>
                <a:gd name="connsiteX30" fmla="*/ 80814 w 162574"/>
                <a:gd name="connsiteY30" fmla="*/ 8982 h 250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62574" h="250768">
                  <a:moveTo>
                    <a:pt x="80814" y="8982"/>
                  </a:moveTo>
                  <a:cubicBezTo>
                    <a:pt x="81167" y="7915"/>
                    <a:pt x="81874" y="5070"/>
                    <a:pt x="81874" y="4358"/>
                  </a:cubicBezTo>
                  <a:cubicBezTo>
                    <a:pt x="81874" y="1157"/>
                    <a:pt x="79754" y="90"/>
                    <a:pt x="76926" y="90"/>
                  </a:cubicBezTo>
                  <a:cubicBezTo>
                    <a:pt x="75866" y="90"/>
                    <a:pt x="72332" y="446"/>
                    <a:pt x="71271" y="801"/>
                  </a:cubicBezTo>
                  <a:lnTo>
                    <a:pt x="36282" y="3647"/>
                  </a:lnTo>
                  <a:cubicBezTo>
                    <a:pt x="32041" y="4003"/>
                    <a:pt x="28154" y="4358"/>
                    <a:pt x="28154" y="11117"/>
                  </a:cubicBezTo>
                  <a:cubicBezTo>
                    <a:pt x="28154" y="15029"/>
                    <a:pt x="31688" y="15029"/>
                    <a:pt x="36636" y="15029"/>
                  </a:cubicBezTo>
                  <a:cubicBezTo>
                    <a:pt x="53600" y="15029"/>
                    <a:pt x="54307" y="17519"/>
                    <a:pt x="54307" y="21076"/>
                  </a:cubicBezTo>
                  <a:cubicBezTo>
                    <a:pt x="54307" y="22143"/>
                    <a:pt x="53247" y="26767"/>
                    <a:pt x="53247" y="27123"/>
                  </a:cubicBezTo>
                  <a:lnTo>
                    <a:pt x="940" y="236986"/>
                  </a:lnTo>
                  <a:cubicBezTo>
                    <a:pt x="587" y="237697"/>
                    <a:pt x="233" y="240899"/>
                    <a:pt x="233" y="241610"/>
                  </a:cubicBezTo>
                  <a:cubicBezTo>
                    <a:pt x="233" y="245523"/>
                    <a:pt x="3414" y="250858"/>
                    <a:pt x="10129" y="250858"/>
                  </a:cubicBezTo>
                  <a:cubicBezTo>
                    <a:pt x="17551" y="250858"/>
                    <a:pt x="22146" y="244811"/>
                    <a:pt x="23206" y="240899"/>
                  </a:cubicBezTo>
                  <a:cubicBezTo>
                    <a:pt x="24619" y="235563"/>
                    <a:pt x="35929" y="189322"/>
                    <a:pt x="38403" y="179363"/>
                  </a:cubicBezTo>
                  <a:cubicBezTo>
                    <a:pt x="40170" y="171537"/>
                    <a:pt x="42291" y="164068"/>
                    <a:pt x="44058" y="156242"/>
                  </a:cubicBezTo>
                  <a:cubicBezTo>
                    <a:pt x="47239" y="143437"/>
                    <a:pt x="47592" y="142726"/>
                    <a:pt x="53954" y="131343"/>
                  </a:cubicBezTo>
                  <a:cubicBezTo>
                    <a:pt x="61022" y="119961"/>
                    <a:pt x="76219" y="97552"/>
                    <a:pt x="100959" y="97552"/>
                  </a:cubicBezTo>
                  <a:cubicBezTo>
                    <a:pt x="116510" y="97552"/>
                    <a:pt x="117217" y="113558"/>
                    <a:pt x="117217" y="121028"/>
                  </a:cubicBezTo>
                  <a:cubicBezTo>
                    <a:pt x="117217" y="143081"/>
                    <a:pt x="101666" y="185410"/>
                    <a:pt x="96718" y="199638"/>
                  </a:cubicBezTo>
                  <a:cubicBezTo>
                    <a:pt x="92123" y="211731"/>
                    <a:pt x="91063" y="214933"/>
                    <a:pt x="91063" y="222402"/>
                  </a:cubicBezTo>
                  <a:cubicBezTo>
                    <a:pt x="91063" y="238053"/>
                    <a:pt x="100959" y="250858"/>
                    <a:pt x="117923" y="250858"/>
                  </a:cubicBezTo>
                  <a:cubicBezTo>
                    <a:pt x="150792" y="250858"/>
                    <a:pt x="162808" y="197859"/>
                    <a:pt x="162808" y="196081"/>
                  </a:cubicBezTo>
                  <a:cubicBezTo>
                    <a:pt x="162808" y="192524"/>
                    <a:pt x="159981" y="192524"/>
                    <a:pt x="157507" y="192524"/>
                  </a:cubicBezTo>
                  <a:cubicBezTo>
                    <a:pt x="152912" y="192524"/>
                    <a:pt x="152912" y="193235"/>
                    <a:pt x="151499" y="198570"/>
                  </a:cubicBezTo>
                  <a:cubicBezTo>
                    <a:pt x="148671" y="208174"/>
                    <a:pt x="139129" y="243033"/>
                    <a:pt x="118630" y="243033"/>
                  </a:cubicBezTo>
                  <a:cubicBezTo>
                    <a:pt x="111208" y="243033"/>
                    <a:pt x="110855" y="237697"/>
                    <a:pt x="110855" y="232718"/>
                  </a:cubicBezTo>
                  <a:cubicBezTo>
                    <a:pt x="110855" y="223825"/>
                    <a:pt x="114389" y="214577"/>
                    <a:pt x="117217" y="206040"/>
                  </a:cubicBezTo>
                  <a:cubicBezTo>
                    <a:pt x="124285" y="187188"/>
                    <a:pt x="138775" y="147350"/>
                    <a:pt x="138775" y="126719"/>
                  </a:cubicBezTo>
                  <a:cubicBezTo>
                    <a:pt x="138775" y="97552"/>
                    <a:pt x="119337" y="89726"/>
                    <a:pt x="102019" y="89726"/>
                  </a:cubicBezTo>
                  <a:cubicBezTo>
                    <a:pt x="78340" y="89726"/>
                    <a:pt x="65970" y="102176"/>
                    <a:pt x="55014" y="112847"/>
                  </a:cubicBezTo>
                  <a:lnTo>
                    <a:pt x="80814" y="8982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3383273-0BB3-9CC6-6D84-B4E3064435BE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1648471" y="7112312"/>
              <a:ext cx="99665" cy="226580"/>
            </a:xfrm>
            <a:custGeom>
              <a:avLst/>
              <a:gdLst>
                <a:gd name="connsiteX0" fmla="*/ 59967 w 99665"/>
                <a:gd name="connsiteY0" fmla="*/ 80478 h 226580"/>
                <a:gd name="connsiteX1" fmla="*/ 90008 w 99665"/>
                <a:gd name="connsiteY1" fmla="*/ 80478 h 226580"/>
                <a:gd name="connsiteX2" fmla="*/ 99904 w 99665"/>
                <a:gd name="connsiteY2" fmla="*/ 73720 h 226580"/>
                <a:gd name="connsiteX3" fmla="*/ 91068 w 99665"/>
                <a:gd name="connsiteY3" fmla="*/ 69451 h 226580"/>
                <a:gd name="connsiteX4" fmla="*/ 62794 w 99665"/>
                <a:gd name="connsiteY4" fmla="*/ 69451 h 226580"/>
                <a:gd name="connsiteX5" fmla="*/ 75871 w 99665"/>
                <a:gd name="connsiteY5" fmla="*/ 16808 h 226580"/>
                <a:gd name="connsiteX6" fmla="*/ 77285 w 99665"/>
                <a:gd name="connsiteY6" fmla="*/ 9338 h 226580"/>
                <a:gd name="connsiteX7" fmla="*/ 67742 w 99665"/>
                <a:gd name="connsiteY7" fmla="*/ 90 h 226580"/>
                <a:gd name="connsiteX8" fmla="*/ 53959 w 99665"/>
                <a:gd name="connsiteY8" fmla="*/ 12895 h 226580"/>
                <a:gd name="connsiteX9" fmla="*/ 40175 w 99665"/>
                <a:gd name="connsiteY9" fmla="*/ 69451 h 226580"/>
                <a:gd name="connsiteX10" fmla="*/ 10134 w 99665"/>
                <a:gd name="connsiteY10" fmla="*/ 69451 h 226580"/>
                <a:gd name="connsiteX11" fmla="*/ 238 w 99665"/>
                <a:gd name="connsiteY11" fmla="*/ 76210 h 226580"/>
                <a:gd name="connsiteX12" fmla="*/ 9074 w 99665"/>
                <a:gd name="connsiteY12" fmla="*/ 80478 h 226580"/>
                <a:gd name="connsiteX13" fmla="*/ 37348 w 99665"/>
                <a:gd name="connsiteY13" fmla="*/ 80478 h 226580"/>
                <a:gd name="connsiteX14" fmla="*/ 11901 w 99665"/>
                <a:gd name="connsiteY14" fmla="*/ 182564 h 226580"/>
                <a:gd name="connsiteX15" fmla="*/ 10134 w 99665"/>
                <a:gd name="connsiteY15" fmla="*/ 194658 h 226580"/>
                <a:gd name="connsiteX16" fmla="*/ 40175 w 99665"/>
                <a:gd name="connsiteY16" fmla="*/ 226671 h 226580"/>
                <a:gd name="connsiteX17" fmla="*/ 93896 w 99665"/>
                <a:gd name="connsiteY17" fmla="*/ 171893 h 226580"/>
                <a:gd name="connsiteX18" fmla="*/ 88594 w 99665"/>
                <a:gd name="connsiteY18" fmla="*/ 168336 h 226580"/>
                <a:gd name="connsiteX19" fmla="*/ 81526 w 99665"/>
                <a:gd name="connsiteY19" fmla="*/ 175094 h 226580"/>
                <a:gd name="connsiteX20" fmla="*/ 40882 w 99665"/>
                <a:gd name="connsiteY20" fmla="*/ 218845 h 226580"/>
                <a:gd name="connsiteX21" fmla="*/ 31340 w 99665"/>
                <a:gd name="connsiteY21" fmla="*/ 204262 h 226580"/>
                <a:gd name="connsiteX22" fmla="*/ 33814 w 99665"/>
                <a:gd name="connsiteY22" fmla="*/ 186121 h 226580"/>
                <a:gd name="connsiteX23" fmla="*/ 59967 w 99665"/>
                <a:gd name="connsiteY23" fmla="*/ 80478 h 226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665" h="226580">
                  <a:moveTo>
                    <a:pt x="59967" y="80478"/>
                  </a:moveTo>
                  <a:lnTo>
                    <a:pt x="90008" y="80478"/>
                  </a:lnTo>
                  <a:cubicBezTo>
                    <a:pt x="96016" y="80478"/>
                    <a:pt x="99904" y="80478"/>
                    <a:pt x="99904" y="73720"/>
                  </a:cubicBezTo>
                  <a:cubicBezTo>
                    <a:pt x="99904" y="69451"/>
                    <a:pt x="96723" y="69451"/>
                    <a:pt x="91068" y="69451"/>
                  </a:cubicBezTo>
                  <a:lnTo>
                    <a:pt x="62794" y="69451"/>
                  </a:lnTo>
                  <a:lnTo>
                    <a:pt x="75871" y="16808"/>
                  </a:lnTo>
                  <a:cubicBezTo>
                    <a:pt x="77285" y="11828"/>
                    <a:pt x="77285" y="11117"/>
                    <a:pt x="77285" y="9338"/>
                  </a:cubicBezTo>
                  <a:cubicBezTo>
                    <a:pt x="77285" y="1868"/>
                    <a:pt x="71277" y="90"/>
                    <a:pt x="67742" y="90"/>
                  </a:cubicBezTo>
                  <a:cubicBezTo>
                    <a:pt x="58907" y="90"/>
                    <a:pt x="55372" y="7560"/>
                    <a:pt x="53959" y="12895"/>
                  </a:cubicBezTo>
                  <a:lnTo>
                    <a:pt x="40175" y="69451"/>
                  </a:lnTo>
                  <a:lnTo>
                    <a:pt x="10134" y="69451"/>
                  </a:lnTo>
                  <a:cubicBezTo>
                    <a:pt x="4126" y="69451"/>
                    <a:pt x="238" y="69451"/>
                    <a:pt x="238" y="76210"/>
                  </a:cubicBezTo>
                  <a:cubicBezTo>
                    <a:pt x="238" y="80478"/>
                    <a:pt x="3419" y="80478"/>
                    <a:pt x="9074" y="80478"/>
                  </a:cubicBezTo>
                  <a:lnTo>
                    <a:pt x="37348" y="80478"/>
                  </a:lnTo>
                  <a:lnTo>
                    <a:pt x="11901" y="182564"/>
                  </a:lnTo>
                  <a:cubicBezTo>
                    <a:pt x="11548" y="183987"/>
                    <a:pt x="10134" y="189678"/>
                    <a:pt x="10134" y="194658"/>
                  </a:cubicBezTo>
                  <a:cubicBezTo>
                    <a:pt x="10134" y="212443"/>
                    <a:pt x="21797" y="226671"/>
                    <a:pt x="40175" y="226671"/>
                  </a:cubicBezTo>
                  <a:cubicBezTo>
                    <a:pt x="75871" y="226671"/>
                    <a:pt x="93896" y="173671"/>
                    <a:pt x="93896" y="171893"/>
                  </a:cubicBezTo>
                  <a:cubicBezTo>
                    <a:pt x="93896" y="168336"/>
                    <a:pt x="91068" y="168336"/>
                    <a:pt x="88594" y="168336"/>
                  </a:cubicBezTo>
                  <a:cubicBezTo>
                    <a:pt x="84353" y="168336"/>
                    <a:pt x="84353" y="168692"/>
                    <a:pt x="81526" y="175094"/>
                  </a:cubicBezTo>
                  <a:cubicBezTo>
                    <a:pt x="75164" y="192168"/>
                    <a:pt x="61027" y="218845"/>
                    <a:pt x="40882" y="218845"/>
                  </a:cubicBezTo>
                  <a:cubicBezTo>
                    <a:pt x="31340" y="218845"/>
                    <a:pt x="31340" y="209953"/>
                    <a:pt x="31340" y="204262"/>
                  </a:cubicBezTo>
                  <a:cubicBezTo>
                    <a:pt x="31340" y="201772"/>
                    <a:pt x="31340" y="196081"/>
                    <a:pt x="33814" y="186121"/>
                  </a:cubicBezTo>
                  <a:lnTo>
                    <a:pt x="59967" y="80478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25BEF537-5778-F22C-EF78-C09A8B989E90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1745350" y="7311875"/>
              <a:ext cx="181341" cy="112543"/>
            </a:xfrm>
            <a:custGeom>
              <a:avLst/>
              <a:gdLst>
                <a:gd name="connsiteX0" fmla="*/ 118745 w 181341"/>
                <a:gd name="connsiteY0" fmla="*/ 30718 h 112543"/>
                <a:gd name="connsiteX1" fmla="*/ 123445 w 181341"/>
                <a:gd name="connsiteY1" fmla="*/ 10799 h 112543"/>
                <a:gd name="connsiteX2" fmla="*/ 115281 w 181341"/>
                <a:gd name="connsiteY2" fmla="*/ 2831 h 112543"/>
                <a:gd name="connsiteX3" fmla="*/ 104643 w 181341"/>
                <a:gd name="connsiteY3" fmla="*/ 10052 h 112543"/>
                <a:gd name="connsiteX4" fmla="*/ 99695 w 181341"/>
                <a:gd name="connsiteY4" fmla="*/ 28726 h 112543"/>
                <a:gd name="connsiteX5" fmla="*/ 92521 w 181341"/>
                <a:gd name="connsiteY5" fmla="*/ 57360 h 112543"/>
                <a:gd name="connsiteX6" fmla="*/ 88562 w 181341"/>
                <a:gd name="connsiteY6" fmla="*/ 80267 h 112543"/>
                <a:gd name="connsiteX7" fmla="*/ 81635 w 181341"/>
                <a:gd name="connsiteY7" fmla="*/ 97447 h 112543"/>
                <a:gd name="connsiteX8" fmla="*/ 65060 w 181341"/>
                <a:gd name="connsiteY8" fmla="*/ 105664 h 112543"/>
                <a:gd name="connsiteX9" fmla="*/ 42794 w 181341"/>
                <a:gd name="connsiteY9" fmla="*/ 82757 h 112543"/>
                <a:gd name="connsiteX10" fmla="*/ 54669 w 181341"/>
                <a:gd name="connsiteY10" fmla="*/ 38935 h 112543"/>
                <a:gd name="connsiteX11" fmla="*/ 59864 w 181341"/>
                <a:gd name="connsiteY11" fmla="*/ 21505 h 112543"/>
                <a:gd name="connsiteX12" fmla="*/ 36362 w 181341"/>
                <a:gd name="connsiteY12" fmla="*/ 341 h 112543"/>
                <a:gd name="connsiteX13" fmla="*/ 242 w 181341"/>
                <a:gd name="connsiteY13" fmla="*/ 38437 h 112543"/>
                <a:gd name="connsiteX14" fmla="*/ 4447 w 181341"/>
                <a:gd name="connsiteY14" fmla="*/ 41674 h 112543"/>
                <a:gd name="connsiteX15" fmla="*/ 8901 w 181341"/>
                <a:gd name="connsiteY15" fmla="*/ 37690 h 112543"/>
                <a:gd name="connsiteX16" fmla="*/ 35619 w 181341"/>
                <a:gd name="connsiteY16" fmla="*/ 7313 h 112543"/>
                <a:gd name="connsiteX17" fmla="*/ 41804 w 181341"/>
                <a:gd name="connsiteY17" fmla="*/ 16028 h 112543"/>
                <a:gd name="connsiteX18" fmla="*/ 38341 w 181341"/>
                <a:gd name="connsiteY18" fmla="*/ 30469 h 112543"/>
                <a:gd name="connsiteX19" fmla="*/ 24239 w 181341"/>
                <a:gd name="connsiteY19" fmla="*/ 79520 h 112543"/>
                <a:gd name="connsiteX20" fmla="*/ 64070 w 181341"/>
                <a:gd name="connsiteY20" fmla="*/ 112636 h 112543"/>
                <a:gd name="connsiteX21" fmla="*/ 92026 w 181341"/>
                <a:gd name="connsiteY21" fmla="*/ 95953 h 112543"/>
                <a:gd name="connsiteX22" fmla="*/ 126414 w 181341"/>
                <a:gd name="connsiteY22" fmla="*/ 112636 h 112543"/>
                <a:gd name="connsiteX23" fmla="*/ 164266 w 181341"/>
                <a:gd name="connsiteY23" fmla="*/ 83255 h 112543"/>
                <a:gd name="connsiteX24" fmla="*/ 181583 w 181341"/>
                <a:gd name="connsiteY24" fmla="*/ 19762 h 112543"/>
                <a:gd name="connsiteX25" fmla="*/ 169214 w 181341"/>
                <a:gd name="connsiteY25" fmla="*/ 92 h 112543"/>
                <a:gd name="connsiteX26" fmla="*/ 155854 w 181341"/>
                <a:gd name="connsiteY26" fmla="*/ 13289 h 112543"/>
                <a:gd name="connsiteX27" fmla="*/ 160060 w 181341"/>
                <a:gd name="connsiteY27" fmla="*/ 21007 h 112543"/>
                <a:gd name="connsiteX28" fmla="*/ 169214 w 181341"/>
                <a:gd name="connsiteY28" fmla="*/ 40927 h 112543"/>
                <a:gd name="connsiteX29" fmla="*/ 127404 w 181341"/>
                <a:gd name="connsiteY29" fmla="*/ 105664 h 112543"/>
                <a:gd name="connsiteX30" fmla="*/ 107364 w 181341"/>
                <a:gd name="connsiteY30" fmla="*/ 83504 h 112543"/>
                <a:gd name="connsiteX31" fmla="*/ 111818 w 181341"/>
                <a:gd name="connsiteY31" fmla="*/ 58605 h 112543"/>
                <a:gd name="connsiteX32" fmla="*/ 118745 w 181341"/>
                <a:gd name="connsiteY32" fmla="*/ 30718 h 112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81341" h="112543">
                  <a:moveTo>
                    <a:pt x="118745" y="30718"/>
                  </a:moveTo>
                  <a:cubicBezTo>
                    <a:pt x="120476" y="23995"/>
                    <a:pt x="123445" y="12044"/>
                    <a:pt x="123445" y="10799"/>
                  </a:cubicBezTo>
                  <a:cubicBezTo>
                    <a:pt x="123445" y="5819"/>
                    <a:pt x="119487" y="2831"/>
                    <a:pt x="115281" y="2831"/>
                  </a:cubicBezTo>
                  <a:cubicBezTo>
                    <a:pt x="110581" y="2831"/>
                    <a:pt x="106127" y="5819"/>
                    <a:pt x="104643" y="10052"/>
                  </a:cubicBezTo>
                  <a:cubicBezTo>
                    <a:pt x="103901" y="12044"/>
                    <a:pt x="101427" y="22501"/>
                    <a:pt x="99695" y="28726"/>
                  </a:cubicBezTo>
                  <a:cubicBezTo>
                    <a:pt x="96232" y="42919"/>
                    <a:pt x="96232" y="43417"/>
                    <a:pt x="92521" y="57360"/>
                  </a:cubicBezTo>
                  <a:cubicBezTo>
                    <a:pt x="89304" y="71054"/>
                    <a:pt x="88810" y="73046"/>
                    <a:pt x="88562" y="80267"/>
                  </a:cubicBezTo>
                  <a:cubicBezTo>
                    <a:pt x="89552" y="85247"/>
                    <a:pt x="87573" y="89978"/>
                    <a:pt x="81635" y="97447"/>
                  </a:cubicBezTo>
                  <a:cubicBezTo>
                    <a:pt x="78419" y="101431"/>
                    <a:pt x="73471" y="105664"/>
                    <a:pt x="65060" y="105664"/>
                  </a:cubicBezTo>
                  <a:cubicBezTo>
                    <a:pt x="55411" y="105664"/>
                    <a:pt x="42794" y="102178"/>
                    <a:pt x="42794" y="82757"/>
                  </a:cubicBezTo>
                  <a:cubicBezTo>
                    <a:pt x="42794" y="70058"/>
                    <a:pt x="49721" y="51633"/>
                    <a:pt x="54669" y="38935"/>
                  </a:cubicBezTo>
                  <a:cubicBezTo>
                    <a:pt x="58875" y="27979"/>
                    <a:pt x="59864" y="25738"/>
                    <a:pt x="59864" y="21505"/>
                  </a:cubicBezTo>
                  <a:cubicBezTo>
                    <a:pt x="59864" y="9554"/>
                    <a:pt x="49721" y="341"/>
                    <a:pt x="36362" y="341"/>
                  </a:cubicBezTo>
                  <a:cubicBezTo>
                    <a:pt x="11374" y="341"/>
                    <a:pt x="242" y="34204"/>
                    <a:pt x="242" y="38437"/>
                  </a:cubicBezTo>
                  <a:cubicBezTo>
                    <a:pt x="242" y="41674"/>
                    <a:pt x="3705" y="41674"/>
                    <a:pt x="4447" y="41674"/>
                  </a:cubicBezTo>
                  <a:cubicBezTo>
                    <a:pt x="7911" y="41674"/>
                    <a:pt x="8158" y="40429"/>
                    <a:pt x="8901" y="37690"/>
                  </a:cubicBezTo>
                  <a:cubicBezTo>
                    <a:pt x="15085" y="17024"/>
                    <a:pt x="25723" y="7313"/>
                    <a:pt x="35619" y="7313"/>
                  </a:cubicBezTo>
                  <a:cubicBezTo>
                    <a:pt x="39825" y="7313"/>
                    <a:pt x="41804" y="10052"/>
                    <a:pt x="41804" y="16028"/>
                  </a:cubicBezTo>
                  <a:cubicBezTo>
                    <a:pt x="41804" y="21754"/>
                    <a:pt x="39578" y="27232"/>
                    <a:pt x="38341" y="30469"/>
                  </a:cubicBezTo>
                  <a:cubicBezTo>
                    <a:pt x="24239" y="66822"/>
                    <a:pt x="24239" y="71801"/>
                    <a:pt x="24239" y="79520"/>
                  </a:cubicBezTo>
                  <a:cubicBezTo>
                    <a:pt x="24239" y="108901"/>
                    <a:pt x="50711" y="112636"/>
                    <a:pt x="64070" y="112636"/>
                  </a:cubicBezTo>
                  <a:cubicBezTo>
                    <a:pt x="68771" y="112636"/>
                    <a:pt x="80893" y="112636"/>
                    <a:pt x="92026" y="95953"/>
                  </a:cubicBezTo>
                  <a:cubicBezTo>
                    <a:pt x="97716" y="107158"/>
                    <a:pt x="111323" y="112636"/>
                    <a:pt x="126414" y="112636"/>
                  </a:cubicBezTo>
                  <a:cubicBezTo>
                    <a:pt x="148432" y="112636"/>
                    <a:pt x="159318" y="93464"/>
                    <a:pt x="164266" y="83255"/>
                  </a:cubicBezTo>
                  <a:cubicBezTo>
                    <a:pt x="174904" y="62340"/>
                    <a:pt x="181583" y="31216"/>
                    <a:pt x="181583" y="19762"/>
                  </a:cubicBezTo>
                  <a:cubicBezTo>
                    <a:pt x="181583" y="1088"/>
                    <a:pt x="170945" y="92"/>
                    <a:pt x="169214" y="92"/>
                  </a:cubicBezTo>
                  <a:cubicBezTo>
                    <a:pt x="162781" y="92"/>
                    <a:pt x="155854" y="6815"/>
                    <a:pt x="155854" y="13289"/>
                  </a:cubicBezTo>
                  <a:cubicBezTo>
                    <a:pt x="155854" y="17522"/>
                    <a:pt x="158328" y="19513"/>
                    <a:pt x="160060" y="21007"/>
                  </a:cubicBezTo>
                  <a:cubicBezTo>
                    <a:pt x="165997" y="25987"/>
                    <a:pt x="169214" y="32959"/>
                    <a:pt x="169214" y="40927"/>
                  </a:cubicBezTo>
                  <a:cubicBezTo>
                    <a:pt x="169214" y="44164"/>
                    <a:pt x="158823" y="105664"/>
                    <a:pt x="127404" y="105664"/>
                  </a:cubicBezTo>
                  <a:cubicBezTo>
                    <a:pt x="107364" y="105664"/>
                    <a:pt x="107364" y="87737"/>
                    <a:pt x="107364" y="83504"/>
                  </a:cubicBezTo>
                  <a:cubicBezTo>
                    <a:pt x="107364" y="76781"/>
                    <a:pt x="108354" y="72797"/>
                    <a:pt x="111818" y="58605"/>
                  </a:cubicBezTo>
                  <a:lnTo>
                    <a:pt x="118745" y="30718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8051D1AA-2C9C-1A81-F720-C4D4BB95784B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1954261" y="7338872"/>
              <a:ext cx="62202" cy="120582"/>
            </a:xfrm>
            <a:custGeom>
              <a:avLst/>
              <a:gdLst>
                <a:gd name="connsiteX0" fmla="*/ 54145 w 62202"/>
                <a:gd name="connsiteY0" fmla="*/ 7741 h 120582"/>
                <a:gd name="connsiteX1" fmla="*/ 46369 w 62202"/>
                <a:gd name="connsiteY1" fmla="*/ 93 h 120582"/>
                <a:gd name="connsiteX2" fmla="*/ 35590 w 62202"/>
                <a:gd name="connsiteY2" fmla="*/ 10764 h 120582"/>
                <a:gd name="connsiteX3" fmla="*/ 43188 w 62202"/>
                <a:gd name="connsiteY3" fmla="*/ 18412 h 120582"/>
                <a:gd name="connsiteX4" fmla="*/ 54145 w 62202"/>
                <a:gd name="connsiteY4" fmla="*/ 7741 h 120582"/>
                <a:gd name="connsiteX5" fmla="*/ 62450 w 62202"/>
                <a:gd name="connsiteY5" fmla="*/ 93109 h 120582"/>
                <a:gd name="connsiteX6" fmla="*/ 58739 w 62202"/>
                <a:gd name="connsiteY6" fmla="*/ 90619 h 120582"/>
                <a:gd name="connsiteX7" fmla="*/ 54498 w 62202"/>
                <a:gd name="connsiteY7" fmla="*/ 94709 h 120582"/>
                <a:gd name="connsiteX8" fmla="*/ 34706 w 62202"/>
                <a:gd name="connsiteY8" fmla="*/ 114629 h 120582"/>
                <a:gd name="connsiteX9" fmla="*/ 29405 w 62202"/>
                <a:gd name="connsiteY9" fmla="*/ 107870 h 120582"/>
                <a:gd name="connsiteX10" fmla="*/ 31702 w 62202"/>
                <a:gd name="connsiteY10" fmla="*/ 98800 h 120582"/>
                <a:gd name="connsiteX11" fmla="*/ 35413 w 62202"/>
                <a:gd name="connsiteY11" fmla="*/ 89196 h 120582"/>
                <a:gd name="connsiteX12" fmla="*/ 45486 w 62202"/>
                <a:gd name="connsiteY12" fmla="*/ 64653 h 120582"/>
                <a:gd name="connsiteX13" fmla="*/ 47960 w 62202"/>
                <a:gd name="connsiteY13" fmla="*/ 55760 h 120582"/>
                <a:gd name="connsiteX14" fmla="*/ 28698 w 62202"/>
                <a:gd name="connsiteY14" fmla="*/ 40110 h 120582"/>
                <a:gd name="connsiteX15" fmla="*/ 247 w 62202"/>
                <a:gd name="connsiteY15" fmla="*/ 67676 h 120582"/>
                <a:gd name="connsiteX16" fmla="*/ 3958 w 62202"/>
                <a:gd name="connsiteY16" fmla="*/ 70166 h 120582"/>
                <a:gd name="connsiteX17" fmla="*/ 8023 w 62202"/>
                <a:gd name="connsiteY17" fmla="*/ 66609 h 120582"/>
                <a:gd name="connsiteX18" fmla="*/ 27991 w 62202"/>
                <a:gd name="connsiteY18" fmla="*/ 46156 h 120582"/>
                <a:gd name="connsiteX19" fmla="*/ 33293 w 62202"/>
                <a:gd name="connsiteY19" fmla="*/ 52915 h 120582"/>
                <a:gd name="connsiteX20" fmla="*/ 32232 w 62202"/>
                <a:gd name="connsiteY20" fmla="*/ 59317 h 120582"/>
                <a:gd name="connsiteX21" fmla="*/ 20569 w 62202"/>
                <a:gd name="connsiteY21" fmla="*/ 87595 h 120582"/>
                <a:gd name="connsiteX22" fmla="*/ 16682 w 62202"/>
                <a:gd name="connsiteY22" fmla="*/ 97022 h 120582"/>
                <a:gd name="connsiteX23" fmla="*/ 14738 w 62202"/>
                <a:gd name="connsiteY23" fmla="*/ 105025 h 120582"/>
                <a:gd name="connsiteX24" fmla="*/ 33999 w 62202"/>
                <a:gd name="connsiteY24" fmla="*/ 120676 h 120582"/>
                <a:gd name="connsiteX25" fmla="*/ 62450 w 62202"/>
                <a:gd name="connsiteY25" fmla="*/ 93109 h 120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2202" h="120582">
                  <a:moveTo>
                    <a:pt x="54145" y="7741"/>
                  </a:moveTo>
                  <a:cubicBezTo>
                    <a:pt x="54145" y="3472"/>
                    <a:pt x="50964" y="93"/>
                    <a:pt x="46369" y="93"/>
                  </a:cubicBezTo>
                  <a:cubicBezTo>
                    <a:pt x="41421" y="93"/>
                    <a:pt x="35590" y="4895"/>
                    <a:pt x="35590" y="10764"/>
                  </a:cubicBezTo>
                  <a:cubicBezTo>
                    <a:pt x="35590" y="15744"/>
                    <a:pt x="39477" y="18412"/>
                    <a:pt x="43188" y="18412"/>
                  </a:cubicBezTo>
                  <a:cubicBezTo>
                    <a:pt x="49020" y="18412"/>
                    <a:pt x="54145" y="13076"/>
                    <a:pt x="54145" y="7741"/>
                  </a:cubicBezTo>
                  <a:close/>
                  <a:moveTo>
                    <a:pt x="62450" y="93109"/>
                  </a:moveTo>
                  <a:cubicBezTo>
                    <a:pt x="62450" y="90619"/>
                    <a:pt x="59446" y="90619"/>
                    <a:pt x="58739" y="90619"/>
                  </a:cubicBezTo>
                  <a:cubicBezTo>
                    <a:pt x="55735" y="90619"/>
                    <a:pt x="55558" y="91330"/>
                    <a:pt x="54498" y="94709"/>
                  </a:cubicBezTo>
                  <a:cubicBezTo>
                    <a:pt x="51494" y="104491"/>
                    <a:pt x="43542" y="114629"/>
                    <a:pt x="34706" y="114629"/>
                  </a:cubicBezTo>
                  <a:cubicBezTo>
                    <a:pt x="30642" y="114629"/>
                    <a:pt x="29405" y="111783"/>
                    <a:pt x="29405" y="107870"/>
                  </a:cubicBezTo>
                  <a:cubicBezTo>
                    <a:pt x="29405" y="104136"/>
                    <a:pt x="30288" y="102179"/>
                    <a:pt x="31702" y="98800"/>
                  </a:cubicBezTo>
                  <a:cubicBezTo>
                    <a:pt x="33116" y="95243"/>
                    <a:pt x="34529" y="91686"/>
                    <a:pt x="35413" y="89196"/>
                  </a:cubicBezTo>
                  <a:cubicBezTo>
                    <a:pt x="36120" y="87595"/>
                    <a:pt x="43012" y="71055"/>
                    <a:pt x="45486" y="64653"/>
                  </a:cubicBezTo>
                  <a:cubicBezTo>
                    <a:pt x="46899" y="61096"/>
                    <a:pt x="47960" y="58784"/>
                    <a:pt x="47960" y="55760"/>
                  </a:cubicBezTo>
                  <a:cubicBezTo>
                    <a:pt x="47960" y="47223"/>
                    <a:pt x="39831" y="40110"/>
                    <a:pt x="28698" y="40110"/>
                  </a:cubicBezTo>
                  <a:cubicBezTo>
                    <a:pt x="10143" y="40110"/>
                    <a:pt x="247" y="62874"/>
                    <a:pt x="247" y="67676"/>
                  </a:cubicBezTo>
                  <a:cubicBezTo>
                    <a:pt x="247" y="70166"/>
                    <a:pt x="3075" y="70166"/>
                    <a:pt x="3958" y="70166"/>
                  </a:cubicBezTo>
                  <a:cubicBezTo>
                    <a:pt x="6962" y="70166"/>
                    <a:pt x="7139" y="69277"/>
                    <a:pt x="8023" y="66609"/>
                  </a:cubicBezTo>
                  <a:cubicBezTo>
                    <a:pt x="11910" y="53982"/>
                    <a:pt x="20393" y="46156"/>
                    <a:pt x="27991" y="46156"/>
                  </a:cubicBezTo>
                  <a:cubicBezTo>
                    <a:pt x="31349" y="46156"/>
                    <a:pt x="33293" y="48113"/>
                    <a:pt x="33293" y="52915"/>
                  </a:cubicBezTo>
                  <a:cubicBezTo>
                    <a:pt x="33293" y="53626"/>
                    <a:pt x="33293" y="55938"/>
                    <a:pt x="32232" y="59317"/>
                  </a:cubicBezTo>
                  <a:cubicBezTo>
                    <a:pt x="30995" y="62519"/>
                    <a:pt x="23043" y="81549"/>
                    <a:pt x="20569" y="87595"/>
                  </a:cubicBezTo>
                  <a:cubicBezTo>
                    <a:pt x="19332" y="90619"/>
                    <a:pt x="19332" y="90975"/>
                    <a:pt x="16682" y="97022"/>
                  </a:cubicBezTo>
                  <a:cubicBezTo>
                    <a:pt x="15798" y="99511"/>
                    <a:pt x="14738" y="102001"/>
                    <a:pt x="14738" y="105025"/>
                  </a:cubicBezTo>
                  <a:cubicBezTo>
                    <a:pt x="14738" y="114273"/>
                    <a:pt x="23397" y="120676"/>
                    <a:pt x="33999" y="120676"/>
                  </a:cubicBezTo>
                  <a:cubicBezTo>
                    <a:pt x="52554" y="120676"/>
                    <a:pt x="62450" y="97555"/>
                    <a:pt x="62450" y="93109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914F9B27-5A7C-9DE0-3D50-FCA9A26A6026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2083361" y="7032633"/>
              <a:ext cx="92243" cy="426484"/>
            </a:xfrm>
            <a:custGeom>
              <a:avLst/>
              <a:gdLst>
                <a:gd name="connsiteX0" fmla="*/ 92495 w 92243"/>
                <a:gd name="connsiteY0" fmla="*/ 213502 h 426484"/>
                <a:gd name="connsiteX1" fmla="*/ 37361 w 92243"/>
                <a:gd name="connsiteY1" fmla="*/ 31383 h 426484"/>
                <a:gd name="connsiteX2" fmla="*/ 4492 w 92243"/>
                <a:gd name="connsiteY2" fmla="*/ 82 h 426484"/>
                <a:gd name="connsiteX3" fmla="*/ 251 w 92243"/>
                <a:gd name="connsiteY3" fmla="*/ 3639 h 426484"/>
                <a:gd name="connsiteX4" fmla="*/ 2372 w 92243"/>
                <a:gd name="connsiteY4" fmla="*/ 7196 h 426484"/>
                <a:gd name="connsiteX5" fmla="*/ 56799 w 92243"/>
                <a:gd name="connsiteY5" fmla="*/ 111060 h 426484"/>
                <a:gd name="connsiteX6" fmla="*/ 68108 w 92243"/>
                <a:gd name="connsiteY6" fmla="*/ 213146 h 426484"/>
                <a:gd name="connsiteX7" fmla="*/ 55739 w 92243"/>
                <a:gd name="connsiteY7" fmla="*/ 320212 h 426484"/>
                <a:gd name="connsiteX8" fmla="*/ 3432 w 92243"/>
                <a:gd name="connsiteY8" fmla="*/ 418385 h 426484"/>
                <a:gd name="connsiteX9" fmla="*/ 251 w 92243"/>
                <a:gd name="connsiteY9" fmla="*/ 423009 h 426484"/>
                <a:gd name="connsiteX10" fmla="*/ 4492 w 92243"/>
                <a:gd name="connsiteY10" fmla="*/ 426566 h 426484"/>
                <a:gd name="connsiteX11" fmla="*/ 33473 w 92243"/>
                <a:gd name="connsiteY11" fmla="*/ 399889 h 426484"/>
                <a:gd name="connsiteX12" fmla="*/ 92495 w 92243"/>
                <a:gd name="connsiteY12" fmla="*/ 213502 h 426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2243" h="426484">
                  <a:moveTo>
                    <a:pt x="92495" y="213502"/>
                  </a:moveTo>
                  <a:cubicBezTo>
                    <a:pt x="92495" y="162992"/>
                    <a:pt x="83659" y="91497"/>
                    <a:pt x="37361" y="31383"/>
                  </a:cubicBezTo>
                  <a:cubicBezTo>
                    <a:pt x="33826" y="27115"/>
                    <a:pt x="10854" y="82"/>
                    <a:pt x="4492" y="82"/>
                  </a:cubicBezTo>
                  <a:cubicBezTo>
                    <a:pt x="2725" y="82"/>
                    <a:pt x="251" y="793"/>
                    <a:pt x="251" y="3639"/>
                  </a:cubicBezTo>
                  <a:cubicBezTo>
                    <a:pt x="251" y="5062"/>
                    <a:pt x="958" y="6129"/>
                    <a:pt x="2372" y="7196"/>
                  </a:cubicBezTo>
                  <a:cubicBezTo>
                    <a:pt x="19336" y="25692"/>
                    <a:pt x="42308" y="54504"/>
                    <a:pt x="56799" y="111060"/>
                  </a:cubicBezTo>
                  <a:cubicBezTo>
                    <a:pt x="64928" y="143429"/>
                    <a:pt x="68108" y="180066"/>
                    <a:pt x="68108" y="213146"/>
                  </a:cubicBezTo>
                  <a:cubicBezTo>
                    <a:pt x="68108" y="249072"/>
                    <a:pt x="64928" y="285353"/>
                    <a:pt x="55739" y="320212"/>
                  </a:cubicBezTo>
                  <a:cubicBezTo>
                    <a:pt x="42308" y="370010"/>
                    <a:pt x="21456" y="398466"/>
                    <a:pt x="3432" y="418385"/>
                  </a:cubicBezTo>
                  <a:cubicBezTo>
                    <a:pt x="251" y="421586"/>
                    <a:pt x="251" y="422298"/>
                    <a:pt x="251" y="423009"/>
                  </a:cubicBezTo>
                  <a:cubicBezTo>
                    <a:pt x="251" y="425855"/>
                    <a:pt x="2725" y="426566"/>
                    <a:pt x="4492" y="426566"/>
                  </a:cubicBezTo>
                  <a:cubicBezTo>
                    <a:pt x="9793" y="426566"/>
                    <a:pt x="29232" y="404868"/>
                    <a:pt x="33473" y="399889"/>
                  </a:cubicBezTo>
                  <a:cubicBezTo>
                    <a:pt x="69522" y="356849"/>
                    <a:pt x="92495" y="292823"/>
                    <a:pt x="92495" y="213502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2507EBB-3101-EBFC-20E9-F0672EE219F7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2347760" y="7204438"/>
              <a:ext cx="235026" cy="83233"/>
            </a:xfrm>
            <a:custGeom>
              <a:avLst/>
              <a:gdLst>
                <a:gd name="connsiteX0" fmla="*/ 223269 w 235026"/>
                <a:gd name="connsiteY0" fmla="*/ 14318 h 83233"/>
                <a:gd name="connsiteX1" fmla="*/ 235285 w 235026"/>
                <a:gd name="connsiteY1" fmla="*/ 7204 h 83233"/>
                <a:gd name="connsiteX2" fmla="*/ 223622 w 235026"/>
                <a:gd name="connsiteY2" fmla="*/ 90 h 83233"/>
                <a:gd name="connsiteX3" fmla="*/ 11921 w 235026"/>
                <a:gd name="connsiteY3" fmla="*/ 90 h 83233"/>
                <a:gd name="connsiteX4" fmla="*/ 258 w 235026"/>
                <a:gd name="connsiteY4" fmla="*/ 7204 h 83233"/>
                <a:gd name="connsiteX5" fmla="*/ 12275 w 235026"/>
                <a:gd name="connsiteY5" fmla="*/ 14318 h 83233"/>
                <a:gd name="connsiteX6" fmla="*/ 223269 w 235026"/>
                <a:gd name="connsiteY6" fmla="*/ 14318 h 83233"/>
                <a:gd name="connsiteX7" fmla="*/ 223622 w 235026"/>
                <a:gd name="connsiteY7" fmla="*/ 83324 h 83233"/>
                <a:gd name="connsiteX8" fmla="*/ 235285 w 235026"/>
                <a:gd name="connsiteY8" fmla="*/ 76210 h 83233"/>
                <a:gd name="connsiteX9" fmla="*/ 223269 w 235026"/>
                <a:gd name="connsiteY9" fmla="*/ 69096 h 83233"/>
                <a:gd name="connsiteX10" fmla="*/ 12275 w 235026"/>
                <a:gd name="connsiteY10" fmla="*/ 69096 h 83233"/>
                <a:gd name="connsiteX11" fmla="*/ 258 w 235026"/>
                <a:gd name="connsiteY11" fmla="*/ 76210 h 83233"/>
                <a:gd name="connsiteX12" fmla="*/ 11921 w 235026"/>
                <a:gd name="connsiteY12" fmla="*/ 83324 h 83233"/>
                <a:gd name="connsiteX13" fmla="*/ 223622 w 235026"/>
                <a:gd name="connsiteY13" fmla="*/ 83324 h 83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026" h="83233">
                  <a:moveTo>
                    <a:pt x="223269" y="14318"/>
                  </a:moveTo>
                  <a:cubicBezTo>
                    <a:pt x="228570" y="14318"/>
                    <a:pt x="235285" y="14318"/>
                    <a:pt x="235285" y="7204"/>
                  </a:cubicBezTo>
                  <a:cubicBezTo>
                    <a:pt x="235285" y="90"/>
                    <a:pt x="228570" y="90"/>
                    <a:pt x="223622" y="90"/>
                  </a:cubicBezTo>
                  <a:lnTo>
                    <a:pt x="11921" y="90"/>
                  </a:lnTo>
                  <a:cubicBezTo>
                    <a:pt x="6973" y="90"/>
                    <a:pt x="258" y="90"/>
                    <a:pt x="258" y="7204"/>
                  </a:cubicBezTo>
                  <a:cubicBezTo>
                    <a:pt x="258" y="14318"/>
                    <a:pt x="6973" y="14318"/>
                    <a:pt x="12275" y="14318"/>
                  </a:cubicBezTo>
                  <a:lnTo>
                    <a:pt x="223269" y="14318"/>
                  </a:lnTo>
                  <a:close/>
                  <a:moveTo>
                    <a:pt x="223622" y="83324"/>
                  </a:moveTo>
                  <a:cubicBezTo>
                    <a:pt x="228570" y="83324"/>
                    <a:pt x="235285" y="83324"/>
                    <a:pt x="235285" y="76210"/>
                  </a:cubicBezTo>
                  <a:cubicBezTo>
                    <a:pt x="235285" y="69096"/>
                    <a:pt x="228570" y="69096"/>
                    <a:pt x="223269" y="69096"/>
                  </a:cubicBezTo>
                  <a:lnTo>
                    <a:pt x="12275" y="69096"/>
                  </a:lnTo>
                  <a:cubicBezTo>
                    <a:pt x="6973" y="69096"/>
                    <a:pt x="258" y="69096"/>
                    <a:pt x="258" y="76210"/>
                  </a:cubicBezTo>
                  <a:cubicBezTo>
                    <a:pt x="258" y="83324"/>
                    <a:pt x="6973" y="83324"/>
                    <a:pt x="11921" y="83324"/>
                  </a:cubicBezTo>
                  <a:lnTo>
                    <a:pt x="223622" y="83324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95FC478-DDD9-DAC9-A322-D16831DCA98B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3309026" y="6937127"/>
              <a:ext cx="135714" cy="161132"/>
            </a:xfrm>
            <a:custGeom>
              <a:avLst/>
              <a:gdLst>
                <a:gd name="connsiteX0" fmla="*/ 50118 w 135714"/>
                <a:gd name="connsiteY0" fmla="*/ 75136 h 161132"/>
                <a:gd name="connsiteX1" fmla="*/ 104192 w 135714"/>
                <a:gd name="connsiteY1" fmla="*/ 66955 h 161132"/>
                <a:gd name="connsiteX2" fmla="*/ 130699 w 135714"/>
                <a:gd name="connsiteY2" fmla="*/ 30318 h 161132"/>
                <a:gd name="connsiteX3" fmla="*/ 92883 w 135714"/>
                <a:gd name="connsiteY3" fmla="*/ 83 h 161132"/>
                <a:gd name="connsiteX4" fmla="*/ 286 w 135714"/>
                <a:gd name="connsiteY4" fmla="*/ 96834 h 161132"/>
                <a:gd name="connsiteX5" fmla="*/ 55773 w 135714"/>
                <a:gd name="connsiteY5" fmla="*/ 161215 h 161132"/>
                <a:gd name="connsiteX6" fmla="*/ 136000 w 135714"/>
                <a:gd name="connsiteY6" fmla="*/ 119243 h 161132"/>
                <a:gd name="connsiteX7" fmla="*/ 131759 w 135714"/>
                <a:gd name="connsiteY7" fmla="*/ 114619 h 161132"/>
                <a:gd name="connsiteX8" fmla="*/ 127165 w 135714"/>
                <a:gd name="connsiteY8" fmla="*/ 118176 h 161132"/>
                <a:gd name="connsiteX9" fmla="*/ 56480 w 135714"/>
                <a:gd name="connsiteY9" fmla="*/ 153390 h 161132"/>
                <a:gd name="connsiteX10" fmla="*/ 25732 w 135714"/>
                <a:gd name="connsiteY10" fmla="*/ 112129 h 161132"/>
                <a:gd name="connsiteX11" fmla="*/ 31387 w 135714"/>
                <a:gd name="connsiteY11" fmla="*/ 75136 h 161132"/>
                <a:gd name="connsiteX12" fmla="*/ 50118 w 135714"/>
                <a:gd name="connsiteY12" fmla="*/ 75136 h 161132"/>
                <a:gd name="connsiteX13" fmla="*/ 33507 w 135714"/>
                <a:gd name="connsiteY13" fmla="*/ 67310 h 161132"/>
                <a:gd name="connsiteX14" fmla="*/ 92883 w 135714"/>
                <a:gd name="connsiteY14" fmla="*/ 7909 h 161132"/>
                <a:gd name="connsiteX15" fmla="*/ 119036 w 135714"/>
                <a:gd name="connsiteY15" fmla="*/ 30318 h 161132"/>
                <a:gd name="connsiteX16" fmla="*/ 47998 w 135714"/>
                <a:gd name="connsiteY16" fmla="*/ 67310 h 161132"/>
                <a:gd name="connsiteX17" fmla="*/ 33507 w 135714"/>
                <a:gd name="connsiteY17" fmla="*/ 67310 h 161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5714" h="161132">
                  <a:moveTo>
                    <a:pt x="50118" y="75136"/>
                  </a:moveTo>
                  <a:cubicBezTo>
                    <a:pt x="60368" y="75136"/>
                    <a:pt x="86521" y="74424"/>
                    <a:pt x="104192" y="66955"/>
                  </a:cubicBezTo>
                  <a:cubicBezTo>
                    <a:pt x="128932" y="56284"/>
                    <a:pt x="130699" y="35297"/>
                    <a:pt x="130699" y="30318"/>
                  </a:cubicBezTo>
                  <a:cubicBezTo>
                    <a:pt x="130699" y="14667"/>
                    <a:pt x="117269" y="83"/>
                    <a:pt x="92883" y="83"/>
                  </a:cubicBezTo>
                  <a:cubicBezTo>
                    <a:pt x="53653" y="83"/>
                    <a:pt x="286" y="34586"/>
                    <a:pt x="286" y="96834"/>
                  </a:cubicBezTo>
                  <a:cubicBezTo>
                    <a:pt x="286" y="133115"/>
                    <a:pt x="21138" y="161215"/>
                    <a:pt x="55773" y="161215"/>
                  </a:cubicBezTo>
                  <a:cubicBezTo>
                    <a:pt x="106313" y="161215"/>
                    <a:pt x="136000" y="123511"/>
                    <a:pt x="136000" y="119243"/>
                  </a:cubicBezTo>
                  <a:cubicBezTo>
                    <a:pt x="136000" y="117108"/>
                    <a:pt x="133880" y="114619"/>
                    <a:pt x="131759" y="114619"/>
                  </a:cubicBezTo>
                  <a:cubicBezTo>
                    <a:pt x="129992" y="114619"/>
                    <a:pt x="129285" y="115330"/>
                    <a:pt x="127165" y="118176"/>
                  </a:cubicBezTo>
                  <a:cubicBezTo>
                    <a:pt x="99244" y="153390"/>
                    <a:pt x="60721" y="153390"/>
                    <a:pt x="56480" y="153390"/>
                  </a:cubicBezTo>
                  <a:cubicBezTo>
                    <a:pt x="28913" y="153390"/>
                    <a:pt x="25732" y="123511"/>
                    <a:pt x="25732" y="112129"/>
                  </a:cubicBezTo>
                  <a:cubicBezTo>
                    <a:pt x="25732" y="107860"/>
                    <a:pt x="26086" y="96834"/>
                    <a:pt x="31387" y="75136"/>
                  </a:cubicBezTo>
                  <a:lnTo>
                    <a:pt x="50118" y="75136"/>
                  </a:lnTo>
                  <a:close/>
                  <a:moveTo>
                    <a:pt x="33507" y="67310"/>
                  </a:moveTo>
                  <a:cubicBezTo>
                    <a:pt x="47291" y="13244"/>
                    <a:pt x="83694" y="7909"/>
                    <a:pt x="92883" y="7909"/>
                  </a:cubicBezTo>
                  <a:cubicBezTo>
                    <a:pt x="109494" y="7909"/>
                    <a:pt x="119036" y="18224"/>
                    <a:pt x="119036" y="30318"/>
                  </a:cubicBezTo>
                  <a:cubicBezTo>
                    <a:pt x="119036" y="67310"/>
                    <a:pt x="62488" y="67310"/>
                    <a:pt x="47998" y="67310"/>
                  </a:cubicBezTo>
                  <a:lnTo>
                    <a:pt x="33507" y="67310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6F16C04F-5B2A-0BCC-3192-CA6643037AD6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3479103" y="6822534"/>
              <a:ext cx="174414" cy="112543"/>
            </a:xfrm>
            <a:custGeom>
              <a:avLst/>
              <a:gdLst>
                <a:gd name="connsiteX0" fmla="*/ 87126 w 174414"/>
                <a:gd name="connsiteY0" fmla="*/ 67057 h 112543"/>
                <a:gd name="connsiteX1" fmla="*/ 85395 w 174414"/>
                <a:gd name="connsiteY1" fmla="*/ 80004 h 112543"/>
                <a:gd name="connsiteX2" fmla="*/ 77231 w 174414"/>
                <a:gd name="connsiteY2" fmla="*/ 97434 h 112543"/>
                <a:gd name="connsiteX3" fmla="*/ 62139 w 174414"/>
                <a:gd name="connsiteY3" fmla="*/ 105650 h 112543"/>
                <a:gd name="connsiteX4" fmla="*/ 41358 w 174414"/>
                <a:gd name="connsiteY4" fmla="*/ 83241 h 112543"/>
                <a:gd name="connsiteX5" fmla="*/ 55707 w 174414"/>
                <a:gd name="connsiteY5" fmla="*/ 32447 h 112543"/>
                <a:gd name="connsiteX6" fmla="*/ 58181 w 174414"/>
                <a:gd name="connsiteY6" fmla="*/ 21243 h 112543"/>
                <a:gd name="connsiteX7" fmla="*/ 36163 w 174414"/>
                <a:gd name="connsiteY7" fmla="*/ 328 h 112543"/>
                <a:gd name="connsiteX8" fmla="*/ 290 w 174414"/>
                <a:gd name="connsiteY8" fmla="*/ 38423 h 112543"/>
                <a:gd name="connsiteX9" fmla="*/ 5486 w 174414"/>
                <a:gd name="connsiteY9" fmla="*/ 41660 h 112543"/>
                <a:gd name="connsiteX10" fmla="*/ 10681 w 174414"/>
                <a:gd name="connsiteY10" fmla="*/ 38423 h 112543"/>
                <a:gd name="connsiteX11" fmla="*/ 35421 w 174414"/>
                <a:gd name="connsiteY11" fmla="*/ 7299 h 112543"/>
                <a:gd name="connsiteX12" fmla="*/ 41605 w 174414"/>
                <a:gd name="connsiteY12" fmla="*/ 15516 h 112543"/>
                <a:gd name="connsiteX13" fmla="*/ 35421 w 174414"/>
                <a:gd name="connsiteY13" fmla="*/ 37178 h 112543"/>
                <a:gd name="connsiteX14" fmla="*/ 23793 w 174414"/>
                <a:gd name="connsiteY14" fmla="*/ 80004 h 112543"/>
                <a:gd name="connsiteX15" fmla="*/ 61645 w 174414"/>
                <a:gd name="connsiteY15" fmla="*/ 112622 h 112543"/>
                <a:gd name="connsiteX16" fmla="*/ 88611 w 174414"/>
                <a:gd name="connsiteY16" fmla="*/ 96687 h 112543"/>
                <a:gd name="connsiteX17" fmla="*/ 121020 w 174414"/>
                <a:gd name="connsiteY17" fmla="*/ 112622 h 112543"/>
                <a:gd name="connsiteX18" fmla="*/ 158624 w 174414"/>
                <a:gd name="connsiteY18" fmla="*/ 82245 h 112543"/>
                <a:gd name="connsiteX19" fmla="*/ 174705 w 174414"/>
                <a:gd name="connsiteY19" fmla="*/ 19500 h 112543"/>
                <a:gd name="connsiteX20" fmla="*/ 163077 w 174414"/>
                <a:gd name="connsiteY20" fmla="*/ 79 h 112543"/>
                <a:gd name="connsiteX21" fmla="*/ 150213 w 174414"/>
                <a:gd name="connsiteY21" fmla="*/ 12777 h 112543"/>
                <a:gd name="connsiteX22" fmla="*/ 153429 w 174414"/>
                <a:gd name="connsiteY22" fmla="*/ 19500 h 112543"/>
                <a:gd name="connsiteX23" fmla="*/ 160603 w 174414"/>
                <a:gd name="connsiteY23" fmla="*/ 38174 h 112543"/>
                <a:gd name="connsiteX24" fmla="*/ 148976 w 174414"/>
                <a:gd name="connsiteY24" fmla="*/ 81747 h 112543"/>
                <a:gd name="connsiteX25" fmla="*/ 121762 w 174414"/>
                <a:gd name="connsiteY25" fmla="*/ 105650 h 112543"/>
                <a:gd name="connsiteX26" fmla="*/ 102712 w 174414"/>
                <a:gd name="connsiteY26" fmla="*/ 84237 h 112543"/>
                <a:gd name="connsiteX27" fmla="*/ 106918 w 174414"/>
                <a:gd name="connsiteY27" fmla="*/ 60334 h 112543"/>
                <a:gd name="connsiteX28" fmla="*/ 114587 w 174414"/>
                <a:gd name="connsiteY28" fmla="*/ 29708 h 112543"/>
                <a:gd name="connsiteX29" fmla="*/ 119288 w 174414"/>
                <a:gd name="connsiteY29" fmla="*/ 10287 h 112543"/>
                <a:gd name="connsiteX30" fmla="*/ 111371 w 174414"/>
                <a:gd name="connsiteY30" fmla="*/ 2817 h 112543"/>
                <a:gd name="connsiteX31" fmla="*/ 100238 w 174414"/>
                <a:gd name="connsiteY31" fmla="*/ 13524 h 112543"/>
                <a:gd name="connsiteX32" fmla="*/ 87126 w 174414"/>
                <a:gd name="connsiteY32" fmla="*/ 67057 h 112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4414" h="112543">
                  <a:moveTo>
                    <a:pt x="87126" y="67057"/>
                  </a:moveTo>
                  <a:cubicBezTo>
                    <a:pt x="85642" y="73531"/>
                    <a:pt x="85395" y="77265"/>
                    <a:pt x="85395" y="80004"/>
                  </a:cubicBezTo>
                  <a:cubicBezTo>
                    <a:pt x="85147" y="85482"/>
                    <a:pt x="80447" y="93450"/>
                    <a:pt x="77231" y="97434"/>
                  </a:cubicBezTo>
                  <a:cubicBezTo>
                    <a:pt x="71046" y="105650"/>
                    <a:pt x="64613" y="105650"/>
                    <a:pt x="62139" y="105650"/>
                  </a:cubicBezTo>
                  <a:cubicBezTo>
                    <a:pt x="47296" y="105650"/>
                    <a:pt x="41358" y="96189"/>
                    <a:pt x="41358" y="83241"/>
                  </a:cubicBezTo>
                  <a:cubicBezTo>
                    <a:pt x="41358" y="70792"/>
                    <a:pt x="47048" y="54856"/>
                    <a:pt x="55707" y="32447"/>
                  </a:cubicBezTo>
                  <a:cubicBezTo>
                    <a:pt x="57191" y="28712"/>
                    <a:pt x="58181" y="25974"/>
                    <a:pt x="58181" y="21243"/>
                  </a:cubicBezTo>
                  <a:cubicBezTo>
                    <a:pt x="58181" y="8793"/>
                    <a:pt x="48285" y="328"/>
                    <a:pt x="36163" y="328"/>
                  </a:cubicBezTo>
                  <a:cubicBezTo>
                    <a:pt x="11670" y="328"/>
                    <a:pt x="290" y="34190"/>
                    <a:pt x="290" y="38423"/>
                  </a:cubicBezTo>
                  <a:cubicBezTo>
                    <a:pt x="290" y="41660"/>
                    <a:pt x="3506" y="41660"/>
                    <a:pt x="5486" y="41660"/>
                  </a:cubicBezTo>
                  <a:cubicBezTo>
                    <a:pt x="8454" y="41660"/>
                    <a:pt x="9939" y="41660"/>
                    <a:pt x="10681" y="38423"/>
                  </a:cubicBezTo>
                  <a:cubicBezTo>
                    <a:pt x="18350" y="11283"/>
                    <a:pt x="29483" y="7299"/>
                    <a:pt x="35421" y="7299"/>
                  </a:cubicBezTo>
                  <a:cubicBezTo>
                    <a:pt x="39626" y="7299"/>
                    <a:pt x="41605" y="10038"/>
                    <a:pt x="41605" y="15516"/>
                  </a:cubicBezTo>
                  <a:cubicBezTo>
                    <a:pt x="41605" y="21243"/>
                    <a:pt x="39874" y="25227"/>
                    <a:pt x="35421" y="37178"/>
                  </a:cubicBezTo>
                  <a:cubicBezTo>
                    <a:pt x="26762" y="60085"/>
                    <a:pt x="23793" y="71290"/>
                    <a:pt x="23793" y="80004"/>
                  </a:cubicBezTo>
                  <a:cubicBezTo>
                    <a:pt x="23793" y="105899"/>
                    <a:pt x="44574" y="112622"/>
                    <a:pt x="61645" y="112622"/>
                  </a:cubicBezTo>
                  <a:cubicBezTo>
                    <a:pt x="66593" y="112622"/>
                    <a:pt x="78468" y="112373"/>
                    <a:pt x="88611" y="96687"/>
                  </a:cubicBezTo>
                  <a:cubicBezTo>
                    <a:pt x="96528" y="111128"/>
                    <a:pt x="113103" y="112622"/>
                    <a:pt x="121020" y="112622"/>
                  </a:cubicBezTo>
                  <a:cubicBezTo>
                    <a:pt x="139327" y="112622"/>
                    <a:pt x="150707" y="98928"/>
                    <a:pt x="158624" y="82245"/>
                  </a:cubicBezTo>
                  <a:cubicBezTo>
                    <a:pt x="166293" y="65812"/>
                    <a:pt x="174705" y="33443"/>
                    <a:pt x="174705" y="19500"/>
                  </a:cubicBezTo>
                  <a:cubicBezTo>
                    <a:pt x="174705" y="826"/>
                    <a:pt x="164809" y="79"/>
                    <a:pt x="163077" y="79"/>
                  </a:cubicBezTo>
                  <a:cubicBezTo>
                    <a:pt x="156645" y="79"/>
                    <a:pt x="150213" y="6552"/>
                    <a:pt x="150213" y="12777"/>
                  </a:cubicBezTo>
                  <a:cubicBezTo>
                    <a:pt x="150213" y="16263"/>
                    <a:pt x="152192" y="18006"/>
                    <a:pt x="153429" y="19500"/>
                  </a:cubicBezTo>
                  <a:cubicBezTo>
                    <a:pt x="158377" y="24480"/>
                    <a:pt x="160603" y="30953"/>
                    <a:pt x="160603" y="38174"/>
                  </a:cubicBezTo>
                  <a:cubicBezTo>
                    <a:pt x="160603" y="47636"/>
                    <a:pt x="153429" y="71290"/>
                    <a:pt x="148976" y="81747"/>
                  </a:cubicBezTo>
                  <a:cubicBezTo>
                    <a:pt x="142049" y="97683"/>
                    <a:pt x="133142" y="105650"/>
                    <a:pt x="121762" y="105650"/>
                  </a:cubicBezTo>
                  <a:cubicBezTo>
                    <a:pt x="114340" y="105650"/>
                    <a:pt x="102712" y="102662"/>
                    <a:pt x="102712" y="84237"/>
                  </a:cubicBezTo>
                  <a:cubicBezTo>
                    <a:pt x="102712" y="77763"/>
                    <a:pt x="103949" y="72535"/>
                    <a:pt x="106918" y="60334"/>
                  </a:cubicBezTo>
                  <a:cubicBezTo>
                    <a:pt x="114093" y="32447"/>
                    <a:pt x="114093" y="31949"/>
                    <a:pt x="114587" y="29708"/>
                  </a:cubicBezTo>
                  <a:cubicBezTo>
                    <a:pt x="116319" y="23235"/>
                    <a:pt x="119288" y="11283"/>
                    <a:pt x="119288" y="10287"/>
                  </a:cubicBezTo>
                  <a:cubicBezTo>
                    <a:pt x="119288" y="6552"/>
                    <a:pt x="116567" y="2817"/>
                    <a:pt x="111371" y="2817"/>
                  </a:cubicBezTo>
                  <a:cubicBezTo>
                    <a:pt x="103455" y="2817"/>
                    <a:pt x="101228" y="10038"/>
                    <a:pt x="100238" y="13524"/>
                  </a:cubicBezTo>
                  <a:lnTo>
                    <a:pt x="87126" y="67057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4C45DEDD-3F9A-C48B-8BF5-3E97466FEC76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3683545" y="6822783"/>
              <a:ext cx="100443" cy="112294"/>
            </a:xfrm>
            <a:custGeom>
              <a:avLst/>
              <a:gdLst>
                <a:gd name="connsiteX0" fmla="*/ 37900 w 100443"/>
                <a:gd name="connsiteY0" fmla="*/ 53113 h 112294"/>
                <a:gd name="connsiteX1" fmla="*/ 97275 w 100443"/>
                <a:gd name="connsiteY1" fmla="*/ 21990 h 112294"/>
                <a:gd name="connsiteX2" fmla="*/ 67340 w 100443"/>
                <a:gd name="connsiteY2" fmla="*/ 79 h 112294"/>
                <a:gd name="connsiteX3" fmla="*/ 296 w 100443"/>
                <a:gd name="connsiteY3" fmla="*/ 66310 h 112294"/>
                <a:gd name="connsiteX4" fmla="*/ 42353 w 100443"/>
                <a:gd name="connsiteY4" fmla="*/ 112373 h 112294"/>
                <a:gd name="connsiteX5" fmla="*/ 100739 w 100443"/>
                <a:gd name="connsiteY5" fmla="*/ 85731 h 112294"/>
                <a:gd name="connsiteX6" fmla="*/ 95049 w 100443"/>
                <a:gd name="connsiteY6" fmla="*/ 79755 h 112294"/>
                <a:gd name="connsiteX7" fmla="*/ 91338 w 100443"/>
                <a:gd name="connsiteY7" fmla="*/ 82494 h 112294"/>
                <a:gd name="connsiteX8" fmla="*/ 42353 w 100443"/>
                <a:gd name="connsiteY8" fmla="*/ 105401 h 112294"/>
                <a:gd name="connsiteX9" fmla="*/ 19345 w 100443"/>
                <a:gd name="connsiteY9" fmla="*/ 76021 h 112294"/>
                <a:gd name="connsiteX10" fmla="*/ 22561 w 100443"/>
                <a:gd name="connsiteY10" fmla="*/ 53113 h 112294"/>
                <a:gd name="connsiteX11" fmla="*/ 37900 w 100443"/>
                <a:gd name="connsiteY11" fmla="*/ 53113 h 112294"/>
                <a:gd name="connsiteX12" fmla="*/ 24541 w 100443"/>
                <a:gd name="connsiteY12" fmla="*/ 46142 h 112294"/>
                <a:gd name="connsiteX13" fmla="*/ 67340 w 100443"/>
                <a:gd name="connsiteY13" fmla="*/ 7050 h 112294"/>
                <a:gd name="connsiteX14" fmla="*/ 85400 w 100443"/>
                <a:gd name="connsiteY14" fmla="*/ 21741 h 112294"/>
                <a:gd name="connsiteX15" fmla="*/ 36168 w 100443"/>
                <a:gd name="connsiteY15" fmla="*/ 46142 h 112294"/>
                <a:gd name="connsiteX16" fmla="*/ 24541 w 100443"/>
                <a:gd name="connsiteY16" fmla="*/ 46142 h 112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0443" h="112294">
                  <a:moveTo>
                    <a:pt x="37900" y="53113"/>
                  </a:moveTo>
                  <a:cubicBezTo>
                    <a:pt x="48538" y="53113"/>
                    <a:pt x="97275" y="53113"/>
                    <a:pt x="97275" y="21990"/>
                  </a:cubicBezTo>
                  <a:cubicBezTo>
                    <a:pt x="97275" y="8544"/>
                    <a:pt x="84658" y="79"/>
                    <a:pt x="67340" y="79"/>
                  </a:cubicBezTo>
                  <a:cubicBezTo>
                    <a:pt x="39632" y="79"/>
                    <a:pt x="296" y="22488"/>
                    <a:pt x="296" y="66310"/>
                  </a:cubicBezTo>
                  <a:cubicBezTo>
                    <a:pt x="296" y="92454"/>
                    <a:pt x="15634" y="112373"/>
                    <a:pt x="42353" y="112373"/>
                  </a:cubicBezTo>
                  <a:cubicBezTo>
                    <a:pt x="81689" y="112373"/>
                    <a:pt x="100739" y="88968"/>
                    <a:pt x="100739" y="85731"/>
                  </a:cubicBezTo>
                  <a:cubicBezTo>
                    <a:pt x="100739" y="83739"/>
                    <a:pt x="97275" y="79755"/>
                    <a:pt x="95049" y="79755"/>
                  </a:cubicBezTo>
                  <a:cubicBezTo>
                    <a:pt x="93812" y="79755"/>
                    <a:pt x="93069" y="80502"/>
                    <a:pt x="91338" y="82494"/>
                  </a:cubicBezTo>
                  <a:cubicBezTo>
                    <a:pt x="76246" y="100671"/>
                    <a:pt x="54723" y="105401"/>
                    <a:pt x="42353" y="105401"/>
                  </a:cubicBezTo>
                  <a:cubicBezTo>
                    <a:pt x="26272" y="105401"/>
                    <a:pt x="19345" y="91707"/>
                    <a:pt x="19345" y="76021"/>
                  </a:cubicBezTo>
                  <a:cubicBezTo>
                    <a:pt x="19345" y="68302"/>
                    <a:pt x="20830" y="60583"/>
                    <a:pt x="22561" y="53113"/>
                  </a:cubicBezTo>
                  <a:lnTo>
                    <a:pt x="37900" y="53113"/>
                  </a:lnTo>
                  <a:close/>
                  <a:moveTo>
                    <a:pt x="24541" y="46142"/>
                  </a:moveTo>
                  <a:cubicBezTo>
                    <a:pt x="35673" y="7548"/>
                    <a:pt x="64371" y="7050"/>
                    <a:pt x="67340" y="7050"/>
                  </a:cubicBezTo>
                  <a:cubicBezTo>
                    <a:pt x="77731" y="7050"/>
                    <a:pt x="85400" y="12777"/>
                    <a:pt x="85400" y="21741"/>
                  </a:cubicBezTo>
                  <a:cubicBezTo>
                    <a:pt x="85400" y="46142"/>
                    <a:pt x="45817" y="46142"/>
                    <a:pt x="36168" y="46142"/>
                  </a:cubicBezTo>
                  <a:lnTo>
                    <a:pt x="24541" y="46142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63AE1296-462C-BB84-D502-F90224DFB3E1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3806613" y="6768752"/>
              <a:ext cx="73724" cy="166325"/>
            </a:xfrm>
            <a:custGeom>
              <a:avLst/>
              <a:gdLst>
                <a:gd name="connsiteX0" fmla="*/ 66849 w 73724"/>
                <a:gd name="connsiteY0" fmla="*/ 8793 h 166325"/>
                <a:gd name="connsiteX1" fmla="*/ 58190 w 73724"/>
                <a:gd name="connsiteY1" fmla="*/ 79 h 166325"/>
                <a:gd name="connsiteX2" fmla="*/ 45820 w 73724"/>
                <a:gd name="connsiteY2" fmla="*/ 12030 h 166325"/>
                <a:gd name="connsiteX3" fmla="*/ 54727 w 73724"/>
                <a:gd name="connsiteY3" fmla="*/ 20745 h 166325"/>
                <a:gd name="connsiteX4" fmla="*/ 66849 w 73724"/>
                <a:gd name="connsiteY4" fmla="*/ 8793 h 166325"/>
                <a:gd name="connsiteX5" fmla="*/ 30729 w 73724"/>
                <a:gd name="connsiteY5" fmla="*/ 102413 h 166325"/>
                <a:gd name="connsiteX6" fmla="*/ 22070 w 73724"/>
                <a:gd name="connsiteY6" fmla="*/ 125570 h 166325"/>
                <a:gd name="connsiteX7" fmla="*/ 16133 w 73724"/>
                <a:gd name="connsiteY7" fmla="*/ 145489 h 166325"/>
                <a:gd name="connsiteX8" fmla="*/ 38151 w 73724"/>
                <a:gd name="connsiteY8" fmla="*/ 166404 h 166325"/>
                <a:gd name="connsiteX9" fmla="*/ 74024 w 73724"/>
                <a:gd name="connsiteY9" fmla="*/ 128308 h 166325"/>
                <a:gd name="connsiteX10" fmla="*/ 68828 w 73724"/>
                <a:gd name="connsiteY10" fmla="*/ 125072 h 166325"/>
                <a:gd name="connsiteX11" fmla="*/ 62891 w 73724"/>
                <a:gd name="connsiteY11" fmla="*/ 130300 h 166325"/>
                <a:gd name="connsiteX12" fmla="*/ 38893 w 73724"/>
                <a:gd name="connsiteY12" fmla="*/ 159432 h 166325"/>
                <a:gd name="connsiteX13" fmla="*/ 32956 w 73724"/>
                <a:gd name="connsiteY13" fmla="*/ 150967 h 166325"/>
                <a:gd name="connsiteX14" fmla="*/ 40378 w 73724"/>
                <a:gd name="connsiteY14" fmla="*/ 126316 h 166325"/>
                <a:gd name="connsiteX15" fmla="*/ 56706 w 73724"/>
                <a:gd name="connsiteY15" fmla="*/ 83241 h 166325"/>
                <a:gd name="connsiteX16" fmla="*/ 58190 w 73724"/>
                <a:gd name="connsiteY16" fmla="*/ 75025 h 166325"/>
                <a:gd name="connsiteX17" fmla="*/ 35925 w 73724"/>
                <a:gd name="connsiteY17" fmla="*/ 54109 h 166325"/>
                <a:gd name="connsiteX18" fmla="*/ 299 w 73724"/>
                <a:gd name="connsiteY18" fmla="*/ 92205 h 166325"/>
                <a:gd name="connsiteX19" fmla="*/ 5495 w 73724"/>
                <a:gd name="connsiteY19" fmla="*/ 95442 h 166325"/>
                <a:gd name="connsiteX20" fmla="*/ 10690 w 73724"/>
                <a:gd name="connsiteY20" fmla="*/ 92205 h 166325"/>
                <a:gd name="connsiteX21" fmla="*/ 35182 w 73724"/>
                <a:gd name="connsiteY21" fmla="*/ 61081 h 166325"/>
                <a:gd name="connsiteX22" fmla="*/ 41367 w 73724"/>
                <a:gd name="connsiteY22" fmla="*/ 69547 h 166325"/>
                <a:gd name="connsiteX23" fmla="*/ 37409 w 73724"/>
                <a:gd name="connsiteY23" fmla="*/ 85233 h 166325"/>
                <a:gd name="connsiteX24" fmla="*/ 30729 w 73724"/>
                <a:gd name="connsiteY24" fmla="*/ 102413 h 166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3724" h="166325">
                  <a:moveTo>
                    <a:pt x="66849" y="8793"/>
                  </a:moveTo>
                  <a:cubicBezTo>
                    <a:pt x="66849" y="3564"/>
                    <a:pt x="63138" y="79"/>
                    <a:pt x="58190" y="79"/>
                  </a:cubicBezTo>
                  <a:cubicBezTo>
                    <a:pt x="51263" y="79"/>
                    <a:pt x="45820" y="6552"/>
                    <a:pt x="45820" y="12030"/>
                  </a:cubicBezTo>
                  <a:cubicBezTo>
                    <a:pt x="45820" y="16512"/>
                    <a:pt x="48789" y="20745"/>
                    <a:pt x="54727" y="20745"/>
                  </a:cubicBezTo>
                  <a:cubicBezTo>
                    <a:pt x="60912" y="20745"/>
                    <a:pt x="66849" y="14769"/>
                    <a:pt x="66849" y="8793"/>
                  </a:cubicBezTo>
                  <a:close/>
                  <a:moveTo>
                    <a:pt x="30729" y="102413"/>
                  </a:moveTo>
                  <a:cubicBezTo>
                    <a:pt x="28997" y="107144"/>
                    <a:pt x="24544" y="118598"/>
                    <a:pt x="22070" y="125570"/>
                  </a:cubicBezTo>
                  <a:cubicBezTo>
                    <a:pt x="19596" y="132043"/>
                    <a:pt x="16133" y="141007"/>
                    <a:pt x="16133" y="145489"/>
                  </a:cubicBezTo>
                  <a:cubicBezTo>
                    <a:pt x="16133" y="156942"/>
                    <a:pt x="25039" y="166404"/>
                    <a:pt x="38151" y="166404"/>
                  </a:cubicBezTo>
                  <a:cubicBezTo>
                    <a:pt x="62891" y="166404"/>
                    <a:pt x="74024" y="132292"/>
                    <a:pt x="74024" y="128308"/>
                  </a:cubicBezTo>
                  <a:cubicBezTo>
                    <a:pt x="74024" y="125072"/>
                    <a:pt x="70807" y="125072"/>
                    <a:pt x="68828" y="125072"/>
                  </a:cubicBezTo>
                  <a:cubicBezTo>
                    <a:pt x="64375" y="125072"/>
                    <a:pt x="64128" y="125819"/>
                    <a:pt x="62891" y="130300"/>
                  </a:cubicBezTo>
                  <a:cubicBezTo>
                    <a:pt x="59675" y="142252"/>
                    <a:pt x="51511" y="159432"/>
                    <a:pt x="38893" y="159432"/>
                  </a:cubicBezTo>
                  <a:cubicBezTo>
                    <a:pt x="32956" y="159432"/>
                    <a:pt x="32956" y="153456"/>
                    <a:pt x="32956" y="150967"/>
                  </a:cubicBezTo>
                  <a:cubicBezTo>
                    <a:pt x="32956" y="144991"/>
                    <a:pt x="37162" y="134284"/>
                    <a:pt x="40378" y="126316"/>
                  </a:cubicBezTo>
                  <a:cubicBezTo>
                    <a:pt x="43099" y="118598"/>
                    <a:pt x="55469" y="86976"/>
                    <a:pt x="56706" y="83241"/>
                  </a:cubicBezTo>
                  <a:cubicBezTo>
                    <a:pt x="58190" y="79008"/>
                    <a:pt x="58190" y="78261"/>
                    <a:pt x="58190" y="75025"/>
                  </a:cubicBezTo>
                  <a:cubicBezTo>
                    <a:pt x="58190" y="63820"/>
                    <a:pt x="49531" y="54109"/>
                    <a:pt x="35925" y="54109"/>
                  </a:cubicBezTo>
                  <a:cubicBezTo>
                    <a:pt x="11680" y="54109"/>
                    <a:pt x="299" y="87723"/>
                    <a:pt x="299" y="92205"/>
                  </a:cubicBezTo>
                  <a:cubicBezTo>
                    <a:pt x="299" y="95442"/>
                    <a:pt x="3516" y="95442"/>
                    <a:pt x="5495" y="95442"/>
                  </a:cubicBezTo>
                  <a:cubicBezTo>
                    <a:pt x="8464" y="95442"/>
                    <a:pt x="9948" y="95442"/>
                    <a:pt x="10690" y="92205"/>
                  </a:cubicBezTo>
                  <a:cubicBezTo>
                    <a:pt x="18854" y="63322"/>
                    <a:pt x="30729" y="61081"/>
                    <a:pt x="35182" y="61081"/>
                  </a:cubicBezTo>
                  <a:cubicBezTo>
                    <a:pt x="38151" y="61081"/>
                    <a:pt x="41367" y="61828"/>
                    <a:pt x="41367" y="69547"/>
                  </a:cubicBezTo>
                  <a:cubicBezTo>
                    <a:pt x="41367" y="75025"/>
                    <a:pt x="39388" y="80004"/>
                    <a:pt x="37409" y="85233"/>
                  </a:cubicBezTo>
                  <a:lnTo>
                    <a:pt x="30729" y="102413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3D17148E-F3F1-9B15-8971-2CBBB7583A4C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3895245" y="6822783"/>
              <a:ext cx="116771" cy="160598"/>
            </a:xfrm>
            <a:custGeom>
              <a:avLst/>
              <a:gdLst>
                <a:gd name="connsiteX0" fmla="*/ 116084 w 116771"/>
                <a:gd name="connsiteY0" fmla="*/ 17508 h 160598"/>
                <a:gd name="connsiteX1" fmla="*/ 117073 w 116771"/>
                <a:gd name="connsiteY1" fmla="*/ 12279 h 160598"/>
                <a:gd name="connsiteX2" fmla="*/ 109404 w 116771"/>
                <a:gd name="connsiteY2" fmla="*/ 4809 h 160598"/>
                <a:gd name="connsiteX3" fmla="*/ 98519 w 116771"/>
                <a:gd name="connsiteY3" fmla="*/ 13524 h 160598"/>
                <a:gd name="connsiteX4" fmla="*/ 74274 w 116771"/>
                <a:gd name="connsiteY4" fmla="*/ 79 h 160598"/>
                <a:gd name="connsiteX5" fmla="*/ 13167 w 116771"/>
                <a:gd name="connsiteY5" fmla="*/ 69796 h 160598"/>
                <a:gd name="connsiteX6" fmla="*/ 48544 w 116771"/>
                <a:gd name="connsiteY6" fmla="*/ 109883 h 160598"/>
                <a:gd name="connsiteX7" fmla="*/ 77985 w 116771"/>
                <a:gd name="connsiteY7" fmla="*/ 97434 h 160598"/>
                <a:gd name="connsiteX8" fmla="*/ 70315 w 116771"/>
                <a:gd name="connsiteY8" fmla="*/ 128059 h 160598"/>
                <a:gd name="connsiteX9" fmla="*/ 33701 w 116771"/>
                <a:gd name="connsiteY9" fmla="*/ 153705 h 160598"/>
                <a:gd name="connsiteX10" fmla="*/ 15641 w 116771"/>
                <a:gd name="connsiteY10" fmla="*/ 151465 h 160598"/>
                <a:gd name="connsiteX11" fmla="*/ 21578 w 116771"/>
                <a:gd name="connsiteY11" fmla="*/ 141256 h 160598"/>
                <a:gd name="connsiteX12" fmla="*/ 12672 w 116771"/>
                <a:gd name="connsiteY12" fmla="*/ 132790 h 160598"/>
                <a:gd name="connsiteX13" fmla="*/ 302 w 116771"/>
                <a:gd name="connsiteY13" fmla="*/ 146236 h 160598"/>
                <a:gd name="connsiteX14" fmla="*/ 32958 w 116771"/>
                <a:gd name="connsiteY14" fmla="*/ 160677 h 160598"/>
                <a:gd name="connsiteX15" fmla="*/ 89365 w 116771"/>
                <a:gd name="connsiteY15" fmla="*/ 125819 h 160598"/>
                <a:gd name="connsiteX16" fmla="*/ 116084 w 116771"/>
                <a:gd name="connsiteY16" fmla="*/ 17508 h 160598"/>
                <a:gd name="connsiteX17" fmla="*/ 83675 w 116771"/>
                <a:gd name="connsiteY17" fmla="*/ 74776 h 160598"/>
                <a:gd name="connsiteX18" fmla="*/ 49287 w 116771"/>
                <a:gd name="connsiteY18" fmla="*/ 102911 h 160598"/>
                <a:gd name="connsiteX19" fmla="*/ 32216 w 116771"/>
                <a:gd name="connsiteY19" fmla="*/ 79755 h 160598"/>
                <a:gd name="connsiteX20" fmla="*/ 46070 w 116771"/>
                <a:gd name="connsiteY20" fmla="*/ 28214 h 160598"/>
                <a:gd name="connsiteX21" fmla="*/ 74274 w 116771"/>
                <a:gd name="connsiteY21" fmla="*/ 7050 h 160598"/>
                <a:gd name="connsiteX22" fmla="*/ 94313 w 116771"/>
                <a:gd name="connsiteY22" fmla="*/ 30704 h 160598"/>
                <a:gd name="connsiteX23" fmla="*/ 93571 w 116771"/>
                <a:gd name="connsiteY23" fmla="*/ 34190 h 160598"/>
                <a:gd name="connsiteX24" fmla="*/ 83675 w 116771"/>
                <a:gd name="connsiteY24" fmla="*/ 74776 h 160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6771" h="160598">
                  <a:moveTo>
                    <a:pt x="116084" y="17508"/>
                  </a:moveTo>
                  <a:cubicBezTo>
                    <a:pt x="117073" y="13773"/>
                    <a:pt x="117073" y="13275"/>
                    <a:pt x="117073" y="12279"/>
                  </a:cubicBezTo>
                  <a:cubicBezTo>
                    <a:pt x="117073" y="6801"/>
                    <a:pt x="113115" y="4809"/>
                    <a:pt x="109404" y="4809"/>
                  </a:cubicBezTo>
                  <a:cubicBezTo>
                    <a:pt x="104209" y="4809"/>
                    <a:pt x="100003" y="8544"/>
                    <a:pt x="98519" y="13524"/>
                  </a:cubicBezTo>
                  <a:cubicBezTo>
                    <a:pt x="92581" y="4311"/>
                    <a:pt x="83922" y="79"/>
                    <a:pt x="74274" y="79"/>
                  </a:cubicBezTo>
                  <a:cubicBezTo>
                    <a:pt x="44091" y="79"/>
                    <a:pt x="13167" y="34937"/>
                    <a:pt x="13167" y="69796"/>
                  </a:cubicBezTo>
                  <a:cubicBezTo>
                    <a:pt x="13167" y="92703"/>
                    <a:pt x="27763" y="109883"/>
                    <a:pt x="48544" y="109883"/>
                  </a:cubicBezTo>
                  <a:cubicBezTo>
                    <a:pt x="60914" y="109883"/>
                    <a:pt x="71305" y="103160"/>
                    <a:pt x="77985" y="97434"/>
                  </a:cubicBezTo>
                  <a:cubicBezTo>
                    <a:pt x="77242" y="100671"/>
                    <a:pt x="70315" y="127561"/>
                    <a:pt x="70315" y="128059"/>
                  </a:cubicBezTo>
                  <a:cubicBezTo>
                    <a:pt x="68336" y="133288"/>
                    <a:pt x="59182" y="153705"/>
                    <a:pt x="33701" y="153705"/>
                  </a:cubicBezTo>
                  <a:cubicBezTo>
                    <a:pt x="30237" y="153705"/>
                    <a:pt x="21578" y="153705"/>
                    <a:pt x="15641" y="151465"/>
                  </a:cubicBezTo>
                  <a:cubicBezTo>
                    <a:pt x="21578" y="147979"/>
                    <a:pt x="21578" y="141505"/>
                    <a:pt x="21578" y="141256"/>
                  </a:cubicBezTo>
                  <a:cubicBezTo>
                    <a:pt x="21578" y="136276"/>
                    <a:pt x="18115" y="132790"/>
                    <a:pt x="12672" y="132790"/>
                  </a:cubicBezTo>
                  <a:cubicBezTo>
                    <a:pt x="6487" y="132790"/>
                    <a:pt x="302" y="138019"/>
                    <a:pt x="302" y="146236"/>
                  </a:cubicBezTo>
                  <a:cubicBezTo>
                    <a:pt x="302" y="159432"/>
                    <a:pt x="16135" y="160677"/>
                    <a:pt x="32958" y="160677"/>
                  </a:cubicBezTo>
                  <a:cubicBezTo>
                    <a:pt x="68584" y="160677"/>
                    <a:pt x="85406" y="141505"/>
                    <a:pt x="89365" y="125819"/>
                  </a:cubicBezTo>
                  <a:lnTo>
                    <a:pt x="116084" y="17508"/>
                  </a:lnTo>
                  <a:close/>
                  <a:moveTo>
                    <a:pt x="83675" y="74776"/>
                  </a:moveTo>
                  <a:cubicBezTo>
                    <a:pt x="81696" y="82494"/>
                    <a:pt x="65120" y="102911"/>
                    <a:pt x="49287" y="102911"/>
                  </a:cubicBezTo>
                  <a:cubicBezTo>
                    <a:pt x="37906" y="102911"/>
                    <a:pt x="32216" y="92703"/>
                    <a:pt x="32216" y="79755"/>
                  </a:cubicBezTo>
                  <a:cubicBezTo>
                    <a:pt x="32216" y="69298"/>
                    <a:pt x="38401" y="41411"/>
                    <a:pt x="46070" y="28214"/>
                  </a:cubicBezTo>
                  <a:cubicBezTo>
                    <a:pt x="54729" y="13275"/>
                    <a:pt x="66110" y="7050"/>
                    <a:pt x="74274" y="7050"/>
                  </a:cubicBezTo>
                  <a:cubicBezTo>
                    <a:pt x="91344" y="7050"/>
                    <a:pt x="94313" y="28463"/>
                    <a:pt x="94313" y="30704"/>
                  </a:cubicBezTo>
                  <a:lnTo>
                    <a:pt x="93571" y="34190"/>
                  </a:lnTo>
                  <a:lnTo>
                    <a:pt x="83675" y="74776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C0A8B97-647A-A886-8FC8-2E779EA79F73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4034146" y="6759913"/>
              <a:ext cx="130130" cy="175164"/>
            </a:xfrm>
            <a:custGeom>
              <a:avLst/>
              <a:gdLst>
                <a:gd name="connsiteX0" fmla="*/ 58197 w 130130"/>
                <a:gd name="connsiteY0" fmla="*/ 7175 h 175164"/>
                <a:gd name="connsiteX1" fmla="*/ 58939 w 130130"/>
                <a:gd name="connsiteY1" fmla="*/ 3440 h 175164"/>
                <a:gd name="connsiteX2" fmla="*/ 52259 w 130130"/>
                <a:gd name="connsiteY2" fmla="*/ 203 h 175164"/>
                <a:gd name="connsiteX3" fmla="*/ 25540 w 130130"/>
                <a:gd name="connsiteY3" fmla="*/ 2444 h 175164"/>
                <a:gd name="connsiteX4" fmla="*/ 19108 w 130130"/>
                <a:gd name="connsiteY4" fmla="*/ 8171 h 175164"/>
                <a:gd name="connsiteX5" fmla="*/ 25540 w 130130"/>
                <a:gd name="connsiteY5" fmla="*/ 11657 h 175164"/>
                <a:gd name="connsiteX6" fmla="*/ 37415 w 130130"/>
                <a:gd name="connsiteY6" fmla="*/ 15640 h 175164"/>
                <a:gd name="connsiteX7" fmla="*/ 36426 w 130130"/>
                <a:gd name="connsiteY7" fmla="*/ 21367 h 175164"/>
                <a:gd name="connsiteX8" fmla="*/ 1295 w 130130"/>
                <a:gd name="connsiteY8" fmla="*/ 162545 h 175164"/>
                <a:gd name="connsiteX9" fmla="*/ 306 w 130130"/>
                <a:gd name="connsiteY9" fmla="*/ 167773 h 175164"/>
                <a:gd name="connsiteX10" fmla="*/ 8222 w 130130"/>
                <a:gd name="connsiteY10" fmla="*/ 175243 h 175164"/>
                <a:gd name="connsiteX11" fmla="*/ 18861 w 130130"/>
                <a:gd name="connsiteY11" fmla="*/ 165283 h 175164"/>
                <a:gd name="connsiteX12" fmla="*/ 24303 w 130130"/>
                <a:gd name="connsiteY12" fmla="*/ 142874 h 175164"/>
                <a:gd name="connsiteX13" fmla="*/ 32715 w 130130"/>
                <a:gd name="connsiteY13" fmla="*/ 109510 h 175164"/>
                <a:gd name="connsiteX14" fmla="*/ 51764 w 130130"/>
                <a:gd name="connsiteY14" fmla="*/ 79880 h 175164"/>
                <a:gd name="connsiteX15" fmla="*/ 76999 w 130130"/>
                <a:gd name="connsiteY15" fmla="*/ 69920 h 175164"/>
                <a:gd name="connsiteX16" fmla="*/ 90853 w 130130"/>
                <a:gd name="connsiteY16" fmla="*/ 86852 h 175164"/>
                <a:gd name="connsiteX17" fmla="*/ 75020 w 130130"/>
                <a:gd name="connsiteY17" fmla="*/ 143123 h 175164"/>
                <a:gd name="connsiteX18" fmla="*/ 72546 w 130130"/>
                <a:gd name="connsiteY18" fmla="*/ 154328 h 175164"/>
                <a:gd name="connsiteX19" fmla="*/ 94564 w 130130"/>
                <a:gd name="connsiteY19" fmla="*/ 175243 h 175164"/>
                <a:gd name="connsiteX20" fmla="*/ 130436 w 130130"/>
                <a:gd name="connsiteY20" fmla="*/ 137148 h 175164"/>
                <a:gd name="connsiteX21" fmla="*/ 125241 w 130130"/>
                <a:gd name="connsiteY21" fmla="*/ 133911 h 175164"/>
                <a:gd name="connsiteX22" fmla="*/ 119304 w 130130"/>
                <a:gd name="connsiteY22" fmla="*/ 139140 h 175164"/>
                <a:gd name="connsiteX23" fmla="*/ 95306 w 130130"/>
                <a:gd name="connsiteY23" fmla="*/ 168271 h 175164"/>
                <a:gd name="connsiteX24" fmla="*/ 89121 w 130130"/>
                <a:gd name="connsiteY24" fmla="*/ 159806 h 175164"/>
                <a:gd name="connsiteX25" fmla="*/ 93327 w 130130"/>
                <a:gd name="connsiteY25" fmla="*/ 143123 h 175164"/>
                <a:gd name="connsiteX26" fmla="*/ 108171 w 130130"/>
                <a:gd name="connsiteY26" fmla="*/ 90586 h 175164"/>
                <a:gd name="connsiteX27" fmla="*/ 77741 w 130130"/>
                <a:gd name="connsiteY27" fmla="*/ 62949 h 175164"/>
                <a:gd name="connsiteX28" fmla="*/ 39642 w 130130"/>
                <a:gd name="connsiteY28" fmla="*/ 81623 h 175164"/>
                <a:gd name="connsiteX29" fmla="*/ 58197 w 130130"/>
                <a:gd name="connsiteY29" fmla="*/ 7175 h 175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0130" h="175164">
                  <a:moveTo>
                    <a:pt x="58197" y="7175"/>
                  </a:moveTo>
                  <a:cubicBezTo>
                    <a:pt x="58444" y="6179"/>
                    <a:pt x="58939" y="4436"/>
                    <a:pt x="58939" y="3440"/>
                  </a:cubicBezTo>
                  <a:cubicBezTo>
                    <a:pt x="58939" y="-295"/>
                    <a:pt x="54980" y="-46"/>
                    <a:pt x="52259" y="203"/>
                  </a:cubicBezTo>
                  <a:lnTo>
                    <a:pt x="25540" y="2444"/>
                  </a:lnTo>
                  <a:cubicBezTo>
                    <a:pt x="22324" y="2693"/>
                    <a:pt x="19108" y="2942"/>
                    <a:pt x="19108" y="8171"/>
                  </a:cubicBezTo>
                  <a:cubicBezTo>
                    <a:pt x="19108" y="11657"/>
                    <a:pt x="22324" y="11657"/>
                    <a:pt x="25540" y="11657"/>
                  </a:cubicBezTo>
                  <a:cubicBezTo>
                    <a:pt x="37415" y="11657"/>
                    <a:pt x="37415" y="13400"/>
                    <a:pt x="37415" y="15640"/>
                  </a:cubicBezTo>
                  <a:cubicBezTo>
                    <a:pt x="37415" y="16636"/>
                    <a:pt x="36673" y="20122"/>
                    <a:pt x="36426" y="21367"/>
                  </a:cubicBezTo>
                  <a:lnTo>
                    <a:pt x="1295" y="162545"/>
                  </a:lnTo>
                  <a:cubicBezTo>
                    <a:pt x="306" y="166030"/>
                    <a:pt x="306" y="166528"/>
                    <a:pt x="306" y="167773"/>
                  </a:cubicBezTo>
                  <a:cubicBezTo>
                    <a:pt x="306" y="172504"/>
                    <a:pt x="3769" y="175243"/>
                    <a:pt x="8222" y="175243"/>
                  </a:cubicBezTo>
                  <a:cubicBezTo>
                    <a:pt x="16387" y="175243"/>
                    <a:pt x="18366" y="167524"/>
                    <a:pt x="18861" y="165283"/>
                  </a:cubicBezTo>
                  <a:cubicBezTo>
                    <a:pt x="19108" y="164536"/>
                    <a:pt x="22324" y="151589"/>
                    <a:pt x="24303" y="142874"/>
                  </a:cubicBezTo>
                  <a:cubicBezTo>
                    <a:pt x="27272" y="131919"/>
                    <a:pt x="29993" y="120714"/>
                    <a:pt x="32715" y="109510"/>
                  </a:cubicBezTo>
                  <a:cubicBezTo>
                    <a:pt x="33457" y="107020"/>
                    <a:pt x="39889" y="91084"/>
                    <a:pt x="51764" y="79880"/>
                  </a:cubicBezTo>
                  <a:cubicBezTo>
                    <a:pt x="58444" y="73904"/>
                    <a:pt x="67598" y="69920"/>
                    <a:pt x="76999" y="69920"/>
                  </a:cubicBezTo>
                  <a:cubicBezTo>
                    <a:pt x="87884" y="69920"/>
                    <a:pt x="90853" y="78635"/>
                    <a:pt x="90853" y="86852"/>
                  </a:cubicBezTo>
                  <a:cubicBezTo>
                    <a:pt x="90853" y="101542"/>
                    <a:pt x="79225" y="131919"/>
                    <a:pt x="75020" y="143123"/>
                  </a:cubicBezTo>
                  <a:cubicBezTo>
                    <a:pt x="72546" y="149348"/>
                    <a:pt x="72546" y="151091"/>
                    <a:pt x="72546" y="154328"/>
                  </a:cubicBezTo>
                  <a:cubicBezTo>
                    <a:pt x="72546" y="167773"/>
                    <a:pt x="83184" y="175243"/>
                    <a:pt x="94564" y="175243"/>
                  </a:cubicBezTo>
                  <a:cubicBezTo>
                    <a:pt x="119304" y="175243"/>
                    <a:pt x="130436" y="141131"/>
                    <a:pt x="130436" y="137148"/>
                  </a:cubicBezTo>
                  <a:cubicBezTo>
                    <a:pt x="130436" y="133911"/>
                    <a:pt x="127220" y="133911"/>
                    <a:pt x="125241" y="133911"/>
                  </a:cubicBezTo>
                  <a:cubicBezTo>
                    <a:pt x="120788" y="133911"/>
                    <a:pt x="120541" y="134658"/>
                    <a:pt x="119304" y="139140"/>
                  </a:cubicBezTo>
                  <a:cubicBezTo>
                    <a:pt x="115098" y="154577"/>
                    <a:pt x="106192" y="168271"/>
                    <a:pt x="95306" y="168271"/>
                  </a:cubicBezTo>
                  <a:cubicBezTo>
                    <a:pt x="91843" y="168271"/>
                    <a:pt x="89121" y="166528"/>
                    <a:pt x="89121" y="159806"/>
                  </a:cubicBezTo>
                  <a:cubicBezTo>
                    <a:pt x="89121" y="154328"/>
                    <a:pt x="91348" y="148850"/>
                    <a:pt x="93327" y="143123"/>
                  </a:cubicBezTo>
                  <a:cubicBezTo>
                    <a:pt x="97780" y="131421"/>
                    <a:pt x="108171" y="104281"/>
                    <a:pt x="108171" y="90586"/>
                  </a:cubicBezTo>
                  <a:cubicBezTo>
                    <a:pt x="108171" y="69920"/>
                    <a:pt x="93327" y="62949"/>
                    <a:pt x="77741" y="62949"/>
                  </a:cubicBezTo>
                  <a:cubicBezTo>
                    <a:pt x="55228" y="62949"/>
                    <a:pt x="41621" y="79382"/>
                    <a:pt x="39642" y="81623"/>
                  </a:cubicBezTo>
                  <a:lnTo>
                    <a:pt x="58197" y="7175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A061312C-08C2-E7F4-86BF-ED8060E36FA6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4183618" y="6776969"/>
              <a:ext cx="79909" cy="158108"/>
            </a:xfrm>
            <a:custGeom>
              <a:avLst/>
              <a:gdLst>
                <a:gd name="connsiteX0" fmla="*/ 48305 w 79909"/>
                <a:gd name="connsiteY0" fmla="*/ 57346 h 158108"/>
                <a:gd name="connsiteX1" fmla="*/ 72797 w 79909"/>
                <a:gd name="connsiteY1" fmla="*/ 57346 h 158108"/>
                <a:gd name="connsiteX2" fmla="*/ 80219 w 79909"/>
                <a:gd name="connsiteY2" fmla="*/ 51868 h 158108"/>
                <a:gd name="connsiteX3" fmla="*/ 73292 w 79909"/>
                <a:gd name="connsiteY3" fmla="*/ 48383 h 158108"/>
                <a:gd name="connsiteX4" fmla="*/ 50532 w 79909"/>
                <a:gd name="connsiteY4" fmla="*/ 48383 h 158108"/>
                <a:gd name="connsiteX5" fmla="*/ 59438 w 79909"/>
                <a:gd name="connsiteY5" fmla="*/ 12528 h 158108"/>
                <a:gd name="connsiteX6" fmla="*/ 60427 w 79909"/>
                <a:gd name="connsiteY6" fmla="*/ 7548 h 158108"/>
                <a:gd name="connsiteX7" fmla="*/ 52511 w 79909"/>
                <a:gd name="connsiteY7" fmla="*/ 79 h 158108"/>
                <a:gd name="connsiteX8" fmla="*/ 41625 w 79909"/>
                <a:gd name="connsiteY8" fmla="*/ 10536 h 158108"/>
                <a:gd name="connsiteX9" fmla="*/ 32224 w 79909"/>
                <a:gd name="connsiteY9" fmla="*/ 48383 h 158108"/>
                <a:gd name="connsiteX10" fmla="*/ 7732 w 79909"/>
                <a:gd name="connsiteY10" fmla="*/ 48383 h 158108"/>
                <a:gd name="connsiteX11" fmla="*/ 310 w 79909"/>
                <a:gd name="connsiteY11" fmla="*/ 53860 h 158108"/>
                <a:gd name="connsiteX12" fmla="*/ 7237 w 79909"/>
                <a:gd name="connsiteY12" fmla="*/ 57346 h 158108"/>
                <a:gd name="connsiteX13" fmla="*/ 29998 w 79909"/>
                <a:gd name="connsiteY13" fmla="*/ 57346 h 158108"/>
                <a:gd name="connsiteX14" fmla="*/ 12927 w 79909"/>
                <a:gd name="connsiteY14" fmla="*/ 126316 h 158108"/>
                <a:gd name="connsiteX15" fmla="*/ 11690 w 79909"/>
                <a:gd name="connsiteY15" fmla="*/ 134782 h 158108"/>
                <a:gd name="connsiteX16" fmla="*/ 36677 w 79909"/>
                <a:gd name="connsiteY16" fmla="*/ 158187 h 158108"/>
                <a:gd name="connsiteX17" fmla="*/ 79230 w 79909"/>
                <a:gd name="connsiteY17" fmla="*/ 119843 h 158108"/>
                <a:gd name="connsiteX18" fmla="*/ 74282 w 79909"/>
                <a:gd name="connsiteY18" fmla="*/ 116855 h 158108"/>
                <a:gd name="connsiteX19" fmla="*/ 68592 w 79909"/>
                <a:gd name="connsiteY19" fmla="*/ 120839 h 158108"/>
                <a:gd name="connsiteX20" fmla="*/ 37420 w 79909"/>
                <a:gd name="connsiteY20" fmla="*/ 151216 h 158108"/>
                <a:gd name="connsiteX21" fmla="*/ 29008 w 79909"/>
                <a:gd name="connsiteY21" fmla="*/ 139513 h 158108"/>
                <a:gd name="connsiteX22" fmla="*/ 30492 w 79909"/>
                <a:gd name="connsiteY22" fmla="*/ 129304 h 158108"/>
                <a:gd name="connsiteX23" fmla="*/ 48305 w 79909"/>
                <a:gd name="connsiteY23" fmla="*/ 57346 h 158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9909" h="158108">
                  <a:moveTo>
                    <a:pt x="48305" y="57346"/>
                  </a:moveTo>
                  <a:lnTo>
                    <a:pt x="72797" y="57346"/>
                  </a:lnTo>
                  <a:cubicBezTo>
                    <a:pt x="77250" y="57346"/>
                    <a:pt x="80219" y="57346"/>
                    <a:pt x="80219" y="51868"/>
                  </a:cubicBezTo>
                  <a:cubicBezTo>
                    <a:pt x="80219" y="48383"/>
                    <a:pt x="77250" y="48383"/>
                    <a:pt x="73292" y="48383"/>
                  </a:cubicBezTo>
                  <a:lnTo>
                    <a:pt x="50532" y="48383"/>
                  </a:lnTo>
                  <a:lnTo>
                    <a:pt x="59438" y="12528"/>
                  </a:lnTo>
                  <a:cubicBezTo>
                    <a:pt x="60427" y="9042"/>
                    <a:pt x="60427" y="8544"/>
                    <a:pt x="60427" y="7548"/>
                  </a:cubicBezTo>
                  <a:cubicBezTo>
                    <a:pt x="60427" y="3066"/>
                    <a:pt x="56964" y="79"/>
                    <a:pt x="52511" y="79"/>
                  </a:cubicBezTo>
                  <a:cubicBezTo>
                    <a:pt x="44099" y="79"/>
                    <a:pt x="42120" y="8295"/>
                    <a:pt x="41625" y="10536"/>
                  </a:cubicBezTo>
                  <a:lnTo>
                    <a:pt x="32224" y="48383"/>
                  </a:lnTo>
                  <a:lnTo>
                    <a:pt x="7732" y="48383"/>
                  </a:lnTo>
                  <a:cubicBezTo>
                    <a:pt x="3279" y="48383"/>
                    <a:pt x="310" y="48383"/>
                    <a:pt x="310" y="53860"/>
                  </a:cubicBezTo>
                  <a:cubicBezTo>
                    <a:pt x="310" y="57346"/>
                    <a:pt x="3279" y="57346"/>
                    <a:pt x="7237" y="57346"/>
                  </a:cubicBezTo>
                  <a:lnTo>
                    <a:pt x="29998" y="57346"/>
                  </a:lnTo>
                  <a:lnTo>
                    <a:pt x="12927" y="126316"/>
                  </a:lnTo>
                  <a:cubicBezTo>
                    <a:pt x="11690" y="131296"/>
                    <a:pt x="11690" y="133039"/>
                    <a:pt x="11690" y="134782"/>
                  </a:cubicBezTo>
                  <a:cubicBezTo>
                    <a:pt x="11690" y="150220"/>
                    <a:pt x="23813" y="158187"/>
                    <a:pt x="36677" y="158187"/>
                  </a:cubicBezTo>
                  <a:cubicBezTo>
                    <a:pt x="63396" y="158187"/>
                    <a:pt x="79230" y="123827"/>
                    <a:pt x="79230" y="119843"/>
                  </a:cubicBezTo>
                  <a:cubicBezTo>
                    <a:pt x="79230" y="116855"/>
                    <a:pt x="76013" y="116855"/>
                    <a:pt x="74282" y="116855"/>
                  </a:cubicBezTo>
                  <a:cubicBezTo>
                    <a:pt x="70323" y="116855"/>
                    <a:pt x="70076" y="117353"/>
                    <a:pt x="68592" y="120839"/>
                  </a:cubicBezTo>
                  <a:cubicBezTo>
                    <a:pt x="56964" y="147232"/>
                    <a:pt x="44099" y="151216"/>
                    <a:pt x="37420" y="151216"/>
                  </a:cubicBezTo>
                  <a:cubicBezTo>
                    <a:pt x="29008" y="151216"/>
                    <a:pt x="29008" y="142003"/>
                    <a:pt x="29008" y="139513"/>
                  </a:cubicBezTo>
                  <a:cubicBezTo>
                    <a:pt x="29008" y="135280"/>
                    <a:pt x="30245" y="130051"/>
                    <a:pt x="30492" y="129304"/>
                  </a:cubicBezTo>
                  <a:lnTo>
                    <a:pt x="48305" y="57346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A0B67D0-3C5D-D907-4C77-878145D72637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4274317" y="6920000"/>
              <a:ext cx="146140" cy="80743"/>
            </a:xfrm>
            <a:custGeom>
              <a:avLst/>
              <a:gdLst>
                <a:gd name="connsiteX0" fmla="*/ 75592 w 146140"/>
                <a:gd name="connsiteY0" fmla="*/ 68019 h 80743"/>
                <a:gd name="connsiteX1" fmla="*/ 103866 w 146140"/>
                <a:gd name="connsiteY1" fmla="*/ 80824 h 80743"/>
                <a:gd name="connsiteX2" fmla="*/ 146454 w 146140"/>
                <a:gd name="connsiteY2" fmla="*/ 15376 h 80743"/>
                <a:gd name="connsiteX3" fmla="*/ 136381 w 146140"/>
                <a:gd name="connsiteY3" fmla="*/ 80 h 80743"/>
                <a:gd name="connsiteX4" fmla="*/ 125955 w 146140"/>
                <a:gd name="connsiteY4" fmla="*/ 10396 h 80743"/>
                <a:gd name="connsiteX5" fmla="*/ 129313 w 146140"/>
                <a:gd name="connsiteY5" fmla="*/ 16443 h 80743"/>
                <a:gd name="connsiteX6" fmla="*/ 136204 w 146140"/>
                <a:gd name="connsiteY6" fmla="*/ 29959 h 80743"/>
                <a:gd name="connsiteX7" fmla="*/ 104750 w 146140"/>
                <a:gd name="connsiteY7" fmla="*/ 74777 h 80743"/>
                <a:gd name="connsiteX8" fmla="*/ 87785 w 146140"/>
                <a:gd name="connsiteY8" fmla="*/ 58593 h 80743"/>
                <a:gd name="connsiteX9" fmla="*/ 89022 w 146140"/>
                <a:gd name="connsiteY9" fmla="*/ 49523 h 80743"/>
                <a:gd name="connsiteX10" fmla="*/ 98211 w 146140"/>
                <a:gd name="connsiteY10" fmla="*/ 12530 h 80743"/>
                <a:gd name="connsiteX11" fmla="*/ 98918 w 146140"/>
                <a:gd name="connsiteY11" fmla="*/ 8439 h 80743"/>
                <a:gd name="connsiteX12" fmla="*/ 92380 w 146140"/>
                <a:gd name="connsiteY12" fmla="*/ 2215 h 80743"/>
                <a:gd name="connsiteX13" fmla="*/ 84604 w 146140"/>
                <a:gd name="connsiteY13" fmla="*/ 6839 h 80743"/>
                <a:gd name="connsiteX14" fmla="*/ 81247 w 146140"/>
                <a:gd name="connsiteY14" fmla="*/ 18577 h 80743"/>
                <a:gd name="connsiteX15" fmla="*/ 76122 w 146140"/>
                <a:gd name="connsiteY15" fmla="*/ 39030 h 80743"/>
                <a:gd name="connsiteX16" fmla="*/ 72941 w 146140"/>
                <a:gd name="connsiteY16" fmla="*/ 56281 h 80743"/>
                <a:gd name="connsiteX17" fmla="*/ 71351 w 146140"/>
                <a:gd name="connsiteY17" fmla="*/ 63039 h 80743"/>
                <a:gd name="connsiteX18" fmla="*/ 54387 w 146140"/>
                <a:gd name="connsiteY18" fmla="*/ 74777 h 80743"/>
                <a:gd name="connsiteX19" fmla="*/ 40426 w 146140"/>
                <a:gd name="connsiteY19" fmla="*/ 70509 h 80743"/>
                <a:gd name="connsiteX20" fmla="*/ 35832 w 146140"/>
                <a:gd name="connsiteY20" fmla="*/ 57882 h 80743"/>
                <a:gd name="connsiteX21" fmla="*/ 45551 w 146140"/>
                <a:gd name="connsiteY21" fmla="*/ 25157 h 80743"/>
                <a:gd name="connsiteX22" fmla="*/ 48025 w 146140"/>
                <a:gd name="connsiteY22" fmla="*/ 15909 h 80743"/>
                <a:gd name="connsiteX23" fmla="*/ 28763 w 146140"/>
                <a:gd name="connsiteY23" fmla="*/ 258 h 80743"/>
                <a:gd name="connsiteX24" fmla="*/ 313 w 146140"/>
                <a:gd name="connsiteY24" fmla="*/ 27825 h 80743"/>
                <a:gd name="connsiteX25" fmla="*/ 4024 w 146140"/>
                <a:gd name="connsiteY25" fmla="*/ 30315 h 80743"/>
                <a:gd name="connsiteX26" fmla="*/ 8088 w 146140"/>
                <a:gd name="connsiteY26" fmla="*/ 26758 h 80743"/>
                <a:gd name="connsiteX27" fmla="*/ 28057 w 146140"/>
                <a:gd name="connsiteY27" fmla="*/ 6305 h 80743"/>
                <a:gd name="connsiteX28" fmla="*/ 33358 w 146140"/>
                <a:gd name="connsiteY28" fmla="*/ 13063 h 80743"/>
                <a:gd name="connsiteX29" fmla="*/ 30354 w 146140"/>
                <a:gd name="connsiteY29" fmla="*/ 23734 h 80743"/>
                <a:gd name="connsiteX30" fmla="*/ 20988 w 146140"/>
                <a:gd name="connsiteY30" fmla="*/ 55747 h 80743"/>
                <a:gd name="connsiteX31" fmla="*/ 53503 w 146140"/>
                <a:gd name="connsiteY31" fmla="*/ 80824 h 80743"/>
                <a:gd name="connsiteX32" fmla="*/ 75592 w 146140"/>
                <a:gd name="connsiteY32" fmla="*/ 68019 h 80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6140" h="80743">
                  <a:moveTo>
                    <a:pt x="75592" y="68019"/>
                  </a:moveTo>
                  <a:cubicBezTo>
                    <a:pt x="78066" y="72643"/>
                    <a:pt x="85488" y="80824"/>
                    <a:pt x="103866" y="80824"/>
                  </a:cubicBezTo>
                  <a:cubicBezTo>
                    <a:pt x="137441" y="80824"/>
                    <a:pt x="146454" y="23912"/>
                    <a:pt x="146454" y="15376"/>
                  </a:cubicBezTo>
                  <a:cubicBezTo>
                    <a:pt x="146454" y="3104"/>
                    <a:pt x="139385" y="80"/>
                    <a:pt x="136381" y="80"/>
                  </a:cubicBezTo>
                  <a:cubicBezTo>
                    <a:pt x="130903" y="80"/>
                    <a:pt x="125955" y="5772"/>
                    <a:pt x="125955" y="10396"/>
                  </a:cubicBezTo>
                  <a:cubicBezTo>
                    <a:pt x="125955" y="13775"/>
                    <a:pt x="128252" y="15553"/>
                    <a:pt x="129313" y="16443"/>
                  </a:cubicBezTo>
                  <a:cubicBezTo>
                    <a:pt x="134260" y="20177"/>
                    <a:pt x="136204" y="24802"/>
                    <a:pt x="136204" y="29959"/>
                  </a:cubicBezTo>
                  <a:cubicBezTo>
                    <a:pt x="136204" y="34583"/>
                    <a:pt x="127369" y="74777"/>
                    <a:pt x="104750" y="74777"/>
                  </a:cubicBezTo>
                  <a:cubicBezTo>
                    <a:pt x="98034" y="74777"/>
                    <a:pt x="87785" y="72643"/>
                    <a:pt x="87785" y="58593"/>
                  </a:cubicBezTo>
                  <a:cubicBezTo>
                    <a:pt x="87785" y="58237"/>
                    <a:pt x="87785" y="54858"/>
                    <a:pt x="89022" y="49523"/>
                  </a:cubicBezTo>
                  <a:cubicBezTo>
                    <a:pt x="90613" y="42409"/>
                    <a:pt x="95737" y="21956"/>
                    <a:pt x="98211" y="12530"/>
                  </a:cubicBezTo>
                  <a:cubicBezTo>
                    <a:pt x="98918" y="9684"/>
                    <a:pt x="98918" y="9329"/>
                    <a:pt x="98918" y="8439"/>
                  </a:cubicBezTo>
                  <a:cubicBezTo>
                    <a:pt x="98918" y="4527"/>
                    <a:pt x="95737" y="2215"/>
                    <a:pt x="92380" y="2215"/>
                  </a:cubicBezTo>
                  <a:cubicBezTo>
                    <a:pt x="89552" y="2215"/>
                    <a:pt x="86372" y="3815"/>
                    <a:pt x="84604" y="6839"/>
                  </a:cubicBezTo>
                  <a:cubicBezTo>
                    <a:pt x="83898" y="8084"/>
                    <a:pt x="82307" y="14664"/>
                    <a:pt x="81247" y="18577"/>
                  </a:cubicBezTo>
                  <a:cubicBezTo>
                    <a:pt x="78773" y="28714"/>
                    <a:pt x="78773" y="29070"/>
                    <a:pt x="76122" y="39030"/>
                  </a:cubicBezTo>
                  <a:cubicBezTo>
                    <a:pt x="74709" y="44721"/>
                    <a:pt x="73118" y="51479"/>
                    <a:pt x="72941" y="56281"/>
                  </a:cubicBezTo>
                  <a:cubicBezTo>
                    <a:pt x="73472" y="59127"/>
                    <a:pt x="72941" y="60016"/>
                    <a:pt x="71351" y="63039"/>
                  </a:cubicBezTo>
                  <a:cubicBezTo>
                    <a:pt x="64636" y="74777"/>
                    <a:pt x="57214" y="74777"/>
                    <a:pt x="54387" y="74777"/>
                  </a:cubicBezTo>
                  <a:cubicBezTo>
                    <a:pt x="51736" y="74777"/>
                    <a:pt x="45021" y="74422"/>
                    <a:pt x="40426" y="70509"/>
                  </a:cubicBezTo>
                  <a:cubicBezTo>
                    <a:pt x="35832" y="66418"/>
                    <a:pt x="35832" y="59838"/>
                    <a:pt x="35832" y="57882"/>
                  </a:cubicBezTo>
                  <a:cubicBezTo>
                    <a:pt x="35832" y="50590"/>
                    <a:pt x="38129" y="43298"/>
                    <a:pt x="45551" y="25157"/>
                  </a:cubicBezTo>
                  <a:cubicBezTo>
                    <a:pt x="46965" y="21600"/>
                    <a:pt x="48025" y="18933"/>
                    <a:pt x="48025" y="15909"/>
                  </a:cubicBezTo>
                  <a:cubicBezTo>
                    <a:pt x="48025" y="7194"/>
                    <a:pt x="39720" y="258"/>
                    <a:pt x="28763" y="258"/>
                  </a:cubicBezTo>
                  <a:cubicBezTo>
                    <a:pt x="10209" y="258"/>
                    <a:pt x="313" y="23023"/>
                    <a:pt x="313" y="27825"/>
                  </a:cubicBezTo>
                  <a:cubicBezTo>
                    <a:pt x="313" y="30315"/>
                    <a:pt x="3140" y="30315"/>
                    <a:pt x="4024" y="30315"/>
                  </a:cubicBezTo>
                  <a:cubicBezTo>
                    <a:pt x="7028" y="30315"/>
                    <a:pt x="7205" y="29426"/>
                    <a:pt x="8088" y="26758"/>
                  </a:cubicBezTo>
                  <a:cubicBezTo>
                    <a:pt x="11799" y="14486"/>
                    <a:pt x="20105" y="6305"/>
                    <a:pt x="28057" y="6305"/>
                  </a:cubicBezTo>
                  <a:cubicBezTo>
                    <a:pt x="31414" y="6305"/>
                    <a:pt x="33358" y="8262"/>
                    <a:pt x="33358" y="13063"/>
                  </a:cubicBezTo>
                  <a:cubicBezTo>
                    <a:pt x="33358" y="16620"/>
                    <a:pt x="32651" y="18577"/>
                    <a:pt x="30354" y="23734"/>
                  </a:cubicBezTo>
                  <a:cubicBezTo>
                    <a:pt x="20988" y="46855"/>
                    <a:pt x="20988" y="51479"/>
                    <a:pt x="20988" y="55747"/>
                  </a:cubicBezTo>
                  <a:cubicBezTo>
                    <a:pt x="20988" y="76200"/>
                    <a:pt x="39189" y="80824"/>
                    <a:pt x="53503" y="80824"/>
                  </a:cubicBezTo>
                  <a:cubicBezTo>
                    <a:pt x="57037" y="80824"/>
                    <a:pt x="66933" y="80824"/>
                    <a:pt x="75592" y="68019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BF03469-ECEF-E397-FA5A-970EBE8B15AE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4452617" y="6937433"/>
              <a:ext cx="62202" cy="120582"/>
            </a:xfrm>
            <a:custGeom>
              <a:avLst/>
              <a:gdLst>
                <a:gd name="connsiteX0" fmla="*/ 54215 w 62202"/>
                <a:gd name="connsiteY0" fmla="*/ 7730 h 120582"/>
                <a:gd name="connsiteX1" fmla="*/ 46440 w 62202"/>
                <a:gd name="connsiteY1" fmla="*/ 82 h 120582"/>
                <a:gd name="connsiteX2" fmla="*/ 35660 w 62202"/>
                <a:gd name="connsiteY2" fmla="*/ 10753 h 120582"/>
                <a:gd name="connsiteX3" fmla="*/ 43259 w 62202"/>
                <a:gd name="connsiteY3" fmla="*/ 18401 h 120582"/>
                <a:gd name="connsiteX4" fmla="*/ 54215 w 62202"/>
                <a:gd name="connsiteY4" fmla="*/ 7730 h 120582"/>
                <a:gd name="connsiteX5" fmla="*/ 62520 w 62202"/>
                <a:gd name="connsiteY5" fmla="*/ 93098 h 120582"/>
                <a:gd name="connsiteX6" fmla="*/ 58809 w 62202"/>
                <a:gd name="connsiteY6" fmla="*/ 90608 h 120582"/>
                <a:gd name="connsiteX7" fmla="*/ 54568 w 62202"/>
                <a:gd name="connsiteY7" fmla="*/ 94698 h 120582"/>
                <a:gd name="connsiteX8" fmla="*/ 34777 w 62202"/>
                <a:gd name="connsiteY8" fmla="*/ 114617 h 120582"/>
                <a:gd name="connsiteX9" fmla="*/ 29475 w 62202"/>
                <a:gd name="connsiteY9" fmla="*/ 107859 h 120582"/>
                <a:gd name="connsiteX10" fmla="*/ 31773 w 62202"/>
                <a:gd name="connsiteY10" fmla="*/ 98789 h 120582"/>
                <a:gd name="connsiteX11" fmla="*/ 35484 w 62202"/>
                <a:gd name="connsiteY11" fmla="*/ 89185 h 120582"/>
                <a:gd name="connsiteX12" fmla="*/ 45556 w 62202"/>
                <a:gd name="connsiteY12" fmla="*/ 64642 h 120582"/>
                <a:gd name="connsiteX13" fmla="*/ 48030 w 62202"/>
                <a:gd name="connsiteY13" fmla="*/ 55749 h 120582"/>
                <a:gd name="connsiteX14" fmla="*/ 28768 w 62202"/>
                <a:gd name="connsiteY14" fmla="*/ 40098 h 120582"/>
                <a:gd name="connsiteX15" fmla="*/ 318 w 62202"/>
                <a:gd name="connsiteY15" fmla="*/ 67665 h 120582"/>
                <a:gd name="connsiteX16" fmla="*/ 4029 w 62202"/>
                <a:gd name="connsiteY16" fmla="*/ 70155 h 120582"/>
                <a:gd name="connsiteX17" fmla="*/ 8093 w 62202"/>
                <a:gd name="connsiteY17" fmla="*/ 66598 h 120582"/>
                <a:gd name="connsiteX18" fmla="*/ 28062 w 62202"/>
                <a:gd name="connsiteY18" fmla="*/ 46145 h 120582"/>
                <a:gd name="connsiteX19" fmla="*/ 33363 w 62202"/>
                <a:gd name="connsiteY19" fmla="*/ 52903 h 120582"/>
                <a:gd name="connsiteX20" fmla="*/ 32303 w 62202"/>
                <a:gd name="connsiteY20" fmla="*/ 59306 h 120582"/>
                <a:gd name="connsiteX21" fmla="*/ 20640 w 62202"/>
                <a:gd name="connsiteY21" fmla="*/ 87584 h 120582"/>
                <a:gd name="connsiteX22" fmla="*/ 16752 w 62202"/>
                <a:gd name="connsiteY22" fmla="*/ 97010 h 120582"/>
                <a:gd name="connsiteX23" fmla="*/ 14808 w 62202"/>
                <a:gd name="connsiteY23" fmla="*/ 105013 h 120582"/>
                <a:gd name="connsiteX24" fmla="*/ 34070 w 62202"/>
                <a:gd name="connsiteY24" fmla="*/ 120664 h 120582"/>
                <a:gd name="connsiteX25" fmla="*/ 62520 w 62202"/>
                <a:gd name="connsiteY25" fmla="*/ 93098 h 120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2202" h="120582">
                  <a:moveTo>
                    <a:pt x="54215" y="7730"/>
                  </a:moveTo>
                  <a:cubicBezTo>
                    <a:pt x="54215" y="3461"/>
                    <a:pt x="51034" y="82"/>
                    <a:pt x="46440" y="82"/>
                  </a:cubicBezTo>
                  <a:cubicBezTo>
                    <a:pt x="41492" y="82"/>
                    <a:pt x="35660" y="4884"/>
                    <a:pt x="35660" y="10753"/>
                  </a:cubicBezTo>
                  <a:cubicBezTo>
                    <a:pt x="35660" y="15733"/>
                    <a:pt x="39548" y="18401"/>
                    <a:pt x="43259" y="18401"/>
                  </a:cubicBezTo>
                  <a:cubicBezTo>
                    <a:pt x="49090" y="18401"/>
                    <a:pt x="54215" y="13065"/>
                    <a:pt x="54215" y="7730"/>
                  </a:cubicBezTo>
                  <a:close/>
                  <a:moveTo>
                    <a:pt x="62520" y="93098"/>
                  </a:moveTo>
                  <a:cubicBezTo>
                    <a:pt x="62520" y="90608"/>
                    <a:pt x="59516" y="90608"/>
                    <a:pt x="58809" y="90608"/>
                  </a:cubicBezTo>
                  <a:cubicBezTo>
                    <a:pt x="55805" y="90608"/>
                    <a:pt x="55629" y="91319"/>
                    <a:pt x="54568" y="94698"/>
                  </a:cubicBezTo>
                  <a:cubicBezTo>
                    <a:pt x="51564" y="104480"/>
                    <a:pt x="43612" y="114617"/>
                    <a:pt x="34777" y="114617"/>
                  </a:cubicBezTo>
                  <a:cubicBezTo>
                    <a:pt x="30712" y="114617"/>
                    <a:pt x="29475" y="111772"/>
                    <a:pt x="29475" y="107859"/>
                  </a:cubicBezTo>
                  <a:cubicBezTo>
                    <a:pt x="29475" y="104124"/>
                    <a:pt x="30359" y="102168"/>
                    <a:pt x="31773" y="98789"/>
                  </a:cubicBezTo>
                  <a:cubicBezTo>
                    <a:pt x="33186" y="95232"/>
                    <a:pt x="34600" y="91675"/>
                    <a:pt x="35484" y="89185"/>
                  </a:cubicBezTo>
                  <a:cubicBezTo>
                    <a:pt x="36190" y="87584"/>
                    <a:pt x="43082" y="71044"/>
                    <a:pt x="45556" y="64642"/>
                  </a:cubicBezTo>
                  <a:cubicBezTo>
                    <a:pt x="46970" y="61085"/>
                    <a:pt x="48030" y="58773"/>
                    <a:pt x="48030" y="55749"/>
                  </a:cubicBezTo>
                  <a:cubicBezTo>
                    <a:pt x="48030" y="47212"/>
                    <a:pt x="39901" y="40098"/>
                    <a:pt x="28768" y="40098"/>
                  </a:cubicBezTo>
                  <a:cubicBezTo>
                    <a:pt x="10214" y="40098"/>
                    <a:pt x="318" y="62863"/>
                    <a:pt x="318" y="67665"/>
                  </a:cubicBezTo>
                  <a:cubicBezTo>
                    <a:pt x="318" y="70155"/>
                    <a:pt x="3145" y="70155"/>
                    <a:pt x="4029" y="70155"/>
                  </a:cubicBezTo>
                  <a:cubicBezTo>
                    <a:pt x="7033" y="70155"/>
                    <a:pt x="7210" y="69266"/>
                    <a:pt x="8093" y="66598"/>
                  </a:cubicBezTo>
                  <a:cubicBezTo>
                    <a:pt x="11981" y="53971"/>
                    <a:pt x="20463" y="46145"/>
                    <a:pt x="28062" y="46145"/>
                  </a:cubicBezTo>
                  <a:cubicBezTo>
                    <a:pt x="31419" y="46145"/>
                    <a:pt x="33363" y="48102"/>
                    <a:pt x="33363" y="52903"/>
                  </a:cubicBezTo>
                  <a:cubicBezTo>
                    <a:pt x="33363" y="53615"/>
                    <a:pt x="33363" y="55927"/>
                    <a:pt x="32303" y="59306"/>
                  </a:cubicBezTo>
                  <a:cubicBezTo>
                    <a:pt x="31066" y="62507"/>
                    <a:pt x="23114" y="81537"/>
                    <a:pt x="20640" y="87584"/>
                  </a:cubicBezTo>
                  <a:cubicBezTo>
                    <a:pt x="19403" y="90608"/>
                    <a:pt x="19403" y="90963"/>
                    <a:pt x="16752" y="97010"/>
                  </a:cubicBezTo>
                  <a:cubicBezTo>
                    <a:pt x="15868" y="99500"/>
                    <a:pt x="14808" y="101990"/>
                    <a:pt x="14808" y="105013"/>
                  </a:cubicBezTo>
                  <a:cubicBezTo>
                    <a:pt x="14808" y="114262"/>
                    <a:pt x="23467" y="120664"/>
                    <a:pt x="34070" y="120664"/>
                  </a:cubicBezTo>
                  <a:cubicBezTo>
                    <a:pt x="52625" y="120664"/>
                    <a:pt x="62520" y="97544"/>
                    <a:pt x="62520" y="93098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5D2ACD01-0329-8ADF-0EC4-3FEC8513A4BD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2743436" y="7238941"/>
              <a:ext cx="2389733" cy="14227"/>
            </a:xfrm>
            <a:custGeom>
              <a:avLst/>
              <a:gdLst>
                <a:gd name="connsiteX0" fmla="*/ 0 w 2389733"/>
                <a:gd name="connsiteY0" fmla="*/ 0 h 14227"/>
                <a:gd name="connsiteX1" fmla="*/ 2389734 w 2389733"/>
                <a:gd name="connsiteY1" fmla="*/ 0 h 14227"/>
                <a:gd name="connsiteX2" fmla="*/ 2389734 w 2389733"/>
                <a:gd name="connsiteY2" fmla="*/ 14227 h 14227"/>
                <a:gd name="connsiteX3" fmla="*/ 0 w 2389733"/>
                <a:gd name="connsiteY3" fmla="*/ 14227 h 14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9733" h="14227">
                  <a:moveTo>
                    <a:pt x="0" y="0"/>
                  </a:moveTo>
                  <a:lnTo>
                    <a:pt x="2389734" y="0"/>
                  </a:lnTo>
                  <a:lnTo>
                    <a:pt x="2389734" y="14227"/>
                  </a:lnTo>
                  <a:lnTo>
                    <a:pt x="0" y="14227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A4EFEC01-44A5-6C28-9BDB-59F326617A7F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2763228" y="7396382"/>
              <a:ext cx="333278" cy="355699"/>
            </a:xfrm>
            <a:custGeom>
              <a:avLst/>
              <a:gdLst>
                <a:gd name="connsiteX0" fmla="*/ 129270 w 333278"/>
                <a:gd name="connsiteY0" fmla="*/ 190035 h 355699"/>
                <a:gd name="connsiteX1" fmla="*/ 3804 w 333278"/>
                <a:gd name="connsiteY1" fmla="*/ 346188 h 355699"/>
                <a:gd name="connsiteX2" fmla="*/ 623 w 333278"/>
                <a:gd name="connsiteY2" fmla="*/ 351879 h 355699"/>
                <a:gd name="connsiteX3" fmla="*/ 10166 w 333278"/>
                <a:gd name="connsiteY3" fmla="*/ 355792 h 355699"/>
                <a:gd name="connsiteX4" fmla="*/ 303154 w 333278"/>
                <a:gd name="connsiteY4" fmla="*/ 355792 h 355699"/>
                <a:gd name="connsiteX5" fmla="*/ 333549 w 333278"/>
                <a:gd name="connsiteY5" fmla="*/ 267222 h 355699"/>
                <a:gd name="connsiteX6" fmla="*/ 324713 w 333278"/>
                <a:gd name="connsiteY6" fmla="*/ 267222 h 355699"/>
                <a:gd name="connsiteX7" fmla="*/ 262157 w 333278"/>
                <a:gd name="connsiteY7" fmla="*/ 325913 h 355699"/>
                <a:gd name="connsiteX8" fmla="*/ 180163 w 333278"/>
                <a:gd name="connsiteY8" fmla="*/ 336228 h 355699"/>
                <a:gd name="connsiteX9" fmla="*/ 29958 w 333278"/>
                <a:gd name="connsiteY9" fmla="*/ 336228 h 355699"/>
                <a:gd name="connsiteX10" fmla="*/ 152596 w 333278"/>
                <a:gd name="connsiteY10" fmla="*/ 183633 h 355699"/>
                <a:gd name="connsiteX11" fmla="*/ 155777 w 333278"/>
                <a:gd name="connsiteY11" fmla="*/ 177942 h 355699"/>
                <a:gd name="connsiteX12" fmla="*/ 153303 w 333278"/>
                <a:gd name="connsiteY12" fmla="*/ 172962 h 355699"/>
                <a:gd name="connsiteX13" fmla="*/ 38440 w 333278"/>
                <a:gd name="connsiteY13" fmla="*/ 14320 h 355699"/>
                <a:gd name="connsiteX14" fmla="*/ 178396 w 333278"/>
                <a:gd name="connsiteY14" fmla="*/ 14320 h 355699"/>
                <a:gd name="connsiteX15" fmla="*/ 324713 w 333278"/>
                <a:gd name="connsiteY15" fmla="*/ 83325 h 355699"/>
                <a:gd name="connsiteX16" fmla="*/ 333549 w 333278"/>
                <a:gd name="connsiteY16" fmla="*/ 83325 h 355699"/>
                <a:gd name="connsiteX17" fmla="*/ 303154 w 333278"/>
                <a:gd name="connsiteY17" fmla="*/ 92 h 355699"/>
                <a:gd name="connsiteX18" fmla="*/ 10166 w 333278"/>
                <a:gd name="connsiteY18" fmla="*/ 92 h 355699"/>
                <a:gd name="connsiteX19" fmla="*/ 270 w 333278"/>
                <a:gd name="connsiteY19" fmla="*/ 11474 h 355699"/>
                <a:gd name="connsiteX20" fmla="*/ 129270 w 333278"/>
                <a:gd name="connsiteY20" fmla="*/ 190035 h 355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33278" h="355699">
                  <a:moveTo>
                    <a:pt x="129270" y="190035"/>
                  </a:moveTo>
                  <a:lnTo>
                    <a:pt x="3804" y="346188"/>
                  </a:lnTo>
                  <a:cubicBezTo>
                    <a:pt x="977" y="349745"/>
                    <a:pt x="623" y="350456"/>
                    <a:pt x="623" y="351879"/>
                  </a:cubicBezTo>
                  <a:cubicBezTo>
                    <a:pt x="623" y="355792"/>
                    <a:pt x="3804" y="355792"/>
                    <a:pt x="10166" y="355792"/>
                  </a:cubicBezTo>
                  <a:lnTo>
                    <a:pt x="303154" y="355792"/>
                  </a:lnTo>
                  <a:lnTo>
                    <a:pt x="333549" y="267222"/>
                  </a:lnTo>
                  <a:lnTo>
                    <a:pt x="324713" y="267222"/>
                  </a:lnTo>
                  <a:cubicBezTo>
                    <a:pt x="315878" y="293900"/>
                    <a:pt x="292198" y="315597"/>
                    <a:pt x="262157" y="325913"/>
                  </a:cubicBezTo>
                  <a:cubicBezTo>
                    <a:pt x="256502" y="327691"/>
                    <a:pt x="232116" y="336228"/>
                    <a:pt x="180163" y="336228"/>
                  </a:cubicBezTo>
                  <a:lnTo>
                    <a:pt x="29958" y="336228"/>
                  </a:lnTo>
                  <a:lnTo>
                    <a:pt x="152596" y="183633"/>
                  </a:lnTo>
                  <a:cubicBezTo>
                    <a:pt x="155070" y="180431"/>
                    <a:pt x="155777" y="179364"/>
                    <a:pt x="155777" y="177942"/>
                  </a:cubicBezTo>
                  <a:cubicBezTo>
                    <a:pt x="155777" y="176519"/>
                    <a:pt x="155423" y="176163"/>
                    <a:pt x="153303" y="172962"/>
                  </a:cubicBezTo>
                  <a:lnTo>
                    <a:pt x="38440" y="14320"/>
                  </a:lnTo>
                  <a:lnTo>
                    <a:pt x="178396" y="14320"/>
                  </a:lnTo>
                  <a:cubicBezTo>
                    <a:pt x="218686" y="14320"/>
                    <a:pt x="299974" y="16809"/>
                    <a:pt x="324713" y="83325"/>
                  </a:cubicBezTo>
                  <a:lnTo>
                    <a:pt x="333549" y="83325"/>
                  </a:lnTo>
                  <a:lnTo>
                    <a:pt x="303154" y="92"/>
                  </a:lnTo>
                  <a:lnTo>
                    <a:pt x="10166" y="92"/>
                  </a:lnTo>
                  <a:cubicBezTo>
                    <a:pt x="623" y="92"/>
                    <a:pt x="270" y="447"/>
                    <a:pt x="270" y="11474"/>
                  </a:cubicBezTo>
                  <a:lnTo>
                    <a:pt x="129270" y="190035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91FE0E85-5D30-A594-10F9-4F8D4C223CFC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3135051" y="7311519"/>
              <a:ext cx="121719" cy="175288"/>
            </a:xfrm>
            <a:custGeom>
              <a:avLst/>
              <a:gdLst>
                <a:gd name="connsiteX0" fmla="*/ 59161 w 121719"/>
                <a:gd name="connsiteY0" fmla="*/ 7564 h 175288"/>
                <a:gd name="connsiteX1" fmla="*/ 60151 w 121719"/>
                <a:gd name="connsiteY1" fmla="*/ 3580 h 175288"/>
                <a:gd name="connsiteX2" fmla="*/ 56192 w 121719"/>
                <a:gd name="connsiteY2" fmla="*/ 94 h 175288"/>
                <a:gd name="connsiteX3" fmla="*/ 24525 w 121719"/>
                <a:gd name="connsiteY3" fmla="*/ 2584 h 175288"/>
                <a:gd name="connsiteX4" fmla="*/ 19083 w 121719"/>
                <a:gd name="connsiteY4" fmla="*/ 8311 h 175288"/>
                <a:gd name="connsiteX5" fmla="*/ 25515 w 121719"/>
                <a:gd name="connsiteY5" fmla="*/ 11797 h 175288"/>
                <a:gd name="connsiteX6" fmla="*/ 37390 w 121719"/>
                <a:gd name="connsiteY6" fmla="*/ 15531 h 175288"/>
                <a:gd name="connsiteX7" fmla="*/ 36400 w 121719"/>
                <a:gd name="connsiteY7" fmla="*/ 21009 h 175288"/>
                <a:gd name="connsiteX8" fmla="*/ 1518 w 121719"/>
                <a:gd name="connsiteY8" fmla="*/ 161938 h 175288"/>
                <a:gd name="connsiteX9" fmla="*/ 281 w 121719"/>
                <a:gd name="connsiteY9" fmla="*/ 167415 h 175288"/>
                <a:gd name="connsiteX10" fmla="*/ 8692 w 121719"/>
                <a:gd name="connsiteY10" fmla="*/ 175383 h 175288"/>
                <a:gd name="connsiteX11" fmla="*/ 20072 w 121719"/>
                <a:gd name="connsiteY11" fmla="*/ 164925 h 175288"/>
                <a:gd name="connsiteX12" fmla="*/ 32195 w 121719"/>
                <a:gd name="connsiteY12" fmla="*/ 116621 h 175288"/>
                <a:gd name="connsiteX13" fmla="*/ 63862 w 121719"/>
                <a:gd name="connsiteY13" fmla="*/ 137039 h 175288"/>
                <a:gd name="connsiteX14" fmla="*/ 63367 w 121719"/>
                <a:gd name="connsiteY14" fmla="*/ 142018 h 175288"/>
                <a:gd name="connsiteX15" fmla="*/ 62377 w 121719"/>
                <a:gd name="connsiteY15" fmla="*/ 149737 h 175288"/>
                <a:gd name="connsiteX16" fmla="*/ 88601 w 121719"/>
                <a:gd name="connsiteY16" fmla="*/ 175383 h 175288"/>
                <a:gd name="connsiteX17" fmla="*/ 120021 w 121719"/>
                <a:gd name="connsiteY17" fmla="*/ 137288 h 175288"/>
                <a:gd name="connsiteX18" fmla="*/ 116062 w 121719"/>
                <a:gd name="connsiteY18" fmla="*/ 134051 h 175288"/>
                <a:gd name="connsiteX19" fmla="*/ 111114 w 121719"/>
                <a:gd name="connsiteY19" fmla="*/ 140026 h 175288"/>
                <a:gd name="connsiteX20" fmla="*/ 89343 w 121719"/>
                <a:gd name="connsiteY20" fmla="*/ 168411 h 175288"/>
                <a:gd name="connsiteX21" fmla="*/ 80685 w 121719"/>
                <a:gd name="connsiteY21" fmla="*/ 155464 h 175288"/>
                <a:gd name="connsiteX22" fmla="*/ 82169 w 121719"/>
                <a:gd name="connsiteY22" fmla="*/ 144259 h 175288"/>
                <a:gd name="connsiteX23" fmla="*/ 83406 w 121719"/>
                <a:gd name="connsiteY23" fmla="*/ 136541 h 175288"/>
                <a:gd name="connsiteX24" fmla="*/ 43328 w 121719"/>
                <a:gd name="connsiteY24" fmla="*/ 110148 h 175288"/>
                <a:gd name="connsiteX25" fmla="*/ 63862 w 121719"/>
                <a:gd name="connsiteY25" fmla="*/ 93714 h 175288"/>
                <a:gd name="connsiteX26" fmla="*/ 102703 w 121719"/>
                <a:gd name="connsiteY26" fmla="*/ 70060 h 175288"/>
                <a:gd name="connsiteX27" fmla="*/ 110867 w 121719"/>
                <a:gd name="connsiteY27" fmla="*/ 73297 h 175288"/>
                <a:gd name="connsiteX28" fmla="*/ 98002 w 121719"/>
                <a:gd name="connsiteY28" fmla="*/ 87241 h 175288"/>
                <a:gd name="connsiteX29" fmla="*/ 107898 w 121719"/>
                <a:gd name="connsiteY29" fmla="*/ 96453 h 175288"/>
                <a:gd name="connsiteX30" fmla="*/ 122000 w 121719"/>
                <a:gd name="connsiteY30" fmla="*/ 80518 h 175288"/>
                <a:gd name="connsiteX31" fmla="*/ 102950 w 121719"/>
                <a:gd name="connsiteY31" fmla="*/ 63088 h 175288"/>
                <a:gd name="connsiteX32" fmla="*/ 63367 w 121719"/>
                <a:gd name="connsiteY32" fmla="*/ 85000 h 175288"/>
                <a:gd name="connsiteX33" fmla="*/ 34669 w 121719"/>
                <a:gd name="connsiteY33" fmla="*/ 106911 h 175288"/>
                <a:gd name="connsiteX34" fmla="*/ 59161 w 121719"/>
                <a:gd name="connsiteY34" fmla="*/ 7564 h 175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719" h="175288">
                  <a:moveTo>
                    <a:pt x="59161" y="7564"/>
                  </a:moveTo>
                  <a:cubicBezTo>
                    <a:pt x="59408" y="7066"/>
                    <a:pt x="60151" y="3829"/>
                    <a:pt x="60151" y="3580"/>
                  </a:cubicBezTo>
                  <a:cubicBezTo>
                    <a:pt x="60151" y="2335"/>
                    <a:pt x="59161" y="94"/>
                    <a:pt x="56192" y="94"/>
                  </a:cubicBezTo>
                  <a:cubicBezTo>
                    <a:pt x="51244" y="94"/>
                    <a:pt x="30710" y="2086"/>
                    <a:pt x="24525" y="2584"/>
                  </a:cubicBezTo>
                  <a:cubicBezTo>
                    <a:pt x="22546" y="2833"/>
                    <a:pt x="19083" y="3082"/>
                    <a:pt x="19083" y="8311"/>
                  </a:cubicBezTo>
                  <a:cubicBezTo>
                    <a:pt x="19083" y="11797"/>
                    <a:pt x="22546" y="11797"/>
                    <a:pt x="25515" y="11797"/>
                  </a:cubicBezTo>
                  <a:cubicBezTo>
                    <a:pt x="37390" y="11797"/>
                    <a:pt x="37390" y="13539"/>
                    <a:pt x="37390" y="15531"/>
                  </a:cubicBezTo>
                  <a:cubicBezTo>
                    <a:pt x="37390" y="17274"/>
                    <a:pt x="36895" y="18768"/>
                    <a:pt x="36400" y="21009"/>
                  </a:cubicBezTo>
                  <a:lnTo>
                    <a:pt x="1518" y="161938"/>
                  </a:lnTo>
                  <a:cubicBezTo>
                    <a:pt x="281" y="166419"/>
                    <a:pt x="281" y="166917"/>
                    <a:pt x="281" y="167415"/>
                  </a:cubicBezTo>
                  <a:cubicBezTo>
                    <a:pt x="281" y="171150"/>
                    <a:pt x="3249" y="175383"/>
                    <a:pt x="8692" y="175383"/>
                  </a:cubicBezTo>
                  <a:cubicBezTo>
                    <a:pt x="15372" y="175383"/>
                    <a:pt x="18588" y="170403"/>
                    <a:pt x="20072" y="164925"/>
                  </a:cubicBezTo>
                  <a:cubicBezTo>
                    <a:pt x="20567" y="163929"/>
                    <a:pt x="31205" y="120107"/>
                    <a:pt x="32195" y="116621"/>
                  </a:cubicBezTo>
                  <a:cubicBezTo>
                    <a:pt x="49760" y="118364"/>
                    <a:pt x="63862" y="124091"/>
                    <a:pt x="63862" y="137039"/>
                  </a:cubicBezTo>
                  <a:cubicBezTo>
                    <a:pt x="63862" y="138283"/>
                    <a:pt x="63862" y="139528"/>
                    <a:pt x="63367" y="142018"/>
                  </a:cubicBezTo>
                  <a:cubicBezTo>
                    <a:pt x="62377" y="145753"/>
                    <a:pt x="62377" y="146998"/>
                    <a:pt x="62377" y="149737"/>
                  </a:cubicBezTo>
                  <a:cubicBezTo>
                    <a:pt x="62377" y="167415"/>
                    <a:pt x="76726" y="175383"/>
                    <a:pt x="88601" y="175383"/>
                  </a:cubicBezTo>
                  <a:cubicBezTo>
                    <a:pt x="112599" y="175383"/>
                    <a:pt x="120021" y="137537"/>
                    <a:pt x="120021" y="137288"/>
                  </a:cubicBezTo>
                  <a:cubicBezTo>
                    <a:pt x="120021" y="134051"/>
                    <a:pt x="116804" y="134051"/>
                    <a:pt x="116062" y="134051"/>
                  </a:cubicBezTo>
                  <a:cubicBezTo>
                    <a:pt x="112599" y="134051"/>
                    <a:pt x="112351" y="135296"/>
                    <a:pt x="111114" y="140026"/>
                  </a:cubicBezTo>
                  <a:cubicBezTo>
                    <a:pt x="108146" y="150733"/>
                    <a:pt x="101466" y="168411"/>
                    <a:pt x="89343" y="168411"/>
                  </a:cubicBezTo>
                  <a:cubicBezTo>
                    <a:pt x="82664" y="168411"/>
                    <a:pt x="80685" y="162187"/>
                    <a:pt x="80685" y="155464"/>
                  </a:cubicBezTo>
                  <a:cubicBezTo>
                    <a:pt x="80685" y="151231"/>
                    <a:pt x="80685" y="150733"/>
                    <a:pt x="82169" y="144259"/>
                  </a:cubicBezTo>
                  <a:cubicBezTo>
                    <a:pt x="82416" y="143512"/>
                    <a:pt x="83406" y="139279"/>
                    <a:pt x="83406" y="136541"/>
                  </a:cubicBezTo>
                  <a:cubicBezTo>
                    <a:pt x="83406" y="114380"/>
                    <a:pt x="53718" y="110895"/>
                    <a:pt x="43328" y="110148"/>
                  </a:cubicBezTo>
                  <a:cubicBezTo>
                    <a:pt x="50502" y="105666"/>
                    <a:pt x="59656" y="97449"/>
                    <a:pt x="63862" y="93714"/>
                  </a:cubicBezTo>
                  <a:cubicBezTo>
                    <a:pt x="76479" y="81763"/>
                    <a:pt x="88849" y="70060"/>
                    <a:pt x="102703" y="70060"/>
                  </a:cubicBezTo>
                  <a:cubicBezTo>
                    <a:pt x="105672" y="70060"/>
                    <a:pt x="108888" y="70807"/>
                    <a:pt x="110867" y="73297"/>
                  </a:cubicBezTo>
                  <a:cubicBezTo>
                    <a:pt x="100229" y="75040"/>
                    <a:pt x="98002" y="83506"/>
                    <a:pt x="98002" y="87241"/>
                  </a:cubicBezTo>
                  <a:cubicBezTo>
                    <a:pt x="98002" y="92718"/>
                    <a:pt x="102208" y="96453"/>
                    <a:pt x="107898" y="96453"/>
                  </a:cubicBezTo>
                  <a:cubicBezTo>
                    <a:pt x="114578" y="96453"/>
                    <a:pt x="122000" y="90975"/>
                    <a:pt x="122000" y="80518"/>
                  </a:cubicBezTo>
                  <a:cubicBezTo>
                    <a:pt x="122000" y="72301"/>
                    <a:pt x="116062" y="63088"/>
                    <a:pt x="102950" y="63088"/>
                  </a:cubicBezTo>
                  <a:cubicBezTo>
                    <a:pt x="88849" y="63088"/>
                    <a:pt x="75984" y="73297"/>
                    <a:pt x="63367" y="85000"/>
                  </a:cubicBezTo>
                  <a:cubicBezTo>
                    <a:pt x="52976" y="94959"/>
                    <a:pt x="44812" y="102678"/>
                    <a:pt x="34669" y="106911"/>
                  </a:cubicBezTo>
                  <a:lnTo>
                    <a:pt x="59161" y="7564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F35B4D7-14E8-D751-DBC4-0A6FF4830542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3128124" y="7604791"/>
              <a:ext cx="74961" cy="167570"/>
            </a:xfrm>
            <a:custGeom>
              <a:avLst/>
              <a:gdLst>
                <a:gd name="connsiteX0" fmla="*/ 68809 w 74961"/>
                <a:gd name="connsiteY0" fmla="*/ 9564 h 167570"/>
                <a:gd name="connsiteX1" fmla="*/ 58914 w 74961"/>
                <a:gd name="connsiteY1" fmla="*/ 102 h 167570"/>
                <a:gd name="connsiteX2" fmla="*/ 45059 w 74961"/>
                <a:gd name="connsiteY2" fmla="*/ 13796 h 167570"/>
                <a:gd name="connsiteX3" fmla="*/ 54955 w 74961"/>
                <a:gd name="connsiteY3" fmla="*/ 23258 h 167570"/>
                <a:gd name="connsiteX4" fmla="*/ 68809 w 74961"/>
                <a:gd name="connsiteY4" fmla="*/ 9564 h 167570"/>
                <a:gd name="connsiteX5" fmla="*/ 18341 w 74961"/>
                <a:gd name="connsiteY5" fmla="*/ 136051 h 167570"/>
                <a:gd name="connsiteX6" fmla="*/ 16114 w 74961"/>
                <a:gd name="connsiteY6" fmla="*/ 146508 h 167570"/>
                <a:gd name="connsiteX7" fmla="*/ 39617 w 74961"/>
                <a:gd name="connsiteY7" fmla="*/ 167672 h 167570"/>
                <a:gd name="connsiteX8" fmla="*/ 75242 w 74961"/>
                <a:gd name="connsiteY8" fmla="*/ 129577 h 167570"/>
                <a:gd name="connsiteX9" fmla="*/ 71283 w 74961"/>
                <a:gd name="connsiteY9" fmla="*/ 126340 h 167570"/>
                <a:gd name="connsiteX10" fmla="*/ 66583 w 74961"/>
                <a:gd name="connsiteY10" fmla="*/ 130573 h 167570"/>
                <a:gd name="connsiteX11" fmla="*/ 40359 w 74961"/>
                <a:gd name="connsiteY11" fmla="*/ 160701 h 167570"/>
                <a:gd name="connsiteX12" fmla="*/ 34174 w 74961"/>
                <a:gd name="connsiteY12" fmla="*/ 151986 h 167570"/>
                <a:gd name="connsiteX13" fmla="*/ 38132 w 74961"/>
                <a:gd name="connsiteY13" fmla="*/ 136051 h 167570"/>
                <a:gd name="connsiteX14" fmla="*/ 46049 w 74961"/>
                <a:gd name="connsiteY14" fmla="*/ 116131 h 167570"/>
                <a:gd name="connsiteX15" fmla="*/ 58171 w 74961"/>
                <a:gd name="connsiteY15" fmla="*/ 84510 h 167570"/>
                <a:gd name="connsiteX16" fmla="*/ 59656 w 74961"/>
                <a:gd name="connsiteY16" fmla="*/ 76542 h 167570"/>
                <a:gd name="connsiteX17" fmla="*/ 36153 w 74961"/>
                <a:gd name="connsiteY17" fmla="*/ 55378 h 167570"/>
                <a:gd name="connsiteX18" fmla="*/ 281 w 74961"/>
                <a:gd name="connsiteY18" fmla="*/ 93473 h 167570"/>
                <a:gd name="connsiteX19" fmla="*/ 4486 w 74961"/>
                <a:gd name="connsiteY19" fmla="*/ 96710 h 167570"/>
                <a:gd name="connsiteX20" fmla="*/ 8939 w 74961"/>
                <a:gd name="connsiteY20" fmla="*/ 92726 h 167570"/>
                <a:gd name="connsiteX21" fmla="*/ 35411 w 74961"/>
                <a:gd name="connsiteY21" fmla="*/ 62350 h 167570"/>
                <a:gd name="connsiteX22" fmla="*/ 41596 w 74961"/>
                <a:gd name="connsiteY22" fmla="*/ 71064 h 167570"/>
                <a:gd name="connsiteX23" fmla="*/ 33927 w 74961"/>
                <a:gd name="connsiteY23" fmla="*/ 95963 h 167570"/>
                <a:gd name="connsiteX24" fmla="*/ 18341 w 74961"/>
                <a:gd name="connsiteY24" fmla="*/ 136051 h 167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961" h="167570">
                  <a:moveTo>
                    <a:pt x="68809" y="9564"/>
                  </a:moveTo>
                  <a:cubicBezTo>
                    <a:pt x="68809" y="5580"/>
                    <a:pt x="65841" y="102"/>
                    <a:pt x="58914" y="102"/>
                  </a:cubicBezTo>
                  <a:cubicBezTo>
                    <a:pt x="52234" y="102"/>
                    <a:pt x="45059" y="6576"/>
                    <a:pt x="45059" y="13796"/>
                  </a:cubicBezTo>
                  <a:cubicBezTo>
                    <a:pt x="45059" y="18029"/>
                    <a:pt x="48276" y="23258"/>
                    <a:pt x="54955" y="23258"/>
                  </a:cubicBezTo>
                  <a:cubicBezTo>
                    <a:pt x="62130" y="23258"/>
                    <a:pt x="68809" y="16286"/>
                    <a:pt x="68809" y="9564"/>
                  </a:cubicBezTo>
                  <a:close/>
                  <a:moveTo>
                    <a:pt x="18341" y="136051"/>
                  </a:moveTo>
                  <a:cubicBezTo>
                    <a:pt x="17351" y="139287"/>
                    <a:pt x="16114" y="142275"/>
                    <a:pt x="16114" y="146508"/>
                  </a:cubicBezTo>
                  <a:cubicBezTo>
                    <a:pt x="16114" y="158211"/>
                    <a:pt x="26010" y="167672"/>
                    <a:pt x="39617" y="167672"/>
                  </a:cubicBezTo>
                  <a:cubicBezTo>
                    <a:pt x="64356" y="167672"/>
                    <a:pt x="75242" y="133312"/>
                    <a:pt x="75242" y="129577"/>
                  </a:cubicBezTo>
                  <a:cubicBezTo>
                    <a:pt x="75242" y="126340"/>
                    <a:pt x="72026" y="126340"/>
                    <a:pt x="71283" y="126340"/>
                  </a:cubicBezTo>
                  <a:cubicBezTo>
                    <a:pt x="67820" y="126340"/>
                    <a:pt x="67573" y="127834"/>
                    <a:pt x="66583" y="130573"/>
                  </a:cubicBezTo>
                  <a:cubicBezTo>
                    <a:pt x="60893" y="150492"/>
                    <a:pt x="50007" y="160701"/>
                    <a:pt x="40359" y="160701"/>
                  </a:cubicBezTo>
                  <a:cubicBezTo>
                    <a:pt x="35411" y="160701"/>
                    <a:pt x="34174" y="157464"/>
                    <a:pt x="34174" y="151986"/>
                  </a:cubicBezTo>
                  <a:cubicBezTo>
                    <a:pt x="34174" y="146259"/>
                    <a:pt x="35906" y="141528"/>
                    <a:pt x="38132" y="136051"/>
                  </a:cubicBezTo>
                  <a:cubicBezTo>
                    <a:pt x="40606" y="129328"/>
                    <a:pt x="43328" y="122605"/>
                    <a:pt x="46049" y="116131"/>
                  </a:cubicBezTo>
                  <a:cubicBezTo>
                    <a:pt x="48276" y="110156"/>
                    <a:pt x="57182" y="87497"/>
                    <a:pt x="58171" y="84510"/>
                  </a:cubicBezTo>
                  <a:cubicBezTo>
                    <a:pt x="58914" y="82020"/>
                    <a:pt x="59656" y="79032"/>
                    <a:pt x="59656" y="76542"/>
                  </a:cubicBezTo>
                  <a:cubicBezTo>
                    <a:pt x="59656" y="64839"/>
                    <a:pt x="49760" y="55378"/>
                    <a:pt x="36153" y="55378"/>
                  </a:cubicBezTo>
                  <a:cubicBezTo>
                    <a:pt x="11661" y="55378"/>
                    <a:pt x="281" y="89240"/>
                    <a:pt x="281" y="93473"/>
                  </a:cubicBezTo>
                  <a:cubicBezTo>
                    <a:pt x="281" y="96710"/>
                    <a:pt x="3744" y="96710"/>
                    <a:pt x="4486" y="96710"/>
                  </a:cubicBezTo>
                  <a:cubicBezTo>
                    <a:pt x="7950" y="96710"/>
                    <a:pt x="8197" y="95465"/>
                    <a:pt x="8939" y="92726"/>
                  </a:cubicBezTo>
                  <a:cubicBezTo>
                    <a:pt x="15372" y="71313"/>
                    <a:pt x="26257" y="62350"/>
                    <a:pt x="35411" y="62350"/>
                  </a:cubicBezTo>
                  <a:cubicBezTo>
                    <a:pt x="39369" y="62350"/>
                    <a:pt x="41596" y="64341"/>
                    <a:pt x="41596" y="71064"/>
                  </a:cubicBezTo>
                  <a:cubicBezTo>
                    <a:pt x="41596" y="76791"/>
                    <a:pt x="40111" y="80526"/>
                    <a:pt x="33927" y="95963"/>
                  </a:cubicBezTo>
                  <a:lnTo>
                    <a:pt x="18341" y="136051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358D8252-A640-4740-6502-F0608FA6C353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3232924" y="7599314"/>
              <a:ext cx="48949" cy="92659"/>
            </a:xfrm>
            <a:custGeom>
              <a:avLst/>
              <a:gdLst>
                <a:gd name="connsiteX0" fmla="*/ 47465 w 48949"/>
                <a:gd name="connsiteY0" fmla="*/ 16818 h 92659"/>
                <a:gd name="connsiteX1" fmla="*/ 49233 w 48949"/>
                <a:gd name="connsiteY1" fmla="*/ 10593 h 92659"/>
                <a:gd name="connsiteX2" fmla="*/ 38276 w 48949"/>
                <a:gd name="connsiteY2" fmla="*/ 100 h 92659"/>
                <a:gd name="connsiteX3" fmla="*/ 28204 w 48949"/>
                <a:gd name="connsiteY3" fmla="*/ 8281 h 92659"/>
                <a:gd name="connsiteX4" fmla="*/ 990 w 48949"/>
                <a:gd name="connsiteY4" fmla="*/ 85290 h 92659"/>
                <a:gd name="connsiteX5" fmla="*/ 283 w 48949"/>
                <a:gd name="connsiteY5" fmla="*/ 88136 h 92659"/>
                <a:gd name="connsiteX6" fmla="*/ 7882 w 48949"/>
                <a:gd name="connsiteY6" fmla="*/ 92760 h 92659"/>
                <a:gd name="connsiteX7" fmla="*/ 10886 w 48949"/>
                <a:gd name="connsiteY7" fmla="*/ 89736 h 92659"/>
                <a:gd name="connsiteX8" fmla="*/ 47465 w 48949"/>
                <a:gd name="connsiteY8" fmla="*/ 16818 h 92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949" h="92659">
                  <a:moveTo>
                    <a:pt x="47465" y="16818"/>
                  </a:moveTo>
                  <a:cubicBezTo>
                    <a:pt x="47642" y="16640"/>
                    <a:pt x="49233" y="13261"/>
                    <a:pt x="49233" y="10593"/>
                  </a:cubicBezTo>
                  <a:cubicBezTo>
                    <a:pt x="49233" y="4191"/>
                    <a:pt x="43578" y="100"/>
                    <a:pt x="38276" y="100"/>
                  </a:cubicBezTo>
                  <a:cubicBezTo>
                    <a:pt x="31031" y="100"/>
                    <a:pt x="29087" y="5613"/>
                    <a:pt x="28204" y="8281"/>
                  </a:cubicBezTo>
                  <a:lnTo>
                    <a:pt x="990" y="85290"/>
                  </a:lnTo>
                  <a:cubicBezTo>
                    <a:pt x="283" y="87424"/>
                    <a:pt x="283" y="87958"/>
                    <a:pt x="283" y="88136"/>
                  </a:cubicBezTo>
                  <a:cubicBezTo>
                    <a:pt x="283" y="90981"/>
                    <a:pt x="7705" y="92760"/>
                    <a:pt x="7882" y="92760"/>
                  </a:cubicBezTo>
                  <a:cubicBezTo>
                    <a:pt x="9472" y="92760"/>
                    <a:pt x="9826" y="91871"/>
                    <a:pt x="10886" y="89736"/>
                  </a:cubicBezTo>
                  <a:lnTo>
                    <a:pt x="47465" y="16818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6614C5DF-5611-7661-1BDE-DCE809EF49C8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3329405" y="7674010"/>
              <a:ext cx="182084" cy="66978"/>
            </a:xfrm>
            <a:custGeom>
              <a:avLst/>
              <a:gdLst>
                <a:gd name="connsiteX0" fmla="*/ 172969 w 182084"/>
                <a:gd name="connsiteY0" fmla="*/ 12303 h 66978"/>
                <a:gd name="connsiteX1" fmla="*/ 182370 w 182084"/>
                <a:gd name="connsiteY1" fmla="*/ 6078 h 66978"/>
                <a:gd name="connsiteX2" fmla="*/ 173216 w 182084"/>
                <a:gd name="connsiteY2" fmla="*/ 102 h 66978"/>
                <a:gd name="connsiteX3" fmla="*/ 9440 w 182084"/>
                <a:gd name="connsiteY3" fmla="*/ 102 h 66978"/>
                <a:gd name="connsiteX4" fmla="*/ 286 w 182084"/>
                <a:gd name="connsiteY4" fmla="*/ 6078 h 66978"/>
                <a:gd name="connsiteX5" fmla="*/ 9687 w 182084"/>
                <a:gd name="connsiteY5" fmla="*/ 12303 h 66978"/>
                <a:gd name="connsiteX6" fmla="*/ 172969 w 182084"/>
                <a:gd name="connsiteY6" fmla="*/ 12303 h 66978"/>
                <a:gd name="connsiteX7" fmla="*/ 173216 w 182084"/>
                <a:gd name="connsiteY7" fmla="*/ 67080 h 66978"/>
                <a:gd name="connsiteX8" fmla="*/ 182370 w 182084"/>
                <a:gd name="connsiteY8" fmla="*/ 61105 h 66978"/>
                <a:gd name="connsiteX9" fmla="*/ 172969 w 182084"/>
                <a:gd name="connsiteY9" fmla="*/ 54880 h 66978"/>
                <a:gd name="connsiteX10" fmla="*/ 9687 w 182084"/>
                <a:gd name="connsiteY10" fmla="*/ 54880 h 66978"/>
                <a:gd name="connsiteX11" fmla="*/ 286 w 182084"/>
                <a:gd name="connsiteY11" fmla="*/ 61105 h 66978"/>
                <a:gd name="connsiteX12" fmla="*/ 9440 w 182084"/>
                <a:gd name="connsiteY12" fmla="*/ 67080 h 66978"/>
                <a:gd name="connsiteX13" fmla="*/ 173216 w 182084"/>
                <a:gd name="connsiteY13" fmla="*/ 67080 h 66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2084" h="66978">
                  <a:moveTo>
                    <a:pt x="172969" y="12303"/>
                  </a:moveTo>
                  <a:cubicBezTo>
                    <a:pt x="176680" y="12303"/>
                    <a:pt x="182370" y="12303"/>
                    <a:pt x="182370" y="6078"/>
                  </a:cubicBezTo>
                  <a:cubicBezTo>
                    <a:pt x="182370" y="102"/>
                    <a:pt x="176433" y="102"/>
                    <a:pt x="173216" y="102"/>
                  </a:cubicBezTo>
                  <a:lnTo>
                    <a:pt x="9440" y="102"/>
                  </a:lnTo>
                  <a:cubicBezTo>
                    <a:pt x="6224" y="102"/>
                    <a:pt x="286" y="102"/>
                    <a:pt x="286" y="6078"/>
                  </a:cubicBezTo>
                  <a:cubicBezTo>
                    <a:pt x="286" y="12303"/>
                    <a:pt x="5976" y="12303"/>
                    <a:pt x="9687" y="12303"/>
                  </a:cubicBezTo>
                  <a:lnTo>
                    <a:pt x="172969" y="12303"/>
                  </a:lnTo>
                  <a:close/>
                  <a:moveTo>
                    <a:pt x="173216" y="67080"/>
                  </a:moveTo>
                  <a:cubicBezTo>
                    <a:pt x="176433" y="67080"/>
                    <a:pt x="182370" y="67080"/>
                    <a:pt x="182370" y="61105"/>
                  </a:cubicBezTo>
                  <a:cubicBezTo>
                    <a:pt x="182370" y="54880"/>
                    <a:pt x="176680" y="54880"/>
                    <a:pt x="172969" y="54880"/>
                  </a:cubicBezTo>
                  <a:lnTo>
                    <a:pt x="9687" y="54880"/>
                  </a:lnTo>
                  <a:cubicBezTo>
                    <a:pt x="5976" y="54880"/>
                    <a:pt x="286" y="54880"/>
                    <a:pt x="286" y="61105"/>
                  </a:cubicBezTo>
                  <a:cubicBezTo>
                    <a:pt x="286" y="67080"/>
                    <a:pt x="6224" y="67080"/>
                    <a:pt x="9440" y="67080"/>
                  </a:cubicBezTo>
                  <a:lnTo>
                    <a:pt x="173216" y="67080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7D3D2445-DAB3-9D11-244B-563652AAC128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3556017" y="7604542"/>
              <a:ext cx="90052" cy="165329"/>
            </a:xfrm>
            <a:custGeom>
              <a:avLst/>
              <a:gdLst>
                <a:gd name="connsiteX0" fmla="*/ 56204 w 90052"/>
                <a:gd name="connsiteY0" fmla="*/ 7074 h 165329"/>
                <a:gd name="connsiteX1" fmla="*/ 48782 w 90052"/>
                <a:gd name="connsiteY1" fmla="*/ 102 h 165329"/>
                <a:gd name="connsiteX2" fmla="*/ 292 w 90052"/>
                <a:gd name="connsiteY2" fmla="*/ 16037 h 165329"/>
                <a:gd name="connsiteX3" fmla="*/ 292 w 90052"/>
                <a:gd name="connsiteY3" fmla="*/ 25001 h 165329"/>
                <a:gd name="connsiteX4" fmla="*/ 36165 w 90052"/>
                <a:gd name="connsiteY4" fmla="*/ 18029 h 165329"/>
                <a:gd name="connsiteX5" fmla="*/ 36165 w 90052"/>
                <a:gd name="connsiteY5" fmla="*/ 145014 h 165329"/>
                <a:gd name="connsiteX6" fmla="*/ 11425 w 90052"/>
                <a:gd name="connsiteY6" fmla="*/ 156468 h 165329"/>
                <a:gd name="connsiteX7" fmla="*/ 2024 w 90052"/>
                <a:gd name="connsiteY7" fmla="*/ 156468 h 165329"/>
                <a:gd name="connsiteX8" fmla="*/ 2024 w 90052"/>
                <a:gd name="connsiteY8" fmla="*/ 165431 h 165329"/>
                <a:gd name="connsiteX9" fmla="*/ 46061 w 90052"/>
                <a:gd name="connsiteY9" fmla="*/ 164435 h 165329"/>
                <a:gd name="connsiteX10" fmla="*/ 90345 w 90052"/>
                <a:gd name="connsiteY10" fmla="*/ 165431 h 165329"/>
                <a:gd name="connsiteX11" fmla="*/ 90345 w 90052"/>
                <a:gd name="connsiteY11" fmla="*/ 156468 h 165329"/>
                <a:gd name="connsiteX12" fmla="*/ 80944 w 90052"/>
                <a:gd name="connsiteY12" fmla="*/ 156468 h 165329"/>
                <a:gd name="connsiteX13" fmla="*/ 56204 w 90052"/>
                <a:gd name="connsiteY13" fmla="*/ 145014 h 165329"/>
                <a:gd name="connsiteX14" fmla="*/ 56204 w 90052"/>
                <a:gd name="connsiteY14" fmla="*/ 7074 h 16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052" h="165329">
                  <a:moveTo>
                    <a:pt x="56204" y="7074"/>
                  </a:moveTo>
                  <a:cubicBezTo>
                    <a:pt x="56204" y="351"/>
                    <a:pt x="55709" y="102"/>
                    <a:pt x="48782" y="102"/>
                  </a:cubicBezTo>
                  <a:cubicBezTo>
                    <a:pt x="32949" y="15788"/>
                    <a:pt x="10436" y="16037"/>
                    <a:pt x="292" y="16037"/>
                  </a:cubicBezTo>
                  <a:lnTo>
                    <a:pt x="292" y="25001"/>
                  </a:lnTo>
                  <a:cubicBezTo>
                    <a:pt x="6230" y="25001"/>
                    <a:pt x="22558" y="25001"/>
                    <a:pt x="36165" y="18029"/>
                  </a:cubicBezTo>
                  <a:lnTo>
                    <a:pt x="36165" y="145014"/>
                  </a:lnTo>
                  <a:cubicBezTo>
                    <a:pt x="36165" y="153231"/>
                    <a:pt x="36165" y="156468"/>
                    <a:pt x="11425" y="156468"/>
                  </a:cubicBezTo>
                  <a:lnTo>
                    <a:pt x="2024" y="156468"/>
                  </a:lnTo>
                  <a:lnTo>
                    <a:pt x="2024" y="165431"/>
                  </a:lnTo>
                  <a:cubicBezTo>
                    <a:pt x="6477" y="165182"/>
                    <a:pt x="36907" y="164435"/>
                    <a:pt x="46061" y="164435"/>
                  </a:cubicBezTo>
                  <a:cubicBezTo>
                    <a:pt x="53730" y="164435"/>
                    <a:pt x="84902" y="165182"/>
                    <a:pt x="90345" y="165431"/>
                  </a:cubicBezTo>
                  <a:lnTo>
                    <a:pt x="90345" y="156468"/>
                  </a:lnTo>
                  <a:lnTo>
                    <a:pt x="80944" y="156468"/>
                  </a:lnTo>
                  <a:cubicBezTo>
                    <a:pt x="56204" y="156468"/>
                    <a:pt x="56204" y="153231"/>
                    <a:pt x="56204" y="145014"/>
                  </a:cubicBezTo>
                  <a:lnTo>
                    <a:pt x="56204" y="7074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02DB30D-B004-79AF-C7B9-0F50305B6893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3762761" y="7505940"/>
              <a:ext cx="135714" cy="161132"/>
            </a:xfrm>
            <a:custGeom>
              <a:avLst/>
              <a:gdLst>
                <a:gd name="connsiteX0" fmla="*/ 50131 w 135714"/>
                <a:gd name="connsiteY0" fmla="*/ 75152 h 161132"/>
                <a:gd name="connsiteX1" fmla="*/ 104205 w 135714"/>
                <a:gd name="connsiteY1" fmla="*/ 66971 h 161132"/>
                <a:gd name="connsiteX2" fmla="*/ 130712 w 135714"/>
                <a:gd name="connsiteY2" fmla="*/ 30334 h 161132"/>
                <a:gd name="connsiteX3" fmla="*/ 92895 w 135714"/>
                <a:gd name="connsiteY3" fmla="*/ 99 h 161132"/>
                <a:gd name="connsiteX4" fmla="*/ 298 w 135714"/>
                <a:gd name="connsiteY4" fmla="*/ 96849 h 161132"/>
                <a:gd name="connsiteX5" fmla="*/ 55786 w 135714"/>
                <a:gd name="connsiteY5" fmla="*/ 161231 h 161132"/>
                <a:gd name="connsiteX6" fmla="*/ 136013 w 135714"/>
                <a:gd name="connsiteY6" fmla="*/ 119259 h 161132"/>
                <a:gd name="connsiteX7" fmla="*/ 131772 w 135714"/>
                <a:gd name="connsiteY7" fmla="*/ 114634 h 161132"/>
                <a:gd name="connsiteX8" fmla="*/ 127178 w 135714"/>
                <a:gd name="connsiteY8" fmla="*/ 118191 h 161132"/>
                <a:gd name="connsiteX9" fmla="*/ 56493 w 135714"/>
                <a:gd name="connsiteY9" fmla="*/ 153406 h 161132"/>
                <a:gd name="connsiteX10" fmla="*/ 25745 w 135714"/>
                <a:gd name="connsiteY10" fmla="*/ 112145 h 161132"/>
                <a:gd name="connsiteX11" fmla="*/ 31400 w 135714"/>
                <a:gd name="connsiteY11" fmla="*/ 75152 h 161132"/>
                <a:gd name="connsiteX12" fmla="*/ 50131 w 135714"/>
                <a:gd name="connsiteY12" fmla="*/ 75152 h 161132"/>
                <a:gd name="connsiteX13" fmla="*/ 33520 w 135714"/>
                <a:gd name="connsiteY13" fmla="*/ 67326 h 161132"/>
                <a:gd name="connsiteX14" fmla="*/ 92895 w 135714"/>
                <a:gd name="connsiteY14" fmla="*/ 7924 h 161132"/>
                <a:gd name="connsiteX15" fmla="*/ 119049 w 135714"/>
                <a:gd name="connsiteY15" fmla="*/ 30334 h 161132"/>
                <a:gd name="connsiteX16" fmla="*/ 48011 w 135714"/>
                <a:gd name="connsiteY16" fmla="*/ 67326 h 161132"/>
                <a:gd name="connsiteX17" fmla="*/ 33520 w 135714"/>
                <a:gd name="connsiteY17" fmla="*/ 67326 h 161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5714" h="161132">
                  <a:moveTo>
                    <a:pt x="50131" y="75152"/>
                  </a:moveTo>
                  <a:cubicBezTo>
                    <a:pt x="60380" y="75152"/>
                    <a:pt x="86534" y="74440"/>
                    <a:pt x="104205" y="66971"/>
                  </a:cubicBezTo>
                  <a:cubicBezTo>
                    <a:pt x="128945" y="56300"/>
                    <a:pt x="130712" y="35313"/>
                    <a:pt x="130712" y="30334"/>
                  </a:cubicBezTo>
                  <a:cubicBezTo>
                    <a:pt x="130712" y="14683"/>
                    <a:pt x="117282" y="99"/>
                    <a:pt x="92895" y="99"/>
                  </a:cubicBezTo>
                  <a:cubicBezTo>
                    <a:pt x="53665" y="99"/>
                    <a:pt x="298" y="34602"/>
                    <a:pt x="298" y="96849"/>
                  </a:cubicBezTo>
                  <a:cubicBezTo>
                    <a:pt x="298" y="133131"/>
                    <a:pt x="21150" y="161231"/>
                    <a:pt x="55786" y="161231"/>
                  </a:cubicBezTo>
                  <a:cubicBezTo>
                    <a:pt x="106326" y="161231"/>
                    <a:pt x="136013" y="123527"/>
                    <a:pt x="136013" y="119259"/>
                  </a:cubicBezTo>
                  <a:cubicBezTo>
                    <a:pt x="136013" y="117124"/>
                    <a:pt x="133893" y="114634"/>
                    <a:pt x="131772" y="114634"/>
                  </a:cubicBezTo>
                  <a:cubicBezTo>
                    <a:pt x="130005" y="114634"/>
                    <a:pt x="129298" y="115346"/>
                    <a:pt x="127178" y="118191"/>
                  </a:cubicBezTo>
                  <a:cubicBezTo>
                    <a:pt x="99257" y="153406"/>
                    <a:pt x="60734" y="153406"/>
                    <a:pt x="56493" y="153406"/>
                  </a:cubicBezTo>
                  <a:cubicBezTo>
                    <a:pt x="28926" y="153406"/>
                    <a:pt x="25745" y="123527"/>
                    <a:pt x="25745" y="112145"/>
                  </a:cubicBezTo>
                  <a:cubicBezTo>
                    <a:pt x="25745" y="107876"/>
                    <a:pt x="26098" y="96849"/>
                    <a:pt x="31400" y="75152"/>
                  </a:cubicBezTo>
                  <a:lnTo>
                    <a:pt x="50131" y="75152"/>
                  </a:lnTo>
                  <a:close/>
                  <a:moveTo>
                    <a:pt x="33520" y="67326"/>
                  </a:moveTo>
                  <a:cubicBezTo>
                    <a:pt x="47304" y="13260"/>
                    <a:pt x="83706" y="7924"/>
                    <a:pt x="92895" y="7924"/>
                  </a:cubicBezTo>
                  <a:cubicBezTo>
                    <a:pt x="109506" y="7924"/>
                    <a:pt x="119049" y="18240"/>
                    <a:pt x="119049" y="30334"/>
                  </a:cubicBezTo>
                  <a:cubicBezTo>
                    <a:pt x="119049" y="67326"/>
                    <a:pt x="62501" y="67326"/>
                    <a:pt x="48011" y="67326"/>
                  </a:cubicBezTo>
                  <a:lnTo>
                    <a:pt x="33520" y="67326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8CF3D0E7-EC3D-3EBC-27FB-AD8785EB9D81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3932838" y="7358706"/>
              <a:ext cx="174414" cy="112543"/>
            </a:xfrm>
            <a:custGeom>
              <a:avLst/>
              <a:gdLst>
                <a:gd name="connsiteX0" fmla="*/ 87139 w 174414"/>
                <a:gd name="connsiteY0" fmla="*/ 67072 h 112543"/>
                <a:gd name="connsiteX1" fmla="*/ 85407 w 174414"/>
                <a:gd name="connsiteY1" fmla="*/ 80019 h 112543"/>
                <a:gd name="connsiteX2" fmla="*/ 77243 w 174414"/>
                <a:gd name="connsiteY2" fmla="*/ 97449 h 112543"/>
                <a:gd name="connsiteX3" fmla="*/ 62152 w 174414"/>
                <a:gd name="connsiteY3" fmla="*/ 105665 h 112543"/>
                <a:gd name="connsiteX4" fmla="*/ 41371 w 174414"/>
                <a:gd name="connsiteY4" fmla="*/ 83256 h 112543"/>
                <a:gd name="connsiteX5" fmla="*/ 55720 w 174414"/>
                <a:gd name="connsiteY5" fmla="*/ 32462 h 112543"/>
                <a:gd name="connsiteX6" fmla="*/ 58194 w 174414"/>
                <a:gd name="connsiteY6" fmla="*/ 21258 h 112543"/>
                <a:gd name="connsiteX7" fmla="*/ 36176 w 174414"/>
                <a:gd name="connsiteY7" fmla="*/ 343 h 112543"/>
                <a:gd name="connsiteX8" fmla="*/ 303 w 174414"/>
                <a:gd name="connsiteY8" fmla="*/ 38438 h 112543"/>
                <a:gd name="connsiteX9" fmla="*/ 5498 w 174414"/>
                <a:gd name="connsiteY9" fmla="*/ 41675 h 112543"/>
                <a:gd name="connsiteX10" fmla="*/ 10694 w 174414"/>
                <a:gd name="connsiteY10" fmla="*/ 38438 h 112543"/>
                <a:gd name="connsiteX11" fmla="*/ 35433 w 174414"/>
                <a:gd name="connsiteY11" fmla="*/ 7314 h 112543"/>
                <a:gd name="connsiteX12" fmla="*/ 41618 w 174414"/>
                <a:gd name="connsiteY12" fmla="*/ 15531 h 112543"/>
                <a:gd name="connsiteX13" fmla="*/ 35433 w 174414"/>
                <a:gd name="connsiteY13" fmla="*/ 37193 h 112543"/>
                <a:gd name="connsiteX14" fmla="*/ 23806 w 174414"/>
                <a:gd name="connsiteY14" fmla="*/ 80019 h 112543"/>
                <a:gd name="connsiteX15" fmla="*/ 61657 w 174414"/>
                <a:gd name="connsiteY15" fmla="*/ 112637 h 112543"/>
                <a:gd name="connsiteX16" fmla="*/ 88624 w 174414"/>
                <a:gd name="connsiteY16" fmla="*/ 96702 h 112543"/>
                <a:gd name="connsiteX17" fmla="*/ 121033 w 174414"/>
                <a:gd name="connsiteY17" fmla="*/ 112637 h 112543"/>
                <a:gd name="connsiteX18" fmla="*/ 158637 w 174414"/>
                <a:gd name="connsiteY18" fmla="*/ 82260 h 112543"/>
                <a:gd name="connsiteX19" fmla="*/ 174718 w 174414"/>
                <a:gd name="connsiteY19" fmla="*/ 19515 h 112543"/>
                <a:gd name="connsiteX20" fmla="*/ 163090 w 174414"/>
                <a:gd name="connsiteY20" fmla="*/ 94 h 112543"/>
                <a:gd name="connsiteX21" fmla="*/ 150225 w 174414"/>
                <a:gd name="connsiteY21" fmla="*/ 12792 h 112543"/>
                <a:gd name="connsiteX22" fmla="*/ 153442 w 174414"/>
                <a:gd name="connsiteY22" fmla="*/ 19515 h 112543"/>
                <a:gd name="connsiteX23" fmla="*/ 160616 w 174414"/>
                <a:gd name="connsiteY23" fmla="*/ 38189 h 112543"/>
                <a:gd name="connsiteX24" fmla="*/ 148988 w 174414"/>
                <a:gd name="connsiteY24" fmla="*/ 81762 h 112543"/>
                <a:gd name="connsiteX25" fmla="*/ 121775 w 174414"/>
                <a:gd name="connsiteY25" fmla="*/ 105665 h 112543"/>
                <a:gd name="connsiteX26" fmla="*/ 102725 w 174414"/>
                <a:gd name="connsiteY26" fmla="*/ 84252 h 112543"/>
                <a:gd name="connsiteX27" fmla="*/ 106931 w 174414"/>
                <a:gd name="connsiteY27" fmla="*/ 60349 h 112543"/>
                <a:gd name="connsiteX28" fmla="*/ 114600 w 174414"/>
                <a:gd name="connsiteY28" fmla="*/ 29723 h 112543"/>
                <a:gd name="connsiteX29" fmla="*/ 119301 w 174414"/>
                <a:gd name="connsiteY29" fmla="*/ 10302 h 112543"/>
                <a:gd name="connsiteX30" fmla="*/ 111384 w 174414"/>
                <a:gd name="connsiteY30" fmla="*/ 2832 h 112543"/>
                <a:gd name="connsiteX31" fmla="*/ 100251 w 174414"/>
                <a:gd name="connsiteY31" fmla="*/ 13539 h 112543"/>
                <a:gd name="connsiteX32" fmla="*/ 87139 w 174414"/>
                <a:gd name="connsiteY32" fmla="*/ 67072 h 112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4414" h="112543">
                  <a:moveTo>
                    <a:pt x="87139" y="67072"/>
                  </a:moveTo>
                  <a:cubicBezTo>
                    <a:pt x="85655" y="73546"/>
                    <a:pt x="85407" y="77280"/>
                    <a:pt x="85407" y="80019"/>
                  </a:cubicBezTo>
                  <a:cubicBezTo>
                    <a:pt x="85160" y="85497"/>
                    <a:pt x="80460" y="93465"/>
                    <a:pt x="77243" y="97449"/>
                  </a:cubicBezTo>
                  <a:cubicBezTo>
                    <a:pt x="71058" y="105665"/>
                    <a:pt x="64626" y="105665"/>
                    <a:pt x="62152" y="105665"/>
                  </a:cubicBezTo>
                  <a:cubicBezTo>
                    <a:pt x="47308" y="105665"/>
                    <a:pt x="41371" y="96204"/>
                    <a:pt x="41371" y="83256"/>
                  </a:cubicBezTo>
                  <a:cubicBezTo>
                    <a:pt x="41371" y="70807"/>
                    <a:pt x="47061" y="54871"/>
                    <a:pt x="55720" y="32462"/>
                  </a:cubicBezTo>
                  <a:cubicBezTo>
                    <a:pt x="57204" y="28727"/>
                    <a:pt x="58194" y="25989"/>
                    <a:pt x="58194" y="21258"/>
                  </a:cubicBezTo>
                  <a:cubicBezTo>
                    <a:pt x="58194" y="8808"/>
                    <a:pt x="48298" y="343"/>
                    <a:pt x="36176" y="343"/>
                  </a:cubicBezTo>
                  <a:cubicBezTo>
                    <a:pt x="11683" y="343"/>
                    <a:pt x="303" y="34205"/>
                    <a:pt x="303" y="38438"/>
                  </a:cubicBezTo>
                  <a:cubicBezTo>
                    <a:pt x="303" y="41675"/>
                    <a:pt x="3519" y="41675"/>
                    <a:pt x="5498" y="41675"/>
                  </a:cubicBezTo>
                  <a:cubicBezTo>
                    <a:pt x="8467" y="41675"/>
                    <a:pt x="9951" y="41675"/>
                    <a:pt x="10694" y="38438"/>
                  </a:cubicBezTo>
                  <a:cubicBezTo>
                    <a:pt x="18363" y="11298"/>
                    <a:pt x="29496" y="7314"/>
                    <a:pt x="35433" y="7314"/>
                  </a:cubicBezTo>
                  <a:cubicBezTo>
                    <a:pt x="39639" y="7314"/>
                    <a:pt x="41618" y="10053"/>
                    <a:pt x="41618" y="15531"/>
                  </a:cubicBezTo>
                  <a:cubicBezTo>
                    <a:pt x="41618" y="21258"/>
                    <a:pt x="39886" y="25242"/>
                    <a:pt x="35433" y="37193"/>
                  </a:cubicBezTo>
                  <a:cubicBezTo>
                    <a:pt x="26774" y="60100"/>
                    <a:pt x="23806" y="71305"/>
                    <a:pt x="23806" y="80019"/>
                  </a:cubicBezTo>
                  <a:cubicBezTo>
                    <a:pt x="23806" y="105914"/>
                    <a:pt x="44587" y="112637"/>
                    <a:pt x="61657" y="112637"/>
                  </a:cubicBezTo>
                  <a:cubicBezTo>
                    <a:pt x="66605" y="112637"/>
                    <a:pt x="78480" y="112388"/>
                    <a:pt x="88624" y="96702"/>
                  </a:cubicBezTo>
                  <a:cubicBezTo>
                    <a:pt x="96540" y="111143"/>
                    <a:pt x="113116" y="112637"/>
                    <a:pt x="121033" y="112637"/>
                  </a:cubicBezTo>
                  <a:cubicBezTo>
                    <a:pt x="139340" y="112637"/>
                    <a:pt x="150720" y="98943"/>
                    <a:pt x="158637" y="82260"/>
                  </a:cubicBezTo>
                  <a:cubicBezTo>
                    <a:pt x="166306" y="65827"/>
                    <a:pt x="174718" y="33458"/>
                    <a:pt x="174718" y="19515"/>
                  </a:cubicBezTo>
                  <a:cubicBezTo>
                    <a:pt x="174718" y="841"/>
                    <a:pt x="164822" y="94"/>
                    <a:pt x="163090" y="94"/>
                  </a:cubicBezTo>
                  <a:cubicBezTo>
                    <a:pt x="156658" y="94"/>
                    <a:pt x="150225" y="6567"/>
                    <a:pt x="150225" y="12792"/>
                  </a:cubicBezTo>
                  <a:cubicBezTo>
                    <a:pt x="150225" y="16278"/>
                    <a:pt x="152205" y="18021"/>
                    <a:pt x="153442" y="19515"/>
                  </a:cubicBezTo>
                  <a:cubicBezTo>
                    <a:pt x="158390" y="24495"/>
                    <a:pt x="160616" y="30968"/>
                    <a:pt x="160616" y="38189"/>
                  </a:cubicBezTo>
                  <a:cubicBezTo>
                    <a:pt x="160616" y="47651"/>
                    <a:pt x="153442" y="71305"/>
                    <a:pt x="148988" y="81762"/>
                  </a:cubicBezTo>
                  <a:cubicBezTo>
                    <a:pt x="142061" y="97698"/>
                    <a:pt x="133155" y="105665"/>
                    <a:pt x="121775" y="105665"/>
                  </a:cubicBezTo>
                  <a:cubicBezTo>
                    <a:pt x="114353" y="105665"/>
                    <a:pt x="102725" y="102677"/>
                    <a:pt x="102725" y="84252"/>
                  </a:cubicBezTo>
                  <a:cubicBezTo>
                    <a:pt x="102725" y="77778"/>
                    <a:pt x="103962" y="72550"/>
                    <a:pt x="106931" y="60349"/>
                  </a:cubicBezTo>
                  <a:cubicBezTo>
                    <a:pt x="114105" y="32462"/>
                    <a:pt x="114105" y="31964"/>
                    <a:pt x="114600" y="29723"/>
                  </a:cubicBezTo>
                  <a:cubicBezTo>
                    <a:pt x="116332" y="23250"/>
                    <a:pt x="119301" y="11298"/>
                    <a:pt x="119301" y="10302"/>
                  </a:cubicBezTo>
                  <a:cubicBezTo>
                    <a:pt x="119301" y="6567"/>
                    <a:pt x="116579" y="2832"/>
                    <a:pt x="111384" y="2832"/>
                  </a:cubicBezTo>
                  <a:cubicBezTo>
                    <a:pt x="103467" y="2832"/>
                    <a:pt x="101241" y="10053"/>
                    <a:pt x="100251" y="13539"/>
                  </a:cubicBezTo>
                  <a:lnTo>
                    <a:pt x="87139" y="67072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EF25E6F-00BC-A4BE-EDC6-FE4AA9F7DC90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4137281" y="7358955"/>
              <a:ext cx="100443" cy="112294"/>
            </a:xfrm>
            <a:custGeom>
              <a:avLst/>
              <a:gdLst>
                <a:gd name="connsiteX0" fmla="*/ 37913 w 100443"/>
                <a:gd name="connsiteY0" fmla="*/ 53128 h 112294"/>
                <a:gd name="connsiteX1" fmla="*/ 97288 w 100443"/>
                <a:gd name="connsiteY1" fmla="*/ 22005 h 112294"/>
                <a:gd name="connsiteX2" fmla="*/ 67353 w 100443"/>
                <a:gd name="connsiteY2" fmla="*/ 94 h 112294"/>
                <a:gd name="connsiteX3" fmla="*/ 308 w 100443"/>
                <a:gd name="connsiteY3" fmla="*/ 66325 h 112294"/>
                <a:gd name="connsiteX4" fmla="*/ 42366 w 100443"/>
                <a:gd name="connsiteY4" fmla="*/ 112388 h 112294"/>
                <a:gd name="connsiteX5" fmla="*/ 100752 w 100443"/>
                <a:gd name="connsiteY5" fmla="*/ 85746 h 112294"/>
                <a:gd name="connsiteX6" fmla="*/ 95061 w 100443"/>
                <a:gd name="connsiteY6" fmla="*/ 79770 h 112294"/>
                <a:gd name="connsiteX7" fmla="*/ 91350 w 100443"/>
                <a:gd name="connsiteY7" fmla="*/ 82509 h 112294"/>
                <a:gd name="connsiteX8" fmla="*/ 42366 w 100443"/>
                <a:gd name="connsiteY8" fmla="*/ 105416 h 112294"/>
                <a:gd name="connsiteX9" fmla="*/ 19358 w 100443"/>
                <a:gd name="connsiteY9" fmla="*/ 76036 h 112294"/>
                <a:gd name="connsiteX10" fmla="*/ 22574 w 100443"/>
                <a:gd name="connsiteY10" fmla="*/ 53128 h 112294"/>
                <a:gd name="connsiteX11" fmla="*/ 37913 w 100443"/>
                <a:gd name="connsiteY11" fmla="*/ 53128 h 112294"/>
                <a:gd name="connsiteX12" fmla="*/ 24553 w 100443"/>
                <a:gd name="connsiteY12" fmla="*/ 46157 h 112294"/>
                <a:gd name="connsiteX13" fmla="*/ 67353 w 100443"/>
                <a:gd name="connsiteY13" fmla="*/ 7065 h 112294"/>
                <a:gd name="connsiteX14" fmla="*/ 85413 w 100443"/>
                <a:gd name="connsiteY14" fmla="*/ 21756 h 112294"/>
                <a:gd name="connsiteX15" fmla="*/ 36181 w 100443"/>
                <a:gd name="connsiteY15" fmla="*/ 46157 h 112294"/>
                <a:gd name="connsiteX16" fmla="*/ 24553 w 100443"/>
                <a:gd name="connsiteY16" fmla="*/ 46157 h 112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0443" h="112294">
                  <a:moveTo>
                    <a:pt x="37913" y="53128"/>
                  </a:moveTo>
                  <a:cubicBezTo>
                    <a:pt x="48551" y="53128"/>
                    <a:pt x="97288" y="53128"/>
                    <a:pt x="97288" y="22005"/>
                  </a:cubicBezTo>
                  <a:cubicBezTo>
                    <a:pt x="97288" y="8559"/>
                    <a:pt x="84671" y="94"/>
                    <a:pt x="67353" y="94"/>
                  </a:cubicBezTo>
                  <a:cubicBezTo>
                    <a:pt x="39645" y="94"/>
                    <a:pt x="308" y="22503"/>
                    <a:pt x="308" y="66325"/>
                  </a:cubicBezTo>
                  <a:cubicBezTo>
                    <a:pt x="308" y="92469"/>
                    <a:pt x="15647" y="112388"/>
                    <a:pt x="42366" y="112388"/>
                  </a:cubicBezTo>
                  <a:cubicBezTo>
                    <a:pt x="81702" y="112388"/>
                    <a:pt x="100752" y="88983"/>
                    <a:pt x="100752" y="85746"/>
                  </a:cubicBezTo>
                  <a:cubicBezTo>
                    <a:pt x="100752" y="83754"/>
                    <a:pt x="97288" y="79770"/>
                    <a:pt x="95061" y="79770"/>
                  </a:cubicBezTo>
                  <a:cubicBezTo>
                    <a:pt x="93824" y="79770"/>
                    <a:pt x="93082" y="80517"/>
                    <a:pt x="91350" y="82509"/>
                  </a:cubicBezTo>
                  <a:cubicBezTo>
                    <a:pt x="76259" y="100686"/>
                    <a:pt x="54736" y="105416"/>
                    <a:pt x="42366" y="105416"/>
                  </a:cubicBezTo>
                  <a:cubicBezTo>
                    <a:pt x="26285" y="105416"/>
                    <a:pt x="19358" y="91722"/>
                    <a:pt x="19358" y="76036"/>
                  </a:cubicBezTo>
                  <a:cubicBezTo>
                    <a:pt x="19358" y="68317"/>
                    <a:pt x="20842" y="60598"/>
                    <a:pt x="22574" y="53128"/>
                  </a:cubicBezTo>
                  <a:lnTo>
                    <a:pt x="37913" y="53128"/>
                  </a:lnTo>
                  <a:close/>
                  <a:moveTo>
                    <a:pt x="24553" y="46157"/>
                  </a:moveTo>
                  <a:cubicBezTo>
                    <a:pt x="35686" y="7563"/>
                    <a:pt x="64384" y="7065"/>
                    <a:pt x="67353" y="7065"/>
                  </a:cubicBezTo>
                  <a:cubicBezTo>
                    <a:pt x="77744" y="7065"/>
                    <a:pt x="85413" y="12792"/>
                    <a:pt x="85413" y="21756"/>
                  </a:cubicBezTo>
                  <a:cubicBezTo>
                    <a:pt x="85413" y="46157"/>
                    <a:pt x="45829" y="46157"/>
                    <a:pt x="36181" y="46157"/>
                  </a:cubicBezTo>
                  <a:lnTo>
                    <a:pt x="24553" y="46157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0188CC5B-62DC-9284-FC2B-4B5BC71B5396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4260348" y="7304924"/>
              <a:ext cx="73724" cy="166325"/>
            </a:xfrm>
            <a:custGeom>
              <a:avLst/>
              <a:gdLst>
                <a:gd name="connsiteX0" fmla="*/ 66862 w 73724"/>
                <a:gd name="connsiteY0" fmla="*/ 8808 h 166325"/>
                <a:gd name="connsiteX1" fmla="*/ 58203 w 73724"/>
                <a:gd name="connsiteY1" fmla="*/ 94 h 166325"/>
                <a:gd name="connsiteX2" fmla="*/ 45833 w 73724"/>
                <a:gd name="connsiteY2" fmla="*/ 12045 h 166325"/>
                <a:gd name="connsiteX3" fmla="*/ 54739 w 73724"/>
                <a:gd name="connsiteY3" fmla="*/ 20760 h 166325"/>
                <a:gd name="connsiteX4" fmla="*/ 66862 w 73724"/>
                <a:gd name="connsiteY4" fmla="*/ 8808 h 166325"/>
                <a:gd name="connsiteX5" fmla="*/ 30742 w 73724"/>
                <a:gd name="connsiteY5" fmla="*/ 102428 h 166325"/>
                <a:gd name="connsiteX6" fmla="*/ 22083 w 73724"/>
                <a:gd name="connsiteY6" fmla="*/ 125585 h 166325"/>
                <a:gd name="connsiteX7" fmla="*/ 16146 w 73724"/>
                <a:gd name="connsiteY7" fmla="*/ 145504 h 166325"/>
                <a:gd name="connsiteX8" fmla="*/ 38164 w 73724"/>
                <a:gd name="connsiteY8" fmla="*/ 166419 h 166325"/>
                <a:gd name="connsiteX9" fmla="*/ 74036 w 73724"/>
                <a:gd name="connsiteY9" fmla="*/ 128323 h 166325"/>
                <a:gd name="connsiteX10" fmla="*/ 68841 w 73724"/>
                <a:gd name="connsiteY10" fmla="*/ 125087 h 166325"/>
                <a:gd name="connsiteX11" fmla="*/ 62904 w 73724"/>
                <a:gd name="connsiteY11" fmla="*/ 130315 h 166325"/>
                <a:gd name="connsiteX12" fmla="*/ 38906 w 73724"/>
                <a:gd name="connsiteY12" fmla="*/ 159447 h 166325"/>
                <a:gd name="connsiteX13" fmla="*/ 32969 w 73724"/>
                <a:gd name="connsiteY13" fmla="*/ 150982 h 166325"/>
                <a:gd name="connsiteX14" fmla="*/ 40390 w 73724"/>
                <a:gd name="connsiteY14" fmla="*/ 126332 h 166325"/>
                <a:gd name="connsiteX15" fmla="*/ 56719 w 73724"/>
                <a:gd name="connsiteY15" fmla="*/ 83256 h 166325"/>
                <a:gd name="connsiteX16" fmla="*/ 58203 w 73724"/>
                <a:gd name="connsiteY16" fmla="*/ 75040 h 166325"/>
                <a:gd name="connsiteX17" fmla="*/ 35937 w 73724"/>
                <a:gd name="connsiteY17" fmla="*/ 54124 h 166325"/>
                <a:gd name="connsiteX18" fmla="*/ 312 w 73724"/>
                <a:gd name="connsiteY18" fmla="*/ 92220 h 166325"/>
                <a:gd name="connsiteX19" fmla="*/ 5508 w 73724"/>
                <a:gd name="connsiteY19" fmla="*/ 95457 h 166325"/>
                <a:gd name="connsiteX20" fmla="*/ 10703 w 73724"/>
                <a:gd name="connsiteY20" fmla="*/ 92220 h 166325"/>
                <a:gd name="connsiteX21" fmla="*/ 35195 w 73724"/>
                <a:gd name="connsiteY21" fmla="*/ 61096 h 166325"/>
                <a:gd name="connsiteX22" fmla="*/ 41380 w 73724"/>
                <a:gd name="connsiteY22" fmla="*/ 69562 h 166325"/>
                <a:gd name="connsiteX23" fmla="*/ 37422 w 73724"/>
                <a:gd name="connsiteY23" fmla="*/ 85248 h 166325"/>
                <a:gd name="connsiteX24" fmla="*/ 30742 w 73724"/>
                <a:gd name="connsiteY24" fmla="*/ 102428 h 166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3724" h="166325">
                  <a:moveTo>
                    <a:pt x="66862" y="8808"/>
                  </a:moveTo>
                  <a:cubicBezTo>
                    <a:pt x="66862" y="3579"/>
                    <a:pt x="63151" y="94"/>
                    <a:pt x="58203" y="94"/>
                  </a:cubicBezTo>
                  <a:cubicBezTo>
                    <a:pt x="51276" y="94"/>
                    <a:pt x="45833" y="6567"/>
                    <a:pt x="45833" y="12045"/>
                  </a:cubicBezTo>
                  <a:cubicBezTo>
                    <a:pt x="45833" y="16527"/>
                    <a:pt x="48802" y="20760"/>
                    <a:pt x="54739" y="20760"/>
                  </a:cubicBezTo>
                  <a:cubicBezTo>
                    <a:pt x="60924" y="20760"/>
                    <a:pt x="66862" y="14784"/>
                    <a:pt x="66862" y="8808"/>
                  </a:cubicBezTo>
                  <a:close/>
                  <a:moveTo>
                    <a:pt x="30742" y="102428"/>
                  </a:moveTo>
                  <a:cubicBezTo>
                    <a:pt x="29010" y="107159"/>
                    <a:pt x="24557" y="118613"/>
                    <a:pt x="22083" y="125585"/>
                  </a:cubicBezTo>
                  <a:cubicBezTo>
                    <a:pt x="19609" y="132058"/>
                    <a:pt x="16146" y="141022"/>
                    <a:pt x="16146" y="145504"/>
                  </a:cubicBezTo>
                  <a:cubicBezTo>
                    <a:pt x="16146" y="156957"/>
                    <a:pt x="25052" y="166419"/>
                    <a:pt x="38164" y="166419"/>
                  </a:cubicBezTo>
                  <a:cubicBezTo>
                    <a:pt x="62904" y="166419"/>
                    <a:pt x="74036" y="132307"/>
                    <a:pt x="74036" y="128323"/>
                  </a:cubicBezTo>
                  <a:cubicBezTo>
                    <a:pt x="74036" y="125087"/>
                    <a:pt x="70820" y="125087"/>
                    <a:pt x="68841" y="125087"/>
                  </a:cubicBezTo>
                  <a:cubicBezTo>
                    <a:pt x="64388" y="125087"/>
                    <a:pt x="64141" y="125834"/>
                    <a:pt x="62904" y="130315"/>
                  </a:cubicBezTo>
                  <a:cubicBezTo>
                    <a:pt x="59687" y="142267"/>
                    <a:pt x="51523" y="159447"/>
                    <a:pt x="38906" y="159447"/>
                  </a:cubicBezTo>
                  <a:cubicBezTo>
                    <a:pt x="32969" y="159447"/>
                    <a:pt x="32969" y="153471"/>
                    <a:pt x="32969" y="150982"/>
                  </a:cubicBezTo>
                  <a:cubicBezTo>
                    <a:pt x="32969" y="145006"/>
                    <a:pt x="37174" y="134299"/>
                    <a:pt x="40390" y="126332"/>
                  </a:cubicBezTo>
                  <a:cubicBezTo>
                    <a:pt x="43112" y="118613"/>
                    <a:pt x="55482" y="86991"/>
                    <a:pt x="56719" y="83256"/>
                  </a:cubicBezTo>
                  <a:cubicBezTo>
                    <a:pt x="58203" y="79023"/>
                    <a:pt x="58203" y="78276"/>
                    <a:pt x="58203" y="75040"/>
                  </a:cubicBezTo>
                  <a:cubicBezTo>
                    <a:pt x="58203" y="63835"/>
                    <a:pt x="49544" y="54124"/>
                    <a:pt x="35937" y="54124"/>
                  </a:cubicBezTo>
                  <a:cubicBezTo>
                    <a:pt x="11692" y="54124"/>
                    <a:pt x="312" y="87738"/>
                    <a:pt x="312" y="92220"/>
                  </a:cubicBezTo>
                  <a:cubicBezTo>
                    <a:pt x="312" y="95457"/>
                    <a:pt x="3528" y="95457"/>
                    <a:pt x="5508" y="95457"/>
                  </a:cubicBezTo>
                  <a:cubicBezTo>
                    <a:pt x="8476" y="95457"/>
                    <a:pt x="9961" y="95457"/>
                    <a:pt x="10703" y="92220"/>
                  </a:cubicBezTo>
                  <a:cubicBezTo>
                    <a:pt x="18867" y="63337"/>
                    <a:pt x="30742" y="61096"/>
                    <a:pt x="35195" y="61096"/>
                  </a:cubicBezTo>
                  <a:cubicBezTo>
                    <a:pt x="38164" y="61096"/>
                    <a:pt x="41380" y="61843"/>
                    <a:pt x="41380" y="69562"/>
                  </a:cubicBezTo>
                  <a:cubicBezTo>
                    <a:pt x="41380" y="75040"/>
                    <a:pt x="39401" y="80019"/>
                    <a:pt x="37422" y="85248"/>
                  </a:cubicBezTo>
                  <a:lnTo>
                    <a:pt x="30742" y="102428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1FD14CCA-E45B-9AAC-8B3B-3DD642204AA2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4348980" y="7358955"/>
              <a:ext cx="116771" cy="160598"/>
            </a:xfrm>
            <a:custGeom>
              <a:avLst/>
              <a:gdLst>
                <a:gd name="connsiteX0" fmla="*/ 116096 w 116771"/>
                <a:gd name="connsiteY0" fmla="*/ 17523 h 160598"/>
                <a:gd name="connsiteX1" fmla="*/ 117086 w 116771"/>
                <a:gd name="connsiteY1" fmla="*/ 12294 h 160598"/>
                <a:gd name="connsiteX2" fmla="*/ 109417 w 116771"/>
                <a:gd name="connsiteY2" fmla="*/ 4824 h 160598"/>
                <a:gd name="connsiteX3" fmla="*/ 98531 w 116771"/>
                <a:gd name="connsiteY3" fmla="*/ 13539 h 160598"/>
                <a:gd name="connsiteX4" fmla="*/ 74286 w 116771"/>
                <a:gd name="connsiteY4" fmla="*/ 94 h 160598"/>
                <a:gd name="connsiteX5" fmla="*/ 13179 w 116771"/>
                <a:gd name="connsiteY5" fmla="*/ 69811 h 160598"/>
                <a:gd name="connsiteX6" fmla="*/ 48557 w 116771"/>
                <a:gd name="connsiteY6" fmla="*/ 109898 h 160598"/>
                <a:gd name="connsiteX7" fmla="*/ 77997 w 116771"/>
                <a:gd name="connsiteY7" fmla="*/ 97449 h 160598"/>
                <a:gd name="connsiteX8" fmla="*/ 70328 w 116771"/>
                <a:gd name="connsiteY8" fmla="*/ 128074 h 160598"/>
                <a:gd name="connsiteX9" fmla="*/ 33713 w 116771"/>
                <a:gd name="connsiteY9" fmla="*/ 153720 h 160598"/>
                <a:gd name="connsiteX10" fmla="*/ 15653 w 116771"/>
                <a:gd name="connsiteY10" fmla="*/ 151480 h 160598"/>
                <a:gd name="connsiteX11" fmla="*/ 21591 w 116771"/>
                <a:gd name="connsiteY11" fmla="*/ 141271 h 160598"/>
                <a:gd name="connsiteX12" fmla="*/ 12685 w 116771"/>
                <a:gd name="connsiteY12" fmla="*/ 132805 h 160598"/>
                <a:gd name="connsiteX13" fmla="*/ 315 w 116771"/>
                <a:gd name="connsiteY13" fmla="*/ 146251 h 160598"/>
                <a:gd name="connsiteX14" fmla="*/ 32971 w 116771"/>
                <a:gd name="connsiteY14" fmla="*/ 160692 h 160598"/>
                <a:gd name="connsiteX15" fmla="*/ 89378 w 116771"/>
                <a:gd name="connsiteY15" fmla="*/ 125834 h 160598"/>
                <a:gd name="connsiteX16" fmla="*/ 116096 w 116771"/>
                <a:gd name="connsiteY16" fmla="*/ 17523 h 160598"/>
                <a:gd name="connsiteX17" fmla="*/ 83688 w 116771"/>
                <a:gd name="connsiteY17" fmla="*/ 74791 h 160598"/>
                <a:gd name="connsiteX18" fmla="*/ 49299 w 116771"/>
                <a:gd name="connsiteY18" fmla="*/ 102926 h 160598"/>
                <a:gd name="connsiteX19" fmla="*/ 32229 w 116771"/>
                <a:gd name="connsiteY19" fmla="*/ 79770 h 160598"/>
                <a:gd name="connsiteX20" fmla="*/ 46083 w 116771"/>
                <a:gd name="connsiteY20" fmla="*/ 28229 h 160598"/>
                <a:gd name="connsiteX21" fmla="*/ 74286 w 116771"/>
                <a:gd name="connsiteY21" fmla="*/ 7065 h 160598"/>
                <a:gd name="connsiteX22" fmla="*/ 94326 w 116771"/>
                <a:gd name="connsiteY22" fmla="*/ 30719 h 160598"/>
                <a:gd name="connsiteX23" fmla="*/ 93583 w 116771"/>
                <a:gd name="connsiteY23" fmla="*/ 34205 h 160598"/>
                <a:gd name="connsiteX24" fmla="*/ 83688 w 116771"/>
                <a:gd name="connsiteY24" fmla="*/ 74791 h 160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6771" h="160598">
                  <a:moveTo>
                    <a:pt x="116096" y="17523"/>
                  </a:moveTo>
                  <a:cubicBezTo>
                    <a:pt x="117086" y="13788"/>
                    <a:pt x="117086" y="13290"/>
                    <a:pt x="117086" y="12294"/>
                  </a:cubicBezTo>
                  <a:cubicBezTo>
                    <a:pt x="117086" y="6816"/>
                    <a:pt x="113128" y="4824"/>
                    <a:pt x="109417" y="4824"/>
                  </a:cubicBezTo>
                  <a:cubicBezTo>
                    <a:pt x="104221" y="4824"/>
                    <a:pt x="100016" y="8559"/>
                    <a:pt x="98531" y="13539"/>
                  </a:cubicBezTo>
                  <a:cubicBezTo>
                    <a:pt x="92594" y="4326"/>
                    <a:pt x="83935" y="94"/>
                    <a:pt x="74286" y="94"/>
                  </a:cubicBezTo>
                  <a:cubicBezTo>
                    <a:pt x="44104" y="94"/>
                    <a:pt x="13179" y="34952"/>
                    <a:pt x="13179" y="69811"/>
                  </a:cubicBezTo>
                  <a:cubicBezTo>
                    <a:pt x="13179" y="92718"/>
                    <a:pt x="27776" y="109898"/>
                    <a:pt x="48557" y="109898"/>
                  </a:cubicBezTo>
                  <a:cubicBezTo>
                    <a:pt x="60927" y="109898"/>
                    <a:pt x="71318" y="103175"/>
                    <a:pt x="77997" y="97449"/>
                  </a:cubicBezTo>
                  <a:cubicBezTo>
                    <a:pt x="77255" y="100686"/>
                    <a:pt x="70328" y="127576"/>
                    <a:pt x="70328" y="128074"/>
                  </a:cubicBezTo>
                  <a:cubicBezTo>
                    <a:pt x="68349" y="133303"/>
                    <a:pt x="59195" y="153720"/>
                    <a:pt x="33713" y="153720"/>
                  </a:cubicBezTo>
                  <a:cubicBezTo>
                    <a:pt x="30250" y="153720"/>
                    <a:pt x="21591" y="153720"/>
                    <a:pt x="15653" y="151480"/>
                  </a:cubicBezTo>
                  <a:cubicBezTo>
                    <a:pt x="21591" y="147994"/>
                    <a:pt x="21591" y="141520"/>
                    <a:pt x="21591" y="141271"/>
                  </a:cubicBezTo>
                  <a:cubicBezTo>
                    <a:pt x="21591" y="136291"/>
                    <a:pt x="18127" y="132805"/>
                    <a:pt x="12685" y="132805"/>
                  </a:cubicBezTo>
                  <a:cubicBezTo>
                    <a:pt x="6500" y="132805"/>
                    <a:pt x="315" y="138034"/>
                    <a:pt x="315" y="146251"/>
                  </a:cubicBezTo>
                  <a:cubicBezTo>
                    <a:pt x="315" y="159447"/>
                    <a:pt x="16148" y="160692"/>
                    <a:pt x="32971" y="160692"/>
                  </a:cubicBezTo>
                  <a:cubicBezTo>
                    <a:pt x="68596" y="160692"/>
                    <a:pt x="85419" y="141520"/>
                    <a:pt x="89378" y="125834"/>
                  </a:cubicBezTo>
                  <a:lnTo>
                    <a:pt x="116096" y="17523"/>
                  </a:lnTo>
                  <a:close/>
                  <a:moveTo>
                    <a:pt x="83688" y="74791"/>
                  </a:moveTo>
                  <a:cubicBezTo>
                    <a:pt x="81708" y="82509"/>
                    <a:pt x="65133" y="102926"/>
                    <a:pt x="49299" y="102926"/>
                  </a:cubicBezTo>
                  <a:cubicBezTo>
                    <a:pt x="37919" y="102926"/>
                    <a:pt x="32229" y="92718"/>
                    <a:pt x="32229" y="79770"/>
                  </a:cubicBezTo>
                  <a:cubicBezTo>
                    <a:pt x="32229" y="69313"/>
                    <a:pt x="38414" y="41426"/>
                    <a:pt x="46083" y="28229"/>
                  </a:cubicBezTo>
                  <a:cubicBezTo>
                    <a:pt x="54742" y="13290"/>
                    <a:pt x="66122" y="7065"/>
                    <a:pt x="74286" y="7065"/>
                  </a:cubicBezTo>
                  <a:cubicBezTo>
                    <a:pt x="91357" y="7065"/>
                    <a:pt x="94326" y="28478"/>
                    <a:pt x="94326" y="30719"/>
                  </a:cubicBezTo>
                  <a:lnTo>
                    <a:pt x="93583" y="34205"/>
                  </a:lnTo>
                  <a:lnTo>
                    <a:pt x="83688" y="74791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FB32F59F-3773-D62E-980A-29B484F371D2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4487881" y="7296085"/>
              <a:ext cx="130130" cy="175164"/>
            </a:xfrm>
            <a:custGeom>
              <a:avLst/>
              <a:gdLst>
                <a:gd name="connsiteX0" fmla="*/ 58209 w 130130"/>
                <a:gd name="connsiteY0" fmla="*/ 7190 h 175164"/>
                <a:gd name="connsiteX1" fmla="*/ 58952 w 130130"/>
                <a:gd name="connsiteY1" fmla="*/ 3455 h 175164"/>
                <a:gd name="connsiteX2" fmla="*/ 52272 w 130130"/>
                <a:gd name="connsiteY2" fmla="*/ 218 h 175164"/>
                <a:gd name="connsiteX3" fmla="*/ 25553 w 130130"/>
                <a:gd name="connsiteY3" fmla="*/ 2459 h 175164"/>
                <a:gd name="connsiteX4" fmla="*/ 19121 w 130130"/>
                <a:gd name="connsiteY4" fmla="*/ 8186 h 175164"/>
                <a:gd name="connsiteX5" fmla="*/ 25553 w 130130"/>
                <a:gd name="connsiteY5" fmla="*/ 11672 h 175164"/>
                <a:gd name="connsiteX6" fmla="*/ 37428 w 130130"/>
                <a:gd name="connsiteY6" fmla="*/ 15655 h 175164"/>
                <a:gd name="connsiteX7" fmla="*/ 36438 w 130130"/>
                <a:gd name="connsiteY7" fmla="*/ 21382 h 175164"/>
                <a:gd name="connsiteX8" fmla="*/ 1308 w 130130"/>
                <a:gd name="connsiteY8" fmla="*/ 162560 h 175164"/>
                <a:gd name="connsiteX9" fmla="*/ 319 w 130130"/>
                <a:gd name="connsiteY9" fmla="*/ 167788 h 175164"/>
                <a:gd name="connsiteX10" fmla="*/ 8235 w 130130"/>
                <a:gd name="connsiteY10" fmla="*/ 175258 h 175164"/>
                <a:gd name="connsiteX11" fmla="*/ 18873 w 130130"/>
                <a:gd name="connsiteY11" fmla="*/ 165298 h 175164"/>
                <a:gd name="connsiteX12" fmla="*/ 24316 w 130130"/>
                <a:gd name="connsiteY12" fmla="*/ 142889 h 175164"/>
                <a:gd name="connsiteX13" fmla="*/ 32728 w 130130"/>
                <a:gd name="connsiteY13" fmla="*/ 109525 h 175164"/>
                <a:gd name="connsiteX14" fmla="*/ 51777 w 130130"/>
                <a:gd name="connsiteY14" fmla="*/ 79895 h 175164"/>
                <a:gd name="connsiteX15" fmla="*/ 77012 w 130130"/>
                <a:gd name="connsiteY15" fmla="*/ 69935 h 175164"/>
                <a:gd name="connsiteX16" fmla="*/ 90866 w 130130"/>
                <a:gd name="connsiteY16" fmla="*/ 86867 h 175164"/>
                <a:gd name="connsiteX17" fmla="*/ 75032 w 130130"/>
                <a:gd name="connsiteY17" fmla="*/ 143138 h 175164"/>
                <a:gd name="connsiteX18" fmla="*/ 72558 w 130130"/>
                <a:gd name="connsiteY18" fmla="*/ 154343 h 175164"/>
                <a:gd name="connsiteX19" fmla="*/ 94577 w 130130"/>
                <a:gd name="connsiteY19" fmla="*/ 175258 h 175164"/>
                <a:gd name="connsiteX20" fmla="*/ 130449 w 130130"/>
                <a:gd name="connsiteY20" fmla="*/ 137163 h 175164"/>
                <a:gd name="connsiteX21" fmla="*/ 125254 w 130130"/>
                <a:gd name="connsiteY21" fmla="*/ 133926 h 175164"/>
                <a:gd name="connsiteX22" fmla="*/ 119316 w 130130"/>
                <a:gd name="connsiteY22" fmla="*/ 139155 h 175164"/>
                <a:gd name="connsiteX23" fmla="*/ 95319 w 130130"/>
                <a:gd name="connsiteY23" fmla="*/ 168286 h 175164"/>
                <a:gd name="connsiteX24" fmla="*/ 89134 w 130130"/>
                <a:gd name="connsiteY24" fmla="*/ 159821 h 175164"/>
                <a:gd name="connsiteX25" fmla="*/ 93340 w 130130"/>
                <a:gd name="connsiteY25" fmla="*/ 143138 h 175164"/>
                <a:gd name="connsiteX26" fmla="*/ 108184 w 130130"/>
                <a:gd name="connsiteY26" fmla="*/ 90601 h 175164"/>
                <a:gd name="connsiteX27" fmla="*/ 77754 w 130130"/>
                <a:gd name="connsiteY27" fmla="*/ 62964 h 175164"/>
                <a:gd name="connsiteX28" fmla="*/ 39655 w 130130"/>
                <a:gd name="connsiteY28" fmla="*/ 81638 h 175164"/>
                <a:gd name="connsiteX29" fmla="*/ 58209 w 130130"/>
                <a:gd name="connsiteY29" fmla="*/ 7190 h 175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0130" h="175164">
                  <a:moveTo>
                    <a:pt x="58209" y="7190"/>
                  </a:moveTo>
                  <a:cubicBezTo>
                    <a:pt x="58457" y="6194"/>
                    <a:pt x="58952" y="4451"/>
                    <a:pt x="58952" y="3455"/>
                  </a:cubicBezTo>
                  <a:cubicBezTo>
                    <a:pt x="58952" y="-280"/>
                    <a:pt x="54993" y="-31"/>
                    <a:pt x="52272" y="218"/>
                  </a:cubicBezTo>
                  <a:lnTo>
                    <a:pt x="25553" y="2459"/>
                  </a:lnTo>
                  <a:cubicBezTo>
                    <a:pt x="22337" y="2708"/>
                    <a:pt x="19121" y="2957"/>
                    <a:pt x="19121" y="8186"/>
                  </a:cubicBezTo>
                  <a:cubicBezTo>
                    <a:pt x="19121" y="11672"/>
                    <a:pt x="22337" y="11672"/>
                    <a:pt x="25553" y="11672"/>
                  </a:cubicBezTo>
                  <a:cubicBezTo>
                    <a:pt x="37428" y="11672"/>
                    <a:pt x="37428" y="13415"/>
                    <a:pt x="37428" y="15655"/>
                  </a:cubicBezTo>
                  <a:cubicBezTo>
                    <a:pt x="37428" y="16651"/>
                    <a:pt x="36686" y="20137"/>
                    <a:pt x="36438" y="21382"/>
                  </a:cubicBezTo>
                  <a:lnTo>
                    <a:pt x="1308" y="162560"/>
                  </a:lnTo>
                  <a:cubicBezTo>
                    <a:pt x="319" y="166045"/>
                    <a:pt x="319" y="166543"/>
                    <a:pt x="319" y="167788"/>
                  </a:cubicBezTo>
                  <a:cubicBezTo>
                    <a:pt x="319" y="172519"/>
                    <a:pt x="3782" y="175258"/>
                    <a:pt x="8235" y="175258"/>
                  </a:cubicBezTo>
                  <a:cubicBezTo>
                    <a:pt x="16399" y="175258"/>
                    <a:pt x="18379" y="167539"/>
                    <a:pt x="18873" y="165298"/>
                  </a:cubicBezTo>
                  <a:cubicBezTo>
                    <a:pt x="19121" y="164551"/>
                    <a:pt x="22337" y="151604"/>
                    <a:pt x="24316" y="142889"/>
                  </a:cubicBezTo>
                  <a:cubicBezTo>
                    <a:pt x="27285" y="131934"/>
                    <a:pt x="30006" y="120729"/>
                    <a:pt x="32728" y="109525"/>
                  </a:cubicBezTo>
                  <a:cubicBezTo>
                    <a:pt x="33470" y="107035"/>
                    <a:pt x="39902" y="91099"/>
                    <a:pt x="51777" y="79895"/>
                  </a:cubicBezTo>
                  <a:cubicBezTo>
                    <a:pt x="58457" y="73919"/>
                    <a:pt x="67610" y="69935"/>
                    <a:pt x="77012" y="69935"/>
                  </a:cubicBezTo>
                  <a:cubicBezTo>
                    <a:pt x="87897" y="69935"/>
                    <a:pt x="90866" y="78650"/>
                    <a:pt x="90866" y="86867"/>
                  </a:cubicBezTo>
                  <a:cubicBezTo>
                    <a:pt x="90866" y="101557"/>
                    <a:pt x="79238" y="131934"/>
                    <a:pt x="75032" y="143138"/>
                  </a:cubicBezTo>
                  <a:cubicBezTo>
                    <a:pt x="72558" y="149363"/>
                    <a:pt x="72558" y="151106"/>
                    <a:pt x="72558" y="154343"/>
                  </a:cubicBezTo>
                  <a:cubicBezTo>
                    <a:pt x="72558" y="167788"/>
                    <a:pt x="83196" y="175258"/>
                    <a:pt x="94577" y="175258"/>
                  </a:cubicBezTo>
                  <a:cubicBezTo>
                    <a:pt x="119316" y="175258"/>
                    <a:pt x="130449" y="141146"/>
                    <a:pt x="130449" y="137163"/>
                  </a:cubicBezTo>
                  <a:cubicBezTo>
                    <a:pt x="130449" y="133926"/>
                    <a:pt x="127233" y="133926"/>
                    <a:pt x="125254" y="133926"/>
                  </a:cubicBezTo>
                  <a:cubicBezTo>
                    <a:pt x="120801" y="133926"/>
                    <a:pt x="120553" y="134673"/>
                    <a:pt x="119316" y="139155"/>
                  </a:cubicBezTo>
                  <a:cubicBezTo>
                    <a:pt x="115111" y="154592"/>
                    <a:pt x="106204" y="168286"/>
                    <a:pt x="95319" y="168286"/>
                  </a:cubicBezTo>
                  <a:cubicBezTo>
                    <a:pt x="91855" y="168286"/>
                    <a:pt x="89134" y="166543"/>
                    <a:pt x="89134" y="159821"/>
                  </a:cubicBezTo>
                  <a:cubicBezTo>
                    <a:pt x="89134" y="154343"/>
                    <a:pt x="91361" y="148865"/>
                    <a:pt x="93340" y="143138"/>
                  </a:cubicBezTo>
                  <a:cubicBezTo>
                    <a:pt x="97793" y="131436"/>
                    <a:pt x="108184" y="104296"/>
                    <a:pt x="108184" y="90601"/>
                  </a:cubicBezTo>
                  <a:cubicBezTo>
                    <a:pt x="108184" y="69935"/>
                    <a:pt x="93340" y="62964"/>
                    <a:pt x="77754" y="62964"/>
                  </a:cubicBezTo>
                  <a:cubicBezTo>
                    <a:pt x="55241" y="62964"/>
                    <a:pt x="41634" y="79397"/>
                    <a:pt x="39655" y="81638"/>
                  </a:cubicBezTo>
                  <a:lnTo>
                    <a:pt x="58209" y="7190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3C24EE11-DB61-EC7A-8DB3-B93D0BFFBE51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4637354" y="7313141"/>
              <a:ext cx="79909" cy="158108"/>
            </a:xfrm>
            <a:custGeom>
              <a:avLst/>
              <a:gdLst>
                <a:gd name="connsiteX0" fmla="*/ 48318 w 79909"/>
                <a:gd name="connsiteY0" fmla="*/ 57361 h 158108"/>
                <a:gd name="connsiteX1" fmla="*/ 72810 w 79909"/>
                <a:gd name="connsiteY1" fmla="*/ 57361 h 158108"/>
                <a:gd name="connsiteX2" fmla="*/ 80232 w 79909"/>
                <a:gd name="connsiteY2" fmla="*/ 51883 h 158108"/>
                <a:gd name="connsiteX3" fmla="*/ 73305 w 79909"/>
                <a:gd name="connsiteY3" fmla="*/ 48398 h 158108"/>
                <a:gd name="connsiteX4" fmla="*/ 50544 w 79909"/>
                <a:gd name="connsiteY4" fmla="*/ 48398 h 158108"/>
                <a:gd name="connsiteX5" fmla="*/ 59451 w 79909"/>
                <a:gd name="connsiteY5" fmla="*/ 12543 h 158108"/>
                <a:gd name="connsiteX6" fmla="*/ 60440 w 79909"/>
                <a:gd name="connsiteY6" fmla="*/ 7563 h 158108"/>
                <a:gd name="connsiteX7" fmla="*/ 52524 w 79909"/>
                <a:gd name="connsiteY7" fmla="*/ 94 h 158108"/>
                <a:gd name="connsiteX8" fmla="*/ 41638 w 79909"/>
                <a:gd name="connsiteY8" fmla="*/ 10551 h 158108"/>
                <a:gd name="connsiteX9" fmla="*/ 32237 w 79909"/>
                <a:gd name="connsiteY9" fmla="*/ 48398 h 158108"/>
                <a:gd name="connsiteX10" fmla="*/ 7745 w 79909"/>
                <a:gd name="connsiteY10" fmla="*/ 48398 h 158108"/>
                <a:gd name="connsiteX11" fmla="*/ 323 w 79909"/>
                <a:gd name="connsiteY11" fmla="*/ 53875 h 158108"/>
                <a:gd name="connsiteX12" fmla="*/ 7250 w 79909"/>
                <a:gd name="connsiteY12" fmla="*/ 57361 h 158108"/>
                <a:gd name="connsiteX13" fmla="*/ 30010 w 79909"/>
                <a:gd name="connsiteY13" fmla="*/ 57361 h 158108"/>
                <a:gd name="connsiteX14" fmla="*/ 12940 w 79909"/>
                <a:gd name="connsiteY14" fmla="*/ 126332 h 158108"/>
                <a:gd name="connsiteX15" fmla="*/ 11703 w 79909"/>
                <a:gd name="connsiteY15" fmla="*/ 134797 h 158108"/>
                <a:gd name="connsiteX16" fmla="*/ 36690 w 79909"/>
                <a:gd name="connsiteY16" fmla="*/ 158202 h 158108"/>
                <a:gd name="connsiteX17" fmla="*/ 79242 w 79909"/>
                <a:gd name="connsiteY17" fmla="*/ 119858 h 158108"/>
                <a:gd name="connsiteX18" fmla="*/ 74294 w 79909"/>
                <a:gd name="connsiteY18" fmla="*/ 116870 h 158108"/>
                <a:gd name="connsiteX19" fmla="*/ 68604 w 79909"/>
                <a:gd name="connsiteY19" fmla="*/ 120854 h 158108"/>
                <a:gd name="connsiteX20" fmla="*/ 37432 w 79909"/>
                <a:gd name="connsiteY20" fmla="*/ 151231 h 158108"/>
                <a:gd name="connsiteX21" fmla="*/ 29021 w 79909"/>
                <a:gd name="connsiteY21" fmla="*/ 139528 h 158108"/>
                <a:gd name="connsiteX22" fmla="*/ 30505 w 79909"/>
                <a:gd name="connsiteY22" fmla="*/ 129319 h 158108"/>
                <a:gd name="connsiteX23" fmla="*/ 48318 w 79909"/>
                <a:gd name="connsiteY23" fmla="*/ 57361 h 158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9909" h="158108">
                  <a:moveTo>
                    <a:pt x="48318" y="57361"/>
                  </a:moveTo>
                  <a:lnTo>
                    <a:pt x="72810" y="57361"/>
                  </a:lnTo>
                  <a:cubicBezTo>
                    <a:pt x="77263" y="57361"/>
                    <a:pt x="80232" y="57361"/>
                    <a:pt x="80232" y="51883"/>
                  </a:cubicBezTo>
                  <a:cubicBezTo>
                    <a:pt x="80232" y="48398"/>
                    <a:pt x="77263" y="48398"/>
                    <a:pt x="73305" y="48398"/>
                  </a:cubicBezTo>
                  <a:lnTo>
                    <a:pt x="50544" y="48398"/>
                  </a:lnTo>
                  <a:lnTo>
                    <a:pt x="59451" y="12543"/>
                  </a:lnTo>
                  <a:cubicBezTo>
                    <a:pt x="60440" y="9057"/>
                    <a:pt x="60440" y="8559"/>
                    <a:pt x="60440" y="7563"/>
                  </a:cubicBezTo>
                  <a:cubicBezTo>
                    <a:pt x="60440" y="3081"/>
                    <a:pt x="56977" y="94"/>
                    <a:pt x="52524" y="94"/>
                  </a:cubicBezTo>
                  <a:cubicBezTo>
                    <a:pt x="44112" y="94"/>
                    <a:pt x="42133" y="8310"/>
                    <a:pt x="41638" y="10551"/>
                  </a:cubicBezTo>
                  <a:lnTo>
                    <a:pt x="32237" y="48398"/>
                  </a:lnTo>
                  <a:lnTo>
                    <a:pt x="7745" y="48398"/>
                  </a:lnTo>
                  <a:cubicBezTo>
                    <a:pt x="3292" y="48398"/>
                    <a:pt x="323" y="48398"/>
                    <a:pt x="323" y="53875"/>
                  </a:cubicBezTo>
                  <a:cubicBezTo>
                    <a:pt x="323" y="57361"/>
                    <a:pt x="3292" y="57361"/>
                    <a:pt x="7250" y="57361"/>
                  </a:cubicBezTo>
                  <a:lnTo>
                    <a:pt x="30010" y="57361"/>
                  </a:lnTo>
                  <a:lnTo>
                    <a:pt x="12940" y="126332"/>
                  </a:lnTo>
                  <a:cubicBezTo>
                    <a:pt x="11703" y="131311"/>
                    <a:pt x="11703" y="133054"/>
                    <a:pt x="11703" y="134797"/>
                  </a:cubicBezTo>
                  <a:cubicBezTo>
                    <a:pt x="11703" y="150235"/>
                    <a:pt x="23826" y="158202"/>
                    <a:pt x="36690" y="158202"/>
                  </a:cubicBezTo>
                  <a:cubicBezTo>
                    <a:pt x="63409" y="158202"/>
                    <a:pt x="79242" y="123842"/>
                    <a:pt x="79242" y="119858"/>
                  </a:cubicBezTo>
                  <a:cubicBezTo>
                    <a:pt x="79242" y="116870"/>
                    <a:pt x="76026" y="116870"/>
                    <a:pt x="74294" y="116870"/>
                  </a:cubicBezTo>
                  <a:cubicBezTo>
                    <a:pt x="70336" y="116870"/>
                    <a:pt x="70089" y="117368"/>
                    <a:pt x="68604" y="120854"/>
                  </a:cubicBezTo>
                  <a:cubicBezTo>
                    <a:pt x="56977" y="147247"/>
                    <a:pt x="44112" y="151231"/>
                    <a:pt x="37432" y="151231"/>
                  </a:cubicBezTo>
                  <a:cubicBezTo>
                    <a:pt x="29021" y="151231"/>
                    <a:pt x="29021" y="142018"/>
                    <a:pt x="29021" y="139528"/>
                  </a:cubicBezTo>
                  <a:cubicBezTo>
                    <a:pt x="29021" y="135295"/>
                    <a:pt x="30258" y="130066"/>
                    <a:pt x="30505" y="129319"/>
                  </a:cubicBezTo>
                  <a:lnTo>
                    <a:pt x="48318" y="57361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C1A5D9B-0EAF-79D4-6C38-3D7E4E996C95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4728052" y="7456171"/>
              <a:ext cx="146140" cy="80743"/>
            </a:xfrm>
            <a:custGeom>
              <a:avLst/>
              <a:gdLst>
                <a:gd name="connsiteX0" fmla="*/ 75605 w 146140"/>
                <a:gd name="connsiteY0" fmla="*/ 68034 h 80743"/>
                <a:gd name="connsiteX1" fmla="*/ 103879 w 146140"/>
                <a:gd name="connsiteY1" fmla="*/ 80839 h 80743"/>
                <a:gd name="connsiteX2" fmla="*/ 146466 w 146140"/>
                <a:gd name="connsiteY2" fmla="*/ 15391 h 80743"/>
                <a:gd name="connsiteX3" fmla="*/ 136394 w 146140"/>
                <a:gd name="connsiteY3" fmla="*/ 95 h 80743"/>
                <a:gd name="connsiteX4" fmla="*/ 125968 w 146140"/>
                <a:gd name="connsiteY4" fmla="*/ 10411 h 80743"/>
                <a:gd name="connsiteX5" fmla="*/ 129325 w 146140"/>
                <a:gd name="connsiteY5" fmla="*/ 16458 h 80743"/>
                <a:gd name="connsiteX6" fmla="*/ 136217 w 146140"/>
                <a:gd name="connsiteY6" fmla="*/ 29974 h 80743"/>
                <a:gd name="connsiteX7" fmla="*/ 104762 w 146140"/>
                <a:gd name="connsiteY7" fmla="*/ 74792 h 80743"/>
                <a:gd name="connsiteX8" fmla="*/ 87798 w 146140"/>
                <a:gd name="connsiteY8" fmla="*/ 58608 h 80743"/>
                <a:gd name="connsiteX9" fmla="*/ 89035 w 146140"/>
                <a:gd name="connsiteY9" fmla="*/ 49538 h 80743"/>
                <a:gd name="connsiteX10" fmla="*/ 98224 w 146140"/>
                <a:gd name="connsiteY10" fmla="*/ 12545 h 80743"/>
                <a:gd name="connsiteX11" fmla="*/ 98931 w 146140"/>
                <a:gd name="connsiteY11" fmla="*/ 8454 h 80743"/>
                <a:gd name="connsiteX12" fmla="*/ 92393 w 146140"/>
                <a:gd name="connsiteY12" fmla="*/ 2230 h 80743"/>
                <a:gd name="connsiteX13" fmla="*/ 84617 w 146140"/>
                <a:gd name="connsiteY13" fmla="*/ 6854 h 80743"/>
                <a:gd name="connsiteX14" fmla="*/ 81260 w 146140"/>
                <a:gd name="connsiteY14" fmla="*/ 18592 h 80743"/>
                <a:gd name="connsiteX15" fmla="*/ 76135 w 146140"/>
                <a:gd name="connsiteY15" fmla="*/ 39045 h 80743"/>
                <a:gd name="connsiteX16" fmla="*/ 72954 w 146140"/>
                <a:gd name="connsiteY16" fmla="*/ 56296 h 80743"/>
                <a:gd name="connsiteX17" fmla="*/ 71364 w 146140"/>
                <a:gd name="connsiteY17" fmla="*/ 63054 h 80743"/>
                <a:gd name="connsiteX18" fmla="*/ 54399 w 146140"/>
                <a:gd name="connsiteY18" fmla="*/ 74792 h 80743"/>
                <a:gd name="connsiteX19" fmla="*/ 40439 w 146140"/>
                <a:gd name="connsiteY19" fmla="*/ 70524 h 80743"/>
                <a:gd name="connsiteX20" fmla="*/ 35845 w 146140"/>
                <a:gd name="connsiteY20" fmla="*/ 57897 h 80743"/>
                <a:gd name="connsiteX21" fmla="*/ 45564 w 146140"/>
                <a:gd name="connsiteY21" fmla="*/ 25172 h 80743"/>
                <a:gd name="connsiteX22" fmla="*/ 48038 w 146140"/>
                <a:gd name="connsiteY22" fmla="*/ 15924 h 80743"/>
                <a:gd name="connsiteX23" fmla="*/ 28776 w 146140"/>
                <a:gd name="connsiteY23" fmla="*/ 273 h 80743"/>
                <a:gd name="connsiteX24" fmla="*/ 326 w 146140"/>
                <a:gd name="connsiteY24" fmla="*/ 27840 h 80743"/>
                <a:gd name="connsiteX25" fmla="*/ 4037 w 146140"/>
                <a:gd name="connsiteY25" fmla="*/ 30330 h 80743"/>
                <a:gd name="connsiteX26" fmla="*/ 8101 w 146140"/>
                <a:gd name="connsiteY26" fmla="*/ 26773 h 80743"/>
                <a:gd name="connsiteX27" fmla="*/ 28069 w 146140"/>
                <a:gd name="connsiteY27" fmla="*/ 6320 h 80743"/>
                <a:gd name="connsiteX28" fmla="*/ 33371 w 146140"/>
                <a:gd name="connsiteY28" fmla="*/ 13079 h 80743"/>
                <a:gd name="connsiteX29" fmla="*/ 30367 w 146140"/>
                <a:gd name="connsiteY29" fmla="*/ 23749 h 80743"/>
                <a:gd name="connsiteX30" fmla="*/ 21001 w 146140"/>
                <a:gd name="connsiteY30" fmla="*/ 55762 h 80743"/>
                <a:gd name="connsiteX31" fmla="*/ 53516 w 146140"/>
                <a:gd name="connsiteY31" fmla="*/ 80839 h 80743"/>
                <a:gd name="connsiteX32" fmla="*/ 75605 w 146140"/>
                <a:gd name="connsiteY32" fmla="*/ 68034 h 80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6140" h="80743">
                  <a:moveTo>
                    <a:pt x="75605" y="68034"/>
                  </a:moveTo>
                  <a:cubicBezTo>
                    <a:pt x="78079" y="72658"/>
                    <a:pt x="85501" y="80839"/>
                    <a:pt x="103879" y="80839"/>
                  </a:cubicBezTo>
                  <a:cubicBezTo>
                    <a:pt x="137454" y="80839"/>
                    <a:pt x="146466" y="23927"/>
                    <a:pt x="146466" y="15391"/>
                  </a:cubicBezTo>
                  <a:cubicBezTo>
                    <a:pt x="146466" y="3119"/>
                    <a:pt x="139398" y="95"/>
                    <a:pt x="136394" y="95"/>
                  </a:cubicBezTo>
                  <a:cubicBezTo>
                    <a:pt x="130916" y="95"/>
                    <a:pt x="125968" y="5787"/>
                    <a:pt x="125968" y="10411"/>
                  </a:cubicBezTo>
                  <a:cubicBezTo>
                    <a:pt x="125968" y="13790"/>
                    <a:pt x="128265" y="15568"/>
                    <a:pt x="129325" y="16458"/>
                  </a:cubicBezTo>
                  <a:cubicBezTo>
                    <a:pt x="134273" y="20192"/>
                    <a:pt x="136217" y="24817"/>
                    <a:pt x="136217" y="29974"/>
                  </a:cubicBezTo>
                  <a:cubicBezTo>
                    <a:pt x="136217" y="34598"/>
                    <a:pt x="127381" y="74792"/>
                    <a:pt x="104762" y="74792"/>
                  </a:cubicBezTo>
                  <a:cubicBezTo>
                    <a:pt x="98047" y="74792"/>
                    <a:pt x="87798" y="72658"/>
                    <a:pt x="87798" y="58608"/>
                  </a:cubicBezTo>
                  <a:cubicBezTo>
                    <a:pt x="87798" y="58252"/>
                    <a:pt x="87798" y="54873"/>
                    <a:pt x="89035" y="49538"/>
                  </a:cubicBezTo>
                  <a:cubicBezTo>
                    <a:pt x="90625" y="42424"/>
                    <a:pt x="95750" y="21971"/>
                    <a:pt x="98224" y="12545"/>
                  </a:cubicBezTo>
                  <a:cubicBezTo>
                    <a:pt x="98931" y="9699"/>
                    <a:pt x="98931" y="9344"/>
                    <a:pt x="98931" y="8454"/>
                  </a:cubicBezTo>
                  <a:cubicBezTo>
                    <a:pt x="98931" y="4542"/>
                    <a:pt x="95750" y="2230"/>
                    <a:pt x="92393" y="2230"/>
                  </a:cubicBezTo>
                  <a:cubicBezTo>
                    <a:pt x="89565" y="2230"/>
                    <a:pt x="86384" y="3830"/>
                    <a:pt x="84617" y="6854"/>
                  </a:cubicBezTo>
                  <a:cubicBezTo>
                    <a:pt x="83910" y="8099"/>
                    <a:pt x="82320" y="14679"/>
                    <a:pt x="81260" y="18592"/>
                  </a:cubicBezTo>
                  <a:cubicBezTo>
                    <a:pt x="78786" y="28729"/>
                    <a:pt x="78786" y="29085"/>
                    <a:pt x="76135" y="39045"/>
                  </a:cubicBezTo>
                  <a:cubicBezTo>
                    <a:pt x="74721" y="44736"/>
                    <a:pt x="73131" y="51494"/>
                    <a:pt x="72954" y="56296"/>
                  </a:cubicBezTo>
                  <a:cubicBezTo>
                    <a:pt x="73484" y="59142"/>
                    <a:pt x="72954" y="60031"/>
                    <a:pt x="71364" y="63054"/>
                  </a:cubicBezTo>
                  <a:cubicBezTo>
                    <a:pt x="64649" y="74792"/>
                    <a:pt x="57227" y="74792"/>
                    <a:pt x="54399" y="74792"/>
                  </a:cubicBezTo>
                  <a:cubicBezTo>
                    <a:pt x="51749" y="74792"/>
                    <a:pt x="45034" y="74437"/>
                    <a:pt x="40439" y="70524"/>
                  </a:cubicBezTo>
                  <a:cubicBezTo>
                    <a:pt x="35845" y="66434"/>
                    <a:pt x="35845" y="59853"/>
                    <a:pt x="35845" y="57897"/>
                  </a:cubicBezTo>
                  <a:cubicBezTo>
                    <a:pt x="35845" y="50605"/>
                    <a:pt x="38142" y="43313"/>
                    <a:pt x="45564" y="25172"/>
                  </a:cubicBezTo>
                  <a:cubicBezTo>
                    <a:pt x="46978" y="21615"/>
                    <a:pt x="48038" y="18948"/>
                    <a:pt x="48038" y="15924"/>
                  </a:cubicBezTo>
                  <a:cubicBezTo>
                    <a:pt x="48038" y="7209"/>
                    <a:pt x="39732" y="273"/>
                    <a:pt x="28776" y="273"/>
                  </a:cubicBezTo>
                  <a:cubicBezTo>
                    <a:pt x="10221" y="273"/>
                    <a:pt x="326" y="23038"/>
                    <a:pt x="326" y="27840"/>
                  </a:cubicBezTo>
                  <a:cubicBezTo>
                    <a:pt x="326" y="30330"/>
                    <a:pt x="3153" y="30330"/>
                    <a:pt x="4037" y="30330"/>
                  </a:cubicBezTo>
                  <a:cubicBezTo>
                    <a:pt x="7041" y="30330"/>
                    <a:pt x="7217" y="29441"/>
                    <a:pt x="8101" y="26773"/>
                  </a:cubicBezTo>
                  <a:cubicBezTo>
                    <a:pt x="11812" y="14501"/>
                    <a:pt x="20117" y="6320"/>
                    <a:pt x="28069" y="6320"/>
                  </a:cubicBezTo>
                  <a:cubicBezTo>
                    <a:pt x="31427" y="6320"/>
                    <a:pt x="33371" y="8277"/>
                    <a:pt x="33371" y="13079"/>
                  </a:cubicBezTo>
                  <a:cubicBezTo>
                    <a:pt x="33371" y="16635"/>
                    <a:pt x="32664" y="18592"/>
                    <a:pt x="30367" y="23749"/>
                  </a:cubicBezTo>
                  <a:cubicBezTo>
                    <a:pt x="21001" y="46870"/>
                    <a:pt x="21001" y="51494"/>
                    <a:pt x="21001" y="55762"/>
                  </a:cubicBezTo>
                  <a:cubicBezTo>
                    <a:pt x="21001" y="76215"/>
                    <a:pt x="39202" y="80839"/>
                    <a:pt x="53516" y="80839"/>
                  </a:cubicBezTo>
                  <a:cubicBezTo>
                    <a:pt x="57050" y="80839"/>
                    <a:pt x="66946" y="80839"/>
                    <a:pt x="75605" y="68034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04E23F20-45FD-3CCD-E4F7-91140E689DC7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4906352" y="7506247"/>
              <a:ext cx="62202" cy="120582"/>
            </a:xfrm>
            <a:custGeom>
              <a:avLst/>
              <a:gdLst>
                <a:gd name="connsiteX0" fmla="*/ 54228 w 62202"/>
                <a:gd name="connsiteY0" fmla="*/ 7745 h 120582"/>
                <a:gd name="connsiteX1" fmla="*/ 46452 w 62202"/>
                <a:gd name="connsiteY1" fmla="*/ 98 h 120582"/>
                <a:gd name="connsiteX2" fmla="*/ 35673 w 62202"/>
                <a:gd name="connsiteY2" fmla="*/ 10769 h 120582"/>
                <a:gd name="connsiteX3" fmla="*/ 43272 w 62202"/>
                <a:gd name="connsiteY3" fmla="*/ 18416 h 120582"/>
                <a:gd name="connsiteX4" fmla="*/ 54228 w 62202"/>
                <a:gd name="connsiteY4" fmla="*/ 7745 h 120582"/>
                <a:gd name="connsiteX5" fmla="*/ 62533 w 62202"/>
                <a:gd name="connsiteY5" fmla="*/ 93113 h 120582"/>
                <a:gd name="connsiteX6" fmla="*/ 58822 w 62202"/>
                <a:gd name="connsiteY6" fmla="*/ 90624 h 120582"/>
                <a:gd name="connsiteX7" fmla="*/ 54581 w 62202"/>
                <a:gd name="connsiteY7" fmla="*/ 94714 h 120582"/>
                <a:gd name="connsiteX8" fmla="*/ 34789 w 62202"/>
                <a:gd name="connsiteY8" fmla="*/ 114633 h 120582"/>
                <a:gd name="connsiteX9" fmla="*/ 29488 w 62202"/>
                <a:gd name="connsiteY9" fmla="*/ 107875 h 120582"/>
                <a:gd name="connsiteX10" fmla="*/ 31785 w 62202"/>
                <a:gd name="connsiteY10" fmla="*/ 98805 h 120582"/>
                <a:gd name="connsiteX11" fmla="*/ 35496 w 62202"/>
                <a:gd name="connsiteY11" fmla="*/ 89201 h 120582"/>
                <a:gd name="connsiteX12" fmla="*/ 45569 w 62202"/>
                <a:gd name="connsiteY12" fmla="*/ 64658 h 120582"/>
                <a:gd name="connsiteX13" fmla="*/ 48043 w 62202"/>
                <a:gd name="connsiteY13" fmla="*/ 55765 h 120582"/>
                <a:gd name="connsiteX14" fmla="*/ 28781 w 62202"/>
                <a:gd name="connsiteY14" fmla="*/ 40114 h 120582"/>
                <a:gd name="connsiteX15" fmla="*/ 331 w 62202"/>
                <a:gd name="connsiteY15" fmla="*/ 67681 h 120582"/>
                <a:gd name="connsiteX16" fmla="*/ 4042 w 62202"/>
                <a:gd name="connsiteY16" fmla="*/ 70171 h 120582"/>
                <a:gd name="connsiteX17" fmla="*/ 8106 w 62202"/>
                <a:gd name="connsiteY17" fmla="*/ 66614 h 120582"/>
                <a:gd name="connsiteX18" fmla="*/ 28074 w 62202"/>
                <a:gd name="connsiteY18" fmla="*/ 46161 h 120582"/>
                <a:gd name="connsiteX19" fmla="*/ 33376 w 62202"/>
                <a:gd name="connsiteY19" fmla="*/ 52919 h 120582"/>
                <a:gd name="connsiteX20" fmla="*/ 32315 w 62202"/>
                <a:gd name="connsiteY20" fmla="*/ 59322 h 120582"/>
                <a:gd name="connsiteX21" fmla="*/ 20652 w 62202"/>
                <a:gd name="connsiteY21" fmla="*/ 87600 h 120582"/>
                <a:gd name="connsiteX22" fmla="*/ 16765 w 62202"/>
                <a:gd name="connsiteY22" fmla="*/ 97026 h 120582"/>
                <a:gd name="connsiteX23" fmla="*/ 14821 w 62202"/>
                <a:gd name="connsiteY23" fmla="*/ 105029 h 120582"/>
                <a:gd name="connsiteX24" fmla="*/ 34083 w 62202"/>
                <a:gd name="connsiteY24" fmla="*/ 120680 h 120582"/>
                <a:gd name="connsiteX25" fmla="*/ 62533 w 62202"/>
                <a:gd name="connsiteY25" fmla="*/ 93113 h 120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2202" h="120582">
                  <a:moveTo>
                    <a:pt x="54228" y="7745"/>
                  </a:moveTo>
                  <a:cubicBezTo>
                    <a:pt x="54228" y="3477"/>
                    <a:pt x="51047" y="98"/>
                    <a:pt x="46452" y="98"/>
                  </a:cubicBezTo>
                  <a:cubicBezTo>
                    <a:pt x="41504" y="98"/>
                    <a:pt x="35673" y="4900"/>
                    <a:pt x="35673" y="10769"/>
                  </a:cubicBezTo>
                  <a:cubicBezTo>
                    <a:pt x="35673" y="15749"/>
                    <a:pt x="39561" y="18416"/>
                    <a:pt x="43272" y="18416"/>
                  </a:cubicBezTo>
                  <a:cubicBezTo>
                    <a:pt x="49103" y="18416"/>
                    <a:pt x="54228" y="13081"/>
                    <a:pt x="54228" y="7745"/>
                  </a:cubicBezTo>
                  <a:close/>
                  <a:moveTo>
                    <a:pt x="62533" y="93113"/>
                  </a:moveTo>
                  <a:cubicBezTo>
                    <a:pt x="62533" y="90624"/>
                    <a:pt x="59529" y="90624"/>
                    <a:pt x="58822" y="90624"/>
                  </a:cubicBezTo>
                  <a:cubicBezTo>
                    <a:pt x="55818" y="90624"/>
                    <a:pt x="55641" y="91335"/>
                    <a:pt x="54581" y="94714"/>
                  </a:cubicBezTo>
                  <a:cubicBezTo>
                    <a:pt x="51577" y="104496"/>
                    <a:pt x="43625" y="114633"/>
                    <a:pt x="34789" y="114633"/>
                  </a:cubicBezTo>
                  <a:cubicBezTo>
                    <a:pt x="30725" y="114633"/>
                    <a:pt x="29488" y="111788"/>
                    <a:pt x="29488" y="107875"/>
                  </a:cubicBezTo>
                  <a:cubicBezTo>
                    <a:pt x="29488" y="104140"/>
                    <a:pt x="30372" y="102184"/>
                    <a:pt x="31785" y="98805"/>
                  </a:cubicBezTo>
                  <a:cubicBezTo>
                    <a:pt x="33199" y="95248"/>
                    <a:pt x="34613" y="91691"/>
                    <a:pt x="35496" y="89201"/>
                  </a:cubicBezTo>
                  <a:cubicBezTo>
                    <a:pt x="36203" y="87600"/>
                    <a:pt x="43095" y="71060"/>
                    <a:pt x="45569" y="64658"/>
                  </a:cubicBezTo>
                  <a:cubicBezTo>
                    <a:pt x="46983" y="61100"/>
                    <a:pt x="48043" y="58788"/>
                    <a:pt x="48043" y="55765"/>
                  </a:cubicBezTo>
                  <a:cubicBezTo>
                    <a:pt x="48043" y="47228"/>
                    <a:pt x="39914" y="40114"/>
                    <a:pt x="28781" y="40114"/>
                  </a:cubicBezTo>
                  <a:cubicBezTo>
                    <a:pt x="10226" y="40114"/>
                    <a:pt x="331" y="62879"/>
                    <a:pt x="331" y="67681"/>
                  </a:cubicBezTo>
                  <a:cubicBezTo>
                    <a:pt x="331" y="70171"/>
                    <a:pt x="3158" y="70171"/>
                    <a:pt x="4042" y="70171"/>
                  </a:cubicBezTo>
                  <a:cubicBezTo>
                    <a:pt x="7046" y="70171"/>
                    <a:pt x="7222" y="69282"/>
                    <a:pt x="8106" y="66614"/>
                  </a:cubicBezTo>
                  <a:cubicBezTo>
                    <a:pt x="11994" y="53987"/>
                    <a:pt x="20476" y="46161"/>
                    <a:pt x="28074" y="46161"/>
                  </a:cubicBezTo>
                  <a:cubicBezTo>
                    <a:pt x="31432" y="46161"/>
                    <a:pt x="33376" y="48117"/>
                    <a:pt x="33376" y="52919"/>
                  </a:cubicBezTo>
                  <a:cubicBezTo>
                    <a:pt x="33376" y="53631"/>
                    <a:pt x="33376" y="55943"/>
                    <a:pt x="32315" y="59322"/>
                  </a:cubicBezTo>
                  <a:cubicBezTo>
                    <a:pt x="31078" y="62523"/>
                    <a:pt x="23126" y="81553"/>
                    <a:pt x="20652" y="87600"/>
                  </a:cubicBezTo>
                  <a:cubicBezTo>
                    <a:pt x="19416" y="90624"/>
                    <a:pt x="19416" y="90979"/>
                    <a:pt x="16765" y="97026"/>
                  </a:cubicBezTo>
                  <a:cubicBezTo>
                    <a:pt x="15881" y="99516"/>
                    <a:pt x="14821" y="102006"/>
                    <a:pt x="14821" y="105029"/>
                  </a:cubicBezTo>
                  <a:cubicBezTo>
                    <a:pt x="14821" y="114278"/>
                    <a:pt x="23480" y="120680"/>
                    <a:pt x="34083" y="120680"/>
                  </a:cubicBezTo>
                  <a:cubicBezTo>
                    <a:pt x="52637" y="120680"/>
                    <a:pt x="62533" y="97560"/>
                    <a:pt x="62533" y="93113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A2A7AF6-74CB-D179-9296-4223B1E3AE7F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5000994" y="7473087"/>
              <a:ext cx="48949" cy="92659"/>
            </a:xfrm>
            <a:custGeom>
              <a:avLst/>
              <a:gdLst>
                <a:gd name="connsiteX0" fmla="*/ 47515 w 48949"/>
                <a:gd name="connsiteY0" fmla="*/ 16814 h 92659"/>
                <a:gd name="connsiteX1" fmla="*/ 49282 w 48949"/>
                <a:gd name="connsiteY1" fmla="*/ 10590 h 92659"/>
                <a:gd name="connsiteX2" fmla="*/ 38326 w 48949"/>
                <a:gd name="connsiteY2" fmla="*/ 96 h 92659"/>
                <a:gd name="connsiteX3" fmla="*/ 28254 w 48949"/>
                <a:gd name="connsiteY3" fmla="*/ 8278 h 92659"/>
                <a:gd name="connsiteX4" fmla="*/ 1040 w 48949"/>
                <a:gd name="connsiteY4" fmla="*/ 85287 h 92659"/>
                <a:gd name="connsiteX5" fmla="*/ 333 w 48949"/>
                <a:gd name="connsiteY5" fmla="*/ 88132 h 92659"/>
                <a:gd name="connsiteX6" fmla="*/ 7932 w 48949"/>
                <a:gd name="connsiteY6" fmla="*/ 92756 h 92659"/>
                <a:gd name="connsiteX7" fmla="*/ 10936 w 48949"/>
                <a:gd name="connsiteY7" fmla="*/ 89733 h 92659"/>
                <a:gd name="connsiteX8" fmla="*/ 47515 w 48949"/>
                <a:gd name="connsiteY8" fmla="*/ 16814 h 92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949" h="92659">
                  <a:moveTo>
                    <a:pt x="47515" y="16814"/>
                  </a:moveTo>
                  <a:cubicBezTo>
                    <a:pt x="47692" y="16637"/>
                    <a:pt x="49282" y="13257"/>
                    <a:pt x="49282" y="10590"/>
                  </a:cubicBezTo>
                  <a:cubicBezTo>
                    <a:pt x="49282" y="4187"/>
                    <a:pt x="43628" y="96"/>
                    <a:pt x="38326" y="96"/>
                  </a:cubicBezTo>
                  <a:cubicBezTo>
                    <a:pt x="31081" y="96"/>
                    <a:pt x="29137" y="5610"/>
                    <a:pt x="28254" y="8278"/>
                  </a:cubicBezTo>
                  <a:lnTo>
                    <a:pt x="1040" y="85287"/>
                  </a:lnTo>
                  <a:cubicBezTo>
                    <a:pt x="333" y="87421"/>
                    <a:pt x="333" y="87954"/>
                    <a:pt x="333" y="88132"/>
                  </a:cubicBezTo>
                  <a:cubicBezTo>
                    <a:pt x="333" y="90978"/>
                    <a:pt x="7755" y="92756"/>
                    <a:pt x="7932" y="92756"/>
                  </a:cubicBezTo>
                  <a:cubicBezTo>
                    <a:pt x="9522" y="92756"/>
                    <a:pt x="9876" y="91867"/>
                    <a:pt x="10936" y="89733"/>
                  </a:cubicBezTo>
                  <a:lnTo>
                    <a:pt x="47515" y="16814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95839398-750B-605F-C70F-1C9B8C77CB49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8078040" y="8407327"/>
              <a:ext cx="198977" cy="157930"/>
            </a:xfrm>
            <a:custGeom>
              <a:avLst/>
              <a:gdLst>
                <a:gd name="connsiteX0" fmla="*/ 114648 w 198977"/>
                <a:gd name="connsiteY0" fmla="*/ 70553 h 157930"/>
                <a:gd name="connsiteX1" fmla="*/ 155998 w 198977"/>
                <a:gd name="connsiteY1" fmla="*/ 24312 h 157930"/>
                <a:gd name="connsiteX2" fmla="*/ 192048 w 198977"/>
                <a:gd name="connsiteY2" fmla="*/ 16842 h 157930"/>
                <a:gd name="connsiteX3" fmla="*/ 192048 w 198977"/>
                <a:gd name="connsiteY3" fmla="*/ 124 h 157930"/>
                <a:gd name="connsiteX4" fmla="*/ 159533 w 198977"/>
                <a:gd name="connsiteY4" fmla="*/ 1191 h 157930"/>
                <a:gd name="connsiteX5" fmla="*/ 123130 w 198977"/>
                <a:gd name="connsiteY5" fmla="*/ 124 h 157930"/>
                <a:gd name="connsiteX6" fmla="*/ 123130 w 198977"/>
                <a:gd name="connsiteY6" fmla="*/ 16842 h 157930"/>
                <a:gd name="connsiteX7" fmla="*/ 136560 w 198977"/>
                <a:gd name="connsiteY7" fmla="*/ 20043 h 157930"/>
                <a:gd name="connsiteX8" fmla="*/ 133733 w 198977"/>
                <a:gd name="connsiteY8" fmla="*/ 24312 h 157930"/>
                <a:gd name="connsiteX9" fmla="*/ 104045 w 198977"/>
                <a:gd name="connsiteY9" fmla="*/ 57748 h 157930"/>
                <a:gd name="connsiteX10" fmla="*/ 69409 w 198977"/>
                <a:gd name="connsiteY10" fmla="*/ 16842 h 157930"/>
                <a:gd name="connsiteX11" fmla="*/ 83546 w 198977"/>
                <a:gd name="connsiteY11" fmla="*/ 16842 h 157930"/>
                <a:gd name="connsiteX12" fmla="*/ 83546 w 198977"/>
                <a:gd name="connsiteY12" fmla="*/ 124 h 157930"/>
                <a:gd name="connsiteX13" fmla="*/ 40782 w 198977"/>
                <a:gd name="connsiteY13" fmla="*/ 1191 h 157930"/>
                <a:gd name="connsiteX14" fmla="*/ 1905 w 198977"/>
                <a:gd name="connsiteY14" fmla="*/ 124 h 157930"/>
                <a:gd name="connsiteX15" fmla="*/ 1905 w 198977"/>
                <a:gd name="connsiteY15" fmla="*/ 16842 h 157930"/>
                <a:gd name="connsiteX16" fmla="*/ 26999 w 198977"/>
                <a:gd name="connsiteY16" fmla="*/ 16842 h 157930"/>
                <a:gd name="connsiteX17" fmla="*/ 82133 w 198977"/>
                <a:gd name="connsiteY17" fmla="*/ 82291 h 157930"/>
                <a:gd name="connsiteX18" fmla="*/ 35834 w 198977"/>
                <a:gd name="connsiteY18" fmla="*/ 134579 h 157930"/>
                <a:gd name="connsiteX19" fmla="*/ 138 w 198977"/>
                <a:gd name="connsiteY19" fmla="*/ 141337 h 157930"/>
                <a:gd name="connsiteX20" fmla="*/ 138 w 198977"/>
                <a:gd name="connsiteY20" fmla="*/ 158055 h 157930"/>
                <a:gd name="connsiteX21" fmla="*/ 32653 w 198977"/>
                <a:gd name="connsiteY21" fmla="*/ 156988 h 157930"/>
                <a:gd name="connsiteX22" fmla="*/ 69056 w 198977"/>
                <a:gd name="connsiteY22" fmla="*/ 158055 h 157930"/>
                <a:gd name="connsiteX23" fmla="*/ 69056 w 198977"/>
                <a:gd name="connsiteY23" fmla="*/ 141337 h 157930"/>
                <a:gd name="connsiteX24" fmla="*/ 55979 w 198977"/>
                <a:gd name="connsiteY24" fmla="*/ 137424 h 157930"/>
                <a:gd name="connsiteX25" fmla="*/ 58453 w 198977"/>
                <a:gd name="connsiteY25" fmla="*/ 133867 h 157930"/>
                <a:gd name="connsiteX26" fmla="*/ 92735 w 198977"/>
                <a:gd name="connsiteY26" fmla="*/ 95096 h 157930"/>
                <a:gd name="connsiteX27" fmla="*/ 131612 w 198977"/>
                <a:gd name="connsiteY27" fmla="*/ 141337 h 157930"/>
                <a:gd name="connsiteX28" fmla="*/ 117829 w 198977"/>
                <a:gd name="connsiteY28" fmla="*/ 141337 h 157930"/>
                <a:gd name="connsiteX29" fmla="*/ 117829 w 198977"/>
                <a:gd name="connsiteY29" fmla="*/ 158055 h 157930"/>
                <a:gd name="connsiteX30" fmla="*/ 160239 w 198977"/>
                <a:gd name="connsiteY30" fmla="*/ 156988 h 157930"/>
                <a:gd name="connsiteX31" fmla="*/ 199116 w 198977"/>
                <a:gd name="connsiteY31" fmla="*/ 158055 h 157930"/>
                <a:gd name="connsiteX32" fmla="*/ 199116 w 198977"/>
                <a:gd name="connsiteY32" fmla="*/ 141337 h 157930"/>
                <a:gd name="connsiteX33" fmla="*/ 174023 w 198977"/>
                <a:gd name="connsiteY33" fmla="*/ 141337 h 157930"/>
                <a:gd name="connsiteX34" fmla="*/ 114648 w 198977"/>
                <a:gd name="connsiteY34" fmla="*/ 70553 h 157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8977" h="157930">
                  <a:moveTo>
                    <a:pt x="114648" y="70553"/>
                  </a:moveTo>
                  <a:lnTo>
                    <a:pt x="155998" y="24312"/>
                  </a:lnTo>
                  <a:cubicBezTo>
                    <a:pt x="160593" y="19332"/>
                    <a:pt x="162713" y="16842"/>
                    <a:pt x="192048" y="16842"/>
                  </a:cubicBezTo>
                  <a:lnTo>
                    <a:pt x="192048" y="124"/>
                  </a:lnTo>
                  <a:cubicBezTo>
                    <a:pt x="179678" y="836"/>
                    <a:pt x="161300" y="1191"/>
                    <a:pt x="159533" y="1191"/>
                  </a:cubicBezTo>
                  <a:cubicBezTo>
                    <a:pt x="150697" y="1191"/>
                    <a:pt x="133026" y="480"/>
                    <a:pt x="123130" y="124"/>
                  </a:cubicBezTo>
                  <a:lnTo>
                    <a:pt x="123130" y="16842"/>
                  </a:lnTo>
                  <a:cubicBezTo>
                    <a:pt x="128078" y="16842"/>
                    <a:pt x="132319" y="17554"/>
                    <a:pt x="136560" y="20043"/>
                  </a:cubicBezTo>
                  <a:cubicBezTo>
                    <a:pt x="135146" y="22178"/>
                    <a:pt x="135146" y="22889"/>
                    <a:pt x="133733" y="24312"/>
                  </a:cubicBezTo>
                  <a:lnTo>
                    <a:pt x="104045" y="57748"/>
                  </a:lnTo>
                  <a:lnTo>
                    <a:pt x="69409" y="16842"/>
                  </a:lnTo>
                  <a:lnTo>
                    <a:pt x="83546" y="16842"/>
                  </a:lnTo>
                  <a:lnTo>
                    <a:pt x="83546" y="124"/>
                  </a:lnTo>
                  <a:cubicBezTo>
                    <a:pt x="74357" y="480"/>
                    <a:pt x="52092" y="1191"/>
                    <a:pt x="40782" y="1191"/>
                  </a:cubicBezTo>
                  <a:cubicBezTo>
                    <a:pt x="29473" y="1191"/>
                    <a:pt x="13568" y="480"/>
                    <a:pt x="1905" y="124"/>
                  </a:cubicBezTo>
                  <a:lnTo>
                    <a:pt x="1905" y="16842"/>
                  </a:lnTo>
                  <a:lnTo>
                    <a:pt x="26999" y="16842"/>
                  </a:lnTo>
                  <a:lnTo>
                    <a:pt x="82133" y="82291"/>
                  </a:lnTo>
                  <a:lnTo>
                    <a:pt x="35834" y="134579"/>
                  </a:lnTo>
                  <a:cubicBezTo>
                    <a:pt x="29826" y="141337"/>
                    <a:pt x="17103" y="141337"/>
                    <a:pt x="138" y="141337"/>
                  </a:cubicBezTo>
                  <a:lnTo>
                    <a:pt x="138" y="158055"/>
                  </a:lnTo>
                  <a:cubicBezTo>
                    <a:pt x="12508" y="157344"/>
                    <a:pt x="30886" y="156988"/>
                    <a:pt x="32653" y="156988"/>
                  </a:cubicBezTo>
                  <a:cubicBezTo>
                    <a:pt x="41489" y="156988"/>
                    <a:pt x="61988" y="157699"/>
                    <a:pt x="69056" y="158055"/>
                  </a:cubicBezTo>
                  <a:lnTo>
                    <a:pt x="69056" y="141337"/>
                  </a:lnTo>
                  <a:cubicBezTo>
                    <a:pt x="62694" y="141337"/>
                    <a:pt x="55979" y="139559"/>
                    <a:pt x="55979" y="137424"/>
                  </a:cubicBezTo>
                  <a:cubicBezTo>
                    <a:pt x="55979" y="137069"/>
                    <a:pt x="55979" y="136713"/>
                    <a:pt x="58453" y="133867"/>
                  </a:cubicBezTo>
                  <a:lnTo>
                    <a:pt x="92735" y="95096"/>
                  </a:lnTo>
                  <a:lnTo>
                    <a:pt x="131612" y="141337"/>
                  </a:lnTo>
                  <a:lnTo>
                    <a:pt x="117829" y="141337"/>
                  </a:lnTo>
                  <a:lnTo>
                    <a:pt x="117829" y="158055"/>
                  </a:lnTo>
                  <a:cubicBezTo>
                    <a:pt x="127018" y="157699"/>
                    <a:pt x="148576" y="156988"/>
                    <a:pt x="160239" y="156988"/>
                  </a:cubicBezTo>
                  <a:cubicBezTo>
                    <a:pt x="171549" y="156988"/>
                    <a:pt x="187453" y="157699"/>
                    <a:pt x="199116" y="158055"/>
                  </a:cubicBezTo>
                  <a:lnTo>
                    <a:pt x="199116" y="141337"/>
                  </a:lnTo>
                  <a:lnTo>
                    <a:pt x="174023" y="141337"/>
                  </a:lnTo>
                  <a:lnTo>
                    <a:pt x="114648" y="70553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4E82CC4D-0417-572B-5743-8E2B83A94731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8402735" y="8434716"/>
              <a:ext cx="235026" cy="83233"/>
            </a:xfrm>
            <a:custGeom>
              <a:avLst/>
              <a:gdLst>
                <a:gd name="connsiteX0" fmla="*/ 223158 w 235026"/>
                <a:gd name="connsiteY0" fmla="*/ 14352 h 83233"/>
                <a:gd name="connsiteX1" fmla="*/ 235174 w 235026"/>
                <a:gd name="connsiteY1" fmla="*/ 7238 h 83233"/>
                <a:gd name="connsiteX2" fmla="*/ 223511 w 235026"/>
                <a:gd name="connsiteY2" fmla="*/ 124 h 83233"/>
                <a:gd name="connsiteX3" fmla="*/ 11810 w 235026"/>
                <a:gd name="connsiteY3" fmla="*/ 124 h 83233"/>
                <a:gd name="connsiteX4" fmla="*/ 147 w 235026"/>
                <a:gd name="connsiteY4" fmla="*/ 7238 h 83233"/>
                <a:gd name="connsiteX5" fmla="*/ 12164 w 235026"/>
                <a:gd name="connsiteY5" fmla="*/ 14352 h 83233"/>
                <a:gd name="connsiteX6" fmla="*/ 223158 w 235026"/>
                <a:gd name="connsiteY6" fmla="*/ 14352 h 83233"/>
                <a:gd name="connsiteX7" fmla="*/ 223511 w 235026"/>
                <a:gd name="connsiteY7" fmla="*/ 83358 h 83233"/>
                <a:gd name="connsiteX8" fmla="*/ 235174 w 235026"/>
                <a:gd name="connsiteY8" fmla="*/ 76244 h 83233"/>
                <a:gd name="connsiteX9" fmla="*/ 223158 w 235026"/>
                <a:gd name="connsiteY9" fmla="*/ 69130 h 83233"/>
                <a:gd name="connsiteX10" fmla="*/ 12164 w 235026"/>
                <a:gd name="connsiteY10" fmla="*/ 69130 h 83233"/>
                <a:gd name="connsiteX11" fmla="*/ 147 w 235026"/>
                <a:gd name="connsiteY11" fmla="*/ 76244 h 83233"/>
                <a:gd name="connsiteX12" fmla="*/ 11810 w 235026"/>
                <a:gd name="connsiteY12" fmla="*/ 83358 h 83233"/>
                <a:gd name="connsiteX13" fmla="*/ 223511 w 235026"/>
                <a:gd name="connsiteY13" fmla="*/ 83358 h 83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026" h="83233">
                  <a:moveTo>
                    <a:pt x="223158" y="14352"/>
                  </a:moveTo>
                  <a:cubicBezTo>
                    <a:pt x="228459" y="14352"/>
                    <a:pt x="235174" y="14352"/>
                    <a:pt x="235174" y="7238"/>
                  </a:cubicBezTo>
                  <a:cubicBezTo>
                    <a:pt x="235174" y="124"/>
                    <a:pt x="228459" y="124"/>
                    <a:pt x="223511" y="124"/>
                  </a:cubicBezTo>
                  <a:lnTo>
                    <a:pt x="11810" y="124"/>
                  </a:lnTo>
                  <a:cubicBezTo>
                    <a:pt x="6862" y="124"/>
                    <a:pt x="147" y="124"/>
                    <a:pt x="147" y="7238"/>
                  </a:cubicBezTo>
                  <a:cubicBezTo>
                    <a:pt x="147" y="14352"/>
                    <a:pt x="6862" y="14352"/>
                    <a:pt x="12164" y="14352"/>
                  </a:cubicBezTo>
                  <a:lnTo>
                    <a:pt x="223158" y="14352"/>
                  </a:lnTo>
                  <a:close/>
                  <a:moveTo>
                    <a:pt x="223511" y="83358"/>
                  </a:moveTo>
                  <a:cubicBezTo>
                    <a:pt x="228459" y="83358"/>
                    <a:pt x="235174" y="83358"/>
                    <a:pt x="235174" y="76244"/>
                  </a:cubicBezTo>
                  <a:cubicBezTo>
                    <a:pt x="235174" y="69130"/>
                    <a:pt x="228459" y="69130"/>
                    <a:pt x="223158" y="69130"/>
                  </a:cubicBezTo>
                  <a:lnTo>
                    <a:pt x="12164" y="69130"/>
                  </a:lnTo>
                  <a:cubicBezTo>
                    <a:pt x="6862" y="69130"/>
                    <a:pt x="147" y="69130"/>
                    <a:pt x="147" y="76244"/>
                  </a:cubicBezTo>
                  <a:cubicBezTo>
                    <a:pt x="147" y="83358"/>
                    <a:pt x="6862" y="83358"/>
                    <a:pt x="11810" y="83358"/>
                  </a:cubicBezTo>
                  <a:lnTo>
                    <a:pt x="223511" y="83358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27C6BD16-AAAF-230E-DE5F-AFE0DF0BC02E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8951697" y="7947832"/>
              <a:ext cx="121719" cy="175288"/>
            </a:xfrm>
            <a:custGeom>
              <a:avLst/>
              <a:gdLst>
                <a:gd name="connsiteX0" fmla="*/ 59043 w 121719"/>
                <a:gd name="connsiteY0" fmla="*/ 7582 h 175288"/>
                <a:gd name="connsiteX1" fmla="*/ 60033 w 121719"/>
                <a:gd name="connsiteY1" fmla="*/ 3598 h 175288"/>
                <a:gd name="connsiteX2" fmla="*/ 56074 w 121719"/>
                <a:gd name="connsiteY2" fmla="*/ 112 h 175288"/>
                <a:gd name="connsiteX3" fmla="*/ 24408 w 121719"/>
                <a:gd name="connsiteY3" fmla="*/ 2602 h 175288"/>
                <a:gd name="connsiteX4" fmla="*/ 18965 w 121719"/>
                <a:gd name="connsiteY4" fmla="*/ 8329 h 175288"/>
                <a:gd name="connsiteX5" fmla="*/ 25397 w 121719"/>
                <a:gd name="connsiteY5" fmla="*/ 11814 h 175288"/>
                <a:gd name="connsiteX6" fmla="*/ 37272 w 121719"/>
                <a:gd name="connsiteY6" fmla="*/ 15549 h 175288"/>
                <a:gd name="connsiteX7" fmla="*/ 36283 w 121719"/>
                <a:gd name="connsiteY7" fmla="*/ 21027 h 175288"/>
                <a:gd name="connsiteX8" fmla="*/ 1400 w 121719"/>
                <a:gd name="connsiteY8" fmla="*/ 161955 h 175288"/>
                <a:gd name="connsiteX9" fmla="*/ 163 w 121719"/>
                <a:gd name="connsiteY9" fmla="*/ 167433 h 175288"/>
                <a:gd name="connsiteX10" fmla="*/ 8574 w 121719"/>
                <a:gd name="connsiteY10" fmla="*/ 175401 h 175288"/>
                <a:gd name="connsiteX11" fmla="*/ 19954 w 121719"/>
                <a:gd name="connsiteY11" fmla="*/ 164943 h 175288"/>
                <a:gd name="connsiteX12" fmla="*/ 32077 w 121719"/>
                <a:gd name="connsiteY12" fmla="*/ 116639 h 175288"/>
                <a:gd name="connsiteX13" fmla="*/ 63744 w 121719"/>
                <a:gd name="connsiteY13" fmla="*/ 137056 h 175288"/>
                <a:gd name="connsiteX14" fmla="*/ 63249 w 121719"/>
                <a:gd name="connsiteY14" fmla="*/ 142036 h 175288"/>
                <a:gd name="connsiteX15" fmla="*/ 62259 w 121719"/>
                <a:gd name="connsiteY15" fmla="*/ 149755 h 175288"/>
                <a:gd name="connsiteX16" fmla="*/ 88483 w 121719"/>
                <a:gd name="connsiteY16" fmla="*/ 175401 h 175288"/>
                <a:gd name="connsiteX17" fmla="*/ 119903 w 121719"/>
                <a:gd name="connsiteY17" fmla="*/ 137305 h 175288"/>
                <a:gd name="connsiteX18" fmla="*/ 115944 w 121719"/>
                <a:gd name="connsiteY18" fmla="*/ 134068 h 175288"/>
                <a:gd name="connsiteX19" fmla="*/ 110996 w 121719"/>
                <a:gd name="connsiteY19" fmla="*/ 140044 h 175288"/>
                <a:gd name="connsiteX20" fmla="*/ 89225 w 121719"/>
                <a:gd name="connsiteY20" fmla="*/ 168429 h 175288"/>
                <a:gd name="connsiteX21" fmla="*/ 80567 w 121719"/>
                <a:gd name="connsiteY21" fmla="*/ 155482 h 175288"/>
                <a:gd name="connsiteX22" fmla="*/ 82051 w 121719"/>
                <a:gd name="connsiteY22" fmla="*/ 144277 h 175288"/>
                <a:gd name="connsiteX23" fmla="*/ 83288 w 121719"/>
                <a:gd name="connsiteY23" fmla="*/ 136558 h 175288"/>
                <a:gd name="connsiteX24" fmla="*/ 43210 w 121719"/>
                <a:gd name="connsiteY24" fmla="*/ 110165 h 175288"/>
                <a:gd name="connsiteX25" fmla="*/ 63744 w 121719"/>
                <a:gd name="connsiteY25" fmla="*/ 93732 h 175288"/>
                <a:gd name="connsiteX26" fmla="*/ 102585 w 121719"/>
                <a:gd name="connsiteY26" fmla="*/ 70078 h 175288"/>
                <a:gd name="connsiteX27" fmla="*/ 110749 w 121719"/>
                <a:gd name="connsiteY27" fmla="*/ 73315 h 175288"/>
                <a:gd name="connsiteX28" fmla="*/ 97884 w 121719"/>
                <a:gd name="connsiteY28" fmla="*/ 87258 h 175288"/>
                <a:gd name="connsiteX29" fmla="*/ 107780 w 121719"/>
                <a:gd name="connsiteY29" fmla="*/ 96471 h 175288"/>
                <a:gd name="connsiteX30" fmla="*/ 121882 w 121719"/>
                <a:gd name="connsiteY30" fmla="*/ 80536 h 175288"/>
                <a:gd name="connsiteX31" fmla="*/ 102832 w 121719"/>
                <a:gd name="connsiteY31" fmla="*/ 63106 h 175288"/>
                <a:gd name="connsiteX32" fmla="*/ 63249 w 121719"/>
                <a:gd name="connsiteY32" fmla="*/ 85017 h 175288"/>
                <a:gd name="connsiteX33" fmla="*/ 34551 w 121719"/>
                <a:gd name="connsiteY33" fmla="*/ 106929 h 175288"/>
                <a:gd name="connsiteX34" fmla="*/ 59043 w 121719"/>
                <a:gd name="connsiteY34" fmla="*/ 7582 h 175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719" h="175288">
                  <a:moveTo>
                    <a:pt x="59043" y="7582"/>
                  </a:moveTo>
                  <a:cubicBezTo>
                    <a:pt x="59290" y="7084"/>
                    <a:pt x="60033" y="3847"/>
                    <a:pt x="60033" y="3598"/>
                  </a:cubicBezTo>
                  <a:cubicBezTo>
                    <a:pt x="60033" y="2353"/>
                    <a:pt x="59043" y="112"/>
                    <a:pt x="56074" y="112"/>
                  </a:cubicBezTo>
                  <a:cubicBezTo>
                    <a:pt x="51126" y="112"/>
                    <a:pt x="30592" y="2104"/>
                    <a:pt x="24408" y="2602"/>
                  </a:cubicBezTo>
                  <a:cubicBezTo>
                    <a:pt x="22428" y="2851"/>
                    <a:pt x="18965" y="3100"/>
                    <a:pt x="18965" y="8329"/>
                  </a:cubicBezTo>
                  <a:cubicBezTo>
                    <a:pt x="18965" y="11814"/>
                    <a:pt x="22428" y="11814"/>
                    <a:pt x="25397" y="11814"/>
                  </a:cubicBezTo>
                  <a:cubicBezTo>
                    <a:pt x="37272" y="11814"/>
                    <a:pt x="37272" y="13557"/>
                    <a:pt x="37272" y="15549"/>
                  </a:cubicBezTo>
                  <a:cubicBezTo>
                    <a:pt x="37272" y="17292"/>
                    <a:pt x="36777" y="18786"/>
                    <a:pt x="36283" y="21027"/>
                  </a:cubicBezTo>
                  <a:lnTo>
                    <a:pt x="1400" y="161955"/>
                  </a:lnTo>
                  <a:cubicBezTo>
                    <a:pt x="163" y="166437"/>
                    <a:pt x="163" y="166935"/>
                    <a:pt x="163" y="167433"/>
                  </a:cubicBezTo>
                  <a:cubicBezTo>
                    <a:pt x="163" y="171168"/>
                    <a:pt x="3131" y="175401"/>
                    <a:pt x="8574" y="175401"/>
                  </a:cubicBezTo>
                  <a:cubicBezTo>
                    <a:pt x="15254" y="175401"/>
                    <a:pt x="18470" y="170421"/>
                    <a:pt x="19954" y="164943"/>
                  </a:cubicBezTo>
                  <a:cubicBezTo>
                    <a:pt x="20449" y="163947"/>
                    <a:pt x="31087" y="120125"/>
                    <a:pt x="32077" y="116639"/>
                  </a:cubicBezTo>
                  <a:cubicBezTo>
                    <a:pt x="49642" y="118382"/>
                    <a:pt x="63744" y="124109"/>
                    <a:pt x="63744" y="137056"/>
                  </a:cubicBezTo>
                  <a:cubicBezTo>
                    <a:pt x="63744" y="138301"/>
                    <a:pt x="63744" y="139546"/>
                    <a:pt x="63249" y="142036"/>
                  </a:cubicBezTo>
                  <a:cubicBezTo>
                    <a:pt x="62259" y="145771"/>
                    <a:pt x="62259" y="147016"/>
                    <a:pt x="62259" y="149755"/>
                  </a:cubicBezTo>
                  <a:cubicBezTo>
                    <a:pt x="62259" y="167433"/>
                    <a:pt x="76608" y="175401"/>
                    <a:pt x="88483" y="175401"/>
                  </a:cubicBezTo>
                  <a:cubicBezTo>
                    <a:pt x="112481" y="175401"/>
                    <a:pt x="119903" y="137554"/>
                    <a:pt x="119903" y="137305"/>
                  </a:cubicBezTo>
                  <a:cubicBezTo>
                    <a:pt x="119903" y="134068"/>
                    <a:pt x="116687" y="134068"/>
                    <a:pt x="115944" y="134068"/>
                  </a:cubicBezTo>
                  <a:cubicBezTo>
                    <a:pt x="112481" y="134068"/>
                    <a:pt x="112233" y="135313"/>
                    <a:pt x="110996" y="140044"/>
                  </a:cubicBezTo>
                  <a:cubicBezTo>
                    <a:pt x="108028" y="150751"/>
                    <a:pt x="101348" y="168429"/>
                    <a:pt x="89225" y="168429"/>
                  </a:cubicBezTo>
                  <a:cubicBezTo>
                    <a:pt x="82546" y="168429"/>
                    <a:pt x="80567" y="162204"/>
                    <a:pt x="80567" y="155482"/>
                  </a:cubicBezTo>
                  <a:cubicBezTo>
                    <a:pt x="80567" y="151249"/>
                    <a:pt x="80567" y="150751"/>
                    <a:pt x="82051" y="144277"/>
                  </a:cubicBezTo>
                  <a:cubicBezTo>
                    <a:pt x="82298" y="143530"/>
                    <a:pt x="83288" y="139297"/>
                    <a:pt x="83288" y="136558"/>
                  </a:cubicBezTo>
                  <a:cubicBezTo>
                    <a:pt x="83288" y="114398"/>
                    <a:pt x="53600" y="110912"/>
                    <a:pt x="43210" y="110165"/>
                  </a:cubicBezTo>
                  <a:cubicBezTo>
                    <a:pt x="50384" y="105684"/>
                    <a:pt x="59538" y="97467"/>
                    <a:pt x="63744" y="93732"/>
                  </a:cubicBezTo>
                  <a:cubicBezTo>
                    <a:pt x="76361" y="81781"/>
                    <a:pt x="88731" y="70078"/>
                    <a:pt x="102585" y="70078"/>
                  </a:cubicBezTo>
                  <a:cubicBezTo>
                    <a:pt x="105554" y="70078"/>
                    <a:pt x="108770" y="70825"/>
                    <a:pt x="110749" y="73315"/>
                  </a:cubicBezTo>
                  <a:cubicBezTo>
                    <a:pt x="100111" y="75058"/>
                    <a:pt x="97884" y="83524"/>
                    <a:pt x="97884" y="87258"/>
                  </a:cubicBezTo>
                  <a:cubicBezTo>
                    <a:pt x="97884" y="92736"/>
                    <a:pt x="102090" y="96471"/>
                    <a:pt x="107780" y="96471"/>
                  </a:cubicBezTo>
                  <a:cubicBezTo>
                    <a:pt x="114460" y="96471"/>
                    <a:pt x="121882" y="90993"/>
                    <a:pt x="121882" y="80536"/>
                  </a:cubicBezTo>
                  <a:cubicBezTo>
                    <a:pt x="121882" y="72319"/>
                    <a:pt x="115944" y="63106"/>
                    <a:pt x="102832" y="63106"/>
                  </a:cubicBezTo>
                  <a:cubicBezTo>
                    <a:pt x="88731" y="63106"/>
                    <a:pt x="75866" y="73315"/>
                    <a:pt x="63249" y="85017"/>
                  </a:cubicBezTo>
                  <a:cubicBezTo>
                    <a:pt x="52858" y="94977"/>
                    <a:pt x="44694" y="102696"/>
                    <a:pt x="34551" y="106929"/>
                  </a:cubicBezTo>
                  <a:lnTo>
                    <a:pt x="59043" y="7582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EE75C702-5CC9-82E2-1DCD-34BE3F6FD6E6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8775792" y="8227340"/>
              <a:ext cx="470407" cy="497979"/>
            </a:xfrm>
            <a:custGeom>
              <a:avLst/>
              <a:gdLst>
                <a:gd name="connsiteX0" fmla="*/ 427801 w 470407"/>
                <a:gd name="connsiteY0" fmla="*/ 498095 h 497979"/>
                <a:gd name="connsiteX1" fmla="*/ 470565 w 470407"/>
                <a:gd name="connsiteY1" fmla="*/ 384271 h 497979"/>
                <a:gd name="connsiteX2" fmla="*/ 461729 w 470407"/>
                <a:gd name="connsiteY2" fmla="*/ 384271 h 497979"/>
                <a:gd name="connsiteX3" fmla="*/ 369839 w 470407"/>
                <a:gd name="connsiteY3" fmla="*/ 456122 h 497979"/>
                <a:gd name="connsiteX4" fmla="*/ 259924 w 470407"/>
                <a:gd name="connsiteY4" fmla="*/ 467149 h 497979"/>
                <a:gd name="connsiteX5" fmla="*/ 46810 w 470407"/>
                <a:gd name="connsiteY5" fmla="*/ 467149 h 497979"/>
                <a:gd name="connsiteX6" fmla="*/ 226702 w 470407"/>
                <a:gd name="connsiteY6" fmla="*/ 254796 h 497979"/>
                <a:gd name="connsiteX7" fmla="*/ 229883 w 470407"/>
                <a:gd name="connsiteY7" fmla="*/ 249105 h 497979"/>
                <a:gd name="connsiteX8" fmla="*/ 227409 w 470407"/>
                <a:gd name="connsiteY8" fmla="*/ 243769 h 497979"/>
                <a:gd name="connsiteX9" fmla="*/ 62714 w 470407"/>
                <a:gd name="connsiteY9" fmla="*/ 17188 h 497979"/>
                <a:gd name="connsiteX10" fmla="*/ 256390 w 470407"/>
                <a:gd name="connsiteY10" fmla="*/ 17188 h 497979"/>
                <a:gd name="connsiteX11" fmla="*/ 339091 w 470407"/>
                <a:gd name="connsiteY11" fmla="*/ 22880 h 497979"/>
                <a:gd name="connsiteX12" fmla="*/ 416844 w 470407"/>
                <a:gd name="connsiteY12" fmla="*/ 49557 h 497979"/>
                <a:gd name="connsiteX13" fmla="*/ 461729 w 470407"/>
                <a:gd name="connsiteY13" fmla="*/ 100067 h 497979"/>
                <a:gd name="connsiteX14" fmla="*/ 470565 w 470407"/>
                <a:gd name="connsiteY14" fmla="*/ 100067 h 497979"/>
                <a:gd name="connsiteX15" fmla="*/ 427801 w 470407"/>
                <a:gd name="connsiteY15" fmla="*/ 115 h 497979"/>
                <a:gd name="connsiteX16" fmla="*/ 10054 w 470407"/>
                <a:gd name="connsiteY16" fmla="*/ 115 h 497979"/>
                <a:gd name="connsiteX17" fmla="*/ 511 w 470407"/>
                <a:gd name="connsiteY17" fmla="*/ 2605 h 497979"/>
                <a:gd name="connsiteX18" fmla="*/ 158 w 470407"/>
                <a:gd name="connsiteY18" fmla="*/ 14343 h 497979"/>
                <a:gd name="connsiteX19" fmla="*/ 187119 w 470407"/>
                <a:gd name="connsiteY19" fmla="*/ 271870 h 497979"/>
                <a:gd name="connsiteX20" fmla="*/ 4045 w 470407"/>
                <a:gd name="connsiteY20" fmla="*/ 487780 h 497979"/>
                <a:gd name="connsiteX21" fmla="*/ 511 w 470407"/>
                <a:gd name="connsiteY21" fmla="*/ 494182 h 497979"/>
                <a:gd name="connsiteX22" fmla="*/ 10054 w 470407"/>
                <a:gd name="connsiteY22" fmla="*/ 498095 h 497979"/>
                <a:gd name="connsiteX23" fmla="*/ 427801 w 470407"/>
                <a:gd name="connsiteY23" fmla="*/ 498095 h 497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70407" h="497979">
                  <a:moveTo>
                    <a:pt x="427801" y="498095"/>
                  </a:moveTo>
                  <a:lnTo>
                    <a:pt x="470565" y="384271"/>
                  </a:lnTo>
                  <a:lnTo>
                    <a:pt x="461729" y="384271"/>
                  </a:lnTo>
                  <a:cubicBezTo>
                    <a:pt x="447946" y="421264"/>
                    <a:pt x="410483" y="445451"/>
                    <a:pt x="369839" y="456122"/>
                  </a:cubicBezTo>
                  <a:cubicBezTo>
                    <a:pt x="362417" y="457901"/>
                    <a:pt x="327782" y="467149"/>
                    <a:pt x="259924" y="467149"/>
                  </a:cubicBezTo>
                  <a:lnTo>
                    <a:pt x="46810" y="467149"/>
                  </a:lnTo>
                  <a:lnTo>
                    <a:pt x="226702" y="254796"/>
                  </a:lnTo>
                  <a:cubicBezTo>
                    <a:pt x="229176" y="251950"/>
                    <a:pt x="229883" y="250883"/>
                    <a:pt x="229883" y="249105"/>
                  </a:cubicBezTo>
                  <a:cubicBezTo>
                    <a:pt x="229883" y="248393"/>
                    <a:pt x="229883" y="247326"/>
                    <a:pt x="227409" y="243769"/>
                  </a:cubicBezTo>
                  <a:lnTo>
                    <a:pt x="62714" y="17188"/>
                  </a:lnTo>
                  <a:lnTo>
                    <a:pt x="256390" y="17188"/>
                  </a:lnTo>
                  <a:cubicBezTo>
                    <a:pt x="303749" y="17188"/>
                    <a:pt x="335910" y="22168"/>
                    <a:pt x="339091" y="22880"/>
                  </a:cubicBezTo>
                  <a:cubicBezTo>
                    <a:pt x="358176" y="25725"/>
                    <a:pt x="388924" y="31772"/>
                    <a:pt x="416844" y="49557"/>
                  </a:cubicBezTo>
                  <a:cubicBezTo>
                    <a:pt x="425680" y="55248"/>
                    <a:pt x="449713" y="71255"/>
                    <a:pt x="461729" y="100067"/>
                  </a:cubicBezTo>
                  <a:lnTo>
                    <a:pt x="470565" y="100067"/>
                  </a:lnTo>
                  <a:lnTo>
                    <a:pt x="427801" y="115"/>
                  </a:lnTo>
                  <a:lnTo>
                    <a:pt x="10054" y="115"/>
                  </a:lnTo>
                  <a:cubicBezTo>
                    <a:pt x="1925" y="115"/>
                    <a:pt x="1571" y="471"/>
                    <a:pt x="511" y="2605"/>
                  </a:cubicBezTo>
                  <a:cubicBezTo>
                    <a:pt x="158" y="3672"/>
                    <a:pt x="158" y="10430"/>
                    <a:pt x="158" y="14343"/>
                  </a:cubicBezTo>
                  <a:lnTo>
                    <a:pt x="187119" y="271870"/>
                  </a:lnTo>
                  <a:lnTo>
                    <a:pt x="4045" y="487780"/>
                  </a:lnTo>
                  <a:cubicBezTo>
                    <a:pt x="511" y="492048"/>
                    <a:pt x="511" y="493826"/>
                    <a:pt x="511" y="494182"/>
                  </a:cubicBezTo>
                  <a:cubicBezTo>
                    <a:pt x="511" y="498095"/>
                    <a:pt x="3692" y="498095"/>
                    <a:pt x="10054" y="498095"/>
                  </a:cubicBezTo>
                  <a:lnTo>
                    <a:pt x="427801" y="498095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4768AEBF-26BD-8EA2-B40C-C2814937C845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8793961" y="8819855"/>
              <a:ext cx="74961" cy="167570"/>
            </a:xfrm>
            <a:custGeom>
              <a:avLst/>
              <a:gdLst>
                <a:gd name="connsiteX0" fmla="*/ 68687 w 74961"/>
                <a:gd name="connsiteY0" fmla="*/ 9598 h 167570"/>
                <a:gd name="connsiteX1" fmla="*/ 58791 w 74961"/>
                <a:gd name="connsiteY1" fmla="*/ 136 h 167570"/>
                <a:gd name="connsiteX2" fmla="*/ 44937 w 74961"/>
                <a:gd name="connsiteY2" fmla="*/ 13830 h 167570"/>
                <a:gd name="connsiteX3" fmla="*/ 54833 w 74961"/>
                <a:gd name="connsiteY3" fmla="*/ 23292 h 167570"/>
                <a:gd name="connsiteX4" fmla="*/ 68687 w 74961"/>
                <a:gd name="connsiteY4" fmla="*/ 9598 h 167570"/>
                <a:gd name="connsiteX5" fmla="*/ 18218 w 74961"/>
                <a:gd name="connsiteY5" fmla="*/ 136085 h 167570"/>
                <a:gd name="connsiteX6" fmla="*/ 15992 w 74961"/>
                <a:gd name="connsiteY6" fmla="*/ 146542 h 167570"/>
                <a:gd name="connsiteX7" fmla="*/ 39495 w 74961"/>
                <a:gd name="connsiteY7" fmla="*/ 167706 h 167570"/>
                <a:gd name="connsiteX8" fmla="*/ 75120 w 74961"/>
                <a:gd name="connsiteY8" fmla="*/ 129611 h 167570"/>
                <a:gd name="connsiteX9" fmla="*/ 71161 w 74961"/>
                <a:gd name="connsiteY9" fmla="*/ 126374 h 167570"/>
                <a:gd name="connsiteX10" fmla="*/ 66461 w 74961"/>
                <a:gd name="connsiteY10" fmla="*/ 130607 h 167570"/>
                <a:gd name="connsiteX11" fmla="*/ 40237 w 74961"/>
                <a:gd name="connsiteY11" fmla="*/ 160735 h 167570"/>
                <a:gd name="connsiteX12" fmla="*/ 34052 w 74961"/>
                <a:gd name="connsiteY12" fmla="*/ 152020 h 167570"/>
                <a:gd name="connsiteX13" fmla="*/ 38010 w 74961"/>
                <a:gd name="connsiteY13" fmla="*/ 136085 h 167570"/>
                <a:gd name="connsiteX14" fmla="*/ 45927 w 74961"/>
                <a:gd name="connsiteY14" fmla="*/ 116165 h 167570"/>
                <a:gd name="connsiteX15" fmla="*/ 58049 w 74961"/>
                <a:gd name="connsiteY15" fmla="*/ 84544 h 167570"/>
                <a:gd name="connsiteX16" fmla="*/ 59534 w 74961"/>
                <a:gd name="connsiteY16" fmla="*/ 76576 h 167570"/>
                <a:gd name="connsiteX17" fmla="*/ 36031 w 74961"/>
                <a:gd name="connsiteY17" fmla="*/ 55412 h 167570"/>
                <a:gd name="connsiteX18" fmla="*/ 158 w 74961"/>
                <a:gd name="connsiteY18" fmla="*/ 93507 h 167570"/>
                <a:gd name="connsiteX19" fmla="*/ 4364 w 74961"/>
                <a:gd name="connsiteY19" fmla="*/ 96744 h 167570"/>
                <a:gd name="connsiteX20" fmla="*/ 8817 w 74961"/>
                <a:gd name="connsiteY20" fmla="*/ 92760 h 167570"/>
                <a:gd name="connsiteX21" fmla="*/ 35289 w 74961"/>
                <a:gd name="connsiteY21" fmla="*/ 62384 h 167570"/>
                <a:gd name="connsiteX22" fmla="*/ 41474 w 74961"/>
                <a:gd name="connsiteY22" fmla="*/ 71098 h 167570"/>
                <a:gd name="connsiteX23" fmla="*/ 33804 w 74961"/>
                <a:gd name="connsiteY23" fmla="*/ 95997 h 167570"/>
                <a:gd name="connsiteX24" fmla="*/ 18218 w 74961"/>
                <a:gd name="connsiteY24" fmla="*/ 136085 h 167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961" h="167570">
                  <a:moveTo>
                    <a:pt x="68687" y="9598"/>
                  </a:moveTo>
                  <a:cubicBezTo>
                    <a:pt x="68687" y="5614"/>
                    <a:pt x="65719" y="136"/>
                    <a:pt x="58791" y="136"/>
                  </a:cubicBezTo>
                  <a:cubicBezTo>
                    <a:pt x="52112" y="136"/>
                    <a:pt x="44937" y="6610"/>
                    <a:pt x="44937" y="13830"/>
                  </a:cubicBezTo>
                  <a:cubicBezTo>
                    <a:pt x="44937" y="18063"/>
                    <a:pt x="48153" y="23292"/>
                    <a:pt x="54833" y="23292"/>
                  </a:cubicBezTo>
                  <a:cubicBezTo>
                    <a:pt x="62008" y="23292"/>
                    <a:pt x="68687" y="16320"/>
                    <a:pt x="68687" y="9598"/>
                  </a:cubicBezTo>
                  <a:close/>
                  <a:moveTo>
                    <a:pt x="18218" y="136085"/>
                  </a:moveTo>
                  <a:cubicBezTo>
                    <a:pt x="17229" y="139321"/>
                    <a:pt x="15992" y="142309"/>
                    <a:pt x="15992" y="146542"/>
                  </a:cubicBezTo>
                  <a:cubicBezTo>
                    <a:pt x="15992" y="158245"/>
                    <a:pt x="25888" y="167706"/>
                    <a:pt x="39495" y="167706"/>
                  </a:cubicBezTo>
                  <a:cubicBezTo>
                    <a:pt x="64234" y="167706"/>
                    <a:pt x="75120" y="133346"/>
                    <a:pt x="75120" y="129611"/>
                  </a:cubicBezTo>
                  <a:cubicBezTo>
                    <a:pt x="75120" y="126374"/>
                    <a:pt x="71903" y="126374"/>
                    <a:pt x="71161" y="126374"/>
                  </a:cubicBezTo>
                  <a:cubicBezTo>
                    <a:pt x="67698" y="126374"/>
                    <a:pt x="67450" y="127868"/>
                    <a:pt x="66461" y="130607"/>
                  </a:cubicBezTo>
                  <a:cubicBezTo>
                    <a:pt x="60771" y="150526"/>
                    <a:pt x="49885" y="160735"/>
                    <a:pt x="40237" y="160735"/>
                  </a:cubicBezTo>
                  <a:cubicBezTo>
                    <a:pt x="35289" y="160735"/>
                    <a:pt x="34052" y="157498"/>
                    <a:pt x="34052" y="152020"/>
                  </a:cubicBezTo>
                  <a:cubicBezTo>
                    <a:pt x="34052" y="146293"/>
                    <a:pt x="35784" y="141562"/>
                    <a:pt x="38010" y="136085"/>
                  </a:cubicBezTo>
                  <a:cubicBezTo>
                    <a:pt x="40484" y="129362"/>
                    <a:pt x="43205" y="122639"/>
                    <a:pt x="45927" y="116165"/>
                  </a:cubicBezTo>
                  <a:cubicBezTo>
                    <a:pt x="48153" y="110190"/>
                    <a:pt x="57060" y="87532"/>
                    <a:pt x="58049" y="84544"/>
                  </a:cubicBezTo>
                  <a:cubicBezTo>
                    <a:pt x="58791" y="82054"/>
                    <a:pt x="59534" y="79066"/>
                    <a:pt x="59534" y="76576"/>
                  </a:cubicBezTo>
                  <a:cubicBezTo>
                    <a:pt x="59534" y="64873"/>
                    <a:pt x="49638" y="55412"/>
                    <a:pt x="36031" y="55412"/>
                  </a:cubicBezTo>
                  <a:cubicBezTo>
                    <a:pt x="11539" y="55412"/>
                    <a:pt x="158" y="89274"/>
                    <a:pt x="158" y="93507"/>
                  </a:cubicBezTo>
                  <a:cubicBezTo>
                    <a:pt x="158" y="96744"/>
                    <a:pt x="3622" y="96744"/>
                    <a:pt x="4364" y="96744"/>
                  </a:cubicBezTo>
                  <a:cubicBezTo>
                    <a:pt x="7828" y="96744"/>
                    <a:pt x="8075" y="95499"/>
                    <a:pt x="8817" y="92760"/>
                  </a:cubicBezTo>
                  <a:cubicBezTo>
                    <a:pt x="15250" y="71347"/>
                    <a:pt x="26135" y="62384"/>
                    <a:pt x="35289" y="62384"/>
                  </a:cubicBezTo>
                  <a:cubicBezTo>
                    <a:pt x="39247" y="62384"/>
                    <a:pt x="41474" y="64375"/>
                    <a:pt x="41474" y="71098"/>
                  </a:cubicBezTo>
                  <a:cubicBezTo>
                    <a:pt x="41474" y="76825"/>
                    <a:pt x="39989" y="80560"/>
                    <a:pt x="33804" y="95997"/>
                  </a:cubicBezTo>
                  <a:lnTo>
                    <a:pt x="18218" y="136085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BBFA7409-A7F0-F502-C70F-70FD9C1B0879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8899645" y="8889074"/>
              <a:ext cx="182084" cy="66978"/>
            </a:xfrm>
            <a:custGeom>
              <a:avLst/>
              <a:gdLst>
                <a:gd name="connsiteX0" fmla="*/ 172844 w 182084"/>
                <a:gd name="connsiteY0" fmla="*/ 12337 h 66978"/>
                <a:gd name="connsiteX1" fmla="*/ 182245 w 182084"/>
                <a:gd name="connsiteY1" fmla="*/ 6112 h 66978"/>
                <a:gd name="connsiteX2" fmla="*/ 173092 w 182084"/>
                <a:gd name="connsiteY2" fmla="*/ 136 h 66978"/>
                <a:gd name="connsiteX3" fmla="*/ 9315 w 182084"/>
                <a:gd name="connsiteY3" fmla="*/ 136 h 66978"/>
                <a:gd name="connsiteX4" fmla="*/ 161 w 182084"/>
                <a:gd name="connsiteY4" fmla="*/ 6112 h 66978"/>
                <a:gd name="connsiteX5" fmla="*/ 9562 w 182084"/>
                <a:gd name="connsiteY5" fmla="*/ 12337 h 66978"/>
                <a:gd name="connsiteX6" fmla="*/ 172844 w 182084"/>
                <a:gd name="connsiteY6" fmla="*/ 12337 h 66978"/>
                <a:gd name="connsiteX7" fmla="*/ 173092 w 182084"/>
                <a:gd name="connsiteY7" fmla="*/ 67114 h 66978"/>
                <a:gd name="connsiteX8" fmla="*/ 182245 w 182084"/>
                <a:gd name="connsiteY8" fmla="*/ 61139 h 66978"/>
                <a:gd name="connsiteX9" fmla="*/ 172844 w 182084"/>
                <a:gd name="connsiteY9" fmla="*/ 54914 h 66978"/>
                <a:gd name="connsiteX10" fmla="*/ 9562 w 182084"/>
                <a:gd name="connsiteY10" fmla="*/ 54914 h 66978"/>
                <a:gd name="connsiteX11" fmla="*/ 161 w 182084"/>
                <a:gd name="connsiteY11" fmla="*/ 61139 h 66978"/>
                <a:gd name="connsiteX12" fmla="*/ 9315 w 182084"/>
                <a:gd name="connsiteY12" fmla="*/ 67114 h 66978"/>
                <a:gd name="connsiteX13" fmla="*/ 173092 w 182084"/>
                <a:gd name="connsiteY13" fmla="*/ 67114 h 66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2084" h="66978">
                  <a:moveTo>
                    <a:pt x="172844" y="12337"/>
                  </a:moveTo>
                  <a:cubicBezTo>
                    <a:pt x="176555" y="12337"/>
                    <a:pt x="182245" y="12337"/>
                    <a:pt x="182245" y="6112"/>
                  </a:cubicBezTo>
                  <a:cubicBezTo>
                    <a:pt x="182245" y="136"/>
                    <a:pt x="176308" y="136"/>
                    <a:pt x="173092" y="136"/>
                  </a:cubicBezTo>
                  <a:lnTo>
                    <a:pt x="9315" y="136"/>
                  </a:lnTo>
                  <a:cubicBezTo>
                    <a:pt x="6099" y="136"/>
                    <a:pt x="161" y="136"/>
                    <a:pt x="161" y="6112"/>
                  </a:cubicBezTo>
                  <a:cubicBezTo>
                    <a:pt x="161" y="12337"/>
                    <a:pt x="5851" y="12337"/>
                    <a:pt x="9562" y="12337"/>
                  </a:cubicBezTo>
                  <a:lnTo>
                    <a:pt x="172844" y="12337"/>
                  </a:lnTo>
                  <a:close/>
                  <a:moveTo>
                    <a:pt x="173092" y="67114"/>
                  </a:moveTo>
                  <a:cubicBezTo>
                    <a:pt x="176308" y="67114"/>
                    <a:pt x="182245" y="67114"/>
                    <a:pt x="182245" y="61139"/>
                  </a:cubicBezTo>
                  <a:cubicBezTo>
                    <a:pt x="182245" y="54914"/>
                    <a:pt x="176555" y="54914"/>
                    <a:pt x="172844" y="54914"/>
                  </a:cubicBezTo>
                  <a:lnTo>
                    <a:pt x="9562" y="54914"/>
                  </a:lnTo>
                  <a:cubicBezTo>
                    <a:pt x="5851" y="54914"/>
                    <a:pt x="161" y="54914"/>
                    <a:pt x="161" y="61139"/>
                  </a:cubicBezTo>
                  <a:cubicBezTo>
                    <a:pt x="161" y="67114"/>
                    <a:pt x="6099" y="67114"/>
                    <a:pt x="9315" y="67114"/>
                  </a:cubicBezTo>
                  <a:lnTo>
                    <a:pt x="173092" y="67114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984DCF22-B5F9-E255-78ED-649857E06600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9126258" y="8819606"/>
              <a:ext cx="90052" cy="165329"/>
            </a:xfrm>
            <a:custGeom>
              <a:avLst/>
              <a:gdLst>
                <a:gd name="connsiteX0" fmla="*/ 56079 w 90052"/>
                <a:gd name="connsiteY0" fmla="*/ 7108 h 165329"/>
                <a:gd name="connsiteX1" fmla="*/ 48657 w 90052"/>
                <a:gd name="connsiteY1" fmla="*/ 136 h 165329"/>
                <a:gd name="connsiteX2" fmla="*/ 167 w 90052"/>
                <a:gd name="connsiteY2" fmla="*/ 16071 h 165329"/>
                <a:gd name="connsiteX3" fmla="*/ 167 w 90052"/>
                <a:gd name="connsiteY3" fmla="*/ 25035 h 165329"/>
                <a:gd name="connsiteX4" fmla="*/ 36040 w 90052"/>
                <a:gd name="connsiteY4" fmla="*/ 18063 h 165329"/>
                <a:gd name="connsiteX5" fmla="*/ 36040 w 90052"/>
                <a:gd name="connsiteY5" fmla="*/ 145048 h 165329"/>
                <a:gd name="connsiteX6" fmla="*/ 11300 w 90052"/>
                <a:gd name="connsiteY6" fmla="*/ 156502 h 165329"/>
                <a:gd name="connsiteX7" fmla="*/ 1899 w 90052"/>
                <a:gd name="connsiteY7" fmla="*/ 156502 h 165329"/>
                <a:gd name="connsiteX8" fmla="*/ 1899 w 90052"/>
                <a:gd name="connsiteY8" fmla="*/ 165465 h 165329"/>
                <a:gd name="connsiteX9" fmla="*/ 45936 w 90052"/>
                <a:gd name="connsiteY9" fmla="*/ 164469 h 165329"/>
                <a:gd name="connsiteX10" fmla="*/ 90220 w 90052"/>
                <a:gd name="connsiteY10" fmla="*/ 165465 h 165329"/>
                <a:gd name="connsiteX11" fmla="*/ 90220 w 90052"/>
                <a:gd name="connsiteY11" fmla="*/ 156502 h 165329"/>
                <a:gd name="connsiteX12" fmla="*/ 80819 w 90052"/>
                <a:gd name="connsiteY12" fmla="*/ 156502 h 165329"/>
                <a:gd name="connsiteX13" fmla="*/ 56079 w 90052"/>
                <a:gd name="connsiteY13" fmla="*/ 145048 h 165329"/>
                <a:gd name="connsiteX14" fmla="*/ 56079 w 90052"/>
                <a:gd name="connsiteY14" fmla="*/ 7108 h 16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052" h="165329">
                  <a:moveTo>
                    <a:pt x="56079" y="7108"/>
                  </a:moveTo>
                  <a:cubicBezTo>
                    <a:pt x="56079" y="385"/>
                    <a:pt x="55584" y="136"/>
                    <a:pt x="48657" y="136"/>
                  </a:cubicBezTo>
                  <a:cubicBezTo>
                    <a:pt x="32824" y="15822"/>
                    <a:pt x="10311" y="16071"/>
                    <a:pt x="167" y="16071"/>
                  </a:cubicBezTo>
                  <a:lnTo>
                    <a:pt x="167" y="25035"/>
                  </a:lnTo>
                  <a:cubicBezTo>
                    <a:pt x="6105" y="25035"/>
                    <a:pt x="22433" y="25035"/>
                    <a:pt x="36040" y="18063"/>
                  </a:cubicBezTo>
                  <a:lnTo>
                    <a:pt x="36040" y="145048"/>
                  </a:lnTo>
                  <a:cubicBezTo>
                    <a:pt x="36040" y="153265"/>
                    <a:pt x="36040" y="156502"/>
                    <a:pt x="11300" y="156502"/>
                  </a:cubicBezTo>
                  <a:lnTo>
                    <a:pt x="1899" y="156502"/>
                  </a:lnTo>
                  <a:lnTo>
                    <a:pt x="1899" y="165465"/>
                  </a:lnTo>
                  <a:cubicBezTo>
                    <a:pt x="6352" y="165216"/>
                    <a:pt x="36782" y="164469"/>
                    <a:pt x="45936" y="164469"/>
                  </a:cubicBezTo>
                  <a:cubicBezTo>
                    <a:pt x="53605" y="164469"/>
                    <a:pt x="84777" y="165216"/>
                    <a:pt x="90220" y="165465"/>
                  </a:cubicBezTo>
                  <a:lnTo>
                    <a:pt x="90220" y="156502"/>
                  </a:lnTo>
                  <a:lnTo>
                    <a:pt x="80819" y="156502"/>
                  </a:lnTo>
                  <a:cubicBezTo>
                    <a:pt x="56079" y="156502"/>
                    <a:pt x="56079" y="153265"/>
                    <a:pt x="56079" y="145048"/>
                  </a:cubicBezTo>
                  <a:lnTo>
                    <a:pt x="56079" y="7108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3E0075C9-F2B6-3B9F-CC70-81A31E346328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9339896" y="8408038"/>
              <a:ext cx="198270" cy="161132"/>
            </a:xfrm>
            <a:custGeom>
              <a:avLst/>
              <a:gdLst>
                <a:gd name="connsiteX0" fmla="*/ 154267 w 198270"/>
                <a:gd name="connsiteY0" fmla="*/ 73399 h 161132"/>
                <a:gd name="connsiteX1" fmla="*/ 95245 w 198270"/>
                <a:gd name="connsiteY1" fmla="*/ 124 h 161132"/>
                <a:gd name="connsiteX2" fmla="*/ 174 w 198270"/>
                <a:gd name="connsiteY2" fmla="*/ 101143 h 161132"/>
                <a:gd name="connsiteX3" fmla="*/ 57428 w 198270"/>
                <a:gd name="connsiteY3" fmla="*/ 161256 h 161132"/>
                <a:gd name="connsiteX4" fmla="*/ 132001 w 198270"/>
                <a:gd name="connsiteY4" fmla="*/ 131378 h 161132"/>
                <a:gd name="connsiteX5" fmla="*/ 164162 w 198270"/>
                <a:gd name="connsiteY5" fmla="*/ 161256 h 161132"/>
                <a:gd name="connsiteX6" fmla="*/ 193850 w 198270"/>
                <a:gd name="connsiteY6" fmla="*/ 136002 h 161132"/>
                <a:gd name="connsiteX7" fmla="*/ 189609 w 198270"/>
                <a:gd name="connsiteY7" fmla="*/ 132445 h 161132"/>
                <a:gd name="connsiteX8" fmla="*/ 185014 w 198270"/>
                <a:gd name="connsiteY8" fmla="*/ 136002 h 161132"/>
                <a:gd name="connsiteX9" fmla="*/ 165223 w 198270"/>
                <a:gd name="connsiteY9" fmla="*/ 153431 h 161132"/>
                <a:gd name="connsiteX10" fmla="*/ 154267 w 198270"/>
                <a:gd name="connsiteY10" fmla="*/ 117150 h 161132"/>
                <a:gd name="connsiteX11" fmla="*/ 157801 w 198270"/>
                <a:gd name="connsiteY11" fmla="*/ 104700 h 161132"/>
                <a:gd name="connsiteX12" fmla="*/ 198445 w 198270"/>
                <a:gd name="connsiteY12" fmla="*/ 21111 h 161132"/>
                <a:gd name="connsiteX13" fmla="*/ 194203 w 198270"/>
                <a:gd name="connsiteY13" fmla="*/ 17554 h 161132"/>
                <a:gd name="connsiteX14" fmla="*/ 188902 w 198270"/>
                <a:gd name="connsiteY14" fmla="*/ 25023 h 161132"/>
                <a:gd name="connsiteX15" fmla="*/ 154267 w 198270"/>
                <a:gd name="connsiteY15" fmla="*/ 95452 h 161132"/>
                <a:gd name="connsiteX16" fmla="*/ 154267 w 198270"/>
                <a:gd name="connsiteY16" fmla="*/ 73399 h 161132"/>
                <a:gd name="connsiteX17" fmla="*/ 130587 w 198270"/>
                <a:gd name="connsiteY17" fmla="*/ 122129 h 161132"/>
                <a:gd name="connsiteX18" fmla="*/ 58135 w 198270"/>
                <a:gd name="connsiteY18" fmla="*/ 153431 h 161132"/>
                <a:gd name="connsiteX19" fmla="*/ 26327 w 198270"/>
                <a:gd name="connsiteY19" fmla="*/ 114660 h 161132"/>
                <a:gd name="connsiteX20" fmla="*/ 46826 w 198270"/>
                <a:gd name="connsiteY20" fmla="*/ 40674 h 161132"/>
                <a:gd name="connsiteX21" fmla="*/ 94891 w 198270"/>
                <a:gd name="connsiteY21" fmla="*/ 7950 h 161132"/>
                <a:gd name="connsiteX22" fmla="*/ 129880 w 198270"/>
                <a:gd name="connsiteY22" fmla="*/ 82291 h 161132"/>
                <a:gd name="connsiteX23" fmla="*/ 130587 w 198270"/>
                <a:gd name="connsiteY23" fmla="*/ 122129 h 161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8270" h="161132">
                  <a:moveTo>
                    <a:pt x="154267" y="73399"/>
                  </a:moveTo>
                  <a:cubicBezTo>
                    <a:pt x="154267" y="17554"/>
                    <a:pt x="121398" y="124"/>
                    <a:pt x="95245" y="124"/>
                  </a:cubicBezTo>
                  <a:cubicBezTo>
                    <a:pt x="46826" y="124"/>
                    <a:pt x="174" y="50989"/>
                    <a:pt x="174" y="101143"/>
                  </a:cubicBezTo>
                  <a:cubicBezTo>
                    <a:pt x="174" y="134223"/>
                    <a:pt x="21379" y="161256"/>
                    <a:pt x="57428" y="161256"/>
                  </a:cubicBezTo>
                  <a:cubicBezTo>
                    <a:pt x="79694" y="161256"/>
                    <a:pt x="105141" y="153075"/>
                    <a:pt x="132001" y="131378"/>
                  </a:cubicBezTo>
                  <a:cubicBezTo>
                    <a:pt x="136595" y="150230"/>
                    <a:pt x="148258" y="161256"/>
                    <a:pt x="164162" y="161256"/>
                  </a:cubicBezTo>
                  <a:cubicBezTo>
                    <a:pt x="182894" y="161256"/>
                    <a:pt x="193850" y="141693"/>
                    <a:pt x="193850" y="136002"/>
                  </a:cubicBezTo>
                  <a:cubicBezTo>
                    <a:pt x="193850" y="133512"/>
                    <a:pt x="191729" y="132445"/>
                    <a:pt x="189609" y="132445"/>
                  </a:cubicBezTo>
                  <a:cubicBezTo>
                    <a:pt x="187135" y="132445"/>
                    <a:pt x="186075" y="133512"/>
                    <a:pt x="185014" y="136002"/>
                  </a:cubicBezTo>
                  <a:cubicBezTo>
                    <a:pt x="178653" y="153431"/>
                    <a:pt x="165930" y="153431"/>
                    <a:pt x="165223" y="153431"/>
                  </a:cubicBezTo>
                  <a:cubicBezTo>
                    <a:pt x="154267" y="153431"/>
                    <a:pt x="154267" y="125686"/>
                    <a:pt x="154267" y="117150"/>
                  </a:cubicBezTo>
                  <a:cubicBezTo>
                    <a:pt x="154267" y="109680"/>
                    <a:pt x="154267" y="108969"/>
                    <a:pt x="157801" y="104700"/>
                  </a:cubicBezTo>
                  <a:cubicBezTo>
                    <a:pt x="191023" y="62728"/>
                    <a:pt x="198445" y="21466"/>
                    <a:pt x="198445" y="21111"/>
                  </a:cubicBezTo>
                  <a:cubicBezTo>
                    <a:pt x="198445" y="20399"/>
                    <a:pt x="198091" y="17554"/>
                    <a:pt x="194203" y="17554"/>
                  </a:cubicBezTo>
                  <a:cubicBezTo>
                    <a:pt x="190669" y="17554"/>
                    <a:pt x="190669" y="18621"/>
                    <a:pt x="188902" y="25023"/>
                  </a:cubicBezTo>
                  <a:cubicBezTo>
                    <a:pt x="182540" y="47432"/>
                    <a:pt x="170877" y="74466"/>
                    <a:pt x="154267" y="95452"/>
                  </a:cubicBezTo>
                  <a:lnTo>
                    <a:pt x="154267" y="73399"/>
                  </a:lnTo>
                  <a:close/>
                  <a:moveTo>
                    <a:pt x="130587" y="122129"/>
                  </a:moveTo>
                  <a:cubicBezTo>
                    <a:pt x="99486" y="149518"/>
                    <a:pt x="72272" y="153431"/>
                    <a:pt x="58135" y="153431"/>
                  </a:cubicBezTo>
                  <a:cubicBezTo>
                    <a:pt x="36930" y="153431"/>
                    <a:pt x="26327" y="137425"/>
                    <a:pt x="26327" y="114660"/>
                  </a:cubicBezTo>
                  <a:cubicBezTo>
                    <a:pt x="26327" y="97230"/>
                    <a:pt x="35516" y="58815"/>
                    <a:pt x="46826" y="40674"/>
                  </a:cubicBezTo>
                  <a:cubicBezTo>
                    <a:pt x="63437" y="14708"/>
                    <a:pt x="82521" y="7950"/>
                    <a:pt x="94891" y="7950"/>
                  </a:cubicBezTo>
                  <a:cubicBezTo>
                    <a:pt x="129880" y="7950"/>
                    <a:pt x="129880" y="54546"/>
                    <a:pt x="129880" y="82291"/>
                  </a:cubicBezTo>
                  <a:cubicBezTo>
                    <a:pt x="129880" y="95452"/>
                    <a:pt x="129880" y="116083"/>
                    <a:pt x="130587" y="122129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0FEB7B40-A0F6-4C3A-36C5-4989875BAE4F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9563119" y="8508558"/>
              <a:ext cx="181341" cy="112543"/>
            </a:xfrm>
            <a:custGeom>
              <a:avLst/>
              <a:gdLst>
                <a:gd name="connsiteX0" fmla="*/ 118683 w 181341"/>
                <a:gd name="connsiteY0" fmla="*/ 30752 h 112543"/>
                <a:gd name="connsiteX1" fmla="*/ 123384 w 181341"/>
                <a:gd name="connsiteY1" fmla="*/ 10832 h 112543"/>
                <a:gd name="connsiteX2" fmla="*/ 115220 w 181341"/>
                <a:gd name="connsiteY2" fmla="*/ 2865 h 112543"/>
                <a:gd name="connsiteX3" fmla="*/ 104582 w 181341"/>
                <a:gd name="connsiteY3" fmla="*/ 10085 h 112543"/>
                <a:gd name="connsiteX4" fmla="*/ 99634 w 181341"/>
                <a:gd name="connsiteY4" fmla="*/ 28760 h 112543"/>
                <a:gd name="connsiteX5" fmla="*/ 92459 w 181341"/>
                <a:gd name="connsiteY5" fmla="*/ 57393 h 112543"/>
                <a:gd name="connsiteX6" fmla="*/ 88501 w 181341"/>
                <a:gd name="connsiteY6" fmla="*/ 80301 h 112543"/>
                <a:gd name="connsiteX7" fmla="*/ 81574 w 181341"/>
                <a:gd name="connsiteY7" fmla="*/ 97481 h 112543"/>
                <a:gd name="connsiteX8" fmla="*/ 64998 w 181341"/>
                <a:gd name="connsiteY8" fmla="*/ 105698 h 112543"/>
                <a:gd name="connsiteX9" fmla="*/ 42732 w 181341"/>
                <a:gd name="connsiteY9" fmla="*/ 82790 h 112543"/>
                <a:gd name="connsiteX10" fmla="*/ 54607 w 181341"/>
                <a:gd name="connsiteY10" fmla="*/ 38968 h 112543"/>
                <a:gd name="connsiteX11" fmla="*/ 59803 w 181341"/>
                <a:gd name="connsiteY11" fmla="*/ 21539 h 112543"/>
                <a:gd name="connsiteX12" fmla="*/ 36300 w 181341"/>
                <a:gd name="connsiteY12" fmla="*/ 375 h 112543"/>
                <a:gd name="connsiteX13" fmla="*/ 180 w 181341"/>
                <a:gd name="connsiteY13" fmla="*/ 38470 h 112543"/>
                <a:gd name="connsiteX14" fmla="*/ 4386 w 181341"/>
                <a:gd name="connsiteY14" fmla="*/ 41707 h 112543"/>
                <a:gd name="connsiteX15" fmla="*/ 8839 w 181341"/>
                <a:gd name="connsiteY15" fmla="*/ 37723 h 112543"/>
                <a:gd name="connsiteX16" fmla="*/ 35558 w 181341"/>
                <a:gd name="connsiteY16" fmla="*/ 7347 h 112543"/>
                <a:gd name="connsiteX17" fmla="*/ 41743 w 181341"/>
                <a:gd name="connsiteY17" fmla="*/ 16061 h 112543"/>
                <a:gd name="connsiteX18" fmla="*/ 38279 w 181341"/>
                <a:gd name="connsiteY18" fmla="*/ 30503 h 112543"/>
                <a:gd name="connsiteX19" fmla="*/ 24178 w 181341"/>
                <a:gd name="connsiteY19" fmla="*/ 79554 h 112543"/>
                <a:gd name="connsiteX20" fmla="*/ 64008 w 181341"/>
                <a:gd name="connsiteY20" fmla="*/ 112669 h 112543"/>
                <a:gd name="connsiteX21" fmla="*/ 91964 w 181341"/>
                <a:gd name="connsiteY21" fmla="*/ 95987 h 112543"/>
                <a:gd name="connsiteX22" fmla="*/ 126352 w 181341"/>
                <a:gd name="connsiteY22" fmla="*/ 112669 h 112543"/>
                <a:gd name="connsiteX23" fmla="*/ 164204 w 181341"/>
                <a:gd name="connsiteY23" fmla="*/ 83288 h 112543"/>
                <a:gd name="connsiteX24" fmla="*/ 181522 w 181341"/>
                <a:gd name="connsiteY24" fmla="*/ 19796 h 112543"/>
                <a:gd name="connsiteX25" fmla="*/ 169152 w 181341"/>
                <a:gd name="connsiteY25" fmla="*/ 126 h 112543"/>
                <a:gd name="connsiteX26" fmla="*/ 155793 w 181341"/>
                <a:gd name="connsiteY26" fmla="*/ 13322 h 112543"/>
                <a:gd name="connsiteX27" fmla="*/ 159998 w 181341"/>
                <a:gd name="connsiteY27" fmla="*/ 21041 h 112543"/>
                <a:gd name="connsiteX28" fmla="*/ 169152 w 181341"/>
                <a:gd name="connsiteY28" fmla="*/ 40960 h 112543"/>
                <a:gd name="connsiteX29" fmla="*/ 127342 w 181341"/>
                <a:gd name="connsiteY29" fmla="*/ 105698 h 112543"/>
                <a:gd name="connsiteX30" fmla="*/ 107303 w 181341"/>
                <a:gd name="connsiteY30" fmla="*/ 83537 h 112543"/>
                <a:gd name="connsiteX31" fmla="*/ 111756 w 181341"/>
                <a:gd name="connsiteY31" fmla="*/ 58638 h 112543"/>
                <a:gd name="connsiteX32" fmla="*/ 118683 w 181341"/>
                <a:gd name="connsiteY32" fmla="*/ 30752 h 112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81341" h="112543">
                  <a:moveTo>
                    <a:pt x="118683" y="30752"/>
                  </a:moveTo>
                  <a:cubicBezTo>
                    <a:pt x="120415" y="24029"/>
                    <a:pt x="123384" y="12077"/>
                    <a:pt x="123384" y="10832"/>
                  </a:cubicBezTo>
                  <a:cubicBezTo>
                    <a:pt x="123384" y="5853"/>
                    <a:pt x="119425" y="2865"/>
                    <a:pt x="115220" y="2865"/>
                  </a:cubicBezTo>
                  <a:cubicBezTo>
                    <a:pt x="110519" y="2865"/>
                    <a:pt x="106066" y="5853"/>
                    <a:pt x="104582" y="10085"/>
                  </a:cubicBezTo>
                  <a:cubicBezTo>
                    <a:pt x="103839" y="12077"/>
                    <a:pt x="101365" y="22535"/>
                    <a:pt x="99634" y="28760"/>
                  </a:cubicBezTo>
                  <a:cubicBezTo>
                    <a:pt x="96170" y="42952"/>
                    <a:pt x="96170" y="43450"/>
                    <a:pt x="92459" y="57393"/>
                  </a:cubicBezTo>
                  <a:cubicBezTo>
                    <a:pt x="89243" y="71088"/>
                    <a:pt x="88748" y="73080"/>
                    <a:pt x="88501" y="80301"/>
                  </a:cubicBezTo>
                  <a:cubicBezTo>
                    <a:pt x="89490" y="85280"/>
                    <a:pt x="87511" y="90011"/>
                    <a:pt x="81574" y="97481"/>
                  </a:cubicBezTo>
                  <a:cubicBezTo>
                    <a:pt x="78357" y="101465"/>
                    <a:pt x="73410" y="105698"/>
                    <a:pt x="64998" y="105698"/>
                  </a:cubicBezTo>
                  <a:cubicBezTo>
                    <a:pt x="55350" y="105698"/>
                    <a:pt x="42732" y="102212"/>
                    <a:pt x="42732" y="82790"/>
                  </a:cubicBezTo>
                  <a:cubicBezTo>
                    <a:pt x="42732" y="70092"/>
                    <a:pt x="49659" y="51667"/>
                    <a:pt x="54607" y="38968"/>
                  </a:cubicBezTo>
                  <a:cubicBezTo>
                    <a:pt x="58813" y="28013"/>
                    <a:pt x="59803" y="25772"/>
                    <a:pt x="59803" y="21539"/>
                  </a:cubicBezTo>
                  <a:cubicBezTo>
                    <a:pt x="59803" y="9587"/>
                    <a:pt x="49659" y="375"/>
                    <a:pt x="36300" y="375"/>
                  </a:cubicBezTo>
                  <a:cubicBezTo>
                    <a:pt x="11313" y="375"/>
                    <a:pt x="180" y="34237"/>
                    <a:pt x="180" y="38470"/>
                  </a:cubicBezTo>
                  <a:cubicBezTo>
                    <a:pt x="180" y="41707"/>
                    <a:pt x="3644" y="41707"/>
                    <a:pt x="4386" y="41707"/>
                  </a:cubicBezTo>
                  <a:cubicBezTo>
                    <a:pt x="7849" y="41707"/>
                    <a:pt x="8097" y="40462"/>
                    <a:pt x="8839" y="37723"/>
                  </a:cubicBezTo>
                  <a:cubicBezTo>
                    <a:pt x="15024" y="17057"/>
                    <a:pt x="25662" y="7347"/>
                    <a:pt x="35558" y="7347"/>
                  </a:cubicBezTo>
                  <a:cubicBezTo>
                    <a:pt x="39764" y="7347"/>
                    <a:pt x="41743" y="10085"/>
                    <a:pt x="41743" y="16061"/>
                  </a:cubicBezTo>
                  <a:cubicBezTo>
                    <a:pt x="41743" y="21788"/>
                    <a:pt x="39516" y="27266"/>
                    <a:pt x="38279" y="30503"/>
                  </a:cubicBezTo>
                  <a:cubicBezTo>
                    <a:pt x="24178" y="66855"/>
                    <a:pt x="24178" y="71835"/>
                    <a:pt x="24178" y="79554"/>
                  </a:cubicBezTo>
                  <a:cubicBezTo>
                    <a:pt x="24178" y="108934"/>
                    <a:pt x="50649" y="112669"/>
                    <a:pt x="64008" y="112669"/>
                  </a:cubicBezTo>
                  <a:cubicBezTo>
                    <a:pt x="68709" y="112669"/>
                    <a:pt x="80831" y="112669"/>
                    <a:pt x="91964" y="95987"/>
                  </a:cubicBezTo>
                  <a:cubicBezTo>
                    <a:pt x="97654" y="107192"/>
                    <a:pt x="111261" y="112669"/>
                    <a:pt x="126352" y="112669"/>
                  </a:cubicBezTo>
                  <a:cubicBezTo>
                    <a:pt x="148371" y="112669"/>
                    <a:pt x="159256" y="93497"/>
                    <a:pt x="164204" y="83288"/>
                  </a:cubicBezTo>
                  <a:cubicBezTo>
                    <a:pt x="174842" y="62373"/>
                    <a:pt x="181522" y="31250"/>
                    <a:pt x="181522" y="19796"/>
                  </a:cubicBezTo>
                  <a:cubicBezTo>
                    <a:pt x="181522" y="1122"/>
                    <a:pt x="170884" y="126"/>
                    <a:pt x="169152" y="126"/>
                  </a:cubicBezTo>
                  <a:cubicBezTo>
                    <a:pt x="162720" y="126"/>
                    <a:pt x="155793" y="6849"/>
                    <a:pt x="155793" y="13322"/>
                  </a:cubicBezTo>
                  <a:cubicBezTo>
                    <a:pt x="155793" y="17555"/>
                    <a:pt x="158267" y="19547"/>
                    <a:pt x="159998" y="21041"/>
                  </a:cubicBezTo>
                  <a:cubicBezTo>
                    <a:pt x="165936" y="26021"/>
                    <a:pt x="169152" y="32992"/>
                    <a:pt x="169152" y="40960"/>
                  </a:cubicBezTo>
                  <a:cubicBezTo>
                    <a:pt x="169152" y="44197"/>
                    <a:pt x="158761" y="105698"/>
                    <a:pt x="127342" y="105698"/>
                  </a:cubicBezTo>
                  <a:cubicBezTo>
                    <a:pt x="107303" y="105698"/>
                    <a:pt x="107303" y="87770"/>
                    <a:pt x="107303" y="83537"/>
                  </a:cubicBezTo>
                  <a:cubicBezTo>
                    <a:pt x="107303" y="76815"/>
                    <a:pt x="108292" y="72831"/>
                    <a:pt x="111756" y="58638"/>
                  </a:cubicBezTo>
                  <a:lnTo>
                    <a:pt x="118683" y="30752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9B6FF799-430E-25B7-4CD6-47752F015209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9772030" y="8535556"/>
              <a:ext cx="62202" cy="120582"/>
            </a:xfrm>
            <a:custGeom>
              <a:avLst/>
              <a:gdLst>
                <a:gd name="connsiteX0" fmla="*/ 54083 w 62202"/>
                <a:gd name="connsiteY0" fmla="*/ 7774 h 120582"/>
                <a:gd name="connsiteX1" fmla="*/ 46308 w 62202"/>
                <a:gd name="connsiteY1" fmla="*/ 127 h 120582"/>
                <a:gd name="connsiteX2" fmla="*/ 35528 w 62202"/>
                <a:gd name="connsiteY2" fmla="*/ 10798 h 120582"/>
                <a:gd name="connsiteX3" fmla="*/ 43127 w 62202"/>
                <a:gd name="connsiteY3" fmla="*/ 18445 h 120582"/>
                <a:gd name="connsiteX4" fmla="*/ 54083 w 62202"/>
                <a:gd name="connsiteY4" fmla="*/ 7774 h 120582"/>
                <a:gd name="connsiteX5" fmla="*/ 62388 w 62202"/>
                <a:gd name="connsiteY5" fmla="*/ 93142 h 120582"/>
                <a:gd name="connsiteX6" fmla="*/ 58678 w 62202"/>
                <a:gd name="connsiteY6" fmla="*/ 90652 h 120582"/>
                <a:gd name="connsiteX7" fmla="*/ 54436 w 62202"/>
                <a:gd name="connsiteY7" fmla="*/ 94743 h 120582"/>
                <a:gd name="connsiteX8" fmla="*/ 34645 w 62202"/>
                <a:gd name="connsiteY8" fmla="*/ 114662 h 120582"/>
                <a:gd name="connsiteX9" fmla="*/ 29343 w 62202"/>
                <a:gd name="connsiteY9" fmla="*/ 107904 h 120582"/>
                <a:gd name="connsiteX10" fmla="*/ 31641 w 62202"/>
                <a:gd name="connsiteY10" fmla="*/ 98834 h 120582"/>
                <a:gd name="connsiteX11" fmla="*/ 35352 w 62202"/>
                <a:gd name="connsiteY11" fmla="*/ 89230 h 120582"/>
                <a:gd name="connsiteX12" fmla="*/ 45424 w 62202"/>
                <a:gd name="connsiteY12" fmla="*/ 64686 h 120582"/>
                <a:gd name="connsiteX13" fmla="*/ 47898 w 62202"/>
                <a:gd name="connsiteY13" fmla="*/ 55794 h 120582"/>
                <a:gd name="connsiteX14" fmla="*/ 28637 w 62202"/>
                <a:gd name="connsiteY14" fmla="*/ 40143 h 120582"/>
                <a:gd name="connsiteX15" fmla="*/ 186 w 62202"/>
                <a:gd name="connsiteY15" fmla="*/ 67710 h 120582"/>
                <a:gd name="connsiteX16" fmla="*/ 3897 w 62202"/>
                <a:gd name="connsiteY16" fmla="*/ 70200 h 120582"/>
                <a:gd name="connsiteX17" fmla="*/ 7961 w 62202"/>
                <a:gd name="connsiteY17" fmla="*/ 66643 h 120582"/>
                <a:gd name="connsiteX18" fmla="*/ 27930 w 62202"/>
                <a:gd name="connsiteY18" fmla="*/ 46190 h 120582"/>
                <a:gd name="connsiteX19" fmla="*/ 33231 w 62202"/>
                <a:gd name="connsiteY19" fmla="*/ 52948 h 120582"/>
                <a:gd name="connsiteX20" fmla="*/ 32171 w 62202"/>
                <a:gd name="connsiteY20" fmla="*/ 59351 h 120582"/>
                <a:gd name="connsiteX21" fmla="*/ 20508 w 62202"/>
                <a:gd name="connsiteY21" fmla="*/ 87629 h 120582"/>
                <a:gd name="connsiteX22" fmla="*/ 16620 w 62202"/>
                <a:gd name="connsiteY22" fmla="*/ 97055 h 120582"/>
                <a:gd name="connsiteX23" fmla="*/ 14676 w 62202"/>
                <a:gd name="connsiteY23" fmla="*/ 105058 h 120582"/>
                <a:gd name="connsiteX24" fmla="*/ 33938 w 62202"/>
                <a:gd name="connsiteY24" fmla="*/ 120709 h 120582"/>
                <a:gd name="connsiteX25" fmla="*/ 62388 w 62202"/>
                <a:gd name="connsiteY25" fmla="*/ 93142 h 120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2202" h="120582">
                  <a:moveTo>
                    <a:pt x="54083" y="7774"/>
                  </a:moveTo>
                  <a:cubicBezTo>
                    <a:pt x="54083" y="3506"/>
                    <a:pt x="50902" y="127"/>
                    <a:pt x="46308" y="127"/>
                  </a:cubicBezTo>
                  <a:cubicBezTo>
                    <a:pt x="41360" y="127"/>
                    <a:pt x="35528" y="4929"/>
                    <a:pt x="35528" y="10798"/>
                  </a:cubicBezTo>
                  <a:cubicBezTo>
                    <a:pt x="35528" y="15778"/>
                    <a:pt x="39416" y="18445"/>
                    <a:pt x="43127" y="18445"/>
                  </a:cubicBezTo>
                  <a:cubicBezTo>
                    <a:pt x="48958" y="18445"/>
                    <a:pt x="54083" y="13110"/>
                    <a:pt x="54083" y="7774"/>
                  </a:cubicBezTo>
                  <a:close/>
                  <a:moveTo>
                    <a:pt x="62388" y="93142"/>
                  </a:moveTo>
                  <a:cubicBezTo>
                    <a:pt x="62388" y="90652"/>
                    <a:pt x="59384" y="90652"/>
                    <a:pt x="58678" y="90652"/>
                  </a:cubicBezTo>
                  <a:cubicBezTo>
                    <a:pt x="55673" y="90652"/>
                    <a:pt x="55497" y="91364"/>
                    <a:pt x="54436" y="94743"/>
                  </a:cubicBezTo>
                  <a:cubicBezTo>
                    <a:pt x="51432" y="104525"/>
                    <a:pt x="43480" y="114662"/>
                    <a:pt x="34645" y="114662"/>
                  </a:cubicBezTo>
                  <a:cubicBezTo>
                    <a:pt x="30580" y="114662"/>
                    <a:pt x="29343" y="111817"/>
                    <a:pt x="29343" y="107904"/>
                  </a:cubicBezTo>
                  <a:cubicBezTo>
                    <a:pt x="29343" y="104169"/>
                    <a:pt x="30227" y="102213"/>
                    <a:pt x="31641" y="98834"/>
                  </a:cubicBezTo>
                  <a:cubicBezTo>
                    <a:pt x="33054" y="95277"/>
                    <a:pt x="34468" y="91720"/>
                    <a:pt x="35352" y="89230"/>
                  </a:cubicBezTo>
                  <a:cubicBezTo>
                    <a:pt x="36058" y="87629"/>
                    <a:pt x="42950" y="71089"/>
                    <a:pt x="45424" y="64686"/>
                  </a:cubicBezTo>
                  <a:cubicBezTo>
                    <a:pt x="46838" y="61129"/>
                    <a:pt x="47898" y="58817"/>
                    <a:pt x="47898" y="55794"/>
                  </a:cubicBezTo>
                  <a:cubicBezTo>
                    <a:pt x="47898" y="47257"/>
                    <a:pt x="39769" y="40143"/>
                    <a:pt x="28637" y="40143"/>
                  </a:cubicBezTo>
                  <a:cubicBezTo>
                    <a:pt x="10082" y="40143"/>
                    <a:pt x="186" y="62908"/>
                    <a:pt x="186" y="67710"/>
                  </a:cubicBezTo>
                  <a:cubicBezTo>
                    <a:pt x="186" y="70200"/>
                    <a:pt x="3013" y="70200"/>
                    <a:pt x="3897" y="70200"/>
                  </a:cubicBezTo>
                  <a:cubicBezTo>
                    <a:pt x="6901" y="70200"/>
                    <a:pt x="7078" y="69310"/>
                    <a:pt x="7961" y="66643"/>
                  </a:cubicBezTo>
                  <a:cubicBezTo>
                    <a:pt x="11849" y="54015"/>
                    <a:pt x="20331" y="46190"/>
                    <a:pt x="27930" y="46190"/>
                  </a:cubicBezTo>
                  <a:cubicBezTo>
                    <a:pt x="31287" y="46190"/>
                    <a:pt x="33231" y="48146"/>
                    <a:pt x="33231" y="52948"/>
                  </a:cubicBezTo>
                  <a:cubicBezTo>
                    <a:pt x="33231" y="53660"/>
                    <a:pt x="33231" y="55972"/>
                    <a:pt x="32171" y="59351"/>
                  </a:cubicBezTo>
                  <a:cubicBezTo>
                    <a:pt x="30934" y="62552"/>
                    <a:pt x="22982" y="81582"/>
                    <a:pt x="20508" y="87629"/>
                  </a:cubicBezTo>
                  <a:cubicBezTo>
                    <a:pt x="19271" y="90652"/>
                    <a:pt x="19271" y="91008"/>
                    <a:pt x="16620" y="97055"/>
                  </a:cubicBezTo>
                  <a:cubicBezTo>
                    <a:pt x="15737" y="99545"/>
                    <a:pt x="14676" y="102035"/>
                    <a:pt x="14676" y="105058"/>
                  </a:cubicBezTo>
                  <a:cubicBezTo>
                    <a:pt x="14676" y="114306"/>
                    <a:pt x="23335" y="120709"/>
                    <a:pt x="33938" y="120709"/>
                  </a:cubicBezTo>
                  <a:cubicBezTo>
                    <a:pt x="52493" y="120709"/>
                    <a:pt x="62388" y="97589"/>
                    <a:pt x="62388" y="93142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E82456AF-850D-495D-7B4F-2649265F5490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9994510" y="8457481"/>
              <a:ext cx="37462" cy="37704"/>
            </a:xfrm>
            <a:custGeom>
              <a:avLst/>
              <a:gdLst>
                <a:gd name="connsiteX0" fmla="*/ 37655 w 37462"/>
                <a:gd name="connsiteY0" fmla="*/ 18976 h 37704"/>
                <a:gd name="connsiteX1" fmla="*/ 18923 w 37462"/>
                <a:gd name="connsiteY1" fmla="*/ 124 h 37704"/>
                <a:gd name="connsiteX2" fmla="*/ 192 w 37462"/>
                <a:gd name="connsiteY2" fmla="*/ 18976 h 37704"/>
                <a:gd name="connsiteX3" fmla="*/ 18923 w 37462"/>
                <a:gd name="connsiteY3" fmla="*/ 37829 h 37704"/>
                <a:gd name="connsiteX4" fmla="*/ 37655 w 37462"/>
                <a:gd name="connsiteY4" fmla="*/ 18976 h 37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462" h="37704">
                  <a:moveTo>
                    <a:pt x="37655" y="18976"/>
                  </a:moveTo>
                  <a:cubicBezTo>
                    <a:pt x="37655" y="8661"/>
                    <a:pt x="29173" y="124"/>
                    <a:pt x="18923" y="124"/>
                  </a:cubicBezTo>
                  <a:cubicBezTo>
                    <a:pt x="8674" y="124"/>
                    <a:pt x="192" y="8661"/>
                    <a:pt x="192" y="18976"/>
                  </a:cubicBezTo>
                  <a:cubicBezTo>
                    <a:pt x="192" y="29292"/>
                    <a:pt x="8674" y="37829"/>
                    <a:pt x="18923" y="37829"/>
                  </a:cubicBezTo>
                  <a:cubicBezTo>
                    <a:pt x="29173" y="37829"/>
                    <a:pt x="37655" y="29292"/>
                    <a:pt x="37655" y="18976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6FE758F2-890C-750C-EED2-260A47CDB832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0181117" y="8408038"/>
              <a:ext cx="125112" cy="161132"/>
            </a:xfrm>
            <a:custGeom>
              <a:avLst/>
              <a:gdLst>
                <a:gd name="connsiteX0" fmla="*/ 44375 w 125112"/>
                <a:gd name="connsiteY0" fmla="*/ 75177 h 161132"/>
                <a:gd name="connsiteX1" fmla="*/ 95621 w 125112"/>
                <a:gd name="connsiteY1" fmla="*/ 67352 h 161132"/>
                <a:gd name="connsiteX2" fmla="*/ 123542 w 125112"/>
                <a:gd name="connsiteY2" fmla="*/ 30359 h 161132"/>
                <a:gd name="connsiteX3" fmla="*/ 87846 w 125112"/>
                <a:gd name="connsiteY3" fmla="*/ 124 h 161132"/>
                <a:gd name="connsiteX4" fmla="*/ 197 w 125112"/>
                <a:gd name="connsiteY4" fmla="*/ 99009 h 161132"/>
                <a:gd name="connsiteX5" fmla="*/ 50736 w 125112"/>
                <a:gd name="connsiteY5" fmla="*/ 161256 h 161132"/>
                <a:gd name="connsiteX6" fmla="*/ 125309 w 125112"/>
                <a:gd name="connsiteY6" fmla="*/ 120351 h 161132"/>
                <a:gd name="connsiteX7" fmla="*/ 119654 w 125112"/>
                <a:gd name="connsiteY7" fmla="*/ 114660 h 161132"/>
                <a:gd name="connsiteX8" fmla="*/ 115059 w 125112"/>
                <a:gd name="connsiteY8" fmla="*/ 118572 h 161132"/>
                <a:gd name="connsiteX9" fmla="*/ 51443 w 125112"/>
                <a:gd name="connsiteY9" fmla="*/ 153431 h 161132"/>
                <a:gd name="connsiteX10" fmla="*/ 24583 w 125112"/>
                <a:gd name="connsiteY10" fmla="*/ 114304 h 161132"/>
                <a:gd name="connsiteX11" fmla="*/ 30591 w 125112"/>
                <a:gd name="connsiteY11" fmla="*/ 75177 h 161132"/>
                <a:gd name="connsiteX12" fmla="*/ 44375 w 125112"/>
                <a:gd name="connsiteY12" fmla="*/ 75177 h 161132"/>
                <a:gd name="connsiteX13" fmla="*/ 32712 w 125112"/>
                <a:gd name="connsiteY13" fmla="*/ 67352 h 161132"/>
                <a:gd name="connsiteX14" fmla="*/ 87846 w 125112"/>
                <a:gd name="connsiteY14" fmla="*/ 7950 h 161132"/>
                <a:gd name="connsiteX15" fmla="*/ 110112 w 125112"/>
                <a:gd name="connsiteY15" fmla="*/ 29647 h 161132"/>
                <a:gd name="connsiteX16" fmla="*/ 40134 w 125112"/>
                <a:gd name="connsiteY16" fmla="*/ 67352 h 161132"/>
                <a:gd name="connsiteX17" fmla="*/ 32712 w 125112"/>
                <a:gd name="connsiteY17" fmla="*/ 67352 h 161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5112" h="161132">
                  <a:moveTo>
                    <a:pt x="44375" y="75177"/>
                  </a:moveTo>
                  <a:cubicBezTo>
                    <a:pt x="54977" y="75177"/>
                    <a:pt x="78657" y="74110"/>
                    <a:pt x="95621" y="67352"/>
                  </a:cubicBezTo>
                  <a:cubicBezTo>
                    <a:pt x="123542" y="55969"/>
                    <a:pt x="123542" y="32849"/>
                    <a:pt x="123542" y="30359"/>
                  </a:cubicBezTo>
                  <a:cubicBezTo>
                    <a:pt x="123542" y="13997"/>
                    <a:pt x="110465" y="124"/>
                    <a:pt x="87846" y="124"/>
                  </a:cubicBezTo>
                  <a:cubicBezTo>
                    <a:pt x="50736" y="124"/>
                    <a:pt x="197" y="36050"/>
                    <a:pt x="197" y="99009"/>
                  </a:cubicBezTo>
                  <a:cubicBezTo>
                    <a:pt x="197" y="131022"/>
                    <a:pt x="17161" y="161256"/>
                    <a:pt x="50736" y="161256"/>
                  </a:cubicBezTo>
                  <a:cubicBezTo>
                    <a:pt x="95975" y="161256"/>
                    <a:pt x="125309" y="125686"/>
                    <a:pt x="125309" y="120351"/>
                  </a:cubicBezTo>
                  <a:cubicBezTo>
                    <a:pt x="125309" y="118572"/>
                    <a:pt x="122481" y="114660"/>
                    <a:pt x="119654" y="114660"/>
                  </a:cubicBezTo>
                  <a:cubicBezTo>
                    <a:pt x="118240" y="114660"/>
                    <a:pt x="117887" y="115015"/>
                    <a:pt x="115059" y="118572"/>
                  </a:cubicBezTo>
                  <a:cubicBezTo>
                    <a:pt x="88906" y="152008"/>
                    <a:pt x="57451" y="153431"/>
                    <a:pt x="51443" y="153431"/>
                  </a:cubicBezTo>
                  <a:cubicBezTo>
                    <a:pt x="28471" y="153431"/>
                    <a:pt x="24583" y="128176"/>
                    <a:pt x="24583" y="114304"/>
                  </a:cubicBezTo>
                  <a:cubicBezTo>
                    <a:pt x="24583" y="100787"/>
                    <a:pt x="28117" y="84781"/>
                    <a:pt x="30591" y="75177"/>
                  </a:cubicBezTo>
                  <a:lnTo>
                    <a:pt x="44375" y="75177"/>
                  </a:lnTo>
                  <a:close/>
                  <a:moveTo>
                    <a:pt x="32712" y="67352"/>
                  </a:moveTo>
                  <a:cubicBezTo>
                    <a:pt x="47909" y="9017"/>
                    <a:pt x="84312" y="7950"/>
                    <a:pt x="87846" y="7950"/>
                  </a:cubicBezTo>
                  <a:cubicBezTo>
                    <a:pt x="101983" y="7950"/>
                    <a:pt x="110112" y="17554"/>
                    <a:pt x="110112" y="29647"/>
                  </a:cubicBezTo>
                  <a:cubicBezTo>
                    <a:pt x="110112" y="67352"/>
                    <a:pt x="51797" y="67352"/>
                    <a:pt x="40134" y="67352"/>
                  </a:cubicBezTo>
                  <a:lnTo>
                    <a:pt x="32712" y="67352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B3E95D78-4627-25B6-A3FE-FC205D5E8687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10332735" y="8408038"/>
              <a:ext cx="268248" cy="161132"/>
            </a:xfrm>
            <a:custGeom>
              <a:avLst/>
              <a:gdLst>
                <a:gd name="connsiteX0" fmla="*/ 52155 w 268248"/>
                <a:gd name="connsiteY0" fmla="*/ 95096 h 161132"/>
                <a:gd name="connsiteX1" fmla="*/ 57809 w 268248"/>
                <a:gd name="connsiteY1" fmla="*/ 71976 h 161132"/>
                <a:gd name="connsiteX2" fmla="*/ 66645 w 268248"/>
                <a:gd name="connsiteY2" fmla="*/ 46365 h 161132"/>
                <a:gd name="connsiteX3" fmla="*/ 116478 w 268248"/>
                <a:gd name="connsiteY3" fmla="*/ 7950 h 161132"/>
                <a:gd name="connsiteX4" fmla="*/ 132735 w 268248"/>
                <a:gd name="connsiteY4" fmla="*/ 31426 h 161132"/>
                <a:gd name="connsiteX5" fmla="*/ 129554 w 268248"/>
                <a:gd name="connsiteY5" fmla="*/ 54546 h 161132"/>
                <a:gd name="connsiteX6" fmla="*/ 106582 w 268248"/>
                <a:gd name="connsiteY6" fmla="*/ 147028 h 161132"/>
                <a:gd name="connsiteX7" fmla="*/ 105522 w 268248"/>
                <a:gd name="connsiteY7" fmla="*/ 152008 h 161132"/>
                <a:gd name="connsiteX8" fmla="*/ 115418 w 268248"/>
                <a:gd name="connsiteY8" fmla="*/ 161256 h 161132"/>
                <a:gd name="connsiteX9" fmla="*/ 128141 w 268248"/>
                <a:gd name="connsiteY9" fmla="*/ 152008 h 161132"/>
                <a:gd name="connsiteX10" fmla="*/ 142278 w 268248"/>
                <a:gd name="connsiteY10" fmla="*/ 95096 h 161132"/>
                <a:gd name="connsiteX11" fmla="*/ 147933 w 268248"/>
                <a:gd name="connsiteY11" fmla="*/ 71976 h 161132"/>
                <a:gd name="connsiteX12" fmla="*/ 156768 w 268248"/>
                <a:gd name="connsiteY12" fmla="*/ 46365 h 161132"/>
                <a:gd name="connsiteX13" fmla="*/ 206601 w 268248"/>
                <a:gd name="connsiteY13" fmla="*/ 7950 h 161132"/>
                <a:gd name="connsiteX14" fmla="*/ 222858 w 268248"/>
                <a:gd name="connsiteY14" fmla="*/ 31426 h 161132"/>
                <a:gd name="connsiteX15" fmla="*/ 202360 w 268248"/>
                <a:gd name="connsiteY15" fmla="*/ 110036 h 161132"/>
                <a:gd name="connsiteX16" fmla="*/ 196705 w 268248"/>
                <a:gd name="connsiteY16" fmla="*/ 132800 h 161132"/>
                <a:gd name="connsiteX17" fmla="*/ 223565 w 268248"/>
                <a:gd name="connsiteY17" fmla="*/ 161256 h 161132"/>
                <a:gd name="connsiteX18" fmla="*/ 268450 w 268248"/>
                <a:gd name="connsiteY18" fmla="*/ 106479 h 161132"/>
                <a:gd name="connsiteX19" fmla="*/ 263149 w 268248"/>
                <a:gd name="connsiteY19" fmla="*/ 102922 h 161132"/>
                <a:gd name="connsiteX20" fmla="*/ 257140 w 268248"/>
                <a:gd name="connsiteY20" fmla="*/ 108969 h 161132"/>
                <a:gd name="connsiteX21" fmla="*/ 224272 w 268248"/>
                <a:gd name="connsiteY21" fmla="*/ 153431 h 161132"/>
                <a:gd name="connsiteX22" fmla="*/ 216497 w 268248"/>
                <a:gd name="connsiteY22" fmla="*/ 143116 h 161132"/>
                <a:gd name="connsiteX23" fmla="*/ 222858 w 268248"/>
                <a:gd name="connsiteY23" fmla="*/ 116438 h 161132"/>
                <a:gd name="connsiteX24" fmla="*/ 244417 w 268248"/>
                <a:gd name="connsiteY24" fmla="*/ 37117 h 161132"/>
                <a:gd name="connsiteX25" fmla="*/ 207308 w 268248"/>
                <a:gd name="connsiteY25" fmla="*/ 124 h 161132"/>
                <a:gd name="connsiteX26" fmla="*/ 154294 w 268248"/>
                <a:gd name="connsiteY26" fmla="*/ 31426 h 161132"/>
                <a:gd name="connsiteX27" fmla="*/ 117185 w 268248"/>
                <a:gd name="connsiteY27" fmla="*/ 124 h 161132"/>
                <a:gd name="connsiteX28" fmla="*/ 66645 w 268248"/>
                <a:gd name="connsiteY28" fmla="*/ 28225 h 161132"/>
                <a:gd name="connsiteX29" fmla="*/ 36957 w 268248"/>
                <a:gd name="connsiteY29" fmla="*/ 124 h 161132"/>
                <a:gd name="connsiteX30" fmla="*/ 11511 w 268248"/>
                <a:gd name="connsiteY30" fmla="*/ 18976 h 161132"/>
                <a:gd name="connsiteX31" fmla="*/ 201 w 268248"/>
                <a:gd name="connsiteY31" fmla="*/ 54902 h 161132"/>
                <a:gd name="connsiteX32" fmla="*/ 5503 w 268248"/>
                <a:gd name="connsiteY32" fmla="*/ 58459 h 161132"/>
                <a:gd name="connsiteX33" fmla="*/ 12218 w 268248"/>
                <a:gd name="connsiteY33" fmla="*/ 50278 h 161132"/>
                <a:gd name="connsiteX34" fmla="*/ 36251 w 268248"/>
                <a:gd name="connsiteY34" fmla="*/ 7950 h 161132"/>
                <a:gd name="connsiteX35" fmla="*/ 45440 w 268248"/>
                <a:gd name="connsiteY35" fmla="*/ 22178 h 161132"/>
                <a:gd name="connsiteX36" fmla="*/ 42966 w 268248"/>
                <a:gd name="connsiteY36" fmla="*/ 40318 h 161132"/>
                <a:gd name="connsiteX37" fmla="*/ 16459 w 268248"/>
                <a:gd name="connsiteY37" fmla="*/ 147028 h 161132"/>
                <a:gd name="connsiteX38" fmla="*/ 15399 w 268248"/>
                <a:gd name="connsiteY38" fmla="*/ 152008 h 161132"/>
                <a:gd name="connsiteX39" fmla="*/ 25294 w 268248"/>
                <a:gd name="connsiteY39" fmla="*/ 161256 h 161132"/>
                <a:gd name="connsiteX40" fmla="*/ 38018 w 268248"/>
                <a:gd name="connsiteY40" fmla="*/ 152008 h 161132"/>
                <a:gd name="connsiteX41" fmla="*/ 52155 w 268248"/>
                <a:gd name="connsiteY41" fmla="*/ 95096 h 161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68248" h="161132">
                  <a:moveTo>
                    <a:pt x="52155" y="95096"/>
                  </a:moveTo>
                  <a:cubicBezTo>
                    <a:pt x="53922" y="87271"/>
                    <a:pt x="56042" y="79801"/>
                    <a:pt x="57809" y="71976"/>
                  </a:cubicBezTo>
                  <a:cubicBezTo>
                    <a:pt x="62404" y="54546"/>
                    <a:pt x="62404" y="53835"/>
                    <a:pt x="66645" y="46365"/>
                  </a:cubicBezTo>
                  <a:cubicBezTo>
                    <a:pt x="76894" y="28580"/>
                    <a:pt x="92092" y="7950"/>
                    <a:pt x="116478" y="7950"/>
                  </a:cubicBezTo>
                  <a:cubicBezTo>
                    <a:pt x="132735" y="7950"/>
                    <a:pt x="132735" y="26090"/>
                    <a:pt x="132735" y="31426"/>
                  </a:cubicBezTo>
                  <a:cubicBezTo>
                    <a:pt x="132735" y="41030"/>
                    <a:pt x="130261" y="51345"/>
                    <a:pt x="129554" y="54546"/>
                  </a:cubicBezTo>
                  <a:lnTo>
                    <a:pt x="106582" y="147028"/>
                  </a:lnTo>
                  <a:cubicBezTo>
                    <a:pt x="105875" y="149163"/>
                    <a:pt x="105522" y="150941"/>
                    <a:pt x="105522" y="152008"/>
                  </a:cubicBezTo>
                  <a:cubicBezTo>
                    <a:pt x="105522" y="155921"/>
                    <a:pt x="108349" y="161256"/>
                    <a:pt x="115418" y="161256"/>
                  </a:cubicBezTo>
                  <a:cubicBezTo>
                    <a:pt x="119659" y="161256"/>
                    <a:pt x="125667" y="158767"/>
                    <a:pt x="128141" y="152008"/>
                  </a:cubicBezTo>
                  <a:lnTo>
                    <a:pt x="142278" y="95096"/>
                  </a:lnTo>
                  <a:cubicBezTo>
                    <a:pt x="144045" y="87271"/>
                    <a:pt x="146165" y="79801"/>
                    <a:pt x="147933" y="71976"/>
                  </a:cubicBezTo>
                  <a:cubicBezTo>
                    <a:pt x="152527" y="54546"/>
                    <a:pt x="152527" y="53835"/>
                    <a:pt x="156768" y="46365"/>
                  </a:cubicBezTo>
                  <a:cubicBezTo>
                    <a:pt x="167017" y="28580"/>
                    <a:pt x="182215" y="7950"/>
                    <a:pt x="206601" y="7950"/>
                  </a:cubicBezTo>
                  <a:cubicBezTo>
                    <a:pt x="222858" y="7950"/>
                    <a:pt x="222858" y="26090"/>
                    <a:pt x="222858" y="31426"/>
                  </a:cubicBezTo>
                  <a:cubicBezTo>
                    <a:pt x="222858" y="53479"/>
                    <a:pt x="207308" y="95808"/>
                    <a:pt x="202360" y="110036"/>
                  </a:cubicBezTo>
                  <a:cubicBezTo>
                    <a:pt x="197765" y="122129"/>
                    <a:pt x="196705" y="125331"/>
                    <a:pt x="196705" y="132800"/>
                  </a:cubicBezTo>
                  <a:cubicBezTo>
                    <a:pt x="196705" y="148451"/>
                    <a:pt x="206601" y="161256"/>
                    <a:pt x="223565" y="161256"/>
                  </a:cubicBezTo>
                  <a:cubicBezTo>
                    <a:pt x="256434" y="161256"/>
                    <a:pt x="268450" y="108257"/>
                    <a:pt x="268450" y="106479"/>
                  </a:cubicBezTo>
                  <a:cubicBezTo>
                    <a:pt x="268450" y="102922"/>
                    <a:pt x="265623" y="102922"/>
                    <a:pt x="263149" y="102922"/>
                  </a:cubicBezTo>
                  <a:cubicBezTo>
                    <a:pt x="258554" y="102922"/>
                    <a:pt x="258554" y="103633"/>
                    <a:pt x="257140" y="108969"/>
                  </a:cubicBezTo>
                  <a:cubicBezTo>
                    <a:pt x="254313" y="118572"/>
                    <a:pt x="244771" y="153431"/>
                    <a:pt x="224272" y="153431"/>
                  </a:cubicBezTo>
                  <a:cubicBezTo>
                    <a:pt x="216850" y="153431"/>
                    <a:pt x="216497" y="148095"/>
                    <a:pt x="216497" y="143116"/>
                  </a:cubicBezTo>
                  <a:cubicBezTo>
                    <a:pt x="216497" y="134223"/>
                    <a:pt x="220031" y="124975"/>
                    <a:pt x="222858" y="116438"/>
                  </a:cubicBezTo>
                  <a:cubicBezTo>
                    <a:pt x="229927" y="97586"/>
                    <a:pt x="244417" y="57748"/>
                    <a:pt x="244417" y="37117"/>
                  </a:cubicBezTo>
                  <a:cubicBezTo>
                    <a:pt x="244417" y="7238"/>
                    <a:pt x="223919" y="124"/>
                    <a:pt x="207308" y="124"/>
                  </a:cubicBezTo>
                  <a:cubicBezTo>
                    <a:pt x="182568" y="124"/>
                    <a:pt x="164897" y="15775"/>
                    <a:pt x="154294" y="31426"/>
                  </a:cubicBezTo>
                  <a:cubicBezTo>
                    <a:pt x="151467" y="6883"/>
                    <a:pt x="133089" y="124"/>
                    <a:pt x="117185" y="124"/>
                  </a:cubicBezTo>
                  <a:cubicBezTo>
                    <a:pt x="95979" y="124"/>
                    <a:pt x="78661" y="11862"/>
                    <a:pt x="66645" y="28225"/>
                  </a:cubicBezTo>
                  <a:cubicBezTo>
                    <a:pt x="64171" y="10795"/>
                    <a:pt x="52155" y="124"/>
                    <a:pt x="36957" y="124"/>
                  </a:cubicBezTo>
                  <a:cubicBezTo>
                    <a:pt x="24234" y="124"/>
                    <a:pt x="17166" y="8305"/>
                    <a:pt x="11511" y="18976"/>
                  </a:cubicBezTo>
                  <a:cubicBezTo>
                    <a:pt x="4796" y="33204"/>
                    <a:pt x="201" y="54191"/>
                    <a:pt x="201" y="54902"/>
                  </a:cubicBezTo>
                  <a:cubicBezTo>
                    <a:pt x="201" y="58459"/>
                    <a:pt x="3736" y="58459"/>
                    <a:pt x="5503" y="58459"/>
                  </a:cubicBezTo>
                  <a:cubicBezTo>
                    <a:pt x="10097" y="58459"/>
                    <a:pt x="10451" y="58103"/>
                    <a:pt x="12218" y="50278"/>
                  </a:cubicBezTo>
                  <a:cubicBezTo>
                    <a:pt x="18579" y="25379"/>
                    <a:pt x="25294" y="7950"/>
                    <a:pt x="36251" y="7950"/>
                  </a:cubicBezTo>
                  <a:cubicBezTo>
                    <a:pt x="45440" y="7950"/>
                    <a:pt x="45440" y="18265"/>
                    <a:pt x="45440" y="22178"/>
                  </a:cubicBezTo>
                  <a:cubicBezTo>
                    <a:pt x="45440" y="27869"/>
                    <a:pt x="44379" y="34627"/>
                    <a:pt x="42966" y="40318"/>
                  </a:cubicBezTo>
                  <a:lnTo>
                    <a:pt x="16459" y="147028"/>
                  </a:lnTo>
                  <a:cubicBezTo>
                    <a:pt x="15752" y="149163"/>
                    <a:pt x="15399" y="150941"/>
                    <a:pt x="15399" y="152008"/>
                  </a:cubicBezTo>
                  <a:cubicBezTo>
                    <a:pt x="15399" y="155921"/>
                    <a:pt x="18226" y="161256"/>
                    <a:pt x="25294" y="161256"/>
                  </a:cubicBezTo>
                  <a:cubicBezTo>
                    <a:pt x="29535" y="161256"/>
                    <a:pt x="35544" y="158767"/>
                    <a:pt x="38018" y="152008"/>
                  </a:cubicBezTo>
                  <a:lnTo>
                    <a:pt x="52155" y="95096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D73C1DEF-0A62-1EC5-0F31-CE2C0242233A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10633065" y="8318402"/>
              <a:ext cx="121577" cy="250768"/>
            </a:xfrm>
            <a:custGeom>
              <a:avLst/>
              <a:gdLst>
                <a:gd name="connsiteX0" fmla="*/ 66653 w 121577"/>
                <a:gd name="connsiteY0" fmla="*/ 9017 h 250768"/>
                <a:gd name="connsiteX1" fmla="*/ 67713 w 121577"/>
                <a:gd name="connsiteY1" fmla="*/ 4393 h 250768"/>
                <a:gd name="connsiteX2" fmla="*/ 62765 w 121577"/>
                <a:gd name="connsiteY2" fmla="*/ 124 h 250768"/>
                <a:gd name="connsiteX3" fmla="*/ 57111 w 121577"/>
                <a:gd name="connsiteY3" fmla="*/ 836 h 250768"/>
                <a:gd name="connsiteX4" fmla="*/ 22122 w 121577"/>
                <a:gd name="connsiteY4" fmla="*/ 3681 h 250768"/>
                <a:gd name="connsiteX5" fmla="*/ 13993 w 121577"/>
                <a:gd name="connsiteY5" fmla="*/ 11151 h 250768"/>
                <a:gd name="connsiteX6" fmla="*/ 22475 w 121577"/>
                <a:gd name="connsiteY6" fmla="*/ 15064 h 250768"/>
                <a:gd name="connsiteX7" fmla="*/ 40146 w 121577"/>
                <a:gd name="connsiteY7" fmla="*/ 21111 h 250768"/>
                <a:gd name="connsiteX8" fmla="*/ 39086 w 121577"/>
                <a:gd name="connsiteY8" fmla="*/ 27157 h 250768"/>
                <a:gd name="connsiteX9" fmla="*/ 4097 w 121577"/>
                <a:gd name="connsiteY9" fmla="*/ 167659 h 250768"/>
                <a:gd name="connsiteX10" fmla="*/ 209 w 121577"/>
                <a:gd name="connsiteY10" fmla="*/ 196826 h 250768"/>
                <a:gd name="connsiteX11" fmla="*/ 40853 w 121577"/>
                <a:gd name="connsiteY11" fmla="*/ 250893 h 250768"/>
                <a:gd name="connsiteX12" fmla="*/ 121787 w 121577"/>
                <a:gd name="connsiteY12" fmla="*/ 145250 h 250768"/>
                <a:gd name="connsiteX13" fmla="*/ 79376 w 121577"/>
                <a:gd name="connsiteY13" fmla="*/ 89761 h 250768"/>
                <a:gd name="connsiteX14" fmla="*/ 41913 w 121577"/>
                <a:gd name="connsiteY14" fmla="*/ 108613 h 250768"/>
                <a:gd name="connsiteX15" fmla="*/ 66653 w 121577"/>
                <a:gd name="connsiteY15" fmla="*/ 9017 h 250768"/>
                <a:gd name="connsiteX16" fmla="*/ 40853 w 121577"/>
                <a:gd name="connsiteY16" fmla="*/ 243067 h 250768"/>
                <a:gd name="connsiteX17" fmla="*/ 20355 w 121577"/>
                <a:gd name="connsiteY17" fmla="*/ 208920 h 250768"/>
                <a:gd name="connsiteX18" fmla="*/ 33785 w 121577"/>
                <a:gd name="connsiteY18" fmla="*/ 140270 h 250768"/>
                <a:gd name="connsiteX19" fmla="*/ 41560 w 121577"/>
                <a:gd name="connsiteY19" fmla="*/ 123908 h 250768"/>
                <a:gd name="connsiteX20" fmla="*/ 78670 w 121577"/>
                <a:gd name="connsiteY20" fmla="*/ 97586 h 250768"/>
                <a:gd name="connsiteX21" fmla="*/ 98108 w 121577"/>
                <a:gd name="connsiteY21" fmla="*/ 129243 h 250768"/>
                <a:gd name="connsiteX22" fmla="*/ 78316 w 121577"/>
                <a:gd name="connsiteY22" fmla="*/ 209276 h 250768"/>
                <a:gd name="connsiteX23" fmla="*/ 40853 w 121577"/>
                <a:gd name="connsiteY23" fmla="*/ 243067 h 250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1577" h="250768">
                  <a:moveTo>
                    <a:pt x="66653" y="9017"/>
                  </a:moveTo>
                  <a:cubicBezTo>
                    <a:pt x="67007" y="7950"/>
                    <a:pt x="67713" y="5104"/>
                    <a:pt x="67713" y="4393"/>
                  </a:cubicBezTo>
                  <a:cubicBezTo>
                    <a:pt x="67713" y="1191"/>
                    <a:pt x="65593" y="124"/>
                    <a:pt x="62765" y="124"/>
                  </a:cubicBezTo>
                  <a:cubicBezTo>
                    <a:pt x="61705" y="124"/>
                    <a:pt x="58171" y="480"/>
                    <a:pt x="57111" y="836"/>
                  </a:cubicBezTo>
                  <a:lnTo>
                    <a:pt x="22122" y="3681"/>
                  </a:lnTo>
                  <a:cubicBezTo>
                    <a:pt x="17881" y="4037"/>
                    <a:pt x="13993" y="4393"/>
                    <a:pt x="13993" y="11151"/>
                  </a:cubicBezTo>
                  <a:cubicBezTo>
                    <a:pt x="13993" y="15064"/>
                    <a:pt x="17527" y="15064"/>
                    <a:pt x="22475" y="15064"/>
                  </a:cubicBezTo>
                  <a:cubicBezTo>
                    <a:pt x="39440" y="15064"/>
                    <a:pt x="40146" y="17554"/>
                    <a:pt x="40146" y="21111"/>
                  </a:cubicBezTo>
                  <a:cubicBezTo>
                    <a:pt x="40146" y="22178"/>
                    <a:pt x="39086" y="26802"/>
                    <a:pt x="39086" y="27157"/>
                  </a:cubicBezTo>
                  <a:lnTo>
                    <a:pt x="4097" y="167659"/>
                  </a:lnTo>
                  <a:cubicBezTo>
                    <a:pt x="3744" y="168726"/>
                    <a:pt x="209" y="183310"/>
                    <a:pt x="209" y="196826"/>
                  </a:cubicBezTo>
                  <a:cubicBezTo>
                    <a:pt x="209" y="226705"/>
                    <a:pt x="15053" y="250893"/>
                    <a:pt x="40853" y="250893"/>
                  </a:cubicBezTo>
                  <a:cubicBezTo>
                    <a:pt x="80437" y="250893"/>
                    <a:pt x="121787" y="197538"/>
                    <a:pt x="121787" y="145250"/>
                  </a:cubicBezTo>
                  <a:cubicBezTo>
                    <a:pt x="121787" y="107190"/>
                    <a:pt x="100582" y="89761"/>
                    <a:pt x="79376" y="89761"/>
                  </a:cubicBezTo>
                  <a:cubicBezTo>
                    <a:pt x="65946" y="89761"/>
                    <a:pt x="53930" y="97230"/>
                    <a:pt x="41913" y="108613"/>
                  </a:cubicBezTo>
                  <a:lnTo>
                    <a:pt x="66653" y="9017"/>
                  </a:lnTo>
                  <a:close/>
                  <a:moveTo>
                    <a:pt x="40853" y="243067"/>
                  </a:moveTo>
                  <a:cubicBezTo>
                    <a:pt x="32018" y="243067"/>
                    <a:pt x="20355" y="235598"/>
                    <a:pt x="20355" y="208920"/>
                  </a:cubicBezTo>
                  <a:cubicBezTo>
                    <a:pt x="20355" y="193269"/>
                    <a:pt x="23535" y="180820"/>
                    <a:pt x="33785" y="140270"/>
                  </a:cubicBezTo>
                  <a:cubicBezTo>
                    <a:pt x="36259" y="131733"/>
                    <a:pt x="36259" y="131022"/>
                    <a:pt x="41560" y="123908"/>
                  </a:cubicBezTo>
                  <a:cubicBezTo>
                    <a:pt x="51809" y="109680"/>
                    <a:pt x="65239" y="97586"/>
                    <a:pt x="78670" y="97586"/>
                  </a:cubicBezTo>
                  <a:cubicBezTo>
                    <a:pt x="94574" y="97586"/>
                    <a:pt x="98108" y="117861"/>
                    <a:pt x="98108" y="129243"/>
                  </a:cubicBezTo>
                  <a:cubicBezTo>
                    <a:pt x="98108" y="144183"/>
                    <a:pt x="88565" y="186511"/>
                    <a:pt x="78316" y="209276"/>
                  </a:cubicBezTo>
                  <a:cubicBezTo>
                    <a:pt x="74075" y="218168"/>
                    <a:pt x="58878" y="243067"/>
                    <a:pt x="40853" y="243067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2A4921B3-8A3F-26C2-F74E-77C105774E13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10789983" y="8298483"/>
              <a:ext cx="81994" cy="355699"/>
            </a:xfrm>
            <a:custGeom>
              <a:avLst/>
              <a:gdLst>
                <a:gd name="connsiteX0" fmla="*/ 82208 w 81994"/>
                <a:gd name="connsiteY0" fmla="*/ 352267 h 355699"/>
                <a:gd name="connsiteX1" fmla="*/ 76200 w 81994"/>
                <a:gd name="connsiteY1" fmla="*/ 344442 h 355699"/>
                <a:gd name="connsiteX2" fmla="*/ 20713 w 81994"/>
                <a:gd name="connsiteY2" fmla="*/ 177974 h 355699"/>
                <a:gd name="connsiteX3" fmla="*/ 77614 w 81994"/>
                <a:gd name="connsiteY3" fmla="*/ 9728 h 355699"/>
                <a:gd name="connsiteX4" fmla="*/ 82208 w 81994"/>
                <a:gd name="connsiteY4" fmla="*/ 3681 h 355699"/>
                <a:gd name="connsiteX5" fmla="*/ 78674 w 81994"/>
                <a:gd name="connsiteY5" fmla="*/ 124 h 355699"/>
                <a:gd name="connsiteX6" fmla="*/ 22480 w 81994"/>
                <a:gd name="connsiteY6" fmla="*/ 69486 h 355699"/>
                <a:gd name="connsiteX7" fmla="*/ 214 w 81994"/>
                <a:gd name="connsiteY7" fmla="*/ 177974 h 355699"/>
                <a:gd name="connsiteX8" fmla="*/ 23540 w 81994"/>
                <a:gd name="connsiteY8" fmla="*/ 288953 h 355699"/>
                <a:gd name="connsiteX9" fmla="*/ 78674 w 81994"/>
                <a:gd name="connsiteY9" fmla="*/ 355824 h 355699"/>
                <a:gd name="connsiteX10" fmla="*/ 82208 w 81994"/>
                <a:gd name="connsiteY10" fmla="*/ 352267 h 355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994" h="355699">
                  <a:moveTo>
                    <a:pt x="82208" y="352267"/>
                  </a:moveTo>
                  <a:cubicBezTo>
                    <a:pt x="82208" y="351200"/>
                    <a:pt x="82208" y="350489"/>
                    <a:pt x="76200" y="344442"/>
                  </a:cubicBezTo>
                  <a:cubicBezTo>
                    <a:pt x="32022" y="299624"/>
                    <a:pt x="20713" y="232396"/>
                    <a:pt x="20713" y="177974"/>
                  </a:cubicBezTo>
                  <a:cubicBezTo>
                    <a:pt x="20713" y="116083"/>
                    <a:pt x="34143" y="54191"/>
                    <a:pt x="77614" y="9728"/>
                  </a:cubicBezTo>
                  <a:cubicBezTo>
                    <a:pt x="82208" y="5460"/>
                    <a:pt x="82208" y="4748"/>
                    <a:pt x="82208" y="3681"/>
                  </a:cubicBezTo>
                  <a:cubicBezTo>
                    <a:pt x="82208" y="1191"/>
                    <a:pt x="80795" y="124"/>
                    <a:pt x="78674" y="124"/>
                  </a:cubicBezTo>
                  <a:cubicBezTo>
                    <a:pt x="75140" y="124"/>
                    <a:pt x="43332" y="24312"/>
                    <a:pt x="22480" y="69486"/>
                  </a:cubicBezTo>
                  <a:cubicBezTo>
                    <a:pt x="4455" y="108613"/>
                    <a:pt x="214" y="148095"/>
                    <a:pt x="214" y="177974"/>
                  </a:cubicBezTo>
                  <a:cubicBezTo>
                    <a:pt x="214" y="205719"/>
                    <a:pt x="4102" y="248759"/>
                    <a:pt x="23540" y="288953"/>
                  </a:cubicBezTo>
                  <a:cubicBezTo>
                    <a:pt x="44745" y="332704"/>
                    <a:pt x="75140" y="355824"/>
                    <a:pt x="78674" y="355824"/>
                  </a:cubicBezTo>
                  <a:cubicBezTo>
                    <a:pt x="80795" y="355824"/>
                    <a:pt x="82208" y="354757"/>
                    <a:pt x="82208" y="352267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221E55B3-1767-A5B9-4B08-B88652C80EA4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10902687" y="8408038"/>
              <a:ext cx="233966" cy="161132"/>
            </a:xfrm>
            <a:custGeom>
              <a:avLst/>
              <a:gdLst>
                <a:gd name="connsiteX0" fmla="*/ 153250 w 233966"/>
                <a:gd name="connsiteY0" fmla="*/ 36761 h 161132"/>
                <a:gd name="connsiteX1" fmla="*/ 158552 w 233966"/>
                <a:gd name="connsiteY1" fmla="*/ 13641 h 161132"/>
                <a:gd name="connsiteX2" fmla="*/ 148303 w 233966"/>
                <a:gd name="connsiteY2" fmla="*/ 4037 h 161132"/>
                <a:gd name="connsiteX3" fmla="*/ 135226 w 233966"/>
                <a:gd name="connsiteY3" fmla="*/ 13997 h 161132"/>
                <a:gd name="connsiteX4" fmla="*/ 115081 w 233966"/>
                <a:gd name="connsiteY4" fmla="*/ 93673 h 161132"/>
                <a:gd name="connsiteX5" fmla="*/ 111900 w 233966"/>
                <a:gd name="connsiteY5" fmla="*/ 117150 h 161132"/>
                <a:gd name="connsiteX6" fmla="*/ 112253 w 233966"/>
                <a:gd name="connsiteY6" fmla="*/ 123552 h 161132"/>
                <a:gd name="connsiteX7" fmla="*/ 79738 w 233966"/>
                <a:gd name="connsiteY7" fmla="*/ 153431 h 161132"/>
                <a:gd name="connsiteX8" fmla="*/ 51464 w 233966"/>
                <a:gd name="connsiteY8" fmla="*/ 121062 h 161132"/>
                <a:gd name="connsiteX9" fmla="*/ 69842 w 233966"/>
                <a:gd name="connsiteY9" fmla="*/ 52057 h 161132"/>
                <a:gd name="connsiteX10" fmla="*/ 75851 w 233966"/>
                <a:gd name="connsiteY10" fmla="*/ 29292 h 161132"/>
                <a:gd name="connsiteX11" fmla="*/ 46870 w 233966"/>
                <a:gd name="connsiteY11" fmla="*/ 124 h 161132"/>
                <a:gd name="connsiteX12" fmla="*/ 218 w 233966"/>
                <a:gd name="connsiteY12" fmla="*/ 54902 h 161132"/>
                <a:gd name="connsiteX13" fmla="*/ 4459 w 233966"/>
                <a:gd name="connsiteY13" fmla="*/ 58459 h 161132"/>
                <a:gd name="connsiteX14" fmla="*/ 10114 w 233966"/>
                <a:gd name="connsiteY14" fmla="*/ 52057 h 161132"/>
                <a:gd name="connsiteX15" fmla="*/ 45810 w 233966"/>
                <a:gd name="connsiteY15" fmla="*/ 7950 h 161132"/>
                <a:gd name="connsiteX16" fmla="*/ 54645 w 233966"/>
                <a:gd name="connsiteY16" fmla="*/ 19688 h 161132"/>
                <a:gd name="connsiteX17" fmla="*/ 48284 w 233966"/>
                <a:gd name="connsiteY17" fmla="*/ 44587 h 161132"/>
                <a:gd name="connsiteX18" fmla="*/ 28492 w 233966"/>
                <a:gd name="connsiteY18" fmla="*/ 116438 h 161132"/>
                <a:gd name="connsiteX19" fmla="*/ 78678 w 233966"/>
                <a:gd name="connsiteY19" fmla="*/ 161256 h 161132"/>
                <a:gd name="connsiteX20" fmla="*/ 115434 w 233966"/>
                <a:gd name="connsiteY20" fmla="*/ 136357 h 161132"/>
                <a:gd name="connsiteX21" fmla="*/ 159612 w 233966"/>
                <a:gd name="connsiteY21" fmla="*/ 161256 h 161132"/>
                <a:gd name="connsiteX22" fmla="*/ 210859 w 233966"/>
                <a:gd name="connsiteY22" fmla="*/ 117505 h 161132"/>
                <a:gd name="connsiteX23" fmla="*/ 234184 w 233966"/>
                <a:gd name="connsiteY23" fmla="*/ 25023 h 161132"/>
                <a:gd name="connsiteX24" fmla="*/ 218634 w 233966"/>
                <a:gd name="connsiteY24" fmla="*/ 124 h 161132"/>
                <a:gd name="connsiteX25" fmla="*/ 200963 w 233966"/>
                <a:gd name="connsiteY25" fmla="*/ 17198 h 161132"/>
                <a:gd name="connsiteX26" fmla="*/ 206264 w 233966"/>
                <a:gd name="connsiteY26" fmla="*/ 26802 h 161132"/>
                <a:gd name="connsiteX27" fmla="*/ 218987 w 233966"/>
                <a:gd name="connsiteY27" fmla="*/ 57036 h 161132"/>
                <a:gd name="connsiteX28" fmla="*/ 199549 w 233966"/>
                <a:gd name="connsiteY28" fmla="*/ 122129 h 161132"/>
                <a:gd name="connsiteX29" fmla="*/ 160672 w 233966"/>
                <a:gd name="connsiteY29" fmla="*/ 153431 h 161132"/>
                <a:gd name="connsiteX30" fmla="*/ 134519 w 233966"/>
                <a:gd name="connsiteY30" fmla="*/ 122485 h 161132"/>
                <a:gd name="connsiteX31" fmla="*/ 138407 w 233966"/>
                <a:gd name="connsiteY31" fmla="*/ 96519 h 161132"/>
                <a:gd name="connsiteX32" fmla="*/ 153250 w 233966"/>
                <a:gd name="connsiteY32" fmla="*/ 36761 h 161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3966" h="161132">
                  <a:moveTo>
                    <a:pt x="153250" y="36761"/>
                  </a:moveTo>
                  <a:cubicBezTo>
                    <a:pt x="155018" y="28936"/>
                    <a:pt x="158552" y="15775"/>
                    <a:pt x="158552" y="13641"/>
                  </a:cubicBezTo>
                  <a:cubicBezTo>
                    <a:pt x="158552" y="7238"/>
                    <a:pt x="153604" y="4037"/>
                    <a:pt x="148303" y="4037"/>
                  </a:cubicBezTo>
                  <a:cubicBezTo>
                    <a:pt x="144061" y="4037"/>
                    <a:pt x="137700" y="6883"/>
                    <a:pt x="135226" y="13997"/>
                  </a:cubicBezTo>
                  <a:cubicBezTo>
                    <a:pt x="134166" y="16487"/>
                    <a:pt x="117555" y="84425"/>
                    <a:pt x="115081" y="93673"/>
                  </a:cubicBezTo>
                  <a:cubicBezTo>
                    <a:pt x="112607" y="104344"/>
                    <a:pt x="111900" y="110747"/>
                    <a:pt x="111900" y="117150"/>
                  </a:cubicBezTo>
                  <a:cubicBezTo>
                    <a:pt x="111900" y="121062"/>
                    <a:pt x="111900" y="121774"/>
                    <a:pt x="112253" y="123552"/>
                  </a:cubicBezTo>
                  <a:cubicBezTo>
                    <a:pt x="104125" y="142404"/>
                    <a:pt x="93522" y="153431"/>
                    <a:pt x="79738" y="153431"/>
                  </a:cubicBezTo>
                  <a:cubicBezTo>
                    <a:pt x="51464" y="153431"/>
                    <a:pt x="51464" y="127109"/>
                    <a:pt x="51464" y="121062"/>
                  </a:cubicBezTo>
                  <a:cubicBezTo>
                    <a:pt x="51464" y="109680"/>
                    <a:pt x="53231" y="95808"/>
                    <a:pt x="69842" y="52057"/>
                  </a:cubicBezTo>
                  <a:cubicBezTo>
                    <a:pt x="73730" y="41385"/>
                    <a:pt x="75851" y="36406"/>
                    <a:pt x="75851" y="29292"/>
                  </a:cubicBezTo>
                  <a:cubicBezTo>
                    <a:pt x="75851" y="13285"/>
                    <a:pt x="64188" y="124"/>
                    <a:pt x="46870" y="124"/>
                  </a:cubicBezTo>
                  <a:cubicBezTo>
                    <a:pt x="13295" y="124"/>
                    <a:pt x="218" y="51701"/>
                    <a:pt x="218" y="54902"/>
                  </a:cubicBezTo>
                  <a:cubicBezTo>
                    <a:pt x="218" y="58459"/>
                    <a:pt x="3752" y="58459"/>
                    <a:pt x="4459" y="58459"/>
                  </a:cubicBezTo>
                  <a:cubicBezTo>
                    <a:pt x="7993" y="58459"/>
                    <a:pt x="8347" y="57748"/>
                    <a:pt x="10114" y="52057"/>
                  </a:cubicBezTo>
                  <a:cubicBezTo>
                    <a:pt x="19656" y="18976"/>
                    <a:pt x="33440" y="7950"/>
                    <a:pt x="45810" y="7950"/>
                  </a:cubicBezTo>
                  <a:cubicBezTo>
                    <a:pt x="48990" y="7950"/>
                    <a:pt x="54645" y="8305"/>
                    <a:pt x="54645" y="19688"/>
                  </a:cubicBezTo>
                  <a:cubicBezTo>
                    <a:pt x="54645" y="28580"/>
                    <a:pt x="50758" y="38540"/>
                    <a:pt x="48284" y="44587"/>
                  </a:cubicBezTo>
                  <a:cubicBezTo>
                    <a:pt x="32733" y="86559"/>
                    <a:pt x="28492" y="102922"/>
                    <a:pt x="28492" y="116438"/>
                  </a:cubicBezTo>
                  <a:cubicBezTo>
                    <a:pt x="28492" y="148807"/>
                    <a:pt x="52171" y="161256"/>
                    <a:pt x="78678" y="161256"/>
                  </a:cubicBezTo>
                  <a:cubicBezTo>
                    <a:pt x="84686" y="161256"/>
                    <a:pt x="101297" y="161256"/>
                    <a:pt x="115434" y="136357"/>
                  </a:cubicBezTo>
                  <a:cubicBezTo>
                    <a:pt x="124623" y="159122"/>
                    <a:pt x="149009" y="161256"/>
                    <a:pt x="159612" y="161256"/>
                  </a:cubicBezTo>
                  <a:cubicBezTo>
                    <a:pt x="186119" y="161256"/>
                    <a:pt x="201669" y="138847"/>
                    <a:pt x="210859" y="117505"/>
                  </a:cubicBezTo>
                  <a:cubicBezTo>
                    <a:pt x="222875" y="89761"/>
                    <a:pt x="234184" y="42097"/>
                    <a:pt x="234184" y="25023"/>
                  </a:cubicBezTo>
                  <a:cubicBezTo>
                    <a:pt x="234184" y="5460"/>
                    <a:pt x="224642" y="124"/>
                    <a:pt x="218634" y="124"/>
                  </a:cubicBezTo>
                  <a:cubicBezTo>
                    <a:pt x="209798" y="124"/>
                    <a:pt x="200963" y="9373"/>
                    <a:pt x="200963" y="17198"/>
                  </a:cubicBezTo>
                  <a:cubicBezTo>
                    <a:pt x="200963" y="21822"/>
                    <a:pt x="203083" y="23956"/>
                    <a:pt x="206264" y="26802"/>
                  </a:cubicBezTo>
                  <a:cubicBezTo>
                    <a:pt x="210152" y="30715"/>
                    <a:pt x="218987" y="39963"/>
                    <a:pt x="218987" y="57036"/>
                  </a:cubicBezTo>
                  <a:cubicBezTo>
                    <a:pt x="218987" y="69130"/>
                    <a:pt x="208738" y="103989"/>
                    <a:pt x="199549" y="122129"/>
                  </a:cubicBezTo>
                  <a:cubicBezTo>
                    <a:pt x="190360" y="140982"/>
                    <a:pt x="177990" y="153431"/>
                    <a:pt x="160672" y="153431"/>
                  </a:cubicBezTo>
                  <a:cubicBezTo>
                    <a:pt x="144061" y="153431"/>
                    <a:pt x="134519" y="142760"/>
                    <a:pt x="134519" y="122485"/>
                  </a:cubicBezTo>
                  <a:cubicBezTo>
                    <a:pt x="134519" y="112525"/>
                    <a:pt x="136993" y="101499"/>
                    <a:pt x="138407" y="96519"/>
                  </a:cubicBezTo>
                  <a:lnTo>
                    <a:pt x="153250" y="36761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CF77C02A-E43E-B802-2294-0DA928DEDA09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11157087" y="8453532"/>
              <a:ext cx="74961" cy="167570"/>
            </a:xfrm>
            <a:custGeom>
              <a:avLst/>
              <a:gdLst>
                <a:gd name="connsiteX0" fmla="*/ 68754 w 74961"/>
                <a:gd name="connsiteY0" fmla="*/ 9587 h 167570"/>
                <a:gd name="connsiteX1" fmla="*/ 58858 w 74961"/>
                <a:gd name="connsiteY1" fmla="*/ 126 h 167570"/>
                <a:gd name="connsiteX2" fmla="*/ 45004 w 74961"/>
                <a:gd name="connsiteY2" fmla="*/ 13820 h 167570"/>
                <a:gd name="connsiteX3" fmla="*/ 54900 w 74961"/>
                <a:gd name="connsiteY3" fmla="*/ 23282 h 167570"/>
                <a:gd name="connsiteX4" fmla="*/ 68754 w 74961"/>
                <a:gd name="connsiteY4" fmla="*/ 9587 h 167570"/>
                <a:gd name="connsiteX5" fmla="*/ 18285 w 74961"/>
                <a:gd name="connsiteY5" fmla="*/ 136074 h 167570"/>
                <a:gd name="connsiteX6" fmla="*/ 16058 w 74961"/>
                <a:gd name="connsiteY6" fmla="*/ 146532 h 167570"/>
                <a:gd name="connsiteX7" fmla="*/ 39561 w 74961"/>
                <a:gd name="connsiteY7" fmla="*/ 167696 h 167570"/>
                <a:gd name="connsiteX8" fmla="*/ 75186 w 74961"/>
                <a:gd name="connsiteY8" fmla="*/ 129601 h 167570"/>
                <a:gd name="connsiteX9" fmla="*/ 71228 w 74961"/>
                <a:gd name="connsiteY9" fmla="*/ 126364 h 167570"/>
                <a:gd name="connsiteX10" fmla="*/ 66527 w 74961"/>
                <a:gd name="connsiteY10" fmla="*/ 130597 h 167570"/>
                <a:gd name="connsiteX11" fmla="*/ 40303 w 74961"/>
                <a:gd name="connsiteY11" fmla="*/ 160724 h 167570"/>
                <a:gd name="connsiteX12" fmla="*/ 34118 w 74961"/>
                <a:gd name="connsiteY12" fmla="*/ 152010 h 167570"/>
                <a:gd name="connsiteX13" fmla="*/ 38077 w 74961"/>
                <a:gd name="connsiteY13" fmla="*/ 136074 h 167570"/>
                <a:gd name="connsiteX14" fmla="*/ 45993 w 74961"/>
                <a:gd name="connsiteY14" fmla="*/ 116155 h 167570"/>
                <a:gd name="connsiteX15" fmla="*/ 58116 w 74961"/>
                <a:gd name="connsiteY15" fmla="*/ 84533 h 167570"/>
                <a:gd name="connsiteX16" fmla="*/ 59600 w 74961"/>
                <a:gd name="connsiteY16" fmla="*/ 76566 h 167570"/>
                <a:gd name="connsiteX17" fmla="*/ 36098 w 74961"/>
                <a:gd name="connsiteY17" fmla="*/ 55402 h 167570"/>
                <a:gd name="connsiteX18" fmla="*/ 225 w 74961"/>
                <a:gd name="connsiteY18" fmla="*/ 93497 h 167570"/>
                <a:gd name="connsiteX19" fmla="*/ 4431 w 74961"/>
                <a:gd name="connsiteY19" fmla="*/ 96734 h 167570"/>
                <a:gd name="connsiteX20" fmla="*/ 8884 w 74961"/>
                <a:gd name="connsiteY20" fmla="*/ 92750 h 167570"/>
                <a:gd name="connsiteX21" fmla="*/ 35355 w 74961"/>
                <a:gd name="connsiteY21" fmla="*/ 62373 h 167570"/>
                <a:gd name="connsiteX22" fmla="*/ 41540 w 74961"/>
                <a:gd name="connsiteY22" fmla="*/ 71088 h 167570"/>
                <a:gd name="connsiteX23" fmla="*/ 33871 w 74961"/>
                <a:gd name="connsiteY23" fmla="*/ 95987 h 167570"/>
                <a:gd name="connsiteX24" fmla="*/ 18285 w 74961"/>
                <a:gd name="connsiteY24" fmla="*/ 136074 h 167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961" h="167570">
                  <a:moveTo>
                    <a:pt x="68754" y="9587"/>
                  </a:moveTo>
                  <a:cubicBezTo>
                    <a:pt x="68754" y="5604"/>
                    <a:pt x="65785" y="126"/>
                    <a:pt x="58858" y="126"/>
                  </a:cubicBezTo>
                  <a:cubicBezTo>
                    <a:pt x="52178" y="126"/>
                    <a:pt x="45004" y="6600"/>
                    <a:pt x="45004" y="13820"/>
                  </a:cubicBezTo>
                  <a:cubicBezTo>
                    <a:pt x="45004" y="18053"/>
                    <a:pt x="48220" y="23282"/>
                    <a:pt x="54900" y="23282"/>
                  </a:cubicBezTo>
                  <a:cubicBezTo>
                    <a:pt x="62074" y="23282"/>
                    <a:pt x="68754" y="16310"/>
                    <a:pt x="68754" y="9587"/>
                  </a:cubicBezTo>
                  <a:close/>
                  <a:moveTo>
                    <a:pt x="18285" y="136074"/>
                  </a:moveTo>
                  <a:cubicBezTo>
                    <a:pt x="17295" y="139311"/>
                    <a:pt x="16058" y="142299"/>
                    <a:pt x="16058" y="146532"/>
                  </a:cubicBezTo>
                  <a:cubicBezTo>
                    <a:pt x="16058" y="158234"/>
                    <a:pt x="25954" y="167696"/>
                    <a:pt x="39561" y="167696"/>
                  </a:cubicBezTo>
                  <a:cubicBezTo>
                    <a:pt x="64301" y="167696"/>
                    <a:pt x="75186" y="133335"/>
                    <a:pt x="75186" y="129601"/>
                  </a:cubicBezTo>
                  <a:cubicBezTo>
                    <a:pt x="75186" y="126364"/>
                    <a:pt x="71970" y="126364"/>
                    <a:pt x="71228" y="126364"/>
                  </a:cubicBezTo>
                  <a:cubicBezTo>
                    <a:pt x="67764" y="126364"/>
                    <a:pt x="67517" y="127858"/>
                    <a:pt x="66527" y="130597"/>
                  </a:cubicBezTo>
                  <a:cubicBezTo>
                    <a:pt x="60837" y="150516"/>
                    <a:pt x="49952" y="160724"/>
                    <a:pt x="40303" y="160724"/>
                  </a:cubicBezTo>
                  <a:cubicBezTo>
                    <a:pt x="35355" y="160724"/>
                    <a:pt x="34118" y="157487"/>
                    <a:pt x="34118" y="152010"/>
                  </a:cubicBezTo>
                  <a:cubicBezTo>
                    <a:pt x="34118" y="146283"/>
                    <a:pt x="35850" y="141552"/>
                    <a:pt x="38077" y="136074"/>
                  </a:cubicBezTo>
                  <a:cubicBezTo>
                    <a:pt x="40551" y="129352"/>
                    <a:pt x="43272" y="122629"/>
                    <a:pt x="45993" y="116155"/>
                  </a:cubicBezTo>
                  <a:cubicBezTo>
                    <a:pt x="48220" y="110179"/>
                    <a:pt x="57126" y="87521"/>
                    <a:pt x="58116" y="84533"/>
                  </a:cubicBezTo>
                  <a:cubicBezTo>
                    <a:pt x="58858" y="82043"/>
                    <a:pt x="59600" y="79056"/>
                    <a:pt x="59600" y="76566"/>
                  </a:cubicBezTo>
                  <a:cubicBezTo>
                    <a:pt x="59600" y="64863"/>
                    <a:pt x="49704" y="55402"/>
                    <a:pt x="36098" y="55402"/>
                  </a:cubicBezTo>
                  <a:cubicBezTo>
                    <a:pt x="11605" y="55402"/>
                    <a:pt x="225" y="89264"/>
                    <a:pt x="225" y="93497"/>
                  </a:cubicBezTo>
                  <a:cubicBezTo>
                    <a:pt x="225" y="96734"/>
                    <a:pt x="3689" y="96734"/>
                    <a:pt x="4431" y="96734"/>
                  </a:cubicBezTo>
                  <a:cubicBezTo>
                    <a:pt x="7894" y="96734"/>
                    <a:pt x="8142" y="95489"/>
                    <a:pt x="8884" y="92750"/>
                  </a:cubicBezTo>
                  <a:cubicBezTo>
                    <a:pt x="15316" y="71337"/>
                    <a:pt x="26202" y="62373"/>
                    <a:pt x="35355" y="62373"/>
                  </a:cubicBezTo>
                  <a:cubicBezTo>
                    <a:pt x="39314" y="62373"/>
                    <a:pt x="41540" y="64365"/>
                    <a:pt x="41540" y="71088"/>
                  </a:cubicBezTo>
                  <a:cubicBezTo>
                    <a:pt x="41540" y="76815"/>
                    <a:pt x="40056" y="80550"/>
                    <a:pt x="33871" y="95987"/>
                  </a:cubicBezTo>
                  <a:lnTo>
                    <a:pt x="18285" y="136074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1B6ADC5F-B3E3-CBB2-3D16-E62B3E138D6B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11283270" y="8298483"/>
              <a:ext cx="81994" cy="355699"/>
            </a:xfrm>
            <a:custGeom>
              <a:avLst/>
              <a:gdLst>
                <a:gd name="connsiteX0" fmla="*/ 82223 w 81994"/>
                <a:gd name="connsiteY0" fmla="*/ 177974 h 355699"/>
                <a:gd name="connsiteX1" fmla="*/ 58897 w 81994"/>
                <a:gd name="connsiteY1" fmla="*/ 66996 h 355699"/>
                <a:gd name="connsiteX2" fmla="*/ 3763 w 81994"/>
                <a:gd name="connsiteY2" fmla="*/ 124 h 355699"/>
                <a:gd name="connsiteX3" fmla="*/ 228 w 81994"/>
                <a:gd name="connsiteY3" fmla="*/ 3681 h 355699"/>
                <a:gd name="connsiteX4" fmla="*/ 6943 w 81994"/>
                <a:gd name="connsiteY4" fmla="*/ 11862 h 355699"/>
                <a:gd name="connsiteX5" fmla="*/ 61724 w 81994"/>
                <a:gd name="connsiteY5" fmla="*/ 177974 h 355699"/>
                <a:gd name="connsiteX6" fmla="*/ 4823 w 81994"/>
                <a:gd name="connsiteY6" fmla="*/ 346220 h 355699"/>
                <a:gd name="connsiteX7" fmla="*/ 228 w 81994"/>
                <a:gd name="connsiteY7" fmla="*/ 352267 h 355699"/>
                <a:gd name="connsiteX8" fmla="*/ 3763 w 81994"/>
                <a:gd name="connsiteY8" fmla="*/ 355824 h 355699"/>
                <a:gd name="connsiteX9" fmla="*/ 59957 w 81994"/>
                <a:gd name="connsiteY9" fmla="*/ 286463 h 355699"/>
                <a:gd name="connsiteX10" fmla="*/ 82223 w 81994"/>
                <a:gd name="connsiteY10" fmla="*/ 177974 h 355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994" h="355699">
                  <a:moveTo>
                    <a:pt x="82223" y="177974"/>
                  </a:moveTo>
                  <a:cubicBezTo>
                    <a:pt x="82223" y="150230"/>
                    <a:pt x="78335" y="107190"/>
                    <a:pt x="58897" y="66996"/>
                  </a:cubicBezTo>
                  <a:cubicBezTo>
                    <a:pt x="37691" y="23245"/>
                    <a:pt x="7297" y="124"/>
                    <a:pt x="3763" y="124"/>
                  </a:cubicBezTo>
                  <a:cubicBezTo>
                    <a:pt x="1642" y="124"/>
                    <a:pt x="228" y="1547"/>
                    <a:pt x="228" y="3681"/>
                  </a:cubicBezTo>
                  <a:cubicBezTo>
                    <a:pt x="228" y="4748"/>
                    <a:pt x="228" y="5460"/>
                    <a:pt x="6943" y="11862"/>
                  </a:cubicBezTo>
                  <a:cubicBezTo>
                    <a:pt x="41579" y="47077"/>
                    <a:pt x="61724" y="103633"/>
                    <a:pt x="61724" y="177974"/>
                  </a:cubicBezTo>
                  <a:cubicBezTo>
                    <a:pt x="61724" y="238799"/>
                    <a:pt x="48647" y="301402"/>
                    <a:pt x="4823" y="346220"/>
                  </a:cubicBezTo>
                  <a:cubicBezTo>
                    <a:pt x="228" y="350489"/>
                    <a:pt x="228" y="351200"/>
                    <a:pt x="228" y="352267"/>
                  </a:cubicBezTo>
                  <a:cubicBezTo>
                    <a:pt x="228" y="354401"/>
                    <a:pt x="1642" y="355824"/>
                    <a:pt x="3763" y="355824"/>
                  </a:cubicBezTo>
                  <a:cubicBezTo>
                    <a:pt x="7297" y="355824"/>
                    <a:pt x="39105" y="331637"/>
                    <a:pt x="59957" y="286463"/>
                  </a:cubicBezTo>
                  <a:cubicBezTo>
                    <a:pt x="77982" y="247336"/>
                    <a:pt x="82223" y="207853"/>
                    <a:pt x="82223" y="177974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00737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2528B-5C71-F855-F631-F955224F1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Parameterized Attention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2D608F-23D8-9386-8C7A-371800AE2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23</a:t>
            </a:fld>
            <a:endParaRPr lang="en-CA"/>
          </a:p>
        </p:txBody>
      </p:sp>
      <p:sp>
        <p:nvSpPr>
          <p:cNvPr id="92" name="Content Placeholder 4">
            <a:extLst>
              <a:ext uri="{FF2B5EF4-FFF2-40B4-BE49-F238E27FC236}">
                <a16:creationId xmlns:a16="http://schemas.microsoft.com/office/drawing/2014/main" id="{91D9C7DB-2591-7AE1-94DA-0D88125AE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0826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Word tokens with the same word type should probably receive different weights in different sentences</a:t>
            </a:r>
          </a:p>
          <a:p>
            <a:r>
              <a:rPr lang="en-US" dirty="0"/>
              <a:t>Implement attention with an MLP (example below)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47546838-0C48-B32F-FA67-27B17B110110}"/>
              </a:ext>
            </a:extLst>
          </p:cNvPr>
          <p:cNvGrpSpPr/>
          <p:nvPr/>
        </p:nvGrpSpPr>
        <p:grpSpPr>
          <a:xfrm>
            <a:off x="3347803" y="3021717"/>
            <a:ext cx="2812317" cy="1038653"/>
            <a:chOff x="4297643" y="3546253"/>
            <a:chExt cx="2812317" cy="1038653"/>
          </a:xfrm>
        </p:grpSpPr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2B32F9E0-CA91-861D-527D-10E7DA495B6B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4323803" y="3947406"/>
              <a:ext cx="146404" cy="18479"/>
            </a:xfrm>
            <a:custGeom>
              <a:avLst/>
              <a:gdLst>
                <a:gd name="connsiteX0" fmla="*/ 146587 w 146404"/>
                <a:gd name="connsiteY0" fmla="*/ 18572 h 18479"/>
                <a:gd name="connsiteX1" fmla="*/ 146587 w 146404"/>
                <a:gd name="connsiteY1" fmla="*/ 92 h 18479"/>
                <a:gd name="connsiteX2" fmla="*/ 183 w 146404"/>
                <a:gd name="connsiteY2" fmla="*/ 92 h 18479"/>
                <a:gd name="connsiteX3" fmla="*/ 183 w 146404"/>
                <a:gd name="connsiteY3" fmla="*/ 18572 h 18479"/>
                <a:gd name="connsiteX4" fmla="*/ 146587 w 146404"/>
                <a:gd name="connsiteY4" fmla="*/ 18572 h 18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404" h="18479">
                  <a:moveTo>
                    <a:pt x="146587" y="18572"/>
                  </a:moveTo>
                  <a:lnTo>
                    <a:pt x="146587" y="92"/>
                  </a:lnTo>
                  <a:lnTo>
                    <a:pt x="183" y="92"/>
                  </a:lnTo>
                  <a:lnTo>
                    <a:pt x="183" y="18572"/>
                  </a:lnTo>
                  <a:lnTo>
                    <a:pt x="146587" y="18572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EC000E75-F090-52D5-D996-91CF505CD549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4297643" y="4005333"/>
              <a:ext cx="199095" cy="157788"/>
            </a:xfrm>
            <a:custGeom>
              <a:avLst/>
              <a:gdLst>
                <a:gd name="connsiteX0" fmla="*/ 114760 w 199095"/>
                <a:gd name="connsiteY0" fmla="*/ 70457 h 157788"/>
                <a:gd name="connsiteX1" fmla="*/ 156135 w 199095"/>
                <a:gd name="connsiteY1" fmla="*/ 24258 h 157788"/>
                <a:gd name="connsiteX2" fmla="*/ 192206 w 199095"/>
                <a:gd name="connsiteY2" fmla="*/ 16795 h 157788"/>
                <a:gd name="connsiteX3" fmla="*/ 192206 w 199095"/>
                <a:gd name="connsiteY3" fmla="*/ 92 h 157788"/>
                <a:gd name="connsiteX4" fmla="*/ 159672 w 199095"/>
                <a:gd name="connsiteY4" fmla="*/ 1158 h 157788"/>
                <a:gd name="connsiteX5" fmla="*/ 123247 w 199095"/>
                <a:gd name="connsiteY5" fmla="*/ 92 h 157788"/>
                <a:gd name="connsiteX6" fmla="*/ 123247 w 199095"/>
                <a:gd name="connsiteY6" fmla="*/ 16795 h 157788"/>
                <a:gd name="connsiteX7" fmla="*/ 136686 w 199095"/>
                <a:gd name="connsiteY7" fmla="*/ 19993 h 157788"/>
                <a:gd name="connsiteX8" fmla="*/ 133856 w 199095"/>
                <a:gd name="connsiteY8" fmla="*/ 24258 h 157788"/>
                <a:gd name="connsiteX9" fmla="*/ 104151 w 199095"/>
                <a:gd name="connsiteY9" fmla="*/ 57663 h 157788"/>
                <a:gd name="connsiteX10" fmla="*/ 69495 w 199095"/>
                <a:gd name="connsiteY10" fmla="*/ 16795 h 157788"/>
                <a:gd name="connsiteX11" fmla="*/ 83640 w 199095"/>
                <a:gd name="connsiteY11" fmla="*/ 16795 h 157788"/>
                <a:gd name="connsiteX12" fmla="*/ 83640 w 199095"/>
                <a:gd name="connsiteY12" fmla="*/ 92 h 157788"/>
                <a:gd name="connsiteX13" fmla="*/ 40851 w 199095"/>
                <a:gd name="connsiteY13" fmla="*/ 1158 h 157788"/>
                <a:gd name="connsiteX14" fmla="*/ 1951 w 199095"/>
                <a:gd name="connsiteY14" fmla="*/ 92 h 157788"/>
                <a:gd name="connsiteX15" fmla="*/ 1951 w 199095"/>
                <a:gd name="connsiteY15" fmla="*/ 16795 h 157788"/>
                <a:gd name="connsiteX16" fmla="*/ 27059 w 199095"/>
                <a:gd name="connsiteY16" fmla="*/ 16795 h 157788"/>
                <a:gd name="connsiteX17" fmla="*/ 82226 w 199095"/>
                <a:gd name="connsiteY17" fmla="*/ 82184 h 157788"/>
                <a:gd name="connsiteX18" fmla="*/ 35900 w 199095"/>
                <a:gd name="connsiteY18" fmla="*/ 134425 h 157788"/>
                <a:gd name="connsiteX19" fmla="*/ 183 w 199095"/>
                <a:gd name="connsiteY19" fmla="*/ 141177 h 157788"/>
                <a:gd name="connsiteX20" fmla="*/ 183 w 199095"/>
                <a:gd name="connsiteY20" fmla="*/ 157880 h 157788"/>
                <a:gd name="connsiteX21" fmla="*/ 32717 w 199095"/>
                <a:gd name="connsiteY21" fmla="*/ 156814 h 157788"/>
                <a:gd name="connsiteX22" fmla="*/ 69141 w 199095"/>
                <a:gd name="connsiteY22" fmla="*/ 157880 h 157788"/>
                <a:gd name="connsiteX23" fmla="*/ 69141 w 199095"/>
                <a:gd name="connsiteY23" fmla="*/ 141177 h 157788"/>
                <a:gd name="connsiteX24" fmla="*/ 56057 w 199095"/>
                <a:gd name="connsiteY24" fmla="*/ 137268 h 157788"/>
                <a:gd name="connsiteX25" fmla="*/ 58532 w 199095"/>
                <a:gd name="connsiteY25" fmla="*/ 133714 h 157788"/>
                <a:gd name="connsiteX26" fmla="*/ 92835 w 199095"/>
                <a:gd name="connsiteY26" fmla="*/ 94978 h 157788"/>
                <a:gd name="connsiteX27" fmla="*/ 131735 w 199095"/>
                <a:gd name="connsiteY27" fmla="*/ 141177 h 157788"/>
                <a:gd name="connsiteX28" fmla="*/ 117943 w 199095"/>
                <a:gd name="connsiteY28" fmla="*/ 141177 h 157788"/>
                <a:gd name="connsiteX29" fmla="*/ 117943 w 199095"/>
                <a:gd name="connsiteY29" fmla="*/ 157880 h 157788"/>
                <a:gd name="connsiteX30" fmla="*/ 160379 w 199095"/>
                <a:gd name="connsiteY30" fmla="*/ 156814 h 157788"/>
                <a:gd name="connsiteX31" fmla="*/ 199279 w 199095"/>
                <a:gd name="connsiteY31" fmla="*/ 157880 h 157788"/>
                <a:gd name="connsiteX32" fmla="*/ 199279 w 199095"/>
                <a:gd name="connsiteY32" fmla="*/ 141177 h 157788"/>
                <a:gd name="connsiteX33" fmla="*/ 174171 w 199095"/>
                <a:gd name="connsiteY33" fmla="*/ 141177 h 157788"/>
                <a:gd name="connsiteX34" fmla="*/ 114760 w 199095"/>
                <a:gd name="connsiteY34" fmla="*/ 70457 h 157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095" h="157788">
                  <a:moveTo>
                    <a:pt x="114760" y="70457"/>
                  </a:moveTo>
                  <a:lnTo>
                    <a:pt x="156135" y="24258"/>
                  </a:lnTo>
                  <a:cubicBezTo>
                    <a:pt x="160733" y="19282"/>
                    <a:pt x="162854" y="16795"/>
                    <a:pt x="192206" y="16795"/>
                  </a:cubicBezTo>
                  <a:lnTo>
                    <a:pt x="192206" y="92"/>
                  </a:lnTo>
                  <a:cubicBezTo>
                    <a:pt x="179829" y="803"/>
                    <a:pt x="161440" y="1158"/>
                    <a:pt x="159672" y="1158"/>
                  </a:cubicBezTo>
                  <a:cubicBezTo>
                    <a:pt x="150831" y="1158"/>
                    <a:pt x="133149" y="447"/>
                    <a:pt x="123247" y="92"/>
                  </a:cubicBezTo>
                  <a:lnTo>
                    <a:pt x="123247" y="16795"/>
                  </a:lnTo>
                  <a:cubicBezTo>
                    <a:pt x="128198" y="16795"/>
                    <a:pt x="132442" y="17506"/>
                    <a:pt x="136686" y="19993"/>
                  </a:cubicBezTo>
                  <a:cubicBezTo>
                    <a:pt x="135271" y="22125"/>
                    <a:pt x="135271" y="22836"/>
                    <a:pt x="133856" y="24258"/>
                  </a:cubicBezTo>
                  <a:lnTo>
                    <a:pt x="104151" y="57663"/>
                  </a:lnTo>
                  <a:lnTo>
                    <a:pt x="69495" y="16795"/>
                  </a:lnTo>
                  <a:lnTo>
                    <a:pt x="83640" y="16795"/>
                  </a:lnTo>
                  <a:lnTo>
                    <a:pt x="83640" y="92"/>
                  </a:lnTo>
                  <a:cubicBezTo>
                    <a:pt x="74446" y="447"/>
                    <a:pt x="52167" y="1158"/>
                    <a:pt x="40851" y="1158"/>
                  </a:cubicBezTo>
                  <a:cubicBezTo>
                    <a:pt x="29534" y="1158"/>
                    <a:pt x="13621" y="447"/>
                    <a:pt x="1951" y="92"/>
                  </a:cubicBezTo>
                  <a:lnTo>
                    <a:pt x="1951" y="16795"/>
                  </a:lnTo>
                  <a:lnTo>
                    <a:pt x="27059" y="16795"/>
                  </a:lnTo>
                  <a:lnTo>
                    <a:pt x="82226" y="82184"/>
                  </a:lnTo>
                  <a:lnTo>
                    <a:pt x="35900" y="134425"/>
                  </a:lnTo>
                  <a:cubicBezTo>
                    <a:pt x="29888" y="141177"/>
                    <a:pt x="17157" y="141177"/>
                    <a:pt x="183" y="141177"/>
                  </a:cubicBezTo>
                  <a:lnTo>
                    <a:pt x="183" y="157880"/>
                  </a:lnTo>
                  <a:cubicBezTo>
                    <a:pt x="12560" y="157169"/>
                    <a:pt x="30949" y="156814"/>
                    <a:pt x="32717" y="156814"/>
                  </a:cubicBezTo>
                  <a:cubicBezTo>
                    <a:pt x="41558" y="156814"/>
                    <a:pt x="62069" y="157525"/>
                    <a:pt x="69141" y="157880"/>
                  </a:cubicBezTo>
                  <a:lnTo>
                    <a:pt x="69141" y="141177"/>
                  </a:lnTo>
                  <a:cubicBezTo>
                    <a:pt x="62776" y="141177"/>
                    <a:pt x="56057" y="139400"/>
                    <a:pt x="56057" y="137268"/>
                  </a:cubicBezTo>
                  <a:cubicBezTo>
                    <a:pt x="56057" y="136913"/>
                    <a:pt x="56057" y="136557"/>
                    <a:pt x="58532" y="133714"/>
                  </a:cubicBezTo>
                  <a:lnTo>
                    <a:pt x="92835" y="94978"/>
                  </a:lnTo>
                  <a:lnTo>
                    <a:pt x="131735" y="141177"/>
                  </a:lnTo>
                  <a:lnTo>
                    <a:pt x="117943" y="141177"/>
                  </a:lnTo>
                  <a:lnTo>
                    <a:pt x="117943" y="157880"/>
                  </a:lnTo>
                  <a:cubicBezTo>
                    <a:pt x="127137" y="157525"/>
                    <a:pt x="148709" y="156814"/>
                    <a:pt x="160379" y="156814"/>
                  </a:cubicBezTo>
                  <a:cubicBezTo>
                    <a:pt x="171695" y="156814"/>
                    <a:pt x="187609" y="157525"/>
                    <a:pt x="199279" y="157880"/>
                  </a:cubicBezTo>
                  <a:lnTo>
                    <a:pt x="199279" y="141177"/>
                  </a:lnTo>
                  <a:lnTo>
                    <a:pt x="174171" y="141177"/>
                  </a:lnTo>
                  <a:lnTo>
                    <a:pt x="114760" y="70457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AC86A8C4-A4B5-E04A-7089-481F33975254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4622531" y="4032697"/>
              <a:ext cx="235166" cy="83158"/>
            </a:xfrm>
            <a:custGeom>
              <a:avLst/>
              <a:gdLst>
                <a:gd name="connsiteX0" fmla="*/ 223335 w 235166"/>
                <a:gd name="connsiteY0" fmla="*/ 14307 h 83158"/>
                <a:gd name="connsiteX1" fmla="*/ 235358 w 235166"/>
                <a:gd name="connsiteY1" fmla="*/ 7200 h 83158"/>
                <a:gd name="connsiteX2" fmla="*/ 223688 w 235166"/>
                <a:gd name="connsiteY2" fmla="*/ 92 h 83158"/>
                <a:gd name="connsiteX3" fmla="*/ 11862 w 235166"/>
                <a:gd name="connsiteY3" fmla="*/ 92 h 83158"/>
                <a:gd name="connsiteX4" fmla="*/ 192 w 235166"/>
                <a:gd name="connsiteY4" fmla="*/ 7200 h 83158"/>
                <a:gd name="connsiteX5" fmla="*/ 12215 w 235166"/>
                <a:gd name="connsiteY5" fmla="*/ 14307 h 83158"/>
                <a:gd name="connsiteX6" fmla="*/ 223335 w 235166"/>
                <a:gd name="connsiteY6" fmla="*/ 14307 h 83158"/>
                <a:gd name="connsiteX7" fmla="*/ 223688 w 235166"/>
                <a:gd name="connsiteY7" fmla="*/ 83251 h 83158"/>
                <a:gd name="connsiteX8" fmla="*/ 235358 w 235166"/>
                <a:gd name="connsiteY8" fmla="*/ 76143 h 83158"/>
                <a:gd name="connsiteX9" fmla="*/ 223335 w 235166"/>
                <a:gd name="connsiteY9" fmla="*/ 69035 h 83158"/>
                <a:gd name="connsiteX10" fmla="*/ 12215 w 235166"/>
                <a:gd name="connsiteY10" fmla="*/ 69035 h 83158"/>
                <a:gd name="connsiteX11" fmla="*/ 192 w 235166"/>
                <a:gd name="connsiteY11" fmla="*/ 76143 h 83158"/>
                <a:gd name="connsiteX12" fmla="*/ 11862 w 235166"/>
                <a:gd name="connsiteY12" fmla="*/ 83251 h 83158"/>
                <a:gd name="connsiteX13" fmla="*/ 223688 w 235166"/>
                <a:gd name="connsiteY13" fmla="*/ 83251 h 83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166" h="83158">
                  <a:moveTo>
                    <a:pt x="223335" y="14307"/>
                  </a:moveTo>
                  <a:cubicBezTo>
                    <a:pt x="228639" y="14307"/>
                    <a:pt x="235358" y="14307"/>
                    <a:pt x="235358" y="7200"/>
                  </a:cubicBezTo>
                  <a:cubicBezTo>
                    <a:pt x="235358" y="92"/>
                    <a:pt x="228639" y="92"/>
                    <a:pt x="223688" y="92"/>
                  </a:cubicBezTo>
                  <a:lnTo>
                    <a:pt x="11862" y="92"/>
                  </a:lnTo>
                  <a:cubicBezTo>
                    <a:pt x="6911" y="92"/>
                    <a:pt x="192" y="92"/>
                    <a:pt x="192" y="7200"/>
                  </a:cubicBezTo>
                  <a:cubicBezTo>
                    <a:pt x="192" y="14307"/>
                    <a:pt x="6911" y="14307"/>
                    <a:pt x="12215" y="14307"/>
                  </a:cubicBezTo>
                  <a:lnTo>
                    <a:pt x="223335" y="14307"/>
                  </a:lnTo>
                  <a:close/>
                  <a:moveTo>
                    <a:pt x="223688" y="83251"/>
                  </a:moveTo>
                  <a:cubicBezTo>
                    <a:pt x="228639" y="83251"/>
                    <a:pt x="235358" y="83251"/>
                    <a:pt x="235358" y="76143"/>
                  </a:cubicBezTo>
                  <a:cubicBezTo>
                    <a:pt x="235358" y="69035"/>
                    <a:pt x="228639" y="69035"/>
                    <a:pt x="223335" y="69035"/>
                  </a:cubicBezTo>
                  <a:lnTo>
                    <a:pt x="12215" y="69035"/>
                  </a:lnTo>
                  <a:cubicBezTo>
                    <a:pt x="6911" y="69035"/>
                    <a:pt x="192" y="69035"/>
                    <a:pt x="192" y="76143"/>
                  </a:cubicBezTo>
                  <a:cubicBezTo>
                    <a:pt x="192" y="83251"/>
                    <a:pt x="6911" y="83251"/>
                    <a:pt x="11862" y="83251"/>
                  </a:cubicBezTo>
                  <a:lnTo>
                    <a:pt x="223688" y="83251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A3EAF33-5497-65B7-7ACF-6B70368B1FA5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5059125" y="3686022"/>
              <a:ext cx="116699" cy="236682"/>
            </a:xfrm>
            <a:custGeom>
              <a:avLst/>
              <a:gdLst>
                <a:gd name="connsiteX0" fmla="*/ 72699 w 116699"/>
                <a:gd name="connsiteY0" fmla="*/ 9325 h 236682"/>
                <a:gd name="connsiteX1" fmla="*/ 64565 w 116699"/>
                <a:gd name="connsiteY1" fmla="*/ 85 h 236682"/>
                <a:gd name="connsiteX2" fmla="*/ 204 w 116699"/>
                <a:gd name="connsiteY2" fmla="*/ 22829 h 236682"/>
                <a:gd name="connsiteX3" fmla="*/ 204 w 116699"/>
                <a:gd name="connsiteY3" fmla="*/ 33846 h 236682"/>
                <a:gd name="connsiteX4" fmla="*/ 46530 w 116699"/>
                <a:gd name="connsiteY4" fmla="*/ 24606 h 236682"/>
                <a:gd name="connsiteX5" fmla="*/ 46530 w 116699"/>
                <a:gd name="connsiteY5" fmla="*/ 208692 h 236682"/>
                <a:gd name="connsiteX6" fmla="*/ 13642 w 116699"/>
                <a:gd name="connsiteY6" fmla="*/ 225751 h 236682"/>
                <a:gd name="connsiteX7" fmla="*/ 2325 w 116699"/>
                <a:gd name="connsiteY7" fmla="*/ 225751 h 236682"/>
                <a:gd name="connsiteX8" fmla="*/ 2325 w 116699"/>
                <a:gd name="connsiteY8" fmla="*/ 236767 h 236682"/>
                <a:gd name="connsiteX9" fmla="*/ 59614 w 116699"/>
                <a:gd name="connsiteY9" fmla="*/ 235701 h 236682"/>
                <a:gd name="connsiteX10" fmla="*/ 116903 w 116699"/>
                <a:gd name="connsiteY10" fmla="*/ 236767 h 236682"/>
                <a:gd name="connsiteX11" fmla="*/ 116903 w 116699"/>
                <a:gd name="connsiteY11" fmla="*/ 225751 h 236682"/>
                <a:gd name="connsiteX12" fmla="*/ 105587 w 116699"/>
                <a:gd name="connsiteY12" fmla="*/ 225751 h 236682"/>
                <a:gd name="connsiteX13" fmla="*/ 72699 w 116699"/>
                <a:gd name="connsiteY13" fmla="*/ 208692 h 236682"/>
                <a:gd name="connsiteX14" fmla="*/ 72699 w 116699"/>
                <a:gd name="connsiteY14" fmla="*/ 9325 h 236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6699" h="236682">
                  <a:moveTo>
                    <a:pt x="72699" y="9325"/>
                  </a:moveTo>
                  <a:cubicBezTo>
                    <a:pt x="72699" y="796"/>
                    <a:pt x="72699" y="85"/>
                    <a:pt x="64565" y="85"/>
                  </a:cubicBezTo>
                  <a:cubicBezTo>
                    <a:pt x="42640" y="22829"/>
                    <a:pt x="11520" y="22829"/>
                    <a:pt x="204" y="22829"/>
                  </a:cubicBezTo>
                  <a:lnTo>
                    <a:pt x="204" y="33846"/>
                  </a:lnTo>
                  <a:cubicBezTo>
                    <a:pt x="7276" y="33846"/>
                    <a:pt x="28141" y="33846"/>
                    <a:pt x="46530" y="24606"/>
                  </a:cubicBezTo>
                  <a:lnTo>
                    <a:pt x="46530" y="208692"/>
                  </a:lnTo>
                  <a:cubicBezTo>
                    <a:pt x="46530" y="221486"/>
                    <a:pt x="45469" y="225751"/>
                    <a:pt x="13642" y="225751"/>
                  </a:cubicBezTo>
                  <a:lnTo>
                    <a:pt x="2325" y="225751"/>
                  </a:lnTo>
                  <a:lnTo>
                    <a:pt x="2325" y="236767"/>
                  </a:lnTo>
                  <a:cubicBezTo>
                    <a:pt x="14703" y="235701"/>
                    <a:pt x="45469" y="235701"/>
                    <a:pt x="59614" y="235701"/>
                  </a:cubicBezTo>
                  <a:cubicBezTo>
                    <a:pt x="73760" y="235701"/>
                    <a:pt x="104526" y="235701"/>
                    <a:pt x="116903" y="236767"/>
                  </a:cubicBezTo>
                  <a:lnTo>
                    <a:pt x="116903" y="225751"/>
                  </a:lnTo>
                  <a:lnTo>
                    <a:pt x="105587" y="225751"/>
                  </a:lnTo>
                  <a:cubicBezTo>
                    <a:pt x="73759" y="225751"/>
                    <a:pt x="72699" y="221841"/>
                    <a:pt x="72699" y="208692"/>
                  </a:cubicBezTo>
                  <a:lnTo>
                    <a:pt x="72699" y="9325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D3F7F0F7-4A6E-CD17-3A04-420C1FB7840C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5018442" y="4067169"/>
              <a:ext cx="195235" cy="14214"/>
            </a:xfrm>
            <a:custGeom>
              <a:avLst/>
              <a:gdLst>
                <a:gd name="connsiteX0" fmla="*/ 0 w 195235"/>
                <a:gd name="connsiteY0" fmla="*/ 0 h 14214"/>
                <a:gd name="connsiteX1" fmla="*/ 195236 w 195235"/>
                <a:gd name="connsiteY1" fmla="*/ 0 h 14214"/>
                <a:gd name="connsiteX2" fmla="*/ 195236 w 195235"/>
                <a:gd name="connsiteY2" fmla="*/ 14214 h 14214"/>
                <a:gd name="connsiteX3" fmla="*/ 0 w 195235"/>
                <a:gd name="connsiteY3" fmla="*/ 14214 h 14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5235" h="14214">
                  <a:moveTo>
                    <a:pt x="0" y="0"/>
                  </a:moveTo>
                  <a:lnTo>
                    <a:pt x="195236" y="0"/>
                  </a:lnTo>
                  <a:lnTo>
                    <a:pt x="195236" y="14214"/>
                  </a:lnTo>
                  <a:lnTo>
                    <a:pt x="0" y="14214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55B27109-DB1F-3891-7A0B-915618F81A47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5037892" y="4160260"/>
              <a:ext cx="160196" cy="250541"/>
            </a:xfrm>
            <a:custGeom>
              <a:avLst/>
              <a:gdLst>
                <a:gd name="connsiteX0" fmla="*/ 82246 w 160196"/>
                <a:gd name="connsiteY0" fmla="*/ 4008 h 250541"/>
                <a:gd name="connsiteX1" fmla="*/ 77649 w 160196"/>
                <a:gd name="connsiteY1" fmla="*/ 99 h 250541"/>
                <a:gd name="connsiteX2" fmla="*/ 34506 w 160196"/>
                <a:gd name="connsiteY2" fmla="*/ 3653 h 250541"/>
                <a:gd name="connsiteX3" fmla="*/ 27787 w 160196"/>
                <a:gd name="connsiteY3" fmla="*/ 10760 h 250541"/>
                <a:gd name="connsiteX4" fmla="*/ 36274 w 160196"/>
                <a:gd name="connsiteY4" fmla="*/ 15025 h 250541"/>
                <a:gd name="connsiteX5" fmla="*/ 53956 w 160196"/>
                <a:gd name="connsiteY5" fmla="*/ 21066 h 250541"/>
                <a:gd name="connsiteX6" fmla="*/ 52895 w 160196"/>
                <a:gd name="connsiteY6" fmla="*/ 28174 h 250541"/>
                <a:gd name="connsiteX7" fmla="*/ 1618 w 160196"/>
                <a:gd name="connsiteY7" fmla="*/ 232872 h 250541"/>
                <a:gd name="connsiteX8" fmla="*/ 203 w 160196"/>
                <a:gd name="connsiteY8" fmla="*/ 240690 h 250541"/>
                <a:gd name="connsiteX9" fmla="*/ 10459 w 160196"/>
                <a:gd name="connsiteY9" fmla="*/ 250641 h 250541"/>
                <a:gd name="connsiteX10" fmla="*/ 22482 w 160196"/>
                <a:gd name="connsiteY10" fmla="*/ 243178 h 250541"/>
                <a:gd name="connsiteX11" fmla="*/ 42286 w 160196"/>
                <a:gd name="connsiteY11" fmla="*/ 165350 h 250541"/>
                <a:gd name="connsiteX12" fmla="*/ 83307 w 160196"/>
                <a:gd name="connsiteY12" fmla="*/ 195557 h 250541"/>
                <a:gd name="connsiteX13" fmla="*/ 82246 w 160196"/>
                <a:gd name="connsiteY13" fmla="*/ 203020 h 250541"/>
                <a:gd name="connsiteX14" fmla="*/ 80832 w 160196"/>
                <a:gd name="connsiteY14" fmla="*/ 215458 h 250541"/>
                <a:gd name="connsiteX15" fmla="*/ 113366 w 160196"/>
                <a:gd name="connsiteY15" fmla="*/ 250641 h 250541"/>
                <a:gd name="connsiteX16" fmla="*/ 141303 w 160196"/>
                <a:gd name="connsiteY16" fmla="*/ 231806 h 250541"/>
                <a:gd name="connsiteX17" fmla="*/ 154034 w 160196"/>
                <a:gd name="connsiteY17" fmla="*/ 195912 h 250541"/>
                <a:gd name="connsiteX18" fmla="*/ 149791 w 160196"/>
                <a:gd name="connsiteY18" fmla="*/ 192359 h 250541"/>
                <a:gd name="connsiteX19" fmla="*/ 144840 w 160196"/>
                <a:gd name="connsiteY19" fmla="*/ 198755 h 250541"/>
                <a:gd name="connsiteX20" fmla="*/ 114074 w 160196"/>
                <a:gd name="connsiteY20" fmla="*/ 242822 h 250541"/>
                <a:gd name="connsiteX21" fmla="*/ 102757 w 160196"/>
                <a:gd name="connsiteY21" fmla="*/ 226120 h 250541"/>
                <a:gd name="connsiteX22" fmla="*/ 105586 w 160196"/>
                <a:gd name="connsiteY22" fmla="*/ 206218 h 250541"/>
                <a:gd name="connsiteX23" fmla="*/ 107001 w 160196"/>
                <a:gd name="connsiteY23" fmla="*/ 195202 h 250541"/>
                <a:gd name="connsiteX24" fmla="*/ 54663 w 160196"/>
                <a:gd name="connsiteY24" fmla="*/ 157887 h 250541"/>
                <a:gd name="connsiteX25" fmla="*/ 85076 w 160196"/>
                <a:gd name="connsiteY25" fmla="*/ 131589 h 250541"/>
                <a:gd name="connsiteX26" fmla="*/ 135645 w 160196"/>
                <a:gd name="connsiteY26" fmla="*/ 97473 h 250541"/>
                <a:gd name="connsiteX27" fmla="*/ 138828 w 160196"/>
                <a:gd name="connsiteY27" fmla="*/ 97828 h 250541"/>
                <a:gd name="connsiteX28" fmla="*/ 146254 w 160196"/>
                <a:gd name="connsiteY28" fmla="*/ 100671 h 250541"/>
                <a:gd name="connsiteX29" fmla="*/ 147669 w 160196"/>
                <a:gd name="connsiteY29" fmla="*/ 102092 h 250541"/>
                <a:gd name="connsiteX30" fmla="*/ 127512 w 160196"/>
                <a:gd name="connsiteY30" fmla="*/ 121283 h 250541"/>
                <a:gd name="connsiteX31" fmla="*/ 140950 w 160196"/>
                <a:gd name="connsiteY31" fmla="*/ 133721 h 250541"/>
                <a:gd name="connsiteX32" fmla="*/ 160400 w 160196"/>
                <a:gd name="connsiteY32" fmla="*/ 112043 h 250541"/>
                <a:gd name="connsiteX33" fmla="*/ 136352 w 160196"/>
                <a:gd name="connsiteY33" fmla="*/ 89654 h 250541"/>
                <a:gd name="connsiteX34" fmla="*/ 84722 w 160196"/>
                <a:gd name="connsiteY34" fmla="*/ 120928 h 250541"/>
                <a:gd name="connsiteX35" fmla="*/ 45469 w 160196"/>
                <a:gd name="connsiteY35" fmla="*/ 153978 h 250541"/>
                <a:gd name="connsiteX36" fmla="*/ 82246 w 160196"/>
                <a:gd name="connsiteY36" fmla="*/ 4008 h 250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60196" h="250541">
                  <a:moveTo>
                    <a:pt x="82246" y="4008"/>
                  </a:moveTo>
                  <a:cubicBezTo>
                    <a:pt x="82246" y="3653"/>
                    <a:pt x="82246" y="99"/>
                    <a:pt x="77649" y="99"/>
                  </a:cubicBezTo>
                  <a:cubicBezTo>
                    <a:pt x="69516" y="99"/>
                    <a:pt x="43700" y="2942"/>
                    <a:pt x="34506" y="3653"/>
                  </a:cubicBezTo>
                  <a:cubicBezTo>
                    <a:pt x="31677" y="4008"/>
                    <a:pt x="27787" y="4363"/>
                    <a:pt x="27787" y="10760"/>
                  </a:cubicBezTo>
                  <a:cubicBezTo>
                    <a:pt x="27787" y="15025"/>
                    <a:pt x="30970" y="15025"/>
                    <a:pt x="36274" y="15025"/>
                  </a:cubicBezTo>
                  <a:cubicBezTo>
                    <a:pt x="53248" y="15025"/>
                    <a:pt x="53956" y="17512"/>
                    <a:pt x="53956" y="21066"/>
                  </a:cubicBezTo>
                  <a:lnTo>
                    <a:pt x="52895" y="28174"/>
                  </a:lnTo>
                  <a:lnTo>
                    <a:pt x="1618" y="232872"/>
                  </a:lnTo>
                  <a:cubicBezTo>
                    <a:pt x="203" y="237847"/>
                    <a:pt x="203" y="238558"/>
                    <a:pt x="203" y="240690"/>
                  </a:cubicBezTo>
                  <a:cubicBezTo>
                    <a:pt x="203" y="248864"/>
                    <a:pt x="7276" y="250641"/>
                    <a:pt x="10459" y="250641"/>
                  </a:cubicBezTo>
                  <a:cubicBezTo>
                    <a:pt x="15056" y="250641"/>
                    <a:pt x="20361" y="247442"/>
                    <a:pt x="22482" y="243178"/>
                  </a:cubicBezTo>
                  <a:cubicBezTo>
                    <a:pt x="24250" y="239979"/>
                    <a:pt x="40164" y="174234"/>
                    <a:pt x="42286" y="165350"/>
                  </a:cubicBezTo>
                  <a:cubicBezTo>
                    <a:pt x="54309" y="166416"/>
                    <a:pt x="83307" y="172102"/>
                    <a:pt x="83307" y="195557"/>
                  </a:cubicBezTo>
                  <a:cubicBezTo>
                    <a:pt x="83307" y="198045"/>
                    <a:pt x="83307" y="199466"/>
                    <a:pt x="82246" y="203020"/>
                  </a:cubicBezTo>
                  <a:cubicBezTo>
                    <a:pt x="81539" y="207284"/>
                    <a:pt x="80832" y="211549"/>
                    <a:pt x="80832" y="215458"/>
                  </a:cubicBezTo>
                  <a:cubicBezTo>
                    <a:pt x="80832" y="236426"/>
                    <a:pt x="94977" y="250641"/>
                    <a:pt x="113366" y="250641"/>
                  </a:cubicBezTo>
                  <a:cubicBezTo>
                    <a:pt x="123975" y="250641"/>
                    <a:pt x="133523" y="244955"/>
                    <a:pt x="141303" y="231806"/>
                  </a:cubicBezTo>
                  <a:cubicBezTo>
                    <a:pt x="150144" y="216169"/>
                    <a:pt x="154034" y="196623"/>
                    <a:pt x="154034" y="195912"/>
                  </a:cubicBezTo>
                  <a:cubicBezTo>
                    <a:pt x="154034" y="192359"/>
                    <a:pt x="150851" y="192359"/>
                    <a:pt x="149791" y="192359"/>
                  </a:cubicBezTo>
                  <a:cubicBezTo>
                    <a:pt x="146254" y="192359"/>
                    <a:pt x="145901" y="193780"/>
                    <a:pt x="144840" y="198755"/>
                  </a:cubicBezTo>
                  <a:cubicBezTo>
                    <a:pt x="137767" y="224698"/>
                    <a:pt x="129633" y="242822"/>
                    <a:pt x="114074" y="242822"/>
                  </a:cubicBezTo>
                  <a:cubicBezTo>
                    <a:pt x="107354" y="242822"/>
                    <a:pt x="102757" y="238913"/>
                    <a:pt x="102757" y="226120"/>
                  </a:cubicBezTo>
                  <a:cubicBezTo>
                    <a:pt x="102757" y="220078"/>
                    <a:pt x="104172" y="211904"/>
                    <a:pt x="105586" y="206218"/>
                  </a:cubicBezTo>
                  <a:cubicBezTo>
                    <a:pt x="107001" y="200177"/>
                    <a:pt x="107001" y="198755"/>
                    <a:pt x="107001" y="195202"/>
                  </a:cubicBezTo>
                  <a:cubicBezTo>
                    <a:pt x="107001" y="172102"/>
                    <a:pt x="84722" y="161796"/>
                    <a:pt x="54663" y="157887"/>
                  </a:cubicBezTo>
                  <a:cubicBezTo>
                    <a:pt x="65626" y="151490"/>
                    <a:pt x="76942" y="140118"/>
                    <a:pt x="85076" y="131589"/>
                  </a:cubicBezTo>
                  <a:cubicBezTo>
                    <a:pt x="102050" y="112754"/>
                    <a:pt x="118317" y="97473"/>
                    <a:pt x="135645" y="97473"/>
                  </a:cubicBezTo>
                  <a:cubicBezTo>
                    <a:pt x="137767" y="97473"/>
                    <a:pt x="138121" y="97473"/>
                    <a:pt x="138828" y="97828"/>
                  </a:cubicBezTo>
                  <a:cubicBezTo>
                    <a:pt x="143072" y="98539"/>
                    <a:pt x="143425" y="98539"/>
                    <a:pt x="146254" y="100671"/>
                  </a:cubicBezTo>
                  <a:cubicBezTo>
                    <a:pt x="146961" y="101026"/>
                    <a:pt x="146961" y="101382"/>
                    <a:pt x="147669" y="102092"/>
                  </a:cubicBezTo>
                  <a:cubicBezTo>
                    <a:pt x="130694" y="103159"/>
                    <a:pt x="127512" y="117018"/>
                    <a:pt x="127512" y="121283"/>
                  </a:cubicBezTo>
                  <a:cubicBezTo>
                    <a:pt x="127512" y="126969"/>
                    <a:pt x="131402" y="133721"/>
                    <a:pt x="140950" y="133721"/>
                  </a:cubicBezTo>
                  <a:cubicBezTo>
                    <a:pt x="150144" y="133721"/>
                    <a:pt x="160400" y="125903"/>
                    <a:pt x="160400" y="112043"/>
                  </a:cubicBezTo>
                  <a:cubicBezTo>
                    <a:pt x="160400" y="101382"/>
                    <a:pt x="152266" y="89654"/>
                    <a:pt x="136352" y="89654"/>
                  </a:cubicBezTo>
                  <a:cubicBezTo>
                    <a:pt x="126451" y="89654"/>
                    <a:pt x="110184" y="92497"/>
                    <a:pt x="84722" y="120928"/>
                  </a:cubicBezTo>
                  <a:cubicBezTo>
                    <a:pt x="72698" y="134432"/>
                    <a:pt x="58907" y="148647"/>
                    <a:pt x="45469" y="153978"/>
                  </a:cubicBezTo>
                  <a:lnTo>
                    <a:pt x="82246" y="4008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B2292E46-1993-17B3-37E8-8D4ED3EBDEE7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5510865" y="3546253"/>
              <a:ext cx="121791" cy="175130"/>
            </a:xfrm>
            <a:custGeom>
              <a:avLst/>
              <a:gdLst>
                <a:gd name="connsiteX0" fmla="*/ 59132 w 121791"/>
                <a:gd name="connsiteY0" fmla="*/ 7543 h 175130"/>
                <a:gd name="connsiteX1" fmla="*/ 60122 w 121791"/>
                <a:gd name="connsiteY1" fmla="*/ 3562 h 175130"/>
                <a:gd name="connsiteX2" fmla="*/ 56162 w 121791"/>
                <a:gd name="connsiteY2" fmla="*/ 80 h 175130"/>
                <a:gd name="connsiteX3" fmla="*/ 24476 w 121791"/>
                <a:gd name="connsiteY3" fmla="*/ 2567 h 175130"/>
                <a:gd name="connsiteX4" fmla="*/ 19030 w 121791"/>
                <a:gd name="connsiteY4" fmla="*/ 8289 h 175130"/>
                <a:gd name="connsiteX5" fmla="*/ 25466 w 121791"/>
                <a:gd name="connsiteY5" fmla="*/ 11772 h 175130"/>
                <a:gd name="connsiteX6" fmla="*/ 37348 w 121791"/>
                <a:gd name="connsiteY6" fmla="*/ 15503 h 175130"/>
                <a:gd name="connsiteX7" fmla="*/ 36358 w 121791"/>
                <a:gd name="connsiteY7" fmla="*/ 20976 h 175130"/>
                <a:gd name="connsiteX8" fmla="*/ 1454 w 121791"/>
                <a:gd name="connsiteY8" fmla="*/ 161777 h 175130"/>
                <a:gd name="connsiteX9" fmla="*/ 217 w 121791"/>
                <a:gd name="connsiteY9" fmla="*/ 167250 h 175130"/>
                <a:gd name="connsiteX10" fmla="*/ 8633 w 121791"/>
                <a:gd name="connsiteY10" fmla="*/ 175210 h 175130"/>
                <a:gd name="connsiteX11" fmla="*/ 20020 w 121791"/>
                <a:gd name="connsiteY11" fmla="*/ 164762 h 175130"/>
                <a:gd name="connsiteX12" fmla="*/ 32150 w 121791"/>
                <a:gd name="connsiteY12" fmla="*/ 116502 h 175130"/>
                <a:gd name="connsiteX13" fmla="*/ 63835 w 121791"/>
                <a:gd name="connsiteY13" fmla="*/ 136900 h 175130"/>
                <a:gd name="connsiteX14" fmla="*/ 63340 w 121791"/>
                <a:gd name="connsiteY14" fmla="*/ 141876 h 175130"/>
                <a:gd name="connsiteX15" fmla="*/ 62350 w 121791"/>
                <a:gd name="connsiteY15" fmla="*/ 149587 h 175130"/>
                <a:gd name="connsiteX16" fmla="*/ 88590 w 121791"/>
                <a:gd name="connsiteY16" fmla="*/ 175210 h 175130"/>
                <a:gd name="connsiteX17" fmla="*/ 120028 w 121791"/>
                <a:gd name="connsiteY17" fmla="*/ 137149 h 175130"/>
                <a:gd name="connsiteX18" fmla="*/ 116067 w 121791"/>
                <a:gd name="connsiteY18" fmla="*/ 133915 h 175130"/>
                <a:gd name="connsiteX19" fmla="*/ 111116 w 121791"/>
                <a:gd name="connsiteY19" fmla="*/ 139885 h 175130"/>
                <a:gd name="connsiteX20" fmla="*/ 89332 w 121791"/>
                <a:gd name="connsiteY20" fmla="*/ 168245 h 175130"/>
                <a:gd name="connsiteX21" fmla="*/ 80668 w 121791"/>
                <a:gd name="connsiteY21" fmla="*/ 155309 h 175130"/>
                <a:gd name="connsiteX22" fmla="*/ 82154 w 121791"/>
                <a:gd name="connsiteY22" fmla="*/ 144114 h 175130"/>
                <a:gd name="connsiteX23" fmla="*/ 83391 w 121791"/>
                <a:gd name="connsiteY23" fmla="*/ 136403 h 175130"/>
                <a:gd name="connsiteX24" fmla="*/ 43289 w 121791"/>
                <a:gd name="connsiteY24" fmla="*/ 110034 h 175130"/>
                <a:gd name="connsiteX25" fmla="*/ 63835 w 121791"/>
                <a:gd name="connsiteY25" fmla="*/ 93615 h 175130"/>
                <a:gd name="connsiteX26" fmla="*/ 102700 w 121791"/>
                <a:gd name="connsiteY26" fmla="*/ 69983 h 175130"/>
                <a:gd name="connsiteX27" fmla="*/ 110869 w 121791"/>
                <a:gd name="connsiteY27" fmla="*/ 73216 h 175130"/>
                <a:gd name="connsiteX28" fmla="*/ 97997 w 121791"/>
                <a:gd name="connsiteY28" fmla="*/ 87147 h 175130"/>
                <a:gd name="connsiteX29" fmla="*/ 107898 w 121791"/>
                <a:gd name="connsiteY29" fmla="*/ 96352 h 175130"/>
                <a:gd name="connsiteX30" fmla="*/ 122008 w 121791"/>
                <a:gd name="connsiteY30" fmla="*/ 80431 h 175130"/>
                <a:gd name="connsiteX31" fmla="*/ 102947 w 121791"/>
                <a:gd name="connsiteY31" fmla="*/ 63017 h 175130"/>
                <a:gd name="connsiteX32" fmla="*/ 63340 w 121791"/>
                <a:gd name="connsiteY32" fmla="*/ 84908 h 175130"/>
                <a:gd name="connsiteX33" fmla="*/ 34625 w 121791"/>
                <a:gd name="connsiteY33" fmla="*/ 106800 h 175130"/>
                <a:gd name="connsiteX34" fmla="*/ 59132 w 121791"/>
                <a:gd name="connsiteY34" fmla="*/ 7543 h 175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791" h="175130">
                  <a:moveTo>
                    <a:pt x="59132" y="7543"/>
                  </a:moveTo>
                  <a:cubicBezTo>
                    <a:pt x="59380" y="7045"/>
                    <a:pt x="60122" y="3811"/>
                    <a:pt x="60122" y="3562"/>
                  </a:cubicBezTo>
                  <a:cubicBezTo>
                    <a:pt x="60122" y="2318"/>
                    <a:pt x="59132" y="80"/>
                    <a:pt x="56162" y="80"/>
                  </a:cubicBezTo>
                  <a:cubicBezTo>
                    <a:pt x="51211" y="80"/>
                    <a:pt x="30665" y="2070"/>
                    <a:pt x="24476" y="2567"/>
                  </a:cubicBezTo>
                  <a:cubicBezTo>
                    <a:pt x="22496" y="2816"/>
                    <a:pt x="19030" y="3065"/>
                    <a:pt x="19030" y="8289"/>
                  </a:cubicBezTo>
                  <a:cubicBezTo>
                    <a:pt x="19030" y="11772"/>
                    <a:pt x="22496" y="11772"/>
                    <a:pt x="25466" y="11772"/>
                  </a:cubicBezTo>
                  <a:cubicBezTo>
                    <a:pt x="37348" y="11772"/>
                    <a:pt x="37348" y="13513"/>
                    <a:pt x="37348" y="15503"/>
                  </a:cubicBezTo>
                  <a:cubicBezTo>
                    <a:pt x="37348" y="17244"/>
                    <a:pt x="36853" y="18737"/>
                    <a:pt x="36358" y="20976"/>
                  </a:cubicBezTo>
                  <a:lnTo>
                    <a:pt x="1454" y="161777"/>
                  </a:lnTo>
                  <a:cubicBezTo>
                    <a:pt x="217" y="166255"/>
                    <a:pt x="217" y="166752"/>
                    <a:pt x="217" y="167250"/>
                  </a:cubicBezTo>
                  <a:cubicBezTo>
                    <a:pt x="217" y="170981"/>
                    <a:pt x="3187" y="175210"/>
                    <a:pt x="8633" y="175210"/>
                  </a:cubicBezTo>
                  <a:cubicBezTo>
                    <a:pt x="15317" y="175210"/>
                    <a:pt x="18535" y="170235"/>
                    <a:pt x="20020" y="164762"/>
                  </a:cubicBezTo>
                  <a:cubicBezTo>
                    <a:pt x="20515" y="163767"/>
                    <a:pt x="31160" y="119984"/>
                    <a:pt x="32150" y="116502"/>
                  </a:cubicBezTo>
                  <a:cubicBezTo>
                    <a:pt x="49725" y="118243"/>
                    <a:pt x="63835" y="123965"/>
                    <a:pt x="63835" y="136900"/>
                  </a:cubicBezTo>
                  <a:cubicBezTo>
                    <a:pt x="63835" y="138144"/>
                    <a:pt x="63835" y="139388"/>
                    <a:pt x="63340" y="141876"/>
                  </a:cubicBezTo>
                  <a:cubicBezTo>
                    <a:pt x="62350" y="145607"/>
                    <a:pt x="62350" y="146851"/>
                    <a:pt x="62350" y="149587"/>
                  </a:cubicBezTo>
                  <a:cubicBezTo>
                    <a:pt x="62350" y="167250"/>
                    <a:pt x="76708" y="175210"/>
                    <a:pt x="88590" y="175210"/>
                  </a:cubicBezTo>
                  <a:cubicBezTo>
                    <a:pt x="112602" y="175210"/>
                    <a:pt x="120028" y="137398"/>
                    <a:pt x="120028" y="137149"/>
                  </a:cubicBezTo>
                  <a:cubicBezTo>
                    <a:pt x="120028" y="133915"/>
                    <a:pt x="116810" y="133915"/>
                    <a:pt x="116067" y="133915"/>
                  </a:cubicBezTo>
                  <a:cubicBezTo>
                    <a:pt x="112602" y="133915"/>
                    <a:pt x="112354" y="135159"/>
                    <a:pt x="111116" y="139885"/>
                  </a:cubicBezTo>
                  <a:cubicBezTo>
                    <a:pt x="108146" y="150582"/>
                    <a:pt x="101462" y="168245"/>
                    <a:pt x="89332" y="168245"/>
                  </a:cubicBezTo>
                  <a:cubicBezTo>
                    <a:pt x="82649" y="168245"/>
                    <a:pt x="80668" y="162026"/>
                    <a:pt x="80668" y="155309"/>
                  </a:cubicBezTo>
                  <a:cubicBezTo>
                    <a:pt x="80668" y="151080"/>
                    <a:pt x="80668" y="150582"/>
                    <a:pt x="82154" y="144114"/>
                  </a:cubicBezTo>
                  <a:cubicBezTo>
                    <a:pt x="82401" y="143368"/>
                    <a:pt x="83391" y="139139"/>
                    <a:pt x="83391" y="136403"/>
                  </a:cubicBezTo>
                  <a:cubicBezTo>
                    <a:pt x="83391" y="114263"/>
                    <a:pt x="53686" y="110780"/>
                    <a:pt x="43289" y="110034"/>
                  </a:cubicBezTo>
                  <a:cubicBezTo>
                    <a:pt x="50468" y="105556"/>
                    <a:pt x="59627" y="97347"/>
                    <a:pt x="63835" y="93615"/>
                  </a:cubicBezTo>
                  <a:cubicBezTo>
                    <a:pt x="76460" y="81674"/>
                    <a:pt x="88837" y="69983"/>
                    <a:pt x="102700" y="69983"/>
                  </a:cubicBezTo>
                  <a:cubicBezTo>
                    <a:pt x="105670" y="69983"/>
                    <a:pt x="108888" y="70729"/>
                    <a:pt x="110869" y="73216"/>
                  </a:cubicBezTo>
                  <a:cubicBezTo>
                    <a:pt x="100224" y="74958"/>
                    <a:pt x="97997" y="83416"/>
                    <a:pt x="97997" y="87147"/>
                  </a:cubicBezTo>
                  <a:cubicBezTo>
                    <a:pt x="97997" y="92620"/>
                    <a:pt x="102205" y="96352"/>
                    <a:pt x="107898" y="96352"/>
                  </a:cubicBezTo>
                  <a:cubicBezTo>
                    <a:pt x="114582" y="96352"/>
                    <a:pt x="122008" y="90879"/>
                    <a:pt x="122008" y="80431"/>
                  </a:cubicBezTo>
                  <a:cubicBezTo>
                    <a:pt x="122008" y="72221"/>
                    <a:pt x="116067" y="63017"/>
                    <a:pt x="102947" y="63017"/>
                  </a:cubicBezTo>
                  <a:cubicBezTo>
                    <a:pt x="88837" y="63017"/>
                    <a:pt x="75965" y="73216"/>
                    <a:pt x="63340" y="84908"/>
                  </a:cubicBezTo>
                  <a:cubicBezTo>
                    <a:pt x="52944" y="94859"/>
                    <a:pt x="44775" y="102571"/>
                    <a:pt x="34625" y="106800"/>
                  </a:cubicBezTo>
                  <a:lnTo>
                    <a:pt x="59132" y="7543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ED69272B-B77B-5D53-8CB0-5F06CCB1C690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5334855" y="3825509"/>
              <a:ext cx="470686" cy="497529"/>
            </a:xfrm>
            <a:custGeom>
              <a:avLst/>
              <a:gdLst>
                <a:gd name="connsiteX0" fmla="*/ 428109 w 470686"/>
                <a:gd name="connsiteY0" fmla="*/ 497612 h 497529"/>
                <a:gd name="connsiteX1" fmla="*/ 470899 w 470686"/>
                <a:gd name="connsiteY1" fmla="*/ 383891 h 497529"/>
                <a:gd name="connsiteX2" fmla="*/ 462058 w 470686"/>
                <a:gd name="connsiteY2" fmla="*/ 383891 h 497529"/>
                <a:gd name="connsiteX3" fmla="*/ 370113 w 470686"/>
                <a:gd name="connsiteY3" fmla="*/ 455678 h 497529"/>
                <a:gd name="connsiteX4" fmla="*/ 260133 w 470686"/>
                <a:gd name="connsiteY4" fmla="*/ 466694 h 497529"/>
                <a:gd name="connsiteX5" fmla="*/ 46891 w 470686"/>
                <a:gd name="connsiteY5" fmla="*/ 466694 h 497529"/>
                <a:gd name="connsiteX6" fmla="*/ 226891 w 470686"/>
                <a:gd name="connsiteY6" fmla="*/ 254534 h 497529"/>
                <a:gd name="connsiteX7" fmla="*/ 230074 w 470686"/>
                <a:gd name="connsiteY7" fmla="*/ 248847 h 497529"/>
                <a:gd name="connsiteX8" fmla="*/ 227598 w 470686"/>
                <a:gd name="connsiteY8" fmla="*/ 243517 h 497529"/>
                <a:gd name="connsiteX9" fmla="*/ 62805 w 470686"/>
                <a:gd name="connsiteY9" fmla="*/ 17141 h 497529"/>
                <a:gd name="connsiteX10" fmla="*/ 256596 w 470686"/>
                <a:gd name="connsiteY10" fmla="*/ 17141 h 497529"/>
                <a:gd name="connsiteX11" fmla="*/ 339347 w 470686"/>
                <a:gd name="connsiteY11" fmla="*/ 22827 h 497529"/>
                <a:gd name="connsiteX12" fmla="*/ 417146 w 470686"/>
                <a:gd name="connsiteY12" fmla="*/ 49480 h 497529"/>
                <a:gd name="connsiteX13" fmla="*/ 462058 w 470686"/>
                <a:gd name="connsiteY13" fmla="*/ 99944 h 497529"/>
                <a:gd name="connsiteX14" fmla="*/ 470899 w 470686"/>
                <a:gd name="connsiteY14" fmla="*/ 99944 h 497529"/>
                <a:gd name="connsiteX15" fmla="*/ 428109 w 470686"/>
                <a:gd name="connsiteY15" fmla="*/ 83 h 497529"/>
                <a:gd name="connsiteX16" fmla="*/ 10113 w 470686"/>
                <a:gd name="connsiteY16" fmla="*/ 83 h 497529"/>
                <a:gd name="connsiteX17" fmla="*/ 565 w 470686"/>
                <a:gd name="connsiteY17" fmla="*/ 2570 h 497529"/>
                <a:gd name="connsiteX18" fmla="*/ 212 w 470686"/>
                <a:gd name="connsiteY18" fmla="*/ 14298 h 497529"/>
                <a:gd name="connsiteX19" fmla="*/ 187284 w 470686"/>
                <a:gd name="connsiteY19" fmla="*/ 271592 h 497529"/>
                <a:gd name="connsiteX20" fmla="*/ 4102 w 470686"/>
                <a:gd name="connsiteY20" fmla="*/ 487306 h 497529"/>
                <a:gd name="connsiteX21" fmla="*/ 565 w 470686"/>
                <a:gd name="connsiteY21" fmla="*/ 493703 h 497529"/>
                <a:gd name="connsiteX22" fmla="*/ 10113 w 470686"/>
                <a:gd name="connsiteY22" fmla="*/ 497612 h 497529"/>
                <a:gd name="connsiteX23" fmla="*/ 428109 w 470686"/>
                <a:gd name="connsiteY23" fmla="*/ 497612 h 497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70686" h="497529">
                  <a:moveTo>
                    <a:pt x="428109" y="497612"/>
                  </a:moveTo>
                  <a:lnTo>
                    <a:pt x="470899" y="383891"/>
                  </a:lnTo>
                  <a:lnTo>
                    <a:pt x="462058" y="383891"/>
                  </a:lnTo>
                  <a:cubicBezTo>
                    <a:pt x="448266" y="420851"/>
                    <a:pt x="410781" y="445016"/>
                    <a:pt x="370113" y="455678"/>
                  </a:cubicBezTo>
                  <a:cubicBezTo>
                    <a:pt x="362687" y="457455"/>
                    <a:pt x="328030" y="466694"/>
                    <a:pt x="260133" y="466694"/>
                  </a:cubicBezTo>
                  <a:lnTo>
                    <a:pt x="46891" y="466694"/>
                  </a:lnTo>
                  <a:lnTo>
                    <a:pt x="226891" y="254534"/>
                  </a:lnTo>
                  <a:cubicBezTo>
                    <a:pt x="229367" y="251690"/>
                    <a:pt x="230074" y="250624"/>
                    <a:pt x="230074" y="248847"/>
                  </a:cubicBezTo>
                  <a:cubicBezTo>
                    <a:pt x="230074" y="248137"/>
                    <a:pt x="230074" y="247071"/>
                    <a:pt x="227598" y="243517"/>
                  </a:cubicBezTo>
                  <a:lnTo>
                    <a:pt x="62805" y="17141"/>
                  </a:lnTo>
                  <a:lnTo>
                    <a:pt x="256596" y="17141"/>
                  </a:lnTo>
                  <a:cubicBezTo>
                    <a:pt x="303983" y="17141"/>
                    <a:pt x="336164" y="22116"/>
                    <a:pt x="339347" y="22827"/>
                  </a:cubicBezTo>
                  <a:cubicBezTo>
                    <a:pt x="358443" y="25670"/>
                    <a:pt x="389209" y="31711"/>
                    <a:pt x="417146" y="49480"/>
                  </a:cubicBezTo>
                  <a:cubicBezTo>
                    <a:pt x="425987" y="55166"/>
                    <a:pt x="450034" y="71158"/>
                    <a:pt x="462058" y="99944"/>
                  </a:cubicBezTo>
                  <a:lnTo>
                    <a:pt x="470899" y="99944"/>
                  </a:lnTo>
                  <a:lnTo>
                    <a:pt x="428109" y="83"/>
                  </a:lnTo>
                  <a:lnTo>
                    <a:pt x="10113" y="83"/>
                  </a:lnTo>
                  <a:cubicBezTo>
                    <a:pt x="1980" y="83"/>
                    <a:pt x="1626" y="438"/>
                    <a:pt x="565" y="2570"/>
                  </a:cubicBezTo>
                  <a:cubicBezTo>
                    <a:pt x="212" y="3636"/>
                    <a:pt x="212" y="10389"/>
                    <a:pt x="212" y="14298"/>
                  </a:cubicBezTo>
                  <a:lnTo>
                    <a:pt x="187284" y="271592"/>
                  </a:lnTo>
                  <a:lnTo>
                    <a:pt x="4102" y="487306"/>
                  </a:lnTo>
                  <a:cubicBezTo>
                    <a:pt x="565" y="491571"/>
                    <a:pt x="565" y="493348"/>
                    <a:pt x="565" y="493703"/>
                  </a:cubicBezTo>
                  <a:cubicBezTo>
                    <a:pt x="565" y="497612"/>
                    <a:pt x="3748" y="497612"/>
                    <a:pt x="10113" y="497612"/>
                  </a:cubicBezTo>
                  <a:lnTo>
                    <a:pt x="428109" y="497612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F36B9A40-5917-1153-07EA-E81E478A351A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5353035" y="4417488"/>
              <a:ext cx="75005" cy="167418"/>
            </a:xfrm>
            <a:custGeom>
              <a:avLst/>
              <a:gdLst>
                <a:gd name="connsiteX0" fmla="*/ 68782 w 75005"/>
                <a:gd name="connsiteY0" fmla="*/ 9557 h 167418"/>
                <a:gd name="connsiteX1" fmla="*/ 58880 w 75005"/>
                <a:gd name="connsiteY1" fmla="*/ 104 h 167418"/>
                <a:gd name="connsiteX2" fmla="*/ 45018 w 75005"/>
                <a:gd name="connsiteY2" fmla="*/ 13786 h 167418"/>
                <a:gd name="connsiteX3" fmla="*/ 54920 w 75005"/>
                <a:gd name="connsiteY3" fmla="*/ 23239 h 167418"/>
                <a:gd name="connsiteX4" fmla="*/ 68782 w 75005"/>
                <a:gd name="connsiteY4" fmla="*/ 9557 h 167418"/>
                <a:gd name="connsiteX5" fmla="*/ 18283 w 75005"/>
                <a:gd name="connsiteY5" fmla="*/ 135929 h 167418"/>
                <a:gd name="connsiteX6" fmla="*/ 16055 w 75005"/>
                <a:gd name="connsiteY6" fmla="*/ 146378 h 167418"/>
                <a:gd name="connsiteX7" fmla="*/ 39572 w 75005"/>
                <a:gd name="connsiteY7" fmla="*/ 167523 h 167418"/>
                <a:gd name="connsiteX8" fmla="*/ 75218 w 75005"/>
                <a:gd name="connsiteY8" fmla="*/ 129462 h 167418"/>
                <a:gd name="connsiteX9" fmla="*/ 71258 w 75005"/>
                <a:gd name="connsiteY9" fmla="*/ 126228 h 167418"/>
                <a:gd name="connsiteX10" fmla="*/ 66554 w 75005"/>
                <a:gd name="connsiteY10" fmla="*/ 130457 h 167418"/>
                <a:gd name="connsiteX11" fmla="*/ 40315 w 75005"/>
                <a:gd name="connsiteY11" fmla="*/ 160557 h 167418"/>
                <a:gd name="connsiteX12" fmla="*/ 34126 w 75005"/>
                <a:gd name="connsiteY12" fmla="*/ 151850 h 167418"/>
                <a:gd name="connsiteX13" fmla="*/ 38087 w 75005"/>
                <a:gd name="connsiteY13" fmla="*/ 135929 h 167418"/>
                <a:gd name="connsiteX14" fmla="*/ 46008 w 75005"/>
                <a:gd name="connsiteY14" fmla="*/ 116028 h 167418"/>
                <a:gd name="connsiteX15" fmla="*/ 58138 w 75005"/>
                <a:gd name="connsiteY15" fmla="*/ 84435 h 167418"/>
                <a:gd name="connsiteX16" fmla="*/ 59623 w 75005"/>
                <a:gd name="connsiteY16" fmla="*/ 76475 h 167418"/>
                <a:gd name="connsiteX17" fmla="*/ 36106 w 75005"/>
                <a:gd name="connsiteY17" fmla="*/ 55330 h 167418"/>
                <a:gd name="connsiteX18" fmla="*/ 212 w 75005"/>
                <a:gd name="connsiteY18" fmla="*/ 93391 h 167418"/>
                <a:gd name="connsiteX19" fmla="*/ 4421 w 75005"/>
                <a:gd name="connsiteY19" fmla="*/ 96625 h 167418"/>
                <a:gd name="connsiteX20" fmla="*/ 8877 w 75005"/>
                <a:gd name="connsiteY20" fmla="*/ 92644 h 167418"/>
                <a:gd name="connsiteX21" fmla="*/ 35364 w 75005"/>
                <a:gd name="connsiteY21" fmla="*/ 62295 h 167418"/>
                <a:gd name="connsiteX22" fmla="*/ 41552 w 75005"/>
                <a:gd name="connsiteY22" fmla="*/ 71002 h 167418"/>
                <a:gd name="connsiteX23" fmla="*/ 33878 w 75005"/>
                <a:gd name="connsiteY23" fmla="*/ 95878 h 167418"/>
                <a:gd name="connsiteX24" fmla="*/ 18283 w 75005"/>
                <a:gd name="connsiteY24" fmla="*/ 135929 h 167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005" h="167418">
                  <a:moveTo>
                    <a:pt x="68782" y="9557"/>
                  </a:moveTo>
                  <a:cubicBezTo>
                    <a:pt x="68782" y="5577"/>
                    <a:pt x="65812" y="104"/>
                    <a:pt x="58880" y="104"/>
                  </a:cubicBezTo>
                  <a:cubicBezTo>
                    <a:pt x="52197" y="104"/>
                    <a:pt x="45018" y="6572"/>
                    <a:pt x="45018" y="13786"/>
                  </a:cubicBezTo>
                  <a:cubicBezTo>
                    <a:pt x="45018" y="18015"/>
                    <a:pt x="48236" y="23239"/>
                    <a:pt x="54920" y="23239"/>
                  </a:cubicBezTo>
                  <a:cubicBezTo>
                    <a:pt x="62098" y="23239"/>
                    <a:pt x="68782" y="16273"/>
                    <a:pt x="68782" y="9557"/>
                  </a:cubicBezTo>
                  <a:close/>
                  <a:moveTo>
                    <a:pt x="18283" y="135929"/>
                  </a:moveTo>
                  <a:cubicBezTo>
                    <a:pt x="17293" y="139163"/>
                    <a:pt x="16055" y="142149"/>
                    <a:pt x="16055" y="146378"/>
                  </a:cubicBezTo>
                  <a:cubicBezTo>
                    <a:pt x="16055" y="158069"/>
                    <a:pt x="25957" y="167523"/>
                    <a:pt x="39572" y="167523"/>
                  </a:cubicBezTo>
                  <a:cubicBezTo>
                    <a:pt x="64326" y="167523"/>
                    <a:pt x="75218" y="133193"/>
                    <a:pt x="75218" y="129462"/>
                  </a:cubicBezTo>
                  <a:cubicBezTo>
                    <a:pt x="75218" y="126228"/>
                    <a:pt x="72000" y="126228"/>
                    <a:pt x="71258" y="126228"/>
                  </a:cubicBezTo>
                  <a:cubicBezTo>
                    <a:pt x="67792" y="126228"/>
                    <a:pt x="67544" y="127720"/>
                    <a:pt x="66554" y="130457"/>
                  </a:cubicBezTo>
                  <a:cubicBezTo>
                    <a:pt x="60861" y="150358"/>
                    <a:pt x="49969" y="160557"/>
                    <a:pt x="40315" y="160557"/>
                  </a:cubicBezTo>
                  <a:cubicBezTo>
                    <a:pt x="35364" y="160557"/>
                    <a:pt x="34126" y="157323"/>
                    <a:pt x="34126" y="151850"/>
                  </a:cubicBezTo>
                  <a:cubicBezTo>
                    <a:pt x="34126" y="146129"/>
                    <a:pt x="35859" y="141402"/>
                    <a:pt x="38087" y="135929"/>
                  </a:cubicBezTo>
                  <a:cubicBezTo>
                    <a:pt x="40562" y="129213"/>
                    <a:pt x="43285" y="122496"/>
                    <a:pt x="46008" y="116028"/>
                  </a:cubicBezTo>
                  <a:cubicBezTo>
                    <a:pt x="48236" y="110058"/>
                    <a:pt x="57148" y="87420"/>
                    <a:pt x="58138" y="84435"/>
                  </a:cubicBezTo>
                  <a:cubicBezTo>
                    <a:pt x="58880" y="81947"/>
                    <a:pt x="59623" y="78962"/>
                    <a:pt x="59623" y="76475"/>
                  </a:cubicBezTo>
                  <a:cubicBezTo>
                    <a:pt x="59623" y="64783"/>
                    <a:pt x="49721" y="55330"/>
                    <a:pt x="36106" y="55330"/>
                  </a:cubicBezTo>
                  <a:cubicBezTo>
                    <a:pt x="11599" y="55330"/>
                    <a:pt x="212" y="89162"/>
                    <a:pt x="212" y="93391"/>
                  </a:cubicBezTo>
                  <a:cubicBezTo>
                    <a:pt x="212" y="96625"/>
                    <a:pt x="3678" y="96625"/>
                    <a:pt x="4421" y="96625"/>
                  </a:cubicBezTo>
                  <a:cubicBezTo>
                    <a:pt x="7886" y="96625"/>
                    <a:pt x="8134" y="95381"/>
                    <a:pt x="8877" y="92644"/>
                  </a:cubicBezTo>
                  <a:cubicBezTo>
                    <a:pt x="15313" y="71251"/>
                    <a:pt x="26205" y="62295"/>
                    <a:pt x="35364" y="62295"/>
                  </a:cubicBezTo>
                  <a:cubicBezTo>
                    <a:pt x="39324" y="62295"/>
                    <a:pt x="41552" y="64285"/>
                    <a:pt x="41552" y="71002"/>
                  </a:cubicBezTo>
                  <a:cubicBezTo>
                    <a:pt x="41552" y="76723"/>
                    <a:pt x="40067" y="80455"/>
                    <a:pt x="33878" y="95878"/>
                  </a:cubicBezTo>
                  <a:lnTo>
                    <a:pt x="18283" y="135929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D1136ACE-C2A4-77D2-A901-16911D7A5127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5458782" y="4486645"/>
              <a:ext cx="182192" cy="66917"/>
            </a:xfrm>
            <a:custGeom>
              <a:avLst/>
              <a:gdLst>
                <a:gd name="connsiteX0" fmla="*/ 173001 w 182192"/>
                <a:gd name="connsiteY0" fmla="*/ 12293 h 66917"/>
                <a:gd name="connsiteX1" fmla="*/ 182408 w 182192"/>
                <a:gd name="connsiteY1" fmla="*/ 6074 h 66917"/>
                <a:gd name="connsiteX2" fmla="*/ 173248 w 182192"/>
                <a:gd name="connsiteY2" fmla="*/ 104 h 66917"/>
                <a:gd name="connsiteX3" fmla="*/ 9374 w 182192"/>
                <a:gd name="connsiteY3" fmla="*/ 104 h 66917"/>
                <a:gd name="connsiteX4" fmla="*/ 215 w 182192"/>
                <a:gd name="connsiteY4" fmla="*/ 6074 h 66917"/>
                <a:gd name="connsiteX5" fmla="*/ 9622 w 182192"/>
                <a:gd name="connsiteY5" fmla="*/ 12293 h 66917"/>
                <a:gd name="connsiteX6" fmla="*/ 173001 w 182192"/>
                <a:gd name="connsiteY6" fmla="*/ 12293 h 66917"/>
                <a:gd name="connsiteX7" fmla="*/ 173248 w 182192"/>
                <a:gd name="connsiteY7" fmla="*/ 67022 h 66917"/>
                <a:gd name="connsiteX8" fmla="*/ 182408 w 182192"/>
                <a:gd name="connsiteY8" fmla="*/ 61051 h 66917"/>
                <a:gd name="connsiteX9" fmla="*/ 173001 w 182192"/>
                <a:gd name="connsiteY9" fmla="*/ 54832 h 66917"/>
                <a:gd name="connsiteX10" fmla="*/ 9622 w 182192"/>
                <a:gd name="connsiteY10" fmla="*/ 54832 h 66917"/>
                <a:gd name="connsiteX11" fmla="*/ 215 w 182192"/>
                <a:gd name="connsiteY11" fmla="*/ 61051 h 66917"/>
                <a:gd name="connsiteX12" fmla="*/ 9374 w 182192"/>
                <a:gd name="connsiteY12" fmla="*/ 67022 h 66917"/>
                <a:gd name="connsiteX13" fmla="*/ 173248 w 182192"/>
                <a:gd name="connsiteY13" fmla="*/ 67022 h 66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2192" h="66917">
                  <a:moveTo>
                    <a:pt x="173001" y="12293"/>
                  </a:moveTo>
                  <a:cubicBezTo>
                    <a:pt x="176714" y="12293"/>
                    <a:pt x="182408" y="12293"/>
                    <a:pt x="182408" y="6074"/>
                  </a:cubicBezTo>
                  <a:cubicBezTo>
                    <a:pt x="182408" y="104"/>
                    <a:pt x="176466" y="104"/>
                    <a:pt x="173248" y="104"/>
                  </a:cubicBezTo>
                  <a:lnTo>
                    <a:pt x="9374" y="104"/>
                  </a:lnTo>
                  <a:cubicBezTo>
                    <a:pt x="6156" y="104"/>
                    <a:pt x="215" y="104"/>
                    <a:pt x="215" y="6074"/>
                  </a:cubicBezTo>
                  <a:cubicBezTo>
                    <a:pt x="215" y="12293"/>
                    <a:pt x="5909" y="12293"/>
                    <a:pt x="9622" y="12293"/>
                  </a:cubicBezTo>
                  <a:lnTo>
                    <a:pt x="173001" y="12293"/>
                  </a:lnTo>
                  <a:close/>
                  <a:moveTo>
                    <a:pt x="173248" y="67022"/>
                  </a:moveTo>
                  <a:cubicBezTo>
                    <a:pt x="176466" y="67022"/>
                    <a:pt x="182408" y="67022"/>
                    <a:pt x="182408" y="61051"/>
                  </a:cubicBezTo>
                  <a:cubicBezTo>
                    <a:pt x="182408" y="54832"/>
                    <a:pt x="176714" y="54832"/>
                    <a:pt x="173001" y="54832"/>
                  </a:cubicBezTo>
                  <a:lnTo>
                    <a:pt x="9622" y="54832"/>
                  </a:lnTo>
                  <a:cubicBezTo>
                    <a:pt x="5909" y="54832"/>
                    <a:pt x="215" y="54832"/>
                    <a:pt x="215" y="61051"/>
                  </a:cubicBezTo>
                  <a:cubicBezTo>
                    <a:pt x="215" y="67022"/>
                    <a:pt x="6156" y="67022"/>
                    <a:pt x="9374" y="67022"/>
                  </a:cubicBezTo>
                  <a:lnTo>
                    <a:pt x="173248" y="67022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831D22C9-03CB-53AD-BCBB-042A8CFBBC65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5685529" y="4417239"/>
              <a:ext cx="90105" cy="165179"/>
            </a:xfrm>
            <a:custGeom>
              <a:avLst/>
              <a:gdLst>
                <a:gd name="connsiteX0" fmla="*/ 56166 w 90105"/>
                <a:gd name="connsiteY0" fmla="*/ 7069 h 165179"/>
                <a:gd name="connsiteX1" fmla="*/ 48740 w 90105"/>
                <a:gd name="connsiteY1" fmla="*/ 104 h 165179"/>
                <a:gd name="connsiteX2" fmla="*/ 221 w 90105"/>
                <a:gd name="connsiteY2" fmla="*/ 16025 h 165179"/>
                <a:gd name="connsiteX3" fmla="*/ 221 w 90105"/>
                <a:gd name="connsiteY3" fmla="*/ 24980 h 165179"/>
                <a:gd name="connsiteX4" fmla="*/ 36115 w 90105"/>
                <a:gd name="connsiteY4" fmla="*/ 18015 h 165179"/>
                <a:gd name="connsiteX5" fmla="*/ 36115 w 90105"/>
                <a:gd name="connsiteY5" fmla="*/ 144885 h 165179"/>
                <a:gd name="connsiteX6" fmla="*/ 11361 w 90105"/>
                <a:gd name="connsiteY6" fmla="*/ 156328 h 165179"/>
                <a:gd name="connsiteX7" fmla="*/ 1954 w 90105"/>
                <a:gd name="connsiteY7" fmla="*/ 156328 h 165179"/>
                <a:gd name="connsiteX8" fmla="*/ 1954 w 90105"/>
                <a:gd name="connsiteY8" fmla="*/ 165284 h 165179"/>
                <a:gd name="connsiteX9" fmla="*/ 46017 w 90105"/>
                <a:gd name="connsiteY9" fmla="*/ 164289 h 165179"/>
                <a:gd name="connsiteX10" fmla="*/ 90327 w 90105"/>
                <a:gd name="connsiteY10" fmla="*/ 165284 h 165179"/>
                <a:gd name="connsiteX11" fmla="*/ 90327 w 90105"/>
                <a:gd name="connsiteY11" fmla="*/ 156328 h 165179"/>
                <a:gd name="connsiteX12" fmla="*/ 80921 w 90105"/>
                <a:gd name="connsiteY12" fmla="*/ 156328 h 165179"/>
                <a:gd name="connsiteX13" fmla="*/ 56166 w 90105"/>
                <a:gd name="connsiteY13" fmla="*/ 144885 h 165179"/>
                <a:gd name="connsiteX14" fmla="*/ 56166 w 90105"/>
                <a:gd name="connsiteY14" fmla="*/ 7069 h 165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105" h="165179">
                  <a:moveTo>
                    <a:pt x="56166" y="7069"/>
                  </a:moveTo>
                  <a:cubicBezTo>
                    <a:pt x="56166" y="353"/>
                    <a:pt x="55671" y="104"/>
                    <a:pt x="48740" y="104"/>
                  </a:cubicBezTo>
                  <a:cubicBezTo>
                    <a:pt x="32897" y="15776"/>
                    <a:pt x="10371" y="16025"/>
                    <a:pt x="221" y="16025"/>
                  </a:cubicBezTo>
                  <a:lnTo>
                    <a:pt x="221" y="24980"/>
                  </a:lnTo>
                  <a:cubicBezTo>
                    <a:pt x="6162" y="24980"/>
                    <a:pt x="22500" y="24980"/>
                    <a:pt x="36115" y="18015"/>
                  </a:cubicBezTo>
                  <a:lnTo>
                    <a:pt x="36115" y="144885"/>
                  </a:lnTo>
                  <a:cubicBezTo>
                    <a:pt x="36115" y="153094"/>
                    <a:pt x="36115" y="156328"/>
                    <a:pt x="11361" y="156328"/>
                  </a:cubicBezTo>
                  <a:lnTo>
                    <a:pt x="1954" y="156328"/>
                  </a:lnTo>
                  <a:lnTo>
                    <a:pt x="1954" y="165284"/>
                  </a:lnTo>
                  <a:cubicBezTo>
                    <a:pt x="6410" y="165035"/>
                    <a:pt x="36858" y="164289"/>
                    <a:pt x="46017" y="164289"/>
                  </a:cubicBezTo>
                  <a:cubicBezTo>
                    <a:pt x="53691" y="164289"/>
                    <a:pt x="84881" y="165035"/>
                    <a:pt x="90327" y="165284"/>
                  </a:cubicBezTo>
                  <a:lnTo>
                    <a:pt x="90327" y="156328"/>
                  </a:lnTo>
                  <a:lnTo>
                    <a:pt x="80921" y="156328"/>
                  </a:lnTo>
                  <a:cubicBezTo>
                    <a:pt x="56166" y="156328"/>
                    <a:pt x="56166" y="153094"/>
                    <a:pt x="56166" y="144885"/>
                  </a:cubicBezTo>
                  <a:lnTo>
                    <a:pt x="56166" y="7069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D81748C4-B742-59BE-3432-38B720BCBCAA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5925109" y="4006043"/>
              <a:ext cx="125186" cy="160986"/>
            </a:xfrm>
            <a:custGeom>
              <a:avLst/>
              <a:gdLst>
                <a:gd name="connsiteX0" fmla="*/ 44432 w 125186"/>
                <a:gd name="connsiteY0" fmla="*/ 75077 h 160986"/>
                <a:gd name="connsiteX1" fmla="*/ 95709 w 125186"/>
                <a:gd name="connsiteY1" fmla="*/ 67259 h 160986"/>
                <a:gd name="connsiteX2" fmla="*/ 123646 w 125186"/>
                <a:gd name="connsiteY2" fmla="*/ 30299 h 160986"/>
                <a:gd name="connsiteX3" fmla="*/ 87929 w 125186"/>
                <a:gd name="connsiteY3" fmla="*/ 92 h 160986"/>
                <a:gd name="connsiteX4" fmla="*/ 228 w 125186"/>
                <a:gd name="connsiteY4" fmla="*/ 98887 h 160986"/>
                <a:gd name="connsiteX5" fmla="*/ 50797 w 125186"/>
                <a:gd name="connsiteY5" fmla="*/ 161078 h 160986"/>
                <a:gd name="connsiteX6" fmla="*/ 125414 w 125186"/>
                <a:gd name="connsiteY6" fmla="*/ 120210 h 160986"/>
                <a:gd name="connsiteX7" fmla="*/ 119756 w 125186"/>
                <a:gd name="connsiteY7" fmla="*/ 114524 h 160986"/>
                <a:gd name="connsiteX8" fmla="*/ 115159 w 125186"/>
                <a:gd name="connsiteY8" fmla="*/ 118433 h 160986"/>
                <a:gd name="connsiteX9" fmla="*/ 51505 w 125186"/>
                <a:gd name="connsiteY9" fmla="*/ 153260 h 160986"/>
                <a:gd name="connsiteX10" fmla="*/ 24629 w 125186"/>
                <a:gd name="connsiteY10" fmla="*/ 114169 h 160986"/>
                <a:gd name="connsiteX11" fmla="*/ 30640 w 125186"/>
                <a:gd name="connsiteY11" fmla="*/ 75077 h 160986"/>
                <a:gd name="connsiteX12" fmla="*/ 44432 w 125186"/>
                <a:gd name="connsiteY12" fmla="*/ 75077 h 160986"/>
                <a:gd name="connsiteX13" fmla="*/ 32762 w 125186"/>
                <a:gd name="connsiteY13" fmla="*/ 67259 h 160986"/>
                <a:gd name="connsiteX14" fmla="*/ 87929 w 125186"/>
                <a:gd name="connsiteY14" fmla="*/ 7910 h 160986"/>
                <a:gd name="connsiteX15" fmla="*/ 110208 w 125186"/>
                <a:gd name="connsiteY15" fmla="*/ 29588 h 160986"/>
                <a:gd name="connsiteX16" fmla="*/ 40188 w 125186"/>
                <a:gd name="connsiteY16" fmla="*/ 67259 h 160986"/>
                <a:gd name="connsiteX17" fmla="*/ 32762 w 125186"/>
                <a:gd name="connsiteY17" fmla="*/ 67259 h 160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5186" h="160986">
                  <a:moveTo>
                    <a:pt x="44432" y="75077"/>
                  </a:moveTo>
                  <a:cubicBezTo>
                    <a:pt x="55041" y="75077"/>
                    <a:pt x="78735" y="74011"/>
                    <a:pt x="95709" y="67259"/>
                  </a:cubicBezTo>
                  <a:cubicBezTo>
                    <a:pt x="123646" y="55886"/>
                    <a:pt x="123646" y="32787"/>
                    <a:pt x="123646" y="30299"/>
                  </a:cubicBezTo>
                  <a:cubicBezTo>
                    <a:pt x="123646" y="13952"/>
                    <a:pt x="110562" y="92"/>
                    <a:pt x="87929" y="92"/>
                  </a:cubicBezTo>
                  <a:cubicBezTo>
                    <a:pt x="50797" y="92"/>
                    <a:pt x="228" y="35985"/>
                    <a:pt x="228" y="98887"/>
                  </a:cubicBezTo>
                  <a:cubicBezTo>
                    <a:pt x="228" y="130871"/>
                    <a:pt x="17202" y="161078"/>
                    <a:pt x="50797" y="161078"/>
                  </a:cubicBezTo>
                  <a:cubicBezTo>
                    <a:pt x="96063" y="161078"/>
                    <a:pt x="125414" y="125541"/>
                    <a:pt x="125414" y="120210"/>
                  </a:cubicBezTo>
                  <a:cubicBezTo>
                    <a:pt x="125414" y="118433"/>
                    <a:pt x="122585" y="114524"/>
                    <a:pt x="119756" y="114524"/>
                  </a:cubicBezTo>
                  <a:cubicBezTo>
                    <a:pt x="118342" y="114524"/>
                    <a:pt x="117988" y="114879"/>
                    <a:pt x="115159" y="118433"/>
                  </a:cubicBezTo>
                  <a:cubicBezTo>
                    <a:pt x="88990" y="151839"/>
                    <a:pt x="57516" y="153260"/>
                    <a:pt x="51505" y="153260"/>
                  </a:cubicBezTo>
                  <a:cubicBezTo>
                    <a:pt x="28518" y="153260"/>
                    <a:pt x="24629" y="128028"/>
                    <a:pt x="24629" y="114169"/>
                  </a:cubicBezTo>
                  <a:cubicBezTo>
                    <a:pt x="24629" y="100664"/>
                    <a:pt x="28165" y="84672"/>
                    <a:pt x="30640" y="75077"/>
                  </a:cubicBezTo>
                  <a:lnTo>
                    <a:pt x="44432" y="75077"/>
                  </a:lnTo>
                  <a:close/>
                  <a:moveTo>
                    <a:pt x="32762" y="67259"/>
                  </a:moveTo>
                  <a:cubicBezTo>
                    <a:pt x="47968" y="8976"/>
                    <a:pt x="84393" y="7910"/>
                    <a:pt x="87929" y="7910"/>
                  </a:cubicBezTo>
                  <a:cubicBezTo>
                    <a:pt x="102074" y="7910"/>
                    <a:pt x="110208" y="17506"/>
                    <a:pt x="110208" y="29588"/>
                  </a:cubicBezTo>
                  <a:cubicBezTo>
                    <a:pt x="110208" y="67259"/>
                    <a:pt x="51858" y="67259"/>
                    <a:pt x="40188" y="67259"/>
                  </a:cubicBezTo>
                  <a:lnTo>
                    <a:pt x="32762" y="67259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3EA67BCF-A3EB-ABE9-B6F4-4FE3EF2762A2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6076817" y="4006043"/>
              <a:ext cx="268408" cy="160986"/>
            </a:xfrm>
            <a:custGeom>
              <a:avLst/>
              <a:gdLst>
                <a:gd name="connsiteX0" fmla="*/ 52217 w 268408"/>
                <a:gd name="connsiteY0" fmla="*/ 94978 h 160986"/>
                <a:gd name="connsiteX1" fmla="*/ 57875 w 268408"/>
                <a:gd name="connsiteY1" fmla="*/ 71878 h 160986"/>
                <a:gd name="connsiteX2" fmla="*/ 66716 w 268408"/>
                <a:gd name="connsiteY2" fmla="*/ 46291 h 160986"/>
                <a:gd name="connsiteX3" fmla="*/ 116578 w 268408"/>
                <a:gd name="connsiteY3" fmla="*/ 7910 h 160986"/>
                <a:gd name="connsiteX4" fmla="*/ 132845 w 268408"/>
                <a:gd name="connsiteY4" fmla="*/ 31365 h 160986"/>
                <a:gd name="connsiteX5" fmla="*/ 129662 w 268408"/>
                <a:gd name="connsiteY5" fmla="*/ 54465 h 160986"/>
                <a:gd name="connsiteX6" fmla="*/ 106676 w 268408"/>
                <a:gd name="connsiteY6" fmla="*/ 146863 h 160986"/>
                <a:gd name="connsiteX7" fmla="*/ 105615 w 268408"/>
                <a:gd name="connsiteY7" fmla="*/ 151839 h 160986"/>
                <a:gd name="connsiteX8" fmla="*/ 115517 w 268408"/>
                <a:gd name="connsiteY8" fmla="*/ 161078 h 160986"/>
                <a:gd name="connsiteX9" fmla="*/ 128248 w 268408"/>
                <a:gd name="connsiteY9" fmla="*/ 151839 h 160986"/>
                <a:gd name="connsiteX10" fmla="*/ 142393 w 268408"/>
                <a:gd name="connsiteY10" fmla="*/ 94978 h 160986"/>
                <a:gd name="connsiteX11" fmla="*/ 148051 w 268408"/>
                <a:gd name="connsiteY11" fmla="*/ 71878 h 160986"/>
                <a:gd name="connsiteX12" fmla="*/ 156892 w 268408"/>
                <a:gd name="connsiteY12" fmla="*/ 46291 h 160986"/>
                <a:gd name="connsiteX13" fmla="*/ 206755 w 268408"/>
                <a:gd name="connsiteY13" fmla="*/ 7910 h 160986"/>
                <a:gd name="connsiteX14" fmla="*/ 223022 w 268408"/>
                <a:gd name="connsiteY14" fmla="*/ 31365 h 160986"/>
                <a:gd name="connsiteX15" fmla="*/ 202511 w 268408"/>
                <a:gd name="connsiteY15" fmla="*/ 109904 h 160986"/>
                <a:gd name="connsiteX16" fmla="*/ 196853 w 268408"/>
                <a:gd name="connsiteY16" fmla="*/ 132648 h 160986"/>
                <a:gd name="connsiteX17" fmla="*/ 223729 w 268408"/>
                <a:gd name="connsiteY17" fmla="*/ 161078 h 160986"/>
                <a:gd name="connsiteX18" fmla="*/ 268641 w 268408"/>
                <a:gd name="connsiteY18" fmla="*/ 106350 h 160986"/>
                <a:gd name="connsiteX19" fmla="*/ 263336 w 268408"/>
                <a:gd name="connsiteY19" fmla="*/ 102796 h 160986"/>
                <a:gd name="connsiteX20" fmla="*/ 257324 w 268408"/>
                <a:gd name="connsiteY20" fmla="*/ 108838 h 160986"/>
                <a:gd name="connsiteX21" fmla="*/ 224436 w 268408"/>
                <a:gd name="connsiteY21" fmla="*/ 153260 h 160986"/>
                <a:gd name="connsiteX22" fmla="*/ 216656 w 268408"/>
                <a:gd name="connsiteY22" fmla="*/ 142954 h 160986"/>
                <a:gd name="connsiteX23" fmla="*/ 223022 w 268408"/>
                <a:gd name="connsiteY23" fmla="*/ 116301 h 160986"/>
                <a:gd name="connsiteX24" fmla="*/ 244593 w 268408"/>
                <a:gd name="connsiteY24" fmla="*/ 37051 h 160986"/>
                <a:gd name="connsiteX25" fmla="*/ 207462 w 268408"/>
                <a:gd name="connsiteY25" fmla="*/ 92 h 160986"/>
                <a:gd name="connsiteX26" fmla="*/ 154417 w 268408"/>
                <a:gd name="connsiteY26" fmla="*/ 31365 h 160986"/>
                <a:gd name="connsiteX27" fmla="*/ 117285 w 268408"/>
                <a:gd name="connsiteY27" fmla="*/ 92 h 160986"/>
                <a:gd name="connsiteX28" fmla="*/ 66716 w 268408"/>
                <a:gd name="connsiteY28" fmla="*/ 28167 h 160986"/>
                <a:gd name="connsiteX29" fmla="*/ 37010 w 268408"/>
                <a:gd name="connsiteY29" fmla="*/ 92 h 160986"/>
                <a:gd name="connsiteX30" fmla="*/ 11549 w 268408"/>
                <a:gd name="connsiteY30" fmla="*/ 18927 h 160986"/>
                <a:gd name="connsiteX31" fmla="*/ 232 w 268408"/>
                <a:gd name="connsiteY31" fmla="*/ 54820 h 160986"/>
                <a:gd name="connsiteX32" fmla="*/ 5537 w 268408"/>
                <a:gd name="connsiteY32" fmla="*/ 58374 h 160986"/>
                <a:gd name="connsiteX33" fmla="*/ 12256 w 268408"/>
                <a:gd name="connsiteY33" fmla="*/ 50200 h 160986"/>
                <a:gd name="connsiteX34" fmla="*/ 36303 w 268408"/>
                <a:gd name="connsiteY34" fmla="*/ 7910 h 160986"/>
                <a:gd name="connsiteX35" fmla="*/ 45498 w 268408"/>
                <a:gd name="connsiteY35" fmla="*/ 22125 h 160986"/>
                <a:gd name="connsiteX36" fmla="*/ 43022 w 268408"/>
                <a:gd name="connsiteY36" fmla="*/ 40250 h 160986"/>
                <a:gd name="connsiteX37" fmla="*/ 16500 w 268408"/>
                <a:gd name="connsiteY37" fmla="*/ 146863 h 160986"/>
                <a:gd name="connsiteX38" fmla="*/ 15439 w 268408"/>
                <a:gd name="connsiteY38" fmla="*/ 151839 h 160986"/>
                <a:gd name="connsiteX39" fmla="*/ 25340 w 268408"/>
                <a:gd name="connsiteY39" fmla="*/ 161078 h 160986"/>
                <a:gd name="connsiteX40" fmla="*/ 38071 w 268408"/>
                <a:gd name="connsiteY40" fmla="*/ 151839 h 160986"/>
                <a:gd name="connsiteX41" fmla="*/ 52217 w 268408"/>
                <a:gd name="connsiteY41" fmla="*/ 94978 h 160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68408" h="160986">
                  <a:moveTo>
                    <a:pt x="52217" y="94978"/>
                  </a:moveTo>
                  <a:cubicBezTo>
                    <a:pt x="53985" y="87160"/>
                    <a:pt x="56107" y="79697"/>
                    <a:pt x="57875" y="71878"/>
                  </a:cubicBezTo>
                  <a:cubicBezTo>
                    <a:pt x="62472" y="54465"/>
                    <a:pt x="62472" y="53754"/>
                    <a:pt x="66716" y="46291"/>
                  </a:cubicBezTo>
                  <a:cubicBezTo>
                    <a:pt x="76971" y="28522"/>
                    <a:pt x="92177" y="7910"/>
                    <a:pt x="116578" y="7910"/>
                  </a:cubicBezTo>
                  <a:cubicBezTo>
                    <a:pt x="132845" y="7910"/>
                    <a:pt x="132845" y="26035"/>
                    <a:pt x="132845" y="31365"/>
                  </a:cubicBezTo>
                  <a:cubicBezTo>
                    <a:pt x="132845" y="40961"/>
                    <a:pt x="130370" y="51267"/>
                    <a:pt x="129662" y="54465"/>
                  </a:cubicBezTo>
                  <a:lnTo>
                    <a:pt x="106676" y="146863"/>
                  </a:lnTo>
                  <a:cubicBezTo>
                    <a:pt x="105969" y="148996"/>
                    <a:pt x="105615" y="150772"/>
                    <a:pt x="105615" y="151839"/>
                  </a:cubicBezTo>
                  <a:cubicBezTo>
                    <a:pt x="105615" y="155748"/>
                    <a:pt x="108444" y="161078"/>
                    <a:pt x="115517" y="161078"/>
                  </a:cubicBezTo>
                  <a:cubicBezTo>
                    <a:pt x="119761" y="161078"/>
                    <a:pt x="125772" y="158591"/>
                    <a:pt x="128248" y="151839"/>
                  </a:cubicBezTo>
                  <a:lnTo>
                    <a:pt x="142393" y="94978"/>
                  </a:lnTo>
                  <a:cubicBezTo>
                    <a:pt x="144161" y="87160"/>
                    <a:pt x="146283" y="79697"/>
                    <a:pt x="148051" y="71878"/>
                  </a:cubicBezTo>
                  <a:cubicBezTo>
                    <a:pt x="152649" y="54465"/>
                    <a:pt x="152649" y="53754"/>
                    <a:pt x="156892" y="46291"/>
                  </a:cubicBezTo>
                  <a:cubicBezTo>
                    <a:pt x="167148" y="28522"/>
                    <a:pt x="182354" y="7910"/>
                    <a:pt x="206755" y="7910"/>
                  </a:cubicBezTo>
                  <a:cubicBezTo>
                    <a:pt x="223022" y="7910"/>
                    <a:pt x="223022" y="26035"/>
                    <a:pt x="223022" y="31365"/>
                  </a:cubicBezTo>
                  <a:cubicBezTo>
                    <a:pt x="223022" y="53399"/>
                    <a:pt x="207462" y="95689"/>
                    <a:pt x="202511" y="109904"/>
                  </a:cubicBezTo>
                  <a:cubicBezTo>
                    <a:pt x="197914" y="121987"/>
                    <a:pt x="196853" y="125185"/>
                    <a:pt x="196853" y="132648"/>
                  </a:cubicBezTo>
                  <a:cubicBezTo>
                    <a:pt x="196853" y="148285"/>
                    <a:pt x="206755" y="161078"/>
                    <a:pt x="223729" y="161078"/>
                  </a:cubicBezTo>
                  <a:cubicBezTo>
                    <a:pt x="256617" y="161078"/>
                    <a:pt x="268641" y="108127"/>
                    <a:pt x="268641" y="106350"/>
                  </a:cubicBezTo>
                  <a:cubicBezTo>
                    <a:pt x="268641" y="102796"/>
                    <a:pt x="265811" y="102796"/>
                    <a:pt x="263336" y="102796"/>
                  </a:cubicBezTo>
                  <a:cubicBezTo>
                    <a:pt x="258739" y="102796"/>
                    <a:pt x="258739" y="103507"/>
                    <a:pt x="257324" y="108838"/>
                  </a:cubicBezTo>
                  <a:cubicBezTo>
                    <a:pt x="254495" y="118433"/>
                    <a:pt x="244947" y="153260"/>
                    <a:pt x="224436" y="153260"/>
                  </a:cubicBezTo>
                  <a:cubicBezTo>
                    <a:pt x="217010" y="153260"/>
                    <a:pt x="216656" y="147929"/>
                    <a:pt x="216656" y="142954"/>
                  </a:cubicBezTo>
                  <a:cubicBezTo>
                    <a:pt x="216656" y="134070"/>
                    <a:pt x="220193" y="124830"/>
                    <a:pt x="223022" y="116301"/>
                  </a:cubicBezTo>
                  <a:cubicBezTo>
                    <a:pt x="230094" y="97466"/>
                    <a:pt x="244593" y="57663"/>
                    <a:pt x="244593" y="37051"/>
                  </a:cubicBezTo>
                  <a:cubicBezTo>
                    <a:pt x="244593" y="7200"/>
                    <a:pt x="224083" y="92"/>
                    <a:pt x="207462" y="92"/>
                  </a:cubicBezTo>
                  <a:cubicBezTo>
                    <a:pt x="182707" y="92"/>
                    <a:pt x="165026" y="15729"/>
                    <a:pt x="154417" y="31365"/>
                  </a:cubicBezTo>
                  <a:cubicBezTo>
                    <a:pt x="151588" y="6844"/>
                    <a:pt x="133199" y="92"/>
                    <a:pt x="117285" y="92"/>
                  </a:cubicBezTo>
                  <a:cubicBezTo>
                    <a:pt x="96067" y="92"/>
                    <a:pt x="78739" y="11820"/>
                    <a:pt x="66716" y="28167"/>
                  </a:cubicBezTo>
                  <a:cubicBezTo>
                    <a:pt x="64240" y="10753"/>
                    <a:pt x="52217" y="92"/>
                    <a:pt x="37010" y="92"/>
                  </a:cubicBezTo>
                  <a:cubicBezTo>
                    <a:pt x="24279" y="92"/>
                    <a:pt x="17207" y="8266"/>
                    <a:pt x="11549" y="18927"/>
                  </a:cubicBezTo>
                  <a:cubicBezTo>
                    <a:pt x="4830" y="33142"/>
                    <a:pt x="232" y="54110"/>
                    <a:pt x="232" y="54820"/>
                  </a:cubicBezTo>
                  <a:cubicBezTo>
                    <a:pt x="232" y="58374"/>
                    <a:pt x="3769" y="58374"/>
                    <a:pt x="5537" y="58374"/>
                  </a:cubicBezTo>
                  <a:cubicBezTo>
                    <a:pt x="10134" y="58374"/>
                    <a:pt x="10488" y="58019"/>
                    <a:pt x="12256" y="50200"/>
                  </a:cubicBezTo>
                  <a:cubicBezTo>
                    <a:pt x="18621" y="25324"/>
                    <a:pt x="25340" y="7910"/>
                    <a:pt x="36303" y="7910"/>
                  </a:cubicBezTo>
                  <a:cubicBezTo>
                    <a:pt x="45498" y="7910"/>
                    <a:pt x="45498" y="18216"/>
                    <a:pt x="45498" y="22125"/>
                  </a:cubicBezTo>
                  <a:cubicBezTo>
                    <a:pt x="45498" y="27812"/>
                    <a:pt x="44437" y="34564"/>
                    <a:pt x="43022" y="40250"/>
                  </a:cubicBezTo>
                  <a:lnTo>
                    <a:pt x="16500" y="146863"/>
                  </a:lnTo>
                  <a:cubicBezTo>
                    <a:pt x="15792" y="148996"/>
                    <a:pt x="15439" y="150772"/>
                    <a:pt x="15439" y="151839"/>
                  </a:cubicBezTo>
                  <a:cubicBezTo>
                    <a:pt x="15439" y="155748"/>
                    <a:pt x="18268" y="161078"/>
                    <a:pt x="25340" y="161078"/>
                  </a:cubicBezTo>
                  <a:cubicBezTo>
                    <a:pt x="29584" y="161078"/>
                    <a:pt x="35596" y="158591"/>
                    <a:pt x="38071" y="151839"/>
                  </a:cubicBezTo>
                  <a:lnTo>
                    <a:pt x="52217" y="94978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18BE7EA3-180D-2449-9575-A344AF2A7DAD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6377326" y="3916488"/>
              <a:ext cx="121650" cy="250541"/>
            </a:xfrm>
            <a:custGeom>
              <a:avLst/>
              <a:gdLst>
                <a:gd name="connsiteX0" fmla="*/ 66724 w 121650"/>
                <a:gd name="connsiteY0" fmla="*/ 8976 h 250541"/>
                <a:gd name="connsiteX1" fmla="*/ 67785 w 121650"/>
                <a:gd name="connsiteY1" fmla="*/ 4357 h 250541"/>
                <a:gd name="connsiteX2" fmla="*/ 62834 w 121650"/>
                <a:gd name="connsiteY2" fmla="*/ 92 h 250541"/>
                <a:gd name="connsiteX3" fmla="*/ 57176 w 121650"/>
                <a:gd name="connsiteY3" fmla="*/ 803 h 250541"/>
                <a:gd name="connsiteX4" fmla="*/ 22166 w 121650"/>
                <a:gd name="connsiteY4" fmla="*/ 3646 h 250541"/>
                <a:gd name="connsiteX5" fmla="*/ 14032 w 121650"/>
                <a:gd name="connsiteY5" fmla="*/ 11109 h 250541"/>
                <a:gd name="connsiteX6" fmla="*/ 22519 w 121650"/>
                <a:gd name="connsiteY6" fmla="*/ 15018 h 250541"/>
                <a:gd name="connsiteX7" fmla="*/ 40201 w 121650"/>
                <a:gd name="connsiteY7" fmla="*/ 21059 h 250541"/>
                <a:gd name="connsiteX8" fmla="*/ 39140 w 121650"/>
                <a:gd name="connsiteY8" fmla="*/ 27101 h 250541"/>
                <a:gd name="connsiteX9" fmla="*/ 4130 w 121650"/>
                <a:gd name="connsiteY9" fmla="*/ 167475 h 250541"/>
                <a:gd name="connsiteX10" fmla="*/ 241 w 121650"/>
                <a:gd name="connsiteY10" fmla="*/ 196616 h 250541"/>
                <a:gd name="connsiteX11" fmla="*/ 40908 w 121650"/>
                <a:gd name="connsiteY11" fmla="*/ 250634 h 250541"/>
                <a:gd name="connsiteX12" fmla="*/ 121891 w 121650"/>
                <a:gd name="connsiteY12" fmla="*/ 145086 h 250541"/>
                <a:gd name="connsiteX13" fmla="*/ 79455 w 121650"/>
                <a:gd name="connsiteY13" fmla="*/ 89647 h 250541"/>
                <a:gd name="connsiteX14" fmla="*/ 41969 w 121650"/>
                <a:gd name="connsiteY14" fmla="*/ 108482 h 250541"/>
                <a:gd name="connsiteX15" fmla="*/ 66724 w 121650"/>
                <a:gd name="connsiteY15" fmla="*/ 8976 h 250541"/>
                <a:gd name="connsiteX16" fmla="*/ 40908 w 121650"/>
                <a:gd name="connsiteY16" fmla="*/ 242816 h 250541"/>
                <a:gd name="connsiteX17" fmla="*/ 20398 w 121650"/>
                <a:gd name="connsiteY17" fmla="*/ 208699 h 250541"/>
                <a:gd name="connsiteX18" fmla="*/ 33836 w 121650"/>
                <a:gd name="connsiteY18" fmla="*/ 140111 h 250541"/>
                <a:gd name="connsiteX19" fmla="*/ 41616 w 121650"/>
                <a:gd name="connsiteY19" fmla="*/ 123764 h 250541"/>
                <a:gd name="connsiteX20" fmla="*/ 78747 w 121650"/>
                <a:gd name="connsiteY20" fmla="*/ 97466 h 250541"/>
                <a:gd name="connsiteX21" fmla="*/ 98197 w 121650"/>
                <a:gd name="connsiteY21" fmla="*/ 129094 h 250541"/>
                <a:gd name="connsiteX22" fmla="*/ 78394 w 121650"/>
                <a:gd name="connsiteY22" fmla="*/ 209055 h 250541"/>
                <a:gd name="connsiteX23" fmla="*/ 40908 w 121650"/>
                <a:gd name="connsiteY23" fmla="*/ 242816 h 250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1650" h="250541">
                  <a:moveTo>
                    <a:pt x="66724" y="8976"/>
                  </a:moveTo>
                  <a:cubicBezTo>
                    <a:pt x="67077" y="7910"/>
                    <a:pt x="67785" y="5067"/>
                    <a:pt x="67785" y="4357"/>
                  </a:cubicBezTo>
                  <a:cubicBezTo>
                    <a:pt x="67785" y="1158"/>
                    <a:pt x="65663" y="92"/>
                    <a:pt x="62834" y="92"/>
                  </a:cubicBezTo>
                  <a:cubicBezTo>
                    <a:pt x="61773" y="92"/>
                    <a:pt x="58236" y="447"/>
                    <a:pt x="57176" y="803"/>
                  </a:cubicBezTo>
                  <a:lnTo>
                    <a:pt x="22166" y="3646"/>
                  </a:lnTo>
                  <a:cubicBezTo>
                    <a:pt x="17922" y="4001"/>
                    <a:pt x="14032" y="4357"/>
                    <a:pt x="14032" y="11109"/>
                  </a:cubicBezTo>
                  <a:cubicBezTo>
                    <a:pt x="14032" y="15018"/>
                    <a:pt x="17569" y="15018"/>
                    <a:pt x="22519" y="15018"/>
                  </a:cubicBezTo>
                  <a:cubicBezTo>
                    <a:pt x="39494" y="15018"/>
                    <a:pt x="40201" y="17506"/>
                    <a:pt x="40201" y="21059"/>
                  </a:cubicBezTo>
                  <a:cubicBezTo>
                    <a:pt x="40201" y="22125"/>
                    <a:pt x="39140" y="26745"/>
                    <a:pt x="39140" y="27101"/>
                  </a:cubicBezTo>
                  <a:lnTo>
                    <a:pt x="4130" y="167475"/>
                  </a:lnTo>
                  <a:cubicBezTo>
                    <a:pt x="3777" y="168541"/>
                    <a:pt x="241" y="183112"/>
                    <a:pt x="241" y="196616"/>
                  </a:cubicBezTo>
                  <a:cubicBezTo>
                    <a:pt x="241" y="226468"/>
                    <a:pt x="15093" y="250634"/>
                    <a:pt x="40908" y="250634"/>
                  </a:cubicBezTo>
                  <a:cubicBezTo>
                    <a:pt x="80515" y="250634"/>
                    <a:pt x="121891" y="197327"/>
                    <a:pt x="121891" y="145086"/>
                  </a:cubicBezTo>
                  <a:cubicBezTo>
                    <a:pt x="121891" y="107061"/>
                    <a:pt x="100673" y="89647"/>
                    <a:pt x="79455" y="89647"/>
                  </a:cubicBezTo>
                  <a:cubicBezTo>
                    <a:pt x="66016" y="89647"/>
                    <a:pt x="53993" y="97110"/>
                    <a:pt x="41969" y="108482"/>
                  </a:cubicBezTo>
                  <a:lnTo>
                    <a:pt x="66724" y="8976"/>
                  </a:lnTo>
                  <a:close/>
                  <a:moveTo>
                    <a:pt x="40908" y="242816"/>
                  </a:moveTo>
                  <a:cubicBezTo>
                    <a:pt x="32068" y="242816"/>
                    <a:pt x="20398" y="235353"/>
                    <a:pt x="20398" y="208699"/>
                  </a:cubicBezTo>
                  <a:cubicBezTo>
                    <a:pt x="20398" y="193063"/>
                    <a:pt x="23580" y="180624"/>
                    <a:pt x="33836" y="140111"/>
                  </a:cubicBezTo>
                  <a:cubicBezTo>
                    <a:pt x="36311" y="131582"/>
                    <a:pt x="36311" y="130871"/>
                    <a:pt x="41616" y="123764"/>
                  </a:cubicBezTo>
                  <a:cubicBezTo>
                    <a:pt x="51871" y="109549"/>
                    <a:pt x="65309" y="97466"/>
                    <a:pt x="78747" y="97466"/>
                  </a:cubicBezTo>
                  <a:cubicBezTo>
                    <a:pt x="94661" y="97466"/>
                    <a:pt x="98197" y="117722"/>
                    <a:pt x="98197" y="129094"/>
                  </a:cubicBezTo>
                  <a:cubicBezTo>
                    <a:pt x="98197" y="144020"/>
                    <a:pt x="88649" y="186310"/>
                    <a:pt x="78394" y="209055"/>
                  </a:cubicBezTo>
                  <a:cubicBezTo>
                    <a:pt x="74150" y="217939"/>
                    <a:pt x="58944" y="242816"/>
                    <a:pt x="40908" y="242816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1253DB2C-5C3A-97F7-DC9C-FDA378D79683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6534338" y="3896587"/>
              <a:ext cx="82043" cy="355378"/>
            </a:xfrm>
            <a:custGeom>
              <a:avLst/>
              <a:gdLst>
                <a:gd name="connsiteX0" fmla="*/ 82288 w 82043"/>
                <a:gd name="connsiteY0" fmla="*/ 351917 h 355378"/>
                <a:gd name="connsiteX1" fmla="*/ 76276 w 82043"/>
                <a:gd name="connsiteY1" fmla="*/ 344098 h 355378"/>
                <a:gd name="connsiteX2" fmla="*/ 20756 w 82043"/>
                <a:gd name="connsiteY2" fmla="*/ 177781 h 355378"/>
                <a:gd name="connsiteX3" fmla="*/ 77691 w 82043"/>
                <a:gd name="connsiteY3" fmla="*/ 9687 h 355378"/>
                <a:gd name="connsiteX4" fmla="*/ 82288 w 82043"/>
                <a:gd name="connsiteY4" fmla="*/ 3646 h 355378"/>
                <a:gd name="connsiteX5" fmla="*/ 78752 w 82043"/>
                <a:gd name="connsiteY5" fmla="*/ 92 h 355378"/>
                <a:gd name="connsiteX6" fmla="*/ 22524 w 82043"/>
                <a:gd name="connsiteY6" fmla="*/ 69391 h 355378"/>
                <a:gd name="connsiteX7" fmla="*/ 245 w 82043"/>
                <a:gd name="connsiteY7" fmla="*/ 177781 h 355378"/>
                <a:gd name="connsiteX8" fmla="*/ 23585 w 82043"/>
                <a:gd name="connsiteY8" fmla="*/ 288659 h 355378"/>
                <a:gd name="connsiteX9" fmla="*/ 78752 w 82043"/>
                <a:gd name="connsiteY9" fmla="*/ 355470 h 355378"/>
                <a:gd name="connsiteX10" fmla="*/ 82288 w 82043"/>
                <a:gd name="connsiteY10" fmla="*/ 351917 h 355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43" h="355378">
                  <a:moveTo>
                    <a:pt x="82288" y="351917"/>
                  </a:moveTo>
                  <a:cubicBezTo>
                    <a:pt x="82288" y="350851"/>
                    <a:pt x="82288" y="350140"/>
                    <a:pt x="76276" y="344098"/>
                  </a:cubicBezTo>
                  <a:cubicBezTo>
                    <a:pt x="32072" y="299321"/>
                    <a:pt x="20756" y="232154"/>
                    <a:pt x="20756" y="177781"/>
                  </a:cubicBezTo>
                  <a:cubicBezTo>
                    <a:pt x="20756" y="115945"/>
                    <a:pt x="34194" y="54110"/>
                    <a:pt x="77691" y="9687"/>
                  </a:cubicBezTo>
                  <a:cubicBezTo>
                    <a:pt x="82288" y="5423"/>
                    <a:pt x="82288" y="4712"/>
                    <a:pt x="82288" y="3646"/>
                  </a:cubicBezTo>
                  <a:cubicBezTo>
                    <a:pt x="82288" y="1158"/>
                    <a:pt x="80874" y="92"/>
                    <a:pt x="78752" y="92"/>
                  </a:cubicBezTo>
                  <a:cubicBezTo>
                    <a:pt x="75216" y="92"/>
                    <a:pt x="43388" y="24258"/>
                    <a:pt x="22524" y="69391"/>
                  </a:cubicBezTo>
                  <a:cubicBezTo>
                    <a:pt x="4489" y="108482"/>
                    <a:pt x="245" y="147929"/>
                    <a:pt x="245" y="177781"/>
                  </a:cubicBezTo>
                  <a:cubicBezTo>
                    <a:pt x="245" y="205501"/>
                    <a:pt x="4135" y="248502"/>
                    <a:pt x="23585" y="288659"/>
                  </a:cubicBezTo>
                  <a:cubicBezTo>
                    <a:pt x="44803" y="332371"/>
                    <a:pt x="75216" y="355470"/>
                    <a:pt x="78752" y="355470"/>
                  </a:cubicBezTo>
                  <a:cubicBezTo>
                    <a:pt x="80874" y="355470"/>
                    <a:pt x="82288" y="354404"/>
                    <a:pt x="82288" y="351917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53391EC-048B-8501-E212-8CECF31578D0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6647108" y="4006043"/>
              <a:ext cx="234105" cy="160986"/>
            </a:xfrm>
            <a:custGeom>
              <a:avLst/>
              <a:gdLst>
                <a:gd name="connsiteX0" fmla="*/ 153372 w 234105"/>
                <a:gd name="connsiteY0" fmla="*/ 36696 h 160986"/>
                <a:gd name="connsiteX1" fmla="*/ 158677 w 234105"/>
                <a:gd name="connsiteY1" fmla="*/ 13596 h 160986"/>
                <a:gd name="connsiteX2" fmla="*/ 148422 w 234105"/>
                <a:gd name="connsiteY2" fmla="*/ 4001 h 160986"/>
                <a:gd name="connsiteX3" fmla="*/ 135337 w 234105"/>
                <a:gd name="connsiteY3" fmla="*/ 13952 h 160986"/>
                <a:gd name="connsiteX4" fmla="*/ 115180 w 234105"/>
                <a:gd name="connsiteY4" fmla="*/ 93557 h 160986"/>
                <a:gd name="connsiteX5" fmla="*/ 111997 w 234105"/>
                <a:gd name="connsiteY5" fmla="*/ 117012 h 160986"/>
                <a:gd name="connsiteX6" fmla="*/ 112351 w 234105"/>
                <a:gd name="connsiteY6" fmla="*/ 123408 h 160986"/>
                <a:gd name="connsiteX7" fmla="*/ 79817 w 234105"/>
                <a:gd name="connsiteY7" fmla="*/ 153260 h 160986"/>
                <a:gd name="connsiteX8" fmla="*/ 51526 w 234105"/>
                <a:gd name="connsiteY8" fmla="*/ 120921 h 160986"/>
                <a:gd name="connsiteX9" fmla="*/ 69915 w 234105"/>
                <a:gd name="connsiteY9" fmla="*/ 51977 h 160986"/>
                <a:gd name="connsiteX10" fmla="*/ 75927 w 234105"/>
                <a:gd name="connsiteY10" fmla="*/ 29233 h 160986"/>
                <a:gd name="connsiteX11" fmla="*/ 46929 w 234105"/>
                <a:gd name="connsiteY11" fmla="*/ 92 h 160986"/>
                <a:gd name="connsiteX12" fmla="*/ 249 w 234105"/>
                <a:gd name="connsiteY12" fmla="*/ 54820 h 160986"/>
                <a:gd name="connsiteX13" fmla="*/ 4493 w 234105"/>
                <a:gd name="connsiteY13" fmla="*/ 58374 h 160986"/>
                <a:gd name="connsiteX14" fmla="*/ 10151 w 234105"/>
                <a:gd name="connsiteY14" fmla="*/ 51977 h 160986"/>
                <a:gd name="connsiteX15" fmla="*/ 45868 w 234105"/>
                <a:gd name="connsiteY15" fmla="*/ 7910 h 160986"/>
                <a:gd name="connsiteX16" fmla="*/ 54709 w 234105"/>
                <a:gd name="connsiteY16" fmla="*/ 19638 h 160986"/>
                <a:gd name="connsiteX17" fmla="*/ 48343 w 234105"/>
                <a:gd name="connsiteY17" fmla="*/ 44514 h 160986"/>
                <a:gd name="connsiteX18" fmla="*/ 28540 w 234105"/>
                <a:gd name="connsiteY18" fmla="*/ 116301 h 160986"/>
                <a:gd name="connsiteX19" fmla="*/ 78756 w 234105"/>
                <a:gd name="connsiteY19" fmla="*/ 161078 h 160986"/>
                <a:gd name="connsiteX20" fmla="*/ 115534 w 234105"/>
                <a:gd name="connsiteY20" fmla="*/ 136202 h 160986"/>
                <a:gd name="connsiteX21" fmla="*/ 159738 w 234105"/>
                <a:gd name="connsiteY21" fmla="*/ 161078 h 160986"/>
                <a:gd name="connsiteX22" fmla="*/ 211015 w 234105"/>
                <a:gd name="connsiteY22" fmla="*/ 117367 h 160986"/>
                <a:gd name="connsiteX23" fmla="*/ 234355 w 234105"/>
                <a:gd name="connsiteY23" fmla="*/ 24969 h 160986"/>
                <a:gd name="connsiteX24" fmla="*/ 218795 w 234105"/>
                <a:gd name="connsiteY24" fmla="*/ 92 h 160986"/>
                <a:gd name="connsiteX25" fmla="*/ 201113 w 234105"/>
                <a:gd name="connsiteY25" fmla="*/ 17150 h 160986"/>
                <a:gd name="connsiteX26" fmla="*/ 206418 w 234105"/>
                <a:gd name="connsiteY26" fmla="*/ 26745 h 160986"/>
                <a:gd name="connsiteX27" fmla="*/ 219148 w 234105"/>
                <a:gd name="connsiteY27" fmla="*/ 56953 h 160986"/>
                <a:gd name="connsiteX28" fmla="*/ 199699 w 234105"/>
                <a:gd name="connsiteY28" fmla="*/ 121987 h 160986"/>
                <a:gd name="connsiteX29" fmla="*/ 160799 w 234105"/>
                <a:gd name="connsiteY29" fmla="*/ 153260 h 160986"/>
                <a:gd name="connsiteX30" fmla="*/ 134630 w 234105"/>
                <a:gd name="connsiteY30" fmla="*/ 122342 h 160986"/>
                <a:gd name="connsiteX31" fmla="*/ 138520 w 234105"/>
                <a:gd name="connsiteY31" fmla="*/ 96400 h 160986"/>
                <a:gd name="connsiteX32" fmla="*/ 153372 w 234105"/>
                <a:gd name="connsiteY32" fmla="*/ 36696 h 160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4105" h="160986">
                  <a:moveTo>
                    <a:pt x="153372" y="36696"/>
                  </a:moveTo>
                  <a:cubicBezTo>
                    <a:pt x="155141" y="28878"/>
                    <a:pt x="158677" y="15729"/>
                    <a:pt x="158677" y="13596"/>
                  </a:cubicBezTo>
                  <a:cubicBezTo>
                    <a:pt x="158677" y="7200"/>
                    <a:pt x="153726" y="4001"/>
                    <a:pt x="148422" y="4001"/>
                  </a:cubicBezTo>
                  <a:cubicBezTo>
                    <a:pt x="144178" y="4001"/>
                    <a:pt x="137813" y="6844"/>
                    <a:pt x="135337" y="13952"/>
                  </a:cubicBezTo>
                  <a:cubicBezTo>
                    <a:pt x="134276" y="16439"/>
                    <a:pt x="117655" y="84317"/>
                    <a:pt x="115180" y="93557"/>
                  </a:cubicBezTo>
                  <a:cubicBezTo>
                    <a:pt x="112705" y="104218"/>
                    <a:pt x="111997" y="110615"/>
                    <a:pt x="111997" y="117012"/>
                  </a:cubicBezTo>
                  <a:cubicBezTo>
                    <a:pt x="111997" y="120921"/>
                    <a:pt x="111997" y="121631"/>
                    <a:pt x="112351" y="123408"/>
                  </a:cubicBezTo>
                  <a:cubicBezTo>
                    <a:pt x="104217" y="142243"/>
                    <a:pt x="93608" y="153260"/>
                    <a:pt x="79817" y="153260"/>
                  </a:cubicBezTo>
                  <a:cubicBezTo>
                    <a:pt x="51526" y="153260"/>
                    <a:pt x="51526" y="126962"/>
                    <a:pt x="51526" y="120921"/>
                  </a:cubicBezTo>
                  <a:cubicBezTo>
                    <a:pt x="51526" y="109549"/>
                    <a:pt x="53294" y="95689"/>
                    <a:pt x="69915" y="51977"/>
                  </a:cubicBezTo>
                  <a:cubicBezTo>
                    <a:pt x="73805" y="41316"/>
                    <a:pt x="75927" y="36341"/>
                    <a:pt x="75927" y="29233"/>
                  </a:cubicBezTo>
                  <a:cubicBezTo>
                    <a:pt x="75927" y="13241"/>
                    <a:pt x="64257" y="92"/>
                    <a:pt x="46929" y="92"/>
                  </a:cubicBezTo>
                  <a:cubicBezTo>
                    <a:pt x="13333" y="92"/>
                    <a:pt x="249" y="51622"/>
                    <a:pt x="249" y="54820"/>
                  </a:cubicBezTo>
                  <a:cubicBezTo>
                    <a:pt x="249" y="58374"/>
                    <a:pt x="3785" y="58374"/>
                    <a:pt x="4493" y="58374"/>
                  </a:cubicBezTo>
                  <a:cubicBezTo>
                    <a:pt x="8029" y="58374"/>
                    <a:pt x="8383" y="57663"/>
                    <a:pt x="10151" y="51977"/>
                  </a:cubicBezTo>
                  <a:cubicBezTo>
                    <a:pt x="19699" y="18927"/>
                    <a:pt x="33491" y="7910"/>
                    <a:pt x="45868" y="7910"/>
                  </a:cubicBezTo>
                  <a:cubicBezTo>
                    <a:pt x="49050" y="7910"/>
                    <a:pt x="54709" y="8266"/>
                    <a:pt x="54709" y="19638"/>
                  </a:cubicBezTo>
                  <a:cubicBezTo>
                    <a:pt x="54709" y="28522"/>
                    <a:pt x="50819" y="38473"/>
                    <a:pt x="48343" y="44514"/>
                  </a:cubicBezTo>
                  <a:cubicBezTo>
                    <a:pt x="32783" y="86449"/>
                    <a:pt x="28540" y="102796"/>
                    <a:pt x="28540" y="116301"/>
                  </a:cubicBezTo>
                  <a:cubicBezTo>
                    <a:pt x="28540" y="148640"/>
                    <a:pt x="52233" y="161078"/>
                    <a:pt x="78756" y="161078"/>
                  </a:cubicBezTo>
                  <a:cubicBezTo>
                    <a:pt x="84767" y="161078"/>
                    <a:pt x="101388" y="161078"/>
                    <a:pt x="115534" y="136202"/>
                  </a:cubicBezTo>
                  <a:cubicBezTo>
                    <a:pt x="124728" y="158946"/>
                    <a:pt x="149129" y="161078"/>
                    <a:pt x="159738" y="161078"/>
                  </a:cubicBezTo>
                  <a:cubicBezTo>
                    <a:pt x="186260" y="161078"/>
                    <a:pt x="201820" y="138690"/>
                    <a:pt x="211015" y="117367"/>
                  </a:cubicBezTo>
                  <a:cubicBezTo>
                    <a:pt x="223038" y="89647"/>
                    <a:pt x="234355" y="42027"/>
                    <a:pt x="234355" y="24969"/>
                  </a:cubicBezTo>
                  <a:cubicBezTo>
                    <a:pt x="234355" y="5423"/>
                    <a:pt x="224807" y="92"/>
                    <a:pt x="218795" y="92"/>
                  </a:cubicBezTo>
                  <a:cubicBezTo>
                    <a:pt x="209954" y="92"/>
                    <a:pt x="201113" y="9332"/>
                    <a:pt x="201113" y="17150"/>
                  </a:cubicBezTo>
                  <a:cubicBezTo>
                    <a:pt x="201113" y="21770"/>
                    <a:pt x="203235" y="23902"/>
                    <a:pt x="206418" y="26745"/>
                  </a:cubicBezTo>
                  <a:cubicBezTo>
                    <a:pt x="210308" y="30655"/>
                    <a:pt x="219148" y="39894"/>
                    <a:pt x="219148" y="56953"/>
                  </a:cubicBezTo>
                  <a:cubicBezTo>
                    <a:pt x="219148" y="69035"/>
                    <a:pt x="208893" y="103863"/>
                    <a:pt x="199699" y="121987"/>
                  </a:cubicBezTo>
                  <a:cubicBezTo>
                    <a:pt x="190504" y="140822"/>
                    <a:pt x="178127" y="153260"/>
                    <a:pt x="160799" y="153260"/>
                  </a:cubicBezTo>
                  <a:cubicBezTo>
                    <a:pt x="144178" y="153260"/>
                    <a:pt x="134630" y="142599"/>
                    <a:pt x="134630" y="122342"/>
                  </a:cubicBezTo>
                  <a:cubicBezTo>
                    <a:pt x="134630" y="112392"/>
                    <a:pt x="137105" y="101375"/>
                    <a:pt x="138520" y="96400"/>
                  </a:cubicBezTo>
                  <a:lnTo>
                    <a:pt x="153372" y="36696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7B78FFC0-B4D9-053C-0F1D-46023C7C7B40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6901660" y="4051496"/>
              <a:ext cx="75005" cy="167418"/>
            </a:xfrm>
            <a:custGeom>
              <a:avLst/>
              <a:gdLst>
                <a:gd name="connsiteX0" fmla="*/ 68826 w 75005"/>
                <a:gd name="connsiteY0" fmla="*/ 9547 h 167418"/>
                <a:gd name="connsiteX1" fmla="*/ 58924 w 75005"/>
                <a:gd name="connsiteY1" fmla="*/ 94 h 167418"/>
                <a:gd name="connsiteX2" fmla="*/ 45062 w 75005"/>
                <a:gd name="connsiteY2" fmla="*/ 13776 h 167418"/>
                <a:gd name="connsiteX3" fmla="*/ 54963 w 75005"/>
                <a:gd name="connsiteY3" fmla="*/ 23229 h 167418"/>
                <a:gd name="connsiteX4" fmla="*/ 68826 w 75005"/>
                <a:gd name="connsiteY4" fmla="*/ 9547 h 167418"/>
                <a:gd name="connsiteX5" fmla="*/ 18327 w 75005"/>
                <a:gd name="connsiteY5" fmla="*/ 135919 h 167418"/>
                <a:gd name="connsiteX6" fmla="*/ 16099 w 75005"/>
                <a:gd name="connsiteY6" fmla="*/ 146367 h 167418"/>
                <a:gd name="connsiteX7" fmla="*/ 39616 w 75005"/>
                <a:gd name="connsiteY7" fmla="*/ 167512 h 167418"/>
                <a:gd name="connsiteX8" fmla="*/ 75262 w 75005"/>
                <a:gd name="connsiteY8" fmla="*/ 129451 h 167418"/>
                <a:gd name="connsiteX9" fmla="*/ 71301 w 75005"/>
                <a:gd name="connsiteY9" fmla="*/ 126217 h 167418"/>
                <a:gd name="connsiteX10" fmla="*/ 66598 w 75005"/>
                <a:gd name="connsiteY10" fmla="*/ 130446 h 167418"/>
                <a:gd name="connsiteX11" fmla="*/ 40358 w 75005"/>
                <a:gd name="connsiteY11" fmla="*/ 160547 h 167418"/>
                <a:gd name="connsiteX12" fmla="*/ 34170 w 75005"/>
                <a:gd name="connsiteY12" fmla="*/ 151840 h 167418"/>
                <a:gd name="connsiteX13" fmla="*/ 38130 w 75005"/>
                <a:gd name="connsiteY13" fmla="*/ 135919 h 167418"/>
                <a:gd name="connsiteX14" fmla="*/ 46052 w 75005"/>
                <a:gd name="connsiteY14" fmla="*/ 116018 h 167418"/>
                <a:gd name="connsiteX15" fmla="*/ 58181 w 75005"/>
                <a:gd name="connsiteY15" fmla="*/ 84425 h 167418"/>
                <a:gd name="connsiteX16" fmla="*/ 59667 w 75005"/>
                <a:gd name="connsiteY16" fmla="*/ 76464 h 167418"/>
                <a:gd name="connsiteX17" fmla="*/ 36150 w 75005"/>
                <a:gd name="connsiteY17" fmla="*/ 55319 h 167418"/>
                <a:gd name="connsiteX18" fmla="*/ 256 w 75005"/>
                <a:gd name="connsiteY18" fmla="*/ 93380 h 167418"/>
                <a:gd name="connsiteX19" fmla="*/ 4464 w 75005"/>
                <a:gd name="connsiteY19" fmla="*/ 96614 h 167418"/>
                <a:gd name="connsiteX20" fmla="*/ 8920 w 75005"/>
                <a:gd name="connsiteY20" fmla="*/ 92634 h 167418"/>
                <a:gd name="connsiteX21" fmla="*/ 35407 w 75005"/>
                <a:gd name="connsiteY21" fmla="*/ 62285 h 167418"/>
                <a:gd name="connsiteX22" fmla="*/ 41596 w 75005"/>
                <a:gd name="connsiteY22" fmla="*/ 70991 h 167418"/>
                <a:gd name="connsiteX23" fmla="*/ 33922 w 75005"/>
                <a:gd name="connsiteY23" fmla="*/ 95868 h 167418"/>
                <a:gd name="connsiteX24" fmla="*/ 18327 w 75005"/>
                <a:gd name="connsiteY24" fmla="*/ 135919 h 167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005" h="167418">
                  <a:moveTo>
                    <a:pt x="68826" y="9547"/>
                  </a:moveTo>
                  <a:cubicBezTo>
                    <a:pt x="68826" y="5566"/>
                    <a:pt x="65855" y="94"/>
                    <a:pt x="58924" y="94"/>
                  </a:cubicBezTo>
                  <a:cubicBezTo>
                    <a:pt x="52240" y="94"/>
                    <a:pt x="45062" y="6561"/>
                    <a:pt x="45062" y="13776"/>
                  </a:cubicBezTo>
                  <a:cubicBezTo>
                    <a:pt x="45062" y="18005"/>
                    <a:pt x="48280" y="23229"/>
                    <a:pt x="54963" y="23229"/>
                  </a:cubicBezTo>
                  <a:cubicBezTo>
                    <a:pt x="62142" y="23229"/>
                    <a:pt x="68826" y="16263"/>
                    <a:pt x="68826" y="9547"/>
                  </a:cubicBezTo>
                  <a:close/>
                  <a:moveTo>
                    <a:pt x="18327" y="135919"/>
                  </a:moveTo>
                  <a:cubicBezTo>
                    <a:pt x="17337" y="139153"/>
                    <a:pt x="16099" y="142138"/>
                    <a:pt x="16099" y="146367"/>
                  </a:cubicBezTo>
                  <a:cubicBezTo>
                    <a:pt x="16099" y="158059"/>
                    <a:pt x="26001" y="167512"/>
                    <a:pt x="39616" y="167512"/>
                  </a:cubicBezTo>
                  <a:cubicBezTo>
                    <a:pt x="64370" y="167512"/>
                    <a:pt x="75262" y="133183"/>
                    <a:pt x="75262" y="129451"/>
                  </a:cubicBezTo>
                  <a:cubicBezTo>
                    <a:pt x="75262" y="126217"/>
                    <a:pt x="72044" y="126217"/>
                    <a:pt x="71301" y="126217"/>
                  </a:cubicBezTo>
                  <a:cubicBezTo>
                    <a:pt x="67836" y="126217"/>
                    <a:pt x="67588" y="127710"/>
                    <a:pt x="66598" y="130446"/>
                  </a:cubicBezTo>
                  <a:cubicBezTo>
                    <a:pt x="60904" y="150348"/>
                    <a:pt x="50012" y="160547"/>
                    <a:pt x="40358" y="160547"/>
                  </a:cubicBezTo>
                  <a:cubicBezTo>
                    <a:pt x="35407" y="160547"/>
                    <a:pt x="34170" y="157313"/>
                    <a:pt x="34170" y="151840"/>
                  </a:cubicBezTo>
                  <a:cubicBezTo>
                    <a:pt x="34170" y="146119"/>
                    <a:pt x="35902" y="141392"/>
                    <a:pt x="38130" y="135919"/>
                  </a:cubicBezTo>
                  <a:cubicBezTo>
                    <a:pt x="40606" y="129203"/>
                    <a:pt x="43329" y="122486"/>
                    <a:pt x="46052" y="116018"/>
                  </a:cubicBezTo>
                  <a:cubicBezTo>
                    <a:pt x="48280" y="110048"/>
                    <a:pt x="57191" y="87410"/>
                    <a:pt x="58181" y="84425"/>
                  </a:cubicBezTo>
                  <a:cubicBezTo>
                    <a:pt x="58924" y="81937"/>
                    <a:pt x="59667" y="78952"/>
                    <a:pt x="59667" y="76464"/>
                  </a:cubicBezTo>
                  <a:cubicBezTo>
                    <a:pt x="59667" y="64772"/>
                    <a:pt x="49765" y="55319"/>
                    <a:pt x="36150" y="55319"/>
                  </a:cubicBezTo>
                  <a:cubicBezTo>
                    <a:pt x="11643" y="55319"/>
                    <a:pt x="256" y="89151"/>
                    <a:pt x="256" y="93380"/>
                  </a:cubicBezTo>
                  <a:cubicBezTo>
                    <a:pt x="256" y="96614"/>
                    <a:pt x="3722" y="96614"/>
                    <a:pt x="4464" y="96614"/>
                  </a:cubicBezTo>
                  <a:cubicBezTo>
                    <a:pt x="7930" y="96614"/>
                    <a:pt x="8177" y="95370"/>
                    <a:pt x="8920" y="92634"/>
                  </a:cubicBezTo>
                  <a:cubicBezTo>
                    <a:pt x="15356" y="71240"/>
                    <a:pt x="26248" y="62285"/>
                    <a:pt x="35407" y="62285"/>
                  </a:cubicBezTo>
                  <a:cubicBezTo>
                    <a:pt x="39368" y="62285"/>
                    <a:pt x="41596" y="64275"/>
                    <a:pt x="41596" y="70991"/>
                  </a:cubicBezTo>
                  <a:cubicBezTo>
                    <a:pt x="41596" y="76713"/>
                    <a:pt x="40111" y="80445"/>
                    <a:pt x="33922" y="95868"/>
                  </a:cubicBezTo>
                  <a:lnTo>
                    <a:pt x="18327" y="135919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A9275939-302B-D0D2-09FE-FC951EC41C92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7027917" y="3896587"/>
              <a:ext cx="82043" cy="355378"/>
            </a:xfrm>
            <a:custGeom>
              <a:avLst/>
              <a:gdLst>
                <a:gd name="connsiteX0" fmla="*/ 82303 w 82043"/>
                <a:gd name="connsiteY0" fmla="*/ 177781 h 355378"/>
                <a:gd name="connsiteX1" fmla="*/ 58963 w 82043"/>
                <a:gd name="connsiteY1" fmla="*/ 66903 h 355378"/>
                <a:gd name="connsiteX2" fmla="*/ 3796 w 82043"/>
                <a:gd name="connsiteY2" fmla="*/ 92 h 355378"/>
                <a:gd name="connsiteX3" fmla="*/ 259 w 82043"/>
                <a:gd name="connsiteY3" fmla="*/ 3646 h 355378"/>
                <a:gd name="connsiteX4" fmla="*/ 6978 w 82043"/>
                <a:gd name="connsiteY4" fmla="*/ 11820 h 355378"/>
                <a:gd name="connsiteX5" fmla="*/ 61792 w 82043"/>
                <a:gd name="connsiteY5" fmla="*/ 177781 h 355378"/>
                <a:gd name="connsiteX6" fmla="*/ 4857 w 82043"/>
                <a:gd name="connsiteY6" fmla="*/ 345875 h 355378"/>
                <a:gd name="connsiteX7" fmla="*/ 259 w 82043"/>
                <a:gd name="connsiteY7" fmla="*/ 351917 h 355378"/>
                <a:gd name="connsiteX8" fmla="*/ 3796 w 82043"/>
                <a:gd name="connsiteY8" fmla="*/ 355470 h 355378"/>
                <a:gd name="connsiteX9" fmla="*/ 60024 w 82043"/>
                <a:gd name="connsiteY9" fmla="*/ 286172 h 355378"/>
                <a:gd name="connsiteX10" fmla="*/ 82303 w 82043"/>
                <a:gd name="connsiteY10" fmla="*/ 177781 h 355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43" h="355378">
                  <a:moveTo>
                    <a:pt x="82303" y="177781"/>
                  </a:moveTo>
                  <a:cubicBezTo>
                    <a:pt x="82303" y="150062"/>
                    <a:pt x="78413" y="107061"/>
                    <a:pt x="58963" y="66903"/>
                  </a:cubicBezTo>
                  <a:cubicBezTo>
                    <a:pt x="37745" y="23192"/>
                    <a:pt x="7332" y="92"/>
                    <a:pt x="3796" y="92"/>
                  </a:cubicBezTo>
                  <a:cubicBezTo>
                    <a:pt x="1674" y="92"/>
                    <a:pt x="259" y="1514"/>
                    <a:pt x="259" y="3646"/>
                  </a:cubicBezTo>
                  <a:cubicBezTo>
                    <a:pt x="259" y="4712"/>
                    <a:pt x="259" y="5423"/>
                    <a:pt x="6978" y="11820"/>
                  </a:cubicBezTo>
                  <a:cubicBezTo>
                    <a:pt x="41635" y="47002"/>
                    <a:pt x="61792" y="103507"/>
                    <a:pt x="61792" y="177781"/>
                  </a:cubicBezTo>
                  <a:cubicBezTo>
                    <a:pt x="61792" y="238551"/>
                    <a:pt x="48707" y="301098"/>
                    <a:pt x="4857" y="345875"/>
                  </a:cubicBezTo>
                  <a:cubicBezTo>
                    <a:pt x="259" y="350140"/>
                    <a:pt x="259" y="350851"/>
                    <a:pt x="259" y="351917"/>
                  </a:cubicBezTo>
                  <a:cubicBezTo>
                    <a:pt x="259" y="354049"/>
                    <a:pt x="1674" y="355470"/>
                    <a:pt x="3796" y="355470"/>
                  </a:cubicBezTo>
                  <a:cubicBezTo>
                    <a:pt x="7332" y="355470"/>
                    <a:pt x="39159" y="331305"/>
                    <a:pt x="60024" y="286172"/>
                  </a:cubicBezTo>
                  <a:cubicBezTo>
                    <a:pt x="78059" y="247080"/>
                    <a:pt x="82303" y="207633"/>
                    <a:pt x="82303" y="177781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112" name="Group 111" descr="\documentclass{article}&#10;\usepackage{amsmath,amssymb}&#10;\pagestyle{empty}&#10;\begin{document}&#10;&#10;\newcommand{\score}{\textrm{score}}&#10;\newcommand{\classify}{\textrm{classify}}&#10;\newcommand{\bx}{\mathbf{x}}&#10;&#10;\begin{align*}&#10;\alpha(w_i \mid \mathbf{\bar{x}}) = \text{softmax}_{i'=1}^k \left(\text{MLP}([\textit{emb}(w_i); \mathbf{\bar{x}}])\right) \in \mathbb{R}&#10;\end{align*}&#10;&#10;&#10;\end{document}" title="IguanaTex Vector Display">
            <a:extLst>
              <a:ext uri="{FF2B5EF4-FFF2-40B4-BE49-F238E27FC236}">
                <a16:creationId xmlns:a16="http://schemas.microsoft.com/office/drawing/2014/main" id="{6A3948A3-EA05-396B-9367-634826E8CC45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2159000" y="4343401"/>
            <a:ext cx="7549357" cy="420606"/>
            <a:chOff x="6699848" y="7328963"/>
            <a:chExt cx="7549357" cy="420606"/>
          </a:xfrm>
        </p:grpSpPr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9FFF5BB-A966-388F-742A-BEAEEDD02FA0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6699848" y="7502919"/>
              <a:ext cx="198746" cy="160484"/>
            </a:xfrm>
            <a:custGeom>
              <a:avLst/>
              <a:gdLst>
                <a:gd name="connsiteX0" fmla="*/ 154589 w 198746"/>
                <a:gd name="connsiteY0" fmla="*/ 73065 h 160484"/>
                <a:gd name="connsiteX1" fmla="*/ 95426 w 198746"/>
                <a:gd name="connsiteY1" fmla="*/ 85 h 160484"/>
                <a:gd name="connsiteX2" fmla="*/ 127 w 198746"/>
                <a:gd name="connsiteY2" fmla="*/ 100698 h 160484"/>
                <a:gd name="connsiteX3" fmla="*/ 57519 w 198746"/>
                <a:gd name="connsiteY3" fmla="*/ 160570 h 160484"/>
                <a:gd name="connsiteX4" fmla="*/ 132270 w 198746"/>
                <a:gd name="connsiteY4" fmla="*/ 130811 h 160484"/>
                <a:gd name="connsiteX5" fmla="*/ 164509 w 198746"/>
                <a:gd name="connsiteY5" fmla="*/ 160570 h 160484"/>
                <a:gd name="connsiteX6" fmla="*/ 194268 w 198746"/>
                <a:gd name="connsiteY6" fmla="*/ 135416 h 160484"/>
                <a:gd name="connsiteX7" fmla="*/ 190017 w 198746"/>
                <a:gd name="connsiteY7" fmla="*/ 131874 h 160484"/>
                <a:gd name="connsiteX8" fmla="*/ 185411 w 198746"/>
                <a:gd name="connsiteY8" fmla="*/ 135416 h 160484"/>
                <a:gd name="connsiteX9" fmla="*/ 165572 w 198746"/>
                <a:gd name="connsiteY9" fmla="*/ 152776 h 160484"/>
                <a:gd name="connsiteX10" fmla="*/ 154589 w 198746"/>
                <a:gd name="connsiteY10" fmla="*/ 116640 h 160484"/>
                <a:gd name="connsiteX11" fmla="*/ 158132 w 198746"/>
                <a:gd name="connsiteY11" fmla="*/ 104241 h 160484"/>
                <a:gd name="connsiteX12" fmla="*/ 198873 w 198746"/>
                <a:gd name="connsiteY12" fmla="*/ 20987 h 160484"/>
                <a:gd name="connsiteX13" fmla="*/ 194622 w 198746"/>
                <a:gd name="connsiteY13" fmla="*/ 17444 h 160484"/>
                <a:gd name="connsiteX14" fmla="*/ 189308 w 198746"/>
                <a:gd name="connsiteY14" fmla="*/ 24884 h 160484"/>
                <a:gd name="connsiteX15" fmla="*/ 154589 w 198746"/>
                <a:gd name="connsiteY15" fmla="*/ 95029 h 160484"/>
                <a:gd name="connsiteX16" fmla="*/ 154589 w 198746"/>
                <a:gd name="connsiteY16" fmla="*/ 73065 h 160484"/>
                <a:gd name="connsiteX17" fmla="*/ 130853 w 198746"/>
                <a:gd name="connsiteY17" fmla="*/ 121600 h 160484"/>
                <a:gd name="connsiteX18" fmla="*/ 58228 w 198746"/>
                <a:gd name="connsiteY18" fmla="*/ 152776 h 160484"/>
                <a:gd name="connsiteX19" fmla="*/ 26343 w 198746"/>
                <a:gd name="connsiteY19" fmla="*/ 114160 h 160484"/>
                <a:gd name="connsiteX20" fmla="*/ 46891 w 198746"/>
                <a:gd name="connsiteY20" fmla="*/ 40472 h 160484"/>
                <a:gd name="connsiteX21" fmla="*/ 95072 w 198746"/>
                <a:gd name="connsiteY21" fmla="*/ 7879 h 160484"/>
                <a:gd name="connsiteX22" fmla="*/ 130145 w 198746"/>
                <a:gd name="connsiteY22" fmla="*/ 81921 h 160484"/>
                <a:gd name="connsiteX23" fmla="*/ 130853 w 198746"/>
                <a:gd name="connsiteY23" fmla="*/ 121600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8746" h="160484">
                  <a:moveTo>
                    <a:pt x="154589" y="73065"/>
                  </a:moveTo>
                  <a:cubicBezTo>
                    <a:pt x="154589" y="17444"/>
                    <a:pt x="121642" y="85"/>
                    <a:pt x="95426" y="85"/>
                  </a:cubicBezTo>
                  <a:cubicBezTo>
                    <a:pt x="46891" y="85"/>
                    <a:pt x="127" y="50746"/>
                    <a:pt x="127" y="100698"/>
                  </a:cubicBezTo>
                  <a:cubicBezTo>
                    <a:pt x="127" y="133645"/>
                    <a:pt x="21383" y="160570"/>
                    <a:pt x="57519" y="160570"/>
                  </a:cubicBezTo>
                  <a:cubicBezTo>
                    <a:pt x="79838" y="160570"/>
                    <a:pt x="105346" y="152421"/>
                    <a:pt x="132270" y="130811"/>
                  </a:cubicBezTo>
                  <a:cubicBezTo>
                    <a:pt x="136876" y="149587"/>
                    <a:pt x="148567" y="160570"/>
                    <a:pt x="164509" y="160570"/>
                  </a:cubicBezTo>
                  <a:cubicBezTo>
                    <a:pt x="183285" y="160570"/>
                    <a:pt x="194268" y="141085"/>
                    <a:pt x="194268" y="135416"/>
                  </a:cubicBezTo>
                  <a:cubicBezTo>
                    <a:pt x="194268" y="132937"/>
                    <a:pt x="192142" y="131874"/>
                    <a:pt x="190017" y="131874"/>
                  </a:cubicBezTo>
                  <a:cubicBezTo>
                    <a:pt x="187537" y="131874"/>
                    <a:pt x="186474" y="132937"/>
                    <a:pt x="185411" y="135416"/>
                  </a:cubicBezTo>
                  <a:cubicBezTo>
                    <a:pt x="179034" y="152776"/>
                    <a:pt x="166280" y="152776"/>
                    <a:pt x="165572" y="152776"/>
                  </a:cubicBezTo>
                  <a:cubicBezTo>
                    <a:pt x="154589" y="152776"/>
                    <a:pt x="154589" y="125143"/>
                    <a:pt x="154589" y="116640"/>
                  </a:cubicBezTo>
                  <a:cubicBezTo>
                    <a:pt x="154589" y="109200"/>
                    <a:pt x="154589" y="108492"/>
                    <a:pt x="158132" y="104241"/>
                  </a:cubicBezTo>
                  <a:cubicBezTo>
                    <a:pt x="191434" y="62436"/>
                    <a:pt x="198873" y="21341"/>
                    <a:pt x="198873" y="20987"/>
                  </a:cubicBezTo>
                  <a:cubicBezTo>
                    <a:pt x="198873" y="20278"/>
                    <a:pt x="198519" y="17444"/>
                    <a:pt x="194622" y="17444"/>
                  </a:cubicBezTo>
                  <a:cubicBezTo>
                    <a:pt x="191079" y="17444"/>
                    <a:pt x="191079" y="18507"/>
                    <a:pt x="189308" y="24884"/>
                  </a:cubicBezTo>
                  <a:cubicBezTo>
                    <a:pt x="182931" y="47203"/>
                    <a:pt x="171240" y="74127"/>
                    <a:pt x="154589" y="95029"/>
                  </a:cubicBezTo>
                  <a:lnTo>
                    <a:pt x="154589" y="73065"/>
                  </a:lnTo>
                  <a:close/>
                  <a:moveTo>
                    <a:pt x="130853" y="121600"/>
                  </a:moveTo>
                  <a:cubicBezTo>
                    <a:pt x="99677" y="148879"/>
                    <a:pt x="72399" y="152776"/>
                    <a:pt x="58228" y="152776"/>
                  </a:cubicBezTo>
                  <a:cubicBezTo>
                    <a:pt x="36971" y="152776"/>
                    <a:pt x="26343" y="136833"/>
                    <a:pt x="26343" y="114160"/>
                  </a:cubicBezTo>
                  <a:cubicBezTo>
                    <a:pt x="26343" y="96801"/>
                    <a:pt x="35554" y="58540"/>
                    <a:pt x="46891" y="40472"/>
                  </a:cubicBezTo>
                  <a:cubicBezTo>
                    <a:pt x="63542" y="14610"/>
                    <a:pt x="82672" y="7879"/>
                    <a:pt x="95072" y="7879"/>
                  </a:cubicBezTo>
                  <a:cubicBezTo>
                    <a:pt x="130145" y="7879"/>
                    <a:pt x="130145" y="54288"/>
                    <a:pt x="130145" y="81921"/>
                  </a:cubicBezTo>
                  <a:cubicBezTo>
                    <a:pt x="130145" y="95029"/>
                    <a:pt x="130145" y="115577"/>
                    <a:pt x="130853" y="121600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39E22CAA-A3C3-34AD-9056-E685BB33B2B5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6948335" y="7393803"/>
              <a:ext cx="82190" cy="354271"/>
            </a:xfrm>
            <a:custGeom>
              <a:avLst/>
              <a:gdLst>
                <a:gd name="connsiteX0" fmla="*/ 82325 w 82190"/>
                <a:gd name="connsiteY0" fmla="*/ 350813 h 354271"/>
                <a:gd name="connsiteX1" fmla="*/ 76302 w 82190"/>
                <a:gd name="connsiteY1" fmla="*/ 343020 h 354271"/>
                <a:gd name="connsiteX2" fmla="*/ 20681 w 82190"/>
                <a:gd name="connsiteY2" fmla="*/ 177220 h 354271"/>
                <a:gd name="connsiteX3" fmla="*/ 77719 w 82190"/>
                <a:gd name="connsiteY3" fmla="*/ 9650 h 354271"/>
                <a:gd name="connsiteX4" fmla="*/ 82325 w 82190"/>
                <a:gd name="connsiteY4" fmla="*/ 3627 h 354271"/>
                <a:gd name="connsiteX5" fmla="*/ 78782 w 82190"/>
                <a:gd name="connsiteY5" fmla="*/ 85 h 354271"/>
                <a:gd name="connsiteX6" fmla="*/ 22453 w 82190"/>
                <a:gd name="connsiteY6" fmla="*/ 69168 h 354271"/>
                <a:gd name="connsiteX7" fmla="*/ 134 w 82190"/>
                <a:gd name="connsiteY7" fmla="*/ 177220 h 354271"/>
                <a:gd name="connsiteX8" fmla="*/ 23516 w 82190"/>
                <a:gd name="connsiteY8" fmla="*/ 287753 h 354271"/>
                <a:gd name="connsiteX9" fmla="*/ 78782 w 82190"/>
                <a:gd name="connsiteY9" fmla="*/ 354356 h 354271"/>
                <a:gd name="connsiteX10" fmla="*/ 82325 w 82190"/>
                <a:gd name="connsiteY10" fmla="*/ 350813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0" h="354271">
                  <a:moveTo>
                    <a:pt x="82325" y="350813"/>
                  </a:moveTo>
                  <a:cubicBezTo>
                    <a:pt x="82325" y="349751"/>
                    <a:pt x="82325" y="349042"/>
                    <a:pt x="76302" y="343020"/>
                  </a:cubicBezTo>
                  <a:cubicBezTo>
                    <a:pt x="32018" y="298381"/>
                    <a:pt x="20681" y="231424"/>
                    <a:pt x="20681" y="177220"/>
                  </a:cubicBezTo>
                  <a:cubicBezTo>
                    <a:pt x="20681" y="115577"/>
                    <a:pt x="34144" y="53934"/>
                    <a:pt x="77719" y="9650"/>
                  </a:cubicBezTo>
                  <a:cubicBezTo>
                    <a:pt x="82325" y="5399"/>
                    <a:pt x="82325" y="4690"/>
                    <a:pt x="82325" y="3627"/>
                  </a:cubicBezTo>
                  <a:cubicBezTo>
                    <a:pt x="82325" y="1148"/>
                    <a:pt x="80907" y="85"/>
                    <a:pt x="78782" y="85"/>
                  </a:cubicBezTo>
                  <a:cubicBezTo>
                    <a:pt x="75239" y="85"/>
                    <a:pt x="43355" y="24175"/>
                    <a:pt x="22453" y="69168"/>
                  </a:cubicBezTo>
                  <a:cubicBezTo>
                    <a:pt x="4385" y="108137"/>
                    <a:pt x="134" y="147462"/>
                    <a:pt x="134" y="177220"/>
                  </a:cubicBezTo>
                  <a:cubicBezTo>
                    <a:pt x="134" y="204854"/>
                    <a:pt x="4031" y="247720"/>
                    <a:pt x="23516" y="287753"/>
                  </a:cubicBezTo>
                  <a:cubicBezTo>
                    <a:pt x="44772" y="331329"/>
                    <a:pt x="75239" y="354356"/>
                    <a:pt x="78782" y="354356"/>
                  </a:cubicBezTo>
                  <a:cubicBezTo>
                    <a:pt x="80907" y="354356"/>
                    <a:pt x="82325" y="353293"/>
                    <a:pt x="82325" y="350813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20780C6E-8AAD-A6B1-B9EA-3CD981893667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7061309" y="7502919"/>
              <a:ext cx="234527" cy="160484"/>
            </a:xfrm>
            <a:custGeom>
              <a:avLst/>
              <a:gdLst>
                <a:gd name="connsiteX0" fmla="*/ 153537 w 234527"/>
                <a:gd name="connsiteY0" fmla="*/ 36575 h 160484"/>
                <a:gd name="connsiteX1" fmla="*/ 158851 w 234527"/>
                <a:gd name="connsiteY1" fmla="*/ 13547 h 160484"/>
                <a:gd name="connsiteX2" fmla="*/ 148577 w 234527"/>
                <a:gd name="connsiteY2" fmla="*/ 3982 h 160484"/>
                <a:gd name="connsiteX3" fmla="*/ 135469 w 234527"/>
                <a:gd name="connsiteY3" fmla="*/ 13901 h 160484"/>
                <a:gd name="connsiteX4" fmla="*/ 115276 w 234527"/>
                <a:gd name="connsiteY4" fmla="*/ 93258 h 160484"/>
                <a:gd name="connsiteX5" fmla="*/ 112087 w 234527"/>
                <a:gd name="connsiteY5" fmla="*/ 116640 h 160484"/>
                <a:gd name="connsiteX6" fmla="*/ 112441 w 234527"/>
                <a:gd name="connsiteY6" fmla="*/ 123017 h 160484"/>
                <a:gd name="connsiteX7" fmla="*/ 79848 w 234527"/>
                <a:gd name="connsiteY7" fmla="*/ 152776 h 160484"/>
                <a:gd name="connsiteX8" fmla="*/ 51507 w 234527"/>
                <a:gd name="connsiteY8" fmla="*/ 120537 h 160484"/>
                <a:gd name="connsiteX9" fmla="*/ 69929 w 234527"/>
                <a:gd name="connsiteY9" fmla="*/ 51808 h 160484"/>
                <a:gd name="connsiteX10" fmla="*/ 75952 w 234527"/>
                <a:gd name="connsiteY10" fmla="*/ 29135 h 160484"/>
                <a:gd name="connsiteX11" fmla="*/ 46901 w 234527"/>
                <a:gd name="connsiteY11" fmla="*/ 85 h 160484"/>
                <a:gd name="connsiteX12" fmla="*/ 137 w 234527"/>
                <a:gd name="connsiteY12" fmla="*/ 54643 h 160484"/>
                <a:gd name="connsiteX13" fmla="*/ 4389 w 234527"/>
                <a:gd name="connsiteY13" fmla="*/ 58185 h 160484"/>
                <a:gd name="connsiteX14" fmla="*/ 10057 w 234527"/>
                <a:gd name="connsiteY14" fmla="*/ 51808 h 160484"/>
                <a:gd name="connsiteX15" fmla="*/ 45838 w 234527"/>
                <a:gd name="connsiteY15" fmla="*/ 7879 h 160484"/>
                <a:gd name="connsiteX16" fmla="*/ 54695 w 234527"/>
                <a:gd name="connsiteY16" fmla="*/ 19570 h 160484"/>
                <a:gd name="connsiteX17" fmla="*/ 48318 w 234527"/>
                <a:gd name="connsiteY17" fmla="*/ 44369 h 160484"/>
                <a:gd name="connsiteX18" fmla="*/ 28479 w 234527"/>
                <a:gd name="connsiteY18" fmla="*/ 115931 h 160484"/>
                <a:gd name="connsiteX19" fmla="*/ 78786 w 234527"/>
                <a:gd name="connsiteY19" fmla="*/ 160570 h 160484"/>
                <a:gd name="connsiteX20" fmla="*/ 115630 w 234527"/>
                <a:gd name="connsiteY20" fmla="*/ 135771 h 160484"/>
                <a:gd name="connsiteX21" fmla="*/ 159914 w 234527"/>
                <a:gd name="connsiteY21" fmla="*/ 160570 h 160484"/>
                <a:gd name="connsiteX22" fmla="*/ 211283 w 234527"/>
                <a:gd name="connsiteY22" fmla="*/ 116994 h 160484"/>
                <a:gd name="connsiteX23" fmla="*/ 234665 w 234527"/>
                <a:gd name="connsiteY23" fmla="*/ 24884 h 160484"/>
                <a:gd name="connsiteX24" fmla="*/ 219077 w 234527"/>
                <a:gd name="connsiteY24" fmla="*/ 85 h 160484"/>
                <a:gd name="connsiteX25" fmla="*/ 201364 w 234527"/>
                <a:gd name="connsiteY25" fmla="*/ 17090 h 160484"/>
                <a:gd name="connsiteX26" fmla="*/ 206678 w 234527"/>
                <a:gd name="connsiteY26" fmla="*/ 26655 h 160484"/>
                <a:gd name="connsiteX27" fmla="*/ 219431 w 234527"/>
                <a:gd name="connsiteY27" fmla="*/ 56768 h 160484"/>
                <a:gd name="connsiteX28" fmla="*/ 199946 w 234527"/>
                <a:gd name="connsiteY28" fmla="*/ 121600 h 160484"/>
                <a:gd name="connsiteX29" fmla="*/ 160977 w 234527"/>
                <a:gd name="connsiteY29" fmla="*/ 152776 h 160484"/>
                <a:gd name="connsiteX30" fmla="*/ 134761 w 234527"/>
                <a:gd name="connsiteY30" fmla="*/ 121954 h 160484"/>
                <a:gd name="connsiteX31" fmla="*/ 138658 w 234527"/>
                <a:gd name="connsiteY31" fmla="*/ 96092 h 160484"/>
                <a:gd name="connsiteX32" fmla="*/ 153537 w 23452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4527" h="160484">
                  <a:moveTo>
                    <a:pt x="153537" y="36575"/>
                  </a:moveTo>
                  <a:cubicBezTo>
                    <a:pt x="155308" y="28781"/>
                    <a:pt x="158851" y="15673"/>
                    <a:pt x="158851" y="13547"/>
                  </a:cubicBezTo>
                  <a:cubicBezTo>
                    <a:pt x="158851" y="7170"/>
                    <a:pt x="153891" y="3982"/>
                    <a:pt x="148577" y="3982"/>
                  </a:cubicBezTo>
                  <a:cubicBezTo>
                    <a:pt x="144326" y="3982"/>
                    <a:pt x="137949" y="6816"/>
                    <a:pt x="135469" y="13901"/>
                  </a:cubicBezTo>
                  <a:cubicBezTo>
                    <a:pt x="134406" y="16381"/>
                    <a:pt x="117756" y="84047"/>
                    <a:pt x="115276" y="93258"/>
                  </a:cubicBezTo>
                  <a:cubicBezTo>
                    <a:pt x="112796" y="103886"/>
                    <a:pt x="112087" y="110263"/>
                    <a:pt x="112087" y="116640"/>
                  </a:cubicBezTo>
                  <a:cubicBezTo>
                    <a:pt x="112087" y="120537"/>
                    <a:pt x="112087" y="121246"/>
                    <a:pt x="112441" y="123017"/>
                  </a:cubicBezTo>
                  <a:cubicBezTo>
                    <a:pt x="104293" y="141793"/>
                    <a:pt x="93665" y="152776"/>
                    <a:pt x="79848" y="152776"/>
                  </a:cubicBezTo>
                  <a:cubicBezTo>
                    <a:pt x="51507" y="152776"/>
                    <a:pt x="51507" y="126560"/>
                    <a:pt x="51507" y="120537"/>
                  </a:cubicBezTo>
                  <a:cubicBezTo>
                    <a:pt x="51507" y="109200"/>
                    <a:pt x="53278" y="95384"/>
                    <a:pt x="69929" y="51808"/>
                  </a:cubicBezTo>
                  <a:cubicBezTo>
                    <a:pt x="73826" y="41180"/>
                    <a:pt x="75952" y="36220"/>
                    <a:pt x="75952" y="29135"/>
                  </a:cubicBezTo>
                  <a:cubicBezTo>
                    <a:pt x="75952" y="13193"/>
                    <a:pt x="64261" y="85"/>
                    <a:pt x="46901" y="85"/>
                  </a:cubicBezTo>
                  <a:cubicBezTo>
                    <a:pt x="13245" y="85"/>
                    <a:pt x="137" y="51454"/>
                    <a:pt x="137" y="54643"/>
                  </a:cubicBezTo>
                  <a:cubicBezTo>
                    <a:pt x="137" y="58185"/>
                    <a:pt x="3680" y="58185"/>
                    <a:pt x="4389" y="58185"/>
                  </a:cubicBezTo>
                  <a:cubicBezTo>
                    <a:pt x="7931" y="58185"/>
                    <a:pt x="8286" y="57477"/>
                    <a:pt x="10057" y="51808"/>
                  </a:cubicBezTo>
                  <a:cubicBezTo>
                    <a:pt x="19622" y="18861"/>
                    <a:pt x="33439" y="7879"/>
                    <a:pt x="45838" y="7879"/>
                  </a:cubicBezTo>
                  <a:cubicBezTo>
                    <a:pt x="49027" y="7879"/>
                    <a:pt x="54695" y="8233"/>
                    <a:pt x="54695" y="19570"/>
                  </a:cubicBezTo>
                  <a:cubicBezTo>
                    <a:pt x="54695" y="28426"/>
                    <a:pt x="50798" y="38346"/>
                    <a:pt x="48318" y="44369"/>
                  </a:cubicBezTo>
                  <a:cubicBezTo>
                    <a:pt x="32730" y="86173"/>
                    <a:pt x="28479" y="102469"/>
                    <a:pt x="28479" y="115931"/>
                  </a:cubicBezTo>
                  <a:cubicBezTo>
                    <a:pt x="28479" y="148170"/>
                    <a:pt x="52215" y="160570"/>
                    <a:pt x="78786" y="160570"/>
                  </a:cubicBezTo>
                  <a:cubicBezTo>
                    <a:pt x="84808" y="160570"/>
                    <a:pt x="101459" y="160570"/>
                    <a:pt x="115630" y="135771"/>
                  </a:cubicBezTo>
                  <a:cubicBezTo>
                    <a:pt x="124841" y="158444"/>
                    <a:pt x="149286" y="160570"/>
                    <a:pt x="159914" y="160570"/>
                  </a:cubicBezTo>
                  <a:cubicBezTo>
                    <a:pt x="186484" y="160570"/>
                    <a:pt x="202072" y="138251"/>
                    <a:pt x="211283" y="116994"/>
                  </a:cubicBezTo>
                  <a:cubicBezTo>
                    <a:pt x="223328" y="89361"/>
                    <a:pt x="234665" y="41889"/>
                    <a:pt x="234665" y="24884"/>
                  </a:cubicBezTo>
                  <a:cubicBezTo>
                    <a:pt x="234665" y="5399"/>
                    <a:pt x="225100" y="85"/>
                    <a:pt x="219077" y="85"/>
                  </a:cubicBezTo>
                  <a:cubicBezTo>
                    <a:pt x="210220" y="85"/>
                    <a:pt x="201364" y="9296"/>
                    <a:pt x="201364" y="17090"/>
                  </a:cubicBezTo>
                  <a:cubicBezTo>
                    <a:pt x="201364" y="21695"/>
                    <a:pt x="203489" y="23821"/>
                    <a:pt x="206678" y="26655"/>
                  </a:cubicBezTo>
                  <a:cubicBezTo>
                    <a:pt x="210575" y="30552"/>
                    <a:pt x="219431" y="39763"/>
                    <a:pt x="219431" y="56768"/>
                  </a:cubicBezTo>
                  <a:cubicBezTo>
                    <a:pt x="219431" y="68813"/>
                    <a:pt x="209158" y="103532"/>
                    <a:pt x="199946" y="121600"/>
                  </a:cubicBezTo>
                  <a:cubicBezTo>
                    <a:pt x="190735" y="140376"/>
                    <a:pt x="178336" y="152776"/>
                    <a:pt x="160977" y="152776"/>
                  </a:cubicBezTo>
                  <a:cubicBezTo>
                    <a:pt x="144326" y="152776"/>
                    <a:pt x="134761" y="142148"/>
                    <a:pt x="134761" y="121954"/>
                  </a:cubicBezTo>
                  <a:cubicBezTo>
                    <a:pt x="134761" y="112034"/>
                    <a:pt x="137240" y="101052"/>
                    <a:pt x="138658" y="96092"/>
                  </a:cubicBezTo>
                  <a:lnTo>
                    <a:pt x="153537" y="36575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B9B873FB-DB5E-E83D-5D1D-3BFBF0C6872B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7316320" y="7548230"/>
              <a:ext cx="75140" cy="166897"/>
            </a:xfrm>
            <a:custGeom>
              <a:avLst/>
              <a:gdLst>
                <a:gd name="connsiteX0" fmla="*/ 68838 w 75140"/>
                <a:gd name="connsiteY0" fmla="*/ 9510 h 166897"/>
                <a:gd name="connsiteX1" fmla="*/ 58918 w 75140"/>
                <a:gd name="connsiteY1" fmla="*/ 86 h 166897"/>
                <a:gd name="connsiteX2" fmla="*/ 45031 w 75140"/>
                <a:gd name="connsiteY2" fmla="*/ 13726 h 166897"/>
                <a:gd name="connsiteX3" fmla="*/ 54950 w 75140"/>
                <a:gd name="connsiteY3" fmla="*/ 23149 h 166897"/>
                <a:gd name="connsiteX4" fmla="*/ 68838 w 75140"/>
                <a:gd name="connsiteY4" fmla="*/ 9510 h 166897"/>
                <a:gd name="connsiteX5" fmla="*/ 18248 w 75140"/>
                <a:gd name="connsiteY5" fmla="*/ 135489 h 166897"/>
                <a:gd name="connsiteX6" fmla="*/ 16016 w 75140"/>
                <a:gd name="connsiteY6" fmla="*/ 145904 h 166897"/>
                <a:gd name="connsiteX7" fmla="*/ 39575 w 75140"/>
                <a:gd name="connsiteY7" fmla="*/ 166983 h 166897"/>
                <a:gd name="connsiteX8" fmla="*/ 75286 w 75140"/>
                <a:gd name="connsiteY8" fmla="*/ 129041 h 166897"/>
                <a:gd name="connsiteX9" fmla="*/ 71318 w 75140"/>
                <a:gd name="connsiteY9" fmla="*/ 125817 h 166897"/>
                <a:gd name="connsiteX10" fmla="*/ 66606 w 75140"/>
                <a:gd name="connsiteY10" fmla="*/ 130033 h 166897"/>
                <a:gd name="connsiteX11" fmla="*/ 40319 w 75140"/>
                <a:gd name="connsiteY11" fmla="*/ 160040 h 166897"/>
                <a:gd name="connsiteX12" fmla="*/ 34119 w 75140"/>
                <a:gd name="connsiteY12" fmla="*/ 151360 h 166897"/>
                <a:gd name="connsiteX13" fmla="*/ 38087 w 75140"/>
                <a:gd name="connsiteY13" fmla="*/ 135489 h 166897"/>
                <a:gd name="connsiteX14" fmla="*/ 46023 w 75140"/>
                <a:gd name="connsiteY14" fmla="*/ 115650 h 166897"/>
                <a:gd name="connsiteX15" fmla="*/ 58174 w 75140"/>
                <a:gd name="connsiteY15" fmla="*/ 84155 h 166897"/>
                <a:gd name="connsiteX16" fmla="*/ 59662 w 75140"/>
                <a:gd name="connsiteY16" fmla="*/ 76219 h 166897"/>
                <a:gd name="connsiteX17" fmla="*/ 36103 w 75140"/>
                <a:gd name="connsiteY17" fmla="*/ 55140 h 166897"/>
                <a:gd name="connsiteX18" fmla="*/ 145 w 75140"/>
                <a:gd name="connsiteY18" fmla="*/ 93082 h 166897"/>
                <a:gd name="connsiteX19" fmla="*/ 4360 w 75140"/>
                <a:gd name="connsiteY19" fmla="*/ 96306 h 166897"/>
                <a:gd name="connsiteX20" fmla="*/ 8824 w 75140"/>
                <a:gd name="connsiteY20" fmla="*/ 92338 h 166897"/>
                <a:gd name="connsiteX21" fmla="*/ 35359 w 75140"/>
                <a:gd name="connsiteY21" fmla="*/ 62084 h 166897"/>
                <a:gd name="connsiteX22" fmla="*/ 41559 w 75140"/>
                <a:gd name="connsiteY22" fmla="*/ 70763 h 166897"/>
                <a:gd name="connsiteX23" fmla="*/ 33871 w 75140"/>
                <a:gd name="connsiteY23" fmla="*/ 95562 h 166897"/>
                <a:gd name="connsiteX24" fmla="*/ 18248 w 75140"/>
                <a:gd name="connsiteY24" fmla="*/ 135489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140" h="166897">
                  <a:moveTo>
                    <a:pt x="68838" y="9510"/>
                  </a:moveTo>
                  <a:cubicBezTo>
                    <a:pt x="68838" y="5542"/>
                    <a:pt x="65862" y="86"/>
                    <a:pt x="58918" y="86"/>
                  </a:cubicBezTo>
                  <a:cubicBezTo>
                    <a:pt x="52222" y="86"/>
                    <a:pt x="45031" y="6534"/>
                    <a:pt x="45031" y="13726"/>
                  </a:cubicBezTo>
                  <a:cubicBezTo>
                    <a:pt x="45031" y="17941"/>
                    <a:pt x="48255" y="23149"/>
                    <a:pt x="54950" y="23149"/>
                  </a:cubicBezTo>
                  <a:cubicBezTo>
                    <a:pt x="62142" y="23149"/>
                    <a:pt x="68838" y="16206"/>
                    <a:pt x="68838" y="9510"/>
                  </a:cubicBezTo>
                  <a:close/>
                  <a:moveTo>
                    <a:pt x="18248" y="135489"/>
                  </a:moveTo>
                  <a:cubicBezTo>
                    <a:pt x="17256" y="138713"/>
                    <a:pt x="16016" y="141688"/>
                    <a:pt x="16016" y="145904"/>
                  </a:cubicBezTo>
                  <a:cubicBezTo>
                    <a:pt x="16016" y="157560"/>
                    <a:pt x="25936" y="166983"/>
                    <a:pt x="39575" y="166983"/>
                  </a:cubicBezTo>
                  <a:cubicBezTo>
                    <a:pt x="64374" y="166983"/>
                    <a:pt x="75286" y="132761"/>
                    <a:pt x="75286" y="129041"/>
                  </a:cubicBezTo>
                  <a:cubicBezTo>
                    <a:pt x="75286" y="125817"/>
                    <a:pt x="72062" y="125817"/>
                    <a:pt x="71318" y="125817"/>
                  </a:cubicBezTo>
                  <a:cubicBezTo>
                    <a:pt x="67846" y="125817"/>
                    <a:pt x="67598" y="127305"/>
                    <a:pt x="66606" y="130033"/>
                  </a:cubicBezTo>
                  <a:cubicBezTo>
                    <a:pt x="60902" y="149872"/>
                    <a:pt x="49991" y="160040"/>
                    <a:pt x="40319" y="160040"/>
                  </a:cubicBezTo>
                  <a:cubicBezTo>
                    <a:pt x="35359" y="160040"/>
                    <a:pt x="34119" y="156816"/>
                    <a:pt x="34119" y="151360"/>
                  </a:cubicBezTo>
                  <a:cubicBezTo>
                    <a:pt x="34119" y="145656"/>
                    <a:pt x="35855" y="140945"/>
                    <a:pt x="38087" y="135489"/>
                  </a:cubicBezTo>
                  <a:cubicBezTo>
                    <a:pt x="40567" y="128793"/>
                    <a:pt x="43295" y="122097"/>
                    <a:pt x="46023" y="115650"/>
                  </a:cubicBezTo>
                  <a:cubicBezTo>
                    <a:pt x="48255" y="109698"/>
                    <a:pt x="57182" y="87131"/>
                    <a:pt x="58174" y="84155"/>
                  </a:cubicBezTo>
                  <a:cubicBezTo>
                    <a:pt x="58918" y="81675"/>
                    <a:pt x="59662" y="78699"/>
                    <a:pt x="59662" y="76219"/>
                  </a:cubicBezTo>
                  <a:cubicBezTo>
                    <a:pt x="59662" y="64564"/>
                    <a:pt x="49743" y="55140"/>
                    <a:pt x="36103" y="55140"/>
                  </a:cubicBezTo>
                  <a:cubicBezTo>
                    <a:pt x="11552" y="55140"/>
                    <a:pt x="145" y="88867"/>
                    <a:pt x="145" y="93082"/>
                  </a:cubicBezTo>
                  <a:cubicBezTo>
                    <a:pt x="145" y="96306"/>
                    <a:pt x="3616" y="96306"/>
                    <a:pt x="4360" y="96306"/>
                  </a:cubicBezTo>
                  <a:cubicBezTo>
                    <a:pt x="7832" y="96306"/>
                    <a:pt x="8080" y="95066"/>
                    <a:pt x="8824" y="92338"/>
                  </a:cubicBezTo>
                  <a:cubicBezTo>
                    <a:pt x="15272" y="71011"/>
                    <a:pt x="26184" y="62084"/>
                    <a:pt x="35359" y="62084"/>
                  </a:cubicBezTo>
                  <a:cubicBezTo>
                    <a:pt x="39327" y="62084"/>
                    <a:pt x="41559" y="64068"/>
                    <a:pt x="41559" y="70763"/>
                  </a:cubicBezTo>
                  <a:cubicBezTo>
                    <a:pt x="41559" y="76467"/>
                    <a:pt x="40071" y="80187"/>
                    <a:pt x="33871" y="95562"/>
                  </a:cubicBezTo>
                  <a:lnTo>
                    <a:pt x="18248" y="135489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5DB960F7-068E-37D0-EC5F-DB4E5A239122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7563176" y="7393803"/>
              <a:ext cx="14170" cy="354271"/>
            </a:xfrm>
            <a:custGeom>
              <a:avLst/>
              <a:gdLst>
                <a:gd name="connsiteX0" fmla="*/ 14322 w 14170"/>
                <a:gd name="connsiteY0" fmla="*/ 12838 h 354271"/>
                <a:gd name="connsiteX1" fmla="*/ 7236 w 14170"/>
                <a:gd name="connsiteY1" fmla="*/ 85 h 354271"/>
                <a:gd name="connsiteX2" fmla="*/ 151 w 14170"/>
                <a:gd name="connsiteY2" fmla="*/ 12838 h 354271"/>
                <a:gd name="connsiteX3" fmla="*/ 151 w 14170"/>
                <a:gd name="connsiteY3" fmla="*/ 341602 h 354271"/>
                <a:gd name="connsiteX4" fmla="*/ 7236 w 14170"/>
                <a:gd name="connsiteY4" fmla="*/ 354356 h 354271"/>
                <a:gd name="connsiteX5" fmla="*/ 14322 w 14170"/>
                <a:gd name="connsiteY5" fmla="*/ 341602 h 354271"/>
                <a:gd name="connsiteX6" fmla="*/ 14322 w 14170"/>
                <a:gd name="connsiteY6" fmla="*/ 12838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170" h="354271">
                  <a:moveTo>
                    <a:pt x="14322" y="12838"/>
                  </a:moveTo>
                  <a:cubicBezTo>
                    <a:pt x="14322" y="6462"/>
                    <a:pt x="14322" y="85"/>
                    <a:pt x="7236" y="85"/>
                  </a:cubicBezTo>
                  <a:cubicBezTo>
                    <a:pt x="151" y="85"/>
                    <a:pt x="151" y="6462"/>
                    <a:pt x="151" y="12838"/>
                  </a:cubicBezTo>
                  <a:lnTo>
                    <a:pt x="151" y="341602"/>
                  </a:lnTo>
                  <a:cubicBezTo>
                    <a:pt x="151" y="347979"/>
                    <a:pt x="151" y="354356"/>
                    <a:pt x="7236" y="354356"/>
                  </a:cubicBezTo>
                  <a:cubicBezTo>
                    <a:pt x="14322" y="354356"/>
                    <a:pt x="14322" y="347979"/>
                    <a:pt x="14322" y="341602"/>
                  </a:cubicBezTo>
                  <a:lnTo>
                    <a:pt x="14322" y="12838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BCC39FA-C801-30F8-00F9-13802A531B20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7751833" y="7444464"/>
              <a:ext cx="146668" cy="18422"/>
            </a:xfrm>
            <a:custGeom>
              <a:avLst/>
              <a:gdLst>
                <a:gd name="connsiteX0" fmla="*/ 146825 w 146668"/>
                <a:gd name="connsiteY0" fmla="*/ 18507 h 18422"/>
                <a:gd name="connsiteX1" fmla="*/ 146825 w 146668"/>
                <a:gd name="connsiteY1" fmla="*/ 85 h 18422"/>
                <a:gd name="connsiteX2" fmla="*/ 156 w 146668"/>
                <a:gd name="connsiteY2" fmla="*/ 85 h 18422"/>
                <a:gd name="connsiteX3" fmla="*/ 156 w 146668"/>
                <a:gd name="connsiteY3" fmla="*/ 18507 h 18422"/>
                <a:gd name="connsiteX4" fmla="*/ 146825 w 146668"/>
                <a:gd name="connsiteY4" fmla="*/ 18507 h 18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668" h="18422">
                  <a:moveTo>
                    <a:pt x="146825" y="18507"/>
                  </a:moveTo>
                  <a:lnTo>
                    <a:pt x="146825" y="85"/>
                  </a:lnTo>
                  <a:lnTo>
                    <a:pt x="156" y="85"/>
                  </a:lnTo>
                  <a:lnTo>
                    <a:pt x="156" y="18507"/>
                  </a:lnTo>
                  <a:lnTo>
                    <a:pt x="146825" y="18507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E6AFA57A-C769-2BDD-D76F-FF17603E13BF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7725627" y="7502211"/>
              <a:ext cx="199454" cy="157296"/>
            </a:xfrm>
            <a:custGeom>
              <a:avLst/>
              <a:gdLst>
                <a:gd name="connsiteX0" fmla="*/ 114940 w 199454"/>
                <a:gd name="connsiteY0" fmla="*/ 70230 h 157296"/>
                <a:gd name="connsiteX1" fmla="*/ 156390 w 199454"/>
                <a:gd name="connsiteY1" fmla="*/ 24175 h 157296"/>
                <a:gd name="connsiteX2" fmla="*/ 192526 w 199454"/>
                <a:gd name="connsiteY2" fmla="*/ 16735 h 157296"/>
                <a:gd name="connsiteX3" fmla="*/ 192526 w 199454"/>
                <a:gd name="connsiteY3" fmla="*/ 85 h 157296"/>
                <a:gd name="connsiteX4" fmla="*/ 159933 w 199454"/>
                <a:gd name="connsiteY4" fmla="*/ 1147 h 157296"/>
                <a:gd name="connsiteX5" fmla="*/ 123443 w 199454"/>
                <a:gd name="connsiteY5" fmla="*/ 85 h 157296"/>
                <a:gd name="connsiteX6" fmla="*/ 123443 w 199454"/>
                <a:gd name="connsiteY6" fmla="*/ 16735 h 157296"/>
                <a:gd name="connsiteX7" fmla="*/ 136905 w 199454"/>
                <a:gd name="connsiteY7" fmla="*/ 19924 h 157296"/>
                <a:gd name="connsiteX8" fmla="*/ 134071 w 199454"/>
                <a:gd name="connsiteY8" fmla="*/ 24175 h 157296"/>
                <a:gd name="connsiteX9" fmla="*/ 104312 w 199454"/>
                <a:gd name="connsiteY9" fmla="*/ 57477 h 157296"/>
                <a:gd name="connsiteX10" fmla="*/ 69593 w 199454"/>
                <a:gd name="connsiteY10" fmla="*/ 16735 h 157296"/>
                <a:gd name="connsiteX11" fmla="*/ 83764 w 199454"/>
                <a:gd name="connsiteY11" fmla="*/ 16735 h 157296"/>
                <a:gd name="connsiteX12" fmla="*/ 83764 w 199454"/>
                <a:gd name="connsiteY12" fmla="*/ 85 h 157296"/>
                <a:gd name="connsiteX13" fmla="*/ 40897 w 199454"/>
                <a:gd name="connsiteY13" fmla="*/ 1147 h 157296"/>
                <a:gd name="connsiteX14" fmla="*/ 1928 w 199454"/>
                <a:gd name="connsiteY14" fmla="*/ 85 h 157296"/>
                <a:gd name="connsiteX15" fmla="*/ 1928 w 199454"/>
                <a:gd name="connsiteY15" fmla="*/ 16735 h 157296"/>
                <a:gd name="connsiteX16" fmla="*/ 27081 w 199454"/>
                <a:gd name="connsiteY16" fmla="*/ 16735 h 157296"/>
                <a:gd name="connsiteX17" fmla="*/ 82347 w 199454"/>
                <a:gd name="connsiteY17" fmla="*/ 81921 h 157296"/>
                <a:gd name="connsiteX18" fmla="*/ 35938 w 199454"/>
                <a:gd name="connsiteY18" fmla="*/ 133999 h 157296"/>
                <a:gd name="connsiteX19" fmla="*/ 156 w 199454"/>
                <a:gd name="connsiteY19" fmla="*/ 140730 h 157296"/>
                <a:gd name="connsiteX20" fmla="*/ 156 w 199454"/>
                <a:gd name="connsiteY20" fmla="*/ 157381 h 157296"/>
                <a:gd name="connsiteX21" fmla="*/ 32749 w 199454"/>
                <a:gd name="connsiteY21" fmla="*/ 156318 h 157296"/>
                <a:gd name="connsiteX22" fmla="*/ 69239 w 199454"/>
                <a:gd name="connsiteY22" fmla="*/ 157381 h 157296"/>
                <a:gd name="connsiteX23" fmla="*/ 69239 w 199454"/>
                <a:gd name="connsiteY23" fmla="*/ 140730 h 157296"/>
                <a:gd name="connsiteX24" fmla="*/ 56131 w 199454"/>
                <a:gd name="connsiteY24" fmla="*/ 136833 h 157296"/>
                <a:gd name="connsiteX25" fmla="*/ 58611 w 199454"/>
                <a:gd name="connsiteY25" fmla="*/ 133291 h 157296"/>
                <a:gd name="connsiteX26" fmla="*/ 92975 w 199454"/>
                <a:gd name="connsiteY26" fmla="*/ 94675 h 157296"/>
                <a:gd name="connsiteX27" fmla="*/ 131945 w 199454"/>
                <a:gd name="connsiteY27" fmla="*/ 140730 h 157296"/>
                <a:gd name="connsiteX28" fmla="*/ 118129 w 199454"/>
                <a:gd name="connsiteY28" fmla="*/ 140730 h 157296"/>
                <a:gd name="connsiteX29" fmla="*/ 118129 w 199454"/>
                <a:gd name="connsiteY29" fmla="*/ 157381 h 157296"/>
                <a:gd name="connsiteX30" fmla="*/ 160641 w 199454"/>
                <a:gd name="connsiteY30" fmla="*/ 156318 h 157296"/>
                <a:gd name="connsiteX31" fmla="*/ 199611 w 199454"/>
                <a:gd name="connsiteY31" fmla="*/ 157381 h 157296"/>
                <a:gd name="connsiteX32" fmla="*/ 199611 w 199454"/>
                <a:gd name="connsiteY32" fmla="*/ 140730 h 157296"/>
                <a:gd name="connsiteX33" fmla="*/ 174458 w 199454"/>
                <a:gd name="connsiteY33" fmla="*/ 140730 h 157296"/>
                <a:gd name="connsiteX34" fmla="*/ 114940 w 199454"/>
                <a:gd name="connsiteY34" fmla="*/ 70230 h 157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454" h="157296">
                  <a:moveTo>
                    <a:pt x="114940" y="70230"/>
                  </a:moveTo>
                  <a:lnTo>
                    <a:pt x="156390" y="24175"/>
                  </a:lnTo>
                  <a:cubicBezTo>
                    <a:pt x="160995" y="19215"/>
                    <a:pt x="163121" y="16735"/>
                    <a:pt x="192526" y="16735"/>
                  </a:cubicBezTo>
                  <a:lnTo>
                    <a:pt x="192526" y="85"/>
                  </a:lnTo>
                  <a:cubicBezTo>
                    <a:pt x="180126" y="793"/>
                    <a:pt x="161704" y="1147"/>
                    <a:pt x="159933" y="1147"/>
                  </a:cubicBezTo>
                  <a:cubicBezTo>
                    <a:pt x="151076" y="1147"/>
                    <a:pt x="133362" y="439"/>
                    <a:pt x="123443" y="85"/>
                  </a:cubicBezTo>
                  <a:lnTo>
                    <a:pt x="123443" y="16735"/>
                  </a:lnTo>
                  <a:cubicBezTo>
                    <a:pt x="128402" y="16735"/>
                    <a:pt x="132654" y="17444"/>
                    <a:pt x="136905" y="19924"/>
                  </a:cubicBezTo>
                  <a:cubicBezTo>
                    <a:pt x="135488" y="22049"/>
                    <a:pt x="135488" y="22758"/>
                    <a:pt x="134071" y="24175"/>
                  </a:cubicBezTo>
                  <a:lnTo>
                    <a:pt x="104312" y="57477"/>
                  </a:lnTo>
                  <a:lnTo>
                    <a:pt x="69593" y="16735"/>
                  </a:lnTo>
                  <a:lnTo>
                    <a:pt x="83764" y="16735"/>
                  </a:lnTo>
                  <a:lnTo>
                    <a:pt x="83764" y="85"/>
                  </a:lnTo>
                  <a:cubicBezTo>
                    <a:pt x="74553" y="439"/>
                    <a:pt x="52234" y="1147"/>
                    <a:pt x="40897" y="1147"/>
                  </a:cubicBezTo>
                  <a:cubicBezTo>
                    <a:pt x="29561" y="1147"/>
                    <a:pt x="13619" y="439"/>
                    <a:pt x="1928" y="85"/>
                  </a:cubicBezTo>
                  <a:lnTo>
                    <a:pt x="1928" y="16735"/>
                  </a:lnTo>
                  <a:lnTo>
                    <a:pt x="27081" y="16735"/>
                  </a:lnTo>
                  <a:lnTo>
                    <a:pt x="82347" y="81921"/>
                  </a:lnTo>
                  <a:lnTo>
                    <a:pt x="35938" y="133999"/>
                  </a:lnTo>
                  <a:cubicBezTo>
                    <a:pt x="29915" y="140730"/>
                    <a:pt x="17161" y="140730"/>
                    <a:pt x="156" y="140730"/>
                  </a:cubicBezTo>
                  <a:lnTo>
                    <a:pt x="156" y="157381"/>
                  </a:lnTo>
                  <a:cubicBezTo>
                    <a:pt x="12556" y="156673"/>
                    <a:pt x="30978" y="156318"/>
                    <a:pt x="32749" y="156318"/>
                  </a:cubicBezTo>
                  <a:cubicBezTo>
                    <a:pt x="41606" y="156318"/>
                    <a:pt x="62154" y="157027"/>
                    <a:pt x="69239" y="157381"/>
                  </a:cubicBezTo>
                  <a:lnTo>
                    <a:pt x="69239" y="140730"/>
                  </a:lnTo>
                  <a:cubicBezTo>
                    <a:pt x="62862" y="140730"/>
                    <a:pt x="56131" y="138959"/>
                    <a:pt x="56131" y="136833"/>
                  </a:cubicBezTo>
                  <a:cubicBezTo>
                    <a:pt x="56131" y="136479"/>
                    <a:pt x="56131" y="136125"/>
                    <a:pt x="58611" y="133291"/>
                  </a:cubicBezTo>
                  <a:lnTo>
                    <a:pt x="92975" y="94675"/>
                  </a:lnTo>
                  <a:lnTo>
                    <a:pt x="131945" y="140730"/>
                  </a:lnTo>
                  <a:lnTo>
                    <a:pt x="118129" y="140730"/>
                  </a:lnTo>
                  <a:lnTo>
                    <a:pt x="118129" y="157381"/>
                  </a:lnTo>
                  <a:cubicBezTo>
                    <a:pt x="127340" y="157027"/>
                    <a:pt x="148950" y="156318"/>
                    <a:pt x="160641" y="156318"/>
                  </a:cubicBezTo>
                  <a:cubicBezTo>
                    <a:pt x="171978" y="156318"/>
                    <a:pt x="187920" y="157027"/>
                    <a:pt x="199611" y="157381"/>
                  </a:cubicBezTo>
                  <a:lnTo>
                    <a:pt x="199611" y="140730"/>
                  </a:lnTo>
                  <a:lnTo>
                    <a:pt x="174458" y="140730"/>
                  </a:lnTo>
                  <a:lnTo>
                    <a:pt x="114940" y="70230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3954D223-CFA9-9C77-9C09-7D3BCD0A0F99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7953048" y="7393803"/>
              <a:ext cx="82190" cy="354271"/>
            </a:xfrm>
            <a:custGeom>
              <a:avLst/>
              <a:gdLst>
                <a:gd name="connsiteX0" fmla="*/ 82353 w 82190"/>
                <a:gd name="connsiteY0" fmla="*/ 177220 h 354271"/>
                <a:gd name="connsiteX1" fmla="*/ 58971 w 82190"/>
                <a:gd name="connsiteY1" fmla="*/ 66688 h 354271"/>
                <a:gd name="connsiteX2" fmla="*/ 3705 w 82190"/>
                <a:gd name="connsiteY2" fmla="*/ 85 h 354271"/>
                <a:gd name="connsiteX3" fmla="*/ 162 w 82190"/>
                <a:gd name="connsiteY3" fmla="*/ 3627 h 354271"/>
                <a:gd name="connsiteX4" fmla="*/ 6893 w 82190"/>
                <a:gd name="connsiteY4" fmla="*/ 11776 h 354271"/>
                <a:gd name="connsiteX5" fmla="*/ 61805 w 82190"/>
                <a:gd name="connsiteY5" fmla="*/ 177220 h 354271"/>
                <a:gd name="connsiteX6" fmla="*/ 4768 w 82190"/>
                <a:gd name="connsiteY6" fmla="*/ 344791 h 354271"/>
                <a:gd name="connsiteX7" fmla="*/ 162 w 82190"/>
                <a:gd name="connsiteY7" fmla="*/ 350813 h 354271"/>
                <a:gd name="connsiteX8" fmla="*/ 3705 w 82190"/>
                <a:gd name="connsiteY8" fmla="*/ 354356 h 354271"/>
                <a:gd name="connsiteX9" fmla="*/ 60034 w 82190"/>
                <a:gd name="connsiteY9" fmla="*/ 285273 h 354271"/>
                <a:gd name="connsiteX10" fmla="*/ 82353 w 82190"/>
                <a:gd name="connsiteY10" fmla="*/ 177220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0" h="354271">
                  <a:moveTo>
                    <a:pt x="82353" y="177220"/>
                  </a:moveTo>
                  <a:cubicBezTo>
                    <a:pt x="82353" y="149587"/>
                    <a:pt x="78456" y="106720"/>
                    <a:pt x="58971" y="66688"/>
                  </a:cubicBezTo>
                  <a:cubicBezTo>
                    <a:pt x="37715" y="23112"/>
                    <a:pt x="7248" y="85"/>
                    <a:pt x="3705" y="85"/>
                  </a:cubicBezTo>
                  <a:cubicBezTo>
                    <a:pt x="1579" y="85"/>
                    <a:pt x="162" y="1502"/>
                    <a:pt x="162" y="3627"/>
                  </a:cubicBezTo>
                  <a:cubicBezTo>
                    <a:pt x="162" y="4690"/>
                    <a:pt x="162" y="5399"/>
                    <a:pt x="6893" y="11776"/>
                  </a:cubicBezTo>
                  <a:cubicBezTo>
                    <a:pt x="41612" y="46849"/>
                    <a:pt x="61805" y="103178"/>
                    <a:pt x="61805" y="177220"/>
                  </a:cubicBezTo>
                  <a:cubicBezTo>
                    <a:pt x="61805" y="237801"/>
                    <a:pt x="48697" y="300153"/>
                    <a:pt x="4768" y="344791"/>
                  </a:cubicBezTo>
                  <a:cubicBezTo>
                    <a:pt x="162" y="349042"/>
                    <a:pt x="162" y="349751"/>
                    <a:pt x="162" y="350813"/>
                  </a:cubicBezTo>
                  <a:cubicBezTo>
                    <a:pt x="162" y="352939"/>
                    <a:pt x="1579" y="354356"/>
                    <a:pt x="3705" y="354356"/>
                  </a:cubicBezTo>
                  <a:cubicBezTo>
                    <a:pt x="7248" y="354356"/>
                    <a:pt x="39132" y="330266"/>
                    <a:pt x="60034" y="285273"/>
                  </a:cubicBezTo>
                  <a:cubicBezTo>
                    <a:pt x="78102" y="246303"/>
                    <a:pt x="82353" y="206979"/>
                    <a:pt x="82353" y="177220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35896C34-CCFB-BD2A-61A2-0B9C1851E54A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8188873" y="7529489"/>
              <a:ext cx="235590" cy="82899"/>
            </a:xfrm>
            <a:custGeom>
              <a:avLst/>
              <a:gdLst>
                <a:gd name="connsiteX0" fmla="*/ 223714 w 235590"/>
                <a:gd name="connsiteY0" fmla="*/ 14256 h 82899"/>
                <a:gd name="connsiteX1" fmla="*/ 235759 w 235590"/>
                <a:gd name="connsiteY1" fmla="*/ 7170 h 82899"/>
                <a:gd name="connsiteX2" fmla="*/ 224068 w 235590"/>
                <a:gd name="connsiteY2" fmla="*/ 85 h 82899"/>
                <a:gd name="connsiteX3" fmla="*/ 11860 w 235590"/>
                <a:gd name="connsiteY3" fmla="*/ 85 h 82899"/>
                <a:gd name="connsiteX4" fmla="*/ 169 w 235590"/>
                <a:gd name="connsiteY4" fmla="*/ 7170 h 82899"/>
                <a:gd name="connsiteX5" fmla="*/ 12214 w 235590"/>
                <a:gd name="connsiteY5" fmla="*/ 14256 h 82899"/>
                <a:gd name="connsiteX6" fmla="*/ 223714 w 235590"/>
                <a:gd name="connsiteY6" fmla="*/ 14256 h 82899"/>
                <a:gd name="connsiteX7" fmla="*/ 224068 w 235590"/>
                <a:gd name="connsiteY7" fmla="*/ 82984 h 82899"/>
                <a:gd name="connsiteX8" fmla="*/ 235759 w 235590"/>
                <a:gd name="connsiteY8" fmla="*/ 75899 h 82899"/>
                <a:gd name="connsiteX9" fmla="*/ 223714 w 235590"/>
                <a:gd name="connsiteY9" fmla="*/ 68813 h 82899"/>
                <a:gd name="connsiteX10" fmla="*/ 12214 w 235590"/>
                <a:gd name="connsiteY10" fmla="*/ 68813 h 82899"/>
                <a:gd name="connsiteX11" fmla="*/ 169 w 235590"/>
                <a:gd name="connsiteY11" fmla="*/ 75899 h 82899"/>
                <a:gd name="connsiteX12" fmla="*/ 11860 w 235590"/>
                <a:gd name="connsiteY12" fmla="*/ 82984 h 82899"/>
                <a:gd name="connsiteX13" fmla="*/ 224068 w 235590"/>
                <a:gd name="connsiteY13" fmla="*/ 82984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590" h="82899">
                  <a:moveTo>
                    <a:pt x="223714" y="14256"/>
                  </a:moveTo>
                  <a:cubicBezTo>
                    <a:pt x="229028" y="14256"/>
                    <a:pt x="235759" y="14256"/>
                    <a:pt x="235759" y="7170"/>
                  </a:cubicBezTo>
                  <a:cubicBezTo>
                    <a:pt x="235759" y="85"/>
                    <a:pt x="229028" y="85"/>
                    <a:pt x="224068" y="85"/>
                  </a:cubicBezTo>
                  <a:lnTo>
                    <a:pt x="11860" y="85"/>
                  </a:lnTo>
                  <a:cubicBezTo>
                    <a:pt x="6900" y="85"/>
                    <a:pt x="169" y="85"/>
                    <a:pt x="169" y="7170"/>
                  </a:cubicBezTo>
                  <a:cubicBezTo>
                    <a:pt x="169" y="14256"/>
                    <a:pt x="6900" y="14256"/>
                    <a:pt x="12214" y="14256"/>
                  </a:cubicBezTo>
                  <a:lnTo>
                    <a:pt x="223714" y="14256"/>
                  </a:lnTo>
                  <a:close/>
                  <a:moveTo>
                    <a:pt x="224068" y="82984"/>
                  </a:moveTo>
                  <a:cubicBezTo>
                    <a:pt x="229028" y="82984"/>
                    <a:pt x="235759" y="82984"/>
                    <a:pt x="235759" y="75899"/>
                  </a:cubicBezTo>
                  <a:cubicBezTo>
                    <a:pt x="235759" y="68813"/>
                    <a:pt x="229028" y="68813"/>
                    <a:pt x="223714" y="68813"/>
                  </a:cubicBezTo>
                  <a:lnTo>
                    <a:pt x="12214" y="68813"/>
                  </a:lnTo>
                  <a:cubicBezTo>
                    <a:pt x="6900" y="68813"/>
                    <a:pt x="169" y="68813"/>
                    <a:pt x="169" y="75899"/>
                  </a:cubicBezTo>
                  <a:cubicBezTo>
                    <a:pt x="169" y="82984"/>
                    <a:pt x="6900" y="82984"/>
                    <a:pt x="11860" y="82984"/>
                  </a:cubicBezTo>
                  <a:lnTo>
                    <a:pt x="224068" y="82984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FD6FDED6-C0BD-8305-B685-2AD74DB6D20C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8554676" y="7500793"/>
              <a:ext cx="115846" cy="162610"/>
            </a:xfrm>
            <a:custGeom>
              <a:avLst/>
              <a:gdLst>
                <a:gd name="connsiteX0" fmla="*/ 62177 w 115846"/>
                <a:gd name="connsiteY0" fmla="*/ 90070 h 162610"/>
                <a:gd name="connsiteX1" fmla="*/ 99021 w 115846"/>
                <a:gd name="connsiteY1" fmla="*/ 122663 h 162610"/>
                <a:gd name="connsiteX2" fmla="*/ 58988 w 115846"/>
                <a:gd name="connsiteY2" fmla="*/ 154901 h 162610"/>
                <a:gd name="connsiteX3" fmla="*/ 9745 w 115846"/>
                <a:gd name="connsiteY3" fmla="*/ 104595 h 162610"/>
                <a:gd name="connsiteX4" fmla="*/ 4785 w 115846"/>
                <a:gd name="connsiteY4" fmla="*/ 98572 h 162610"/>
                <a:gd name="connsiteX5" fmla="*/ 179 w 115846"/>
                <a:gd name="connsiteY5" fmla="*/ 107429 h 162610"/>
                <a:gd name="connsiteX6" fmla="*/ 179 w 115846"/>
                <a:gd name="connsiteY6" fmla="*/ 154193 h 162610"/>
                <a:gd name="connsiteX7" fmla="*/ 4076 w 115846"/>
                <a:gd name="connsiteY7" fmla="*/ 162695 h 162610"/>
                <a:gd name="connsiteX8" fmla="*/ 12933 w 115846"/>
                <a:gd name="connsiteY8" fmla="*/ 155610 h 162610"/>
                <a:gd name="connsiteX9" fmla="*/ 20019 w 115846"/>
                <a:gd name="connsiteY9" fmla="*/ 147462 h 162610"/>
                <a:gd name="connsiteX10" fmla="*/ 58988 w 115846"/>
                <a:gd name="connsiteY10" fmla="*/ 162695 h 162610"/>
                <a:gd name="connsiteX11" fmla="*/ 116026 w 115846"/>
                <a:gd name="connsiteY11" fmla="*/ 113452 h 162610"/>
                <a:gd name="connsiteX12" fmla="*/ 101147 w 115846"/>
                <a:gd name="connsiteY12" fmla="*/ 79796 h 162610"/>
                <a:gd name="connsiteX13" fmla="*/ 60760 w 115846"/>
                <a:gd name="connsiteY13" fmla="*/ 62791 h 162610"/>
                <a:gd name="connsiteX14" fmla="*/ 17184 w 115846"/>
                <a:gd name="connsiteY14" fmla="*/ 33740 h 162610"/>
                <a:gd name="connsiteX15" fmla="*/ 56863 w 115846"/>
                <a:gd name="connsiteY15" fmla="*/ 6816 h 162610"/>
                <a:gd name="connsiteX16" fmla="*/ 98313 w 115846"/>
                <a:gd name="connsiteY16" fmla="*/ 49683 h 162610"/>
                <a:gd name="connsiteX17" fmla="*/ 102564 w 115846"/>
                <a:gd name="connsiteY17" fmla="*/ 52871 h 162610"/>
                <a:gd name="connsiteX18" fmla="*/ 107169 w 115846"/>
                <a:gd name="connsiteY18" fmla="*/ 44369 h 162610"/>
                <a:gd name="connsiteX19" fmla="*/ 107169 w 115846"/>
                <a:gd name="connsiteY19" fmla="*/ 8587 h 162610"/>
                <a:gd name="connsiteX20" fmla="*/ 103272 w 115846"/>
                <a:gd name="connsiteY20" fmla="*/ 85 h 162610"/>
                <a:gd name="connsiteX21" fmla="*/ 96187 w 115846"/>
                <a:gd name="connsiteY21" fmla="*/ 4336 h 162610"/>
                <a:gd name="connsiteX22" fmla="*/ 90164 w 115846"/>
                <a:gd name="connsiteY22" fmla="*/ 10004 h 162610"/>
                <a:gd name="connsiteX23" fmla="*/ 56863 w 115846"/>
                <a:gd name="connsiteY23" fmla="*/ 85 h 162610"/>
                <a:gd name="connsiteX24" fmla="*/ 179 w 115846"/>
                <a:gd name="connsiteY24" fmla="*/ 43660 h 162610"/>
                <a:gd name="connsiteX25" fmla="*/ 15413 w 115846"/>
                <a:gd name="connsiteY25" fmla="*/ 73773 h 162610"/>
                <a:gd name="connsiteX26" fmla="*/ 62177 w 115846"/>
                <a:gd name="connsiteY26" fmla="*/ 90070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846" h="162610">
                  <a:moveTo>
                    <a:pt x="62177" y="90070"/>
                  </a:moveTo>
                  <a:cubicBezTo>
                    <a:pt x="69971" y="91487"/>
                    <a:pt x="99021" y="97155"/>
                    <a:pt x="99021" y="122663"/>
                  </a:cubicBezTo>
                  <a:cubicBezTo>
                    <a:pt x="99021" y="140730"/>
                    <a:pt x="86622" y="154901"/>
                    <a:pt x="58988" y="154901"/>
                  </a:cubicBezTo>
                  <a:cubicBezTo>
                    <a:pt x="29230" y="154901"/>
                    <a:pt x="16476" y="134708"/>
                    <a:pt x="9745" y="104595"/>
                  </a:cubicBezTo>
                  <a:cubicBezTo>
                    <a:pt x="8682" y="99989"/>
                    <a:pt x="8328" y="98572"/>
                    <a:pt x="4785" y="98572"/>
                  </a:cubicBezTo>
                  <a:cubicBezTo>
                    <a:pt x="179" y="98572"/>
                    <a:pt x="179" y="101052"/>
                    <a:pt x="179" y="107429"/>
                  </a:cubicBezTo>
                  <a:lnTo>
                    <a:pt x="179" y="154193"/>
                  </a:lnTo>
                  <a:cubicBezTo>
                    <a:pt x="179" y="160215"/>
                    <a:pt x="179" y="162695"/>
                    <a:pt x="4076" y="162695"/>
                  </a:cubicBezTo>
                  <a:cubicBezTo>
                    <a:pt x="5848" y="162695"/>
                    <a:pt x="6202" y="162341"/>
                    <a:pt x="12933" y="155610"/>
                  </a:cubicBezTo>
                  <a:cubicBezTo>
                    <a:pt x="13642" y="154901"/>
                    <a:pt x="13642" y="154193"/>
                    <a:pt x="20019" y="147462"/>
                  </a:cubicBezTo>
                  <a:cubicBezTo>
                    <a:pt x="35607" y="162341"/>
                    <a:pt x="51549" y="162695"/>
                    <a:pt x="58988" y="162695"/>
                  </a:cubicBezTo>
                  <a:cubicBezTo>
                    <a:pt x="99730" y="162695"/>
                    <a:pt x="116026" y="138959"/>
                    <a:pt x="116026" y="113452"/>
                  </a:cubicBezTo>
                  <a:cubicBezTo>
                    <a:pt x="116026" y="94675"/>
                    <a:pt x="105398" y="84047"/>
                    <a:pt x="101147" y="79796"/>
                  </a:cubicBezTo>
                  <a:cubicBezTo>
                    <a:pt x="89456" y="68459"/>
                    <a:pt x="75639" y="65625"/>
                    <a:pt x="60760" y="62791"/>
                  </a:cubicBezTo>
                  <a:cubicBezTo>
                    <a:pt x="40921" y="58894"/>
                    <a:pt x="17184" y="54288"/>
                    <a:pt x="17184" y="33740"/>
                  </a:cubicBezTo>
                  <a:cubicBezTo>
                    <a:pt x="17184" y="21341"/>
                    <a:pt x="26395" y="6816"/>
                    <a:pt x="56863" y="6816"/>
                  </a:cubicBezTo>
                  <a:cubicBezTo>
                    <a:pt x="95833" y="6816"/>
                    <a:pt x="97604" y="38700"/>
                    <a:pt x="98313" y="49683"/>
                  </a:cubicBezTo>
                  <a:cubicBezTo>
                    <a:pt x="98667" y="52871"/>
                    <a:pt x="101855" y="52871"/>
                    <a:pt x="102564" y="52871"/>
                  </a:cubicBezTo>
                  <a:cubicBezTo>
                    <a:pt x="107169" y="52871"/>
                    <a:pt x="107169" y="51100"/>
                    <a:pt x="107169" y="44369"/>
                  </a:cubicBezTo>
                  <a:lnTo>
                    <a:pt x="107169" y="8587"/>
                  </a:lnTo>
                  <a:cubicBezTo>
                    <a:pt x="107169" y="2565"/>
                    <a:pt x="107169" y="85"/>
                    <a:pt x="103272" y="85"/>
                  </a:cubicBezTo>
                  <a:cubicBezTo>
                    <a:pt x="101501" y="85"/>
                    <a:pt x="100792" y="85"/>
                    <a:pt x="96187" y="4336"/>
                  </a:cubicBezTo>
                  <a:cubicBezTo>
                    <a:pt x="95124" y="5753"/>
                    <a:pt x="91581" y="8941"/>
                    <a:pt x="90164" y="10004"/>
                  </a:cubicBezTo>
                  <a:cubicBezTo>
                    <a:pt x="76702" y="85"/>
                    <a:pt x="62177" y="85"/>
                    <a:pt x="56863" y="85"/>
                  </a:cubicBezTo>
                  <a:cubicBezTo>
                    <a:pt x="13642" y="85"/>
                    <a:pt x="179" y="23821"/>
                    <a:pt x="179" y="43660"/>
                  </a:cubicBezTo>
                  <a:cubicBezTo>
                    <a:pt x="179" y="56060"/>
                    <a:pt x="5848" y="65979"/>
                    <a:pt x="15413" y="73773"/>
                  </a:cubicBezTo>
                  <a:cubicBezTo>
                    <a:pt x="26750" y="82984"/>
                    <a:pt x="36669" y="85110"/>
                    <a:pt x="62177" y="90070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47EA44C1-9FC9-0061-D5B5-E203D2026939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8692645" y="7500793"/>
              <a:ext cx="156942" cy="162610"/>
            </a:xfrm>
            <a:custGeom>
              <a:avLst/>
              <a:gdLst>
                <a:gd name="connsiteX0" fmla="*/ 157126 w 156942"/>
                <a:gd name="connsiteY0" fmla="*/ 82984 h 162610"/>
                <a:gd name="connsiteX1" fmla="*/ 78832 w 156942"/>
                <a:gd name="connsiteY1" fmla="*/ 85 h 162610"/>
                <a:gd name="connsiteX2" fmla="*/ 183 w 156942"/>
                <a:gd name="connsiteY2" fmla="*/ 82984 h 162610"/>
                <a:gd name="connsiteX3" fmla="*/ 78477 w 156942"/>
                <a:gd name="connsiteY3" fmla="*/ 162695 h 162610"/>
                <a:gd name="connsiteX4" fmla="*/ 157126 w 156942"/>
                <a:gd name="connsiteY4" fmla="*/ 82984 h 162610"/>
                <a:gd name="connsiteX5" fmla="*/ 78832 w 156942"/>
                <a:gd name="connsiteY5" fmla="*/ 153839 h 162610"/>
                <a:gd name="connsiteX6" fmla="*/ 38445 w 156942"/>
                <a:gd name="connsiteY6" fmla="*/ 130102 h 162610"/>
                <a:gd name="connsiteX7" fmla="*/ 29588 w 156942"/>
                <a:gd name="connsiteY7" fmla="*/ 80150 h 162610"/>
                <a:gd name="connsiteX8" fmla="*/ 38090 w 156942"/>
                <a:gd name="connsiteY8" fmla="*/ 31615 h 162610"/>
                <a:gd name="connsiteX9" fmla="*/ 78477 w 156942"/>
                <a:gd name="connsiteY9" fmla="*/ 7879 h 162610"/>
                <a:gd name="connsiteX10" fmla="*/ 118510 w 156942"/>
                <a:gd name="connsiteY10" fmla="*/ 30906 h 162610"/>
                <a:gd name="connsiteX11" fmla="*/ 127721 w 156942"/>
                <a:gd name="connsiteY11" fmla="*/ 80150 h 162610"/>
                <a:gd name="connsiteX12" fmla="*/ 119927 w 156942"/>
                <a:gd name="connsiteY12" fmla="*/ 127622 h 162610"/>
                <a:gd name="connsiteX13" fmla="*/ 78832 w 156942"/>
                <a:gd name="connsiteY13" fmla="*/ 153839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942" h="162610">
                  <a:moveTo>
                    <a:pt x="157126" y="82984"/>
                  </a:moveTo>
                  <a:cubicBezTo>
                    <a:pt x="157126" y="37637"/>
                    <a:pt x="121698" y="85"/>
                    <a:pt x="78832" y="85"/>
                  </a:cubicBezTo>
                  <a:cubicBezTo>
                    <a:pt x="34548" y="85"/>
                    <a:pt x="183" y="38700"/>
                    <a:pt x="183" y="82984"/>
                  </a:cubicBezTo>
                  <a:cubicBezTo>
                    <a:pt x="183" y="128685"/>
                    <a:pt x="37028" y="162695"/>
                    <a:pt x="78477" y="162695"/>
                  </a:cubicBezTo>
                  <a:cubicBezTo>
                    <a:pt x="121344" y="162695"/>
                    <a:pt x="157126" y="127977"/>
                    <a:pt x="157126" y="82984"/>
                  </a:cubicBezTo>
                  <a:close/>
                  <a:moveTo>
                    <a:pt x="78832" y="153839"/>
                  </a:moveTo>
                  <a:cubicBezTo>
                    <a:pt x="63598" y="153839"/>
                    <a:pt x="48010" y="146399"/>
                    <a:pt x="38445" y="130102"/>
                  </a:cubicBezTo>
                  <a:cubicBezTo>
                    <a:pt x="29588" y="114514"/>
                    <a:pt x="29588" y="92904"/>
                    <a:pt x="29588" y="80150"/>
                  </a:cubicBezTo>
                  <a:cubicBezTo>
                    <a:pt x="29588" y="66333"/>
                    <a:pt x="29588" y="47203"/>
                    <a:pt x="38090" y="31615"/>
                  </a:cubicBezTo>
                  <a:cubicBezTo>
                    <a:pt x="47656" y="15318"/>
                    <a:pt x="64306" y="7879"/>
                    <a:pt x="78477" y="7879"/>
                  </a:cubicBezTo>
                  <a:cubicBezTo>
                    <a:pt x="94065" y="7879"/>
                    <a:pt x="109299" y="15673"/>
                    <a:pt x="118510" y="30906"/>
                  </a:cubicBezTo>
                  <a:cubicBezTo>
                    <a:pt x="127721" y="46140"/>
                    <a:pt x="127721" y="66688"/>
                    <a:pt x="127721" y="80150"/>
                  </a:cubicBezTo>
                  <a:cubicBezTo>
                    <a:pt x="127721" y="92904"/>
                    <a:pt x="127721" y="112035"/>
                    <a:pt x="119927" y="127622"/>
                  </a:cubicBezTo>
                  <a:cubicBezTo>
                    <a:pt x="112133" y="143565"/>
                    <a:pt x="96545" y="153839"/>
                    <a:pt x="78832" y="153839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F9E56C9C-2C1F-6481-C716-7F1B834BAB42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8871553" y="7409746"/>
              <a:ext cx="114783" cy="249761"/>
            </a:xfrm>
            <a:custGeom>
              <a:avLst/>
              <a:gdLst>
                <a:gd name="connsiteX0" fmla="*/ 50495 w 114783"/>
                <a:gd name="connsiteY0" fmla="*/ 97155 h 249761"/>
                <a:gd name="connsiteX1" fmla="*/ 50495 w 114783"/>
                <a:gd name="connsiteY1" fmla="*/ 56060 h 249761"/>
                <a:gd name="connsiteX2" fmla="*/ 83088 w 114783"/>
                <a:gd name="connsiteY2" fmla="*/ 7879 h 249761"/>
                <a:gd name="connsiteX3" fmla="*/ 94779 w 114783"/>
                <a:gd name="connsiteY3" fmla="*/ 10359 h 249761"/>
                <a:gd name="connsiteX4" fmla="*/ 84151 w 114783"/>
                <a:gd name="connsiteY4" fmla="*/ 25238 h 249761"/>
                <a:gd name="connsiteX5" fmla="*/ 99384 w 114783"/>
                <a:gd name="connsiteY5" fmla="*/ 40472 h 249761"/>
                <a:gd name="connsiteX6" fmla="*/ 114972 w 114783"/>
                <a:gd name="connsiteY6" fmla="*/ 24884 h 249761"/>
                <a:gd name="connsiteX7" fmla="*/ 83088 w 114783"/>
                <a:gd name="connsiteY7" fmla="*/ 85 h 249761"/>
                <a:gd name="connsiteX8" fmla="*/ 28176 w 114783"/>
                <a:gd name="connsiteY8" fmla="*/ 56414 h 249761"/>
                <a:gd name="connsiteX9" fmla="*/ 28176 w 114783"/>
                <a:gd name="connsiteY9" fmla="*/ 97155 h 249761"/>
                <a:gd name="connsiteX10" fmla="*/ 188 w 114783"/>
                <a:gd name="connsiteY10" fmla="*/ 97155 h 249761"/>
                <a:gd name="connsiteX11" fmla="*/ 188 w 114783"/>
                <a:gd name="connsiteY11" fmla="*/ 108137 h 249761"/>
                <a:gd name="connsiteX12" fmla="*/ 28176 w 114783"/>
                <a:gd name="connsiteY12" fmla="*/ 108137 h 249761"/>
                <a:gd name="connsiteX13" fmla="*/ 28176 w 114783"/>
                <a:gd name="connsiteY13" fmla="*/ 222921 h 249761"/>
                <a:gd name="connsiteX14" fmla="*/ 543 w 114783"/>
                <a:gd name="connsiteY14" fmla="*/ 238864 h 249761"/>
                <a:gd name="connsiteX15" fmla="*/ 543 w 114783"/>
                <a:gd name="connsiteY15" fmla="*/ 249846 h 249761"/>
                <a:gd name="connsiteX16" fmla="*/ 40930 w 114783"/>
                <a:gd name="connsiteY16" fmla="*/ 248783 h 249761"/>
                <a:gd name="connsiteX17" fmla="*/ 85922 w 114783"/>
                <a:gd name="connsiteY17" fmla="*/ 249846 h 249761"/>
                <a:gd name="connsiteX18" fmla="*/ 85922 w 114783"/>
                <a:gd name="connsiteY18" fmla="*/ 238864 h 249761"/>
                <a:gd name="connsiteX19" fmla="*/ 78482 w 114783"/>
                <a:gd name="connsiteY19" fmla="*/ 238864 h 249761"/>
                <a:gd name="connsiteX20" fmla="*/ 51558 w 114783"/>
                <a:gd name="connsiteY20" fmla="*/ 222213 h 249761"/>
                <a:gd name="connsiteX21" fmla="*/ 51558 w 114783"/>
                <a:gd name="connsiteY21" fmla="*/ 108137 h 249761"/>
                <a:gd name="connsiteX22" fmla="*/ 91945 w 114783"/>
                <a:gd name="connsiteY22" fmla="*/ 108137 h 249761"/>
                <a:gd name="connsiteX23" fmla="*/ 91945 w 114783"/>
                <a:gd name="connsiteY23" fmla="*/ 97155 h 249761"/>
                <a:gd name="connsiteX24" fmla="*/ 50495 w 114783"/>
                <a:gd name="connsiteY24" fmla="*/ 97155 h 24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4783" h="249761">
                  <a:moveTo>
                    <a:pt x="50495" y="97155"/>
                  </a:moveTo>
                  <a:lnTo>
                    <a:pt x="50495" y="56060"/>
                  </a:lnTo>
                  <a:cubicBezTo>
                    <a:pt x="50495" y="24884"/>
                    <a:pt x="67500" y="7879"/>
                    <a:pt x="83088" y="7879"/>
                  </a:cubicBezTo>
                  <a:cubicBezTo>
                    <a:pt x="84151" y="7879"/>
                    <a:pt x="89465" y="7879"/>
                    <a:pt x="94779" y="10359"/>
                  </a:cubicBezTo>
                  <a:cubicBezTo>
                    <a:pt x="90528" y="11776"/>
                    <a:pt x="84151" y="16381"/>
                    <a:pt x="84151" y="25238"/>
                  </a:cubicBezTo>
                  <a:cubicBezTo>
                    <a:pt x="84151" y="33386"/>
                    <a:pt x="89819" y="40472"/>
                    <a:pt x="99384" y="40472"/>
                  </a:cubicBezTo>
                  <a:cubicBezTo>
                    <a:pt x="109658" y="40472"/>
                    <a:pt x="114972" y="33386"/>
                    <a:pt x="114972" y="24884"/>
                  </a:cubicBezTo>
                  <a:cubicBezTo>
                    <a:pt x="114972" y="11776"/>
                    <a:pt x="101864" y="85"/>
                    <a:pt x="83088" y="85"/>
                  </a:cubicBezTo>
                  <a:cubicBezTo>
                    <a:pt x="58289" y="85"/>
                    <a:pt x="28176" y="18861"/>
                    <a:pt x="28176" y="56414"/>
                  </a:cubicBezTo>
                  <a:lnTo>
                    <a:pt x="28176" y="97155"/>
                  </a:lnTo>
                  <a:lnTo>
                    <a:pt x="188" y="97155"/>
                  </a:lnTo>
                  <a:lnTo>
                    <a:pt x="188" y="108137"/>
                  </a:lnTo>
                  <a:lnTo>
                    <a:pt x="28176" y="108137"/>
                  </a:lnTo>
                  <a:lnTo>
                    <a:pt x="28176" y="222921"/>
                  </a:lnTo>
                  <a:cubicBezTo>
                    <a:pt x="28176" y="238864"/>
                    <a:pt x="24279" y="238864"/>
                    <a:pt x="543" y="238864"/>
                  </a:cubicBezTo>
                  <a:lnTo>
                    <a:pt x="543" y="249846"/>
                  </a:lnTo>
                  <a:cubicBezTo>
                    <a:pt x="14359" y="249492"/>
                    <a:pt x="31010" y="248783"/>
                    <a:pt x="40930" y="248783"/>
                  </a:cubicBezTo>
                  <a:cubicBezTo>
                    <a:pt x="55100" y="248783"/>
                    <a:pt x="71751" y="248783"/>
                    <a:pt x="85922" y="249846"/>
                  </a:cubicBezTo>
                  <a:lnTo>
                    <a:pt x="85922" y="238864"/>
                  </a:lnTo>
                  <a:lnTo>
                    <a:pt x="78482" y="238864"/>
                  </a:lnTo>
                  <a:cubicBezTo>
                    <a:pt x="52266" y="238864"/>
                    <a:pt x="51558" y="234967"/>
                    <a:pt x="51558" y="222213"/>
                  </a:cubicBezTo>
                  <a:lnTo>
                    <a:pt x="51558" y="108137"/>
                  </a:lnTo>
                  <a:lnTo>
                    <a:pt x="91945" y="108137"/>
                  </a:lnTo>
                  <a:lnTo>
                    <a:pt x="91945" y="97155"/>
                  </a:lnTo>
                  <a:lnTo>
                    <a:pt x="50495" y="97155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B8D48322-E1F0-3119-B827-F46FD3221A4D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8974844" y="7441630"/>
              <a:ext cx="110886" cy="221773"/>
            </a:xfrm>
            <a:custGeom>
              <a:avLst/>
              <a:gdLst>
                <a:gd name="connsiteX0" fmla="*/ 54749 w 110886"/>
                <a:gd name="connsiteY0" fmla="*/ 76253 h 221773"/>
                <a:gd name="connsiteX1" fmla="*/ 105410 w 110886"/>
                <a:gd name="connsiteY1" fmla="*/ 76253 h 221773"/>
                <a:gd name="connsiteX2" fmla="*/ 105410 w 110886"/>
                <a:gd name="connsiteY2" fmla="*/ 65271 h 221773"/>
                <a:gd name="connsiteX3" fmla="*/ 54749 w 110886"/>
                <a:gd name="connsiteY3" fmla="*/ 65271 h 221773"/>
                <a:gd name="connsiteX4" fmla="*/ 54749 w 110886"/>
                <a:gd name="connsiteY4" fmla="*/ 85 h 221773"/>
                <a:gd name="connsiteX5" fmla="*/ 45892 w 110886"/>
                <a:gd name="connsiteY5" fmla="*/ 85 h 221773"/>
                <a:gd name="connsiteX6" fmla="*/ 191 w 110886"/>
                <a:gd name="connsiteY6" fmla="*/ 68459 h 221773"/>
                <a:gd name="connsiteX7" fmla="*/ 191 w 110886"/>
                <a:gd name="connsiteY7" fmla="*/ 76253 h 221773"/>
                <a:gd name="connsiteX8" fmla="*/ 30304 w 110886"/>
                <a:gd name="connsiteY8" fmla="*/ 76253 h 221773"/>
                <a:gd name="connsiteX9" fmla="*/ 30304 w 110886"/>
                <a:gd name="connsiteY9" fmla="*/ 174032 h 221773"/>
                <a:gd name="connsiteX10" fmla="*/ 76005 w 110886"/>
                <a:gd name="connsiteY10" fmla="*/ 221859 h 221773"/>
                <a:gd name="connsiteX11" fmla="*/ 111078 w 110886"/>
                <a:gd name="connsiteY11" fmla="*/ 174032 h 221773"/>
                <a:gd name="connsiteX12" fmla="*/ 111078 w 110886"/>
                <a:gd name="connsiteY12" fmla="*/ 153839 h 221773"/>
                <a:gd name="connsiteX13" fmla="*/ 102222 w 110886"/>
                <a:gd name="connsiteY13" fmla="*/ 153839 h 221773"/>
                <a:gd name="connsiteX14" fmla="*/ 102222 w 110886"/>
                <a:gd name="connsiteY14" fmla="*/ 173323 h 221773"/>
                <a:gd name="connsiteX15" fmla="*/ 78485 w 110886"/>
                <a:gd name="connsiteY15" fmla="*/ 213002 h 221773"/>
                <a:gd name="connsiteX16" fmla="*/ 54749 w 110886"/>
                <a:gd name="connsiteY16" fmla="*/ 174741 h 221773"/>
                <a:gd name="connsiteX17" fmla="*/ 54749 w 110886"/>
                <a:gd name="connsiteY17" fmla="*/ 76253 h 221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0886" h="221773">
                  <a:moveTo>
                    <a:pt x="54749" y="76253"/>
                  </a:moveTo>
                  <a:lnTo>
                    <a:pt x="105410" y="76253"/>
                  </a:lnTo>
                  <a:lnTo>
                    <a:pt x="105410" y="65271"/>
                  </a:lnTo>
                  <a:lnTo>
                    <a:pt x="54749" y="65271"/>
                  </a:lnTo>
                  <a:lnTo>
                    <a:pt x="54749" y="85"/>
                  </a:lnTo>
                  <a:lnTo>
                    <a:pt x="45892" y="85"/>
                  </a:lnTo>
                  <a:cubicBezTo>
                    <a:pt x="45538" y="29135"/>
                    <a:pt x="34910" y="67042"/>
                    <a:pt x="191" y="68459"/>
                  </a:cubicBezTo>
                  <a:lnTo>
                    <a:pt x="191" y="76253"/>
                  </a:lnTo>
                  <a:lnTo>
                    <a:pt x="30304" y="76253"/>
                  </a:lnTo>
                  <a:lnTo>
                    <a:pt x="30304" y="174032"/>
                  </a:lnTo>
                  <a:cubicBezTo>
                    <a:pt x="30304" y="217607"/>
                    <a:pt x="63252" y="221859"/>
                    <a:pt x="76005" y="221859"/>
                  </a:cubicBezTo>
                  <a:cubicBezTo>
                    <a:pt x="101159" y="221859"/>
                    <a:pt x="111078" y="196705"/>
                    <a:pt x="111078" y="174032"/>
                  </a:cubicBezTo>
                  <a:lnTo>
                    <a:pt x="111078" y="153839"/>
                  </a:lnTo>
                  <a:lnTo>
                    <a:pt x="102222" y="153839"/>
                  </a:lnTo>
                  <a:lnTo>
                    <a:pt x="102222" y="173323"/>
                  </a:lnTo>
                  <a:cubicBezTo>
                    <a:pt x="102222" y="199540"/>
                    <a:pt x="91593" y="213002"/>
                    <a:pt x="78485" y="213002"/>
                  </a:cubicBezTo>
                  <a:cubicBezTo>
                    <a:pt x="54749" y="213002"/>
                    <a:pt x="54749" y="180763"/>
                    <a:pt x="54749" y="174741"/>
                  </a:cubicBezTo>
                  <a:lnTo>
                    <a:pt x="54749" y="76253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0DF2BCAE-0CDB-A673-E42C-1C2D9DD092B7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9117222" y="7502919"/>
              <a:ext cx="276685" cy="156588"/>
            </a:xfrm>
            <a:custGeom>
              <a:avLst/>
              <a:gdLst>
                <a:gd name="connsiteX0" fmla="*/ 27828 w 276685"/>
                <a:gd name="connsiteY0" fmla="*/ 34803 h 156588"/>
                <a:gd name="connsiteX1" fmla="*/ 27828 w 276685"/>
                <a:gd name="connsiteY1" fmla="*/ 129748 h 156588"/>
                <a:gd name="connsiteX2" fmla="*/ 195 w 276685"/>
                <a:gd name="connsiteY2" fmla="*/ 145690 h 156588"/>
                <a:gd name="connsiteX3" fmla="*/ 195 w 276685"/>
                <a:gd name="connsiteY3" fmla="*/ 156673 h 156588"/>
                <a:gd name="connsiteX4" fmla="*/ 40228 w 276685"/>
                <a:gd name="connsiteY4" fmla="*/ 155610 h 156588"/>
                <a:gd name="connsiteX5" fmla="*/ 79906 w 276685"/>
                <a:gd name="connsiteY5" fmla="*/ 156673 h 156588"/>
                <a:gd name="connsiteX6" fmla="*/ 79906 w 276685"/>
                <a:gd name="connsiteY6" fmla="*/ 145690 h 156588"/>
                <a:gd name="connsiteX7" fmla="*/ 52273 w 276685"/>
                <a:gd name="connsiteY7" fmla="*/ 129748 h 156588"/>
                <a:gd name="connsiteX8" fmla="*/ 52273 w 276685"/>
                <a:gd name="connsiteY8" fmla="*/ 64562 h 156588"/>
                <a:gd name="connsiteX9" fmla="*/ 100100 w 276685"/>
                <a:gd name="connsiteY9" fmla="*/ 7879 h 156588"/>
                <a:gd name="connsiteX10" fmla="*/ 126316 w 276685"/>
                <a:gd name="connsiteY10" fmla="*/ 47203 h 156588"/>
                <a:gd name="connsiteX11" fmla="*/ 126316 w 276685"/>
                <a:gd name="connsiteY11" fmla="*/ 129748 h 156588"/>
                <a:gd name="connsiteX12" fmla="*/ 98683 w 276685"/>
                <a:gd name="connsiteY12" fmla="*/ 145690 h 156588"/>
                <a:gd name="connsiteX13" fmla="*/ 98683 w 276685"/>
                <a:gd name="connsiteY13" fmla="*/ 156673 h 156588"/>
                <a:gd name="connsiteX14" fmla="*/ 138715 w 276685"/>
                <a:gd name="connsiteY14" fmla="*/ 155610 h 156588"/>
                <a:gd name="connsiteX15" fmla="*/ 178394 w 276685"/>
                <a:gd name="connsiteY15" fmla="*/ 156673 h 156588"/>
                <a:gd name="connsiteX16" fmla="*/ 178394 w 276685"/>
                <a:gd name="connsiteY16" fmla="*/ 145690 h 156588"/>
                <a:gd name="connsiteX17" fmla="*/ 150761 w 276685"/>
                <a:gd name="connsiteY17" fmla="*/ 129748 h 156588"/>
                <a:gd name="connsiteX18" fmla="*/ 150761 w 276685"/>
                <a:gd name="connsiteY18" fmla="*/ 64562 h 156588"/>
                <a:gd name="connsiteX19" fmla="*/ 198587 w 276685"/>
                <a:gd name="connsiteY19" fmla="*/ 7879 h 156588"/>
                <a:gd name="connsiteX20" fmla="*/ 224803 w 276685"/>
                <a:gd name="connsiteY20" fmla="*/ 47203 h 156588"/>
                <a:gd name="connsiteX21" fmla="*/ 224803 w 276685"/>
                <a:gd name="connsiteY21" fmla="*/ 129748 h 156588"/>
                <a:gd name="connsiteX22" fmla="*/ 197170 w 276685"/>
                <a:gd name="connsiteY22" fmla="*/ 145690 h 156588"/>
                <a:gd name="connsiteX23" fmla="*/ 197170 w 276685"/>
                <a:gd name="connsiteY23" fmla="*/ 156673 h 156588"/>
                <a:gd name="connsiteX24" fmla="*/ 237203 w 276685"/>
                <a:gd name="connsiteY24" fmla="*/ 155610 h 156588"/>
                <a:gd name="connsiteX25" fmla="*/ 276881 w 276685"/>
                <a:gd name="connsiteY25" fmla="*/ 156673 h 156588"/>
                <a:gd name="connsiteX26" fmla="*/ 276881 w 276685"/>
                <a:gd name="connsiteY26" fmla="*/ 145690 h 156588"/>
                <a:gd name="connsiteX27" fmla="*/ 249248 w 276685"/>
                <a:gd name="connsiteY27" fmla="*/ 135062 h 156588"/>
                <a:gd name="connsiteX28" fmla="*/ 249248 w 276685"/>
                <a:gd name="connsiteY28" fmla="*/ 67396 h 156588"/>
                <a:gd name="connsiteX29" fmla="*/ 238266 w 276685"/>
                <a:gd name="connsiteY29" fmla="*/ 13193 h 156588"/>
                <a:gd name="connsiteX30" fmla="*/ 201067 w 276685"/>
                <a:gd name="connsiteY30" fmla="*/ 85 h 156588"/>
                <a:gd name="connsiteX31" fmla="*/ 149698 w 276685"/>
                <a:gd name="connsiteY31" fmla="*/ 34803 h 156588"/>
                <a:gd name="connsiteX32" fmla="*/ 102580 w 276685"/>
                <a:gd name="connsiteY32" fmla="*/ 85 h 156588"/>
                <a:gd name="connsiteX33" fmla="*/ 50148 w 276685"/>
                <a:gd name="connsiteY33" fmla="*/ 37283 h 156588"/>
                <a:gd name="connsiteX34" fmla="*/ 50148 w 276685"/>
                <a:gd name="connsiteY34" fmla="*/ 85 h 156588"/>
                <a:gd name="connsiteX35" fmla="*/ 195 w 276685"/>
                <a:gd name="connsiteY35" fmla="*/ 3982 h 156588"/>
                <a:gd name="connsiteX36" fmla="*/ 195 w 276685"/>
                <a:gd name="connsiteY36" fmla="*/ 14964 h 156588"/>
                <a:gd name="connsiteX37" fmla="*/ 27828 w 276685"/>
                <a:gd name="connsiteY37" fmla="*/ 34803 h 15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6685" h="156588">
                  <a:moveTo>
                    <a:pt x="27828" y="34803"/>
                  </a:moveTo>
                  <a:lnTo>
                    <a:pt x="27828" y="129748"/>
                  </a:lnTo>
                  <a:cubicBezTo>
                    <a:pt x="27828" y="145690"/>
                    <a:pt x="23931" y="145690"/>
                    <a:pt x="195" y="145690"/>
                  </a:cubicBezTo>
                  <a:lnTo>
                    <a:pt x="195" y="156673"/>
                  </a:lnTo>
                  <a:cubicBezTo>
                    <a:pt x="12595" y="156318"/>
                    <a:pt x="30663" y="155610"/>
                    <a:pt x="40228" y="155610"/>
                  </a:cubicBezTo>
                  <a:cubicBezTo>
                    <a:pt x="49439" y="155610"/>
                    <a:pt x="67861" y="156318"/>
                    <a:pt x="79906" y="156673"/>
                  </a:cubicBezTo>
                  <a:lnTo>
                    <a:pt x="79906" y="145690"/>
                  </a:lnTo>
                  <a:cubicBezTo>
                    <a:pt x="56170" y="145690"/>
                    <a:pt x="52273" y="145690"/>
                    <a:pt x="52273" y="129748"/>
                  </a:cubicBezTo>
                  <a:lnTo>
                    <a:pt x="52273" y="64562"/>
                  </a:lnTo>
                  <a:cubicBezTo>
                    <a:pt x="52273" y="27718"/>
                    <a:pt x="77426" y="7879"/>
                    <a:pt x="100100" y="7879"/>
                  </a:cubicBezTo>
                  <a:cubicBezTo>
                    <a:pt x="122419" y="7879"/>
                    <a:pt x="126316" y="27009"/>
                    <a:pt x="126316" y="47203"/>
                  </a:cubicBezTo>
                  <a:lnTo>
                    <a:pt x="126316" y="129748"/>
                  </a:lnTo>
                  <a:cubicBezTo>
                    <a:pt x="126316" y="145690"/>
                    <a:pt x="122419" y="145690"/>
                    <a:pt x="98683" y="145690"/>
                  </a:cubicBezTo>
                  <a:lnTo>
                    <a:pt x="98683" y="156673"/>
                  </a:lnTo>
                  <a:cubicBezTo>
                    <a:pt x="111082" y="156318"/>
                    <a:pt x="129150" y="155610"/>
                    <a:pt x="138715" y="155610"/>
                  </a:cubicBezTo>
                  <a:cubicBezTo>
                    <a:pt x="147926" y="155610"/>
                    <a:pt x="166349" y="156318"/>
                    <a:pt x="178394" y="156673"/>
                  </a:cubicBezTo>
                  <a:lnTo>
                    <a:pt x="178394" y="145690"/>
                  </a:lnTo>
                  <a:cubicBezTo>
                    <a:pt x="154658" y="145690"/>
                    <a:pt x="150761" y="145690"/>
                    <a:pt x="150761" y="129748"/>
                  </a:cubicBezTo>
                  <a:lnTo>
                    <a:pt x="150761" y="64562"/>
                  </a:lnTo>
                  <a:cubicBezTo>
                    <a:pt x="150761" y="27718"/>
                    <a:pt x="175914" y="7879"/>
                    <a:pt x="198587" y="7879"/>
                  </a:cubicBezTo>
                  <a:cubicBezTo>
                    <a:pt x="220906" y="7879"/>
                    <a:pt x="224803" y="27009"/>
                    <a:pt x="224803" y="47203"/>
                  </a:cubicBezTo>
                  <a:lnTo>
                    <a:pt x="224803" y="129748"/>
                  </a:lnTo>
                  <a:cubicBezTo>
                    <a:pt x="224803" y="145690"/>
                    <a:pt x="220906" y="145690"/>
                    <a:pt x="197170" y="145690"/>
                  </a:cubicBezTo>
                  <a:lnTo>
                    <a:pt x="197170" y="156673"/>
                  </a:lnTo>
                  <a:cubicBezTo>
                    <a:pt x="209570" y="156318"/>
                    <a:pt x="227637" y="155610"/>
                    <a:pt x="237203" y="155610"/>
                  </a:cubicBezTo>
                  <a:cubicBezTo>
                    <a:pt x="246414" y="155610"/>
                    <a:pt x="264836" y="156318"/>
                    <a:pt x="276881" y="156673"/>
                  </a:cubicBezTo>
                  <a:lnTo>
                    <a:pt x="276881" y="145690"/>
                  </a:lnTo>
                  <a:cubicBezTo>
                    <a:pt x="258459" y="145690"/>
                    <a:pt x="249602" y="145690"/>
                    <a:pt x="249248" y="135062"/>
                  </a:cubicBezTo>
                  <a:lnTo>
                    <a:pt x="249248" y="67396"/>
                  </a:lnTo>
                  <a:cubicBezTo>
                    <a:pt x="249248" y="36929"/>
                    <a:pt x="249248" y="25947"/>
                    <a:pt x="238266" y="13193"/>
                  </a:cubicBezTo>
                  <a:cubicBezTo>
                    <a:pt x="233306" y="7170"/>
                    <a:pt x="221615" y="85"/>
                    <a:pt x="201067" y="85"/>
                  </a:cubicBezTo>
                  <a:cubicBezTo>
                    <a:pt x="171308" y="85"/>
                    <a:pt x="155720" y="21341"/>
                    <a:pt x="149698" y="34803"/>
                  </a:cubicBezTo>
                  <a:cubicBezTo>
                    <a:pt x="144738" y="3982"/>
                    <a:pt x="118522" y="85"/>
                    <a:pt x="102580" y="85"/>
                  </a:cubicBezTo>
                  <a:cubicBezTo>
                    <a:pt x="76718" y="85"/>
                    <a:pt x="60067" y="15318"/>
                    <a:pt x="50148" y="37283"/>
                  </a:cubicBezTo>
                  <a:lnTo>
                    <a:pt x="50148" y="85"/>
                  </a:lnTo>
                  <a:lnTo>
                    <a:pt x="195" y="3982"/>
                  </a:lnTo>
                  <a:lnTo>
                    <a:pt x="195" y="14964"/>
                  </a:lnTo>
                  <a:cubicBezTo>
                    <a:pt x="24994" y="14964"/>
                    <a:pt x="27828" y="17444"/>
                    <a:pt x="27828" y="34803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0C4FD92A-BC75-0926-60CB-203E8B318F96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9415991" y="7500793"/>
              <a:ext cx="159776" cy="162610"/>
            </a:xfrm>
            <a:custGeom>
              <a:avLst/>
              <a:gdLst>
                <a:gd name="connsiteX0" fmla="*/ 103296 w 159776"/>
                <a:gd name="connsiteY0" fmla="*/ 131874 h 162610"/>
                <a:gd name="connsiteX1" fmla="*/ 130930 w 159776"/>
                <a:gd name="connsiteY1" fmla="*/ 160924 h 162610"/>
                <a:gd name="connsiteX2" fmla="*/ 159980 w 159776"/>
                <a:gd name="connsiteY2" fmla="*/ 127268 h 162610"/>
                <a:gd name="connsiteX3" fmla="*/ 159980 w 159776"/>
                <a:gd name="connsiteY3" fmla="*/ 107429 h 162610"/>
                <a:gd name="connsiteX4" fmla="*/ 151123 w 159776"/>
                <a:gd name="connsiteY4" fmla="*/ 107429 h 162610"/>
                <a:gd name="connsiteX5" fmla="*/ 151123 w 159776"/>
                <a:gd name="connsiteY5" fmla="*/ 127268 h 162610"/>
                <a:gd name="connsiteX6" fmla="*/ 138369 w 159776"/>
                <a:gd name="connsiteY6" fmla="*/ 149942 h 162610"/>
                <a:gd name="connsiteX7" fmla="*/ 125261 w 159776"/>
                <a:gd name="connsiteY7" fmla="*/ 132228 h 162610"/>
                <a:gd name="connsiteX8" fmla="*/ 125261 w 159776"/>
                <a:gd name="connsiteY8" fmla="*/ 61374 h 162610"/>
                <a:gd name="connsiteX9" fmla="*/ 112508 w 159776"/>
                <a:gd name="connsiteY9" fmla="*/ 19570 h 162610"/>
                <a:gd name="connsiteX10" fmla="*/ 63972 w 159776"/>
                <a:gd name="connsiteY10" fmla="*/ 85 h 162610"/>
                <a:gd name="connsiteX11" fmla="*/ 10477 w 159776"/>
                <a:gd name="connsiteY11" fmla="*/ 40117 h 162610"/>
                <a:gd name="connsiteX12" fmla="*/ 26774 w 159776"/>
                <a:gd name="connsiteY12" fmla="*/ 56768 h 162610"/>
                <a:gd name="connsiteX13" fmla="*/ 43070 w 159776"/>
                <a:gd name="connsiteY13" fmla="*/ 40472 h 162610"/>
                <a:gd name="connsiteX14" fmla="*/ 25003 w 159776"/>
                <a:gd name="connsiteY14" fmla="*/ 24175 h 162610"/>
                <a:gd name="connsiteX15" fmla="*/ 63264 w 159776"/>
                <a:gd name="connsiteY15" fmla="*/ 7879 h 162610"/>
                <a:gd name="connsiteX16" fmla="*/ 100817 w 159776"/>
                <a:gd name="connsiteY16" fmla="*/ 53225 h 162610"/>
                <a:gd name="connsiteX17" fmla="*/ 100817 w 159776"/>
                <a:gd name="connsiteY17" fmla="*/ 66333 h 162610"/>
                <a:gd name="connsiteX18" fmla="*/ 35631 w 159776"/>
                <a:gd name="connsiteY18" fmla="*/ 79087 h 162610"/>
                <a:gd name="connsiteX19" fmla="*/ 204 w 159776"/>
                <a:gd name="connsiteY19" fmla="*/ 125143 h 162610"/>
                <a:gd name="connsiteX20" fmla="*/ 56887 w 159776"/>
                <a:gd name="connsiteY20" fmla="*/ 162695 h 162610"/>
                <a:gd name="connsiteX21" fmla="*/ 103296 w 159776"/>
                <a:gd name="connsiteY21" fmla="*/ 131874 h 162610"/>
                <a:gd name="connsiteX22" fmla="*/ 100817 w 159776"/>
                <a:gd name="connsiteY22" fmla="*/ 73773 h 162610"/>
                <a:gd name="connsiteX23" fmla="*/ 100817 w 159776"/>
                <a:gd name="connsiteY23" fmla="*/ 109200 h 162610"/>
                <a:gd name="connsiteX24" fmla="*/ 59367 w 159776"/>
                <a:gd name="connsiteY24" fmla="*/ 154901 h 162610"/>
                <a:gd name="connsiteX25" fmla="*/ 27482 w 159776"/>
                <a:gd name="connsiteY25" fmla="*/ 124788 h 162610"/>
                <a:gd name="connsiteX26" fmla="*/ 100817 w 159776"/>
                <a:gd name="connsiteY26" fmla="*/ 73773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59776" h="162610">
                  <a:moveTo>
                    <a:pt x="103296" y="131874"/>
                  </a:moveTo>
                  <a:cubicBezTo>
                    <a:pt x="104714" y="146045"/>
                    <a:pt x="114279" y="160924"/>
                    <a:pt x="130930" y="160924"/>
                  </a:cubicBezTo>
                  <a:cubicBezTo>
                    <a:pt x="138369" y="160924"/>
                    <a:pt x="159980" y="155964"/>
                    <a:pt x="159980" y="127268"/>
                  </a:cubicBezTo>
                  <a:lnTo>
                    <a:pt x="159980" y="107429"/>
                  </a:lnTo>
                  <a:lnTo>
                    <a:pt x="151123" y="107429"/>
                  </a:lnTo>
                  <a:lnTo>
                    <a:pt x="151123" y="127268"/>
                  </a:lnTo>
                  <a:cubicBezTo>
                    <a:pt x="151123" y="147816"/>
                    <a:pt x="142266" y="149942"/>
                    <a:pt x="138369" y="149942"/>
                  </a:cubicBezTo>
                  <a:cubicBezTo>
                    <a:pt x="126678" y="149942"/>
                    <a:pt x="125261" y="133999"/>
                    <a:pt x="125261" y="132228"/>
                  </a:cubicBezTo>
                  <a:lnTo>
                    <a:pt x="125261" y="61374"/>
                  </a:lnTo>
                  <a:cubicBezTo>
                    <a:pt x="125261" y="46494"/>
                    <a:pt x="125261" y="32678"/>
                    <a:pt x="112508" y="19570"/>
                  </a:cubicBezTo>
                  <a:cubicBezTo>
                    <a:pt x="98691" y="5753"/>
                    <a:pt x="80977" y="85"/>
                    <a:pt x="63972" y="85"/>
                  </a:cubicBezTo>
                  <a:cubicBezTo>
                    <a:pt x="34922" y="85"/>
                    <a:pt x="10477" y="16735"/>
                    <a:pt x="10477" y="40117"/>
                  </a:cubicBezTo>
                  <a:cubicBezTo>
                    <a:pt x="10477" y="50746"/>
                    <a:pt x="17563" y="56768"/>
                    <a:pt x="26774" y="56768"/>
                  </a:cubicBezTo>
                  <a:cubicBezTo>
                    <a:pt x="36693" y="56768"/>
                    <a:pt x="43070" y="49683"/>
                    <a:pt x="43070" y="40472"/>
                  </a:cubicBezTo>
                  <a:cubicBezTo>
                    <a:pt x="43070" y="36220"/>
                    <a:pt x="41299" y="24529"/>
                    <a:pt x="25003" y="24175"/>
                  </a:cubicBezTo>
                  <a:cubicBezTo>
                    <a:pt x="34568" y="11776"/>
                    <a:pt x="51927" y="7879"/>
                    <a:pt x="63264" y="7879"/>
                  </a:cubicBezTo>
                  <a:cubicBezTo>
                    <a:pt x="80623" y="7879"/>
                    <a:pt x="100817" y="21695"/>
                    <a:pt x="100817" y="53225"/>
                  </a:cubicBezTo>
                  <a:lnTo>
                    <a:pt x="100817" y="66333"/>
                  </a:lnTo>
                  <a:cubicBezTo>
                    <a:pt x="82749" y="67396"/>
                    <a:pt x="57950" y="68459"/>
                    <a:pt x="35631" y="79087"/>
                  </a:cubicBezTo>
                  <a:cubicBezTo>
                    <a:pt x="9060" y="91132"/>
                    <a:pt x="204" y="109555"/>
                    <a:pt x="204" y="125143"/>
                  </a:cubicBezTo>
                  <a:cubicBezTo>
                    <a:pt x="204" y="153839"/>
                    <a:pt x="34568" y="162695"/>
                    <a:pt x="56887" y="162695"/>
                  </a:cubicBezTo>
                  <a:cubicBezTo>
                    <a:pt x="80269" y="162695"/>
                    <a:pt x="96565" y="148524"/>
                    <a:pt x="103296" y="131874"/>
                  </a:cubicBezTo>
                  <a:close/>
                  <a:moveTo>
                    <a:pt x="100817" y="73773"/>
                  </a:moveTo>
                  <a:lnTo>
                    <a:pt x="100817" y="109200"/>
                  </a:lnTo>
                  <a:cubicBezTo>
                    <a:pt x="100817" y="142856"/>
                    <a:pt x="75309" y="154901"/>
                    <a:pt x="59367" y="154901"/>
                  </a:cubicBezTo>
                  <a:cubicBezTo>
                    <a:pt x="42008" y="154901"/>
                    <a:pt x="27482" y="142502"/>
                    <a:pt x="27482" y="124788"/>
                  </a:cubicBezTo>
                  <a:cubicBezTo>
                    <a:pt x="27482" y="105303"/>
                    <a:pt x="42362" y="75899"/>
                    <a:pt x="100817" y="73773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6BF7444A-63B6-AD46-3887-2B0C0FE572FB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9582500" y="7506816"/>
              <a:ext cx="178552" cy="152691"/>
            </a:xfrm>
            <a:custGeom>
              <a:avLst/>
              <a:gdLst>
                <a:gd name="connsiteX0" fmla="*/ 97633 w 178552"/>
                <a:gd name="connsiteY0" fmla="*/ 69522 h 152691"/>
                <a:gd name="connsiteX1" fmla="*/ 130226 w 178552"/>
                <a:gd name="connsiteY1" fmla="*/ 29489 h 152691"/>
                <a:gd name="connsiteX2" fmla="*/ 172384 w 178552"/>
                <a:gd name="connsiteY2" fmla="*/ 11067 h 152691"/>
                <a:gd name="connsiteX3" fmla="*/ 172384 w 178552"/>
                <a:gd name="connsiteY3" fmla="*/ 85 h 152691"/>
                <a:gd name="connsiteX4" fmla="*/ 143334 w 178552"/>
                <a:gd name="connsiteY4" fmla="*/ 1148 h 152691"/>
                <a:gd name="connsiteX5" fmla="*/ 109324 w 178552"/>
                <a:gd name="connsiteY5" fmla="*/ 85 h 152691"/>
                <a:gd name="connsiteX6" fmla="*/ 109324 w 178552"/>
                <a:gd name="connsiteY6" fmla="*/ 11067 h 152691"/>
                <a:gd name="connsiteX7" fmla="*/ 119598 w 178552"/>
                <a:gd name="connsiteY7" fmla="*/ 22050 h 152691"/>
                <a:gd name="connsiteX8" fmla="*/ 114284 w 178552"/>
                <a:gd name="connsiteY8" fmla="*/ 34449 h 152691"/>
                <a:gd name="connsiteX9" fmla="*/ 92319 w 178552"/>
                <a:gd name="connsiteY9" fmla="*/ 62082 h 152691"/>
                <a:gd name="connsiteX10" fmla="*/ 64686 w 178552"/>
                <a:gd name="connsiteY10" fmla="*/ 26301 h 152691"/>
                <a:gd name="connsiteX11" fmla="*/ 61497 w 178552"/>
                <a:gd name="connsiteY11" fmla="*/ 19924 h 152691"/>
                <a:gd name="connsiteX12" fmla="*/ 73897 w 178552"/>
                <a:gd name="connsiteY12" fmla="*/ 11067 h 152691"/>
                <a:gd name="connsiteX13" fmla="*/ 73897 w 178552"/>
                <a:gd name="connsiteY13" fmla="*/ 85 h 152691"/>
                <a:gd name="connsiteX14" fmla="*/ 35636 w 178552"/>
                <a:gd name="connsiteY14" fmla="*/ 1148 h 152691"/>
                <a:gd name="connsiteX15" fmla="*/ 1980 w 178552"/>
                <a:gd name="connsiteY15" fmla="*/ 85 h 152691"/>
                <a:gd name="connsiteX16" fmla="*/ 1980 w 178552"/>
                <a:gd name="connsiteY16" fmla="*/ 11067 h 152691"/>
                <a:gd name="connsiteX17" fmla="*/ 43784 w 178552"/>
                <a:gd name="connsiteY17" fmla="*/ 32678 h 152691"/>
                <a:gd name="connsiteX18" fmla="*/ 78857 w 178552"/>
                <a:gd name="connsiteY18" fmla="*/ 78379 h 152691"/>
                <a:gd name="connsiteX19" fmla="*/ 45555 w 178552"/>
                <a:gd name="connsiteY19" fmla="*/ 120537 h 152691"/>
                <a:gd name="connsiteX20" fmla="*/ 209 w 178552"/>
                <a:gd name="connsiteY20" fmla="*/ 141793 h 152691"/>
                <a:gd name="connsiteX21" fmla="*/ 209 w 178552"/>
                <a:gd name="connsiteY21" fmla="*/ 152776 h 152691"/>
                <a:gd name="connsiteX22" fmla="*/ 29613 w 178552"/>
                <a:gd name="connsiteY22" fmla="*/ 151713 h 152691"/>
                <a:gd name="connsiteX23" fmla="*/ 63269 w 178552"/>
                <a:gd name="connsiteY23" fmla="*/ 152776 h 152691"/>
                <a:gd name="connsiteX24" fmla="*/ 63269 w 178552"/>
                <a:gd name="connsiteY24" fmla="*/ 141793 h 152691"/>
                <a:gd name="connsiteX25" fmla="*/ 52995 w 178552"/>
                <a:gd name="connsiteY25" fmla="*/ 130811 h 152691"/>
                <a:gd name="connsiteX26" fmla="*/ 84879 w 178552"/>
                <a:gd name="connsiteY26" fmla="*/ 85818 h 152691"/>
                <a:gd name="connsiteX27" fmla="*/ 111804 w 178552"/>
                <a:gd name="connsiteY27" fmla="*/ 121246 h 152691"/>
                <a:gd name="connsiteX28" fmla="*/ 119244 w 178552"/>
                <a:gd name="connsiteY28" fmla="*/ 132936 h 152691"/>
                <a:gd name="connsiteX29" fmla="*/ 106490 w 178552"/>
                <a:gd name="connsiteY29" fmla="*/ 141793 h 152691"/>
                <a:gd name="connsiteX30" fmla="*/ 106490 w 178552"/>
                <a:gd name="connsiteY30" fmla="*/ 152776 h 152691"/>
                <a:gd name="connsiteX31" fmla="*/ 144751 w 178552"/>
                <a:gd name="connsiteY31" fmla="*/ 151713 h 152691"/>
                <a:gd name="connsiteX32" fmla="*/ 178761 w 178552"/>
                <a:gd name="connsiteY32" fmla="*/ 152776 h 152691"/>
                <a:gd name="connsiteX33" fmla="*/ 178761 w 178552"/>
                <a:gd name="connsiteY33" fmla="*/ 141793 h 152691"/>
                <a:gd name="connsiteX34" fmla="*/ 145105 w 178552"/>
                <a:gd name="connsiteY34" fmla="*/ 130811 h 152691"/>
                <a:gd name="connsiteX35" fmla="*/ 97633 w 178552"/>
                <a:gd name="connsiteY35" fmla="*/ 69522 h 152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552" h="152691">
                  <a:moveTo>
                    <a:pt x="97633" y="69522"/>
                  </a:moveTo>
                  <a:cubicBezTo>
                    <a:pt x="108261" y="56060"/>
                    <a:pt x="121724" y="38700"/>
                    <a:pt x="130226" y="29489"/>
                  </a:cubicBezTo>
                  <a:cubicBezTo>
                    <a:pt x="141208" y="16735"/>
                    <a:pt x="155734" y="11421"/>
                    <a:pt x="172384" y="11067"/>
                  </a:cubicBezTo>
                  <a:lnTo>
                    <a:pt x="172384" y="85"/>
                  </a:lnTo>
                  <a:cubicBezTo>
                    <a:pt x="163173" y="793"/>
                    <a:pt x="152545" y="1148"/>
                    <a:pt x="143334" y="1148"/>
                  </a:cubicBezTo>
                  <a:cubicBezTo>
                    <a:pt x="132706" y="1148"/>
                    <a:pt x="113930" y="439"/>
                    <a:pt x="109324" y="85"/>
                  </a:cubicBezTo>
                  <a:lnTo>
                    <a:pt x="109324" y="11067"/>
                  </a:lnTo>
                  <a:cubicBezTo>
                    <a:pt x="116764" y="11776"/>
                    <a:pt x="119598" y="16381"/>
                    <a:pt x="119598" y="22050"/>
                  </a:cubicBezTo>
                  <a:cubicBezTo>
                    <a:pt x="119598" y="27718"/>
                    <a:pt x="116055" y="32323"/>
                    <a:pt x="114284" y="34449"/>
                  </a:cubicBezTo>
                  <a:lnTo>
                    <a:pt x="92319" y="62082"/>
                  </a:lnTo>
                  <a:lnTo>
                    <a:pt x="64686" y="26301"/>
                  </a:lnTo>
                  <a:cubicBezTo>
                    <a:pt x="61497" y="22758"/>
                    <a:pt x="61497" y="22050"/>
                    <a:pt x="61497" y="19924"/>
                  </a:cubicBezTo>
                  <a:cubicBezTo>
                    <a:pt x="61497" y="14610"/>
                    <a:pt x="66812" y="11421"/>
                    <a:pt x="73897" y="11067"/>
                  </a:cubicBezTo>
                  <a:lnTo>
                    <a:pt x="73897" y="85"/>
                  </a:lnTo>
                  <a:cubicBezTo>
                    <a:pt x="64686" y="439"/>
                    <a:pt x="41304" y="1148"/>
                    <a:pt x="35636" y="1148"/>
                  </a:cubicBezTo>
                  <a:cubicBezTo>
                    <a:pt x="28196" y="1148"/>
                    <a:pt x="11545" y="793"/>
                    <a:pt x="1980" y="85"/>
                  </a:cubicBezTo>
                  <a:lnTo>
                    <a:pt x="1980" y="11067"/>
                  </a:lnTo>
                  <a:cubicBezTo>
                    <a:pt x="26779" y="11067"/>
                    <a:pt x="27133" y="11421"/>
                    <a:pt x="43784" y="32678"/>
                  </a:cubicBezTo>
                  <a:lnTo>
                    <a:pt x="78857" y="78379"/>
                  </a:lnTo>
                  <a:lnTo>
                    <a:pt x="45555" y="120537"/>
                  </a:lnTo>
                  <a:cubicBezTo>
                    <a:pt x="28550" y="141085"/>
                    <a:pt x="7648" y="141793"/>
                    <a:pt x="209" y="141793"/>
                  </a:cubicBezTo>
                  <a:lnTo>
                    <a:pt x="209" y="152776"/>
                  </a:lnTo>
                  <a:cubicBezTo>
                    <a:pt x="9420" y="152067"/>
                    <a:pt x="20402" y="151713"/>
                    <a:pt x="29613" y="151713"/>
                  </a:cubicBezTo>
                  <a:cubicBezTo>
                    <a:pt x="39887" y="151713"/>
                    <a:pt x="54766" y="152421"/>
                    <a:pt x="63269" y="152776"/>
                  </a:cubicBezTo>
                  <a:lnTo>
                    <a:pt x="63269" y="141793"/>
                  </a:lnTo>
                  <a:cubicBezTo>
                    <a:pt x="55475" y="140730"/>
                    <a:pt x="52995" y="136125"/>
                    <a:pt x="52995" y="130811"/>
                  </a:cubicBezTo>
                  <a:cubicBezTo>
                    <a:pt x="52995" y="123017"/>
                    <a:pt x="63269" y="111326"/>
                    <a:pt x="84879" y="85818"/>
                  </a:cubicBezTo>
                  <a:lnTo>
                    <a:pt x="111804" y="121246"/>
                  </a:lnTo>
                  <a:cubicBezTo>
                    <a:pt x="114638" y="125143"/>
                    <a:pt x="119244" y="130811"/>
                    <a:pt x="119244" y="132936"/>
                  </a:cubicBezTo>
                  <a:cubicBezTo>
                    <a:pt x="119244" y="136125"/>
                    <a:pt x="116055" y="141439"/>
                    <a:pt x="106490" y="141793"/>
                  </a:cubicBezTo>
                  <a:lnTo>
                    <a:pt x="106490" y="152776"/>
                  </a:lnTo>
                  <a:cubicBezTo>
                    <a:pt x="117118" y="152421"/>
                    <a:pt x="136957" y="151713"/>
                    <a:pt x="144751" y="151713"/>
                  </a:cubicBezTo>
                  <a:cubicBezTo>
                    <a:pt x="154317" y="151713"/>
                    <a:pt x="168133" y="152067"/>
                    <a:pt x="178761" y="152776"/>
                  </a:cubicBezTo>
                  <a:lnTo>
                    <a:pt x="178761" y="141793"/>
                  </a:lnTo>
                  <a:cubicBezTo>
                    <a:pt x="159631" y="141793"/>
                    <a:pt x="153254" y="141085"/>
                    <a:pt x="145105" y="130811"/>
                  </a:cubicBezTo>
                  <a:lnTo>
                    <a:pt x="97633" y="69522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052B6506-F336-9D33-3F35-7E5AF8879E2C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9783824" y="7328963"/>
              <a:ext cx="122011" cy="174584"/>
            </a:xfrm>
            <a:custGeom>
              <a:avLst/>
              <a:gdLst>
                <a:gd name="connsiteX0" fmla="*/ 59235 w 122011"/>
                <a:gd name="connsiteY0" fmla="*/ 7520 h 174584"/>
                <a:gd name="connsiteX1" fmla="*/ 60227 w 122011"/>
                <a:gd name="connsiteY1" fmla="*/ 3552 h 174584"/>
                <a:gd name="connsiteX2" fmla="*/ 56259 w 122011"/>
                <a:gd name="connsiteY2" fmla="*/ 80 h 174584"/>
                <a:gd name="connsiteX3" fmla="*/ 24517 w 122011"/>
                <a:gd name="connsiteY3" fmla="*/ 2560 h 174584"/>
                <a:gd name="connsiteX4" fmla="*/ 19061 w 122011"/>
                <a:gd name="connsiteY4" fmla="*/ 8264 h 174584"/>
                <a:gd name="connsiteX5" fmla="*/ 25509 w 122011"/>
                <a:gd name="connsiteY5" fmla="*/ 11736 h 174584"/>
                <a:gd name="connsiteX6" fmla="*/ 37412 w 122011"/>
                <a:gd name="connsiteY6" fmla="*/ 15456 h 174584"/>
                <a:gd name="connsiteX7" fmla="*/ 36420 w 122011"/>
                <a:gd name="connsiteY7" fmla="*/ 20911 h 174584"/>
                <a:gd name="connsiteX8" fmla="*/ 1454 w 122011"/>
                <a:gd name="connsiteY8" fmla="*/ 161274 h 174584"/>
                <a:gd name="connsiteX9" fmla="*/ 214 w 122011"/>
                <a:gd name="connsiteY9" fmla="*/ 166730 h 174584"/>
                <a:gd name="connsiteX10" fmla="*/ 8645 w 122011"/>
                <a:gd name="connsiteY10" fmla="*/ 174665 h 174584"/>
                <a:gd name="connsiteX11" fmla="*/ 20053 w 122011"/>
                <a:gd name="connsiteY11" fmla="*/ 164250 h 174584"/>
                <a:gd name="connsiteX12" fmla="*/ 32204 w 122011"/>
                <a:gd name="connsiteY12" fmla="*/ 116140 h 174584"/>
                <a:gd name="connsiteX13" fmla="*/ 63947 w 122011"/>
                <a:gd name="connsiteY13" fmla="*/ 136475 h 174584"/>
                <a:gd name="connsiteX14" fmla="*/ 63451 w 122011"/>
                <a:gd name="connsiteY14" fmla="*/ 141435 h 174584"/>
                <a:gd name="connsiteX15" fmla="*/ 62459 w 122011"/>
                <a:gd name="connsiteY15" fmla="*/ 149122 h 174584"/>
                <a:gd name="connsiteX16" fmla="*/ 88746 w 122011"/>
                <a:gd name="connsiteY16" fmla="*/ 174665 h 174584"/>
                <a:gd name="connsiteX17" fmla="*/ 120241 w 122011"/>
                <a:gd name="connsiteY17" fmla="*/ 136723 h 174584"/>
                <a:gd name="connsiteX18" fmla="*/ 116273 w 122011"/>
                <a:gd name="connsiteY18" fmla="*/ 133499 h 174584"/>
                <a:gd name="connsiteX19" fmla="*/ 111313 w 122011"/>
                <a:gd name="connsiteY19" fmla="*/ 139451 h 174584"/>
                <a:gd name="connsiteX20" fmla="*/ 89490 w 122011"/>
                <a:gd name="connsiteY20" fmla="*/ 167722 h 174584"/>
                <a:gd name="connsiteX21" fmla="*/ 80810 w 122011"/>
                <a:gd name="connsiteY21" fmla="*/ 154826 h 174584"/>
                <a:gd name="connsiteX22" fmla="*/ 82298 w 122011"/>
                <a:gd name="connsiteY22" fmla="*/ 143666 h 174584"/>
                <a:gd name="connsiteX23" fmla="*/ 83538 w 122011"/>
                <a:gd name="connsiteY23" fmla="*/ 135979 h 174584"/>
                <a:gd name="connsiteX24" fmla="*/ 43364 w 122011"/>
                <a:gd name="connsiteY24" fmla="*/ 109692 h 174584"/>
                <a:gd name="connsiteX25" fmla="*/ 63947 w 122011"/>
                <a:gd name="connsiteY25" fmla="*/ 93324 h 174584"/>
                <a:gd name="connsiteX26" fmla="*/ 102882 w 122011"/>
                <a:gd name="connsiteY26" fmla="*/ 69765 h 174584"/>
                <a:gd name="connsiteX27" fmla="*/ 111065 w 122011"/>
                <a:gd name="connsiteY27" fmla="*/ 72989 h 174584"/>
                <a:gd name="connsiteX28" fmla="*/ 98170 w 122011"/>
                <a:gd name="connsiteY28" fmla="*/ 86877 h 174584"/>
                <a:gd name="connsiteX29" fmla="*/ 108089 w 122011"/>
                <a:gd name="connsiteY29" fmla="*/ 96052 h 174584"/>
                <a:gd name="connsiteX30" fmla="*/ 122225 w 122011"/>
                <a:gd name="connsiteY30" fmla="*/ 80181 h 174584"/>
                <a:gd name="connsiteX31" fmla="*/ 103130 w 122011"/>
                <a:gd name="connsiteY31" fmla="*/ 62822 h 174584"/>
                <a:gd name="connsiteX32" fmla="*/ 63451 w 122011"/>
                <a:gd name="connsiteY32" fmla="*/ 84645 h 174584"/>
                <a:gd name="connsiteX33" fmla="*/ 34684 w 122011"/>
                <a:gd name="connsiteY33" fmla="*/ 106468 h 174584"/>
                <a:gd name="connsiteX34" fmla="*/ 59235 w 122011"/>
                <a:gd name="connsiteY34" fmla="*/ 7520 h 174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2011" h="174584">
                  <a:moveTo>
                    <a:pt x="59235" y="7520"/>
                  </a:moveTo>
                  <a:cubicBezTo>
                    <a:pt x="59483" y="7024"/>
                    <a:pt x="60227" y="3800"/>
                    <a:pt x="60227" y="3552"/>
                  </a:cubicBezTo>
                  <a:cubicBezTo>
                    <a:pt x="60227" y="2312"/>
                    <a:pt x="59235" y="80"/>
                    <a:pt x="56259" y="80"/>
                  </a:cubicBezTo>
                  <a:cubicBezTo>
                    <a:pt x="51300" y="80"/>
                    <a:pt x="30717" y="2064"/>
                    <a:pt x="24517" y="2560"/>
                  </a:cubicBezTo>
                  <a:cubicBezTo>
                    <a:pt x="22533" y="2808"/>
                    <a:pt x="19061" y="3056"/>
                    <a:pt x="19061" y="8264"/>
                  </a:cubicBezTo>
                  <a:cubicBezTo>
                    <a:pt x="19061" y="11736"/>
                    <a:pt x="22533" y="11736"/>
                    <a:pt x="25509" y="11736"/>
                  </a:cubicBezTo>
                  <a:cubicBezTo>
                    <a:pt x="37412" y="11736"/>
                    <a:pt x="37412" y="13472"/>
                    <a:pt x="37412" y="15456"/>
                  </a:cubicBezTo>
                  <a:cubicBezTo>
                    <a:pt x="37412" y="17192"/>
                    <a:pt x="36916" y="18679"/>
                    <a:pt x="36420" y="20911"/>
                  </a:cubicBezTo>
                  <a:lnTo>
                    <a:pt x="1454" y="161274"/>
                  </a:lnTo>
                  <a:cubicBezTo>
                    <a:pt x="214" y="165738"/>
                    <a:pt x="214" y="166234"/>
                    <a:pt x="214" y="166730"/>
                  </a:cubicBezTo>
                  <a:cubicBezTo>
                    <a:pt x="214" y="170449"/>
                    <a:pt x="3190" y="174665"/>
                    <a:pt x="8645" y="174665"/>
                  </a:cubicBezTo>
                  <a:cubicBezTo>
                    <a:pt x="15341" y="174665"/>
                    <a:pt x="18565" y="169705"/>
                    <a:pt x="20053" y="164250"/>
                  </a:cubicBezTo>
                  <a:cubicBezTo>
                    <a:pt x="20549" y="163258"/>
                    <a:pt x="31213" y="119611"/>
                    <a:pt x="32204" y="116140"/>
                  </a:cubicBezTo>
                  <a:cubicBezTo>
                    <a:pt x="49812" y="117875"/>
                    <a:pt x="63947" y="123579"/>
                    <a:pt x="63947" y="136475"/>
                  </a:cubicBezTo>
                  <a:cubicBezTo>
                    <a:pt x="63947" y="137715"/>
                    <a:pt x="63947" y="138955"/>
                    <a:pt x="63451" y="141435"/>
                  </a:cubicBezTo>
                  <a:cubicBezTo>
                    <a:pt x="62459" y="145154"/>
                    <a:pt x="62459" y="146394"/>
                    <a:pt x="62459" y="149122"/>
                  </a:cubicBezTo>
                  <a:cubicBezTo>
                    <a:pt x="62459" y="166730"/>
                    <a:pt x="76843" y="174665"/>
                    <a:pt x="88746" y="174665"/>
                  </a:cubicBezTo>
                  <a:cubicBezTo>
                    <a:pt x="112801" y="174665"/>
                    <a:pt x="120241" y="136971"/>
                    <a:pt x="120241" y="136723"/>
                  </a:cubicBezTo>
                  <a:cubicBezTo>
                    <a:pt x="120241" y="133499"/>
                    <a:pt x="117017" y="133499"/>
                    <a:pt x="116273" y="133499"/>
                  </a:cubicBezTo>
                  <a:cubicBezTo>
                    <a:pt x="112801" y="133499"/>
                    <a:pt x="112553" y="134739"/>
                    <a:pt x="111313" y="139451"/>
                  </a:cubicBezTo>
                  <a:cubicBezTo>
                    <a:pt x="108337" y="150114"/>
                    <a:pt x="101642" y="167722"/>
                    <a:pt x="89490" y="167722"/>
                  </a:cubicBezTo>
                  <a:cubicBezTo>
                    <a:pt x="82794" y="167722"/>
                    <a:pt x="80810" y="161522"/>
                    <a:pt x="80810" y="154826"/>
                  </a:cubicBezTo>
                  <a:cubicBezTo>
                    <a:pt x="80810" y="150610"/>
                    <a:pt x="80810" y="150114"/>
                    <a:pt x="82298" y="143666"/>
                  </a:cubicBezTo>
                  <a:cubicBezTo>
                    <a:pt x="82546" y="142923"/>
                    <a:pt x="83538" y="138707"/>
                    <a:pt x="83538" y="135979"/>
                  </a:cubicBezTo>
                  <a:cubicBezTo>
                    <a:pt x="83538" y="113908"/>
                    <a:pt x="53780" y="110436"/>
                    <a:pt x="43364" y="109692"/>
                  </a:cubicBezTo>
                  <a:cubicBezTo>
                    <a:pt x="50556" y="105228"/>
                    <a:pt x="59731" y="97044"/>
                    <a:pt x="63947" y="93324"/>
                  </a:cubicBezTo>
                  <a:cubicBezTo>
                    <a:pt x="76595" y="81421"/>
                    <a:pt x="88994" y="69765"/>
                    <a:pt x="102882" y="69765"/>
                  </a:cubicBezTo>
                  <a:cubicBezTo>
                    <a:pt x="105857" y="69765"/>
                    <a:pt x="109081" y="70509"/>
                    <a:pt x="111065" y="72989"/>
                  </a:cubicBezTo>
                  <a:cubicBezTo>
                    <a:pt x="100402" y="74725"/>
                    <a:pt x="98170" y="83157"/>
                    <a:pt x="98170" y="86877"/>
                  </a:cubicBezTo>
                  <a:cubicBezTo>
                    <a:pt x="98170" y="92333"/>
                    <a:pt x="102386" y="96052"/>
                    <a:pt x="108089" y="96052"/>
                  </a:cubicBezTo>
                  <a:cubicBezTo>
                    <a:pt x="114785" y="96052"/>
                    <a:pt x="122225" y="90597"/>
                    <a:pt x="122225" y="80181"/>
                  </a:cubicBezTo>
                  <a:cubicBezTo>
                    <a:pt x="122225" y="71997"/>
                    <a:pt x="116273" y="62822"/>
                    <a:pt x="103130" y="62822"/>
                  </a:cubicBezTo>
                  <a:cubicBezTo>
                    <a:pt x="88994" y="62822"/>
                    <a:pt x="76099" y="72989"/>
                    <a:pt x="63451" y="84645"/>
                  </a:cubicBezTo>
                  <a:cubicBezTo>
                    <a:pt x="53036" y="94564"/>
                    <a:pt x="44852" y="102252"/>
                    <a:pt x="34684" y="106468"/>
                  </a:cubicBezTo>
                  <a:lnTo>
                    <a:pt x="59235" y="7520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AE033A87-6C28-37B5-07BA-9295DF28A2B0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9776880" y="7582672"/>
              <a:ext cx="75140" cy="166897"/>
            </a:xfrm>
            <a:custGeom>
              <a:avLst/>
              <a:gdLst>
                <a:gd name="connsiteX0" fmla="*/ 68907 w 75140"/>
                <a:gd name="connsiteY0" fmla="*/ 9511 h 166897"/>
                <a:gd name="connsiteX1" fmla="*/ 58987 w 75140"/>
                <a:gd name="connsiteY1" fmla="*/ 87 h 166897"/>
                <a:gd name="connsiteX2" fmla="*/ 45100 w 75140"/>
                <a:gd name="connsiteY2" fmla="*/ 13727 h 166897"/>
                <a:gd name="connsiteX3" fmla="*/ 55020 w 75140"/>
                <a:gd name="connsiteY3" fmla="*/ 23150 h 166897"/>
                <a:gd name="connsiteX4" fmla="*/ 68907 w 75140"/>
                <a:gd name="connsiteY4" fmla="*/ 9511 h 166897"/>
                <a:gd name="connsiteX5" fmla="*/ 18317 w 75140"/>
                <a:gd name="connsiteY5" fmla="*/ 135490 h 166897"/>
                <a:gd name="connsiteX6" fmla="*/ 16085 w 75140"/>
                <a:gd name="connsiteY6" fmla="*/ 145905 h 166897"/>
                <a:gd name="connsiteX7" fmla="*/ 39644 w 75140"/>
                <a:gd name="connsiteY7" fmla="*/ 166984 h 166897"/>
                <a:gd name="connsiteX8" fmla="*/ 75355 w 75140"/>
                <a:gd name="connsiteY8" fmla="*/ 129042 h 166897"/>
                <a:gd name="connsiteX9" fmla="*/ 71387 w 75140"/>
                <a:gd name="connsiteY9" fmla="*/ 125818 h 166897"/>
                <a:gd name="connsiteX10" fmla="*/ 66675 w 75140"/>
                <a:gd name="connsiteY10" fmla="*/ 130034 h 166897"/>
                <a:gd name="connsiteX11" fmla="*/ 40388 w 75140"/>
                <a:gd name="connsiteY11" fmla="*/ 160041 h 166897"/>
                <a:gd name="connsiteX12" fmla="*/ 34188 w 75140"/>
                <a:gd name="connsiteY12" fmla="*/ 151361 h 166897"/>
                <a:gd name="connsiteX13" fmla="*/ 38156 w 75140"/>
                <a:gd name="connsiteY13" fmla="*/ 135490 h 166897"/>
                <a:gd name="connsiteX14" fmla="*/ 46092 w 75140"/>
                <a:gd name="connsiteY14" fmla="*/ 115651 h 166897"/>
                <a:gd name="connsiteX15" fmla="*/ 58243 w 75140"/>
                <a:gd name="connsiteY15" fmla="*/ 84156 h 166897"/>
                <a:gd name="connsiteX16" fmla="*/ 59731 w 75140"/>
                <a:gd name="connsiteY16" fmla="*/ 76220 h 166897"/>
                <a:gd name="connsiteX17" fmla="*/ 36172 w 75140"/>
                <a:gd name="connsiteY17" fmla="*/ 55141 h 166897"/>
                <a:gd name="connsiteX18" fmla="*/ 214 w 75140"/>
                <a:gd name="connsiteY18" fmla="*/ 93083 h 166897"/>
                <a:gd name="connsiteX19" fmla="*/ 4430 w 75140"/>
                <a:gd name="connsiteY19" fmla="*/ 96307 h 166897"/>
                <a:gd name="connsiteX20" fmla="*/ 8893 w 75140"/>
                <a:gd name="connsiteY20" fmla="*/ 92339 h 166897"/>
                <a:gd name="connsiteX21" fmla="*/ 35428 w 75140"/>
                <a:gd name="connsiteY21" fmla="*/ 62085 h 166897"/>
                <a:gd name="connsiteX22" fmla="*/ 41628 w 75140"/>
                <a:gd name="connsiteY22" fmla="*/ 70764 h 166897"/>
                <a:gd name="connsiteX23" fmla="*/ 33940 w 75140"/>
                <a:gd name="connsiteY23" fmla="*/ 95563 h 166897"/>
                <a:gd name="connsiteX24" fmla="*/ 18317 w 75140"/>
                <a:gd name="connsiteY24" fmla="*/ 135490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140" h="166897">
                  <a:moveTo>
                    <a:pt x="68907" y="9511"/>
                  </a:moveTo>
                  <a:cubicBezTo>
                    <a:pt x="68907" y="5543"/>
                    <a:pt x="65931" y="87"/>
                    <a:pt x="58987" y="87"/>
                  </a:cubicBezTo>
                  <a:cubicBezTo>
                    <a:pt x="52292" y="87"/>
                    <a:pt x="45100" y="6535"/>
                    <a:pt x="45100" y="13727"/>
                  </a:cubicBezTo>
                  <a:cubicBezTo>
                    <a:pt x="45100" y="17942"/>
                    <a:pt x="48324" y="23150"/>
                    <a:pt x="55020" y="23150"/>
                  </a:cubicBezTo>
                  <a:cubicBezTo>
                    <a:pt x="62211" y="23150"/>
                    <a:pt x="68907" y="16206"/>
                    <a:pt x="68907" y="9511"/>
                  </a:cubicBezTo>
                  <a:close/>
                  <a:moveTo>
                    <a:pt x="18317" y="135490"/>
                  </a:moveTo>
                  <a:cubicBezTo>
                    <a:pt x="17325" y="138714"/>
                    <a:pt x="16085" y="141689"/>
                    <a:pt x="16085" y="145905"/>
                  </a:cubicBezTo>
                  <a:cubicBezTo>
                    <a:pt x="16085" y="157561"/>
                    <a:pt x="26005" y="166984"/>
                    <a:pt x="39644" y="166984"/>
                  </a:cubicBezTo>
                  <a:cubicBezTo>
                    <a:pt x="64443" y="166984"/>
                    <a:pt x="75355" y="132762"/>
                    <a:pt x="75355" y="129042"/>
                  </a:cubicBezTo>
                  <a:cubicBezTo>
                    <a:pt x="75355" y="125818"/>
                    <a:pt x="72131" y="125818"/>
                    <a:pt x="71387" y="125818"/>
                  </a:cubicBezTo>
                  <a:cubicBezTo>
                    <a:pt x="67915" y="125818"/>
                    <a:pt x="67667" y="127306"/>
                    <a:pt x="66675" y="130034"/>
                  </a:cubicBezTo>
                  <a:cubicBezTo>
                    <a:pt x="60971" y="149873"/>
                    <a:pt x="50060" y="160041"/>
                    <a:pt x="40388" y="160041"/>
                  </a:cubicBezTo>
                  <a:cubicBezTo>
                    <a:pt x="35428" y="160041"/>
                    <a:pt x="34188" y="156817"/>
                    <a:pt x="34188" y="151361"/>
                  </a:cubicBezTo>
                  <a:cubicBezTo>
                    <a:pt x="34188" y="145657"/>
                    <a:pt x="35924" y="140945"/>
                    <a:pt x="38156" y="135490"/>
                  </a:cubicBezTo>
                  <a:cubicBezTo>
                    <a:pt x="40636" y="128794"/>
                    <a:pt x="43364" y="122098"/>
                    <a:pt x="46092" y="115651"/>
                  </a:cubicBezTo>
                  <a:cubicBezTo>
                    <a:pt x="48324" y="109699"/>
                    <a:pt x="57251" y="87132"/>
                    <a:pt x="58243" y="84156"/>
                  </a:cubicBezTo>
                  <a:cubicBezTo>
                    <a:pt x="58987" y="81676"/>
                    <a:pt x="59731" y="78700"/>
                    <a:pt x="59731" y="76220"/>
                  </a:cubicBezTo>
                  <a:cubicBezTo>
                    <a:pt x="59731" y="64565"/>
                    <a:pt x="49812" y="55141"/>
                    <a:pt x="36172" y="55141"/>
                  </a:cubicBezTo>
                  <a:cubicBezTo>
                    <a:pt x="11621" y="55141"/>
                    <a:pt x="214" y="88868"/>
                    <a:pt x="214" y="93083"/>
                  </a:cubicBezTo>
                  <a:cubicBezTo>
                    <a:pt x="214" y="96307"/>
                    <a:pt x="3686" y="96307"/>
                    <a:pt x="4430" y="96307"/>
                  </a:cubicBezTo>
                  <a:cubicBezTo>
                    <a:pt x="7901" y="96307"/>
                    <a:pt x="8149" y="95067"/>
                    <a:pt x="8893" y="92339"/>
                  </a:cubicBezTo>
                  <a:cubicBezTo>
                    <a:pt x="15341" y="71012"/>
                    <a:pt x="26253" y="62085"/>
                    <a:pt x="35428" y="62085"/>
                  </a:cubicBezTo>
                  <a:cubicBezTo>
                    <a:pt x="39396" y="62085"/>
                    <a:pt x="41628" y="64069"/>
                    <a:pt x="41628" y="70764"/>
                  </a:cubicBezTo>
                  <a:cubicBezTo>
                    <a:pt x="41628" y="76468"/>
                    <a:pt x="40140" y="80188"/>
                    <a:pt x="33940" y="95563"/>
                  </a:cubicBezTo>
                  <a:lnTo>
                    <a:pt x="18317" y="135490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36974CDC-B3DA-CC09-A4A9-75030276164F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9881932" y="7577216"/>
              <a:ext cx="49066" cy="92287"/>
            </a:xfrm>
            <a:custGeom>
              <a:avLst/>
              <a:gdLst>
                <a:gd name="connsiteX0" fmla="*/ 47512 w 49066"/>
                <a:gd name="connsiteY0" fmla="*/ 16736 h 92287"/>
                <a:gd name="connsiteX1" fmla="*/ 49283 w 49066"/>
                <a:gd name="connsiteY1" fmla="*/ 10536 h 92287"/>
                <a:gd name="connsiteX2" fmla="*/ 38301 w 49066"/>
                <a:gd name="connsiteY2" fmla="*/ 85 h 92287"/>
                <a:gd name="connsiteX3" fmla="*/ 28204 w 49066"/>
                <a:gd name="connsiteY3" fmla="*/ 8233 h 92287"/>
                <a:gd name="connsiteX4" fmla="*/ 925 w 49066"/>
                <a:gd name="connsiteY4" fmla="*/ 84933 h 92287"/>
                <a:gd name="connsiteX5" fmla="*/ 217 w 49066"/>
                <a:gd name="connsiteY5" fmla="*/ 87767 h 92287"/>
                <a:gd name="connsiteX6" fmla="*/ 7833 w 49066"/>
                <a:gd name="connsiteY6" fmla="*/ 92373 h 92287"/>
                <a:gd name="connsiteX7" fmla="*/ 10845 w 49066"/>
                <a:gd name="connsiteY7" fmla="*/ 89362 h 92287"/>
                <a:gd name="connsiteX8" fmla="*/ 47512 w 49066"/>
                <a:gd name="connsiteY8" fmla="*/ 16736 h 92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066" h="92287">
                  <a:moveTo>
                    <a:pt x="47512" y="16736"/>
                  </a:moveTo>
                  <a:cubicBezTo>
                    <a:pt x="47689" y="16559"/>
                    <a:pt x="49283" y="13193"/>
                    <a:pt x="49283" y="10536"/>
                  </a:cubicBezTo>
                  <a:cubicBezTo>
                    <a:pt x="49283" y="4159"/>
                    <a:pt x="43615" y="85"/>
                    <a:pt x="38301" y="85"/>
                  </a:cubicBezTo>
                  <a:cubicBezTo>
                    <a:pt x="31038" y="85"/>
                    <a:pt x="29090" y="5576"/>
                    <a:pt x="28204" y="8233"/>
                  </a:cubicBezTo>
                  <a:lnTo>
                    <a:pt x="925" y="84933"/>
                  </a:lnTo>
                  <a:cubicBezTo>
                    <a:pt x="217" y="87059"/>
                    <a:pt x="217" y="87590"/>
                    <a:pt x="217" y="87767"/>
                  </a:cubicBezTo>
                  <a:cubicBezTo>
                    <a:pt x="217" y="90602"/>
                    <a:pt x="7656" y="92373"/>
                    <a:pt x="7833" y="92373"/>
                  </a:cubicBezTo>
                  <a:cubicBezTo>
                    <a:pt x="9428" y="92373"/>
                    <a:pt x="9782" y="91487"/>
                    <a:pt x="10845" y="89362"/>
                  </a:cubicBezTo>
                  <a:lnTo>
                    <a:pt x="47512" y="16736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BEE05F70-CD7E-7592-9A00-5AA17760B1BF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9978644" y="7651613"/>
              <a:ext cx="182520" cy="66709"/>
            </a:xfrm>
            <a:custGeom>
              <a:avLst/>
              <a:gdLst>
                <a:gd name="connsiteX0" fmla="*/ 173316 w 182520"/>
                <a:gd name="connsiteY0" fmla="*/ 12239 h 66709"/>
                <a:gd name="connsiteX1" fmla="*/ 182740 w 182520"/>
                <a:gd name="connsiteY1" fmla="*/ 6039 h 66709"/>
                <a:gd name="connsiteX2" fmla="*/ 173564 w 182520"/>
                <a:gd name="connsiteY2" fmla="*/ 87 h 66709"/>
                <a:gd name="connsiteX3" fmla="*/ 9395 w 182520"/>
                <a:gd name="connsiteY3" fmla="*/ 87 h 66709"/>
                <a:gd name="connsiteX4" fmla="*/ 219 w 182520"/>
                <a:gd name="connsiteY4" fmla="*/ 6039 h 66709"/>
                <a:gd name="connsiteX5" fmla="*/ 9643 w 182520"/>
                <a:gd name="connsiteY5" fmla="*/ 12239 h 66709"/>
                <a:gd name="connsiteX6" fmla="*/ 173316 w 182520"/>
                <a:gd name="connsiteY6" fmla="*/ 12239 h 66709"/>
                <a:gd name="connsiteX7" fmla="*/ 173564 w 182520"/>
                <a:gd name="connsiteY7" fmla="*/ 66797 h 66709"/>
                <a:gd name="connsiteX8" fmla="*/ 182740 w 182520"/>
                <a:gd name="connsiteY8" fmla="*/ 60845 h 66709"/>
                <a:gd name="connsiteX9" fmla="*/ 173316 w 182520"/>
                <a:gd name="connsiteY9" fmla="*/ 54645 h 66709"/>
                <a:gd name="connsiteX10" fmla="*/ 9643 w 182520"/>
                <a:gd name="connsiteY10" fmla="*/ 54645 h 66709"/>
                <a:gd name="connsiteX11" fmla="*/ 219 w 182520"/>
                <a:gd name="connsiteY11" fmla="*/ 60845 h 66709"/>
                <a:gd name="connsiteX12" fmla="*/ 9395 w 182520"/>
                <a:gd name="connsiteY12" fmla="*/ 66797 h 66709"/>
                <a:gd name="connsiteX13" fmla="*/ 173564 w 182520"/>
                <a:gd name="connsiteY13" fmla="*/ 66797 h 66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2520" h="66709">
                  <a:moveTo>
                    <a:pt x="173316" y="12239"/>
                  </a:moveTo>
                  <a:cubicBezTo>
                    <a:pt x="177036" y="12239"/>
                    <a:pt x="182740" y="12239"/>
                    <a:pt x="182740" y="6039"/>
                  </a:cubicBezTo>
                  <a:cubicBezTo>
                    <a:pt x="182740" y="87"/>
                    <a:pt x="176788" y="87"/>
                    <a:pt x="173564" y="87"/>
                  </a:cubicBezTo>
                  <a:lnTo>
                    <a:pt x="9395" y="87"/>
                  </a:lnTo>
                  <a:cubicBezTo>
                    <a:pt x="6171" y="87"/>
                    <a:pt x="219" y="87"/>
                    <a:pt x="219" y="6039"/>
                  </a:cubicBezTo>
                  <a:cubicBezTo>
                    <a:pt x="219" y="12239"/>
                    <a:pt x="5923" y="12239"/>
                    <a:pt x="9643" y="12239"/>
                  </a:cubicBezTo>
                  <a:lnTo>
                    <a:pt x="173316" y="12239"/>
                  </a:lnTo>
                  <a:close/>
                  <a:moveTo>
                    <a:pt x="173564" y="66797"/>
                  </a:moveTo>
                  <a:cubicBezTo>
                    <a:pt x="176788" y="66797"/>
                    <a:pt x="182740" y="66797"/>
                    <a:pt x="182740" y="60845"/>
                  </a:cubicBezTo>
                  <a:cubicBezTo>
                    <a:pt x="182740" y="54645"/>
                    <a:pt x="177036" y="54645"/>
                    <a:pt x="173316" y="54645"/>
                  </a:cubicBezTo>
                  <a:lnTo>
                    <a:pt x="9643" y="54645"/>
                  </a:lnTo>
                  <a:cubicBezTo>
                    <a:pt x="5923" y="54645"/>
                    <a:pt x="219" y="54645"/>
                    <a:pt x="219" y="60845"/>
                  </a:cubicBezTo>
                  <a:cubicBezTo>
                    <a:pt x="219" y="66797"/>
                    <a:pt x="6171" y="66797"/>
                    <a:pt x="9395" y="66797"/>
                  </a:cubicBezTo>
                  <a:lnTo>
                    <a:pt x="173564" y="66797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B4AD7A79-B069-3C96-BB25-C93CA26EAD67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0205800" y="7582424"/>
              <a:ext cx="90268" cy="164665"/>
            </a:xfrm>
            <a:custGeom>
              <a:avLst/>
              <a:gdLst>
                <a:gd name="connsiteX0" fmla="*/ 56271 w 90268"/>
                <a:gd name="connsiteY0" fmla="*/ 7031 h 164665"/>
                <a:gd name="connsiteX1" fmla="*/ 48831 w 90268"/>
                <a:gd name="connsiteY1" fmla="*/ 87 h 164665"/>
                <a:gd name="connsiteX2" fmla="*/ 225 w 90268"/>
                <a:gd name="connsiteY2" fmla="*/ 15958 h 164665"/>
                <a:gd name="connsiteX3" fmla="*/ 225 w 90268"/>
                <a:gd name="connsiteY3" fmla="*/ 24886 h 164665"/>
                <a:gd name="connsiteX4" fmla="*/ 36184 w 90268"/>
                <a:gd name="connsiteY4" fmla="*/ 17942 h 164665"/>
                <a:gd name="connsiteX5" fmla="*/ 36184 w 90268"/>
                <a:gd name="connsiteY5" fmla="*/ 144417 h 164665"/>
                <a:gd name="connsiteX6" fmla="*/ 11385 w 90268"/>
                <a:gd name="connsiteY6" fmla="*/ 155825 h 164665"/>
                <a:gd name="connsiteX7" fmla="*/ 1961 w 90268"/>
                <a:gd name="connsiteY7" fmla="*/ 155825 h 164665"/>
                <a:gd name="connsiteX8" fmla="*/ 1961 w 90268"/>
                <a:gd name="connsiteY8" fmla="*/ 164753 h 164665"/>
                <a:gd name="connsiteX9" fmla="*/ 46104 w 90268"/>
                <a:gd name="connsiteY9" fmla="*/ 163761 h 164665"/>
                <a:gd name="connsiteX10" fmla="*/ 90494 w 90268"/>
                <a:gd name="connsiteY10" fmla="*/ 164753 h 164665"/>
                <a:gd name="connsiteX11" fmla="*/ 90494 w 90268"/>
                <a:gd name="connsiteY11" fmla="*/ 155825 h 164665"/>
                <a:gd name="connsiteX12" fmla="*/ 81070 w 90268"/>
                <a:gd name="connsiteY12" fmla="*/ 155825 h 164665"/>
                <a:gd name="connsiteX13" fmla="*/ 56271 w 90268"/>
                <a:gd name="connsiteY13" fmla="*/ 144417 h 164665"/>
                <a:gd name="connsiteX14" fmla="*/ 56271 w 90268"/>
                <a:gd name="connsiteY14" fmla="*/ 7031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268" h="164665">
                  <a:moveTo>
                    <a:pt x="56271" y="7031"/>
                  </a:moveTo>
                  <a:cubicBezTo>
                    <a:pt x="56271" y="335"/>
                    <a:pt x="55775" y="87"/>
                    <a:pt x="48831" y="87"/>
                  </a:cubicBezTo>
                  <a:cubicBezTo>
                    <a:pt x="32960" y="15710"/>
                    <a:pt x="10393" y="15958"/>
                    <a:pt x="225" y="15958"/>
                  </a:cubicBezTo>
                  <a:lnTo>
                    <a:pt x="225" y="24886"/>
                  </a:lnTo>
                  <a:cubicBezTo>
                    <a:pt x="6177" y="24886"/>
                    <a:pt x="22545" y="24886"/>
                    <a:pt x="36184" y="17942"/>
                  </a:cubicBezTo>
                  <a:lnTo>
                    <a:pt x="36184" y="144417"/>
                  </a:lnTo>
                  <a:cubicBezTo>
                    <a:pt x="36184" y="152601"/>
                    <a:pt x="36184" y="155825"/>
                    <a:pt x="11385" y="155825"/>
                  </a:cubicBezTo>
                  <a:lnTo>
                    <a:pt x="1961" y="155825"/>
                  </a:lnTo>
                  <a:lnTo>
                    <a:pt x="1961" y="164753"/>
                  </a:lnTo>
                  <a:cubicBezTo>
                    <a:pt x="6425" y="164505"/>
                    <a:pt x="36928" y="163761"/>
                    <a:pt x="46104" y="163761"/>
                  </a:cubicBezTo>
                  <a:cubicBezTo>
                    <a:pt x="53791" y="163761"/>
                    <a:pt x="85038" y="164505"/>
                    <a:pt x="90494" y="164753"/>
                  </a:cubicBezTo>
                  <a:lnTo>
                    <a:pt x="90494" y="155825"/>
                  </a:lnTo>
                  <a:lnTo>
                    <a:pt x="81070" y="155825"/>
                  </a:lnTo>
                  <a:cubicBezTo>
                    <a:pt x="56271" y="155825"/>
                    <a:pt x="56271" y="152601"/>
                    <a:pt x="56271" y="144417"/>
                  </a:cubicBezTo>
                  <a:lnTo>
                    <a:pt x="56271" y="7031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516D0BE8-B72E-3E55-5953-682B1D1DD981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0431816" y="7393803"/>
              <a:ext cx="82190" cy="354271"/>
            </a:xfrm>
            <a:custGeom>
              <a:avLst/>
              <a:gdLst>
                <a:gd name="connsiteX0" fmla="*/ 82423 w 82190"/>
                <a:gd name="connsiteY0" fmla="*/ 350813 h 354271"/>
                <a:gd name="connsiteX1" fmla="*/ 76400 w 82190"/>
                <a:gd name="connsiteY1" fmla="*/ 343020 h 354271"/>
                <a:gd name="connsiteX2" fmla="*/ 20779 w 82190"/>
                <a:gd name="connsiteY2" fmla="*/ 177220 h 354271"/>
                <a:gd name="connsiteX3" fmla="*/ 77817 w 82190"/>
                <a:gd name="connsiteY3" fmla="*/ 9650 h 354271"/>
                <a:gd name="connsiteX4" fmla="*/ 82423 w 82190"/>
                <a:gd name="connsiteY4" fmla="*/ 3627 h 354271"/>
                <a:gd name="connsiteX5" fmla="*/ 78880 w 82190"/>
                <a:gd name="connsiteY5" fmla="*/ 85 h 354271"/>
                <a:gd name="connsiteX6" fmla="*/ 22551 w 82190"/>
                <a:gd name="connsiteY6" fmla="*/ 69168 h 354271"/>
                <a:gd name="connsiteX7" fmla="*/ 232 w 82190"/>
                <a:gd name="connsiteY7" fmla="*/ 177220 h 354271"/>
                <a:gd name="connsiteX8" fmla="*/ 23613 w 82190"/>
                <a:gd name="connsiteY8" fmla="*/ 287753 h 354271"/>
                <a:gd name="connsiteX9" fmla="*/ 78880 w 82190"/>
                <a:gd name="connsiteY9" fmla="*/ 354356 h 354271"/>
                <a:gd name="connsiteX10" fmla="*/ 82423 w 82190"/>
                <a:gd name="connsiteY10" fmla="*/ 350813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0" h="354271">
                  <a:moveTo>
                    <a:pt x="82423" y="350813"/>
                  </a:moveTo>
                  <a:cubicBezTo>
                    <a:pt x="82423" y="349751"/>
                    <a:pt x="82423" y="349042"/>
                    <a:pt x="76400" y="343020"/>
                  </a:cubicBezTo>
                  <a:cubicBezTo>
                    <a:pt x="32116" y="298381"/>
                    <a:pt x="20779" y="231424"/>
                    <a:pt x="20779" y="177220"/>
                  </a:cubicBezTo>
                  <a:cubicBezTo>
                    <a:pt x="20779" y="115577"/>
                    <a:pt x="34242" y="53934"/>
                    <a:pt x="77817" y="9650"/>
                  </a:cubicBezTo>
                  <a:cubicBezTo>
                    <a:pt x="82423" y="5399"/>
                    <a:pt x="82423" y="4690"/>
                    <a:pt x="82423" y="3627"/>
                  </a:cubicBezTo>
                  <a:cubicBezTo>
                    <a:pt x="82423" y="1148"/>
                    <a:pt x="81005" y="85"/>
                    <a:pt x="78880" y="85"/>
                  </a:cubicBezTo>
                  <a:cubicBezTo>
                    <a:pt x="75337" y="85"/>
                    <a:pt x="43453" y="24175"/>
                    <a:pt x="22551" y="69168"/>
                  </a:cubicBezTo>
                  <a:cubicBezTo>
                    <a:pt x="4483" y="108137"/>
                    <a:pt x="232" y="147462"/>
                    <a:pt x="232" y="177220"/>
                  </a:cubicBezTo>
                  <a:cubicBezTo>
                    <a:pt x="232" y="204854"/>
                    <a:pt x="4129" y="247720"/>
                    <a:pt x="23613" y="287753"/>
                  </a:cubicBezTo>
                  <a:cubicBezTo>
                    <a:pt x="44870" y="331329"/>
                    <a:pt x="75337" y="354356"/>
                    <a:pt x="78880" y="354356"/>
                  </a:cubicBezTo>
                  <a:cubicBezTo>
                    <a:pt x="81005" y="354356"/>
                    <a:pt x="82423" y="353293"/>
                    <a:pt x="82423" y="350813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9BA2A55E-6BEF-5918-E85C-DDC4EB17B63A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0547624" y="7417540"/>
              <a:ext cx="298296" cy="241967"/>
            </a:xfrm>
            <a:custGeom>
              <a:avLst/>
              <a:gdLst>
                <a:gd name="connsiteX0" fmla="*/ 72507 w 298296"/>
                <a:gd name="connsiteY0" fmla="*/ 7879 h 241967"/>
                <a:gd name="connsiteX1" fmla="*/ 60107 w 298296"/>
                <a:gd name="connsiteY1" fmla="*/ 85 h 241967"/>
                <a:gd name="connsiteX2" fmla="*/ 235 w 298296"/>
                <a:gd name="connsiteY2" fmla="*/ 85 h 241967"/>
                <a:gd name="connsiteX3" fmla="*/ 235 w 298296"/>
                <a:gd name="connsiteY3" fmla="*/ 11067 h 241967"/>
                <a:gd name="connsiteX4" fmla="*/ 8738 w 298296"/>
                <a:gd name="connsiteY4" fmla="*/ 11067 h 241967"/>
                <a:gd name="connsiteX5" fmla="*/ 36725 w 298296"/>
                <a:gd name="connsiteY5" fmla="*/ 27718 h 241967"/>
                <a:gd name="connsiteX6" fmla="*/ 36725 w 298296"/>
                <a:gd name="connsiteY6" fmla="*/ 204854 h 241967"/>
                <a:gd name="connsiteX7" fmla="*/ 235 w 298296"/>
                <a:gd name="connsiteY7" fmla="*/ 231070 h 241967"/>
                <a:gd name="connsiteX8" fmla="*/ 235 w 298296"/>
                <a:gd name="connsiteY8" fmla="*/ 242052 h 241967"/>
                <a:gd name="connsiteX9" fmla="*/ 41685 w 298296"/>
                <a:gd name="connsiteY9" fmla="*/ 240989 h 241967"/>
                <a:gd name="connsiteX10" fmla="*/ 83135 w 298296"/>
                <a:gd name="connsiteY10" fmla="*/ 242052 h 241967"/>
                <a:gd name="connsiteX11" fmla="*/ 83135 w 298296"/>
                <a:gd name="connsiteY11" fmla="*/ 231070 h 241967"/>
                <a:gd name="connsiteX12" fmla="*/ 46645 w 298296"/>
                <a:gd name="connsiteY12" fmla="*/ 204854 h 241967"/>
                <a:gd name="connsiteX13" fmla="*/ 46645 w 298296"/>
                <a:gd name="connsiteY13" fmla="*/ 13901 h 241967"/>
                <a:gd name="connsiteX14" fmla="*/ 46999 w 298296"/>
                <a:gd name="connsiteY14" fmla="*/ 13901 h 241967"/>
                <a:gd name="connsiteX15" fmla="*/ 132379 w 298296"/>
                <a:gd name="connsiteY15" fmla="*/ 234258 h 241967"/>
                <a:gd name="connsiteX16" fmla="*/ 139464 w 298296"/>
                <a:gd name="connsiteY16" fmla="*/ 242052 h 241967"/>
                <a:gd name="connsiteX17" fmla="*/ 145841 w 298296"/>
                <a:gd name="connsiteY17" fmla="*/ 235321 h 241967"/>
                <a:gd name="connsiteX18" fmla="*/ 232992 w 298296"/>
                <a:gd name="connsiteY18" fmla="*/ 11067 h 241967"/>
                <a:gd name="connsiteX19" fmla="*/ 233346 w 298296"/>
                <a:gd name="connsiteY19" fmla="*/ 11067 h 241967"/>
                <a:gd name="connsiteX20" fmla="*/ 233346 w 298296"/>
                <a:gd name="connsiteY20" fmla="*/ 214419 h 241967"/>
                <a:gd name="connsiteX21" fmla="*/ 205358 w 298296"/>
                <a:gd name="connsiteY21" fmla="*/ 231070 h 241967"/>
                <a:gd name="connsiteX22" fmla="*/ 196856 w 298296"/>
                <a:gd name="connsiteY22" fmla="*/ 231070 h 241967"/>
                <a:gd name="connsiteX23" fmla="*/ 196856 w 298296"/>
                <a:gd name="connsiteY23" fmla="*/ 242052 h 241967"/>
                <a:gd name="connsiteX24" fmla="*/ 247871 w 298296"/>
                <a:gd name="connsiteY24" fmla="*/ 240989 h 241967"/>
                <a:gd name="connsiteX25" fmla="*/ 298532 w 298296"/>
                <a:gd name="connsiteY25" fmla="*/ 242052 h 241967"/>
                <a:gd name="connsiteX26" fmla="*/ 298532 w 298296"/>
                <a:gd name="connsiteY26" fmla="*/ 231070 h 241967"/>
                <a:gd name="connsiteX27" fmla="*/ 290029 w 298296"/>
                <a:gd name="connsiteY27" fmla="*/ 231070 h 241967"/>
                <a:gd name="connsiteX28" fmla="*/ 262042 w 298296"/>
                <a:gd name="connsiteY28" fmla="*/ 214419 h 241967"/>
                <a:gd name="connsiteX29" fmla="*/ 262042 w 298296"/>
                <a:gd name="connsiteY29" fmla="*/ 27718 h 241967"/>
                <a:gd name="connsiteX30" fmla="*/ 290029 w 298296"/>
                <a:gd name="connsiteY30" fmla="*/ 11067 h 241967"/>
                <a:gd name="connsiteX31" fmla="*/ 298532 w 298296"/>
                <a:gd name="connsiteY31" fmla="*/ 11067 h 241967"/>
                <a:gd name="connsiteX32" fmla="*/ 298532 w 298296"/>
                <a:gd name="connsiteY32" fmla="*/ 85 h 241967"/>
                <a:gd name="connsiteX33" fmla="*/ 238660 w 298296"/>
                <a:gd name="connsiteY33" fmla="*/ 85 h 241967"/>
                <a:gd name="connsiteX34" fmla="*/ 226969 w 298296"/>
                <a:gd name="connsiteY34" fmla="*/ 6816 h 241967"/>
                <a:gd name="connsiteX35" fmla="*/ 149384 w 298296"/>
                <a:gd name="connsiteY35" fmla="*/ 206271 h 241967"/>
                <a:gd name="connsiteX36" fmla="*/ 72507 w 298296"/>
                <a:gd name="connsiteY36" fmla="*/ 7879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98296" h="241967">
                  <a:moveTo>
                    <a:pt x="72507" y="7879"/>
                  </a:moveTo>
                  <a:cubicBezTo>
                    <a:pt x="69318" y="85"/>
                    <a:pt x="68256" y="85"/>
                    <a:pt x="60107" y="85"/>
                  </a:cubicBezTo>
                  <a:lnTo>
                    <a:pt x="235" y="85"/>
                  </a:lnTo>
                  <a:lnTo>
                    <a:pt x="235" y="11067"/>
                  </a:lnTo>
                  <a:lnTo>
                    <a:pt x="8738" y="11067"/>
                  </a:lnTo>
                  <a:cubicBezTo>
                    <a:pt x="36017" y="11067"/>
                    <a:pt x="36725" y="14964"/>
                    <a:pt x="36725" y="27718"/>
                  </a:cubicBezTo>
                  <a:lnTo>
                    <a:pt x="36725" y="204854"/>
                  </a:lnTo>
                  <a:cubicBezTo>
                    <a:pt x="36725" y="214419"/>
                    <a:pt x="36725" y="231070"/>
                    <a:pt x="235" y="231070"/>
                  </a:cubicBezTo>
                  <a:lnTo>
                    <a:pt x="235" y="242052"/>
                  </a:lnTo>
                  <a:cubicBezTo>
                    <a:pt x="12635" y="241698"/>
                    <a:pt x="29994" y="240989"/>
                    <a:pt x="41685" y="240989"/>
                  </a:cubicBezTo>
                  <a:cubicBezTo>
                    <a:pt x="53376" y="240989"/>
                    <a:pt x="70735" y="241698"/>
                    <a:pt x="83135" y="242052"/>
                  </a:cubicBezTo>
                  <a:lnTo>
                    <a:pt x="83135" y="231070"/>
                  </a:lnTo>
                  <a:cubicBezTo>
                    <a:pt x="46645" y="231070"/>
                    <a:pt x="46645" y="214419"/>
                    <a:pt x="46645" y="204854"/>
                  </a:cubicBezTo>
                  <a:lnTo>
                    <a:pt x="46645" y="13901"/>
                  </a:lnTo>
                  <a:lnTo>
                    <a:pt x="46999" y="13901"/>
                  </a:lnTo>
                  <a:lnTo>
                    <a:pt x="132379" y="234258"/>
                  </a:lnTo>
                  <a:cubicBezTo>
                    <a:pt x="134150" y="238864"/>
                    <a:pt x="135921" y="242052"/>
                    <a:pt x="139464" y="242052"/>
                  </a:cubicBezTo>
                  <a:cubicBezTo>
                    <a:pt x="143361" y="242052"/>
                    <a:pt x="144424" y="239218"/>
                    <a:pt x="145841" y="235321"/>
                  </a:cubicBezTo>
                  <a:lnTo>
                    <a:pt x="232992" y="11067"/>
                  </a:lnTo>
                  <a:lnTo>
                    <a:pt x="233346" y="11067"/>
                  </a:lnTo>
                  <a:lnTo>
                    <a:pt x="233346" y="214419"/>
                  </a:lnTo>
                  <a:cubicBezTo>
                    <a:pt x="233346" y="227173"/>
                    <a:pt x="232637" y="231070"/>
                    <a:pt x="205358" y="231070"/>
                  </a:cubicBezTo>
                  <a:lnTo>
                    <a:pt x="196856" y="231070"/>
                  </a:lnTo>
                  <a:lnTo>
                    <a:pt x="196856" y="242052"/>
                  </a:lnTo>
                  <a:cubicBezTo>
                    <a:pt x="209964" y="240989"/>
                    <a:pt x="234054" y="240989"/>
                    <a:pt x="247871" y="240989"/>
                  </a:cubicBezTo>
                  <a:cubicBezTo>
                    <a:pt x="261688" y="240989"/>
                    <a:pt x="285424" y="240989"/>
                    <a:pt x="298532" y="242052"/>
                  </a:cubicBezTo>
                  <a:lnTo>
                    <a:pt x="298532" y="231070"/>
                  </a:lnTo>
                  <a:lnTo>
                    <a:pt x="290029" y="231070"/>
                  </a:lnTo>
                  <a:cubicBezTo>
                    <a:pt x="262750" y="231070"/>
                    <a:pt x="262042" y="227173"/>
                    <a:pt x="262042" y="214419"/>
                  </a:cubicBezTo>
                  <a:lnTo>
                    <a:pt x="262042" y="27718"/>
                  </a:lnTo>
                  <a:cubicBezTo>
                    <a:pt x="262042" y="14964"/>
                    <a:pt x="262750" y="11067"/>
                    <a:pt x="290029" y="11067"/>
                  </a:cubicBezTo>
                  <a:lnTo>
                    <a:pt x="298532" y="11067"/>
                  </a:lnTo>
                  <a:lnTo>
                    <a:pt x="298532" y="85"/>
                  </a:lnTo>
                  <a:lnTo>
                    <a:pt x="238660" y="85"/>
                  </a:lnTo>
                  <a:cubicBezTo>
                    <a:pt x="229449" y="85"/>
                    <a:pt x="229449" y="439"/>
                    <a:pt x="226969" y="6816"/>
                  </a:cubicBezTo>
                  <a:lnTo>
                    <a:pt x="149384" y="206271"/>
                  </a:lnTo>
                  <a:lnTo>
                    <a:pt x="72507" y="7879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66983AF7-BE28-334F-D168-313757AAF8FE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0870956" y="7417540"/>
              <a:ext cx="194494" cy="241967"/>
            </a:xfrm>
            <a:custGeom>
              <a:avLst/>
              <a:gdLst>
                <a:gd name="connsiteX0" fmla="*/ 194740 w 194494"/>
                <a:gd name="connsiteY0" fmla="*/ 150650 h 241967"/>
                <a:gd name="connsiteX1" fmla="*/ 185883 w 194494"/>
                <a:gd name="connsiteY1" fmla="*/ 150650 h 241967"/>
                <a:gd name="connsiteX2" fmla="*/ 114674 w 194494"/>
                <a:gd name="connsiteY2" fmla="*/ 231070 h 241967"/>
                <a:gd name="connsiteX3" fmla="*/ 85624 w 194494"/>
                <a:gd name="connsiteY3" fmla="*/ 231070 h 241967"/>
                <a:gd name="connsiteX4" fmla="*/ 68265 w 194494"/>
                <a:gd name="connsiteY4" fmla="*/ 216899 h 241967"/>
                <a:gd name="connsiteX5" fmla="*/ 68265 w 194494"/>
                <a:gd name="connsiteY5" fmla="*/ 28072 h 241967"/>
                <a:gd name="connsiteX6" fmla="*/ 101920 w 194494"/>
                <a:gd name="connsiteY6" fmla="*/ 11067 h 241967"/>
                <a:gd name="connsiteX7" fmla="*/ 113611 w 194494"/>
                <a:gd name="connsiteY7" fmla="*/ 11067 h 241967"/>
                <a:gd name="connsiteX8" fmla="*/ 113611 w 194494"/>
                <a:gd name="connsiteY8" fmla="*/ 85 h 241967"/>
                <a:gd name="connsiteX9" fmla="*/ 54094 w 194494"/>
                <a:gd name="connsiteY9" fmla="*/ 1148 h 241967"/>
                <a:gd name="connsiteX10" fmla="*/ 245 w 194494"/>
                <a:gd name="connsiteY10" fmla="*/ 85 h 241967"/>
                <a:gd name="connsiteX11" fmla="*/ 245 w 194494"/>
                <a:gd name="connsiteY11" fmla="*/ 11067 h 241967"/>
                <a:gd name="connsiteX12" fmla="*/ 8747 w 194494"/>
                <a:gd name="connsiteY12" fmla="*/ 11067 h 241967"/>
                <a:gd name="connsiteX13" fmla="*/ 36734 w 194494"/>
                <a:gd name="connsiteY13" fmla="*/ 27718 h 241967"/>
                <a:gd name="connsiteX14" fmla="*/ 36734 w 194494"/>
                <a:gd name="connsiteY14" fmla="*/ 214419 h 241967"/>
                <a:gd name="connsiteX15" fmla="*/ 8747 w 194494"/>
                <a:gd name="connsiteY15" fmla="*/ 231070 h 241967"/>
                <a:gd name="connsiteX16" fmla="*/ 245 w 194494"/>
                <a:gd name="connsiteY16" fmla="*/ 231070 h 241967"/>
                <a:gd name="connsiteX17" fmla="*/ 245 w 194494"/>
                <a:gd name="connsiteY17" fmla="*/ 242052 h 241967"/>
                <a:gd name="connsiteX18" fmla="*/ 184820 w 194494"/>
                <a:gd name="connsiteY18" fmla="*/ 242052 h 241967"/>
                <a:gd name="connsiteX19" fmla="*/ 194740 w 194494"/>
                <a:gd name="connsiteY19" fmla="*/ 150650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94494" h="241967">
                  <a:moveTo>
                    <a:pt x="194740" y="150650"/>
                  </a:moveTo>
                  <a:lnTo>
                    <a:pt x="185883" y="150650"/>
                  </a:lnTo>
                  <a:cubicBezTo>
                    <a:pt x="181986" y="186786"/>
                    <a:pt x="177026" y="231070"/>
                    <a:pt x="114674" y="231070"/>
                  </a:cubicBezTo>
                  <a:lnTo>
                    <a:pt x="85624" y="231070"/>
                  </a:lnTo>
                  <a:cubicBezTo>
                    <a:pt x="68973" y="231070"/>
                    <a:pt x="68265" y="228590"/>
                    <a:pt x="68265" y="216899"/>
                  </a:cubicBezTo>
                  <a:lnTo>
                    <a:pt x="68265" y="28072"/>
                  </a:lnTo>
                  <a:cubicBezTo>
                    <a:pt x="68265" y="16027"/>
                    <a:pt x="68265" y="11067"/>
                    <a:pt x="101920" y="11067"/>
                  </a:cubicBezTo>
                  <a:lnTo>
                    <a:pt x="113611" y="11067"/>
                  </a:lnTo>
                  <a:lnTo>
                    <a:pt x="113611" y="85"/>
                  </a:lnTo>
                  <a:cubicBezTo>
                    <a:pt x="100858" y="1148"/>
                    <a:pt x="68619" y="1148"/>
                    <a:pt x="54094" y="1148"/>
                  </a:cubicBezTo>
                  <a:cubicBezTo>
                    <a:pt x="40277" y="1148"/>
                    <a:pt x="12644" y="1148"/>
                    <a:pt x="245" y="85"/>
                  </a:cubicBezTo>
                  <a:lnTo>
                    <a:pt x="245" y="11067"/>
                  </a:lnTo>
                  <a:lnTo>
                    <a:pt x="8747" y="11067"/>
                  </a:lnTo>
                  <a:cubicBezTo>
                    <a:pt x="36026" y="11067"/>
                    <a:pt x="36734" y="14964"/>
                    <a:pt x="36734" y="27718"/>
                  </a:cubicBezTo>
                  <a:lnTo>
                    <a:pt x="36734" y="214419"/>
                  </a:lnTo>
                  <a:cubicBezTo>
                    <a:pt x="36734" y="227173"/>
                    <a:pt x="36026" y="231070"/>
                    <a:pt x="8747" y="231070"/>
                  </a:cubicBezTo>
                  <a:lnTo>
                    <a:pt x="245" y="231070"/>
                  </a:lnTo>
                  <a:lnTo>
                    <a:pt x="245" y="242052"/>
                  </a:lnTo>
                  <a:lnTo>
                    <a:pt x="184820" y="242052"/>
                  </a:lnTo>
                  <a:lnTo>
                    <a:pt x="194740" y="150650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887B3FF3-8AEC-5B2A-41C5-D6FA6AA4FA82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1093085" y="7417540"/>
              <a:ext cx="208665" cy="241967"/>
            </a:xfrm>
            <a:custGeom>
              <a:avLst/>
              <a:gdLst>
                <a:gd name="connsiteX0" fmla="*/ 68271 w 208665"/>
                <a:gd name="connsiteY0" fmla="*/ 130102 h 241967"/>
                <a:gd name="connsiteX1" fmla="*/ 128143 w 208665"/>
                <a:gd name="connsiteY1" fmla="*/ 130102 h 241967"/>
                <a:gd name="connsiteX2" fmla="*/ 208917 w 208665"/>
                <a:gd name="connsiteY2" fmla="*/ 65979 h 241967"/>
                <a:gd name="connsiteX3" fmla="*/ 125309 w 208665"/>
                <a:gd name="connsiteY3" fmla="*/ 85 h 241967"/>
                <a:gd name="connsiteX4" fmla="*/ 251 w 208665"/>
                <a:gd name="connsiteY4" fmla="*/ 85 h 241967"/>
                <a:gd name="connsiteX5" fmla="*/ 251 w 208665"/>
                <a:gd name="connsiteY5" fmla="*/ 11067 h 241967"/>
                <a:gd name="connsiteX6" fmla="*/ 8753 w 208665"/>
                <a:gd name="connsiteY6" fmla="*/ 11067 h 241967"/>
                <a:gd name="connsiteX7" fmla="*/ 36741 w 208665"/>
                <a:gd name="connsiteY7" fmla="*/ 27718 h 241967"/>
                <a:gd name="connsiteX8" fmla="*/ 36741 w 208665"/>
                <a:gd name="connsiteY8" fmla="*/ 214419 h 241967"/>
                <a:gd name="connsiteX9" fmla="*/ 8753 w 208665"/>
                <a:gd name="connsiteY9" fmla="*/ 231070 h 241967"/>
                <a:gd name="connsiteX10" fmla="*/ 251 w 208665"/>
                <a:gd name="connsiteY10" fmla="*/ 231070 h 241967"/>
                <a:gd name="connsiteX11" fmla="*/ 251 w 208665"/>
                <a:gd name="connsiteY11" fmla="*/ 242052 h 241967"/>
                <a:gd name="connsiteX12" fmla="*/ 52329 w 208665"/>
                <a:gd name="connsiteY12" fmla="*/ 240989 h 241967"/>
                <a:gd name="connsiteX13" fmla="*/ 104761 w 208665"/>
                <a:gd name="connsiteY13" fmla="*/ 242052 h 241967"/>
                <a:gd name="connsiteX14" fmla="*/ 104761 w 208665"/>
                <a:gd name="connsiteY14" fmla="*/ 231070 h 241967"/>
                <a:gd name="connsiteX15" fmla="*/ 96258 w 208665"/>
                <a:gd name="connsiteY15" fmla="*/ 231070 h 241967"/>
                <a:gd name="connsiteX16" fmla="*/ 68271 w 208665"/>
                <a:gd name="connsiteY16" fmla="*/ 214419 h 241967"/>
                <a:gd name="connsiteX17" fmla="*/ 68271 w 208665"/>
                <a:gd name="connsiteY17" fmla="*/ 130102 h 241967"/>
                <a:gd name="connsiteX18" fmla="*/ 67208 w 208665"/>
                <a:gd name="connsiteY18" fmla="*/ 120891 h 241967"/>
                <a:gd name="connsiteX19" fmla="*/ 67208 w 208665"/>
                <a:gd name="connsiteY19" fmla="*/ 25238 h 241967"/>
                <a:gd name="connsiteX20" fmla="*/ 84567 w 208665"/>
                <a:gd name="connsiteY20" fmla="*/ 11067 h 241967"/>
                <a:gd name="connsiteX21" fmla="*/ 116098 w 208665"/>
                <a:gd name="connsiteY21" fmla="*/ 11067 h 241967"/>
                <a:gd name="connsiteX22" fmla="*/ 172427 w 208665"/>
                <a:gd name="connsiteY22" fmla="*/ 65979 h 241967"/>
                <a:gd name="connsiteX23" fmla="*/ 116098 w 208665"/>
                <a:gd name="connsiteY23" fmla="*/ 120891 h 241967"/>
                <a:gd name="connsiteX24" fmla="*/ 67208 w 208665"/>
                <a:gd name="connsiteY24" fmla="*/ 120891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8665" h="241967">
                  <a:moveTo>
                    <a:pt x="68271" y="130102"/>
                  </a:moveTo>
                  <a:lnTo>
                    <a:pt x="128143" y="130102"/>
                  </a:lnTo>
                  <a:cubicBezTo>
                    <a:pt x="170655" y="130102"/>
                    <a:pt x="208917" y="101406"/>
                    <a:pt x="208917" y="65979"/>
                  </a:cubicBezTo>
                  <a:cubicBezTo>
                    <a:pt x="208917" y="31261"/>
                    <a:pt x="173844" y="85"/>
                    <a:pt x="125309" y="85"/>
                  </a:cubicBezTo>
                  <a:lnTo>
                    <a:pt x="251" y="85"/>
                  </a:lnTo>
                  <a:lnTo>
                    <a:pt x="251" y="11067"/>
                  </a:lnTo>
                  <a:lnTo>
                    <a:pt x="8753" y="11067"/>
                  </a:lnTo>
                  <a:cubicBezTo>
                    <a:pt x="36032" y="11067"/>
                    <a:pt x="36741" y="14964"/>
                    <a:pt x="36741" y="27718"/>
                  </a:cubicBezTo>
                  <a:lnTo>
                    <a:pt x="36741" y="214419"/>
                  </a:lnTo>
                  <a:cubicBezTo>
                    <a:pt x="36741" y="227173"/>
                    <a:pt x="36032" y="231070"/>
                    <a:pt x="8753" y="231070"/>
                  </a:cubicBezTo>
                  <a:lnTo>
                    <a:pt x="251" y="231070"/>
                  </a:lnTo>
                  <a:lnTo>
                    <a:pt x="251" y="242052"/>
                  </a:lnTo>
                  <a:cubicBezTo>
                    <a:pt x="12650" y="240989"/>
                    <a:pt x="38866" y="240989"/>
                    <a:pt x="52329" y="240989"/>
                  </a:cubicBezTo>
                  <a:cubicBezTo>
                    <a:pt x="65791" y="240989"/>
                    <a:pt x="92361" y="240989"/>
                    <a:pt x="104761" y="242052"/>
                  </a:cubicBezTo>
                  <a:lnTo>
                    <a:pt x="104761" y="231070"/>
                  </a:lnTo>
                  <a:lnTo>
                    <a:pt x="96258" y="231070"/>
                  </a:lnTo>
                  <a:cubicBezTo>
                    <a:pt x="68979" y="231070"/>
                    <a:pt x="68271" y="227173"/>
                    <a:pt x="68271" y="214419"/>
                  </a:cubicBezTo>
                  <a:lnTo>
                    <a:pt x="68271" y="130102"/>
                  </a:lnTo>
                  <a:close/>
                  <a:moveTo>
                    <a:pt x="67208" y="120891"/>
                  </a:moveTo>
                  <a:lnTo>
                    <a:pt x="67208" y="25238"/>
                  </a:lnTo>
                  <a:cubicBezTo>
                    <a:pt x="67208" y="13547"/>
                    <a:pt x="67917" y="11067"/>
                    <a:pt x="84567" y="11067"/>
                  </a:cubicBezTo>
                  <a:lnTo>
                    <a:pt x="116098" y="11067"/>
                  </a:lnTo>
                  <a:cubicBezTo>
                    <a:pt x="172427" y="11067"/>
                    <a:pt x="172427" y="48620"/>
                    <a:pt x="172427" y="65979"/>
                  </a:cubicBezTo>
                  <a:cubicBezTo>
                    <a:pt x="172427" y="82630"/>
                    <a:pt x="172427" y="120891"/>
                    <a:pt x="116098" y="120891"/>
                  </a:cubicBezTo>
                  <a:lnTo>
                    <a:pt x="67208" y="120891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361929CC-BF6E-EEBF-033E-7434C9BE5FBE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1356860" y="7393803"/>
              <a:ext cx="82190" cy="354271"/>
            </a:xfrm>
            <a:custGeom>
              <a:avLst/>
              <a:gdLst>
                <a:gd name="connsiteX0" fmla="*/ 82449 w 82190"/>
                <a:gd name="connsiteY0" fmla="*/ 350813 h 354271"/>
                <a:gd name="connsiteX1" fmla="*/ 76426 w 82190"/>
                <a:gd name="connsiteY1" fmla="*/ 343020 h 354271"/>
                <a:gd name="connsiteX2" fmla="*/ 20805 w 82190"/>
                <a:gd name="connsiteY2" fmla="*/ 177220 h 354271"/>
                <a:gd name="connsiteX3" fmla="*/ 77843 w 82190"/>
                <a:gd name="connsiteY3" fmla="*/ 9650 h 354271"/>
                <a:gd name="connsiteX4" fmla="*/ 82449 w 82190"/>
                <a:gd name="connsiteY4" fmla="*/ 3627 h 354271"/>
                <a:gd name="connsiteX5" fmla="*/ 78906 w 82190"/>
                <a:gd name="connsiteY5" fmla="*/ 85 h 354271"/>
                <a:gd name="connsiteX6" fmla="*/ 22577 w 82190"/>
                <a:gd name="connsiteY6" fmla="*/ 69168 h 354271"/>
                <a:gd name="connsiteX7" fmla="*/ 258 w 82190"/>
                <a:gd name="connsiteY7" fmla="*/ 177220 h 354271"/>
                <a:gd name="connsiteX8" fmla="*/ 23639 w 82190"/>
                <a:gd name="connsiteY8" fmla="*/ 287753 h 354271"/>
                <a:gd name="connsiteX9" fmla="*/ 78906 w 82190"/>
                <a:gd name="connsiteY9" fmla="*/ 354356 h 354271"/>
                <a:gd name="connsiteX10" fmla="*/ 82449 w 82190"/>
                <a:gd name="connsiteY10" fmla="*/ 350813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0" h="354271">
                  <a:moveTo>
                    <a:pt x="82449" y="350813"/>
                  </a:moveTo>
                  <a:cubicBezTo>
                    <a:pt x="82449" y="349751"/>
                    <a:pt x="82449" y="349042"/>
                    <a:pt x="76426" y="343020"/>
                  </a:cubicBezTo>
                  <a:cubicBezTo>
                    <a:pt x="32142" y="298381"/>
                    <a:pt x="20805" y="231424"/>
                    <a:pt x="20805" y="177220"/>
                  </a:cubicBezTo>
                  <a:cubicBezTo>
                    <a:pt x="20805" y="115577"/>
                    <a:pt x="34268" y="53934"/>
                    <a:pt x="77843" y="9650"/>
                  </a:cubicBezTo>
                  <a:cubicBezTo>
                    <a:pt x="82449" y="5399"/>
                    <a:pt x="82449" y="4690"/>
                    <a:pt x="82449" y="3627"/>
                  </a:cubicBezTo>
                  <a:cubicBezTo>
                    <a:pt x="82449" y="1148"/>
                    <a:pt x="81031" y="85"/>
                    <a:pt x="78906" y="85"/>
                  </a:cubicBezTo>
                  <a:cubicBezTo>
                    <a:pt x="75363" y="85"/>
                    <a:pt x="43479" y="24175"/>
                    <a:pt x="22577" y="69168"/>
                  </a:cubicBezTo>
                  <a:cubicBezTo>
                    <a:pt x="4509" y="108137"/>
                    <a:pt x="258" y="147462"/>
                    <a:pt x="258" y="177220"/>
                  </a:cubicBezTo>
                  <a:cubicBezTo>
                    <a:pt x="258" y="204854"/>
                    <a:pt x="4155" y="247720"/>
                    <a:pt x="23639" y="287753"/>
                  </a:cubicBezTo>
                  <a:cubicBezTo>
                    <a:pt x="44896" y="331329"/>
                    <a:pt x="75363" y="354356"/>
                    <a:pt x="78906" y="354356"/>
                  </a:cubicBezTo>
                  <a:cubicBezTo>
                    <a:pt x="81031" y="354356"/>
                    <a:pt x="82449" y="353293"/>
                    <a:pt x="82449" y="350813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608C6ADD-1E5F-BA87-AA86-BCDDB87C45FE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1501364" y="7393803"/>
              <a:ext cx="48535" cy="354271"/>
            </a:xfrm>
            <a:custGeom>
              <a:avLst/>
              <a:gdLst>
                <a:gd name="connsiteX0" fmla="*/ 48797 w 48535"/>
                <a:gd name="connsiteY0" fmla="*/ 354356 h 354271"/>
                <a:gd name="connsiteX1" fmla="*/ 48797 w 48535"/>
                <a:gd name="connsiteY1" fmla="*/ 340185 h 354271"/>
                <a:gd name="connsiteX2" fmla="*/ 14432 w 48535"/>
                <a:gd name="connsiteY2" fmla="*/ 340185 h 354271"/>
                <a:gd name="connsiteX3" fmla="*/ 14432 w 48535"/>
                <a:gd name="connsiteY3" fmla="*/ 14256 h 354271"/>
                <a:gd name="connsiteX4" fmla="*/ 48797 w 48535"/>
                <a:gd name="connsiteY4" fmla="*/ 14256 h 354271"/>
                <a:gd name="connsiteX5" fmla="*/ 48797 w 48535"/>
                <a:gd name="connsiteY5" fmla="*/ 85 h 354271"/>
                <a:gd name="connsiteX6" fmla="*/ 261 w 48535"/>
                <a:gd name="connsiteY6" fmla="*/ 85 h 354271"/>
                <a:gd name="connsiteX7" fmla="*/ 261 w 48535"/>
                <a:gd name="connsiteY7" fmla="*/ 354356 h 354271"/>
                <a:gd name="connsiteX8" fmla="*/ 48797 w 48535"/>
                <a:gd name="connsiteY8" fmla="*/ 354356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535" h="354271">
                  <a:moveTo>
                    <a:pt x="48797" y="354356"/>
                  </a:moveTo>
                  <a:lnTo>
                    <a:pt x="48797" y="340185"/>
                  </a:lnTo>
                  <a:lnTo>
                    <a:pt x="14432" y="340185"/>
                  </a:lnTo>
                  <a:lnTo>
                    <a:pt x="14432" y="14256"/>
                  </a:lnTo>
                  <a:lnTo>
                    <a:pt x="48797" y="14256"/>
                  </a:lnTo>
                  <a:lnTo>
                    <a:pt x="48797" y="85"/>
                  </a:lnTo>
                  <a:lnTo>
                    <a:pt x="261" y="85"/>
                  </a:lnTo>
                  <a:lnTo>
                    <a:pt x="261" y="354356"/>
                  </a:lnTo>
                  <a:lnTo>
                    <a:pt x="48797" y="354356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DB2B93CD-FCC6-4AE9-4C2D-67F07637EF58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1598356" y="7502919"/>
              <a:ext cx="125412" cy="160484"/>
            </a:xfrm>
            <a:custGeom>
              <a:avLst/>
              <a:gdLst>
                <a:gd name="connsiteX0" fmla="*/ 44548 w 125412"/>
                <a:gd name="connsiteY0" fmla="*/ 74836 h 160484"/>
                <a:gd name="connsiteX1" fmla="*/ 95917 w 125412"/>
                <a:gd name="connsiteY1" fmla="*/ 67042 h 160484"/>
                <a:gd name="connsiteX2" fmla="*/ 123905 w 125412"/>
                <a:gd name="connsiteY2" fmla="*/ 30198 h 160484"/>
                <a:gd name="connsiteX3" fmla="*/ 88123 w 125412"/>
                <a:gd name="connsiteY3" fmla="*/ 85 h 160484"/>
                <a:gd name="connsiteX4" fmla="*/ 264 w 125412"/>
                <a:gd name="connsiteY4" fmla="*/ 98572 h 160484"/>
                <a:gd name="connsiteX5" fmla="*/ 50925 w 125412"/>
                <a:gd name="connsiteY5" fmla="*/ 160570 h 160484"/>
                <a:gd name="connsiteX6" fmla="*/ 125676 w 125412"/>
                <a:gd name="connsiteY6" fmla="*/ 119828 h 160484"/>
                <a:gd name="connsiteX7" fmla="*/ 120008 w 125412"/>
                <a:gd name="connsiteY7" fmla="*/ 114160 h 160484"/>
                <a:gd name="connsiteX8" fmla="*/ 115402 w 125412"/>
                <a:gd name="connsiteY8" fmla="*/ 118057 h 160484"/>
                <a:gd name="connsiteX9" fmla="*/ 51634 w 125412"/>
                <a:gd name="connsiteY9" fmla="*/ 152776 h 160484"/>
                <a:gd name="connsiteX10" fmla="*/ 24709 w 125412"/>
                <a:gd name="connsiteY10" fmla="*/ 113806 h 160484"/>
                <a:gd name="connsiteX11" fmla="*/ 30732 w 125412"/>
                <a:gd name="connsiteY11" fmla="*/ 74836 h 160484"/>
                <a:gd name="connsiteX12" fmla="*/ 44548 w 125412"/>
                <a:gd name="connsiteY12" fmla="*/ 74836 h 160484"/>
                <a:gd name="connsiteX13" fmla="*/ 32857 w 125412"/>
                <a:gd name="connsiteY13" fmla="*/ 67042 h 160484"/>
                <a:gd name="connsiteX14" fmla="*/ 88123 w 125412"/>
                <a:gd name="connsiteY14" fmla="*/ 7879 h 160484"/>
                <a:gd name="connsiteX15" fmla="*/ 110443 w 125412"/>
                <a:gd name="connsiteY15" fmla="*/ 29489 h 160484"/>
                <a:gd name="connsiteX16" fmla="*/ 40297 w 125412"/>
                <a:gd name="connsiteY16" fmla="*/ 67042 h 160484"/>
                <a:gd name="connsiteX17" fmla="*/ 32857 w 125412"/>
                <a:gd name="connsiteY17" fmla="*/ 67042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5412" h="160484">
                  <a:moveTo>
                    <a:pt x="44548" y="74836"/>
                  </a:moveTo>
                  <a:cubicBezTo>
                    <a:pt x="55176" y="74836"/>
                    <a:pt x="78912" y="73773"/>
                    <a:pt x="95917" y="67042"/>
                  </a:cubicBezTo>
                  <a:cubicBezTo>
                    <a:pt x="123905" y="55705"/>
                    <a:pt x="123905" y="32678"/>
                    <a:pt x="123905" y="30198"/>
                  </a:cubicBezTo>
                  <a:cubicBezTo>
                    <a:pt x="123905" y="13901"/>
                    <a:pt x="110797" y="85"/>
                    <a:pt x="88123" y="85"/>
                  </a:cubicBezTo>
                  <a:cubicBezTo>
                    <a:pt x="50925" y="85"/>
                    <a:pt x="264" y="35866"/>
                    <a:pt x="264" y="98572"/>
                  </a:cubicBezTo>
                  <a:cubicBezTo>
                    <a:pt x="264" y="130457"/>
                    <a:pt x="17269" y="160570"/>
                    <a:pt x="50925" y="160570"/>
                  </a:cubicBezTo>
                  <a:cubicBezTo>
                    <a:pt x="96272" y="160570"/>
                    <a:pt x="125676" y="125143"/>
                    <a:pt x="125676" y="119828"/>
                  </a:cubicBezTo>
                  <a:cubicBezTo>
                    <a:pt x="125676" y="118057"/>
                    <a:pt x="122842" y="114160"/>
                    <a:pt x="120008" y="114160"/>
                  </a:cubicBezTo>
                  <a:cubicBezTo>
                    <a:pt x="118591" y="114160"/>
                    <a:pt x="118237" y="114514"/>
                    <a:pt x="115402" y="118057"/>
                  </a:cubicBezTo>
                  <a:cubicBezTo>
                    <a:pt x="89186" y="151359"/>
                    <a:pt x="57656" y="152776"/>
                    <a:pt x="51634" y="152776"/>
                  </a:cubicBezTo>
                  <a:cubicBezTo>
                    <a:pt x="28606" y="152776"/>
                    <a:pt x="24709" y="127622"/>
                    <a:pt x="24709" y="113806"/>
                  </a:cubicBezTo>
                  <a:cubicBezTo>
                    <a:pt x="24709" y="100344"/>
                    <a:pt x="28252" y="84401"/>
                    <a:pt x="30732" y="74836"/>
                  </a:cubicBezTo>
                  <a:lnTo>
                    <a:pt x="44548" y="74836"/>
                  </a:lnTo>
                  <a:close/>
                  <a:moveTo>
                    <a:pt x="32857" y="67042"/>
                  </a:moveTo>
                  <a:cubicBezTo>
                    <a:pt x="48091" y="8941"/>
                    <a:pt x="84581" y="7879"/>
                    <a:pt x="88123" y="7879"/>
                  </a:cubicBezTo>
                  <a:cubicBezTo>
                    <a:pt x="102294" y="7879"/>
                    <a:pt x="110443" y="17444"/>
                    <a:pt x="110443" y="29489"/>
                  </a:cubicBezTo>
                  <a:cubicBezTo>
                    <a:pt x="110443" y="67042"/>
                    <a:pt x="51988" y="67042"/>
                    <a:pt x="40297" y="67042"/>
                  </a:cubicBezTo>
                  <a:lnTo>
                    <a:pt x="32857" y="67042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8EA3305A-2946-98BB-530C-6BE61A2083A9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1750337" y="7502919"/>
              <a:ext cx="268891" cy="160484"/>
            </a:xfrm>
            <a:custGeom>
              <a:avLst/>
              <a:gdLst>
                <a:gd name="connsiteX0" fmla="*/ 52347 w 268891"/>
                <a:gd name="connsiteY0" fmla="*/ 94675 h 160484"/>
                <a:gd name="connsiteX1" fmla="*/ 58015 w 268891"/>
                <a:gd name="connsiteY1" fmla="*/ 71648 h 160484"/>
                <a:gd name="connsiteX2" fmla="*/ 66872 w 268891"/>
                <a:gd name="connsiteY2" fmla="*/ 46140 h 160484"/>
                <a:gd name="connsiteX3" fmla="*/ 116824 w 268891"/>
                <a:gd name="connsiteY3" fmla="*/ 7879 h 160484"/>
                <a:gd name="connsiteX4" fmla="*/ 133121 w 268891"/>
                <a:gd name="connsiteY4" fmla="*/ 31261 h 160484"/>
                <a:gd name="connsiteX5" fmla="*/ 129932 w 268891"/>
                <a:gd name="connsiteY5" fmla="*/ 54288 h 160484"/>
                <a:gd name="connsiteX6" fmla="*/ 106904 w 268891"/>
                <a:gd name="connsiteY6" fmla="*/ 146399 h 160484"/>
                <a:gd name="connsiteX7" fmla="*/ 105842 w 268891"/>
                <a:gd name="connsiteY7" fmla="*/ 151359 h 160484"/>
                <a:gd name="connsiteX8" fmla="*/ 115761 w 268891"/>
                <a:gd name="connsiteY8" fmla="*/ 160570 h 160484"/>
                <a:gd name="connsiteX9" fmla="*/ 128515 w 268891"/>
                <a:gd name="connsiteY9" fmla="*/ 151359 h 160484"/>
                <a:gd name="connsiteX10" fmla="*/ 142686 w 268891"/>
                <a:gd name="connsiteY10" fmla="*/ 94675 h 160484"/>
                <a:gd name="connsiteX11" fmla="*/ 148354 w 268891"/>
                <a:gd name="connsiteY11" fmla="*/ 71648 h 160484"/>
                <a:gd name="connsiteX12" fmla="*/ 157211 w 268891"/>
                <a:gd name="connsiteY12" fmla="*/ 46140 h 160484"/>
                <a:gd name="connsiteX13" fmla="*/ 207163 w 268891"/>
                <a:gd name="connsiteY13" fmla="*/ 7879 h 160484"/>
                <a:gd name="connsiteX14" fmla="*/ 223460 w 268891"/>
                <a:gd name="connsiteY14" fmla="*/ 31261 h 160484"/>
                <a:gd name="connsiteX15" fmla="*/ 202912 w 268891"/>
                <a:gd name="connsiteY15" fmla="*/ 109555 h 160484"/>
                <a:gd name="connsiteX16" fmla="*/ 197244 w 268891"/>
                <a:gd name="connsiteY16" fmla="*/ 132228 h 160484"/>
                <a:gd name="connsiteX17" fmla="*/ 224168 w 268891"/>
                <a:gd name="connsiteY17" fmla="*/ 160570 h 160484"/>
                <a:gd name="connsiteX18" fmla="*/ 269161 w 268891"/>
                <a:gd name="connsiteY18" fmla="*/ 106012 h 160484"/>
                <a:gd name="connsiteX19" fmla="*/ 263847 w 268891"/>
                <a:gd name="connsiteY19" fmla="*/ 102469 h 160484"/>
                <a:gd name="connsiteX20" fmla="*/ 257824 w 268891"/>
                <a:gd name="connsiteY20" fmla="*/ 108492 h 160484"/>
                <a:gd name="connsiteX21" fmla="*/ 224877 w 268891"/>
                <a:gd name="connsiteY21" fmla="*/ 152776 h 160484"/>
                <a:gd name="connsiteX22" fmla="*/ 217083 w 268891"/>
                <a:gd name="connsiteY22" fmla="*/ 142502 h 160484"/>
                <a:gd name="connsiteX23" fmla="*/ 223460 w 268891"/>
                <a:gd name="connsiteY23" fmla="*/ 115931 h 160484"/>
                <a:gd name="connsiteX24" fmla="*/ 245070 w 268891"/>
                <a:gd name="connsiteY24" fmla="*/ 36929 h 160484"/>
                <a:gd name="connsiteX25" fmla="*/ 207872 w 268891"/>
                <a:gd name="connsiteY25" fmla="*/ 85 h 160484"/>
                <a:gd name="connsiteX26" fmla="*/ 154731 w 268891"/>
                <a:gd name="connsiteY26" fmla="*/ 31261 h 160484"/>
                <a:gd name="connsiteX27" fmla="*/ 117533 w 268891"/>
                <a:gd name="connsiteY27" fmla="*/ 85 h 160484"/>
                <a:gd name="connsiteX28" fmla="*/ 66872 w 268891"/>
                <a:gd name="connsiteY28" fmla="*/ 28072 h 160484"/>
                <a:gd name="connsiteX29" fmla="*/ 37113 w 268891"/>
                <a:gd name="connsiteY29" fmla="*/ 85 h 160484"/>
                <a:gd name="connsiteX30" fmla="*/ 11605 w 268891"/>
                <a:gd name="connsiteY30" fmla="*/ 18861 h 160484"/>
                <a:gd name="connsiteX31" fmla="*/ 269 w 268891"/>
                <a:gd name="connsiteY31" fmla="*/ 54643 h 160484"/>
                <a:gd name="connsiteX32" fmla="*/ 5583 w 268891"/>
                <a:gd name="connsiteY32" fmla="*/ 58185 h 160484"/>
                <a:gd name="connsiteX33" fmla="*/ 12314 w 268891"/>
                <a:gd name="connsiteY33" fmla="*/ 50037 h 160484"/>
                <a:gd name="connsiteX34" fmla="*/ 36404 w 268891"/>
                <a:gd name="connsiteY34" fmla="*/ 7879 h 160484"/>
                <a:gd name="connsiteX35" fmla="*/ 45616 w 268891"/>
                <a:gd name="connsiteY35" fmla="*/ 22050 h 160484"/>
                <a:gd name="connsiteX36" fmla="*/ 43136 w 268891"/>
                <a:gd name="connsiteY36" fmla="*/ 40117 h 160484"/>
                <a:gd name="connsiteX37" fmla="*/ 16565 w 268891"/>
                <a:gd name="connsiteY37" fmla="*/ 146399 h 160484"/>
                <a:gd name="connsiteX38" fmla="*/ 15502 w 268891"/>
                <a:gd name="connsiteY38" fmla="*/ 151359 h 160484"/>
                <a:gd name="connsiteX39" fmla="*/ 25422 w 268891"/>
                <a:gd name="connsiteY39" fmla="*/ 160570 h 160484"/>
                <a:gd name="connsiteX40" fmla="*/ 38176 w 268891"/>
                <a:gd name="connsiteY40" fmla="*/ 151359 h 160484"/>
                <a:gd name="connsiteX41" fmla="*/ 52347 w 268891"/>
                <a:gd name="connsiteY41" fmla="*/ 946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68891" h="160484">
                  <a:moveTo>
                    <a:pt x="52347" y="94675"/>
                  </a:moveTo>
                  <a:cubicBezTo>
                    <a:pt x="54118" y="86881"/>
                    <a:pt x="56244" y="79441"/>
                    <a:pt x="58015" y="71648"/>
                  </a:cubicBezTo>
                  <a:cubicBezTo>
                    <a:pt x="62621" y="54288"/>
                    <a:pt x="62621" y="53580"/>
                    <a:pt x="66872" y="46140"/>
                  </a:cubicBezTo>
                  <a:cubicBezTo>
                    <a:pt x="77146" y="28426"/>
                    <a:pt x="92379" y="7879"/>
                    <a:pt x="116824" y="7879"/>
                  </a:cubicBezTo>
                  <a:cubicBezTo>
                    <a:pt x="133121" y="7879"/>
                    <a:pt x="133121" y="25947"/>
                    <a:pt x="133121" y="31261"/>
                  </a:cubicBezTo>
                  <a:cubicBezTo>
                    <a:pt x="133121" y="40826"/>
                    <a:pt x="130641" y="51100"/>
                    <a:pt x="129932" y="54288"/>
                  </a:cubicBezTo>
                  <a:lnTo>
                    <a:pt x="106904" y="146399"/>
                  </a:lnTo>
                  <a:cubicBezTo>
                    <a:pt x="106196" y="148524"/>
                    <a:pt x="105842" y="150296"/>
                    <a:pt x="105842" y="151359"/>
                  </a:cubicBezTo>
                  <a:cubicBezTo>
                    <a:pt x="105842" y="155256"/>
                    <a:pt x="108676" y="160570"/>
                    <a:pt x="115761" y="160570"/>
                  </a:cubicBezTo>
                  <a:cubicBezTo>
                    <a:pt x="120012" y="160570"/>
                    <a:pt x="126035" y="158090"/>
                    <a:pt x="128515" y="151359"/>
                  </a:cubicBezTo>
                  <a:lnTo>
                    <a:pt x="142686" y="94675"/>
                  </a:lnTo>
                  <a:cubicBezTo>
                    <a:pt x="144457" y="86881"/>
                    <a:pt x="146583" y="79441"/>
                    <a:pt x="148354" y="71648"/>
                  </a:cubicBezTo>
                  <a:cubicBezTo>
                    <a:pt x="152960" y="54288"/>
                    <a:pt x="152960" y="53580"/>
                    <a:pt x="157211" y="46140"/>
                  </a:cubicBezTo>
                  <a:cubicBezTo>
                    <a:pt x="167485" y="28426"/>
                    <a:pt x="182719" y="7879"/>
                    <a:pt x="207163" y="7879"/>
                  </a:cubicBezTo>
                  <a:cubicBezTo>
                    <a:pt x="223460" y="7879"/>
                    <a:pt x="223460" y="25947"/>
                    <a:pt x="223460" y="31261"/>
                  </a:cubicBezTo>
                  <a:cubicBezTo>
                    <a:pt x="223460" y="53225"/>
                    <a:pt x="207872" y="95384"/>
                    <a:pt x="202912" y="109555"/>
                  </a:cubicBezTo>
                  <a:cubicBezTo>
                    <a:pt x="198306" y="121600"/>
                    <a:pt x="197244" y="124788"/>
                    <a:pt x="197244" y="132228"/>
                  </a:cubicBezTo>
                  <a:cubicBezTo>
                    <a:pt x="197244" y="147816"/>
                    <a:pt x="207163" y="160570"/>
                    <a:pt x="224168" y="160570"/>
                  </a:cubicBezTo>
                  <a:cubicBezTo>
                    <a:pt x="257115" y="160570"/>
                    <a:pt x="269161" y="107783"/>
                    <a:pt x="269161" y="106012"/>
                  </a:cubicBezTo>
                  <a:cubicBezTo>
                    <a:pt x="269161" y="102469"/>
                    <a:pt x="266327" y="102469"/>
                    <a:pt x="263847" y="102469"/>
                  </a:cubicBezTo>
                  <a:cubicBezTo>
                    <a:pt x="259241" y="102469"/>
                    <a:pt x="259241" y="103178"/>
                    <a:pt x="257824" y="108492"/>
                  </a:cubicBezTo>
                  <a:cubicBezTo>
                    <a:pt x="254990" y="118057"/>
                    <a:pt x="245425" y="152776"/>
                    <a:pt x="224877" y="152776"/>
                  </a:cubicBezTo>
                  <a:cubicBezTo>
                    <a:pt x="217437" y="152776"/>
                    <a:pt x="217083" y="147462"/>
                    <a:pt x="217083" y="142502"/>
                  </a:cubicBezTo>
                  <a:cubicBezTo>
                    <a:pt x="217083" y="133645"/>
                    <a:pt x="220626" y="124434"/>
                    <a:pt x="223460" y="115931"/>
                  </a:cubicBezTo>
                  <a:cubicBezTo>
                    <a:pt x="230545" y="97155"/>
                    <a:pt x="245070" y="57477"/>
                    <a:pt x="245070" y="36929"/>
                  </a:cubicBezTo>
                  <a:cubicBezTo>
                    <a:pt x="245070" y="7170"/>
                    <a:pt x="224523" y="85"/>
                    <a:pt x="207872" y="85"/>
                  </a:cubicBezTo>
                  <a:cubicBezTo>
                    <a:pt x="183073" y="85"/>
                    <a:pt x="165359" y="15673"/>
                    <a:pt x="154731" y="31261"/>
                  </a:cubicBezTo>
                  <a:cubicBezTo>
                    <a:pt x="151897" y="6816"/>
                    <a:pt x="133475" y="85"/>
                    <a:pt x="117533" y="85"/>
                  </a:cubicBezTo>
                  <a:cubicBezTo>
                    <a:pt x="96276" y="85"/>
                    <a:pt x="78917" y="11776"/>
                    <a:pt x="66872" y="28072"/>
                  </a:cubicBezTo>
                  <a:cubicBezTo>
                    <a:pt x="64392" y="10713"/>
                    <a:pt x="52347" y="85"/>
                    <a:pt x="37113" y="85"/>
                  </a:cubicBezTo>
                  <a:cubicBezTo>
                    <a:pt x="24359" y="85"/>
                    <a:pt x="17274" y="8233"/>
                    <a:pt x="11605" y="18861"/>
                  </a:cubicBezTo>
                  <a:cubicBezTo>
                    <a:pt x="4874" y="33032"/>
                    <a:pt x="269" y="53934"/>
                    <a:pt x="269" y="54643"/>
                  </a:cubicBezTo>
                  <a:cubicBezTo>
                    <a:pt x="269" y="58185"/>
                    <a:pt x="3812" y="58185"/>
                    <a:pt x="5583" y="58185"/>
                  </a:cubicBezTo>
                  <a:cubicBezTo>
                    <a:pt x="10188" y="58185"/>
                    <a:pt x="10543" y="57831"/>
                    <a:pt x="12314" y="50037"/>
                  </a:cubicBezTo>
                  <a:cubicBezTo>
                    <a:pt x="18691" y="25238"/>
                    <a:pt x="25422" y="7879"/>
                    <a:pt x="36404" y="7879"/>
                  </a:cubicBezTo>
                  <a:cubicBezTo>
                    <a:pt x="45616" y="7879"/>
                    <a:pt x="45616" y="18153"/>
                    <a:pt x="45616" y="22050"/>
                  </a:cubicBezTo>
                  <a:cubicBezTo>
                    <a:pt x="45616" y="27718"/>
                    <a:pt x="44553" y="34449"/>
                    <a:pt x="43136" y="40117"/>
                  </a:cubicBezTo>
                  <a:lnTo>
                    <a:pt x="16565" y="146399"/>
                  </a:lnTo>
                  <a:cubicBezTo>
                    <a:pt x="15857" y="148524"/>
                    <a:pt x="15502" y="150296"/>
                    <a:pt x="15502" y="151359"/>
                  </a:cubicBezTo>
                  <a:cubicBezTo>
                    <a:pt x="15502" y="155256"/>
                    <a:pt x="18337" y="160570"/>
                    <a:pt x="25422" y="160570"/>
                  </a:cubicBezTo>
                  <a:cubicBezTo>
                    <a:pt x="29673" y="160570"/>
                    <a:pt x="35696" y="158090"/>
                    <a:pt x="38176" y="151359"/>
                  </a:cubicBezTo>
                  <a:lnTo>
                    <a:pt x="52347" y="94675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133A5640-C345-9BD2-A3EA-E4A3B5271543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2051388" y="7413643"/>
              <a:ext cx="121869" cy="249761"/>
            </a:xfrm>
            <a:custGeom>
              <a:avLst/>
              <a:gdLst>
                <a:gd name="connsiteX0" fmla="*/ 66880 w 121869"/>
                <a:gd name="connsiteY0" fmla="*/ 8941 h 249761"/>
                <a:gd name="connsiteX1" fmla="*/ 67943 w 121869"/>
                <a:gd name="connsiteY1" fmla="*/ 4336 h 249761"/>
                <a:gd name="connsiteX2" fmla="*/ 62983 w 121869"/>
                <a:gd name="connsiteY2" fmla="*/ 85 h 249761"/>
                <a:gd name="connsiteX3" fmla="*/ 57315 w 121869"/>
                <a:gd name="connsiteY3" fmla="*/ 793 h 249761"/>
                <a:gd name="connsiteX4" fmla="*/ 22242 w 121869"/>
                <a:gd name="connsiteY4" fmla="*/ 3627 h 249761"/>
                <a:gd name="connsiteX5" fmla="*/ 14094 w 121869"/>
                <a:gd name="connsiteY5" fmla="*/ 11067 h 249761"/>
                <a:gd name="connsiteX6" fmla="*/ 22596 w 121869"/>
                <a:gd name="connsiteY6" fmla="*/ 14964 h 249761"/>
                <a:gd name="connsiteX7" fmla="*/ 40310 w 121869"/>
                <a:gd name="connsiteY7" fmla="*/ 20987 h 249761"/>
                <a:gd name="connsiteX8" fmla="*/ 39247 w 121869"/>
                <a:gd name="connsiteY8" fmla="*/ 27009 h 249761"/>
                <a:gd name="connsiteX9" fmla="*/ 4174 w 121869"/>
                <a:gd name="connsiteY9" fmla="*/ 166947 h 249761"/>
                <a:gd name="connsiteX10" fmla="*/ 277 w 121869"/>
                <a:gd name="connsiteY10" fmla="*/ 195997 h 249761"/>
                <a:gd name="connsiteX11" fmla="*/ 41018 w 121869"/>
                <a:gd name="connsiteY11" fmla="*/ 249846 h 249761"/>
                <a:gd name="connsiteX12" fmla="*/ 122146 w 121869"/>
                <a:gd name="connsiteY12" fmla="*/ 144627 h 249761"/>
                <a:gd name="connsiteX13" fmla="*/ 79634 w 121869"/>
                <a:gd name="connsiteY13" fmla="*/ 89361 h 249761"/>
                <a:gd name="connsiteX14" fmla="*/ 42081 w 121869"/>
                <a:gd name="connsiteY14" fmla="*/ 108137 h 249761"/>
                <a:gd name="connsiteX15" fmla="*/ 66880 w 121869"/>
                <a:gd name="connsiteY15" fmla="*/ 8941 h 249761"/>
                <a:gd name="connsiteX16" fmla="*/ 41018 w 121869"/>
                <a:gd name="connsiteY16" fmla="*/ 242052 h 249761"/>
                <a:gd name="connsiteX17" fmla="*/ 20470 w 121869"/>
                <a:gd name="connsiteY17" fmla="*/ 208042 h 249761"/>
                <a:gd name="connsiteX18" fmla="*/ 33933 w 121869"/>
                <a:gd name="connsiteY18" fmla="*/ 139668 h 249761"/>
                <a:gd name="connsiteX19" fmla="*/ 41727 w 121869"/>
                <a:gd name="connsiteY19" fmla="*/ 123371 h 249761"/>
                <a:gd name="connsiteX20" fmla="*/ 78925 w 121869"/>
                <a:gd name="connsiteY20" fmla="*/ 97155 h 249761"/>
                <a:gd name="connsiteX21" fmla="*/ 98410 w 121869"/>
                <a:gd name="connsiteY21" fmla="*/ 128685 h 249761"/>
                <a:gd name="connsiteX22" fmla="*/ 78571 w 121869"/>
                <a:gd name="connsiteY22" fmla="*/ 208396 h 249761"/>
                <a:gd name="connsiteX23" fmla="*/ 41018 w 121869"/>
                <a:gd name="connsiteY23" fmla="*/ 242052 h 24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1869" h="249761">
                  <a:moveTo>
                    <a:pt x="66880" y="8941"/>
                  </a:moveTo>
                  <a:cubicBezTo>
                    <a:pt x="67234" y="7879"/>
                    <a:pt x="67943" y="5044"/>
                    <a:pt x="67943" y="4336"/>
                  </a:cubicBezTo>
                  <a:cubicBezTo>
                    <a:pt x="67943" y="1148"/>
                    <a:pt x="65817" y="85"/>
                    <a:pt x="62983" y="85"/>
                  </a:cubicBezTo>
                  <a:cubicBezTo>
                    <a:pt x="61920" y="85"/>
                    <a:pt x="58377" y="439"/>
                    <a:pt x="57315" y="793"/>
                  </a:cubicBezTo>
                  <a:lnTo>
                    <a:pt x="22242" y="3627"/>
                  </a:lnTo>
                  <a:cubicBezTo>
                    <a:pt x="17990" y="3982"/>
                    <a:pt x="14094" y="4336"/>
                    <a:pt x="14094" y="11067"/>
                  </a:cubicBezTo>
                  <a:cubicBezTo>
                    <a:pt x="14094" y="14964"/>
                    <a:pt x="17636" y="14964"/>
                    <a:pt x="22596" y="14964"/>
                  </a:cubicBezTo>
                  <a:cubicBezTo>
                    <a:pt x="39601" y="14964"/>
                    <a:pt x="40310" y="17444"/>
                    <a:pt x="40310" y="20987"/>
                  </a:cubicBezTo>
                  <a:cubicBezTo>
                    <a:pt x="40310" y="22049"/>
                    <a:pt x="39247" y="26655"/>
                    <a:pt x="39247" y="27009"/>
                  </a:cubicBezTo>
                  <a:lnTo>
                    <a:pt x="4174" y="166947"/>
                  </a:lnTo>
                  <a:cubicBezTo>
                    <a:pt x="3820" y="168009"/>
                    <a:pt x="277" y="182534"/>
                    <a:pt x="277" y="195997"/>
                  </a:cubicBezTo>
                  <a:cubicBezTo>
                    <a:pt x="277" y="225756"/>
                    <a:pt x="15156" y="249846"/>
                    <a:pt x="41018" y="249846"/>
                  </a:cubicBezTo>
                  <a:cubicBezTo>
                    <a:pt x="80697" y="249846"/>
                    <a:pt x="122146" y="196705"/>
                    <a:pt x="122146" y="144627"/>
                  </a:cubicBezTo>
                  <a:cubicBezTo>
                    <a:pt x="122146" y="106720"/>
                    <a:pt x="100890" y="89361"/>
                    <a:pt x="79634" y="89361"/>
                  </a:cubicBezTo>
                  <a:cubicBezTo>
                    <a:pt x="66171" y="89361"/>
                    <a:pt x="54126" y="96801"/>
                    <a:pt x="42081" y="108137"/>
                  </a:cubicBezTo>
                  <a:lnTo>
                    <a:pt x="66880" y="8941"/>
                  </a:lnTo>
                  <a:close/>
                  <a:moveTo>
                    <a:pt x="41018" y="242052"/>
                  </a:moveTo>
                  <a:cubicBezTo>
                    <a:pt x="32161" y="242052"/>
                    <a:pt x="20470" y="234612"/>
                    <a:pt x="20470" y="208042"/>
                  </a:cubicBezTo>
                  <a:cubicBezTo>
                    <a:pt x="20470" y="192454"/>
                    <a:pt x="23659" y="180055"/>
                    <a:pt x="33933" y="139668"/>
                  </a:cubicBezTo>
                  <a:cubicBezTo>
                    <a:pt x="36413" y="131165"/>
                    <a:pt x="36413" y="130457"/>
                    <a:pt x="41727" y="123371"/>
                  </a:cubicBezTo>
                  <a:cubicBezTo>
                    <a:pt x="52001" y="109200"/>
                    <a:pt x="65463" y="97155"/>
                    <a:pt x="78925" y="97155"/>
                  </a:cubicBezTo>
                  <a:cubicBezTo>
                    <a:pt x="94867" y="97155"/>
                    <a:pt x="98410" y="117349"/>
                    <a:pt x="98410" y="128685"/>
                  </a:cubicBezTo>
                  <a:cubicBezTo>
                    <a:pt x="98410" y="143565"/>
                    <a:pt x="88845" y="185723"/>
                    <a:pt x="78571" y="208396"/>
                  </a:cubicBezTo>
                  <a:cubicBezTo>
                    <a:pt x="74320" y="217253"/>
                    <a:pt x="59086" y="242052"/>
                    <a:pt x="41018" y="242052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DB15E99A-F4D2-ECB2-1C4D-424534E8D284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2208682" y="7393803"/>
              <a:ext cx="82190" cy="354271"/>
            </a:xfrm>
            <a:custGeom>
              <a:avLst/>
              <a:gdLst>
                <a:gd name="connsiteX0" fmla="*/ 82472 w 82190"/>
                <a:gd name="connsiteY0" fmla="*/ 350813 h 354271"/>
                <a:gd name="connsiteX1" fmla="*/ 76450 w 82190"/>
                <a:gd name="connsiteY1" fmla="*/ 343020 h 354271"/>
                <a:gd name="connsiteX2" fmla="*/ 20829 w 82190"/>
                <a:gd name="connsiteY2" fmla="*/ 177220 h 354271"/>
                <a:gd name="connsiteX3" fmla="*/ 77867 w 82190"/>
                <a:gd name="connsiteY3" fmla="*/ 9650 h 354271"/>
                <a:gd name="connsiteX4" fmla="*/ 82472 w 82190"/>
                <a:gd name="connsiteY4" fmla="*/ 3627 h 354271"/>
                <a:gd name="connsiteX5" fmla="*/ 78930 w 82190"/>
                <a:gd name="connsiteY5" fmla="*/ 85 h 354271"/>
                <a:gd name="connsiteX6" fmla="*/ 22601 w 82190"/>
                <a:gd name="connsiteY6" fmla="*/ 69168 h 354271"/>
                <a:gd name="connsiteX7" fmla="*/ 282 w 82190"/>
                <a:gd name="connsiteY7" fmla="*/ 177220 h 354271"/>
                <a:gd name="connsiteX8" fmla="*/ 23663 w 82190"/>
                <a:gd name="connsiteY8" fmla="*/ 287753 h 354271"/>
                <a:gd name="connsiteX9" fmla="*/ 78930 w 82190"/>
                <a:gd name="connsiteY9" fmla="*/ 354356 h 354271"/>
                <a:gd name="connsiteX10" fmla="*/ 82472 w 82190"/>
                <a:gd name="connsiteY10" fmla="*/ 350813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0" h="354271">
                  <a:moveTo>
                    <a:pt x="82472" y="350813"/>
                  </a:moveTo>
                  <a:cubicBezTo>
                    <a:pt x="82472" y="349751"/>
                    <a:pt x="82472" y="349042"/>
                    <a:pt x="76450" y="343020"/>
                  </a:cubicBezTo>
                  <a:cubicBezTo>
                    <a:pt x="32166" y="298381"/>
                    <a:pt x="20829" y="231424"/>
                    <a:pt x="20829" y="177220"/>
                  </a:cubicBezTo>
                  <a:cubicBezTo>
                    <a:pt x="20829" y="115577"/>
                    <a:pt x="34292" y="53934"/>
                    <a:pt x="77867" y="9650"/>
                  </a:cubicBezTo>
                  <a:cubicBezTo>
                    <a:pt x="82472" y="5399"/>
                    <a:pt x="82472" y="4690"/>
                    <a:pt x="82472" y="3627"/>
                  </a:cubicBezTo>
                  <a:cubicBezTo>
                    <a:pt x="82472" y="1148"/>
                    <a:pt x="81055" y="85"/>
                    <a:pt x="78930" y="85"/>
                  </a:cubicBezTo>
                  <a:cubicBezTo>
                    <a:pt x="75387" y="85"/>
                    <a:pt x="43503" y="24175"/>
                    <a:pt x="22601" y="69168"/>
                  </a:cubicBezTo>
                  <a:cubicBezTo>
                    <a:pt x="4533" y="108137"/>
                    <a:pt x="282" y="147462"/>
                    <a:pt x="282" y="177220"/>
                  </a:cubicBezTo>
                  <a:cubicBezTo>
                    <a:pt x="282" y="204854"/>
                    <a:pt x="4178" y="247720"/>
                    <a:pt x="23663" y="287753"/>
                  </a:cubicBezTo>
                  <a:cubicBezTo>
                    <a:pt x="44920" y="331329"/>
                    <a:pt x="75387" y="354356"/>
                    <a:pt x="78930" y="354356"/>
                  </a:cubicBezTo>
                  <a:cubicBezTo>
                    <a:pt x="81055" y="354356"/>
                    <a:pt x="82472" y="353293"/>
                    <a:pt x="82472" y="350813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D2AB4B04-7258-2255-7210-CBE309D6C2FB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12321656" y="7502919"/>
              <a:ext cx="234527" cy="160484"/>
            </a:xfrm>
            <a:custGeom>
              <a:avLst/>
              <a:gdLst>
                <a:gd name="connsiteX0" fmla="*/ 153685 w 234527"/>
                <a:gd name="connsiteY0" fmla="*/ 36575 h 160484"/>
                <a:gd name="connsiteX1" fmla="*/ 158999 w 234527"/>
                <a:gd name="connsiteY1" fmla="*/ 13547 h 160484"/>
                <a:gd name="connsiteX2" fmla="*/ 148725 w 234527"/>
                <a:gd name="connsiteY2" fmla="*/ 3982 h 160484"/>
                <a:gd name="connsiteX3" fmla="*/ 135617 w 234527"/>
                <a:gd name="connsiteY3" fmla="*/ 13901 h 160484"/>
                <a:gd name="connsiteX4" fmla="*/ 115424 w 234527"/>
                <a:gd name="connsiteY4" fmla="*/ 93258 h 160484"/>
                <a:gd name="connsiteX5" fmla="*/ 112235 w 234527"/>
                <a:gd name="connsiteY5" fmla="*/ 116640 h 160484"/>
                <a:gd name="connsiteX6" fmla="*/ 112589 w 234527"/>
                <a:gd name="connsiteY6" fmla="*/ 123017 h 160484"/>
                <a:gd name="connsiteX7" fmla="*/ 79996 w 234527"/>
                <a:gd name="connsiteY7" fmla="*/ 152776 h 160484"/>
                <a:gd name="connsiteX8" fmla="*/ 51655 w 234527"/>
                <a:gd name="connsiteY8" fmla="*/ 120537 h 160484"/>
                <a:gd name="connsiteX9" fmla="*/ 70077 w 234527"/>
                <a:gd name="connsiteY9" fmla="*/ 51808 h 160484"/>
                <a:gd name="connsiteX10" fmla="*/ 76099 w 234527"/>
                <a:gd name="connsiteY10" fmla="*/ 29135 h 160484"/>
                <a:gd name="connsiteX11" fmla="*/ 47049 w 234527"/>
                <a:gd name="connsiteY11" fmla="*/ 85 h 160484"/>
                <a:gd name="connsiteX12" fmla="*/ 285 w 234527"/>
                <a:gd name="connsiteY12" fmla="*/ 54643 h 160484"/>
                <a:gd name="connsiteX13" fmla="*/ 4537 w 234527"/>
                <a:gd name="connsiteY13" fmla="*/ 58185 h 160484"/>
                <a:gd name="connsiteX14" fmla="*/ 10205 w 234527"/>
                <a:gd name="connsiteY14" fmla="*/ 51808 h 160484"/>
                <a:gd name="connsiteX15" fmla="*/ 45986 w 234527"/>
                <a:gd name="connsiteY15" fmla="*/ 7879 h 160484"/>
                <a:gd name="connsiteX16" fmla="*/ 54843 w 234527"/>
                <a:gd name="connsiteY16" fmla="*/ 19570 h 160484"/>
                <a:gd name="connsiteX17" fmla="*/ 48466 w 234527"/>
                <a:gd name="connsiteY17" fmla="*/ 44369 h 160484"/>
                <a:gd name="connsiteX18" fmla="*/ 28627 w 234527"/>
                <a:gd name="connsiteY18" fmla="*/ 115931 h 160484"/>
                <a:gd name="connsiteX19" fmla="*/ 78934 w 234527"/>
                <a:gd name="connsiteY19" fmla="*/ 160570 h 160484"/>
                <a:gd name="connsiteX20" fmla="*/ 115778 w 234527"/>
                <a:gd name="connsiteY20" fmla="*/ 135771 h 160484"/>
                <a:gd name="connsiteX21" fmla="*/ 160062 w 234527"/>
                <a:gd name="connsiteY21" fmla="*/ 160570 h 160484"/>
                <a:gd name="connsiteX22" fmla="*/ 211431 w 234527"/>
                <a:gd name="connsiteY22" fmla="*/ 116994 h 160484"/>
                <a:gd name="connsiteX23" fmla="*/ 234813 w 234527"/>
                <a:gd name="connsiteY23" fmla="*/ 24884 h 160484"/>
                <a:gd name="connsiteX24" fmla="*/ 219225 w 234527"/>
                <a:gd name="connsiteY24" fmla="*/ 85 h 160484"/>
                <a:gd name="connsiteX25" fmla="*/ 201511 w 234527"/>
                <a:gd name="connsiteY25" fmla="*/ 17090 h 160484"/>
                <a:gd name="connsiteX26" fmla="*/ 206826 w 234527"/>
                <a:gd name="connsiteY26" fmla="*/ 26655 h 160484"/>
                <a:gd name="connsiteX27" fmla="*/ 219579 w 234527"/>
                <a:gd name="connsiteY27" fmla="*/ 56768 h 160484"/>
                <a:gd name="connsiteX28" fmla="*/ 200094 w 234527"/>
                <a:gd name="connsiteY28" fmla="*/ 121600 h 160484"/>
                <a:gd name="connsiteX29" fmla="*/ 161125 w 234527"/>
                <a:gd name="connsiteY29" fmla="*/ 152776 h 160484"/>
                <a:gd name="connsiteX30" fmla="*/ 134908 w 234527"/>
                <a:gd name="connsiteY30" fmla="*/ 121954 h 160484"/>
                <a:gd name="connsiteX31" fmla="*/ 138805 w 234527"/>
                <a:gd name="connsiteY31" fmla="*/ 96092 h 160484"/>
                <a:gd name="connsiteX32" fmla="*/ 153685 w 23452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4527" h="160484">
                  <a:moveTo>
                    <a:pt x="153685" y="36575"/>
                  </a:moveTo>
                  <a:cubicBezTo>
                    <a:pt x="155456" y="28781"/>
                    <a:pt x="158999" y="15673"/>
                    <a:pt x="158999" y="13547"/>
                  </a:cubicBezTo>
                  <a:cubicBezTo>
                    <a:pt x="158999" y="7170"/>
                    <a:pt x="154039" y="3982"/>
                    <a:pt x="148725" y="3982"/>
                  </a:cubicBezTo>
                  <a:cubicBezTo>
                    <a:pt x="144474" y="3982"/>
                    <a:pt x="138097" y="6816"/>
                    <a:pt x="135617" y="13901"/>
                  </a:cubicBezTo>
                  <a:cubicBezTo>
                    <a:pt x="134554" y="16381"/>
                    <a:pt x="117903" y="84047"/>
                    <a:pt x="115424" y="93258"/>
                  </a:cubicBezTo>
                  <a:cubicBezTo>
                    <a:pt x="112944" y="103886"/>
                    <a:pt x="112235" y="110263"/>
                    <a:pt x="112235" y="116640"/>
                  </a:cubicBezTo>
                  <a:cubicBezTo>
                    <a:pt x="112235" y="120537"/>
                    <a:pt x="112235" y="121246"/>
                    <a:pt x="112589" y="123017"/>
                  </a:cubicBezTo>
                  <a:cubicBezTo>
                    <a:pt x="104441" y="141793"/>
                    <a:pt x="93813" y="152776"/>
                    <a:pt x="79996" y="152776"/>
                  </a:cubicBezTo>
                  <a:cubicBezTo>
                    <a:pt x="51655" y="152776"/>
                    <a:pt x="51655" y="126560"/>
                    <a:pt x="51655" y="120537"/>
                  </a:cubicBezTo>
                  <a:cubicBezTo>
                    <a:pt x="51655" y="109200"/>
                    <a:pt x="53426" y="95384"/>
                    <a:pt x="70077" y="51808"/>
                  </a:cubicBezTo>
                  <a:cubicBezTo>
                    <a:pt x="73974" y="41180"/>
                    <a:pt x="76099" y="36220"/>
                    <a:pt x="76099" y="29135"/>
                  </a:cubicBezTo>
                  <a:cubicBezTo>
                    <a:pt x="76099" y="13193"/>
                    <a:pt x="64408" y="85"/>
                    <a:pt x="47049" y="85"/>
                  </a:cubicBezTo>
                  <a:cubicBezTo>
                    <a:pt x="13393" y="85"/>
                    <a:pt x="285" y="51454"/>
                    <a:pt x="285" y="54643"/>
                  </a:cubicBezTo>
                  <a:cubicBezTo>
                    <a:pt x="285" y="58185"/>
                    <a:pt x="3828" y="58185"/>
                    <a:pt x="4537" y="58185"/>
                  </a:cubicBezTo>
                  <a:cubicBezTo>
                    <a:pt x="8079" y="58185"/>
                    <a:pt x="8434" y="57477"/>
                    <a:pt x="10205" y="51808"/>
                  </a:cubicBezTo>
                  <a:cubicBezTo>
                    <a:pt x="19770" y="18861"/>
                    <a:pt x="33587" y="7879"/>
                    <a:pt x="45986" y="7879"/>
                  </a:cubicBezTo>
                  <a:cubicBezTo>
                    <a:pt x="49175" y="7879"/>
                    <a:pt x="54843" y="8233"/>
                    <a:pt x="54843" y="19570"/>
                  </a:cubicBezTo>
                  <a:cubicBezTo>
                    <a:pt x="54843" y="28426"/>
                    <a:pt x="50946" y="38346"/>
                    <a:pt x="48466" y="44369"/>
                  </a:cubicBezTo>
                  <a:cubicBezTo>
                    <a:pt x="32878" y="86173"/>
                    <a:pt x="28627" y="102469"/>
                    <a:pt x="28627" y="115931"/>
                  </a:cubicBezTo>
                  <a:cubicBezTo>
                    <a:pt x="28627" y="148170"/>
                    <a:pt x="52363" y="160570"/>
                    <a:pt x="78934" y="160570"/>
                  </a:cubicBezTo>
                  <a:cubicBezTo>
                    <a:pt x="84956" y="160570"/>
                    <a:pt x="101607" y="160570"/>
                    <a:pt x="115778" y="135771"/>
                  </a:cubicBezTo>
                  <a:cubicBezTo>
                    <a:pt x="124989" y="158444"/>
                    <a:pt x="149434" y="160570"/>
                    <a:pt x="160062" y="160570"/>
                  </a:cubicBezTo>
                  <a:cubicBezTo>
                    <a:pt x="186632" y="160570"/>
                    <a:pt x="202220" y="138251"/>
                    <a:pt x="211431" y="116994"/>
                  </a:cubicBezTo>
                  <a:cubicBezTo>
                    <a:pt x="223476" y="89361"/>
                    <a:pt x="234813" y="41889"/>
                    <a:pt x="234813" y="24884"/>
                  </a:cubicBezTo>
                  <a:cubicBezTo>
                    <a:pt x="234813" y="5399"/>
                    <a:pt x="225248" y="85"/>
                    <a:pt x="219225" y="85"/>
                  </a:cubicBezTo>
                  <a:cubicBezTo>
                    <a:pt x="210368" y="85"/>
                    <a:pt x="201511" y="9296"/>
                    <a:pt x="201511" y="17090"/>
                  </a:cubicBezTo>
                  <a:cubicBezTo>
                    <a:pt x="201511" y="21695"/>
                    <a:pt x="203637" y="23821"/>
                    <a:pt x="206826" y="26655"/>
                  </a:cubicBezTo>
                  <a:cubicBezTo>
                    <a:pt x="210723" y="30552"/>
                    <a:pt x="219579" y="39763"/>
                    <a:pt x="219579" y="56768"/>
                  </a:cubicBezTo>
                  <a:cubicBezTo>
                    <a:pt x="219579" y="68813"/>
                    <a:pt x="209305" y="103532"/>
                    <a:pt x="200094" y="121600"/>
                  </a:cubicBezTo>
                  <a:cubicBezTo>
                    <a:pt x="190883" y="140376"/>
                    <a:pt x="178484" y="152776"/>
                    <a:pt x="161125" y="152776"/>
                  </a:cubicBezTo>
                  <a:cubicBezTo>
                    <a:pt x="144474" y="152776"/>
                    <a:pt x="134908" y="142148"/>
                    <a:pt x="134908" y="121954"/>
                  </a:cubicBezTo>
                  <a:cubicBezTo>
                    <a:pt x="134908" y="112034"/>
                    <a:pt x="137388" y="101052"/>
                    <a:pt x="138805" y="96092"/>
                  </a:cubicBezTo>
                  <a:lnTo>
                    <a:pt x="153685" y="36575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2A10B04-7D56-CB04-1DD1-7F4B7B4E6A89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12576666" y="7548230"/>
              <a:ext cx="75140" cy="166897"/>
            </a:xfrm>
            <a:custGeom>
              <a:avLst/>
              <a:gdLst>
                <a:gd name="connsiteX0" fmla="*/ 68986 w 75140"/>
                <a:gd name="connsiteY0" fmla="*/ 9510 h 166897"/>
                <a:gd name="connsiteX1" fmla="*/ 59066 w 75140"/>
                <a:gd name="connsiteY1" fmla="*/ 86 h 166897"/>
                <a:gd name="connsiteX2" fmla="*/ 45179 w 75140"/>
                <a:gd name="connsiteY2" fmla="*/ 13726 h 166897"/>
                <a:gd name="connsiteX3" fmla="*/ 55098 w 75140"/>
                <a:gd name="connsiteY3" fmla="*/ 23149 h 166897"/>
                <a:gd name="connsiteX4" fmla="*/ 68986 w 75140"/>
                <a:gd name="connsiteY4" fmla="*/ 9510 h 166897"/>
                <a:gd name="connsiteX5" fmla="*/ 18396 w 75140"/>
                <a:gd name="connsiteY5" fmla="*/ 135489 h 166897"/>
                <a:gd name="connsiteX6" fmla="*/ 16164 w 75140"/>
                <a:gd name="connsiteY6" fmla="*/ 145904 h 166897"/>
                <a:gd name="connsiteX7" fmla="*/ 39723 w 75140"/>
                <a:gd name="connsiteY7" fmla="*/ 166983 h 166897"/>
                <a:gd name="connsiteX8" fmla="*/ 75433 w 75140"/>
                <a:gd name="connsiteY8" fmla="*/ 129041 h 166897"/>
                <a:gd name="connsiteX9" fmla="*/ 71466 w 75140"/>
                <a:gd name="connsiteY9" fmla="*/ 125817 h 166897"/>
                <a:gd name="connsiteX10" fmla="*/ 66754 w 75140"/>
                <a:gd name="connsiteY10" fmla="*/ 130033 h 166897"/>
                <a:gd name="connsiteX11" fmla="*/ 40467 w 75140"/>
                <a:gd name="connsiteY11" fmla="*/ 160040 h 166897"/>
                <a:gd name="connsiteX12" fmla="*/ 34267 w 75140"/>
                <a:gd name="connsiteY12" fmla="*/ 151360 h 166897"/>
                <a:gd name="connsiteX13" fmla="*/ 38235 w 75140"/>
                <a:gd name="connsiteY13" fmla="*/ 135489 h 166897"/>
                <a:gd name="connsiteX14" fmla="*/ 46171 w 75140"/>
                <a:gd name="connsiteY14" fmla="*/ 115650 h 166897"/>
                <a:gd name="connsiteX15" fmla="*/ 58322 w 75140"/>
                <a:gd name="connsiteY15" fmla="*/ 84155 h 166897"/>
                <a:gd name="connsiteX16" fmla="*/ 59810 w 75140"/>
                <a:gd name="connsiteY16" fmla="*/ 76219 h 166897"/>
                <a:gd name="connsiteX17" fmla="*/ 36251 w 75140"/>
                <a:gd name="connsiteY17" fmla="*/ 55140 h 166897"/>
                <a:gd name="connsiteX18" fmla="*/ 293 w 75140"/>
                <a:gd name="connsiteY18" fmla="*/ 93082 h 166897"/>
                <a:gd name="connsiteX19" fmla="*/ 4508 w 75140"/>
                <a:gd name="connsiteY19" fmla="*/ 96306 h 166897"/>
                <a:gd name="connsiteX20" fmla="*/ 8972 w 75140"/>
                <a:gd name="connsiteY20" fmla="*/ 92338 h 166897"/>
                <a:gd name="connsiteX21" fmla="*/ 35507 w 75140"/>
                <a:gd name="connsiteY21" fmla="*/ 62084 h 166897"/>
                <a:gd name="connsiteX22" fmla="*/ 41707 w 75140"/>
                <a:gd name="connsiteY22" fmla="*/ 70763 h 166897"/>
                <a:gd name="connsiteX23" fmla="*/ 34019 w 75140"/>
                <a:gd name="connsiteY23" fmla="*/ 95562 h 166897"/>
                <a:gd name="connsiteX24" fmla="*/ 18396 w 75140"/>
                <a:gd name="connsiteY24" fmla="*/ 135489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140" h="166897">
                  <a:moveTo>
                    <a:pt x="68986" y="9510"/>
                  </a:moveTo>
                  <a:cubicBezTo>
                    <a:pt x="68986" y="5542"/>
                    <a:pt x="66010" y="86"/>
                    <a:pt x="59066" y="86"/>
                  </a:cubicBezTo>
                  <a:cubicBezTo>
                    <a:pt x="52370" y="86"/>
                    <a:pt x="45179" y="6534"/>
                    <a:pt x="45179" y="13726"/>
                  </a:cubicBezTo>
                  <a:cubicBezTo>
                    <a:pt x="45179" y="17941"/>
                    <a:pt x="48403" y="23149"/>
                    <a:pt x="55098" y="23149"/>
                  </a:cubicBezTo>
                  <a:cubicBezTo>
                    <a:pt x="62290" y="23149"/>
                    <a:pt x="68986" y="16206"/>
                    <a:pt x="68986" y="9510"/>
                  </a:cubicBezTo>
                  <a:close/>
                  <a:moveTo>
                    <a:pt x="18396" y="135489"/>
                  </a:moveTo>
                  <a:cubicBezTo>
                    <a:pt x="17404" y="138713"/>
                    <a:pt x="16164" y="141688"/>
                    <a:pt x="16164" y="145904"/>
                  </a:cubicBezTo>
                  <a:cubicBezTo>
                    <a:pt x="16164" y="157560"/>
                    <a:pt x="26083" y="166983"/>
                    <a:pt x="39723" y="166983"/>
                  </a:cubicBezTo>
                  <a:cubicBezTo>
                    <a:pt x="64522" y="166983"/>
                    <a:pt x="75433" y="132761"/>
                    <a:pt x="75433" y="129041"/>
                  </a:cubicBezTo>
                  <a:cubicBezTo>
                    <a:pt x="75433" y="125817"/>
                    <a:pt x="72210" y="125817"/>
                    <a:pt x="71466" y="125817"/>
                  </a:cubicBezTo>
                  <a:cubicBezTo>
                    <a:pt x="67994" y="125817"/>
                    <a:pt x="67746" y="127305"/>
                    <a:pt x="66754" y="130033"/>
                  </a:cubicBezTo>
                  <a:cubicBezTo>
                    <a:pt x="61050" y="149872"/>
                    <a:pt x="50138" y="160040"/>
                    <a:pt x="40467" y="160040"/>
                  </a:cubicBezTo>
                  <a:cubicBezTo>
                    <a:pt x="35507" y="160040"/>
                    <a:pt x="34267" y="156816"/>
                    <a:pt x="34267" y="151360"/>
                  </a:cubicBezTo>
                  <a:cubicBezTo>
                    <a:pt x="34267" y="145656"/>
                    <a:pt x="36003" y="140945"/>
                    <a:pt x="38235" y="135489"/>
                  </a:cubicBezTo>
                  <a:cubicBezTo>
                    <a:pt x="40715" y="128793"/>
                    <a:pt x="43443" y="122097"/>
                    <a:pt x="46171" y="115650"/>
                  </a:cubicBezTo>
                  <a:cubicBezTo>
                    <a:pt x="48403" y="109698"/>
                    <a:pt x="57330" y="87131"/>
                    <a:pt x="58322" y="84155"/>
                  </a:cubicBezTo>
                  <a:cubicBezTo>
                    <a:pt x="59066" y="81675"/>
                    <a:pt x="59810" y="78699"/>
                    <a:pt x="59810" y="76219"/>
                  </a:cubicBezTo>
                  <a:cubicBezTo>
                    <a:pt x="59810" y="64564"/>
                    <a:pt x="49890" y="55140"/>
                    <a:pt x="36251" y="55140"/>
                  </a:cubicBezTo>
                  <a:cubicBezTo>
                    <a:pt x="11700" y="55140"/>
                    <a:pt x="293" y="88867"/>
                    <a:pt x="293" y="93082"/>
                  </a:cubicBezTo>
                  <a:cubicBezTo>
                    <a:pt x="293" y="96306"/>
                    <a:pt x="3764" y="96306"/>
                    <a:pt x="4508" y="96306"/>
                  </a:cubicBezTo>
                  <a:cubicBezTo>
                    <a:pt x="7980" y="96306"/>
                    <a:pt x="8228" y="95066"/>
                    <a:pt x="8972" y="92338"/>
                  </a:cubicBezTo>
                  <a:cubicBezTo>
                    <a:pt x="15420" y="71011"/>
                    <a:pt x="26331" y="62084"/>
                    <a:pt x="35507" y="62084"/>
                  </a:cubicBezTo>
                  <a:cubicBezTo>
                    <a:pt x="39475" y="62084"/>
                    <a:pt x="41707" y="64068"/>
                    <a:pt x="41707" y="70763"/>
                  </a:cubicBezTo>
                  <a:cubicBezTo>
                    <a:pt x="41707" y="76467"/>
                    <a:pt x="40219" y="80187"/>
                    <a:pt x="34019" y="95562"/>
                  </a:cubicBezTo>
                  <a:lnTo>
                    <a:pt x="18396" y="135489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34AB3322-CA87-D3D9-D66F-97655D86375E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12703151" y="7393803"/>
              <a:ext cx="82190" cy="354271"/>
            </a:xfrm>
            <a:custGeom>
              <a:avLst/>
              <a:gdLst>
                <a:gd name="connsiteX0" fmla="*/ 82487 w 82190"/>
                <a:gd name="connsiteY0" fmla="*/ 177220 h 354271"/>
                <a:gd name="connsiteX1" fmla="*/ 59105 w 82190"/>
                <a:gd name="connsiteY1" fmla="*/ 66688 h 354271"/>
                <a:gd name="connsiteX2" fmla="*/ 3839 w 82190"/>
                <a:gd name="connsiteY2" fmla="*/ 85 h 354271"/>
                <a:gd name="connsiteX3" fmla="*/ 296 w 82190"/>
                <a:gd name="connsiteY3" fmla="*/ 3627 h 354271"/>
                <a:gd name="connsiteX4" fmla="*/ 7027 w 82190"/>
                <a:gd name="connsiteY4" fmla="*/ 11776 h 354271"/>
                <a:gd name="connsiteX5" fmla="*/ 61939 w 82190"/>
                <a:gd name="connsiteY5" fmla="*/ 177220 h 354271"/>
                <a:gd name="connsiteX6" fmla="*/ 4901 w 82190"/>
                <a:gd name="connsiteY6" fmla="*/ 344791 h 354271"/>
                <a:gd name="connsiteX7" fmla="*/ 296 w 82190"/>
                <a:gd name="connsiteY7" fmla="*/ 350813 h 354271"/>
                <a:gd name="connsiteX8" fmla="*/ 3839 w 82190"/>
                <a:gd name="connsiteY8" fmla="*/ 354356 h 354271"/>
                <a:gd name="connsiteX9" fmla="*/ 60168 w 82190"/>
                <a:gd name="connsiteY9" fmla="*/ 285273 h 354271"/>
                <a:gd name="connsiteX10" fmla="*/ 82487 w 82190"/>
                <a:gd name="connsiteY10" fmla="*/ 177220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0" h="354271">
                  <a:moveTo>
                    <a:pt x="82487" y="177220"/>
                  </a:moveTo>
                  <a:cubicBezTo>
                    <a:pt x="82487" y="149587"/>
                    <a:pt x="78590" y="106720"/>
                    <a:pt x="59105" y="66688"/>
                  </a:cubicBezTo>
                  <a:cubicBezTo>
                    <a:pt x="37849" y="23112"/>
                    <a:pt x="7381" y="85"/>
                    <a:pt x="3839" y="85"/>
                  </a:cubicBezTo>
                  <a:cubicBezTo>
                    <a:pt x="1713" y="85"/>
                    <a:pt x="296" y="1502"/>
                    <a:pt x="296" y="3627"/>
                  </a:cubicBezTo>
                  <a:cubicBezTo>
                    <a:pt x="296" y="4690"/>
                    <a:pt x="296" y="5399"/>
                    <a:pt x="7027" y="11776"/>
                  </a:cubicBezTo>
                  <a:cubicBezTo>
                    <a:pt x="41746" y="46849"/>
                    <a:pt x="61939" y="103178"/>
                    <a:pt x="61939" y="177220"/>
                  </a:cubicBezTo>
                  <a:cubicBezTo>
                    <a:pt x="61939" y="237801"/>
                    <a:pt x="48831" y="300153"/>
                    <a:pt x="4901" y="344791"/>
                  </a:cubicBezTo>
                  <a:cubicBezTo>
                    <a:pt x="296" y="349042"/>
                    <a:pt x="296" y="349751"/>
                    <a:pt x="296" y="350813"/>
                  </a:cubicBezTo>
                  <a:cubicBezTo>
                    <a:pt x="296" y="352939"/>
                    <a:pt x="1713" y="354356"/>
                    <a:pt x="3839" y="354356"/>
                  </a:cubicBezTo>
                  <a:cubicBezTo>
                    <a:pt x="7381" y="354356"/>
                    <a:pt x="39266" y="330266"/>
                    <a:pt x="60168" y="285273"/>
                  </a:cubicBezTo>
                  <a:cubicBezTo>
                    <a:pt x="78236" y="246303"/>
                    <a:pt x="82487" y="206979"/>
                    <a:pt x="82487" y="177220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C1C86BEA-72AC-A8D1-7CB2-CE2A7E93F406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12851198" y="7506816"/>
              <a:ext cx="38615" cy="221065"/>
            </a:xfrm>
            <a:custGeom>
              <a:avLst/>
              <a:gdLst>
                <a:gd name="connsiteX0" fmla="*/ 37852 w 38615"/>
                <a:gd name="connsiteY0" fmla="*/ 18861 h 221065"/>
                <a:gd name="connsiteX1" fmla="*/ 19076 w 38615"/>
                <a:gd name="connsiteY1" fmla="*/ 85 h 221065"/>
                <a:gd name="connsiteX2" fmla="*/ 300 w 38615"/>
                <a:gd name="connsiteY2" fmla="*/ 18861 h 221065"/>
                <a:gd name="connsiteX3" fmla="*/ 19076 w 38615"/>
                <a:gd name="connsiteY3" fmla="*/ 37637 h 221065"/>
                <a:gd name="connsiteX4" fmla="*/ 37852 w 38615"/>
                <a:gd name="connsiteY4" fmla="*/ 18861 h 221065"/>
                <a:gd name="connsiteX5" fmla="*/ 31121 w 38615"/>
                <a:gd name="connsiteY5" fmla="*/ 148879 h 221065"/>
                <a:gd name="connsiteX6" fmla="*/ 8448 w 38615"/>
                <a:gd name="connsiteY6" fmla="*/ 212648 h 221065"/>
                <a:gd name="connsiteX7" fmla="*/ 5968 w 38615"/>
                <a:gd name="connsiteY7" fmla="*/ 217253 h 221065"/>
                <a:gd name="connsiteX8" fmla="*/ 9511 w 38615"/>
                <a:gd name="connsiteY8" fmla="*/ 221150 h 221065"/>
                <a:gd name="connsiteX9" fmla="*/ 38915 w 38615"/>
                <a:gd name="connsiteY9" fmla="*/ 151713 h 221065"/>
                <a:gd name="connsiteX10" fmla="*/ 19076 w 38615"/>
                <a:gd name="connsiteY10" fmla="*/ 115223 h 221065"/>
                <a:gd name="connsiteX11" fmla="*/ 300 w 38615"/>
                <a:gd name="connsiteY11" fmla="*/ 133999 h 221065"/>
                <a:gd name="connsiteX12" fmla="*/ 19076 w 38615"/>
                <a:gd name="connsiteY12" fmla="*/ 152776 h 221065"/>
                <a:gd name="connsiteX13" fmla="*/ 21910 w 38615"/>
                <a:gd name="connsiteY13" fmla="*/ 152421 h 221065"/>
                <a:gd name="connsiteX14" fmla="*/ 31121 w 38615"/>
                <a:gd name="connsiteY14" fmla="*/ 148879 h 221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615" h="221065">
                  <a:moveTo>
                    <a:pt x="37852" y="18861"/>
                  </a:moveTo>
                  <a:cubicBezTo>
                    <a:pt x="37852" y="8587"/>
                    <a:pt x="29350" y="85"/>
                    <a:pt x="19076" y="85"/>
                  </a:cubicBezTo>
                  <a:cubicBezTo>
                    <a:pt x="8802" y="85"/>
                    <a:pt x="300" y="8587"/>
                    <a:pt x="300" y="18861"/>
                  </a:cubicBezTo>
                  <a:cubicBezTo>
                    <a:pt x="300" y="29135"/>
                    <a:pt x="8802" y="37637"/>
                    <a:pt x="19076" y="37637"/>
                  </a:cubicBezTo>
                  <a:cubicBezTo>
                    <a:pt x="29350" y="37637"/>
                    <a:pt x="37852" y="29135"/>
                    <a:pt x="37852" y="18861"/>
                  </a:cubicBezTo>
                  <a:close/>
                  <a:moveTo>
                    <a:pt x="31121" y="148879"/>
                  </a:moveTo>
                  <a:cubicBezTo>
                    <a:pt x="31121" y="158798"/>
                    <a:pt x="31121" y="186432"/>
                    <a:pt x="8448" y="212648"/>
                  </a:cubicBezTo>
                  <a:cubicBezTo>
                    <a:pt x="5968" y="215482"/>
                    <a:pt x="5968" y="216190"/>
                    <a:pt x="5968" y="217253"/>
                  </a:cubicBezTo>
                  <a:cubicBezTo>
                    <a:pt x="5968" y="219733"/>
                    <a:pt x="7739" y="221150"/>
                    <a:pt x="9511" y="221150"/>
                  </a:cubicBezTo>
                  <a:cubicBezTo>
                    <a:pt x="13408" y="221150"/>
                    <a:pt x="38915" y="192808"/>
                    <a:pt x="38915" y="151713"/>
                  </a:cubicBezTo>
                  <a:cubicBezTo>
                    <a:pt x="38915" y="141439"/>
                    <a:pt x="38207" y="115223"/>
                    <a:pt x="19076" y="115223"/>
                  </a:cubicBezTo>
                  <a:cubicBezTo>
                    <a:pt x="6677" y="115223"/>
                    <a:pt x="300" y="124788"/>
                    <a:pt x="300" y="133999"/>
                  </a:cubicBezTo>
                  <a:cubicBezTo>
                    <a:pt x="300" y="143210"/>
                    <a:pt x="6322" y="152776"/>
                    <a:pt x="19076" y="152776"/>
                  </a:cubicBezTo>
                  <a:cubicBezTo>
                    <a:pt x="20847" y="152776"/>
                    <a:pt x="21556" y="152776"/>
                    <a:pt x="21910" y="152421"/>
                  </a:cubicBezTo>
                  <a:cubicBezTo>
                    <a:pt x="24390" y="152067"/>
                    <a:pt x="28287" y="151359"/>
                    <a:pt x="31121" y="148879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8B3E48B9-2115-1267-FAE7-E2F7B018AE28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13012184" y="7444464"/>
              <a:ext cx="146668" cy="18422"/>
            </a:xfrm>
            <a:custGeom>
              <a:avLst/>
              <a:gdLst>
                <a:gd name="connsiteX0" fmla="*/ 146973 w 146668"/>
                <a:gd name="connsiteY0" fmla="*/ 18507 h 18422"/>
                <a:gd name="connsiteX1" fmla="*/ 146973 w 146668"/>
                <a:gd name="connsiteY1" fmla="*/ 85 h 18422"/>
                <a:gd name="connsiteX2" fmla="*/ 304 w 146668"/>
                <a:gd name="connsiteY2" fmla="*/ 85 h 18422"/>
                <a:gd name="connsiteX3" fmla="*/ 304 w 146668"/>
                <a:gd name="connsiteY3" fmla="*/ 18507 h 18422"/>
                <a:gd name="connsiteX4" fmla="*/ 146973 w 146668"/>
                <a:gd name="connsiteY4" fmla="*/ 18507 h 18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668" h="18422">
                  <a:moveTo>
                    <a:pt x="146973" y="18507"/>
                  </a:moveTo>
                  <a:lnTo>
                    <a:pt x="146973" y="85"/>
                  </a:lnTo>
                  <a:lnTo>
                    <a:pt x="304" y="85"/>
                  </a:lnTo>
                  <a:lnTo>
                    <a:pt x="304" y="18507"/>
                  </a:lnTo>
                  <a:lnTo>
                    <a:pt x="146973" y="18507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235C1C84-17B2-074C-F758-D4EA4CB2BB36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12985977" y="7502211"/>
              <a:ext cx="199454" cy="157296"/>
            </a:xfrm>
            <a:custGeom>
              <a:avLst/>
              <a:gdLst>
                <a:gd name="connsiteX0" fmla="*/ 115088 w 199454"/>
                <a:gd name="connsiteY0" fmla="*/ 70230 h 157296"/>
                <a:gd name="connsiteX1" fmla="*/ 156538 w 199454"/>
                <a:gd name="connsiteY1" fmla="*/ 24175 h 157296"/>
                <a:gd name="connsiteX2" fmla="*/ 192673 w 199454"/>
                <a:gd name="connsiteY2" fmla="*/ 16735 h 157296"/>
                <a:gd name="connsiteX3" fmla="*/ 192673 w 199454"/>
                <a:gd name="connsiteY3" fmla="*/ 85 h 157296"/>
                <a:gd name="connsiteX4" fmla="*/ 160081 w 199454"/>
                <a:gd name="connsiteY4" fmla="*/ 1147 h 157296"/>
                <a:gd name="connsiteX5" fmla="*/ 123591 w 199454"/>
                <a:gd name="connsiteY5" fmla="*/ 85 h 157296"/>
                <a:gd name="connsiteX6" fmla="*/ 123591 w 199454"/>
                <a:gd name="connsiteY6" fmla="*/ 16735 h 157296"/>
                <a:gd name="connsiteX7" fmla="*/ 137053 w 199454"/>
                <a:gd name="connsiteY7" fmla="*/ 19924 h 157296"/>
                <a:gd name="connsiteX8" fmla="*/ 134219 w 199454"/>
                <a:gd name="connsiteY8" fmla="*/ 24175 h 157296"/>
                <a:gd name="connsiteX9" fmla="*/ 104460 w 199454"/>
                <a:gd name="connsiteY9" fmla="*/ 57477 h 157296"/>
                <a:gd name="connsiteX10" fmla="*/ 69741 w 199454"/>
                <a:gd name="connsiteY10" fmla="*/ 16735 h 157296"/>
                <a:gd name="connsiteX11" fmla="*/ 83912 w 199454"/>
                <a:gd name="connsiteY11" fmla="*/ 16735 h 157296"/>
                <a:gd name="connsiteX12" fmla="*/ 83912 w 199454"/>
                <a:gd name="connsiteY12" fmla="*/ 85 h 157296"/>
                <a:gd name="connsiteX13" fmla="*/ 41045 w 199454"/>
                <a:gd name="connsiteY13" fmla="*/ 1147 h 157296"/>
                <a:gd name="connsiteX14" fmla="*/ 2075 w 199454"/>
                <a:gd name="connsiteY14" fmla="*/ 85 h 157296"/>
                <a:gd name="connsiteX15" fmla="*/ 2075 w 199454"/>
                <a:gd name="connsiteY15" fmla="*/ 16735 h 157296"/>
                <a:gd name="connsiteX16" fmla="*/ 27229 w 199454"/>
                <a:gd name="connsiteY16" fmla="*/ 16735 h 157296"/>
                <a:gd name="connsiteX17" fmla="*/ 82495 w 199454"/>
                <a:gd name="connsiteY17" fmla="*/ 81921 h 157296"/>
                <a:gd name="connsiteX18" fmla="*/ 36086 w 199454"/>
                <a:gd name="connsiteY18" fmla="*/ 133999 h 157296"/>
                <a:gd name="connsiteX19" fmla="*/ 304 w 199454"/>
                <a:gd name="connsiteY19" fmla="*/ 140730 h 157296"/>
                <a:gd name="connsiteX20" fmla="*/ 304 w 199454"/>
                <a:gd name="connsiteY20" fmla="*/ 157381 h 157296"/>
                <a:gd name="connsiteX21" fmla="*/ 32897 w 199454"/>
                <a:gd name="connsiteY21" fmla="*/ 156318 h 157296"/>
                <a:gd name="connsiteX22" fmla="*/ 69387 w 199454"/>
                <a:gd name="connsiteY22" fmla="*/ 157381 h 157296"/>
                <a:gd name="connsiteX23" fmla="*/ 69387 w 199454"/>
                <a:gd name="connsiteY23" fmla="*/ 140730 h 157296"/>
                <a:gd name="connsiteX24" fmla="*/ 56279 w 199454"/>
                <a:gd name="connsiteY24" fmla="*/ 136833 h 157296"/>
                <a:gd name="connsiteX25" fmla="*/ 58759 w 199454"/>
                <a:gd name="connsiteY25" fmla="*/ 133291 h 157296"/>
                <a:gd name="connsiteX26" fmla="*/ 93123 w 199454"/>
                <a:gd name="connsiteY26" fmla="*/ 94675 h 157296"/>
                <a:gd name="connsiteX27" fmla="*/ 132093 w 199454"/>
                <a:gd name="connsiteY27" fmla="*/ 140730 h 157296"/>
                <a:gd name="connsiteX28" fmla="*/ 118276 w 199454"/>
                <a:gd name="connsiteY28" fmla="*/ 140730 h 157296"/>
                <a:gd name="connsiteX29" fmla="*/ 118276 w 199454"/>
                <a:gd name="connsiteY29" fmla="*/ 157381 h 157296"/>
                <a:gd name="connsiteX30" fmla="*/ 160789 w 199454"/>
                <a:gd name="connsiteY30" fmla="*/ 156318 h 157296"/>
                <a:gd name="connsiteX31" fmla="*/ 199759 w 199454"/>
                <a:gd name="connsiteY31" fmla="*/ 157381 h 157296"/>
                <a:gd name="connsiteX32" fmla="*/ 199759 w 199454"/>
                <a:gd name="connsiteY32" fmla="*/ 140730 h 157296"/>
                <a:gd name="connsiteX33" fmla="*/ 174606 w 199454"/>
                <a:gd name="connsiteY33" fmla="*/ 140730 h 157296"/>
                <a:gd name="connsiteX34" fmla="*/ 115088 w 199454"/>
                <a:gd name="connsiteY34" fmla="*/ 70230 h 157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454" h="157296">
                  <a:moveTo>
                    <a:pt x="115088" y="70230"/>
                  </a:moveTo>
                  <a:lnTo>
                    <a:pt x="156538" y="24175"/>
                  </a:lnTo>
                  <a:cubicBezTo>
                    <a:pt x="161143" y="19215"/>
                    <a:pt x="163269" y="16735"/>
                    <a:pt x="192673" y="16735"/>
                  </a:cubicBezTo>
                  <a:lnTo>
                    <a:pt x="192673" y="85"/>
                  </a:lnTo>
                  <a:cubicBezTo>
                    <a:pt x="180274" y="793"/>
                    <a:pt x="161852" y="1147"/>
                    <a:pt x="160081" y="1147"/>
                  </a:cubicBezTo>
                  <a:cubicBezTo>
                    <a:pt x="151224" y="1147"/>
                    <a:pt x="133510" y="439"/>
                    <a:pt x="123591" y="85"/>
                  </a:cubicBezTo>
                  <a:lnTo>
                    <a:pt x="123591" y="16735"/>
                  </a:lnTo>
                  <a:cubicBezTo>
                    <a:pt x="128550" y="16735"/>
                    <a:pt x="132802" y="17444"/>
                    <a:pt x="137053" y="19924"/>
                  </a:cubicBezTo>
                  <a:cubicBezTo>
                    <a:pt x="135636" y="22049"/>
                    <a:pt x="135636" y="22758"/>
                    <a:pt x="134219" y="24175"/>
                  </a:cubicBezTo>
                  <a:lnTo>
                    <a:pt x="104460" y="57477"/>
                  </a:lnTo>
                  <a:lnTo>
                    <a:pt x="69741" y="16735"/>
                  </a:lnTo>
                  <a:lnTo>
                    <a:pt x="83912" y="16735"/>
                  </a:lnTo>
                  <a:lnTo>
                    <a:pt x="83912" y="85"/>
                  </a:lnTo>
                  <a:cubicBezTo>
                    <a:pt x="74701" y="439"/>
                    <a:pt x="52382" y="1147"/>
                    <a:pt x="41045" y="1147"/>
                  </a:cubicBezTo>
                  <a:cubicBezTo>
                    <a:pt x="29709" y="1147"/>
                    <a:pt x="13766" y="439"/>
                    <a:pt x="2075" y="85"/>
                  </a:cubicBezTo>
                  <a:lnTo>
                    <a:pt x="2075" y="16735"/>
                  </a:lnTo>
                  <a:lnTo>
                    <a:pt x="27229" y="16735"/>
                  </a:lnTo>
                  <a:lnTo>
                    <a:pt x="82495" y="81921"/>
                  </a:lnTo>
                  <a:lnTo>
                    <a:pt x="36086" y="133999"/>
                  </a:lnTo>
                  <a:cubicBezTo>
                    <a:pt x="30063" y="140730"/>
                    <a:pt x="17309" y="140730"/>
                    <a:pt x="304" y="140730"/>
                  </a:cubicBezTo>
                  <a:lnTo>
                    <a:pt x="304" y="157381"/>
                  </a:lnTo>
                  <a:cubicBezTo>
                    <a:pt x="12704" y="156673"/>
                    <a:pt x="31126" y="156318"/>
                    <a:pt x="32897" y="156318"/>
                  </a:cubicBezTo>
                  <a:cubicBezTo>
                    <a:pt x="41754" y="156318"/>
                    <a:pt x="62302" y="157027"/>
                    <a:pt x="69387" y="157381"/>
                  </a:cubicBezTo>
                  <a:lnTo>
                    <a:pt x="69387" y="140730"/>
                  </a:lnTo>
                  <a:cubicBezTo>
                    <a:pt x="63010" y="140730"/>
                    <a:pt x="56279" y="138959"/>
                    <a:pt x="56279" y="136833"/>
                  </a:cubicBezTo>
                  <a:cubicBezTo>
                    <a:pt x="56279" y="136479"/>
                    <a:pt x="56279" y="136125"/>
                    <a:pt x="58759" y="133291"/>
                  </a:cubicBezTo>
                  <a:lnTo>
                    <a:pt x="93123" y="94675"/>
                  </a:lnTo>
                  <a:lnTo>
                    <a:pt x="132093" y="140730"/>
                  </a:lnTo>
                  <a:lnTo>
                    <a:pt x="118276" y="140730"/>
                  </a:lnTo>
                  <a:lnTo>
                    <a:pt x="118276" y="157381"/>
                  </a:lnTo>
                  <a:cubicBezTo>
                    <a:pt x="127488" y="157027"/>
                    <a:pt x="149098" y="156318"/>
                    <a:pt x="160789" y="156318"/>
                  </a:cubicBezTo>
                  <a:cubicBezTo>
                    <a:pt x="172126" y="156318"/>
                    <a:pt x="188068" y="157027"/>
                    <a:pt x="199759" y="157381"/>
                  </a:cubicBezTo>
                  <a:lnTo>
                    <a:pt x="199759" y="140730"/>
                  </a:lnTo>
                  <a:lnTo>
                    <a:pt x="174606" y="140730"/>
                  </a:lnTo>
                  <a:lnTo>
                    <a:pt x="115088" y="70230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18CD4AE-6A99-128D-3660-68845C577B41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13200999" y="7393803"/>
              <a:ext cx="48535" cy="354271"/>
            </a:xfrm>
            <a:custGeom>
              <a:avLst/>
              <a:gdLst>
                <a:gd name="connsiteX0" fmla="*/ 48845 w 48535"/>
                <a:gd name="connsiteY0" fmla="*/ 85 h 354271"/>
                <a:gd name="connsiteX1" fmla="*/ 310 w 48535"/>
                <a:gd name="connsiteY1" fmla="*/ 85 h 354271"/>
                <a:gd name="connsiteX2" fmla="*/ 310 w 48535"/>
                <a:gd name="connsiteY2" fmla="*/ 14256 h 354271"/>
                <a:gd name="connsiteX3" fmla="*/ 34675 w 48535"/>
                <a:gd name="connsiteY3" fmla="*/ 14256 h 354271"/>
                <a:gd name="connsiteX4" fmla="*/ 34675 w 48535"/>
                <a:gd name="connsiteY4" fmla="*/ 340185 h 354271"/>
                <a:gd name="connsiteX5" fmla="*/ 310 w 48535"/>
                <a:gd name="connsiteY5" fmla="*/ 340185 h 354271"/>
                <a:gd name="connsiteX6" fmla="*/ 310 w 48535"/>
                <a:gd name="connsiteY6" fmla="*/ 354356 h 354271"/>
                <a:gd name="connsiteX7" fmla="*/ 48845 w 48535"/>
                <a:gd name="connsiteY7" fmla="*/ 354356 h 354271"/>
                <a:gd name="connsiteX8" fmla="*/ 48845 w 48535"/>
                <a:gd name="connsiteY8" fmla="*/ 85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535" h="354271">
                  <a:moveTo>
                    <a:pt x="48845" y="85"/>
                  </a:moveTo>
                  <a:lnTo>
                    <a:pt x="310" y="85"/>
                  </a:lnTo>
                  <a:lnTo>
                    <a:pt x="310" y="14256"/>
                  </a:lnTo>
                  <a:lnTo>
                    <a:pt x="34675" y="14256"/>
                  </a:lnTo>
                  <a:lnTo>
                    <a:pt x="34675" y="340185"/>
                  </a:lnTo>
                  <a:lnTo>
                    <a:pt x="310" y="340185"/>
                  </a:lnTo>
                  <a:lnTo>
                    <a:pt x="310" y="354356"/>
                  </a:lnTo>
                  <a:lnTo>
                    <a:pt x="48845" y="354356"/>
                  </a:lnTo>
                  <a:lnTo>
                    <a:pt x="48845" y="85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37B860FE-7025-DC94-26F3-46FF2AE5D7C3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13311808" y="7393803"/>
              <a:ext cx="82190" cy="354271"/>
            </a:xfrm>
            <a:custGeom>
              <a:avLst/>
              <a:gdLst>
                <a:gd name="connsiteX0" fmla="*/ 82504 w 82190"/>
                <a:gd name="connsiteY0" fmla="*/ 177220 h 354271"/>
                <a:gd name="connsiteX1" fmla="*/ 59122 w 82190"/>
                <a:gd name="connsiteY1" fmla="*/ 66688 h 354271"/>
                <a:gd name="connsiteX2" fmla="*/ 3856 w 82190"/>
                <a:gd name="connsiteY2" fmla="*/ 85 h 354271"/>
                <a:gd name="connsiteX3" fmla="*/ 313 w 82190"/>
                <a:gd name="connsiteY3" fmla="*/ 3627 h 354271"/>
                <a:gd name="connsiteX4" fmla="*/ 7044 w 82190"/>
                <a:gd name="connsiteY4" fmla="*/ 11776 h 354271"/>
                <a:gd name="connsiteX5" fmla="*/ 61956 w 82190"/>
                <a:gd name="connsiteY5" fmla="*/ 177220 h 354271"/>
                <a:gd name="connsiteX6" fmla="*/ 4919 w 82190"/>
                <a:gd name="connsiteY6" fmla="*/ 344791 h 354271"/>
                <a:gd name="connsiteX7" fmla="*/ 313 w 82190"/>
                <a:gd name="connsiteY7" fmla="*/ 350813 h 354271"/>
                <a:gd name="connsiteX8" fmla="*/ 3856 w 82190"/>
                <a:gd name="connsiteY8" fmla="*/ 354356 h 354271"/>
                <a:gd name="connsiteX9" fmla="*/ 60185 w 82190"/>
                <a:gd name="connsiteY9" fmla="*/ 285273 h 354271"/>
                <a:gd name="connsiteX10" fmla="*/ 82504 w 82190"/>
                <a:gd name="connsiteY10" fmla="*/ 177220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0" h="354271">
                  <a:moveTo>
                    <a:pt x="82504" y="177220"/>
                  </a:moveTo>
                  <a:cubicBezTo>
                    <a:pt x="82504" y="149587"/>
                    <a:pt x="78607" y="106720"/>
                    <a:pt x="59122" y="66688"/>
                  </a:cubicBezTo>
                  <a:cubicBezTo>
                    <a:pt x="37866" y="23112"/>
                    <a:pt x="7398" y="85"/>
                    <a:pt x="3856" y="85"/>
                  </a:cubicBezTo>
                  <a:cubicBezTo>
                    <a:pt x="1730" y="85"/>
                    <a:pt x="313" y="1502"/>
                    <a:pt x="313" y="3627"/>
                  </a:cubicBezTo>
                  <a:cubicBezTo>
                    <a:pt x="313" y="4690"/>
                    <a:pt x="313" y="5399"/>
                    <a:pt x="7044" y="11776"/>
                  </a:cubicBezTo>
                  <a:cubicBezTo>
                    <a:pt x="41763" y="46849"/>
                    <a:pt x="61956" y="103178"/>
                    <a:pt x="61956" y="177220"/>
                  </a:cubicBezTo>
                  <a:cubicBezTo>
                    <a:pt x="61956" y="237801"/>
                    <a:pt x="48848" y="300153"/>
                    <a:pt x="4919" y="344791"/>
                  </a:cubicBezTo>
                  <a:cubicBezTo>
                    <a:pt x="313" y="349042"/>
                    <a:pt x="313" y="349751"/>
                    <a:pt x="313" y="350813"/>
                  </a:cubicBezTo>
                  <a:cubicBezTo>
                    <a:pt x="313" y="352939"/>
                    <a:pt x="1730" y="354356"/>
                    <a:pt x="3856" y="354356"/>
                  </a:cubicBezTo>
                  <a:cubicBezTo>
                    <a:pt x="7398" y="354356"/>
                    <a:pt x="39283" y="330266"/>
                    <a:pt x="60185" y="285273"/>
                  </a:cubicBezTo>
                  <a:cubicBezTo>
                    <a:pt x="78253" y="246303"/>
                    <a:pt x="82504" y="206979"/>
                    <a:pt x="82504" y="177220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6D0A35E1-90B1-FE2B-5178-D08215FAA3BC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3449580" y="7393803"/>
              <a:ext cx="82190" cy="354271"/>
            </a:xfrm>
            <a:custGeom>
              <a:avLst/>
              <a:gdLst>
                <a:gd name="connsiteX0" fmla="*/ 82508 w 82190"/>
                <a:gd name="connsiteY0" fmla="*/ 177220 h 354271"/>
                <a:gd name="connsiteX1" fmla="*/ 59126 w 82190"/>
                <a:gd name="connsiteY1" fmla="*/ 66688 h 354271"/>
                <a:gd name="connsiteX2" fmla="*/ 3860 w 82190"/>
                <a:gd name="connsiteY2" fmla="*/ 85 h 354271"/>
                <a:gd name="connsiteX3" fmla="*/ 317 w 82190"/>
                <a:gd name="connsiteY3" fmla="*/ 3627 h 354271"/>
                <a:gd name="connsiteX4" fmla="*/ 7048 w 82190"/>
                <a:gd name="connsiteY4" fmla="*/ 11776 h 354271"/>
                <a:gd name="connsiteX5" fmla="*/ 61960 w 82190"/>
                <a:gd name="connsiteY5" fmla="*/ 177220 h 354271"/>
                <a:gd name="connsiteX6" fmla="*/ 4922 w 82190"/>
                <a:gd name="connsiteY6" fmla="*/ 344791 h 354271"/>
                <a:gd name="connsiteX7" fmla="*/ 317 w 82190"/>
                <a:gd name="connsiteY7" fmla="*/ 350813 h 354271"/>
                <a:gd name="connsiteX8" fmla="*/ 3860 w 82190"/>
                <a:gd name="connsiteY8" fmla="*/ 354356 h 354271"/>
                <a:gd name="connsiteX9" fmla="*/ 60189 w 82190"/>
                <a:gd name="connsiteY9" fmla="*/ 285273 h 354271"/>
                <a:gd name="connsiteX10" fmla="*/ 82508 w 82190"/>
                <a:gd name="connsiteY10" fmla="*/ 177220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0" h="354271">
                  <a:moveTo>
                    <a:pt x="82508" y="177220"/>
                  </a:moveTo>
                  <a:cubicBezTo>
                    <a:pt x="82508" y="149587"/>
                    <a:pt x="78611" y="106720"/>
                    <a:pt x="59126" y="66688"/>
                  </a:cubicBezTo>
                  <a:cubicBezTo>
                    <a:pt x="37870" y="23112"/>
                    <a:pt x="7402" y="85"/>
                    <a:pt x="3860" y="85"/>
                  </a:cubicBezTo>
                  <a:cubicBezTo>
                    <a:pt x="1734" y="85"/>
                    <a:pt x="317" y="1502"/>
                    <a:pt x="317" y="3627"/>
                  </a:cubicBezTo>
                  <a:cubicBezTo>
                    <a:pt x="317" y="4690"/>
                    <a:pt x="317" y="5399"/>
                    <a:pt x="7048" y="11776"/>
                  </a:cubicBezTo>
                  <a:cubicBezTo>
                    <a:pt x="41767" y="46849"/>
                    <a:pt x="61960" y="103178"/>
                    <a:pt x="61960" y="177220"/>
                  </a:cubicBezTo>
                  <a:cubicBezTo>
                    <a:pt x="61960" y="237801"/>
                    <a:pt x="48852" y="300153"/>
                    <a:pt x="4922" y="344791"/>
                  </a:cubicBezTo>
                  <a:cubicBezTo>
                    <a:pt x="317" y="349042"/>
                    <a:pt x="317" y="349751"/>
                    <a:pt x="317" y="350813"/>
                  </a:cubicBezTo>
                  <a:cubicBezTo>
                    <a:pt x="317" y="352939"/>
                    <a:pt x="1734" y="354356"/>
                    <a:pt x="3860" y="354356"/>
                  </a:cubicBezTo>
                  <a:cubicBezTo>
                    <a:pt x="7402" y="354356"/>
                    <a:pt x="39287" y="330266"/>
                    <a:pt x="60189" y="285273"/>
                  </a:cubicBezTo>
                  <a:cubicBezTo>
                    <a:pt x="78257" y="246303"/>
                    <a:pt x="82508" y="206979"/>
                    <a:pt x="82508" y="177220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46050368-8982-683F-BCCE-9EE12678CD6E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3694970" y="7468200"/>
              <a:ext cx="177135" cy="205477"/>
            </a:xfrm>
            <a:custGeom>
              <a:avLst/>
              <a:gdLst>
                <a:gd name="connsiteX0" fmla="*/ 165060 w 177135"/>
                <a:gd name="connsiteY0" fmla="*/ 109909 h 205477"/>
                <a:gd name="connsiteX1" fmla="*/ 177459 w 177135"/>
                <a:gd name="connsiteY1" fmla="*/ 102823 h 205477"/>
                <a:gd name="connsiteX2" fmla="*/ 165060 w 177135"/>
                <a:gd name="connsiteY2" fmla="*/ 95738 h 205477"/>
                <a:gd name="connsiteX3" fmla="*/ 14849 w 177135"/>
                <a:gd name="connsiteY3" fmla="*/ 95738 h 205477"/>
                <a:gd name="connsiteX4" fmla="*/ 109793 w 177135"/>
                <a:gd name="connsiteY4" fmla="*/ 14256 h 205477"/>
                <a:gd name="connsiteX5" fmla="*/ 165060 w 177135"/>
                <a:gd name="connsiteY5" fmla="*/ 14256 h 205477"/>
                <a:gd name="connsiteX6" fmla="*/ 177459 w 177135"/>
                <a:gd name="connsiteY6" fmla="*/ 7170 h 205477"/>
                <a:gd name="connsiteX7" fmla="*/ 165060 w 177135"/>
                <a:gd name="connsiteY7" fmla="*/ 85 h 205477"/>
                <a:gd name="connsiteX8" fmla="*/ 109085 w 177135"/>
                <a:gd name="connsiteY8" fmla="*/ 85 h 205477"/>
                <a:gd name="connsiteX9" fmla="*/ 323 w 177135"/>
                <a:gd name="connsiteY9" fmla="*/ 102823 h 205477"/>
                <a:gd name="connsiteX10" fmla="*/ 109085 w 177135"/>
                <a:gd name="connsiteY10" fmla="*/ 205562 h 205477"/>
                <a:gd name="connsiteX11" fmla="*/ 165060 w 177135"/>
                <a:gd name="connsiteY11" fmla="*/ 205562 h 205477"/>
                <a:gd name="connsiteX12" fmla="*/ 177459 w 177135"/>
                <a:gd name="connsiteY12" fmla="*/ 198477 h 205477"/>
                <a:gd name="connsiteX13" fmla="*/ 165060 w 177135"/>
                <a:gd name="connsiteY13" fmla="*/ 191391 h 205477"/>
                <a:gd name="connsiteX14" fmla="*/ 109793 w 177135"/>
                <a:gd name="connsiteY14" fmla="*/ 191391 h 205477"/>
                <a:gd name="connsiteX15" fmla="*/ 14849 w 177135"/>
                <a:gd name="connsiteY15" fmla="*/ 109909 h 205477"/>
                <a:gd name="connsiteX16" fmla="*/ 165060 w 177135"/>
                <a:gd name="connsiteY16" fmla="*/ 109909 h 205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7135" h="205477">
                  <a:moveTo>
                    <a:pt x="165060" y="109909"/>
                  </a:moveTo>
                  <a:cubicBezTo>
                    <a:pt x="171082" y="109909"/>
                    <a:pt x="177459" y="109909"/>
                    <a:pt x="177459" y="102823"/>
                  </a:cubicBezTo>
                  <a:cubicBezTo>
                    <a:pt x="177459" y="95738"/>
                    <a:pt x="171082" y="95738"/>
                    <a:pt x="165060" y="95738"/>
                  </a:cubicBezTo>
                  <a:lnTo>
                    <a:pt x="14849" y="95738"/>
                  </a:lnTo>
                  <a:cubicBezTo>
                    <a:pt x="19100" y="48266"/>
                    <a:pt x="59841" y="14256"/>
                    <a:pt x="109793" y="14256"/>
                  </a:cubicBezTo>
                  <a:lnTo>
                    <a:pt x="165060" y="14256"/>
                  </a:lnTo>
                  <a:cubicBezTo>
                    <a:pt x="171082" y="14256"/>
                    <a:pt x="177459" y="14256"/>
                    <a:pt x="177459" y="7170"/>
                  </a:cubicBezTo>
                  <a:cubicBezTo>
                    <a:pt x="177459" y="85"/>
                    <a:pt x="171082" y="85"/>
                    <a:pt x="165060" y="85"/>
                  </a:cubicBezTo>
                  <a:lnTo>
                    <a:pt x="109085" y="85"/>
                  </a:lnTo>
                  <a:cubicBezTo>
                    <a:pt x="48504" y="85"/>
                    <a:pt x="323" y="46140"/>
                    <a:pt x="323" y="102823"/>
                  </a:cubicBezTo>
                  <a:cubicBezTo>
                    <a:pt x="323" y="159507"/>
                    <a:pt x="48504" y="205562"/>
                    <a:pt x="109085" y="205562"/>
                  </a:cubicBezTo>
                  <a:lnTo>
                    <a:pt x="165060" y="205562"/>
                  </a:lnTo>
                  <a:cubicBezTo>
                    <a:pt x="171082" y="205562"/>
                    <a:pt x="177459" y="205562"/>
                    <a:pt x="177459" y="198477"/>
                  </a:cubicBezTo>
                  <a:cubicBezTo>
                    <a:pt x="177459" y="191391"/>
                    <a:pt x="171082" y="191391"/>
                    <a:pt x="165060" y="191391"/>
                  </a:cubicBezTo>
                  <a:lnTo>
                    <a:pt x="109793" y="191391"/>
                  </a:lnTo>
                  <a:cubicBezTo>
                    <a:pt x="59841" y="191391"/>
                    <a:pt x="19100" y="157381"/>
                    <a:pt x="14849" y="109909"/>
                  </a:cubicBezTo>
                  <a:lnTo>
                    <a:pt x="165060" y="109909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BE01598E-FA60-AD08-82C6-703B66A2B420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14005821" y="7416831"/>
              <a:ext cx="243384" cy="242675"/>
            </a:xfrm>
            <a:custGeom>
              <a:avLst/>
              <a:gdLst>
                <a:gd name="connsiteX0" fmla="*/ 89609 w 243384"/>
                <a:gd name="connsiteY0" fmla="*/ 131519 h 242675"/>
                <a:gd name="connsiteX1" fmla="*/ 102363 w 243384"/>
                <a:gd name="connsiteY1" fmla="*/ 131519 h 242675"/>
                <a:gd name="connsiteX2" fmla="*/ 155504 w 243384"/>
                <a:gd name="connsiteY2" fmla="*/ 213710 h 242675"/>
                <a:gd name="connsiteX3" fmla="*/ 171446 w 243384"/>
                <a:gd name="connsiteY3" fmla="*/ 238509 h 242675"/>
                <a:gd name="connsiteX4" fmla="*/ 183137 w 243384"/>
                <a:gd name="connsiteY4" fmla="*/ 242761 h 242675"/>
                <a:gd name="connsiteX5" fmla="*/ 232026 w 243384"/>
                <a:gd name="connsiteY5" fmla="*/ 242761 h 242675"/>
                <a:gd name="connsiteX6" fmla="*/ 243717 w 243384"/>
                <a:gd name="connsiteY6" fmla="*/ 236384 h 242675"/>
                <a:gd name="connsiteX7" fmla="*/ 238403 w 243384"/>
                <a:gd name="connsiteY7" fmla="*/ 230361 h 242675"/>
                <a:gd name="connsiteX8" fmla="*/ 199433 w 243384"/>
                <a:gd name="connsiteY8" fmla="*/ 192808 h 242675"/>
                <a:gd name="connsiteX9" fmla="*/ 155504 w 243384"/>
                <a:gd name="connsiteY9" fmla="*/ 127622 h 242675"/>
                <a:gd name="connsiteX10" fmla="*/ 217501 w 243384"/>
                <a:gd name="connsiteY10" fmla="*/ 66333 h 242675"/>
                <a:gd name="connsiteX11" fmla="*/ 123619 w 243384"/>
                <a:gd name="connsiteY11" fmla="*/ 85 h 242675"/>
                <a:gd name="connsiteX12" fmla="*/ 12378 w 243384"/>
                <a:gd name="connsiteY12" fmla="*/ 85 h 242675"/>
                <a:gd name="connsiteX13" fmla="*/ 333 w 243384"/>
                <a:gd name="connsiteY13" fmla="*/ 6462 h 242675"/>
                <a:gd name="connsiteX14" fmla="*/ 9898 w 243384"/>
                <a:gd name="connsiteY14" fmla="*/ 12484 h 242675"/>
                <a:gd name="connsiteX15" fmla="*/ 31863 w 243384"/>
                <a:gd name="connsiteY15" fmla="*/ 32678 h 242675"/>
                <a:gd name="connsiteX16" fmla="*/ 31863 w 243384"/>
                <a:gd name="connsiteY16" fmla="*/ 210168 h 242675"/>
                <a:gd name="connsiteX17" fmla="*/ 9898 w 243384"/>
                <a:gd name="connsiteY17" fmla="*/ 230361 h 242675"/>
                <a:gd name="connsiteX18" fmla="*/ 333 w 243384"/>
                <a:gd name="connsiteY18" fmla="*/ 236384 h 242675"/>
                <a:gd name="connsiteX19" fmla="*/ 12378 w 243384"/>
                <a:gd name="connsiteY19" fmla="*/ 242761 h 242675"/>
                <a:gd name="connsiteX20" fmla="*/ 109448 w 243384"/>
                <a:gd name="connsiteY20" fmla="*/ 242761 h 242675"/>
                <a:gd name="connsiteX21" fmla="*/ 121139 w 243384"/>
                <a:gd name="connsiteY21" fmla="*/ 236384 h 242675"/>
                <a:gd name="connsiteX22" fmla="*/ 111220 w 243384"/>
                <a:gd name="connsiteY22" fmla="*/ 230361 h 242675"/>
                <a:gd name="connsiteX23" fmla="*/ 89609 w 243384"/>
                <a:gd name="connsiteY23" fmla="*/ 210168 h 242675"/>
                <a:gd name="connsiteX24" fmla="*/ 89609 w 243384"/>
                <a:gd name="connsiteY24" fmla="*/ 131519 h 242675"/>
                <a:gd name="connsiteX25" fmla="*/ 157984 w 243384"/>
                <a:gd name="connsiteY25" fmla="*/ 114160 h 242675"/>
                <a:gd name="connsiteX26" fmla="*/ 168966 w 243384"/>
                <a:gd name="connsiteY26" fmla="*/ 66688 h 242675"/>
                <a:gd name="connsiteX27" fmla="*/ 155504 w 243384"/>
                <a:gd name="connsiteY27" fmla="*/ 16381 h 242675"/>
                <a:gd name="connsiteX28" fmla="*/ 205102 w 243384"/>
                <a:gd name="connsiteY28" fmla="*/ 66333 h 242675"/>
                <a:gd name="connsiteX29" fmla="*/ 157984 w 243384"/>
                <a:gd name="connsiteY29" fmla="*/ 114160 h 242675"/>
                <a:gd name="connsiteX30" fmla="*/ 89609 w 243384"/>
                <a:gd name="connsiteY30" fmla="*/ 31615 h 242675"/>
                <a:gd name="connsiteX31" fmla="*/ 111574 w 243384"/>
                <a:gd name="connsiteY31" fmla="*/ 12484 h 242675"/>
                <a:gd name="connsiteX32" fmla="*/ 156567 w 243384"/>
                <a:gd name="connsiteY32" fmla="*/ 66688 h 242675"/>
                <a:gd name="connsiteX33" fmla="*/ 89609 w 243384"/>
                <a:gd name="connsiteY33" fmla="*/ 119120 h 242675"/>
                <a:gd name="connsiteX34" fmla="*/ 89609 w 243384"/>
                <a:gd name="connsiteY34" fmla="*/ 31615 h 242675"/>
                <a:gd name="connsiteX35" fmla="*/ 41428 w 243384"/>
                <a:gd name="connsiteY35" fmla="*/ 230361 h 242675"/>
                <a:gd name="connsiteX36" fmla="*/ 44263 w 243384"/>
                <a:gd name="connsiteY36" fmla="*/ 210876 h 242675"/>
                <a:gd name="connsiteX37" fmla="*/ 44263 w 243384"/>
                <a:gd name="connsiteY37" fmla="*/ 31969 h 242675"/>
                <a:gd name="connsiteX38" fmla="*/ 41428 w 243384"/>
                <a:gd name="connsiteY38" fmla="*/ 12484 h 242675"/>
                <a:gd name="connsiteX39" fmla="*/ 81815 w 243384"/>
                <a:gd name="connsiteY39" fmla="*/ 12484 h 242675"/>
                <a:gd name="connsiteX40" fmla="*/ 77210 w 243384"/>
                <a:gd name="connsiteY40" fmla="*/ 30552 h 242675"/>
                <a:gd name="connsiteX41" fmla="*/ 77210 w 243384"/>
                <a:gd name="connsiteY41" fmla="*/ 210876 h 242675"/>
                <a:gd name="connsiteX42" fmla="*/ 80044 w 243384"/>
                <a:gd name="connsiteY42" fmla="*/ 230361 h 242675"/>
                <a:gd name="connsiteX43" fmla="*/ 41428 w 243384"/>
                <a:gd name="connsiteY43" fmla="*/ 230361 h 242675"/>
                <a:gd name="connsiteX44" fmla="*/ 116888 w 243384"/>
                <a:gd name="connsiteY44" fmla="*/ 131519 h 242675"/>
                <a:gd name="connsiteX45" fmla="*/ 123619 w 243384"/>
                <a:gd name="connsiteY45" fmla="*/ 130811 h 242675"/>
                <a:gd name="connsiteX46" fmla="*/ 142041 w 243384"/>
                <a:gd name="connsiteY46" fmla="*/ 129394 h 242675"/>
                <a:gd name="connsiteX47" fmla="*/ 215021 w 243384"/>
                <a:gd name="connsiteY47" fmla="*/ 230361 h 242675"/>
                <a:gd name="connsiteX48" fmla="*/ 180657 w 243384"/>
                <a:gd name="connsiteY48" fmla="*/ 230361 h 242675"/>
                <a:gd name="connsiteX49" fmla="*/ 116888 w 243384"/>
                <a:gd name="connsiteY49" fmla="*/ 131519 h 242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3384" h="242675">
                  <a:moveTo>
                    <a:pt x="89609" y="131519"/>
                  </a:moveTo>
                  <a:lnTo>
                    <a:pt x="102363" y="131519"/>
                  </a:lnTo>
                  <a:lnTo>
                    <a:pt x="155504" y="213710"/>
                  </a:lnTo>
                  <a:cubicBezTo>
                    <a:pt x="159046" y="219379"/>
                    <a:pt x="167549" y="233195"/>
                    <a:pt x="171446" y="238509"/>
                  </a:cubicBezTo>
                  <a:cubicBezTo>
                    <a:pt x="173926" y="242761"/>
                    <a:pt x="174989" y="242761"/>
                    <a:pt x="183137" y="242761"/>
                  </a:cubicBezTo>
                  <a:lnTo>
                    <a:pt x="232026" y="242761"/>
                  </a:lnTo>
                  <a:cubicBezTo>
                    <a:pt x="238403" y="242761"/>
                    <a:pt x="243717" y="242761"/>
                    <a:pt x="243717" y="236384"/>
                  </a:cubicBezTo>
                  <a:cubicBezTo>
                    <a:pt x="243717" y="233550"/>
                    <a:pt x="241592" y="231070"/>
                    <a:pt x="238403" y="230361"/>
                  </a:cubicBezTo>
                  <a:cubicBezTo>
                    <a:pt x="225295" y="227527"/>
                    <a:pt x="207936" y="204145"/>
                    <a:pt x="199433" y="192808"/>
                  </a:cubicBezTo>
                  <a:cubicBezTo>
                    <a:pt x="196953" y="189266"/>
                    <a:pt x="179240" y="165884"/>
                    <a:pt x="155504" y="127622"/>
                  </a:cubicBezTo>
                  <a:cubicBezTo>
                    <a:pt x="187034" y="121954"/>
                    <a:pt x="217501" y="108492"/>
                    <a:pt x="217501" y="66333"/>
                  </a:cubicBezTo>
                  <a:cubicBezTo>
                    <a:pt x="217501" y="17090"/>
                    <a:pt x="165423" y="85"/>
                    <a:pt x="123619" y="85"/>
                  </a:cubicBezTo>
                  <a:lnTo>
                    <a:pt x="12378" y="85"/>
                  </a:lnTo>
                  <a:cubicBezTo>
                    <a:pt x="6001" y="85"/>
                    <a:pt x="333" y="85"/>
                    <a:pt x="333" y="6462"/>
                  </a:cubicBezTo>
                  <a:cubicBezTo>
                    <a:pt x="333" y="12484"/>
                    <a:pt x="7064" y="12484"/>
                    <a:pt x="9898" y="12484"/>
                  </a:cubicBezTo>
                  <a:cubicBezTo>
                    <a:pt x="30092" y="12484"/>
                    <a:pt x="31863" y="14964"/>
                    <a:pt x="31863" y="32678"/>
                  </a:cubicBezTo>
                  <a:lnTo>
                    <a:pt x="31863" y="210168"/>
                  </a:lnTo>
                  <a:cubicBezTo>
                    <a:pt x="31863" y="227881"/>
                    <a:pt x="30092" y="230361"/>
                    <a:pt x="9898" y="230361"/>
                  </a:cubicBezTo>
                  <a:cubicBezTo>
                    <a:pt x="7064" y="230361"/>
                    <a:pt x="333" y="230361"/>
                    <a:pt x="333" y="236384"/>
                  </a:cubicBezTo>
                  <a:cubicBezTo>
                    <a:pt x="333" y="242761"/>
                    <a:pt x="6001" y="242761"/>
                    <a:pt x="12378" y="242761"/>
                  </a:cubicBezTo>
                  <a:lnTo>
                    <a:pt x="109448" y="242761"/>
                  </a:lnTo>
                  <a:cubicBezTo>
                    <a:pt x="115825" y="242761"/>
                    <a:pt x="121139" y="242761"/>
                    <a:pt x="121139" y="236384"/>
                  </a:cubicBezTo>
                  <a:cubicBezTo>
                    <a:pt x="121139" y="230361"/>
                    <a:pt x="115117" y="230361"/>
                    <a:pt x="111220" y="230361"/>
                  </a:cubicBezTo>
                  <a:cubicBezTo>
                    <a:pt x="91026" y="230361"/>
                    <a:pt x="89609" y="227527"/>
                    <a:pt x="89609" y="210168"/>
                  </a:cubicBezTo>
                  <a:lnTo>
                    <a:pt x="89609" y="131519"/>
                  </a:lnTo>
                  <a:close/>
                  <a:moveTo>
                    <a:pt x="157984" y="114160"/>
                  </a:moveTo>
                  <a:cubicBezTo>
                    <a:pt x="167903" y="101052"/>
                    <a:pt x="168966" y="82276"/>
                    <a:pt x="168966" y="66688"/>
                  </a:cubicBezTo>
                  <a:cubicBezTo>
                    <a:pt x="168966" y="49683"/>
                    <a:pt x="166840" y="30906"/>
                    <a:pt x="155504" y="16381"/>
                  </a:cubicBezTo>
                  <a:cubicBezTo>
                    <a:pt x="170029" y="19570"/>
                    <a:pt x="205102" y="30552"/>
                    <a:pt x="205102" y="66333"/>
                  </a:cubicBezTo>
                  <a:cubicBezTo>
                    <a:pt x="205102" y="89361"/>
                    <a:pt x="194474" y="107429"/>
                    <a:pt x="157984" y="114160"/>
                  </a:cubicBezTo>
                  <a:close/>
                  <a:moveTo>
                    <a:pt x="89609" y="31615"/>
                  </a:moveTo>
                  <a:cubicBezTo>
                    <a:pt x="89609" y="24175"/>
                    <a:pt x="89609" y="12484"/>
                    <a:pt x="111574" y="12484"/>
                  </a:cubicBezTo>
                  <a:cubicBezTo>
                    <a:pt x="141687" y="12484"/>
                    <a:pt x="156567" y="24884"/>
                    <a:pt x="156567" y="66688"/>
                  </a:cubicBezTo>
                  <a:cubicBezTo>
                    <a:pt x="156567" y="112389"/>
                    <a:pt x="145584" y="119120"/>
                    <a:pt x="89609" y="119120"/>
                  </a:cubicBezTo>
                  <a:lnTo>
                    <a:pt x="89609" y="31615"/>
                  </a:lnTo>
                  <a:close/>
                  <a:moveTo>
                    <a:pt x="41428" y="230361"/>
                  </a:moveTo>
                  <a:cubicBezTo>
                    <a:pt x="44263" y="223984"/>
                    <a:pt x="44263" y="214065"/>
                    <a:pt x="44263" y="210876"/>
                  </a:cubicBezTo>
                  <a:lnTo>
                    <a:pt x="44263" y="31969"/>
                  </a:lnTo>
                  <a:cubicBezTo>
                    <a:pt x="44263" y="28426"/>
                    <a:pt x="44263" y="18861"/>
                    <a:pt x="41428" y="12484"/>
                  </a:cubicBezTo>
                  <a:lnTo>
                    <a:pt x="81815" y="12484"/>
                  </a:lnTo>
                  <a:cubicBezTo>
                    <a:pt x="77210" y="18153"/>
                    <a:pt x="77210" y="25238"/>
                    <a:pt x="77210" y="30552"/>
                  </a:cubicBezTo>
                  <a:lnTo>
                    <a:pt x="77210" y="210876"/>
                  </a:lnTo>
                  <a:cubicBezTo>
                    <a:pt x="77210" y="214419"/>
                    <a:pt x="77210" y="223984"/>
                    <a:pt x="80044" y="230361"/>
                  </a:cubicBezTo>
                  <a:lnTo>
                    <a:pt x="41428" y="230361"/>
                  </a:lnTo>
                  <a:close/>
                  <a:moveTo>
                    <a:pt x="116888" y="131519"/>
                  </a:moveTo>
                  <a:cubicBezTo>
                    <a:pt x="119368" y="131165"/>
                    <a:pt x="120785" y="130811"/>
                    <a:pt x="123619" y="130811"/>
                  </a:cubicBezTo>
                  <a:cubicBezTo>
                    <a:pt x="128933" y="130811"/>
                    <a:pt x="136727" y="130102"/>
                    <a:pt x="142041" y="129394"/>
                  </a:cubicBezTo>
                  <a:cubicBezTo>
                    <a:pt x="147355" y="137896"/>
                    <a:pt x="185617" y="200957"/>
                    <a:pt x="215021" y="230361"/>
                  </a:cubicBezTo>
                  <a:lnTo>
                    <a:pt x="180657" y="230361"/>
                  </a:lnTo>
                  <a:lnTo>
                    <a:pt x="116888" y="131519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155" name="Group 154" descr="\documentclass{article}&#10;\usepackage{amsmath,amssymb}&#10;\pagestyle{empty}&#10;\begin{document}&#10;&#10;\newcommand{\score}{\textrm{score}}&#10;\newcommand{\classify}{\textrm{classify}}&#10;\newcommand{\bx}{\mathbf{x}}&#10;&#10;\begin{align*}&#10;\mathbf{x} = \sum_{i=1}^k \alpha(w_i \mid \mathbf{\bar{x}}) \cdot \textit{emb}(w_i)&#10;\end{align*}&#10;&#10;&#10;\end{document}" title="IguanaTex Vector Display">
            <a:extLst>
              <a:ext uri="{FF2B5EF4-FFF2-40B4-BE49-F238E27FC236}">
                <a16:creationId xmlns:a16="http://schemas.microsoft.com/office/drawing/2014/main" id="{DC86BFCD-3F3E-2260-E138-250E3A2AC93F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3343174" y="5054601"/>
            <a:ext cx="4118895" cy="1044344"/>
            <a:chOff x="9582225" y="8044413"/>
            <a:chExt cx="4118895" cy="1044344"/>
          </a:xfrm>
        </p:grpSpPr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0B374D3-093D-F177-AAF4-BE8483D7F96C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9582225" y="8506008"/>
              <a:ext cx="199454" cy="158652"/>
            </a:xfrm>
            <a:custGeom>
              <a:avLst/>
              <a:gdLst>
                <a:gd name="connsiteX0" fmla="*/ 114959 w 199454"/>
                <a:gd name="connsiteY0" fmla="*/ 70842 h 158652"/>
                <a:gd name="connsiteX1" fmla="*/ 156409 w 199454"/>
                <a:gd name="connsiteY1" fmla="*/ 24390 h 158652"/>
                <a:gd name="connsiteX2" fmla="*/ 192545 w 199454"/>
                <a:gd name="connsiteY2" fmla="*/ 16886 h 158652"/>
                <a:gd name="connsiteX3" fmla="*/ 192545 w 199454"/>
                <a:gd name="connsiteY3" fmla="*/ 92 h 158652"/>
                <a:gd name="connsiteX4" fmla="*/ 159952 w 199454"/>
                <a:gd name="connsiteY4" fmla="*/ 1164 h 158652"/>
                <a:gd name="connsiteX5" fmla="*/ 123462 w 199454"/>
                <a:gd name="connsiteY5" fmla="*/ 92 h 158652"/>
                <a:gd name="connsiteX6" fmla="*/ 123462 w 199454"/>
                <a:gd name="connsiteY6" fmla="*/ 16886 h 158652"/>
                <a:gd name="connsiteX7" fmla="*/ 136924 w 199454"/>
                <a:gd name="connsiteY7" fmla="*/ 20102 h 158652"/>
                <a:gd name="connsiteX8" fmla="*/ 134090 w 199454"/>
                <a:gd name="connsiteY8" fmla="*/ 24390 h 158652"/>
                <a:gd name="connsiteX9" fmla="*/ 104331 w 199454"/>
                <a:gd name="connsiteY9" fmla="*/ 57979 h 158652"/>
                <a:gd name="connsiteX10" fmla="*/ 69612 w 199454"/>
                <a:gd name="connsiteY10" fmla="*/ 16886 h 158652"/>
                <a:gd name="connsiteX11" fmla="*/ 83783 w 199454"/>
                <a:gd name="connsiteY11" fmla="*/ 16886 h 158652"/>
                <a:gd name="connsiteX12" fmla="*/ 83783 w 199454"/>
                <a:gd name="connsiteY12" fmla="*/ 92 h 158652"/>
                <a:gd name="connsiteX13" fmla="*/ 40916 w 199454"/>
                <a:gd name="connsiteY13" fmla="*/ 1164 h 158652"/>
                <a:gd name="connsiteX14" fmla="*/ 1946 w 199454"/>
                <a:gd name="connsiteY14" fmla="*/ 92 h 158652"/>
                <a:gd name="connsiteX15" fmla="*/ 1946 w 199454"/>
                <a:gd name="connsiteY15" fmla="*/ 16886 h 158652"/>
                <a:gd name="connsiteX16" fmla="*/ 27100 w 199454"/>
                <a:gd name="connsiteY16" fmla="*/ 16886 h 158652"/>
                <a:gd name="connsiteX17" fmla="*/ 82366 w 199454"/>
                <a:gd name="connsiteY17" fmla="*/ 82634 h 158652"/>
                <a:gd name="connsiteX18" fmla="*/ 35957 w 199454"/>
                <a:gd name="connsiteY18" fmla="*/ 135161 h 158652"/>
                <a:gd name="connsiteX19" fmla="*/ 175 w 199454"/>
                <a:gd name="connsiteY19" fmla="*/ 141950 h 158652"/>
                <a:gd name="connsiteX20" fmla="*/ 175 w 199454"/>
                <a:gd name="connsiteY20" fmla="*/ 158745 h 158652"/>
                <a:gd name="connsiteX21" fmla="*/ 32768 w 199454"/>
                <a:gd name="connsiteY21" fmla="*/ 157673 h 158652"/>
                <a:gd name="connsiteX22" fmla="*/ 69258 w 199454"/>
                <a:gd name="connsiteY22" fmla="*/ 158745 h 158652"/>
                <a:gd name="connsiteX23" fmla="*/ 69258 w 199454"/>
                <a:gd name="connsiteY23" fmla="*/ 141950 h 158652"/>
                <a:gd name="connsiteX24" fmla="*/ 56150 w 199454"/>
                <a:gd name="connsiteY24" fmla="*/ 138020 h 158652"/>
                <a:gd name="connsiteX25" fmla="*/ 58630 w 199454"/>
                <a:gd name="connsiteY25" fmla="*/ 134446 h 158652"/>
                <a:gd name="connsiteX26" fmla="*/ 92994 w 199454"/>
                <a:gd name="connsiteY26" fmla="*/ 95498 h 158652"/>
                <a:gd name="connsiteX27" fmla="*/ 131964 w 199454"/>
                <a:gd name="connsiteY27" fmla="*/ 141950 h 158652"/>
                <a:gd name="connsiteX28" fmla="*/ 118148 w 199454"/>
                <a:gd name="connsiteY28" fmla="*/ 141950 h 158652"/>
                <a:gd name="connsiteX29" fmla="*/ 118148 w 199454"/>
                <a:gd name="connsiteY29" fmla="*/ 158745 h 158652"/>
                <a:gd name="connsiteX30" fmla="*/ 160660 w 199454"/>
                <a:gd name="connsiteY30" fmla="*/ 157673 h 158652"/>
                <a:gd name="connsiteX31" fmla="*/ 199630 w 199454"/>
                <a:gd name="connsiteY31" fmla="*/ 158745 h 158652"/>
                <a:gd name="connsiteX32" fmla="*/ 199630 w 199454"/>
                <a:gd name="connsiteY32" fmla="*/ 141950 h 158652"/>
                <a:gd name="connsiteX33" fmla="*/ 174477 w 199454"/>
                <a:gd name="connsiteY33" fmla="*/ 141950 h 158652"/>
                <a:gd name="connsiteX34" fmla="*/ 114959 w 199454"/>
                <a:gd name="connsiteY34" fmla="*/ 70842 h 158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454" h="158652">
                  <a:moveTo>
                    <a:pt x="114959" y="70842"/>
                  </a:moveTo>
                  <a:lnTo>
                    <a:pt x="156409" y="24390"/>
                  </a:lnTo>
                  <a:cubicBezTo>
                    <a:pt x="161014" y="19388"/>
                    <a:pt x="163140" y="16886"/>
                    <a:pt x="192545" y="16886"/>
                  </a:cubicBezTo>
                  <a:lnTo>
                    <a:pt x="192545" y="92"/>
                  </a:lnTo>
                  <a:cubicBezTo>
                    <a:pt x="180145" y="807"/>
                    <a:pt x="161723" y="1164"/>
                    <a:pt x="159952" y="1164"/>
                  </a:cubicBezTo>
                  <a:cubicBezTo>
                    <a:pt x="151095" y="1164"/>
                    <a:pt x="133381" y="449"/>
                    <a:pt x="123462" y="92"/>
                  </a:cubicBezTo>
                  <a:lnTo>
                    <a:pt x="123462" y="16886"/>
                  </a:lnTo>
                  <a:cubicBezTo>
                    <a:pt x="128421" y="16886"/>
                    <a:pt x="132673" y="17601"/>
                    <a:pt x="136924" y="20102"/>
                  </a:cubicBezTo>
                  <a:cubicBezTo>
                    <a:pt x="135507" y="22246"/>
                    <a:pt x="135507" y="22961"/>
                    <a:pt x="134090" y="24390"/>
                  </a:cubicBezTo>
                  <a:lnTo>
                    <a:pt x="104331" y="57979"/>
                  </a:lnTo>
                  <a:lnTo>
                    <a:pt x="69612" y="16886"/>
                  </a:lnTo>
                  <a:lnTo>
                    <a:pt x="83783" y="16886"/>
                  </a:lnTo>
                  <a:lnTo>
                    <a:pt x="83783" y="92"/>
                  </a:lnTo>
                  <a:cubicBezTo>
                    <a:pt x="74572" y="449"/>
                    <a:pt x="52253" y="1164"/>
                    <a:pt x="40916" y="1164"/>
                  </a:cubicBezTo>
                  <a:cubicBezTo>
                    <a:pt x="29580" y="1164"/>
                    <a:pt x="13637" y="449"/>
                    <a:pt x="1946" y="92"/>
                  </a:cubicBezTo>
                  <a:lnTo>
                    <a:pt x="1946" y="16886"/>
                  </a:lnTo>
                  <a:lnTo>
                    <a:pt x="27100" y="16886"/>
                  </a:lnTo>
                  <a:lnTo>
                    <a:pt x="82366" y="82634"/>
                  </a:lnTo>
                  <a:lnTo>
                    <a:pt x="35957" y="135161"/>
                  </a:lnTo>
                  <a:cubicBezTo>
                    <a:pt x="29934" y="141950"/>
                    <a:pt x="17180" y="141950"/>
                    <a:pt x="175" y="141950"/>
                  </a:cubicBezTo>
                  <a:lnTo>
                    <a:pt x="175" y="158745"/>
                  </a:lnTo>
                  <a:cubicBezTo>
                    <a:pt x="12575" y="158030"/>
                    <a:pt x="30997" y="157673"/>
                    <a:pt x="32768" y="157673"/>
                  </a:cubicBezTo>
                  <a:cubicBezTo>
                    <a:pt x="41625" y="157673"/>
                    <a:pt x="62173" y="158387"/>
                    <a:pt x="69258" y="158745"/>
                  </a:cubicBezTo>
                  <a:lnTo>
                    <a:pt x="69258" y="141950"/>
                  </a:lnTo>
                  <a:cubicBezTo>
                    <a:pt x="62881" y="141950"/>
                    <a:pt x="56150" y="140164"/>
                    <a:pt x="56150" y="138020"/>
                  </a:cubicBezTo>
                  <a:cubicBezTo>
                    <a:pt x="56150" y="137662"/>
                    <a:pt x="56150" y="137305"/>
                    <a:pt x="58630" y="134446"/>
                  </a:cubicBezTo>
                  <a:lnTo>
                    <a:pt x="92994" y="95498"/>
                  </a:lnTo>
                  <a:lnTo>
                    <a:pt x="131964" y="141950"/>
                  </a:lnTo>
                  <a:lnTo>
                    <a:pt x="118148" y="141950"/>
                  </a:lnTo>
                  <a:lnTo>
                    <a:pt x="118148" y="158745"/>
                  </a:lnTo>
                  <a:cubicBezTo>
                    <a:pt x="127359" y="158387"/>
                    <a:pt x="148969" y="157673"/>
                    <a:pt x="160660" y="157673"/>
                  </a:cubicBezTo>
                  <a:cubicBezTo>
                    <a:pt x="171997" y="157673"/>
                    <a:pt x="187939" y="158387"/>
                    <a:pt x="199630" y="158745"/>
                  </a:cubicBezTo>
                  <a:lnTo>
                    <a:pt x="199630" y="141950"/>
                  </a:lnTo>
                  <a:lnTo>
                    <a:pt x="174477" y="141950"/>
                  </a:lnTo>
                  <a:lnTo>
                    <a:pt x="114959" y="70842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AD5178B-212F-A46F-E56A-8CAE86B44F0C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9907698" y="8533522"/>
              <a:ext cx="235590" cy="83614"/>
            </a:xfrm>
            <a:custGeom>
              <a:avLst/>
              <a:gdLst>
                <a:gd name="connsiteX0" fmla="*/ 223729 w 235590"/>
                <a:gd name="connsiteY0" fmla="*/ 14385 h 83614"/>
                <a:gd name="connsiteX1" fmla="*/ 235774 w 235590"/>
                <a:gd name="connsiteY1" fmla="*/ 7239 h 83614"/>
                <a:gd name="connsiteX2" fmla="*/ 224083 w 235590"/>
                <a:gd name="connsiteY2" fmla="*/ 92 h 83614"/>
                <a:gd name="connsiteX3" fmla="*/ 11875 w 235590"/>
                <a:gd name="connsiteY3" fmla="*/ 92 h 83614"/>
                <a:gd name="connsiteX4" fmla="*/ 184 w 235590"/>
                <a:gd name="connsiteY4" fmla="*/ 7239 h 83614"/>
                <a:gd name="connsiteX5" fmla="*/ 12229 w 235590"/>
                <a:gd name="connsiteY5" fmla="*/ 14385 h 83614"/>
                <a:gd name="connsiteX6" fmla="*/ 223729 w 235590"/>
                <a:gd name="connsiteY6" fmla="*/ 14385 h 83614"/>
                <a:gd name="connsiteX7" fmla="*/ 224083 w 235590"/>
                <a:gd name="connsiteY7" fmla="*/ 83706 h 83614"/>
                <a:gd name="connsiteX8" fmla="*/ 235774 w 235590"/>
                <a:gd name="connsiteY8" fmla="*/ 76560 h 83614"/>
                <a:gd name="connsiteX9" fmla="*/ 223729 w 235590"/>
                <a:gd name="connsiteY9" fmla="*/ 69413 h 83614"/>
                <a:gd name="connsiteX10" fmla="*/ 12229 w 235590"/>
                <a:gd name="connsiteY10" fmla="*/ 69413 h 83614"/>
                <a:gd name="connsiteX11" fmla="*/ 184 w 235590"/>
                <a:gd name="connsiteY11" fmla="*/ 76560 h 83614"/>
                <a:gd name="connsiteX12" fmla="*/ 11875 w 235590"/>
                <a:gd name="connsiteY12" fmla="*/ 83706 h 83614"/>
                <a:gd name="connsiteX13" fmla="*/ 224083 w 235590"/>
                <a:gd name="connsiteY13" fmla="*/ 83706 h 83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590" h="83614">
                  <a:moveTo>
                    <a:pt x="223729" y="14385"/>
                  </a:moveTo>
                  <a:cubicBezTo>
                    <a:pt x="229043" y="14385"/>
                    <a:pt x="235774" y="14385"/>
                    <a:pt x="235774" y="7239"/>
                  </a:cubicBezTo>
                  <a:cubicBezTo>
                    <a:pt x="235774" y="92"/>
                    <a:pt x="229043" y="92"/>
                    <a:pt x="224083" y="92"/>
                  </a:cubicBezTo>
                  <a:lnTo>
                    <a:pt x="11875" y="92"/>
                  </a:lnTo>
                  <a:cubicBezTo>
                    <a:pt x="6915" y="92"/>
                    <a:pt x="184" y="92"/>
                    <a:pt x="184" y="7239"/>
                  </a:cubicBezTo>
                  <a:cubicBezTo>
                    <a:pt x="184" y="14385"/>
                    <a:pt x="6915" y="14385"/>
                    <a:pt x="12229" y="14385"/>
                  </a:cubicBezTo>
                  <a:lnTo>
                    <a:pt x="223729" y="14385"/>
                  </a:lnTo>
                  <a:close/>
                  <a:moveTo>
                    <a:pt x="224083" y="83706"/>
                  </a:moveTo>
                  <a:cubicBezTo>
                    <a:pt x="229043" y="83706"/>
                    <a:pt x="235774" y="83706"/>
                    <a:pt x="235774" y="76560"/>
                  </a:cubicBezTo>
                  <a:cubicBezTo>
                    <a:pt x="235774" y="69413"/>
                    <a:pt x="229043" y="69413"/>
                    <a:pt x="223729" y="69413"/>
                  </a:cubicBezTo>
                  <a:lnTo>
                    <a:pt x="12229" y="69413"/>
                  </a:lnTo>
                  <a:cubicBezTo>
                    <a:pt x="6915" y="69413"/>
                    <a:pt x="184" y="69413"/>
                    <a:pt x="184" y="76560"/>
                  </a:cubicBezTo>
                  <a:cubicBezTo>
                    <a:pt x="184" y="83706"/>
                    <a:pt x="6915" y="83706"/>
                    <a:pt x="11875" y="83706"/>
                  </a:cubicBezTo>
                  <a:lnTo>
                    <a:pt x="224083" y="83706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CBC74720-0E3A-0BDC-7319-D8C26A82E29F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10457977" y="8044413"/>
              <a:ext cx="122011" cy="176090"/>
            </a:xfrm>
            <a:custGeom>
              <a:avLst/>
              <a:gdLst>
                <a:gd name="connsiteX0" fmla="*/ 59221 w 122011"/>
                <a:gd name="connsiteY0" fmla="*/ 7583 h 176090"/>
                <a:gd name="connsiteX1" fmla="*/ 60213 w 122011"/>
                <a:gd name="connsiteY1" fmla="*/ 3581 h 176090"/>
                <a:gd name="connsiteX2" fmla="*/ 56245 w 122011"/>
                <a:gd name="connsiteY2" fmla="*/ 80 h 176090"/>
                <a:gd name="connsiteX3" fmla="*/ 24502 w 122011"/>
                <a:gd name="connsiteY3" fmla="*/ 2581 h 176090"/>
                <a:gd name="connsiteX4" fmla="*/ 19047 w 122011"/>
                <a:gd name="connsiteY4" fmla="*/ 8334 h 176090"/>
                <a:gd name="connsiteX5" fmla="*/ 25494 w 122011"/>
                <a:gd name="connsiteY5" fmla="*/ 11836 h 176090"/>
                <a:gd name="connsiteX6" fmla="*/ 37398 w 122011"/>
                <a:gd name="connsiteY6" fmla="*/ 15587 h 176090"/>
                <a:gd name="connsiteX7" fmla="*/ 36406 w 122011"/>
                <a:gd name="connsiteY7" fmla="*/ 21090 h 176090"/>
                <a:gd name="connsiteX8" fmla="*/ 1439 w 122011"/>
                <a:gd name="connsiteY8" fmla="*/ 162663 h 176090"/>
                <a:gd name="connsiteX9" fmla="*/ 199 w 122011"/>
                <a:gd name="connsiteY9" fmla="*/ 168166 h 176090"/>
                <a:gd name="connsiteX10" fmla="*/ 8631 w 122011"/>
                <a:gd name="connsiteY10" fmla="*/ 176170 h 176090"/>
                <a:gd name="connsiteX11" fmla="*/ 20039 w 122011"/>
                <a:gd name="connsiteY11" fmla="*/ 165664 h 176090"/>
                <a:gd name="connsiteX12" fmla="*/ 32190 w 122011"/>
                <a:gd name="connsiteY12" fmla="*/ 117139 h 176090"/>
                <a:gd name="connsiteX13" fmla="*/ 63933 w 122011"/>
                <a:gd name="connsiteY13" fmla="*/ 137650 h 176090"/>
                <a:gd name="connsiteX14" fmla="*/ 63437 w 122011"/>
                <a:gd name="connsiteY14" fmla="*/ 142652 h 176090"/>
                <a:gd name="connsiteX15" fmla="*/ 62445 w 122011"/>
                <a:gd name="connsiteY15" fmla="*/ 150406 h 176090"/>
                <a:gd name="connsiteX16" fmla="*/ 88732 w 122011"/>
                <a:gd name="connsiteY16" fmla="*/ 176170 h 176090"/>
                <a:gd name="connsiteX17" fmla="*/ 120227 w 122011"/>
                <a:gd name="connsiteY17" fmla="*/ 137900 h 176090"/>
                <a:gd name="connsiteX18" fmla="*/ 116259 w 122011"/>
                <a:gd name="connsiteY18" fmla="*/ 134648 h 176090"/>
                <a:gd name="connsiteX19" fmla="*/ 111299 w 122011"/>
                <a:gd name="connsiteY19" fmla="*/ 140651 h 176090"/>
                <a:gd name="connsiteX20" fmla="*/ 89476 w 122011"/>
                <a:gd name="connsiteY20" fmla="*/ 169166 h 176090"/>
                <a:gd name="connsiteX21" fmla="*/ 80796 w 122011"/>
                <a:gd name="connsiteY21" fmla="*/ 156159 h 176090"/>
                <a:gd name="connsiteX22" fmla="*/ 82284 w 122011"/>
                <a:gd name="connsiteY22" fmla="*/ 144904 h 176090"/>
                <a:gd name="connsiteX23" fmla="*/ 83524 w 122011"/>
                <a:gd name="connsiteY23" fmla="*/ 137150 h 176090"/>
                <a:gd name="connsiteX24" fmla="*/ 43350 w 122011"/>
                <a:gd name="connsiteY24" fmla="*/ 110636 h 176090"/>
                <a:gd name="connsiteX25" fmla="*/ 63933 w 122011"/>
                <a:gd name="connsiteY25" fmla="*/ 94128 h 176090"/>
                <a:gd name="connsiteX26" fmla="*/ 102867 w 122011"/>
                <a:gd name="connsiteY26" fmla="*/ 70366 h 176090"/>
                <a:gd name="connsiteX27" fmla="*/ 111051 w 122011"/>
                <a:gd name="connsiteY27" fmla="*/ 73617 h 176090"/>
                <a:gd name="connsiteX28" fmla="*/ 98155 w 122011"/>
                <a:gd name="connsiteY28" fmla="*/ 87624 h 176090"/>
                <a:gd name="connsiteX29" fmla="*/ 108075 w 122011"/>
                <a:gd name="connsiteY29" fmla="*/ 96879 h 176090"/>
                <a:gd name="connsiteX30" fmla="*/ 122211 w 122011"/>
                <a:gd name="connsiteY30" fmla="*/ 80871 h 176090"/>
                <a:gd name="connsiteX31" fmla="*/ 103115 w 122011"/>
                <a:gd name="connsiteY31" fmla="*/ 63362 h 176090"/>
                <a:gd name="connsiteX32" fmla="*/ 63437 w 122011"/>
                <a:gd name="connsiteY32" fmla="*/ 85373 h 176090"/>
                <a:gd name="connsiteX33" fmla="*/ 34670 w 122011"/>
                <a:gd name="connsiteY33" fmla="*/ 107384 h 176090"/>
                <a:gd name="connsiteX34" fmla="*/ 59221 w 122011"/>
                <a:gd name="connsiteY34" fmla="*/ 7583 h 176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2011" h="176090">
                  <a:moveTo>
                    <a:pt x="59221" y="7583"/>
                  </a:moveTo>
                  <a:cubicBezTo>
                    <a:pt x="59469" y="7083"/>
                    <a:pt x="60213" y="3831"/>
                    <a:pt x="60213" y="3581"/>
                  </a:cubicBezTo>
                  <a:cubicBezTo>
                    <a:pt x="60213" y="2331"/>
                    <a:pt x="59221" y="80"/>
                    <a:pt x="56245" y="80"/>
                  </a:cubicBezTo>
                  <a:cubicBezTo>
                    <a:pt x="51285" y="80"/>
                    <a:pt x="30702" y="2081"/>
                    <a:pt x="24502" y="2581"/>
                  </a:cubicBezTo>
                  <a:cubicBezTo>
                    <a:pt x="22519" y="2831"/>
                    <a:pt x="19047" y="3081"/>
                    <a:pt x="19047" y="8334"/>
                  </a:cubicBezTo>
                  <a:cubicBezTo>
                    <a:pt x="19047" y="11836"/>
                    <a:pt x="22519" y="11836"/>
                    <a:pt x="25494" y="11836"/>
                  </a:cubicBezTo>
                  <a:cubicBezTo>
                    <a:pt x="37398" y="11836"/>
                    <a:pt x="37398" y="13586"/>
                    <a:pt x="37398" y="15587"/>
                  </a:cubicBezTo>
                  <a:cubicBezTo>
                    <a:pt x="37398" y="17338"/>
                    <a:pt x="36902" y="18839"/>
                    <a:pt x="36406" y="21090"/>
                  </a:cubicBezTo>
                  <a:lnTo>
                    <a:pt x="1439" y="162663"/>
                  </a:lnTo>
                  <a:cubicBezTo>
                    <a:pt x="199" y="167165"/>
                    <a:pt x="199" y="167665"/>
                    <a:pt x="199" y="168166"/>
                  </a:cubicBezTo>
                  <a:cubicBezTo>
                    <a:pt x="199" y="171917"/>
                    <a:pt x="3175" y="176170"/>
                    <a:pt x="8631" y="176170"/>
                  </a:cubicBezTo>
                  <a:cubicBezTo>
                    <a:pt x="15327" y="176170"/>
                    <a:pt x="18551" y="171167"/>
                    <a:pt x="20039" y="165664"/>
                  </a:cubicBezTo>
                  <a:cubicBezTo>
                    <a:pt x="20535" y="164664"/>
                    <a:pt x="31198" y="120641"/>
                    <a:pt x="32190" y="117139"/>
                  </a:cubicBezTo>
                  <a:cubicBezTo>
                    <a:pt x="49797" y="118890"/>
                    <a:pt x="63933" y="124643"/>
                    <a:pt x="63933" y="137650"/>
                  </a:cubicBezTo>
                  <a:cubicBezTo>
                    <a:pt x="63933" y="138901"/>
                    <a:pt x="63933" y="140151"/>
                    <a:pt x="63437" y="142652"/>
                  </a:cubicBezTo>
                  <a:cubicBezTo>
                    <a:pt x="62445" y="146404"/>
                    <a:pt x="62445" y="147655"/>
                    <a:pt x="62445" y="150406"/>
                  </a:cubicBezTo>
                  <a:cubicBezTo>
                    <a:pt x="62445" y="168166"/>
                    <a:pt x="76828" y="176170"/>
                    <a:pt x="88732" y="176170"/>
                  </a:cubicBezTo>
                  <a:cubicBezTo>
                    <a:pt x="112787" y="176170"/>
                    <a:pt x="120227" y="138150"/>
                    <a:pt x="120227" y="137900"/>
                  </a:cubicBezTo>
                  <a:cubicBezTo>
                    <a:pt x="120227" y="134648"/>
                    <a:pt x="117003" y="134648"/>
                    <a:pt x="116259" y="134648"/>
                  </a:cubicBezTo>
                  <a:cubicBezTo>
                    <a:pt x="112787" y="134648"/>
                    <a:pt x="112539" y="135899"/>
                    <a:pt x="111299" y="140651"/>
                  </a:cubicBezTo>
                  <a:cubicBezTo>
                    <a:pt x="108323" y="151407"/>
                    <a:pt x="101627" y="169166"/>
                    <a:pt x="89476" y="169166"/>
                  </a:cubicBezTo>
                  <a:cubicBezTo>
                    <a:pt x="82780" y="169166"/>
                    <a:pt x="80796" y="162913"/>
                    <a:pt x="80796" y="156159"/>
                  </a:cubicBezTo>
                  <a:cubicBezTo>
                    <a:pt x="80796" y="151907"/>
                    <a:pt x="80796" y="151407"/>
                    <a:pt x="82284" y="144904"/>
                  </a:cubicBezTo>
                  <a:cubicBezTo>
                    <a:pt x="82532" y="144153"/>
                    <a:pt x="83524" y="139901"/>
                    <a:pt x="83524" y="137150"/>
                  </a:cubicBezTo>
                  <a:cubicBezTo>
                    <a:pt x="83524" y="114888"/>
                    <a:pt x="53765" y="111386"/>
                    <a:pt x="43350" y="110636"/>
                  </a:cubicBezTo>
                  <a:cubicBezTo>
                    <a:pt x="50541" y="106134"/>
                    <a:pt x="59717" y="97880"/>
                    <a:pt x="63933" y="94128"/>
                  </a:cubicBezTo>
                  <a:cubicBezTo>
                    <a:pt x="76580" y="82122"/>
                    <a:pt x="88980" y="70366"/>
                    <a:pt x="102867" y="70366"/>
                  </a:cubicBezTo>
                  <a:cubicBezTo>
                    <a:pt x="105843" y="70366"/>
                    <a:pt x="109067" y="71116"/>
                    <a:pt x="111051" y="73617"/>
                  </a:cubicBezTo>
                  <a:cubicBezTo>
                    <a:pt x="100387" y="75368"/>
                    <a:pt x="98155" y="83872"/>
                    <a:pt x="98155" y="87624"/>
                  </a:cubicBezTo>
                  <a:cubicBezTo>
                    <a:pt x="98155" y="93127"/>
                    <a:pt x="102371" y="96879"/>
                    <a:pt x="108075" y="96879"/>
                  </a:cubicBezTo>
                  <a:cubicBezTo>
                    <a:pt x="114771" y="96879"/>
                    <a:pt x="122211" y="91376"/>
                    <a:pt x="122211" y="80871"/>
                  </a:cubicBezTo>
                  <a:cubicBezTo>
                    <a:pt x="122211" y="72617"/>
                    <a:pt x="116259" y="63362"/>
                    <a:pt x="103115" y="63362"/>
                  </a:cubicBezTo>
                  <a:cubicBezTo>
                    <a:pt x="88980" y="63362"/>
                    <a:pt x="76084" y="73617"/>
                    <a:pt x="63437" y="85373"/>
                  </a:cubicBezTo>
                  <a:cubicBezTo>
                    <a:pt x="53021" y="95378"/>
                    <a:pt x="44838" y="103132"/>
                    <a:pt x="34670" y="107384"/>
                  </a:cubicBezTo>
                  <a:lnTo>
                    <a:pt x="59221" y="7583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75B167B3-7101-2A8A-F02E-A23E150FE76A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0281650" y="8325199"/>
              <a:ext cx="471535" cy="500255"/>
            </a:xfrm>
            <a:custGeom>
              <a:avLst/>
              <a:gdLst>
                <a:gd name="connsiteX0" fmla="*/ 428863 w 471535"/>
                <a:gd name="connsiteY0" fmla="*/ 500338 h 500255"/>
                <a:gd name="connsiteX1" fmla="*/ 471730 w 471535"/>
                <a:gd name="connsiteY1" fmla="*/ 385994 h 500255"/>
                <a:gd name="connsiteX2" fmla="*/ 462873 w 471535"/>
                <a:gd name="connsiteY2" fmla="*/ 385994 h 500255"/>
                <a:gd name="connsiteX3" fmla="*/ 370762 w 471535"/>
                <a:gd name="connsiteY3" fmla="*/ 458174 h 500255"/>
                <a:gd name="connsiteX4" fmla="*/ 260584 w 471535"/>
                <a:gd name="connsiteY4" fmla="*/ 469251 h 500255"/>
                <a:gd name="connsiteX5" fmla="*/ 46958 w 471535"/>
                <a:gd name="connsiteY5" fmla="*/ 469251 h 500255"/>
                <a:gd name="connsiteX6" fmla="*/ 227282 w 471535"/>
                <a:gd name="connsiteY6" fmla="*/ 255928 h 500255"/>
                <a:gd name="connsiteX7" fmla="*/ 230471 w 471535"/>
                <a:gd name="connsiteY7" fmla="*/ 250210 h 500255"/>
                <a:gd name="connsiteX8" fmla="*/ 227991 w 471535"/>
                <a:gd name="connsiteY8" fmla="*/ 244851 h 500255"/>
                <a:gd name="connsiteX9" fmla="*/ 62900 w 471535"/>
                <a:gd name="connsiteY9" fmla="*/ 17234 h 500255"/>
                <a:gd name="connsiteX10" fmla="*/ 257041 w 471535"/>
                <a:gd name="connsiteY10" fmla="*/ 17234 h 500255"/>
                <a:gd name="connsiteX11" fmla="*/ 339941 w 471535"/>
                <a:gd name="connsiteY11" fmla="*/ 22951 h 500255"/>
                <a:gd name="connsiteX12" fmla="*/ 417881 w 471535"/>
                <a:gd name="connsiteY12" fmla="*/ 49751 h 500255"/>
                <a:gd name="connsiteX13" fmla="*/ 462873 w 471535"/>
                <a:gd name="connsiteY13" fmla="*/ 100491 h 500255"/>
                <a:gd name="connsiteX14" fmla="*/ 471730 w 471535"/>
                <a:gd name="connsiteY14" fmla="*/ 100491 h 500255"/>
                <a:gd name="connsiteX15" fmla="*/ 428863 w 471535"/>
                <a:gd name="connsiteY15" fmla="*/ 83 h 500255"/>
                <a:gd name="connsiteX16" fmla="*/ 10114 w 471535"/>
                <a:gd name="connsiteY16" fmla="*/ 83 h 500255"/>
                <a:gd name="connsiteX17" fmla="*/ 549 w 471535"/>
                <a:gd name="connsiteY17" fmla="*/ 2584 h 500255"/>
                <a:gd name="connsiteX18" fmla="*/ 194 w 471535"/>
                <a:gd name="connsiteY18" fmla="*/ 14376 h 500255"/>
                <a:gd name="connsiteX19" fmla="*/ 187604 w 471535"/>
                <a:gd name="connsiteY19" fmla="*/ 273079 h 500255"/>
                <a:gd name="connsiteX20" fmla="*/ 4091 w 471535"/>
                <a:gd name="connsiteY20" fmla="*/ 489976 h 500255"/>
                <a:gd name="connsiteX21" fmla="*/ 549 w 471535"/>
                <a:gd name="connsiteY21" fmla="*/ 496408 h 500255"/>
                <a:gd name="connsiteX22" fmla="*/ 10114 w 471535"/>
                <a:gd name="connsiteY22" fmla="*/ 500338 h 500255"/>
                <a:gd name="connsiteX23" fmla="*/ 428863 w 471535"/>
                <a:gd name="connsiteY23" fmla="*/ 500338 h 500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71535" h="500255">
                  <a:moveTo>
                    <a:pt x="428863" y="500338"/>
                  </a:moveTo>
                  <a:lnTo>
                    <a:pt x="471730" y="385994"/>
                  </a:lnTo>
                  <a:lnTo>
                    <a:pt x="462873" y="385994"/>
                  </a:lnTo>
                  <a:cubicBezTo>
                    <a:pt x="449056" y="423156"/>
                    <a:pt x="411504" y="447454"/>
                    <a:pt x="370762" y="458174"/>
                  </a:cubicBezTo>
                  <a:cubicBezTo>
                    <a:pt x="363323" y="459961"/>
                    <a:pt x="328604" y="469251"/>
                    <a:pt x="260584" y="469251"/>
                  </a:cubicBezTo>
                  <a:lnTo>
                    <a:pt x="46958" y="469251"/>
                  </a:lnTo>
                  <a:lnTo>
                    <a:pt x="227282" y="255928"/>
                  </a:lnTo>
                  <a:cubicBezTo>
                    <a:pt x="229762" y="253069"/>
                    <a:pt x="230471" y="251997"/>
                    <a:pt x="230471" y="250210"/>
                  </a:cubicBezTo>
                  <a:cubicBezTo>
                    <a:pt x="230471" y="249496"/>
                    <a:pt x="230471" y="248424"/>
                    <a:pt x="227991" y="244851"/>
                  </a:cubicBezTo>
                  <a:lnTo>
                    <a:pt x="62900" y="17234"/>
                  </a:lnTo>
                  <a:lnTo>
                    <a:pt x="257041" y="17234"/>
                  </a:lnTo>
                  <a:cubicBezTo>
                    <a:pt x="304514" y="17234"/>
                    <a:pt x="336752" y="22237"/>
                    <a:pt x="339941" y="22951"/>
                  </a:cubicBezTo>
                  <a:cubicBezTo>
                    <a:pt x="359071" y="25810"/>
                    <a:pt x="389893" y="31885"/>
                    <a:pt x="417881" y="49751"/>
                  </a:cubicBezTo>
                  <a:cubicBezTo>
                    <a:pt x="426737" y="55468"/>
                    <a:pt x="450828" y="71548"/>
                    <a:pt x="462873" y="100491"/>
                  </a:cubicBezTo>
                  <a:lnTo>
                    <a:pt x="471730" y="100491"/>
                  </a:lnTo>
                  <a:lnTo>
                    <a:pt x="428863" y="83"/>
                  </a:lnTo>
                  <a:lnTo>
                    <a:pt x="10114" y="83"/>
                  </a:lnTo>
                  <a:cubicBezTo>
                    <a:pt x="1966" y="83"/>
                    <a:pt x="1611" y="440"/>
                    <a:pt x="549" y="2584"/>
                  </a:cubicBezTo>
                  <a:cubicBezTo>
                    <a:pt x="194" y="3656"/>
                    <a:pt x="194" y="10445"/>
                    <a:pt x="194" y="14376"/>
                  </a:cubicBezTo>
                  <a:lnTo>
                    <a:pt x="187604" y="273079"/>
                  </a:lnTo>
                  <a:lnTo>
                    <a:pt x="4091" y="489976"/>
                  </a:lnTo>
                  <a:cubicBezTo>
                    <a:pt x="549" y="494264"/>
                    <a:pt x="549" y="496050"/>
                    <a:pt x="549" y="496408"/>
                  </a:cubicBezTo>
                  <a:cubicBezTo>
                    <a:pt x="549" y="500338"/>
                    <a:pt x="3737" y="500338"/>
                    <a:pt x="10114" y="500338"/>
                  </a:cubicBezTo>
                  <a:lnTo>
                    <a:pt x="428863" y="500338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48C64B9-83C7-E2AA-D3C0-CE6A5EC30F9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0299862" y="8920421"/>
              <a:ext cx="75140" cy="168336"/>
            </a:xfrm>
            <a:custGeom>
              <a:avLst/>
              <a:gdLst>
                <a:gd name="connsiteX0" fmla="*/ 68888 w 75140"/>
                <a:gd name="connsiteY0" fmla="*/ 9609 h 168336"/>
                <a:gd name="connsiteX1" fmla="*/ 58969 w 75140"/>
                <a:gd name="connsiteY1" fmla="*/ 104 h 168336"/>
                <a:gd name="connsiteX2" fmla="*/ 45081 w 75140"/>
                <a:gd name="connsiteY2" fmla="*/ 13861 h 168336"/>
                <a:gd name="connsiteX3" fmla="*/ 55001 w 75140"/>
                <a:gd name="connsiteY3" fmla="*/ 23366 h 168336"/>
                <a:gd name="connsiteX4" fmla="*/ 68888 w 75140"/>
                <a:gd name="connsiteY4" fmla="*/ 9609 h 168336"/>
                <a:gd name="connsiteX5" fmla="*/ 18298 w 75140"/>
                <a:gd name="connsiteY5" fmla="*/ 136674 h 168336"/>
                <a:gd name="connsiteX6" fmla="*/ 16067 w 75140"/>
                <a:gd name="connsiteY6" fmla="*/ 147179 h 168336"/>
                <a:gd name="connsiteX7" fmla="*/ 39626 w 75140"/>
                <a:gd name="connsiteY7" fmla="*/ 168440 h 168336"/>
                <a:gd name="connsiteX8" fmla="*/ 75336 w 75140"/>
                <a:gd name="connsiteY8" fmla="*/ 130170 h 168336"/>
                <a:gd name="connsiteX9" fmla="*/ 71368 w 75140"/>
                <a:gd name="connsiteY9" fmla="*/ 126919 h 168336"/>
                <a:gd name="connsiteX10" fmla="*/ 66657 w 75140"/>
                <a:gd name="connsiteY10" fmla="*/ 131171 h 168336"/>
                <a:gd name="connsiteX11" fmla="*/ 40370 w 75140"/>
                <a:gd name="connsiteY11" fmla="*/ 161436 h 168336"/>
                <a:gd name="connsiteX12" fmla="*/ 34170 w 75140"/>
                <a:gd name="connsiteY12" fmla="*/ 152682 h 168336"/>
                <a:gd name="connsiteX13" fmla="*/ 38138 w 75140"/>
                <a:gd name="connsiteY13" fmla="*/ 136674 h 168336"/>
                <a:gd name="connsiteX14" fmla="*/ 46073 w 75140"/>
                <a:gd name="connsiteY14" fmla="*/ 116663 h 168336"/>
                <a:gd name="connsiteX15" fmla="*/ 58225 w 75140"/>
                <a:gd name="connsiteY15" fmla="*/ 84897 h 168336"/>
                <a:gd name="connsiteX16" fmla="*/ 59713 w 75140"/>
                <a:gd name="connsiteY16" fmla="*/ 76893 h 168336"/>
                <a:gd name="connsiteX17" fmla="*/ 36154 w 75140"/>
                <a:gd name="connsiteY17" fmla="*/ 55632 h 168336"/>
                <a:gd name="connsiteX18" fmla="*/ 195 w 75140"/>
                <a:gd name="connsiteY18" fmla="*/ 93902 h 168336"/>
                <a:gd name="connsiteX19" fmla="*/ 4411 w 75140"/>
                <a:gd name="connsiteY19" fmla="*/ 97153 h 168336"/>
                <a:gd name="connsiteX20" fmla="*/ 8875 w 75140"/>
                <a:gd name="connsiteY20" fmla="*/ 93151 h 168336"/>
                <a:gd name="connsiteX21" fmla="*/ 35410 w 75140"/>
                <a:gd name="connsiteY21" fmla="*/ 62636 h 168336"/>
                <a:gd name="connsiteX22" fmla="*/ 41609 w 75140"/>
                <a:gd name="connsiteY22" fmla="*/ 71390 h 168336"/>
                <a:gd name="connsiteX23" fmla="*/ 33922 w 75140"/>
                <a:gd name="connsiteY23" fmla="*/ 96403 h 168336"/>
                <a:gd name="connsiteX24" fmla="*/ 18298 w 75140"/>
                <a:gd name="connsiteY24" fmla="*/ 136674 h 16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140" h="168336">
                  <a:moveTo>
                    <a:pt x="68888" y="9609"/>
                  </a:moveTo>
                  <a:cubicBezTo>
                    <a:pt x="68888" y="5607"/>
                    <a:pt x="65913" y="104"/>
                    <a:pt x="58969" y="104"/>
                  </a:cubicBezTo>
                  <a:cubicBezTo>
                    <a:pt x="52273" y="104"/>
                    <a:pt x="45081" y="6607"/>
                    <a:pt x="45081" y="13861"/>
                  </a:cubicBezTo>
                  <a:cubicBezTo>
                    <a:pt x="45081" y="18113"/>
                    <a:pt x="48305" y="23366"/>
                    <a:pt x="55001" y="23366"/>
                  </a:cubicBezTo>
                  <a:cubicBezTo>
                    <a:pt x="62193" y="23366"/>
                    <a:pt x="68888" y="16362"/>
                    <a:pt x="68888" y="9609"/>
                  </a:cubicBezTo>
                  <a:close/>
                  <a:moveTo>
                    <a:pt x="18298" y="136674"/>
                  </a:moveTo>
                  <a:cubicBezTo>
                    <a:pt x="17306" y="139925"/>
                    <a:pt x="16067" y="142927"/>
                    <a:pt x="16067" y="147179"/>
                  </a:cubicBezTo>
                  <a:cubicBezTo>
                    <a:pt x="16067" y="158935"/>
                    <a:pt x="25986" y="168440"/>
                    <a:pt x="39626" y="168440"/>
                  </a:cubicBezTo>
                  <a:cubicBezTo>
                    <a:pt x="64425" y="168440"/>
                    <a:pt x="75336" y="133922"/>
                    <a:pt x="75336" y="130170"/>
                  </a:cubicBezTo>
                  <a:cubicBezTo>
                    <a:pt x="75336" y="126919"/>
                    <a:pt x="72112" y="126919"/>
                    <a:pt x="71368" y="126919"/>
                  </a:cubicBezTo>
                  <a:cubicBezTo>
                    <a:pt x="67896" y="126919"/>
                    <a:pt x="67648" y="128419"/>
                    <a:pt x="66657" y="131171"/>
                  </a:cubicBezTo>
                  <a:cubicBezTo>
                    <a:pt x="60953" y="151181"/>
                    <a:pt x="50041" y="161436"/>
                    <a:pt x="40370" y="161436"/>
                  </a:cubicBezTo>
                  <a:cubicBezTo>
                    <a:pt x="35410" y="161436"/>
                    <a:pt x="34170" y="158185"/>
                    <a:pt x="34170" y="152682"/>
                  </a:cubicBezTo>
                  <a:cubicBezTo>
                    <a:pt x="34170" y="146929"/>
                    <a:pt x="35906" y="142176"/>
                    <a:pt x="38138" y="136674"/>
                  </a:cubicBezTo>
                  <a:cubicBezTo>
                    <a:pt x="40618" y="129920"/>
                    <a:pt x="43345" y="123167"/>
                    <a:pt x="46073" y="116663"/>
                  </a:cubicBezTo>
                  <a:cubicBezTo>
                    <a:pt x="48305" y="110660"/>
                    <a:pt x="57233" y="87899"/>
                    <a:pt x="58225" y="84897"/>
                  </a:cubicBezTo>
                  <a:cubicBezTo>
                    <a:pt x="58969" y="82396"/>
                    <a:pt x="59713" y="79394"/>
                    <a:pt x="59713" y="76893"/>
                  </a:cubicBezTo>
                  <a:cubicBezTo>
                    <a:pt x="59713" y="65137"/>
                    <a:pt x="49793" y="55632"/>
                    <a:pt x="36154" y="55632"/>
                  </a:cubicBezTo>
                  <a:cubicBezTo>
                    <a:pt x="11603" y="55632"/>
                    <a:pt x="195" y="89650"/>
                    <a:pt x="195" y="93902"/>
                  </a:cubicBezTo>
                  <a:cubicBezTo>
                    <a:pt x="195" y="97153"/>
                    <a:pt x="3667" y="97153"/>
                    <a:pt x="4411" y="97153"/>
                  </a:cubicBezTo>
                  <a:cubicBezTo>
                    <a:pt x="7883" y="97153"/>
                    <a:pt x="8131" y="95903"/>
                    <a:pt x="8875" y="93151"/>
                  </a:cubicBezTo>
                  <a:cubicBezTo>
                    <a:pt x="15323" y="71640"/>
                    <a:pt x="26234" y="62636"/>
                    <a:pt x="35410" y="62636"/>
                  </a:cubicBezTo>
                  <a:cubicBezTo>
                    <a:pt x="39378" y="62636"/>
                    <a:pt x="41609" y="64637"/>
                    <a:pt x="41609" y="71390"/>
                  </a:cubicBezTo>
                  <a:cubicBezTo>
                    <a:pt x="41609" y="77143"/>
                    <a:pt x="40122" y="80895"/>
                    <a:pt x="33922" y="96403"/>
                  </a:cubicBezTo>
                  <a:lnTo>
                    <a:pt x="18298" y="136674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CBC881A3-D9BD-AC84-5325-BBAA1D35656E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0405800" y="8989957"/>
              <a:ext cx="182520" cy="67284"/>
            </a:xfrm>
            <a:custGeom>
              <a:avLst/>
              <a:gdLst>
                <a:gd name="connsiteX0" fmla="*/ 173295 w 182520"/>
                <a:gd name="connsiteY0" fmla="*/ 12360 h 67284"/>
                <a:gd name="connsiteX1" fmla="*/ 182719 w 182520"/>
                <a:gd name="connsiteY1" fmla="*/ 6107 h 67284"/>
                <a:gd name="connsiteX2" fmla="*/ 173543 w 182520"/>
                <a:gd name="connsiteY2" fmla="*/ 104 h 67284"/>
                <a:gd name="connsiteX3" fmla="*/ 9374 w 182520"/>
                <a:gd name="connsiteY3" fmla="*/ 104 h 67284"/>
                <a:gd name="connsiteX4" fmla="*/ 198 w 182520"/>
                <a:gd name="connsiteY4" fmla="*/ 6107 h 67284"/>
                <a:gd name="connsiteX5" fmla="*/ 9622 w 182520"/>
                <a:gd name="connsiteY5" fmla="*/ 12360 h 67284"/>
                <a:gd name="connsiteX6" fmla="*/ 173295 w 182520"/>
                <a:gd name="connsiteY6" fmla="*/ 12360 h 67284"/>
                <a:gd name="connsiteX7" fmla="*/ 173543 w 182520"/>
                <a:gd name="connsiteY7" fmla="*/ 67388 h 67284"/>
                <a:gd name="connsiteX8" fmla="*/ 182719 w 182520"/>
                <a:gd name="connsiteY8" fmla="*/ 61385 h 67284"/>
                <a:gd name="connsiteX9" fmla="*/ 173295 w 182520"/>
                <a:gd name="connsiteY9" fmla="*/ 55132 h 67284"/>
                <a:gd name="connsiteX10" fmla="*/ 9622 w 182520"/>
                <a:gd name="connsiteY10" fmla="*/ 55132 h 67284"/>
                <a:gd name="connsiteX11" fmla="*/ 198 w 182520"/>
                <a:gd name="connsiteY11" fmla="*/ 61385 h 67284"/>
                <a:gd name="connsiteX12" fmla="*/ 9374 w 182520"/>
                <a:gd name="connsiteY12" fmla="*/ 67388 h 67284"/>
                <a:gd name="connsiteX13" fmla="*/ 173543 w 182520"/>
                <a:gd name="connsiteY13" fmla="*/ 67388 h 6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2520" h="67284">
                  <a:moveTo>
                    <a:pt x="173295" y="12360"/>
                  </a:moveTo>
                  <a:cubicBezTo>
                    <a:pt x="177015" y="12360"/>
                    <a:pt x="182719" y="12360"/>
                    <a:pt x="182719" y="6107"/>
                  </a:cubicBezTo>
                  <a:cubicBezTo>
                    <a:pt x="182719" y="104"/>
                    <a:pt x="176767" y="104"/>
                    <a:pt x="173543" y="104"/>
                  </a:cubicBezTo>
                  <a:lnTo>
                    <a:pt x="9374" y="104"/>
                  </a:lnTo>
                  <a:cubicBezTo>
                    <a:pt x="6150" y="104"/>
                    <a:pt x="198" y="104"/>
                    <a:pt x="198" y="6107"/>
                  </a:cubicBezTo>
                  <a:cubicBezTo>
                    <a:pt x="198" y="12360"/>
                    <a:pt x="5902" y="12360"/>
                    <a:pt x="9622" y="12360"/>
                  </a:cubicBezTo>
                  <a:lnTo>
                    <a:pt x="173295" y="12360"/>
                  </a:lnTo>
                  <a:close/>
                  <a:moveTo>
                    <a:pt x="173543" y="67388"/>
                  </a:moveTo>
                  <a:cubicBezTo>
                    <a:pt x="176767" y="67388"/>
                    <a:pt x="182719" y="67388"/>
                    <a:pt x="182719" y="61385"/>
                  </a:cubicBezTo>
                  <a:cubicBezTo>
                    <a:pt x="182719" y="55132"/>
                    <a:pt x="177015" y="55132"/>
                    <a:pt x="173295" y="55132"/>
                  </a:cubicBezTo>
                  <a:lnTo>
                    <a:pt x="9622" y="55132"/>
                  </a:lnTo>
                  <a:cubicBezTo>
                    <a:pt x="5902" y="55132"/>
                    <a:pt x="198" y="55132"/>
                    <a:pt x="198" y="61385"/>
                  </a:cubicBezTo>
                  <a:cubicBezTo>
                    <a:pt x="198" y="67388"/>
                    <a:pt x="6150" y="67388"/>
                    <a:pt x="9374" y="67388"/>
                  </a:cubicBezTo>
                  <a:lnTo>
                    <a:pt x="173543" y="67388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B86DF453-E1D1-8635-A880-F9B940C47CBF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0632956" y="8920171"/>
              <a:ext cx="90268" cy="166084"/>
            </a:xfrm>
            <a:custGeom>
              <a:avLst/>
              <a:gdLst>
                <a:gd name="connsiteX0" fmla="*/ 56250 w 90268"/>
                <a:gd name="connsiteY0" fmla="*/ 7107 h 166084"/>
                <a:gd name="connsiteX1" fmla="*/ 48810 w 90268"/>
                <a:gd name="connsiteY1" fmla="*/ 104 h 166084"/>
                <a:gd name="connsiteX2" fmla="*/ 204 w 90268"/>
                <a:gd name="connsiteY2" fmla="*/ 16112 h 166084"/>
                <a:gd name="connsiteX3" fmla="*/ 204 w 90268"/>
                <a:gd name="connsiteY3" fmla="*/ 25117 h 166084"/>
                <a:gd name="connsiteX4" fmla="*/ 36163 w 90268"/>
                <a:gd name="connsiteY4" fmla="*/ 18113 h 166084"/>
                <a:gd name="connsiteX5" fmla="*/ 36163 w 90268"/>
                <a:gd name="connsiteY5" fmla="*/ 145678 h 166084"/>
                <a:gd name="connsiteX6" fmla="*/ 11364 w 90268"/>
                <a:gd name="connsiteY6" fmla="*/ 157184 h 166084"/>
                <a:gd name="connsiteX7" fmla="*/ 1940 w 90268"/>
                <a:gd name="connsiteY7" fmla="*/ 157184 h 166084"/>
                <a:gd name="connsiteX8" fmla="*/ 1940 w 90268"/>
                <a:gd name="connsiteY8" fmla="*/ 166189 h 166084"/>
                <a:gd name="connsiteX9" fmla="*/ 46082 w 90268"/>
                <a:gd name="connsiteY9" fmla="*/ 165188 h 166084"/>
                <a:gd name="connsiteX10" fmla="*/ 90472 w 90268"/>
                <a:gd name="connsiteY10" fmla="*/ 166189 h 166084"/>
                <a:gd name="connsiteX11" fmla="*/ 90472 w 90268"/>
                <a:gd name="connsiteY11" fmla="*/ 157184 h 166084"/>
                <a:gd name="connsiteX12" fmla="*/ 81049 w 90268"/>
                <a:gd name="connsiteY12" fmla="*/ 157184 h 166084"/>
                <a:gd name="connsiteX13" fmla="*/ 56250 w 90268"/>
                <a:gd name="connsiteY13" fmla="*/ 145678 h 166084"/>
                <a:gd name="connsiteX14" fmla="*/ 56250 w 90268"/>
                <a:gd name="connsiteY14" fmla="*/ 7107 h 166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268" h="166084">
                  <a:moveTo>
                    <a:pt x="56250" y="7107"/>
                  </a:moveTo>
                  <a:cubicBezTo>
                    <a:pt x="56250" y="354"/>
                    <a:pt x="55754" y="104"/>
                    <a:pt x="48810" y="104"/>
                  </a:cubicBezTo>
                  <a:cubicBezTo>
                    <a:pt x="32939" y="15862"/>
                    <a:pt x="10372" y="16112"/>
                    <a:pt x="204" y="16112"/>
                  </a:cubicBezTo>
                  <a:lnTo>
                    <a:pt x="204" y="25117"/>
                  </a:lnTo>
                  <a:cubicBezTo>
                    <a:pt x="6156" y="25117"/>
                    <a:pt x="22523" y="25117"/>
                    <a:pt x="36163" y="18113"/>
                  </a:cubicBezTo>
                  <a:lnTo>
                    <a:pt x="36163" y="145678"/>
                  </a:lnTo>
                  <a:cubicBezTo>
                    <a:pt x="36163" y="153932"/>
                    <a:pt x="36163" y="157184"/>
                    <a:pt x="11364" y="157184"/>
                  </a:cubicBezTo>
                  <a:lnTo>
                    <a:pt x="1940" y="157184"/>
                  </a:lnTo>
                  <a:lnTo>
                    <a:pt x="1940" y="166189"/>
                  </a:lnTo>
                  <a:cubicBezTo>
                    <a:pt x="6404" y="165939"/>
                    <a:pt x="36907" y="165188"/>
                    <a:pt x="46082" y="165188"/>
                  </a:cubicBezTo>
                  <a:cubicBezTo>
                    <a:pt x="53770" y="165188"/>
                    <a:pt x="85017" y="165939"/>
                    <a:pt x="90472" y="166189"/>
                  </a:cubicBezTo>
                  <a:lnTo>
                    <a:pt x="90472" y="157184"/>
                  </a:lnTo>
                  <a:lnTo>
                    <a:pt x="81049" y="157184"/>
                  </a:lnTo>
                  <a:cubicBezTo>
                    <a:pt x="56250" y="157184"/>
                    <a:pt x="56250" y="153932"/>
                    <a:pt x="56250" y="145678"/>
                  </a:cubicBezTo>
                  <a:lnTo>
                    <a:pt x="56250" y="7107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8101713E-A5C5-5460-EF90-DB3255C9E1D9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0847106" y="8506722"/>
              <a:ext cx="198746" cy="161868"/>
            </a:xfrm>
            <a:custGeom>
              <a:avLst/>
              <a:gdLst>
                <a:gd name="connsiteX0" fmla="*/ 154673 w 198746"/>
                <a:gd name="connsiteY0" fmla="*/ 73701 h 161868"/>
                <a:gd name="connsiteX1" fmla="*/ 95510 w 198746"/>
                <a:gd name="connsiteY1" fmla="*/ 92 h 161868"/>
                <a:gd name="connsiteX2" fmla="*/ 210 w 198746"/>
                <a:gd name="connsiteY2" fmla="*/ 101572 h 161868"/>
                <a:gd name="connsiteX3" fmla="*/ 57602 w 198746"/>
                <a:gd name="connsiteY3" fmla="*/ 161961 h 161868"/>
                <a:gd name="connsiteX4" fmla="*/ 132354 w 198746"/>
                <a:gd name="connsiteY4" fmla="*/ 131945 h 161868"/>
                <a:gd name="connsiteX5" fmla="*/ 164592 w 198746"/>
                <a:gd name="connsiteY5" fmla="*/ 161961 h 161868"/>
                <a:gd name="connsiteX6" fmla="*/ 194351 w 198746"/>
                <a:gd name="connsiteY6" fmla="*/ 136590 h 161868"/>
                <a:gd name="connsiteX7" fmla="*/ 190100 w 198746"/>
                <a:gd name="connsiteY7" fmla="*/ 133017 h 161868"/>
                <a:gd name="connsiteX8" fmla="*/ 185494 w 198746"/>
                <a:gd name="connsiteY8" fmla="*/ 136590 h 161868"/>
                <a:gd name="connsiteX9" fmla="*/ 165655 w 198746"/>
                <a:gd name="connsiteY9" fmla="*/ 154099 h 161868"/>
                <a:gd name="connsiteX10" fmla="*/ 154673 w 198746"/>
                <a:gd name="connsiteY10" fmla="*/ 117652 h 161868"/>
                <a:gd name="connsiteX11" fmla="*/ 158216 w 198746"/>
                <a:gd name="connsiteY11" fmla="*/ 105146 h 161868"/>
                <a:gd name="connsiteX12" fmla="*/ 198957 w 198746"/>
                <a:gd name="connsiteY12" fmla="*/ 21174 h 161868"/>
                <a:gd name="connsiteX13" fmla="*/ 194706 w 198746"/>
                <a:gd name="connsiteY13" fmla="*/ 17601 h 161868"/>
                <a:gd name="connsiteX14" fmla="*/ 189391 w 198746"/>
                <a:gd name="connsiteY14" fmla="*/ 25105 h 161868"/>
                <a:gd name="connsiteX15" fmla="*/ 154673 w 198746"/>
                <a:gd name="connsiteY15" fmla="*/ 95855 h 161868"/>
                <a:gd name="connsiteX16" fmla="*/ 154673 w 198746"/>
                <a:gd name="connsiteY16" fmla="*/ 73701 h 161868"/>
                <a:gd name="connsiteX17" fmla="*/ 130937 w 198746"/>
                <a:gd name="connsiteY17" fmla="*/ 122655 h 161868"/>
                <a:gd name="connsiteX18" fmla="*/ 58311 w 198746"/>
                <a:gd name="connsiteY18" fmla="*/ 154099 h 161868"/>
                <a:gd name="connsiteX19" fmla="*/ 26427 w 198746"/>
                <a:gd name="connsiteY19" fmla="*/ 115151 h 161868"/>
                <a:gd name="connsiteX20" fmla="*/ 46974 w 198746"/>
                <a:gd name="connsiteY20" fmla="*/ 40827 h 161868"/>
                <a:gd name="connsiteX21" fmla="*/ 95155 w 198746"/>
                <a:gd name="connsiteY21" fmla="*/ 7953 h 161868"/>
                <a:gd name="connsiteX22" fmla="*/ 130228 w 198746"/>
                <a:gd name="connsiteY22" fmla="*/ 82634 h 161868"/>
                <a:gd name="connsiteX23" fmla="*/ 130937 w 198746"/>
                <a:gd name="connsiteY23" fmla="*/ 122655 h 161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8746" h="161868">
                  <a:moveTo>
                    <a:pt x="154673" y="73701"/>
                  </a:moveTo>
                  <a:cubicBezTo>
                    <a:pt x="154673" y="17601"/>
                    <a:pt x="121726" y="92"/>
                    <a:pt x="95510" y="92"/>
                  </a:cubicBezTo>
                  <a:cubicBezTo>
                    <a:pt x="46974" y="92"/>
                    <a:pt x="210" y="51190"/>
                    <a:pt x="210" y="101572"/>
                  </a:cubicBezTo>
                  <a:cubicBezTo>
                    <a:pt x="210" y="134804"/>
                    <a:pt x="21467" y="161961"/>
                    <a:pt x="57602" y="161961"/>
                  </a:cubicBezTo>
                  <a:cubicBezTo>
                    <a:pt x="79922" y="161961"/>
                    <a:pt x="105429" y="153742"/>
                    <a:pt x="132354" y="131945"/>
                  </a:cubicBezTo>
                  <a:cubicBezTo>
                    <a:pt x="136959" y="150883"/>
                    <a:pt x="148650" y="161961"/>
                    <a:pt x="164592" y="161961"/>
                  </a:cubicBezTo>
                  <a:cubicBezTo>
                    <a:pt x="183369" y="161961"/>
                    <a:pt x="194351" y="142308"/>
                    <a:pt x="194351" y="136590"/>
                  </a:cubicBezTo>
                  <a:cubicBezTo>
                    <a:pt x="194351" y="134089"/>
                    <a:pt x="192226" y="133017"/>
                    <a:pt x="190100" y="133017"/>
                  </a:cubicBezTo>
                  <a:cubicBezTo>
                    <a:pt x="187620" y="133017"/>
                    <a:pt x="186557" y="134089"/>
                    <a:pt x="185494" y="136590"/>
                  </a:cubicBezTo>
                  <a:cubicBezTo>
                    <a:pt x="179118" y="154099"/>
                    <a:pt x="166364" y="154099"/>
                    <a:pt x="165655" y="154099"/>
                  </a:cubicBezTo>
                  <a:cubicBezTo>
                    <a:pt x="154673" y="154099"/>
                    <a:pt x="154673" y="126228"/>
                    <a:pt x="154673" y="117652"/>
                  </a:cubicBezTo>
                  <a:cubicBezTo>
                    <a:pt x="154673" y="110148"/>
                    <a:pt x="154673" y="109434"/>
                    <a:pt x="158216" y="105146"/>
                  </a:cubicBezTo>
                  <a:cubicBezTo>
                    <a:pt x="191517" y="62981"/>
                    <a:pt x="198957" y="21532"/>
                    <a:pt x="198957" y="21174"/>
                  </a:cubicBezTo>
                  <a:cubicBezTo>
                    <a:pt x="198957" y="20460"/>
                    <a:pt x="198603" y="17601"/>
                    <a:pt x="194706" y="17601"/>
                  </a:cubicBezTo>
                  <a:cubicBezTo>
                    <a:pt x="191163" y="17601"/>
                    <a:pt x="191163" y="18673"/>
                    <a:pt x="189391" y="25105"/>
                  </a:cubicBezTo>
                  <a:cubicBezTo>
                    <a:pt x="183015" y="47616"/>
                    <a:pt x="171324" y="74773"/>
                    <a:pt x="154673" y="95855"/>
                  </a:cubicBezTo>
                  <a:lnTo>
                    <a:pt x="154673" y="73701"/>
                  </a:lnTo>
                  <a:close/>
                  <a:moveTo>
                    <a:pt x="130937" y="122655"/>
                  </a:moveTo>
                  <a:cubicBezTo>
                    <a:pt x="99761" y="150169"/>
                    <a:pt x="72482" y="154099"/>
                    <a:pt x="58311" y="154099"/>
                  </a:cubicBezTo>
                  <a:cubicBezTo>
                    <a:pt x="37055" y="154099"/>
                    <a:pt x="26427" y="138020"/>
                    <a:pt x="26427" y="115151"/>
                  </a:cubicBezTo>
                  <a:cubicBezTo>
                    <a:pt x="26427" y="97642"/>
                    <a:pt x="35638" y="59051"/>
                    <a:pt x="46974" y="40827"/>
                  </a:cubicBezTo>
                  <a:cubicBezTo>
                    <a:pt x="63625" y="14742"/>
                    <a:pt x="82756" y="7953"/>
                    <a:pt x="95155" y="7953"/>
                  </a:cubicBezTo>
                  <a:cubicBezTo>
                    <a:pt x="130228" y="7953"/>
                    <a:pt x="130228" y="54763"/>
                    <a:pt x="130228" y="82634"/>
                  </a:cubicBezTo>
                  <a:cubicBezTo>
                    <a:pt x="130228" y="95855"/>
                    <a:pt x="130228" y="116580"/>
                    <a:pt x="130937" y="122655"/>
                  </a:cubicBez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01371F44-D8E8-6A6B-B32E-0F9CFBE7C51A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1095594" y="8396666"/>
              <a:ext cx="82190" cy="357325"/>
            </a:xfrm>
            <a:custGeom>
              <a:avLst/>
              <a:gdLst>
                <a:gd name="connsiteX0" fmla="*/ 82408 w 82190"/>
                <a:gd name="connsiteY0" fmla="*/ 353844 h 357325"/>
                <a:gd name="connsiteX1" fmla="*/ 76385 w 82190"/>
                <a:gd name="connsiteY1" fmla="*/ 345983 h 357325"/>
                <a:gd name="connsiteX2" fmla="*/ 20765 w 82190"/>
                <a:gd name="connsiteY2" fmla="*/ 178755 h 357325"/>
                <a:gd name="connsiteX3" fmla="*/ 77802 w 82190"/>
                <a:gd name="connsiteY3" fmla="*/ 9740 h 357325"/>
                <a:gd name="connsiteX4" fmla="*/ 82408 w 82190"/>
                <a:gd name="connsiteY4" fmla="*/ 3665 h 357325"/>
                <a:gd name="connsiteX5" fmla="*/ 78865 w 82190"/>
                <a:gd name="connsiteY5" fmla="*/ 92 h 357325"/>
                <a:gd name="connsiteX6" fmla="*/ 22536 w 82190"/>
                <a:gd name="connsiteY6" fmla="*/ 69771 h 357325"/>
                <a:gd name="connsiteX7" fmla="*/ 217 w 82190"/>
                <a:gd name="connsiteY7" fmla="*/ 178755 h 357325"/>
                <a:gd name="connsiteX8" fmla="*/ 23599 w 82190"/>
                <a:gd name="connsiteY8" fmla="*/ 290240 h 357325"/>
                <a:gd name="connsiteX9" fmla="*/ 78865 w 82190"/>
                <a:gd name="connsiteY9" fmla="*/ 357418 h 357325"/>
                <a:gd name="connsiteX10" fmla="*/ 82408 w 82190"/>
                <a:gd name="connsiteY10" fmla="*/ 353844 h 35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0" h="357325">
                  <a:moveTo>
                    <a:pt x="82408" y="353844"/>
                  </a:moveTo>
                  <a:cubicBezTo>
                    <a:pt x="82408" y="352772"/>
                    <a:pt x="82408" y="352058"/>
                    <a:pt x="76385" y="345983"/>
                  </a:cubicBezTo>
                  <a:cubicBezTo>
                    <a:pt x="32101" y="300960"/>
                    <a:pt x="20765" y="233426"/>
                    <a:pt x="20765" y="178755"/>
                  </a:cubicBezTo>
                  <a:cubicBezTo>
                    <a:pt x="20765" y="116580"/>
                    <a:pt x="34227" y="54406"/>
                    <a:pt x="77802" y="9740"/>
                  </a:cubicBezTo>
                  <a:cubicBezTo>
                    <a:pt x="82408" y="5452"/>
                    <a:pt x="82408" y="4737"/>
                    <a:pt x="82408" y="3665"/>
                  </a:cubicBezTo>
                  <a:cubicBezTo>
                    <a:pt x="82408" y="1164"/>
                    <a:pt x="80991" y="92"/>
                    <a:pt x="78865" y="92"/>
                  </a:cubicBezTo>
                  <a:cubicBezTo>
                    <a:pt x="75322" y="92"/>
                    <a:pt x="43438" y="24390"/>
                    <a:pt x="22536" y="69771"/>
                  </a:cubicBezTo>
                  <a:cubicBezTo>
                    <a:pt x="4468" y="109076"/>
                    <a:pt x="217" y="148739"/>
                    <a:pt x="217" y="178755"/>
                  </a:cubicBezTo>
                  <a:cubicBezTo>
                    <a:pt x="217" y="206626"/>
                    <a:pt x="4114" y="249863"/>
                    <a:pt x="23599" y="290240"/>
                  </a:cubicBezTo>
                  <a:cubicBezTo>
                    <a:pt x="44855" y="334191"/>
                    <a:pt x="75322" y="357418"/>
                    <a:pt x="78865" y="357418"/>
                  </a:cubicBezTo>
                  <a:cubicBezTo>
                    <a:pt x="80991" y="357418"/>
                    <a:pt x="82408" y="356346"/>
                    <a:pt x="82408" y="353844"/>
                  </a:cubicBez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F7D27FE-5B2F-024F-AF05-B536D8C1E22A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1208567" y="8506722"/>
              <a:ext cx="234527" cy="161868"/>
            </a:xfrm>
            <a:custGeom>
              <a:avLst/>
              <a:gdLst>
                <a:gd name="connsiteX0" fmla="*/ 153620 w 234527"/>
                <a:gd name="connsiteY0" fmla="*/ 36897 h 161868"/>
                <a:gd name="connsiteX1" fmla="*/ 158934 w 234527"/>
                <a:gd name="connsiteY1" fmla="*/ 13670 h 161868"/>
                <a:gd name="connsiteX2" fmla="*/ 148661 w 234527"/>
                <a:gd name="connsiteY2" fmla="*/ 4023 h 161868"/>
                <a:gd name="connsiteX3" fmla="*/ 135552 w 234527"/>
                <a:gd name="connsiteY3" fmla="*/ 14028 h 161868"/>
                <a:gd name="connsiteX4" fmla="*/ 115359 w 234527"/>
                <a:gd name="connsiteY4" fmla="*/ 94069 h 161868"/>
                <a:gd name="connsiteX5" fmla="*/ 112171 w 234527"/>
                <a:gd name="connsiteY5" fmla="*/ 117652 h 161868"/>
                <a:gd name="connsiteX6" fmla="*/ 112525 w 234527"/>
                <a:gd name="connsiteY6" fmla="*/ 124084 h 161868"/>
                <a:gd name="connsiteX7" fmla="*/ 79932 w 234527"/>
                <a:gd name="connsiteY7" fmla="*/ 154099 h 161868"/>
                <a:gd name="connsiteX8" fmla="*/ 51590 w 234527"/>
                <a:gd name="connsiteY8" fmla="*/ 121583 h 161868"/>
                <a:gd name="connsiteX9" fmla="*/ 70012 w 234527"/>
                <a:gd name="connsiteY9" fmla="*/ 52262 h 161868"/>
                <a:gd name="connsiteX10" fmla="*/ 76035 w 234527"/>
                <a:gd name="connsiteY10" fmla="*/ 29393 h 161868"/>
                <a:gd name="connsiteX11" fmla="*/ 46985 w 234527"/>
                <a:gd name="connsiteY11" fmla="*/ 92 h 161868"/>
                <a:gd name="connsiteX12" fmla="*/ 221 w 234527"/>
                <a:gd name="connsiteY12" fmla="*/ 55120 h 161868"/>
                <a:gd name="connsiteX13" fmla="*/ 4472 w 234527"/>
                <a:gd name="connsiteY13" fmla="*/ 58693 h 161868"/>
                <a:gd name="connsiteX14" fmla="*/ 10140 w 234527"/>
                <a:gd name="connsiteY14" fmla="*/ 52262 h 161868"/>
                <a:gd name="connsiteX15" fmla="*/ 45922 w 234527"/>
                <a:gd name="connsiteY15" fmla="*/ 7953 h 161868"/>
                <a:gd name="connsiteX16" fmla="*/ 54779 w 234527"/>
                <a:gd name="connsiteY16" fmla="*/ 19745 h 161868"/>
                <a:gd name="connsiteX17" fmla="*/ 48402 w 234527"/>
                <a:gd name="connsiteY17" fmla="*/ 44758 h 161868"/>
                <a:gd name="connsiteX18" fmla="*/ 28562 w 234527"/>
                <a:gd name="connsiteY18" fmla="*/ 116937 h 161868"/>
                <a:gd name="connsiteX19" fmla="*/ 78869 w 234527"/>
                <a:gd name="connsiteY19" fmla="*/ 161961 h 161868"/>
                <a:gd name="connsiteX20" fmla="*/ 115713 w 234527"/>
                <a:gd name="connsiteY20" fmla="*/ 136948 h 161868"/>
                <a:gd name="connsiteX21" fmla="*/ 159997 w 234527"/>
                <a:gd name="connsiteY21" fmla="*/ 161961 h 161868"/>
                <a:gd name="connsiteX22" fmla="*/ 211367 w 234527"/>
                <a:gd name="connsiteY22" fmla="*/ 118009 h 161868"/>
                <a:gd name="connsiteX23" fmla="*/ 234748 w 234527"/>
                <a:gd name="connsiteY23" fmla="*/ 25105 h 161868"/>
                <a:gd name="connsiteX24" fmla="*/ 219161 w 234527"/>
                <a:gd name="connsiteY24" fmla="*/ 92 h 161868"/>
                <a:gd name="connsiteX25" fmla="*/ 201447 w 234527"/>
                <a:gd name="connsiteY25" fmla="*/ 17244 h 161868"/>
                <a:gd name="connsiteX26" fmla="*/ 206761 w 234527"/>
                <a:gd name="connsiteY26" fmla="*/ 26891 h 161868"/>
                <a:gd name="connsiteX27" fmla="*/ 219515 w 234527"/>
                <a:gd name="connsiteY27" fmla="*/ 57264 h 161868"/>
                <a:gd name="connsiteX28" fmla="*/ 200030 w 234527"/>
                <a:gd name="connsiteY28" fmla="*/ 122655 h 161868"/>
                <a:gd name="connsiteX29" fmla="*/ 161060 w 234527"/>
                <a:gd name="connsiteY29" fmla="*/ 154099 h 161868"/>
                <a:gd name="connsiteX30" fmla="*/ 134844 w 234527"/>
                <a:gd name="connsiteY30" fmla="*/ 123012 h 161868"/>
                <a:gd name="connsiteX31" fmla="*/ 138741 w 234527"/>
                <a:gd name="connsiteY31" fmla="*/ 96927 h 161868"/>
                <a:gd name="connsiteX32" fmla="*/ 153620 w 234527"/>
                <a:gd name="connsiteY32" fmla="*/ 36897 h 161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4527" h="161868">
                  <a:moveTo>
                    <a:pt x="153620" y="36897"/>
                  </a:moveTo>
                  <a:cubicBezTo>
                    <a:pt x="155392" y="29035"/>
                    <a:pt x="158934" y="15814"/>
                    <a:pt x="158934" y="13670"/>
                  </a:cubicBezTo>
                  <a:cubicBezTo>
                    <a:pt x="158934" y="7239"/>
                    <a:pt x="153975" y="4023"/>
                    <a:pt x="148661" y="4023"/>
                  </a:cubicBezTo>
                  <a:cubicBezTo>
                    <a:pt x="144409" y="4023"/>
                    <a:pt x="138032" y="6881"/>
                    <a:pt x="135552" y="14028"/>
                  </a:cubicBezTo>
                  <a:cubicBezTo>
                    <a:pt x="134490" y="16529"/>
                    <a:pt x="117839" y="84778"/>
                    <a:pt x="115359" y="94069"/>
                  </a:cubicBezTo>
                  <a:cubicBezTo>
                    <a:pt x="112879" y="104788"/>
                    <a:pt x="112171" y="111220"/>
                    <a:pt x="112171" y="117652"/>
                  </a:cubicBezTo>
                  <a:cubicBezTo>
                    <a:pt x="112171" y="121583"/>
                    <a:pt x="112171" y="122297"/>
                    <a:pt x="112525" y="124084"/>
                  </a:cubicBezTo>
                  <a:cubicBezTo>
                    <a:pt x="104377" y="143022"/>
                    <a:pt x="93748" y="154099"/>
                    <a:pt x="79932" y="154099"/>
                  </a:cubicBezTo>
                  <a:cubicBezTo>
                    <a:pt x="51590" y="154099"/>
                    <a:pt x="51590" y="127657"/>
                    <a:pt x="51590" y="121583"/>
                  </a:cubicBezTo>
                  <a:cubicBezTo>
                    <a:pt x="51590" y="110148"/>
                    <a:pt x="53361" y="96213"/>
                    <a:pt x="70012" y="52262"/>
                  </a:cubicBezTo>
                  <a:cubicBezTo>
                    <a:pt x="73909" y="41542"/>
                    <a:pt x="76035" y="36539"/>
                    <a:pt x="76035" y="29393"/>
                  </a:cubicBezTo>
                  <a:cubicBezTo>
                    <a:pt x="76035" y="13313"/>
                    <a:pt x="64344" y="92"/>
                    <a:pt x="46985" y="92"/>
                  </a:cubicBezTo>
                  <a:cubicBezTo>
                    <a:pt x="13329" y="92"/>
                    <a:pt x="221" y="51904"/>
                    <a:pt x="221" y="55120"/>
                  </a:cubicBezTo>
                  <a:cubicBezTo>
                    <a:pt x="221" y="58693"/>
                    <a:pt x="3763" y="58693"/>
                    <a:pt x="4472" y="58693"/>
                  </a:cubicBezTo>
                  <a:cubicBezTo>
                    <a:pt x="8015" y="58693"/>
                    <a:pt x="8369" y="57979"/>
                    <a:pt x="10140" y="52262"/>
                  </a:cubicBezTo>
                  <a:cubicBezTo>
                    <a:pt x="19706" y="19030"/>
                    <a:pt x="33522" y="7953"/>
                    <a:pt x="45922" y="7953"/>
                  </a:cubicBezTo>
                  <a:cubicBezTo>
                    <a:pt x="49110" y="7953"/>
                    <a:pt x="54779" y="8311"/>
                    <a:pt x="54779" y="19745"/>
                  </a:cubicBezTo>
                  <a:cubicBezTo>
                    <a:pt x="54779" y="28678"/>
                    <a:pt x="50882" y="38683"/>
                    <a:pt x="48402" y="44758"/>
                  </a:cubicBezTo>
                  <a:cubicBezTo>
                    <a:pt x="32814" y="86922"/>
                    <a:pt x="28562" y="103359"/>
                    <a:pt x="28562" y="116937"/>
                  </a:cubicBezTo>
                  <a:cubicBezTo>
                    <a:pt x="28562" y="149454"/>
                    <a:pt x="52299" y="161961"/>
                    <a:pt x="78869" y="161961"/>
                  </a:cubicBezTo>
                  <a:cubicBezTo>
                    <a:pt x="84892" y="161961"/>
                    <a:pt x="101542" y="161961"/>
                    <a:pt x="115713" y="136948"/>
                  </a:cubicBezTo>
                  <a:cubicBezTo>
                    <a:pt x="124924" y="159817"/>
                    <a:pt x="149369" y="161961"/>
                    <a:pt x="159997" y="161961"/>
                  </a:cubicBezTo>
                  <a:cubicBezTo>
                    <a:pt x="186568" y="161961"/>
                    <a:pt x="202155" y="139449"/>
                    <a:pt x="211367" y="118009"/>
                  </a:cubicBezTo>
                  <a:cubicBezTo>
                    <a:pt x="223412" y="90138"/>
                    <a:pt x="234748" y="42256"/>
                    <a:pt x="234748" y="25105"/>
                  </a:cubicBezTo>
                  <a:cubicBezTo>
                    <a:pt x="234748" y="5452"/>
                    <a:pt x="225183" y="92"/>
                    <a:pt x="219161" y="92"/>
                  </a:cubicBezTo>
                  <a:cubicBezTo>
                    <a:pt x="210304" y="92"/>
                    <a:pt x="201447" y="9383"/>
                    <a:pt x="201447" y="17244"/>
                  </a:cubicBezTo>
                  <a:cubicBezTo>
                    <a:pt x="201447" y="21889"/>
                    <a:pt x="203573" y="24033"/>
                    <a:pt x="206761" y="26891"/>
                  </a:cubicBezTo>
                  <a:cubicBezTo>
                    <a:pt x="210658" y="30822"/>
                    <a:pt x="219515" y="40112"/>
                    <a:pt x="219515" y="57264"/>
                  </a:cubicBezTo>
                  <a:cubicBezTo>
                    <a:pt x="219515" y="69413"/>
                    <a:pt x="209241" y="104431"/>
                    <a:pt x="200030" y="122655"/>
                  </a:cubicBezTo>
                  <a:cubicBezTo>
                    <a:pt x="190819" y="141593"/>
                    <a:pt x="178419" y="154099"/>
                    <a:pt x="161060" y="154099"/>
                  </a:cubicBezTo>
                  <a:cubicBezTo>
                    <a:pt x="144409" y="154099"/>
                    <a:pt x="134844" y="143380"/>
                    <a:pt x="134844" y="123012"/>
                  </a:cubicBezTo>
                  <a:cubicBezTo>
                    <a:pt x="134844" y="113007"/>
                    <a:pt x="137324" y="101930"/>
                    <a:pt x="138741" y="96927"/>
                  </a:cubicBezTo>
                  <a:lnTo>
                    <a:pt x="153620" y="36897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4400329A-B870-9D34-036A-C4C33AAD1118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1463578" y="8552424"/>
              <a:ext cx="75140" cy="168336"/>
            </a:xfrm>
            <a:custGeom>
              <a:avLst/>
              <a:gdLst>
                <a:gd name="connsiteX0" fmla="*/ 68921 w 75140"/>
                <a:gd name="connsiteY0" fmla="*/ 9598 h 168336"/>
                <a:gd name="connsiteX1" fmla="*/ 59002 w 75140"/>
                <a:gd name="connsiteY1" fmla="*/ 94 h 168336"/>
                <a:gd name="connsiteX2" fmla="*/ 45114 w 75140"/>
                <a:gd name="connsiteY2" fmla="*/ 13851 h 168336"/>
                <a:gd name="connsiteX3" fmla="*/ 55034 w 75140"/>
                <a:gd name="connsiteY3" fmla="*/ 23355 h 168336"/>
                <a:gd name="connsiteX4" fmla="*/ 68921 w 75140"/>
                <a:gd name="connsiteY4" fmla="*/ 9598 h 168336"/>
                <a:gd name="connsiteX5" fmla="*/ 18331 w 75140"/>
                <a:gd name="connsiteY5" fmla="*/ 136663 h 168336"/>
                <a:gd name="connsiteX6" fmla="*/ 16099 w 75140"/>
                <a:gd name="connsiteY6" fmla="*/ 147169 h 168336"/>
                <a:gd name="connsiteX7" fmla="*/ 39658 w 75140"/>
                <a:gd name="connsiteY7" fmla="*/ 168430 h 168336"/>
                <a:gd name="connsiteX8" fmla="*/ 75369 w 75140"/>
                <a:gd name="connsiteY8" fmla="*/ 130160 h 168336"/>
                <a:gd name="connsiteX9" fmla="*/ 71401 w 75140"/>
                <a:gd name="connsiteY9" fmla="*/ 126908 h 168336"/>
                <a:gd name="connsiteX10" fmla="*/ 66689 w 75140"/>
                <a:gd name="connsiteY10" fmla="*/ 131161 h 168336"/>
                <a:gd name="connsiteX11" fmla="*/ 40402 w 75140"/>
                <a:gd name="connsiteY11" fmla="*/ 161426 h 168336"/>
                <a:gd name="connsiteX12" fmla="*/ 34203 w 75140"/>
                <a:gd name="connsiteY12" fmla="*/ 152672 h 168336"/>
                <a:gd name="connsiteX13" fmla="*/ 38170 w 75140"/>
                <a:gd name="connsiteY13" fmla="*/ 136663 h 168336"/>
                <a:gd name="connsiteX14" fmla="*/ 46106 w 75140"/>
                <a:gd name="connsiteY14" fmla="*/ 116653 h 168336"/>
                <a:gd name="connsiteX15" fmla="*/ 58258 w 75140"/>
                <a:gd name="connsiteY15" fmla="*/ 84887 h 168336"/>
                <a:gd name="connsiteX16" fmla="*/ 59745 w 75140"/>
                <a:gd name="connsiteY16" fmla="*/ 76883 h 168336"/>
                <a:gd name="connsiteX17" fmla="*/ 36186 w 75140"/>
                <a:gd name="connsiteY17" fmla="*/ 55622 h 168336"/>
                <a:gd name="connsiteX18" fmla="*/ 228 w 75140"/>
                <a:gd name="connsiteY18" fmla="*/ 93891 h 168336"/>
                <a:gd name="connsiteX19" fmla="*/ 4444 w 75140"/>
                <a:gd name="connsiteY19" fmla="*/ 97143 h 168336"/>
                <a:gd name="connsiteX20" fmla="*/ 8908 w 75140"/>
                <a:gd name="connsiteY20" fmla="*/ 93141 h 168336"/>
                <a:gd name="connsiteX21" fmla="*/ 35442 w 75140"/>
                <a:gd name="connsiteY21" fmla="*/ 62625 h 168336"/>
                <a:gd name="connsiteX22" fmla="*/ 41642 w 75140"/>
                <a:gd name="connsiteY22" fmla="*/ 71380 h 168336"/>
                <a:gd name="connsiteX23" fmla="*/ 33955 w 75140"/>
                <a:gd name="connsiteY23" fmla="*/ 96393 h 168336"/>
                <a:gd name="connsiteX24" fmla="*/ 18331 w 75140"/>
                <a:gd name="connsiteY24" fmla="*/ 136663 h 16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140" h="168336">
                  <a:moveTo>
                    <a:pt x="68921" y="9598"/>
                  </a:moveTo>
                  <a:cubicBezTo>
                    <a:pt x="68921" y="5596"/>
                    <a:pt x="65945" y="94"/>
                    <a:pt x="59002" y="94"/>
                  </a:cubicBezTo>
                  <a:cubicBezTo>
                    <a:pt x="52306" y="94"/>
                    <a:pt x="45114" y="6597"/>
                    <a:pt x="45114" y="13851"/>
                  </a:cubicBezTo>
                  <a:cubicBezTo>
                    <a:pt x="45114" y="18103"/>
                    <a:pt x="48338" y="23355"/>
                    <a:pt x="55034" y="23355"/>
                  </a:cubicBezTo>
                  <a:cubicBezTo>
                    <a:pt x="62225" y="23355"/>
                    <a:pt x="68921" y="16352"/>
                    <a:pt x="68921" y="9598"/>
                  </a:cubicBezTo>
                  <a:close/>
                  <a:moveTo>
                    <a:pt x="18331" y="136663"/>
                  </a:moveTo>
                  <a:cubicBezTo>
                    <a:pt x="17339" y="139915"/>
                    <a:pt x="16099" y="142917"/>
                    <a:pt x="16099" y="147169"/>
                  </a:cubicBezTo>
                  <a:cubicBezTo>
                    <a:pt x="16099" y="158925"/>
                    <a:pt x="26019" y="168430"/>
                    <a:pt x="39658" y="168430"/>
                  </a:cubicBezTo>
                  <a:cubicBezTo>
                    <a:pt x="64457" y="168430"/>
                    <a:pt x="75369" y="133912"/>
                    <a:pt x="75369" y="130160"/>
                  </a:cubicBezTo>
                  <a:cubicBezTo>
                    <a:pt x="75369" y="126908"/>
                    <a:pt x="72145" y="126908"/>
                    <a:pt x="71401" y="126908"/>
                  </a:cubicBezTo>
                  <a:cubicBezTo>
                    <a:pt x="67929" y="126908"/>
                    <a:pt x="67681" y="128409"/>
                    <a:pt x="66689" y="131161"/>
                  </a:cubicBezTo>
                  <a:cubicBezTo>
                    <a:pt x="60985" y="151171"/>
                    <a:pt x="50074" y="161426"/>
                    <a:pt x="40402" y="161426"/>
                  </a:cubicBezTo>
                  <a:cubicBezTo>
                    <a:pt x="35442" y="161426"/>
                    <a:pt x="34203" y="158174"/>
                    <a:pt x="34203" y="152672"/>
                  </a:cubicBezTo>
                  <a:cubicBezTo>
                    <a:pt x="34203" y="146919"/>
                    <a:pt x="35938" y="142166"/>
                    <a:pt x="38170" y="136663"/>
                  </a:cubicBezTo>
                  <a:cubicBezTo>
                    <a:pt x="40650" y="129910"/>
                    <a:pt x="43378" y="123156"/>
                    <a:pt x="46106" y="116653"/>
                  </a:cubicBezTo>
                  <a:cubicBezTo>
                    <a:pt x="48338" y="110650"/>
                    <a:pt x="57266" y="87888"/>
                    <a:pt x="58258" y="84887"/>
                  </a:cubicBezTo>
                  <a:cubicBezTo>
                    <a:pt x="59002" y="82386"/>
                    <a:pt x="59745" y="79384"/>
                    <a:pt x="59745" y="76883"/>
                  </a:cubicBezTo>
                  <a:cubicBezTo>
                    <a:pt x="59745" y="65127"/>
                    <a:pt x="49826" y="55622"/>
                    <a:pt x="36186" y="55622"/>
                  </a:cubicBezTo>
                  <a:cubicBezTo>
                    <a:pt x="11635" y="55622"/>
                    <a:pt x="228" y="89639"/>
                    <a:pt x="228" y="93891"/>
                  </a:cubicBezTo>
                  <a:cubicBezTo>
                    <a:pt x="228" y="97143"/>
                    <a:pt x="3700" y="97143"/>
                    <a:pt x="4444" y="97143"/>
                  </a:cubicBezTo>
                  <a:cubicBezTo>
                    <a:pt x="7916" y="97143"/>
                    <a:pt x="8164" y="95893"/>
                    <a:pt x="8908" y="93141"/>
                  </a:cubicBezTo>
                  <a:cubicBezTo>
                    <a:pt x="15355" y="71630"/>
                    <a:pt x="26267" y="62625"/>
                    <a:pt x="35442" y="62625"/>
                  </a:cubicBezTo>
                  <a:cubicBezTo>
                    <a:pt x="39410" y="62625"/>
                    <a:pt x="41642" y="64627"/>
                    <a:pt x="41642" y="71380"/>
                  </a:cubicBezTo>
                  <a:cubicBezTo>
                    <a:pt x="41642" y="77133"/>
                    <a:pt x="40154" y="80885"/>
                    <a:pt x="33955" y="96393"/>
                  </a:cubicBezTo>
                  <a:lnTo>
                    <a:pt x="18331" y="136663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E29EC94-68B0-9B7C-A4D6-7640DBF2C809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1710434" y="8396666"/>
              <a:ext cx="14170" cy="357325"/>
            </a:xfrm>
            <a:custGeom>
              <a:avLst/>
              <a:gdLst>
                <a:gd name="connsiteX0" fmla="*/ 14405 w 14170"/>
                <a:gd name="connsiteY0" fmla="*/ 12956 h 357325"/>
                <a:gd name="connsiteX1" fmla="*/ 7319 w 14170"/>
                <a:gd name="connsiteY1" fmla="*/ 92 h 357325"/>
                <a:gd name="connsiteX2" fmla="*/ 234 w 14170"/>
                <a:gd name="connsiteY2" fmla="*/ 12956 h 357325"/>
                <a:gd name="connsiteX3" fmla="*/ 234 w 14170"/>
                <a:gd name="connsiteY3" fmla="*/ 344554 h 357325"/>
                <a:gd name="connsiteX4" fmla="*/ 7319 w 14170"/>
                <a:gd name="connsiteY4" fmla="*/ 357418 h 357325"/>
                <a:gd name="connsiteX5" fmla="*/ 14405 w 14170"/>
                <a:gd name="connsiteY5" fmla="*/ 344554 h 357325"/>
                <a:gd name="connsiteX6" fmla="*/ 14405 w 14170"/>
                <a:gd name="connsiteY6" fmla="*/ 12956 h 35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170" h="357325">
                  <a:moveTo>
                    <a:pt x="14405" y="12956"/>
                  </a:moveTo>
                  <a:cubicBezTo>
                    <a:pt x="14405" y="6524"/>
                    <a:pt x="14405" y="92"/>
                    <a:pt x="7319" y="92"/>
                  </a:cubicBezTo>
                  <a:cubicBezTo>
                    <a:pt x="234" y="92"/>
                    <a:pt x="234" y="6524"/>
                    <a:pt x="234" y="12956"/>
                  </a:cubicBezTo>
                  <a:lnTo>
                    <a:pt x="234" y="344554"/>
                  </a:lnTo>
                  <a:cubicBezTo>
                    <a:pt x="234" y="350986"/>
                    <a:pt x="234" y="357418"/>
                    <a:pt x="7319" y="357418"/>
                  </a:cubicBezTo>
                  <a:cubicBezTo>
                    <a:pt x="14405" y="357418"/>
                    <a:pt x="14405" y="350986"/>
                    <a:pt x="14405" y="344554"/>
                  </a:cubicBezTo>
                  <a:lnTo>
                    <a:pt x="14405" y="12956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53EA6AA8-4634-E91D-7865-F94C3C6E708B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1899092" y="8447764"/>
              <a:ext cx="146668" cy="18580"/>
            </a:xfrm>
            <a:custGeom>
              <a:avLst/>
              <a:gdLst>
                <a:gd name="connsiteX0" fmla="*/ 146908 w 146668"/>
                <a:gd name="connsiteY0" fmla="*/ 18673 h 18580"/>
                <a:gd name="connsiteX1" fmla="*/ 146908 w 146668"/>
                <a:gd name="connsiteY1" fmla="*/ 92 h 18580"/>
                <a:gd name="connsiteX2" fmla="*/ 240 w 146668"/>
                <a:gd name="connsiteY2" fmla="*/ 92 h 18580"/>
                <a:gd name="connsiteX3" fmla="*/ 240 w 146668"/>
                <a:gd name="connsiteY3" fmla="*/ 18673 h 18580"/>
                <a:gd name="connsiteX4" fmla="*/ 146908 w 146668"/>
                <a:gd name="connsiteY4" fmla="*/ 18673 h 18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668" h="18580">
                  <a:moveTo>
                    <a:pt x="146908" y="18673"/>
                  </a:moveTo>
                  <a:lnTo>
                    <a:pt x="146908" y="92"/>
                  </a:lnTo>
                  <a:lnTo>
                    <a:pt x="240" y="92"/>
                  </a:lnTo>
                  <a:lnTo>
                    <a:pt x="240" y="18673"/>
                  </a:lnTo>
                  <a:lnTo>
                    <a:pt x="146908" y="18673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400695BA-2B19-EEA7-5F3C-11AC6A43D3A0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1872885" y="8506008"/>
              <a:ext cx="199454" cy="158652"/>
            </a:xfrm>
            <a:custGeom>
              <a:avLst/>
              <a:gdLst>
                <a:gd name="connsiteX0" fmla="*/ 115023 w 199454"/>
                <a:gd name="connsiteY0" fmla="*/ 70842 h 158652"/>
                <a:gd name="connsiteX1" fmla="*/ 156473 w 199454"/>
                <a:gd name="connsiteY1" fmla="*/ 24390 h 158652"/>
                <a:gd name="connsiteX2" fmla="*/ 192609 w 199454"/>
                <a:gd name="connsiteY2" fmla="*/ 16886 h 158652"/>
                <a:gd name="connsiteX3" fmla="*/ 192609 w 199454"/>
                <a:gd name="connsiteY3" fmla="*/ 92 h 158652"/>
                <a:gd name="connsiteX4" fmla="*/ 160016 w 199454"/>
                <a:gd name="connsiteY4" fmla="*/ 1164 h 158652"/>
                <a:gd name="connsiteX5" fmla="*/ 123526 w 199454"/>
                <a:gd name="connsiteY5" fmla="*/ 92 h 158652"/>
                <a:gd name="connsiteX6" fmla="*/ 123526 w 199454"/>
                <a:gd name="connsiteY6" fmla="*/ 16886 h 158652"/>
                <a:gd name="connsiteX7" fmla="*/ 136988 w 199454"/>
                <a:gd name="connsiteY7" fmla="*/ 20102 h 158652"/>
                <a:gd name="connsiteX8" fmla="*/ 134154 w 199454"/>
                <a:gd name="connsiteY8" fmla="*/ 24390 h 158652"/>
                <a:gd name="connsiteX9" fmla="*/ 104395 w 199454"/>
                <a:gd name="connsiteY9" fmla="*/ 57979 h 158652"/>
                <a:gd name="connsiteX10" fmla="*/ 69677 w 199454"/>
                <a:gd name="connsiteY10" fmla="*/ 16886 h 158652"/>
                <a:gd name="connsiteX11" fmla="*/ 83848 w 199454"/>
                <a:gd name="connsiteY11" fmla="*/ 16886 h 158652"/>
                <a:gd name="connsiteX12" fmla="*/ 83848 w 199454"/>
                <a:gd name="connsiteY12" fmla="*/ 92 h 158652"/>
                <a:gd name="connsiteX13" fmla="*/ 40981 w 199454"/>
                <a:gd name="connsiteY13" fmla="*/ 1164 h 158652"/>
                <a:gd name="connsiteX14" fmla="*/ 2011 w 199454"/>
                <a:gd name="connsiteY14" fmla="*/ 92 h 158652"/>
                <a:gd name="connsiteX15" fmla="*/ 2011 w 199454"/>
                <a:gd name="connsiteY15" fmla="*/ 16886 h 158652"/>
                <a:gd name="connsiteX16" fmla="*/ 27164 w 199454"/>
                <a:gd name="connsiteY16" fmla="*/ 16886 h 158652"/>
                <a:gd name="connsiteX17" fmla="*/ 82431 w 199454"/>
                <a:gd name="connsiteY17" fmla="*/ 82634 h 158652"/>
                <a:gd name="connsiteX18" fmla="*/ 36021 w 199454"/>
                <a:gd name="connsiteY18" fmla="*/ 135161 h 158652"/>
                <a:gd name="connsiteX19" fmla="*/ 240 w 199454"/>
                <a:gd name="connsiteY19" fmla="*/ 141950 h 158652"/>
                <a:gd name="connsiteX20" fmla="*/ 240 w 199454"/>
                <a:gd name="connsiteY20" fmla="*/ 158745 h 158652"/>
                <a:gd name="connsiteX21" fmla="*/ 32833 w 199454"/>
                <a:gd name="connsiteY21" fmla="*/ 157673 h 158652"/>
                <a:gd name="connsiteX22" fmla="*/ 69322 w 199454"/>
                <a:gd name="connsiteY22" fmla="*/ 158745 h 158652"/>
                <a:gd name="connsiteX23" fmla="*/ 69322 w 199454"/>
                <a:gd name="connsiteY23" fmla="*/ 141950 h 158652"/>
                <a:gd name="connsiteX24" fmla="*/ 56214 w 199454"/>
                <a:gd name="connsiteY24" fmla="*/ 138020 h 158652"/>
                <a:gd name="connsiteX25" fmla="*/ 58694 w 199454"/>
                <a:gd name="connsiteY25" fmla="*/ 134446 h 158652"/>
                <a:gd name="connsiteX26" fmla="*/ 93059 w 199454"/>
                <a:gd name="connsiteY26" fmla="*/ 95498 h 158652"/>
                <a:gd name="connsiteX27" fmla="*/ 132029 w 199454"/>
                <a:gd name="connsiteY27" fmla="*/ 141950 h 158652"/>
                <a:gd name="connsiteX28" fmla="*/ 118212 w 199454"/>
                <a:gd name="connsiteY28" fmla="*/ 141950 h 158652"/>
                <a:gd name="connsiteX29" fmla="*/ 118212 w 199454"/>
                <a:gd name="connsiteY29" fmla="*/ 158745 h 158652"/>
                <a:gd name="connsiteX30" fmla="*/ 160725 w 199454"/>
                <a:gd name="connsiteY30" fmla="*/ 157673 h 158652"/>
                <a:gd name="connsiteX31" fmla="*/ 199694 w 199454"/>
                <a:gd name="connsiteY31" fmla="*/ 158745 h 158652"/>
                <a:gd name="connsiteX32" fmla="*/ 199694 w 199454"/>
                <a:gd name="connsiteY32" fmla="*/ 141950 h 158652"/>
                <a:gd name="connsiteX33" fmla="*/ 174541 w 199454"/>
                <a:gd name="connsiteY33" fmla="*/ 141950 h 158652"/>
                <a:gd name="connsiteX34" fmla="*/ 115023 w 199454"/>
                <a:gd name="connsiteY34" fmla="*/ 70842 h 158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454" h="158652">
                  <a:moveTo>
                    <a:pt x="115023" y="70842"/>
                  </a:moveTo>
                  <a:lnTo>
                    <a:pt x="156473" y="24390"/>
                  </a:lnTo>
                  <a:cubicBezTo>
                    <a:pt x="161079" y="19388"/>
                    <a:pt x="163204" y="16886"/>
                    <a:pt x="192609" y="16886"/>
                  </a:cubicBezTo>
                  <a:lnTo>
                    <a:pt x="192609" y="92"/>
                  </a:lnTo>
                  <a:cubicBezTo>
                    <a:pt x="180209" y="807"/>
                    <a:pt x="161787" y="1164"/>
                    <a:pt x="160016" y="1164"/>
                  </a:cubicBezTo>
                  <a:cubicBezTo>
                    <a:pt x="151159" y="1164"/>
                    <a:pt x="133446" y="449"/>
                    <a:pt x="123526" y="92"/>
                  </a:cubicBezTo>
                  <a:lnTo>
                    <a:pt x="123526" y="16886"/>
                  </a:lnTo>
                  <a:cubicBezTo>
                    <a:pt x="128486" y="16886"/>
                    <a:pt x="132737" y="17601"/>
                    <a:pt x="136988" y="20102"/>
                  </a:cubicBezTo>
                  <a:cubicBezTo>
                    <a:pt x="135571" y="22246"/>
                    <a:pt x="135571" y="22961"/>
                    <a:pt x="134154" y="24390"/>
                  </a:cubicBezTo>
                  <a:lnTo>
                    <a:pt x="104395" y="57979"/>
                  </a:lnTo>
                  <a:lnTo>
                    <a:pt x="69677" y="16886"/>
                  </a:lnTo>
                  <a:lnTo>
                    <a:pt x="83848" y="16886"/>
                  </a:lnTo>
                  <a:lnTo>
                    <a:pt x="83848" y="92"/>
                  </a:lnTo>
                  <a:cubicBezTo>
                    <a:pt x="74637" y="449"/>
                    <a:pt x="52317" y="1164"/>
                    <a:pt x="40981" y="1164"/>
                  </a:cubicBezTo>
                  <a:cubicBezTo>
                    <a:pt x="29644" y="1164"/>
                    <a:pt x="13702" y="449"/>
                    <a:pt x="2011" y="92"/>
                  </a:cubicBezTo>
                  <a:lnTo>
                    <a:pt x="2011" y="16886"/>
                  </a:lnTo>
                  <a:lnTo>
                    <a:pt x="27164" y="16886"/>
                  </a:lnTo>
                  <a:lnTo>
                    <a:pt x="82431" y="82634"/>
                  </a:lnTo>
                  <a:lnTo>
                    <a:pt x="36021" y="135161"/>
                  </a:lnTo>
                  <a:cubicBezTo>
                    <a:pt x="29998" y="141950"/>
                    <a:pt x="17245" y="141950"/>
                    <a:pt x="240" y="141950"/>
                  </a:cubicBezTo>
                  <a:lnTo>
                    <a:pt x="240" y="158745"/>
                  </a:lnTo>
                  <a:cubicBezTo>
                    <a:pt x="12639" y="158030"/>
                    <a:pt x="31061" y="157673"/>
                    <a:pt x="32833" y="157673"/>
                  </a:cubicBezTo>
                  <a:cubicBezTo>
                    <a:pt x="41689" y="157673"/>
                    <a:pt x="62237" y="158387"/>
                    <a:pt x="69322" y="158745"/>
                  </a:cubicBezTo>
                  <a:lnTo>
                    <a:pt x="69322" y="141950"/>
                  </a:lnTo>
                  <a:cubicBezTo>
                    <a:pt x="62946" y="141950"/>
                    <a:pt x="56214" y="140164"/>
                    <a:pt x="56214" y="138020"/>
                  </a:cubicBezTo>
                  <a:cubicBezTo>
                    <a:pt x="56214" y="137662"/>
                    <a:pt x="56214" y="137305"/>
                    <a:pt x="58694" y="134446"/>
                  </a:cubicBezTo>
                  <a:lnTo>
                    <a:pt x="93059" y="95498"/>
                  </a:lnTo>
                  <a:lnTo>
                    <a:pt x="132029" y="141950"/>
                  </a:lnTo>
                  <a:lnTo>
                    <a:pt x="118212" y="141950"/>
                  </a:lnTo>
                  <a:lnTo>
                    <a:pt x="118212" y="158745"/>
                  </a:lnTo>
                  <a:cubicBezTo>
                    <a:pt x="127423" y="158387"/>
                    <a:pt x="149034" y="157673"/>
                    <a:pt x="160725" y="157673"/>
                  </a:cubicBezTo>
                  <a:cubicBezTo>
                    <a:pt x="172061" y="157673"/>
                    <a:pt x="188003" y="158387"/>
                    <a:pt x="199694" y="158745"/>
                  </a:cubicBezTo>
                  <a:lnTo>
                    <a:pt x="199694" y="141950"/>
                  </a:lnTo>
                  <a:lnTo>
                    <a:pt x="174541" y="141950"/>
                  </a:lnTo>
                  <a:lnTo>
                    <a:pt x="115023" y="70842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00BCFFED-E8E2-C0D5-1587-B0EBAB5F2996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2100307" y="8396666"/>
              <a:ext cx="82191" cy="357325"/>
            </a:xfrm>
            <a:custGeom>
              <a:avLst/>
              <a:gdLst>
                <a:gd name="connsiteX0" fmla="*/ 82437 w 82191"/>
                <a:gd name="connsiteY0" fmla="*/ 178755 h 357325"/>
                <a:gd name="connsiteX1" fmla="*/ 59055 w 82191"/>
                <a:gd name="connsiteY1" fmla="*/ 67269 h 357325"/>
                <a:gd name="connsiteX2" fmla="*/ 3788 w 82191"/>
                <a:gd name="connsiteY2" fmla="*/ 92 h 357325"/>
                <a:gd name="connsiteX3" fmla="*/ 246 w 82191"/>
                <a:gd name="connsiteY3" fmla="*/ 3665 h 357325"/>
                <a:gd name="connsiteX4" fmla="*/ 6977 w 82191"/>
                <a:gd name="connsiteY4" fmla="*/ 11884 h 357325"/>
                <a:gd name="connsiteX5" fmla="*/ 61889 w 82191"/>
                <a:gd name="connsiteY5" fmla="*/ 178755 h 357325"/>
                <a:gd name="connsiteX6" fmla="*/ 4851 w 82191"/>
                <a:gd name="connsiteY6" fmla="*/ 347770 h 357325"/>
                <a:gd name="connsiteX7" fmla="*/ 246 w 82191"/>
                <a:gd name="connsiteY7" fmla="*/ 353844 h 357325"/>
                <a:gd name="connsiteX8" fmla="*/ 3788 w 82191"/>
                <a:gd name="connsiteY8" fmla="*/ 357418 h 357325"/>
                <a:gd name="connsiteX9" fmla="*/ 60117 w 82191"/>
                <a:gd name="connsiteY9" fmla="*/ 287739 h 357325"/>
                <a:gd name="connsiteX10" fmla="*/ 82437 w 82191"/>
                <a:gd name="connsiteY10" fmla="*/ 178755 h 35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1" h="357325">
                  <a:moveTo>
                    <a:pt x="82437" y="178755"/>
                  </a:moveTo>
                  <a:cubicBezTo>
                    <a:pt x="82437" y="150883"/>
                    <a:pt x="78540" y="107647"/>
                    <a:pt x="59055" y="67269"/>
                  </a:cubicBezTo>
                  <a:cubicBezTo>
                    <a:pt x="37798" y="23318"/>
                    <a:pt x="7331" y="92"/>
                    <a:pt x="3788" y="92"/>
                  </a:cubicBezTo>
                  <a:cubicBezTo>
                    <a:pt x="1663" y="92"/>
                    <a:pt x="246" y="1521"/>
                    <a:pt x="246" y="3665"/>
                  </a:cubicBezTo>
                  <a:cubicBezTo>
                    <a:pt x="246" y="4737"/>
                    <a:pt x="246" y="5452"/>
                    <a:pt x="6977" y="11884"/>
                  </a:cubicBezTo>
                  <a:cubicBezTo>
                    <a:pt x="41695" y="47259"/>
                    <a:pt x="61889" y="104074"/>
                    <a:pt x="61889" y="178755"/>
                  </a:cubicBezTo>
                  <a:cubicBezTo>
                    <a:pt x="61889" y="239857"/>
                    <a:pt x="48781" y="302747"/>
                    <a:pt x="4851" y="347770"/>
                  </a:cubicBezTo>
                  <a:cubicBezTo>
                    <a:pt x="246" y="352058"/>
                    <a:pt x="246" y="352772"/>
                    <a:pt x="246" y="353844"/>
                  </a:cubicBezTo>
                  <a:cubicBezTo>
                    <a:pt x="246" y="355988"/>
                    <a:pt x="1663" y="357418"/>
                    <a:pt x="3788" y="357418"/>
                  </a:cubicBezTo>
                  <a:cubicBezTo>
                    <a:pt x="7331" y="357418"/>
                    <a:pt x="39215" y="333119"/>
                    <a:pt x="60117" y="287739"/>
                  </a:cubicBezTo>
                  <a:cubicBezTo>
                    <a:pt x="78185" y="248433"/>
                    <a:pt x="82437" y="208770"/>
                    <a:pt x="82437" y="178755"/>
                  </a:cubicBez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11225D42-6918-43F1-7638-DCDAF38A7AF1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2327079" y="8556391"/>
              <a:ext cx="37552" cy="37876"/>
            </a:xfrm>
            <a:custGeom>
              <a:avLst/>
              <a:gdLst>
                <a:gd name="connsiteX0" fmla="*/ 37804 w 37552"/>
                <a:gd name="connsiteY0" fmla="*/ 19030 h 37876"/>
                <a:gd name="connsiteX1" fmla="*/ 19028 w 37552"/>
                <a:gd name="connsiteY1" fmla="*/ 92 h 37876"/>
                <a:gd name="connsiteX2" fmla="*/ 252 w 37552"/>
                <a:gd name="connsiteY2" fmla="*/ 19030 h 37876"/>
                <a:gd name="connsiteX3" fmla="*/ 19028 w 37552"/>
                <a:gd name="connsiteY3" fmla="*/ 37969 h 37876"/>
                <a:gd name="connsiteX4" fmla="*/ 37804 w 37552"/>
                <a:gd name="connsiteY4" fmla="*/ 19030 h 37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552" h="37876">
                  <a:moveTo>
                    <a:pt x="37804" y="19030"/>
                  </a:moveTo>
                  <a:cubicBezTo>
                    <a:pt x="37804" y="8668"/>
                    <a:pt x="29302" y="92"/>
                    <a:pt x="19028" y="92"/>
                  </a:cubicBezTo>
                  <a:cubicBezTo>
                    <a:pt x="8754" y="92"/>
                    <a:pt x="252" y="8668"/>
                    <a:pt x="252" y="19030"/>
                  </a:cubicBezTo>
                  <a:cubicBezTo>
                    <a:pt x="252" y="29393"/>
                    <a:pt x="8754" y="37969"/>
                    <a:pt x="19028" y="37969"/>
                  </a:cubicBezTo>
                  <a:cubicBezTo>
                    <a:pt x="29302" y="37969"/>
                    <a:pt x="37804" y="29393"/>
                    <a:pt x="37804" y="19030"/>
                  </a:cubicBez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C7CEA1DD-0522-6625-C4A6-F31DA75844D3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2514132" y="8506722"/>
              <a:ext cx="125412" cy="161868"/>
            </a:xfrm>
            <a:custGeom>
              <a:avLst/>
              <a:gdLst>
                <a:gd name="connsiteX0" fmla="*/ 44541 w 125412"/>
                <a:gd name="connsiteY0" fmla="*/ 75488 h 161868"/>
                <a:gd name="connsiteX1" fmla="*/ 95910 w 125412"/>
                <a:gd name="connsiteY1" fmla="*/ 67627 h 161868"/>
                <a:gd name="connsiteX2" fmla="*/ 123897 w 125412"/>
                <a:gd name="connsiteY2" fmla="*/ 30465 h 161868"/>
                <a:gd name="connsiteX3" fmla="*/ 88116 w 125412"/>
                <a:gd name="connsiteY3" fmla="*/ 92 h 161868"/>
                <a:gd name="connsiteX4" fmla="*/ 257 w 125412"/>
                <a:gd name="connsiteY4" fmla="*/ 99429 h 161868"/>
                <a:gd name="connsiteX5" fmla="*/ 50917 w 125412"/>
                <a:gd name="connsiteY5" fmla="*/ 161961 h 161868"/>
                <a:gd name="connsiteX6" fmla="*/ 125669 w 125412"/>
                <a:gd name="connsiteY6" fmla="*/ 120868 h 161868"/>
                <a:gd name="connsiteX7" fmla="*/ 120000 w 125412"/>
                <a:gd name="connsiteY7" fmla="*/ 115151 h 161868"/>
                <a:gd name="connsiteX8" fmla="*/ 115395 w 125412"/>
                <a:gd name="connsiteY8" fmla="*/ 119081 h 161868"/>
                <a:gd name="connsiteX9" fmla="*/ 51626 w 125412"/>
                <a:gd name="connsiteY9" fmla="*/ 154099 h 161868"/>
                <a:gd name="connsiteX10" fmla="*/ 24701 w 125412"/>
                <a:gd name="connsiteY10" fmla="*/ 114794 h 161868"/>
                <a:gd name="connsiteX11" fmla="*/ 30724 w 125412"/>
                <a:gd name="connsiteY11" fmla="*/ 75488 h 161868"/>
                <a:gd name="connsiteX12" fmla="*/ 44541 w 125412"/>
                <a:gd name="connsiteY12" fmla="*/ 75488 h 161868"/>
                <a:gd name="connsiteX13" fmla="*/ 32850 w 125412"/>
                <a:gd name="connsiteY13" fmla="*/ 67627 h 161868"/>
                <a:gd name="connsiteX14" fmla="*/ 88116 w 125412"/>
                <a:gd name="connsiteY14" fmla="*/ 7953 h 161868"/>
                <a:gd name="connsiteX15" fmla="*/ 110435 w 125412"/>
                <a:gd name="connsiteY15" fmla="*/ 29750 h 161868"/>
                <a:gd name="connsiteX16" fmla="*/ 40289 w 125412"/>
                <a:gd name="connsiteY16" fmla="*/ 67627 h 161868"/>
                <a:gd name="connsiteX17" fmla="*/ 32850 w 125412"/>
                <a:gd name="connsiteY17" fmla="*/ 67627 h 161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5412" h="161868">
                  <a:moveTo>
                    <a:pt x="44541" y="75488"/>
                  </a:moveTo>
                  <a:cubicBezTo>
                    <a:pt x="55169" y="75488"/>
                    <a:pt x="78905" y="74416"/>
                    <a:pt x="95910" y="67627"/>
                  </a:cubicBezTo>
                  <a:cubicBezTo>
                    <a:pt x="123897" y="56192"/>
                    <a:pt x="123897" y="32966"/>
                    <a:pt x="123897" y="30465"/>
                  </a:cubicBezTo>
                  <a:cubicBezTo>
                    <a:pt x="123897" y="14028"/>
                    <a:pt x="110789" y="92"/>
                    <a:pt x="88116" y="92"/>
                  </a:cubicBezTo>
                  <a:cubicBezTo>
                    <a:pt x="50917" y="92"/>
                    <a:pt x="257" y="36182"/>
                    <a:pt x="257" y="99429"/>
                  </a:cubicBezTo>
                  <a:cubicBezTo>
                    <a:pt x="257" y="131588"/>
                    <a:pt x="17262" y="161961"/>
                    <a:pt x="50917" y="161961"/>
                  </a:cubicBezTo>
                  <a:cubicBezTo>
                    <a:pt x="96264" y="161961"/>
                    <a:pt x="125669" y="126228"/>
                    <a:pt x="125669" y="120868"/>
                  </a:cubicBezTo>
                  <a:cubicBezTo>
                    <a:pt x="125669" y="119081"/>
                    <a:pt x="122835" y="115151"/>
                    <a:pt x="120000" y="115151"/>
                  </a:cubicBezTo>
                  <a:cubicBezTo>
                    <a:pt x="118583" y="115151"/>
                    <a:pt x="118229" y="115508"/>
                    <a:pt x="115395" y="119081"/>
                  </a:cubicBezTo>
                  <a:cubicBezTo>
                    <a:pt x="89179" y="152670"/>
                    <a:pt x="57649" y="154099"/>
                    <a:pt x="51626" y="154099"/>
                  </a:cubicBezTo>
                  <a:cubicBezTo>
                    <a:pt x="28598" y="154099"/>
                    <a:pt x="24701" y="128729"/>
                    <a:pt x="24701" y="114794"/>
                  </a:cubicBezTo>
                  <a:cubicBezTo>
                    <a:pt x="24701" y="101215"/>
                    <a:pt x="28244" y="85135"/>
                    <a:pt x="30724" y="75488"/>
                  </a:cubicBezTo>
                  <a:lnTo>
                    <a:pt x="44541" y="75488"/>
                  </a:lnTo>
                  <a:close/>
                  <a:moveTo>
                    <a:pt x="32850" y="67627"/>
                  </a:moveTo>
                  <a:cubicBezTo>
                    <a:pt x="48083" y="9025"/>
                    <a:pt x="84573" y="7953"/>
                    <a:pt x="88116" y="7953"/>
                  </a:cubicBezTo>
                  <a:cubicBezTo>
                    <a:pt x="102287" y="7953"/>
                    <a:pt x="110435" y="17601"/>
                    <a:pt x="110435" y="29750"/>
                  </a:cubicBezTo>
                  <a:cubicBezTo>
                    <a:pt x="110435" y="67627"/>
                    <a:pt x="51980" y="67627"/>
                    <a:pt x="40289" y="67627"/>
                  </a:cubicBezTo>
                  <a:lnTo>
                    <a:pt x="32850" y="67627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E5D64A2B-E1DA-33D9-E97F-A6583D7DD31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2666114" y="8506722"/>
              <a:ext cx="268892" cy="161868"/>
            </a:xfrm>
            <a:custGeom>
              <a:avLst/>
              <a:gdLst>
                <a:gd name="connsiteX0" fmla="*/ 52339 w 268892"/>
                <a:gd name="connsiteY0" fmla="*/ 95498 h 161868"/>
                <a:gd name="connsiteX1" fmla="*/ 58007 w 268892"/>
                <a:gd name="connsiteY1" fmla="*/ 72272 h 161868"/>
                <a:gd name="connsiteX2" fmla="*/ 66864 w 268892"/>
                <a:gd name="connsiteY2" fmla="*/ 46544 h 161868"/>
                <a:gd name="connsiteX3" fmla="*/ 116817 w 268892"/>
                <a:gd name="connsiteY3" fmla="*/ 7953 h 161868"/>
                <a:gd name="connsiteX4" fmla="*/ 133113 w 268892"/>
                <a:gd name="connsiteY4" fmla="*/ 31537 h 161868"/>
                <a:gd name="connsiteX5" fmla="*/ 129925 w 268892"/>
                <a:gd name="connsiteY5" fmla="*/ 54763 h 161868"/>
                <a:gd name="connsiteX6" fmla="*/ 106897 w 268892"/>
                <a:gd name="connsiteY6" fmla="*/ 147667 h 161868"/>
                <a:gd name="connsiteX7" fmla="*/ 105834 w 268892"/>
                <a:gd name="connsiteY7" fmla="*/ 152670 h 161868"/>
                <a:gd name="connsiteX8" fmla="*/ 115754 w 268892"/>
                <a:gd name="connsiteY8" fmla="*/ 161961 h 161868"/>
                <a:gd name="connsiteX9" fmla="*/ 128508 w 268892"/>
                <a:gd name="connsiteY9" fmla="*/ 152670 h 161868"/>
                <a:gd name="connsiteX10" fmla="*/ 142678 w 268892"/>
                <a:gd name="connsiteY10" fmla="*/ 95498 h 161868"/>
                <a:gd name="connsiteX11" fmla="*/ 148347 w 268892"/>
                <a:gd name="connsiteY11" fmla="*/ 72272 h 161868"/>
                <a:gd name="connsiteX12" fmla="*/ 157204 w 268892"/>
                <a:gd name="connsiteY12" fmla="*/ 46544 h 161868"/>
                <a:gd name="connsiteX13" fmla="*/ 207156 w 268892"/>
                <a:gd name="connsiteY13" fmla="*/ 7953 h 161868"/>
                <a:gd name="connsiteX14" fmla="*/ 223452 w 268892"/>
                <a:gd name="connsiteY14" fmla="*/ 31537 h 161868"/>
                <a:gd name="connsiteX15" fmla="*/ 202905 w 268892"/>
                <a:gd name="connsiteY15" fmla="*/ 110506 h 161868"/>
                <a:gd name="connsiteX16" fmla="*/ 197236 w 268892"/>
                <a:gd name="connsiteY16" fmla="*/ 133374 h 161868"/>
                <a:gd name="connsiteX17" fmla="*/ 224161 w 268892"/>
                <a:gd name="connsiteY17" fmla="*/ 161961 h 161868"/>
                <a:gd name="connsiteX18" fmla="*/ 269153 w 268892"/>
                <a:gd name="connsiteY18" fmla="*/ 106932 h 161868"/>
                <a:gd name="connsiteX19" fmla="*/ 263839 w 268892"/>
                <a:gd name="connsiteY19" fmla="*/ 103359 h 161868"/>
                <a:gd name="connsiteX20" fmla="*/ 257817 w 268892"/>
                <a:gd name="connsiteY20" fmla="*/ 109434 h 161868"/>
                <a:gd name="connsiteX21" fmla="*/ 224869 w 268892"/>
                <a:gd name="connsiteY21" fmla="*/ 154099 h 161868"/>
                <a:gd name="connsiteX22" fmla="*/ 217075 w 268892"/>
                <a:gd name="connsiteY22" fmla="*/ 143737 h 161868"/>
                <a:gd name="connsiteX23" fmla="*/ 223452 w 268892"/>
                <a:gd name="connsiteY23" fmla="*/ 116937 h 161868"/>
                <a:gd name="connsiteX24" fmla="*/ 245063 w 268892"/>
                <a:gd name="connsiteY24" fmla="*/ 37254 h 161868"/>
                <a:gd name="connsiteX25" fmla="*/ 207864 w 268892"/>
                <a:gd name="connsiteY25" fmla="*/ 92 h 161868"/>
                <a:gd name="connsiteX26" fmla="*/ 154724 w 268892"/>
                <a:gd name="connsiteY26" fmla="*/ 31537 h 161868"/>
                <a:gd name="connsiteX27" fmla="*/ 117525 w 268892"/>
                <a:gd name="connsiteY27" fmla="*/ 92 h 161868"/>
                <a:gd name="connsiteX28" fmla="*/ 66864 w 268892"/>
                <a:gd name="connsiteY28" fmla="*/ 28321 h 161868"/>
                <a:gd name="connsiteX29" fmla="*/ 37105 w 268892"/>
                <a:gd name="connsiteY29" fmla="*/ 92 h 161868"/>
                <a:gd name="connsiteX30" fmla="*/ 11598 w 268892"/>
                <a:gd name="connsiteY30" fmla="*/ 19030 h 161868"/>
                <a:gd name="connsiteX31" fmla="*/ 261 w 268892"/>
                <a:gd name="connsiteY31" fmla="*/ 55120 h 161868"/>
                <a:gd name="connsiteX32" fmla="*/ 5575 w 268892"/>
                <a:gd name="connsiteY32" fmla="*/ 58693 h 161868"/>
                <a:gd name="connsiteX33" fmla="*/ 12306 w 268892"/>
                <a:gd name="connsiteY33" fmla="*/ 50475 h 161868"/>
                <a:gd name="connsiteX34" fmla="*/ 36397 w 268892"/>
                <a:gd name="connsiteY34" fmla="*/ 7953 h 161868"/>
                <a:gd name="connsiteX35" fmla="*/ 45608 w 268892"/>
                <a:gd name="connsiteY35" fmla="*/ 22246 h 161868"/>
                <a:gd name="connsiteX36" fmla="*/ 43128 w 268892"/>
                <a:gd name="connsiteY36" fmla="*/ 40470 h 161868"/>
                <a:gd name="connsiteX37" fmla="*/ 16558 w 268892"/>
                <a:gd name="connsiteY37" fmla="*/ 147667 h 161868"/>
                <a:gd name="connsiteX38" fmla="*/ 15495 w 268892"/>
                <a:gd name="connsiteY38" fmla="*/ 152670 h 161868"/>
                <a:gd name="connsiteX39" fmla="*/ 25415 w 268892"/>
                <a:gd name="connsiteY39" fmla="*/ 161961 h 161868"/>
                <a:gd name="connsiteX40" fmla="*/ 38168 w 268892"/>
                <a:gd name="connsiteY40" fmla="*/ 152670 h 161868"/>
                <a:gd name="connsiteX41" fmla="*/ 52339 w 268892"/>
                <a:gd name="connsiteY41" fmla="*/ 95498 h 161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68892" h="161868">
                  <a:moveTo>
                    <a:pt x="52339" y="95498"/>
                  </a:moveTo>
                  <a:cubicBezTo>
                    <a:pt x="54110" y="87637"/>
                    <a:pt x="56236" y="80133"/>
                    <a:pt x="58007" y="72272"/>
                  </a:cubicBezTo>
                  <a:cubicBezTo>
                    <a:pt x="62613" y="54763"/>
                    <a:pt x="62613" y="54048"/>
                    <a:pt x="66864" y="46544"/>
                  </a:cubicBezTo>
                  <a:cubicBezTo>
                    <a:pt x="77138" y="28678"/>
                    <a:pt x="92372" y="7953"/>
                    <a:pt x="116817" y="7953"/>
                  </a:cubicBezTo>
                  <a:cubicBezTo>
                    <a:pt x="133113" y="7953"/>
                    <a:pt x="133113" y="26177"/>
                    <a:pt x="133113" y="31537"/>
                  </a:cubicBezTo>
                  <a:cubicBezTo>
                    <a:pt x="133113" y="41184"/>
                    <a:pt x="130633" y="51547"/>
                    <a:pt x="129925" y="54763"/>
                  </a:cubicBezTo>
                  <a:lnTo>
                    <a:pt x="106897" y="147667"/>
                  </a:lnTo>
                  <a:cubicBezTo>
                    <a:pt x="106188" y="149811"/>
                    <a:pt x="105834" y="151598"/>
                    <a:pt x="105834" y="152670"/>
                  </a:cubicBezTo>
                  <a:cubicBezTo>
                    <a:pt x="105834" y="156601"/>
                    <a:pt x="108668" y="161961"/>
                    <a:pt x="115754" y="161961"/>
                  </a:cubicBezTo>
                  <a:cubicBezTo>
                    <a:pt x="120005" y="161961"/>
                    <a:pt x="126028" y="159459"/>
                    <a:pt x="128508" y="152670"/>
                  </a:cubicBezTo>
                  <a:lnTo>
                    <a:pt x="142678" y="95498"/>
                  </a:lnTo>
                  <a:cubicBezTo>
                    <a:pt x="144450" y="87637"/>
                    <a:pt x="146575" y="80133"/>
                    <a:pt x="148347" y="72272"/>
                  </a:cubicBezTo>
                  <a:cubicBezTo>
                    <a:pt x="152952" y="54763"/>
                    <a:pt x="152952" y="54048"/>
                    <a:pt x="157204" y="46544"/>
                  </a:cubicBezTo>
                  <a:cubicBezTo>
                    <a:pt x="167477" y="28678"/>
                    <a:pt x="182711" y="7953"/>
                    <a:pt x="207156" y="7953"/>
                  </a:cubicBezTo>
                  <a:cubicBezTo>
                    <a:pt x="223452" y="7953"/>
                    <a:pt x="223452" y="26177"/>
                    <a:pt x="223452" y="31537"/>
                  </a:cubicBezTo>
                  <a:cubicBezTo>
                    <a:pt x="223452" y="53691"/>
                    <a:pt x="207864" y="96213"/>
                    <a:pt x="202905" y="110506"/>
                  </a:cubicBezTo>
                  <a:cubicBezTo>
                    <a:pt x="198299" y="122655"/>
                    <a:pt x="197236" y="125871"/>
                    <a:pt x="197236" y="133374"/>
                  </a:cubicBezTo>
                  <a:cubicBezTo>
                    <a:pt x="197236" y="149097"/>
                    <a:pt x="207156" y="161961"/>
                    <a:pt x="224161" y="161961"/>
                  </a:cubicBezTo>
                  <a:cubicBezTo>
                    <a:pt x="257108" y="161961"/>
                    <a:pt x="269153" y="108719"/>
                    <a:pt x="269153" y="106932"/>
                  </a:cubicBezTo>
                  <a:cubicBezTo>
                    <a:pt x="269153" y="103359"/>
                    <a:pt x="266319" y="103359"/>
                    <a:pt x="263839" y="103359"/>
                  </a:cubicBezTo>
                  <a:cubicBezTo>
                    <a:pt x="259234" y="103359"/>
                    <a:pt x="259234" y="104074"/>
                    <a:pt x="257817" y="109434"/>
                  </a:cubicBezTo>
                  <a:cubicBezTo>
                    <a:pt x="254982" y="119081"/>
                    <a:pt x="245417" y="154099"/>
                    <a:pt x="224869" y="154099"/>
                  </a:cubicBezTo>
                  <a:cubicBezTo>
                    <a:pt x="217430" y="154099"/>
                    <a:pt x="217075" y="148739"/>
                    <a:pt x="217075" y="143737"/>
                  </a:cubicBezTo>
                  <a:cubicBezTo>
                    <a:pt x="217075" y="134804"/>
                    <a:pt x="220618" y="125513"/>
                    <a:pt x="223452" y="116937"/>
                  </a:cubicBezTo>
                  <a:cubicBezTo>
                    <a:pt x="230538" y="97999"/>
                    <a:pt x="245063" y="57979"/>
                    <a:pt x="245063" y="37254"/>
                  </a:cubicBezTo>
                  <a:cubicBezTo>
                    <a:pt x="245063" y="7239"/>
                    <a:pt x="224515" y="92"/>
                    <a:pt x="207864" y="92"/>
                  </a:cubicBezTo>
                  <a:cubicBezTo>
                    <a:pt x="183065" y="92"/>
                    <a:pt x="165352" y="15814"/>
                    <a:pt x="154724" y="31537"/>
                  </a:cubicBezTo>
                  <a:cubicBezTo>
                    <a:pt x="151889" y="6881"/>
                    <a:pt x="133467" y="92"/>
                    <a:pt x="117525" y="92"/>
                  </a:cubicBezTo>
                  <a:cubicBezTo>
                    <a:pt x="96269" y="92"/>
                    <a:pt x="78909" y="11884"/>
                    <a:pt x="66864" y="28321"/>
                  </a:cubicBezTo>
                  <a:cubicBezTo>
                    <a:pt x="64384" y="10812"/>
                    <a:pt x="52339" y="92"/>
                    <a:pt x="37105" y="92"/>
                  </a:cubicBezTo>
                  <a:cubicBezTo>
                    <a:pt x="24352" y="92"/>
                    <a:pt x="17266" y="8311"/>
                    <a:pt x="11598" y="19030"/>
                  </a:cubicBezTo>
                  <a:cubicBezTo>
                    <a:pt x="4867" y="33323"/>
                    <a:pt x="261" y="54405"/>
                    <a:pt x="261" y="55120"/>
                  </a:cubicBezTo>
                  <a:cubicBezTo>
                    <a:pt x="261" y="58693"/>
                    <a:pt x="3804" y="58693"/>
                    <a:pt x="5575" y="58693"/>
                  </a:cubicBezTo>
                  <a:cubicBezTo>
                    <a:pt x="10181" y="58693"/>
                    <a:pt x="10535" y="58336"/>
                    <a:pt x="12306" y="50475"/>
                  </a:cubicBezTo>
                  <a:cubicBezTo>
                    <a:pt x="18683" y="25462"/>
                    <a:pt x="25415" y="7953"/>
                    <a:pt x="36397" y="7953"/>
                  </a:cubicBezTo>
                  <a:cubicBezTo>
                    <a:pt x="45608" y="7953"/>
                    <a:pt x="45608" y="18316"/>
                    <a:pt x="45608" y="22246"/>
                  </a:cubicBezTo>
                  <a:cubicBezTo>
                    <a:pt x="45608" y="27963"/>
                    <a:pt x="44545" y="34753"/>
                    <a:pt x="43128" y="40470"/>
                  </a:cubicBezTo>
                  <a:lnTo>
                    <a:pt x="16558" y="147667"/>
                  </a:lnTo>
                  <a:cubicBezTo>
                    <a:pt x="15849" y="149811"/>
                    <a:pt x="15495" y="151598"/>
                    <a:pt x="15495" y="152670"/>
                  </a:cubicBezTo>
                  <a:cubicBezTo>
                    <a:pt x="15495" y="156601"/>
                    <a:pt x="18329" y="161961"/>
                    <a:pt x="25415" y="161961"/>
                  </a:cubicBezTo>
                  <a:cubicBezTo>
                    <a:pt x="29666" y="161961"/>
                    <a:pt x="35688" y="159459"/>
                    <a:pt x="38168" y="152670"/>
                  </a:cubicBezTo>
                  <a:lnTo>
                    <a:pt x="52339" y="95498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5D3AB444-3360-1784-9591-A5D1CA3474AB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2967164" y="8416676"/>
              <a:ext cx="121869" cy="251914"/>
            </a:xfrm>
            <a:custGeom>
              <a:avLst/>
              <a:gdLst>
                <a:gd name="connsiteX0" fmla="*/ 66872 w 121869"/>
                <a:gd name="connsiteY0" fmla="*/ 9025 h 251914"/>
                <a:gd name="connsiteX1" fmla="*/ 67935 w 121869"/>
                <a:gd name="connsiteY1" fmla="*/ 4380 h 251914"/>
                <a:gd name="connsiteX2" fmla="*/ 62975 w 121869"/>
                <a:gd name="connsiteY2" fmla="*/ 92 h 251914"/>
                <a:gd name="connsiteX3" fmla="*/ 57307 w 121869"/>
                <a:gd name="connsiteY3" fmla="*/ 807 h 251914"/>
                <a:gd name="connsiteX4" fmla="*/ 22234 w 121869"/>
                <a:gd name="connsiteY4" fmla="*/ 3665 h 251914"/>
                <a:gd name="connsiteX5" fmla="*/ 14086 w 121869"/>
                <a:gd name="connsiteY5" fmla="*/ 11169 h 251914"/>
                <a:gd name="connsiteX6" fmla="*/ 22588 w 121869"/>
                <a:gd name="connsiteY6" fmla="*/ 15100 h 251914"/>
                <a:gd name="connsiteX7" fmla="*/ 40302 w 121869"/>
                <a:gd name="connsiteY7" fmla="*/ 21174 h 251914"/>
                <a:gd name="connsiteX8" fmla="*/ 39239 w 121869"/>
                <a:gd name="connsiteY8" fmla="*/ 27249 h 251914"/>
                <a:gd name="connsiteX9" fmla="*/ 4166 w 121869"/>
                <a:gd name="connsiteY9" fmla="*/ 168392 h 251914"/>
                <a:gd name="connsiteX10" fmla="*/ 269 w 121869"/>
                <a:gd name="connsiteY10" fmla="*/ 197693 h 251914"/>
                <a:gd name="connsiteX11" fmla="*/ 41011 w 121869"/>
                <a:gd name="connsiteY11" fmla="*/ 252007 h 251914"/>
                <a:gd name="connsiteX12" fmla="*/ 122139 w 121869"/>
                <a:gd name="connsiteY12" fmla="*/ 145881 h 251914"/>
                <a:gd name="connsiteX13" fmla="*/ 79626 w 121869"/>
                <a:gd name="connsiteY13" fmla="*/ 90138 h 251914"/>
                <a:gd name="connsiteX14" fmla="*/ 42073 w 121869"/>
                <a:gd name="connsiteY14" fmla="*/ 109076 h 251914"/>
                <a:gd name="connsiteX15" fmla="*/ 66872 w 121869"/>
                <a:gd name="connsiteY15" fmla="*/ 9025 h 251914"/>
                <a:gd name="connsiteX16" fmla="*/ 41011 w 121869"/>
                <a:gd name="connsiteY16" fmla="*/ 244145 h 251914"/>
                <a:gd name="connsiteX17" fmla="*/ 20463 w 121869"/>
                <a:gd name="connsiteY17" fmla="*/ 209842 h 251914"/>
                <a:gd name="connsiteX18" fmla="*/ 33925 w 121869"/>
                <a:gd name="connsiteY18" fmla="*/ 140878 h 251914"/>
                <a:gd name="connsiteX19" fmla="*/ 41719 w 121869"/>
                <a:gd name="connsiteY19" fmla="*/ 124441 h 251914"/>
                <a:gd name="connsiteX20" fmla="*/ 78918 w 121869"/>
                <a:gd name="connsiteY20" fmla="*/ 97999 h 251914"/>
                <a:gd name="connsiteX21" fmla="*/ 98403 w 121869"/>
                <a:gd name="connsiteY21" fmla="*/ 129801 h 251914"/>
                <a:gd name="connsiteX22" fmla="*/ 78563 w 121869"/>
                <a:gd name="connsiteY22" fmla="*/ 210199 h 251914"/>
                <a:gd name="connsiteX23" fmla="*/ 41011 w 121869"/>
                <a:gd name="connsiteY23" fmla="*/ 244145 h 25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1869" h="251914">
                  <a:moveTo>
                    <a:pt x="66872" y="9025"/>
                  </a:moveTo>
                  <a:cubicBezTo>
                    <a:pt x="67227" y="7953"/>
                    <a:pt x="67935" y="5095"/>
                    <a:pt x="67935" y="4380"/>
                  </a:cubicBezTo>
                  <a:cubicBezTo>
                    <a:pt x="67935" y="1164"/>
                    <a:pt x="65810" y="92"/>
                    <a:pt x="62975" y="92"/>
                  </a:cubicBezTo>
                  <a:cubicBezTo>
                    <a:pt x="61913" y="92"/>
                    <a:pt x="58370" y="449"/>
                    <a:pt x="57307" y="807"/>
                  </a:cubicBezTo>
                  <a:lnTo>
                    <a:pt x="22234" y="3665"/>
                  </a:lnTo>
                  <a:cubicBezTo>
                    <a:pt x="17983" y="4023"/>
                    <a:pt x="14086" y="4380"/>
                    <a:pt x="14086" y="11169"/>
                  </a:cubicBezTo>
                  <a:cubicBezTo>
                    <a:pt x="14086" y="15100"/>
                    <a:pt x="17629" y="15100"/>
                    <a:pt x="22588" y="15100"/>
                  </a:cubicBezTo>
                  <a:cubicBezTo>
                    <a:pt x="39594" y="15100"/>
                    <a:pt x="40302" y="17601"/>
                    <a:pt x="40302" y="21174"/>
                  </a:cubicBezTo>
                  <a:cubicBezTo>
                    <a:pt x="40302" y="22246"/>
                    <a:pt x="39239" y="26891"/>
                    <a:pt x="39239" y="27249"/>
                  </a:cubicBezTo>
                  <a:lnTo>
                    <a:pt x="4166" y="168392"/>
                  </a:lnTo>
                  <a:cubicBezTo>
                    <a:pt x="3812" y="169464"/>
                    <a:pt x="269" y="184115"/>
                    <a:pt x="269" y="197693"/>
                  </a:cubicBezTo>
                  <a:cubicBezTo>
                    <a:pt x="269" y="227708"/>
                    <a:pt x="15149" y="252007"/>
                    <a:pt x="41011" y="252007"/>
                  </a:cubicBezTo>
                  <a:cubicBezTo>
                    <a:pt x="80689" y="252007"/>
                    <a:pt x="122139" y="198408"/>
                    <a:pt x="122139" y="145881"/>
                  </a:cubicBezTo>
                  <a:cubicBezTo>
                    <a:pt x="122139" y="107647"/>
                    <a:pt x="100882" y="90138"/>
                    <a:pt x="79626" y="90138"/>
                  </a:cubicBezTo>
                  <a:cubicBezTo>
                    <a:pt x="66164" y="90138"/>
                    <a:pt x="54119" y="97642"/>
                    <a:pt x="42073" y="109076"/>
                  </a:cubicBezTo>
                  <a:lnTo>
                    <a:pt x="66872" y="9025"/>
                  </a:lnTo>
                  <a:close/>
                  <a:moveTo>
                    <a:pt x="41011" y="244145"/>
                  </a:moveTo>
                  <a:cubicBezTo>
                    <a:pt x="32154" y="244145"/>
                    <a:pt x="20463" y="236642"/>
                    <a:pt x="20463" y="209842"/>
                  </a:cubicBezTo>
                  <a:cubicBezTo>
                    <a:pt x="20463" y="194120"/>
                    <a:pt x="23651" y="181613"/>
                    <a:pt x="33925" y="140878"/>
                  </a:cubicBezTo>
                  <a:cubicBezTo>
                    <a:pt x="36405" y="132302"/>
                    <a:pt x="36405" y="131588"/>
                    <a:pt x="41719" y="124441"/>
                  </a:cubicBezTo>
                  <a:cubicBezTo>
                    <a:pt x="51993" y="110148"/>
                    <a:pt x="65455" y="97999"/>
                    <a:pt x="78918" y="97999"/>
                  </a:cubicBezTo>
                  <a:cubicBezTo>
                    <a:pt x="94860" y="97999"/>
                    <a:pt x="98403" y="118367"/>
                    <a:pt x="98403" y="129801"/>
                  </a:cubicBezTo>
                  <a:cubicBezTo>
                    <a:pt x="98403" y="144809"/>
                    <a:pt x="88837" y="187331"/>
                    <a:pt x="78563" y="210199"/>
                  </a:cubicBezTo>
                  <a:cubicBezTo>
                    <a:pt x="74312" y="219133"/>
                    <a:pt x="59078" y="244145"/>
                    <a:pt x="41011" y="244145"/>
                  </a:cubicBez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458A97CF-EFBF-1BD0-0D4F-A7D8C5C78E4A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3124459" y="8396666"/>
              <a:ext cx="82190" cy="357325"/>
            </a:xfrm>
            <a:custGeom>
              <a:avLst/>
              <a:gdLst>
                <a:gd name="connsiteX0" fmla="*/ 82465 w 82190"/>
                <a:gd name="connsiteY0" fmla="*/ 353844 h 357325"/>
                <a:gd name="connsiteX1" fmla="*/ 76442 w 82190"/>
                <a:gd name="connsiteY1" fmla="*/ 345983 h 357325"/>
                <a:gd name="connsiteX2" fmla="*/ 20822 w 82190"/>
                <a:gd name="connsiteY2" fmla="*/ 178755 h 357325"/>
                <a:gd name="connsiteX3" fmla="*/ 77859 w 82190"/>
                <a:gd name="connsiteY3" fmla="*/ 9740 h 357325"/>
                <a:gd name="connsiteX4" fmla="*/ 82465 w 82190"/>
                <a:gd name="connsiteY4" fmla="*/ 3665 h 357325"/>
                <a:gd name="connsiteX5" fmla="*/ 78922 w 82190"/>
                <a:gd name="connsiteY5" fmla="*/ 92 h 357325"/>
                <a:gd name="connsiteX6" fmla="*/ 22593 w 82190"/>
                <a:gd name="connsiteY6" fmla="*/ 69771 h 357325"/>
                <a:gd name="connsiteX7" fmla="*/ 274 w 82190"/>
                <a:gd name="connsiteY7" fmla="*/ 178755 h 357325"/>
                <a:gd name="connsiteX8" fmla="*/ 23656 w 82190"/>
                <a:gd name="connsiteY8" fmla="*/ 290240 h 357325"/>
                <a:gd name="connsiteX9" fmla="*/ 78922 w 82190"/>
                <a:gd name="connsiteY9" fmla="*/ 357418 h 357325"/>
                <a:gd name="connsiteX10" fmla="*/ 82465 w 82190"/>
                <a:gd name="connsiteY10" fmla="*/ 353844 h 35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0" h="357325">
                  <a:moveTo>
                    <a:pt x="82465" y="353844"/>
                  </a:moveTo>
                  <a:cubicBezTo>
                    <a:pt x="82465" y="352772"/>
                    <a:pt x="82465" y="352058"/>
                    <a:pt x="76442" y="345983"/>
                  </a:cubicBezTo>
                  <a:cubicBezTo>
                    <a:pt x="32158" y="300960"/>
                    <a:pt x="20822" y="233426"/>
                    <a:pt x="20822" y="178755"/>
                  </a:cubicBezTo>
                  <a:cubicBezTo>
                    <a:pt x="20822" y="116580"/>
                    <a:pt x="34284" y="54406"/>
                    <a:pt x="77859" y="9740"/>
                  </a:cubicBezTo>
                  <a:cubicBezTo>
                    <a:pt x="82465" y="5452"/>
                    <a:pt x="82465" y="4737"/>
                    <a:pt x="82465" y="3665"/>
                  </a:cubicBezTo>
                  <a:cubicBezTo>
                    <a:pt x="82465" y="1164"/>
                    <a:pt x="81048" y="92"/>
                    <a:pt x="78922" y="92"/>
                  </a:cubicBezTo>
                  <a:cubicBezTo>
                    <a:pt x="75380" y="92"/>
                    <a:pt x="43495" y="24390"/>
                    <a:pt x="22593" y="69771"/>
                  </a:cubicBezTo>
                  <a:cubicBezTo>
                    <a:pt x="4525" y="109076"/>
                    <a:pt x="274" y="148739"/>
                    <a:pt x="274" y="178755"/>
                  </a:cubicBezTo>
                  <a:cubicBezTo>
                    <a:pt x="274" y="206626"/>
                    <a:pt x="4171" y="249863"/>
                    <a:pt x="23656" y="290240"/>
                  </a:cubicBezTo>
                  <a:cubicBezTo>
                    <a:pt x="44912" y="334191"/>
                    <a:pt x="75380" y="357418"/>
                    <a:pt x="78922" y="357418"/>
                  </a:cubicBezTo>
                  <a:cubicBezTo>
                    <a:pt x="81048" y="357418"/>
                    <a:pt x="82465" y="356346"/>
                    <a:pt x="82465" y="353844"/>
                  </a:cubicBez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CF42DAD0-156F-4AC1-48B5-9F12BDD6CA20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3237433" y="8506722"/>
              <a:ext cx="234527" cy="161868"/>
            </a:xfrm>
            <a:custGeom>
              <a:avLst/>
              <a:gdLst>
                <a:gd name="connsiteX0" fmla="*/ 153677 w 234527"/>
                <a:gd name="connsiteY0" fmla="*/ 36897 h 161868"/>
                <a:gd name="connsiteX1" fmla="*/ 158991 w 234527"/>
                <a:gd name="connsiteY1" fmla="*/ 13670 h 161868"/>
                <a:gd name="connsiteX2" fmla="*/ 148718 w 234527"/>
                <a:gd name="connsiteY2" fmla="*/ 4023 h 161868"/>
                <a:gd name="connsiteX3" fmla="*/ 135610 w 234527"/>
                <a:gd name="connsiteY3" fmla="*/ 14028 h 161868"/>
                <a:gd name="connsiteX4" fmla="*/ 115416 w 234527"/>
                <a:gd name="connsiteY4" fmla="*/ 94069 h 161868"/>
                <a:gd name="connsiteX5" fmla="*/ 112228 w 234527"/>
                <a:gd name="connsiteY5" fmla="*/ 117652 h 161868"/>
                <a:gd name="connsiteX6" fmla="*/ 112582 w 234527"/>
                <a:gd name="connsiteY6" fmla="*/ 124084 h 161868"/>
                <a:gd name="connsiteX7" fmla="*/ 79989 w 234527"/>
                <a:gd name="connsiteY7" fmla="*/ 154099 h 161868"/>
                <a:gd name="connsiteX8" fmla="*/ 51647 w 234527"/>
                <a:gd name="connsiteY8" fmla="*/ 121583 h 161868"/>
                <a:gd name="connsiteX9" fmla="*/ 70069 w 234527"/>
                <a:gd name="connsiteY9" fmla="*/ 52262 h 161868"/>
                <a:gd name="connsiteX10" fmla="*/ 76092 w 234527"/>
                <a:gd name="connsiteY10" fmla="*/ 29393 h 161868"/>
                <a:gd name="connsiteX11" fmla="*/ 47042 w 234527"/>
                <a:gd name="connsiteY11" fmla="*/ 92 h 161868"/>
                <a:gd name="connsiteX12" fmla="*/ 278 w 234527"/>
                <a:gd name="connsiteY12" fmla="*/ 55120 h 161868"/>
                <a:gd name="connsiteX13" fmla="*/ 4529 w 234527"/>
                <a:gd name="connsiteY13" fmla="*/ 58693 h 161868"/>
                <a:gd name="connsiteX14" fmla="*/ 10197 w 234527"/>
                <a:gd name="connsiteY14" fmla="*/ 52262 h 161868"/>
                <a:gd name="connsiteX15" fmla="*/ 45979 w 234527"/>
                <a:gd name="connsiteY15" fmla="*/ 7953 h 161868"/>
                <a:gd name="connsiteX16" fmla="*/ 54836 w 234527"/>
                <a:gd name="connsiteY16" fmla="*/ 19745 h 161868"/>
                <a:gd name="connsiteX17" fmla="*/ 48459 w 234527"/>
                <a:gd name="connsiteY17" fmla="*/ 44758 h 161868"/>
                <a:gd name="connsiteX18" fmla="*/ 28620 w 234527"/>
                <a:gd name="connsiteY18" fmla="*/ 116937 h 161868"/>
                <a:gd name="connsiteX19" fmla="*/ 78926 w 234527"/>
                <a:gd name="connsiteY19" fmla="*/ 161961 h 161868"/>
                <a:gd name="connsiteX20" fmla="*/ 115770 w 234527"/>
                <a:gd name="connsiteY20" fmla="*/ 136948 h 161868"/>
                <a:gd name="connsiteX21" fmla="*/ 160054 w 234527"/>
                <a:gd name="connsiteY21" fmla="*/ 161961 h 161868"/>
                <a:gd name="connsiteX22" fmla="*/ 211424 w 234527"/>
                <a:gd name="connsiteY22" fmla="*/ 118009 h 161868"/>
                <a:gd name="connsiteX23" fmla="*/ 234806 w 234527"/>
                <a:gd name="connsiteY23" fmla="*/ 25105 h 161868"/>
                <a:gd name="connsiteX24" fmla="*/ 219218 w 234527"/>
                <a:gd name="connsiteY24" fmla="*/ 92 h 161868"/>
                <a:gd name="connsiteX25" fmla="*/ 201504 w 234527"/>
                <a:gd name="connsiteY25" fmla="*/ 17244 h 161868"/>
                <a:gd name="connsiteX26" fmla="*/ 206818 w 234527"/>
                <a:gd name="connsiteY26" fmla="*/ 26891 h 161868"/>
                <a:gd name="connsiteX27" fmla="*/ 219572 w 234527"/>
                <a:gd name="connsiteY27" fmla="*/ 57264 h 161868"/>
                <a:gd name="connsiteX28" fmla="*/ 200087 w 234527"/>
                <a:gd name="connsiteY28" fmla="*/ 122655 h 161868"/>
                <a:gd name="connsiteX29" fmla="*/ 161117 w 234527"/>
                <a:gd name="connsiteY29" fmla="*/ 154099 h 161868"/>
                <a:gd name="connsiteX30" fmla="*/ 134901 w 234527"/>
                <a:gd name="connsiteY30" fmla="*/ 123012 h 161868"/>
                <a:gd name="connsiteX31" fmla="*/ 138798 w 234527"/>
                <a:gd name="connsiteY31" fmla="*/ 96927 h 161868"/>
                <a:gd name="connsiteX32" fmla="*/ 153677 w 234527"/>
                <a:gd name="connsiteY32" fmla="*/ 36897 h 161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4527" h="161868">
                  <a:moveTo>
                    <a:pt x="153677" y="36897"/>
                  </a:moveTo>
                  <a:cubicBezTo>
                    <a:pt x="155449" y="29035"/>
                    <a:pt x="158991" y="15814"/>
                    <a:pt x="158991" y="13670"/>
                  </a:cubicBezTo>
                  <a:cubicBezTo>
                    <a:pt x="158991" y="7239"/>
                    <a:pt x="154032" y="4023"/>
                    <a:pt x="148718" y="4023"/>
                  </a:cubicBezTo>
                  <a:cubicBezTo>
                    <a:pt x="144466" y="4023"/>
                    <a:pt x="138089" y="6881"/>
                    <a:pt x="135610" y="14028"/>
                  </a:cubicBezTo>
                  <a:cubicBezTo>
                    <a:pt x="134547" y="16529"/>
                    <a:pt x="117896" y="84778"/>
                    <a:pt x="115416" y="94069"/>
                  </a:cubicBezTo>
                  <a:cubicBezTo>
                    <a:pt x="112936" y="104788"/>
                    <a:pt x="112228" y="111220"/>
                    <a:pt x="112228" y="117652"/>
                  </a:cubicBezTo>
                  <a:cubicBezTo>
                    <a:pt x="112228" y="121583"/>
                    <a:pt x="112228" y="122297"/>
                    <a:pt x="112582" y="124084"/>
                  </a:cubicBezTo>
                  <a:cubicBezTo>
                    <a:pt x="104434" y="143022"/>
                    <a:pt x="93805" y="154099"/>
                    <a:pt x="79989" y="154099"/>
                  </a:cubicBezTo>
                  <a:cubicBezTo>
                    <a:pt x="51647" y="154099"/>
                    <a:pt x="51647" y="127657"/>
                    <a:pt x="51647" y="121583"/>
                  </a:cubicBezTo>
                  <a:cubicBezTo>
                    <a:pt x="51647" y="110148"/>
                    <a:pt x="53419" y="96213"/>
                    <a:pt x="70069" y="52262"/>
                  </a:cubicBezTo>
                  <a:cubicBezTo>
                    <a:pt x="73966" y="41542"/>
                    <a:pt x="76092" y="36539"/>
                    <a:pt x="76092" y="29393"/>
                  </a:cubicBezTo>
                  <a:cubicBezTo>
                    <a:pt x="76092" y="13313"/>
                    <a:pt x="64401" y="92"/>
                    <a:pt x="47042" y="92"/>
                  </a:cubicBezTo>
                  <a:cubicBezTo>
                    <a:pt x="13386" y="92"/>
                    <a:pt x="278" y="51904"/>
                    <a:pt x="278" y="55120"/>
                  </a:cubicBezTo>
                  <a:cubicBezTo>
                    <a:pt x="278" y="58693"/>
                    <a:pt x="3821" y="58693"/>
                    <a:pt x="4529" y="58693"/>
                  </a:cubicBezTo>
                  <a:cubicBezTo>
                    <a:pt x="8072" y="58693"/>
                    <a:pt x="8426" y="57979"/>
                    <a:pt x="10197" y="52262"/>
                  </a:cubicBezTo>
                  <a:cubicBezTo>
                    <a:pt x="19763" y="19030"/>
                    <a:pt x="33579" y="7953"/>
                    <a:pt x="45979" y="7953"/>
                  </a:cubicBezTo>
                  <a:cubicBezTo>
                    <a:pt x="49167" y="7953"/>
                    <a:pt x="54836" y="8311"/>
                    <a:pt x="54836" y="19745"/>
                  </a:cubicBezTo>
                  <a:cubicBezTo>
                    <a:pt x="54836" y="28678"/>
                    <a:pt x="50939" y="38683"/>
                    <a:pt x="48459" y="44758"/>
                  </a:cubicBezTo>
                  <a:cubicBezTo>
                    <a:pt x="32871" y="86922"/>
                    <a:pt x="28620" y="103359"/>
                    <a:pt x="28620" y="116937"/>
                  </a:cubicBezTo>
                  <a:cubicBezTo>
                    <a:pt x="28620" y="149454"/>
                    <a:pt x="52356" y="161961"/>
                    <a:pt x="78926" y="161961"/>
                  </a:cubicBezTo>
                  <a:cubicBezTo>
                    <a:pt x="84949" y="161961"/>
                    <a:pt x="101599" y="161961"/>
                    <a:pt x="115770" y="136948"/>
                  </a:cubicBezTo>
                  <a:cubicBezTo>
                    <a:pt x="124981" y="159817"/>
                    <a:pt x="149426" y="161961"/>
                    <a:pt x="160054" y="161961"/>
                  </a:cubicBezTo>
                  <a:cubicBezTo>
                    <a:pt x="186625" y="161961"/>
                    <a:pt x="202213" y="139449"/>
                    <a:pt x="211424" y="118009"/>
                  </a:cubicBezTo>
                  <a:cubicBezTo>
                    <a:pt x="223469" y="90138"/>
                    <a:pt x="234806" y="42256"/>
                    <a:pt x="234806" y="25105"/>
                  </a:cubicBezTo>
                  <a:cubicBezTo>
                    <a:pt x="234806" y="5452"/>
                    <a:pt x="225240" y="92"/>
                    <a:pt x="219218" y="92"/>
                  </a:cubicBezTo>
                  <a:cubicBezTo>
                    <a:pt x="210361" y="92"/>
                    <a:pt x="201504" y="9383"/>
                    <a:pt x="201504" y="17244"/>
                  </a:cubicBezTo>
                  <a:cubicBezTo>
                    <a:pt x="201504" y="21889"/>
                    <a:pt x="203630" y="24033"/>
                    <a:pt x="206818" y="26891"/>
                  </a:cubicBezTo>
                  <a:cubicBezTo>
                    <a:pt x="210715" y="30822"/>
                    <a:pt x="219572" y="40112"/>
                    <a:pt x="219572" y="57264"/>
                  </a:cubicBezTo>
                  <a:cubicBezTo>
                    <a:pt x="219572" y="69413"/>
                    <a:pt x="209298" y="104431"/>
                    <a:pt x="200087" y="122655"/>
                  </a:cubicBezTo>
                  <a:cubicBezTo>
                    <a:pt x="190876" y="141593"/>
                    <a:pt x="178476" y="154099"/>
                    <a:pt x="161117" y="154099"/>
                  </a:cubicBezTo>
                  <a:cubicBezTo>
                    <a:pt x="144466" y="154099"/>
                    <a:pt x="134901" y="143380"/>
                    <a:pt x="134901" y="123012"/>
                  </a:cubicBezTo>
                  <a:cubicBezTo>
                    <a:pt x="134901" y="113007"/>
                    <a:pt x="137381" y="101930"/>
                    <a:pt x="138798" y="96927"/>
                  </a:cubicBezTo>
                  <a:lnTo>
                    <a:pt x="153677" y="36897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02C17004-B021-D8EE-B94A-6FE1DB633448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3492444" y="8552424"/>
              <a:ext cx="75140" cy="168336"/>
            </a:xfrm>
            <a:custGeom>
              <a:avLst/>
              <a:gdLst>
                <a:gd name="connsiteX0" fmla="*/ 68978 w 75140"/>
                <a:gd name="connsiteY0" fmla="*/ 9598 h 168336"/>
                <a:gd name="connsiteX1" fmla="*/ 59059 w 75140"/>
                <a:gd name="connsiteY1" fmla="*/ 94 h 168336"/>
                <a:gd name="connsiteX2" fmla="*/ 45171 w 75140"/>
                <a:gd name="connsiteY2" fmla="*/ 13851 h 168336"/>
                <a:gd name="connsiteX3" fmla="*/ 55091 w 75140"/>
                <a:gd name="connsiteY3" fmla="*/ 23355 h 168336"/>
                <a:gd name="connsiteX4" fmla="*/ 68978 w 75140"/>
                <a:gd name="connsiteY4" fmla="*/ 9598 h 168336"/>
                <a:gd name="connsiteX5" fmla="*/ 18388 w 75140"/>
                <a:gd name="connsiteY5" fmla="*/ 136663 h 168336"/>
                <a:gd name="connsiteX6" fmla="*/ 16156 w 75140"/>
                <a:gd name="connsiteY6" fmla="*/ 147169 h 168336"/>
                <a:gd name="connsiteX7" fmla="*/ 39715 w 75140"/>
                <a:gd name="connsiteY7" fmla="*/ 168430 h 168336"/>
                <a:gd name="connsiteX8" fmla="*/ 75426 w 75140"/>
                <a:gd name="connsiteY8" fmla="*/ 130160 h 168336"/>
                <a:gd name="connsiteX9" fmla="*/ 71458 w 75140"/>
                <a:gd name="connsiteY9" fmla="*/ 126908 h 168336"/>
                <a:gd name="connsiteX10" fmla="*/ 66746 w 75140"/>
                <a:gd name="connsiteY10" fmla="*/ 131161 h 168336"/>
                <a:gd name="connsiteX11" fmla="*/ 40459 w 75140"/>
                <a:gd name="connsiteY11" fmla="*/ 161426 h 168336"/>
                <a:gd name="connsiteX12" fmla="*/ 34260 w 75140"/>
                <a:gd name="connsiteY12" fmla="*/ 152672 h 168336"/>
                <a:gd name="connsiteX13" fmla="*/ 38227 w 75140"/>
                <a:gd name="connsiteY13" fmla="*/ 136663 h 168336"/>
                <a:gd name="connsiteX14" fmla="*/ 46163 w 75140"/>
                <a:gd name="connsiteY14" fmla="*/ 116653 h 168336"/>
                <a:gd name="connsiteX15" fmla="*/ 58315 w 75140"/>
                <a:gd name="connsiteY15" fmla="*/ 84887 h 168336"/>
                <a:gd name="connsiteX16" fmla="*/ 59803 w 75140"/>
                <a:gd name="connsiteY16" fmla="*/ 76883 h 168336"/>
                <a:gd name="connsiteX17" fmla="*/ 36244 w 75140"/>
                <a:gd name="connsiteY17" fmla="*/ 55622 h 168336"/>
                <a:gd name="connsiteX18" fmla="*/ 285 w 75140"/>
                <a:gd name="connsiteY18" fmla="*/ 93891 h 168336"/>
                <a:gd name="connsiteX19" fmla="*/ 4501 w 75140"/>
                <a:gd name="connsiteY19" fmla="*/ 97143 h 168336"/>
                <a:gd name="connsiteX20" fmla="*/ 8965 w 75140"/>
                <a:gd name="connsiteY20" fmla="*/ 93141 h 168336"/>
                <a:gd name="connsiteX21" fmla="*/ 35500 w 75140"/>
                <a:gd name="connsiteY21" fmla="*/ 62625 h 168336"/>
                <a:gd name="connsiteX22" fmla="*/ 41699 w 75140"/>
                <a:gd name="connsiteY22" fmla="*/ 71380 h 168336"/>
                <a:gd name="connsiteX23" fmla="*/ 34012 w 75140"/>
                <a:gd name="connsiteY23" fmla="*/ 96393 h 168336"/>
                <a:gd name="connsiteX24" fmla="*/ 18388 w 75140"/>
                <a:gd name="connsiteY24" fmla="*/ 136663 h 16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140" h="168336">
                  <a:moveTo>
                    <a:pt x="68978" y="9598"/>
                  </a:moveTo>
                  <a:cubicBezTo>
                    <a:pt x="68978" y="5596"/>
                    <a:pt x="66002" y="94"/>
                    <a:pt x="59059" y="94"/>
                  </a:cubicBezTo>
                  <a:cubicBezTo>
                    <a:pt x="52363" y="94"/>
                    <a:pt x="45171" y="6597"/>
                    <a:pt x="45171" y="13851"/>
                  </a:cubicBezTo>
                  <a:cubicBezTo>
                    <a:pt x="45171" y="18103"/>
                    <a:pt x="48395" y="23355"/>
                    <a:pt x="55091" y="23355"/>
                  </a:cubicBezTo>
                  <a:cubicBezTo>
                    <a:pt x="62282" y="23355"/>
                    <a:pt x="68978" y="16352"/>
                    <a:pt x="68978" y="9598"/>
                  </a:cubicBezTo>
                  <a:close/>
                  <a:moveTo>
                    <a:pt x="18388" y="136663"/>
                  </a:moveTo>
                  <a:cubicBezTo>
                    <a:pt x="17396" y="139915"/>
                    <a:pt x="16156" y="142917"/>
                    <a:pt x="16156" y="147169"/>
                  </a:cubicBezTo>
                  <a:cubicBezTo>
                    <a:pt x="16156" y="158925"/>
                    <a:pt x="26076" y="168430"/>
                    <a:pt x="39715" y="168430"/>
                  </a:cubicBezTo>
                  <a:cubicBezTo>
                    <a:pt x="64514" y="168430"/>
                    <a:pt x="75426" y="133912"/>
                    <a:pt x="75426" y="130160"/>
                  </a:cubicBezTo>
                  <a:cubicBezTo>
                    <a:pt x="75426" y="126908"/>
                    <a:pt x="72202" y="126908"/>
                    <a:pt x="71458" y="126908"/>
                  </a:cubicBezTo>
                  <a:cubicBezTo>
                    <a:pt x="67986" y="126908"/>
                    <a:pt x="67738" y="128409"/>
                    <a:pt x="66746" y="131161"/>
                  </a:cubicBezTo>
                  <a:cubicBezTo>
                    <a:pt x="61043" y="151171"/>
                    <a:pt x="50131" y="161426"/>
                    <a:pt x="40459" y="161426"/>
                  </a:cubicBezTo>
                  <a:cubicBezTo>
                    <a:pt x="35500" y="161426"/>
                    <a:pt x="34260" y="158174"/>
                    <a:pt x="34260" y="152672"/>
                  </a:cubicBezTo>
                  <a:cubicBezTo>
                    <a:pt x="34260" y="146919"/>
                    <a:pt x="35996" y="142166"/>
                    <a:pt x="38227" y="136663"/>
                  </a:cubicBezTo>
                  <a:cubicBezTo>
                    <a:pt x="40707" y="129910"/>
                    <a:pt x="43435" y="123156"/>
                    <a:pt x="46163" y="116653"/>
                  </a:cubicBezTo>
                  <a:cubicBezTo>
                    <a:pt x="48395" y="110650"/>
                    <a:pt x="57323" y="87888"/>
                    <a:pt x="58315" y="84887"/>
                  </a:cubicBezTo>
                  <a:cubicBezTo>
                    <a:pt x="59059" y="82386"/>
                    <a:pt x="59803" y="79384"/>
                    <a:pt x="59803" y="76883"/>
                  </a:cubicBezTo>
                  <a:cubicBezTo>
                    <a:pt x="59803" y="65127"/>
                    <a:pt x="49883" y="55622"/>
                    <a:pt x="36244" y="55622"/>
                  </a:cubicBezTo>
                  <a:cubicBezTo>
                    <a:pt x="11692" y="55622"/>
                    <a:pt x="285" y="89639"/>
                    <a:pt x="285" y="93891"/>
                  </a:cubicBezTo>
                  <a:cubicBezTo>
                    <a:pt x="285" y="97143"/>
                    <a:pt x="3757" y="97143"/>
                    <a:pt x="4501" y="97143"/>
                  </a:cubicBezTo>
                  <a:cubicBezTo>
                    <a:pt x="7973" y="97143"/>
                    <a:pt x="8221" y="95893"/>
                    <a:pt x="8965" y="93141"/>
                  </a:cubicBezTo>
                  <a:cubicBezTo>
                    <a:pt x="15412" y="71630"/>
                    <a:pt x="26324" y="62625"/>
                    <a:pt x="35500" y="62625"/>
                  </a:cubicBezTo>
                  <a:cubicBezTo>
                    <a:pt x="39467" y="62625"/>
                    <a:pt x="41699" y="64627"/>
                    <a:pt x="41699" y="71380"/>
                  </a:cubicBezTo>
                  <a:cubicBezTo>
                    <a:pt x="41699" y="77133"/>
                    <a:pt x="40211" y="80885"/>
                    <a:pt x="34012" y="96393"/>
                  </a:cubicBezTo>
                  <a:lnTo>
                    <a:pt x="18388" y="136663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5E30BDBA-983B-81E0-18F8-548505FB402B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3618929" y="8396666"/>
              <a:ext cx="82191" cy="357325"/>
            </a:xfrm>
            <a:custGeom>
              <a:avLst/>
              <a:gdLst>
                <a:gd name="connsiteX0" fmla="*/ 82479 w 82191"/>
                <a:gd name="connsiteY0" fmla="*/ 178755 h 357325"/>
                <a:gd name="connsiteX1" fmla="*/ 59097 w 82191"/>
                <a:gd name="connsiteY1" fmla="*/ 67269 h 357325"/>
                <a:gd name="connsiteX2" fmla="*/ 3831 w 82191"/>
                <a:gd name="connsiteY2" fmla="*/ 92 h 357325"/>
                <a:gd name="connsiteX3" fmla="*/ 288 w 82191"/>
                <a:gd name="connsiteY3" fmla="*/ 3665 h 357325"/>
                <a:gd name="connsiteX4" fmla="*/ 7019 w 82191"/>
                <a:gd name="connsiteY4" fmla="*/ 11884 h 357325"/>
                <a:gd name="connsiteX5" fmla="*/ 61932 w 82191"/>
                <a:gd name="connsiteY5" fmla="*/ 178755 h 357325"/>
                <a:gd name="connsiteX6" fmla="*/ 4894 w 82191"/>
                <a:gd name="connsiteY6" fmla="*/ 347770 h 357325"/>
                <a:gd name="connsiteX7" fmla="*/ 288 w 82191"/>
                <a:gd name="connsiteY7" fmla="*/ 353844 h 357325"/>
                <a:gd name="connsiteX8" fmla="*/ 3831 w 82191"/>
                <a:gd name="connsiteY8" fmla="*/ 357418 h 357325"/>
                <a:gd name="connsiteX9" fmla="*/ 60160 w 82191"/>
                <a:gd name="connsiteY9" fmla="*/ 287739 h 357325"/>
                <a:gd name="connsiteX10" fmla="*/ 82479 w 82191"/>
                <a:gd name="connsiteY10" fmla="*/ 178755 h 35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1" h="357325">
                  <a:moveTo>
                    <a:pt x="82479" y="178755"/>
                  </a:moveTo>
                  <a:cubicBezTo>
                    <a:pt x="82479" y="150883"/>
                    <a:pt x="78582" y="107647"/>
                    <a:pt x="59097" y="67269"/>
                  </a:cubicBezTo>
                  <a:cubicBezTo>
                    <a:pt x="37841" y="23318"/>
                    <a:pt x="7374" y="92"/>
                    <a:pt x="3831" y="92"/>
                  </a:cubicBezTo>
                  <a:cubicBezTo>
                    <a:pt x="1705" y="92"/>
                    <a:pt x="288" y="1521"/>
                    <a:pt x="288" y="3665"/>
                  </a:cubicBezTo>
                  <a:cubicBezTo>
                    <a:pt x="288" y="4737"/>
                    <a:pt x="288" y="5452"/>
                    <a:pt x="7019" y="11884"/>
                  </a:cubicBezTo>
                  <a:cubicBezTo>
                    <a:pt x="41738" y="47259"/>
                    <a:pt x="61932" y="104074"/>
                    <a:pt x="61932" y="178755"/>
                  </a:cubicBezTo>
                  <a:cubicBezTo>
                    <a:pt x="61932" y="239857"/>
                    <a:pt x="48823" y="302747"/>
                    <a:pt x="4894" y="347770"/>
                  </a:cubicBezTo>
                  <a:cubicBezTo>
                    <a:pt x="288" y="352058"/>
                    <a:pt x="288" y="352772"/>
                    <a:pt x="288" y="353844"/>
                  </a:cubicBezTo>
                  <a:cubicBezTo>
                    <a:pt x="288" y="355988"/>
                    <a:pt x="1705" y="357418"/>
                    <a:pt x="3831" y="357418"/>
                  </a:cubicBezTo>
                  <a:cubicBezTo>
                    <a:pt x="7374" y="357418"/>
                    <a:pt x="39258" y="333119"/>
                    <a:pt x="60160" y="287739"/>
                  </a:cubicBezTo>
                  <a:cubicBezTo>
                    <a:pt x="78228" y="248433"/>
                    <a:pt x="82479" y="208770"/>
                    <a:pt x="82479" y="178755"/>
                  </a:cubicBez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172018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A8C04-9060-E666-4889-1A4AD11DE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Self-Attentive RNNs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6F60ED-3ACA-551E-4360-3BA84B415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24</a:t>
            </a:fld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180496B-6E5C-3309-E67A-7C2BEC2708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57996"/>
                <a:ext cx="10515600" cy="522937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last hidden state of RNN could be bad feature. Why?</a:t>
                </a:r>
              </a:p>
              <a:p>
                <a:r>
                  <a:rPr lang="en-US" altLang="zh-CN" dirty="0"/>
                  <a:t>At time step </a:t>
                </a:r>
                <a14:m>
                  <m:oMath xmlns:m="http://schemas.openxmlformats.org/officeDocument/2006/math">
                    <m:r>
                      <a:rPr lang="en-CA" altLang="zh-CN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CA" altLang="zh-CN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CA" dirty="0"/>
                  <a:t> what matters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CA" dirty="0"/>
                  <a:t> is mostly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sSup>
                          <m:sSupPr>
                            <m:ctrlPr>
                              <a:rPr lang="en-CA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</m:oMath>
                </a14:m>
                <a:r>
                  <a:rPr lang="en-CA" dirty="0"/>
                  <a:t> 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CA" dirty="0"/>
                  <a:t>is close to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br>
                  <a:rPr lang="en-CA" b="0" dirty="0"/>
                </a:br>
                <a:r>
                  <a:rPr lang="en-CA" b="0" dirty="0"/>
                  <a:t>[</a:t>
                </a:r>
                <a:r>
                  <a:rPr lang="en-CA" dirty="0"/>
                  <a:t>Khandelwal et al., ACL 2018]</a:t>
                </a:r>
              </a:p>
              <a:p>
                <a:endParaRPr lang="en-CA" dirty="0"/>
              </a:p>
              <a:p>
                <a:endParaRPr lang="en-CA" dirty="0"/>
              </a:p>
              <a:p>
                <a:endParaRPr lang="en-CA" dirty="0"/>
              </a:p>
              <a:p>
                <a:endParaRPr lang="en-CA" dirty="0"/>
              </a:p>
              <a:p>
                <a:endParaRPr lang="en-CA" dirty="0"/>
              </a:p>
              <a:p>
                <a:pPr marL="0" indent="0">
                  <a:buNone/>
                </a:pPr>
                <a:r>
                  <a:rPr lang="en-US" dirty="0"/>
                  <a:t>Caveat: attention weights over RNN hidden states could be bad indicators on which token is more important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180496B-6E5C-3309-E67A-7C2BEC2708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57996"/>
                <a:ext cx="10515600" cy="5229379"/>
              </a:xfrm>
              <a:blipFill>
                <a:blip r:embed="rId40"/>
                <a:stretch>
                  <a:fillRect l="-928" t="-93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\documentclass{article}&#10;\usepackage{amsmath,amssymb}&#10;\pagestyle{empty}&#10;\begin{document}&#10;&#10;\newcommand{\score}{\textrm{score}}&#10;\newcommand{\classify}{\textrm{classify}}&#10;\newcommand{\bx}{\mathbf{x}}&#10;&#10;\begin{align*}&#10;\alpha_i &amp;= \text{softmax}_{i'=1}^k \left(\text{MLP}(\mathbf{h}_i)\right) \in \mathbb{R} \\&#10;\mathbf{x} &amp;= \sum_{i=1}^k \alpha_i \mathbf{h}_i&#10;\end{align*}&#10;&#10;&#10;\end{document}" title="IguanaTex Vector Display">
            <a:extLst>
              <a:ext uri="{FF2B5EF4-FFF2-40B4-BE49-F238E27FC236}">
                <a16:creationId xmlns:a16="http://schemas.microsoft.com/office/drawing/2014/main" id="{71A438F1-E1EB-F746-27B0-40D66128AF88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3589988" y="3456545"/>
            <a:ext cx="5012024" cy="1679632"/>
            <a:chOff x="8483280" y="7343221"/>
            <a:chExt cx="5012024" cy="1679632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8A0AF38-9729-45D0-4BBB-90017A9F3FDD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8483280" y="7518102"/>
              <a:ext cx="198396" cy="161338"/>
            </a:xfrm>
            <a:custGeom>
              <a:avLst/>
              <a:gdLst>
                <a:gd name="connsiteX0" fmla="*/ 154353 w 198396"/>
                <a:gd name="connsiteY0" fmla="*/ 73453 h 161338"/>
                <a:gd name="connsiteX1" fmla="*/ 95294 w 198396"/>
                <a:gd name="connsiteY1" fmla="*/ 85 h 161338"/>
                <a:gd name="connsiteX2" fmla="*/ 163 w 198396"/>
                <a:gd name="connsiteY2" fmla="*/ 101233 h 161338"/>
                <a:gd name="connsiteX3" fmla="*/ 57454 w 198396"/>
                <a:gd name="connsiteY3" fmla="*/ 161423 h 161338"/>
                <a:gd name="connsiteX4" fmla="*/ 132073 w 198396"/>
                <a:gd name="connsiteY4" fmla="*/ 131506 h 161338"/>
                <a:gd name="connsiteX5" fmla="*/ 164255 w 198396"/>
                <a:gd name="connsiteY5" fmla="*/ 161423 h 161338"/>
                <a:gd name="connsiteX6" fmla="*/ 193962 w 198396"/>
                <a:gd name="connsiteY6" fmla="*/ 136136 h 161338"/>
                <a:gd name="connsiteX7" fmla="*/ 189718 w 198396"/>
                <a:gd name="connsiteY7" fmla="*/ 132575 h 161338"/>
                <a:gd name="connsiteX8" fmla="*/ 185121 w 198396"/>
                <a:gd name="connsiteY8" fmla="*/ 136136 h 161338"/>
                <a:gd name="connsiteX9" fmla="*/ 165316 w 198396"/>
                <a:gd name="connsiteY9" fmla="*/ 153588 h 161338"/>
                <a:gd name="connsiteX10" fmla="*/ 154353 w 198396"/>
                <a:gd name="connsiteY10" fmla="*/ 117260 h 161338"/>
                <a:gd name="connsiteX11" fmla="*/ 157890 w 198396"/>
                <a:gd name="connsiteY11" fmla="*/ 104794 h 161338"/>
                <a:gd name="connsiteX12" fmla="*/ 198559 w 198396"/>
                <a:gd name="connsiteY12" fmla="*/ 21098 h 161338"/>
                <a:gd name="connsiteX13" fmla="*/ 194315 w 198396"/>
                <a:gd name="connsiteY13" fmla="*/ 17536 h 161338"/>
                <a:gd name="connsiteX14" fmla="*/ 189011 w 198396"/>
                <a:gd name="connsiteY14" fmla="*/ 25016 h 161338"/>
                <a:gd name="connsiteX15" fmla="*/ 154353 w 198396"/>
                <a:gd name="connsiteY15" fmla="*/ 95534 h 161338"/>
                <a:gd name="connsiteX16" fmla="*/ 154353 w 198396"/>
                <a:gd name="connsiteY16" fmla="*/ 73453 h 161338"/>
                <a:gd name="connsiteX17" fmla="*/ 130659 w 198396"/>
                <a:gd name="connsiteY17" fmla="*/ 122246 h 161338"/>
                <a:gd name="connsiteX18" fmla="*/ 58161 w 198396"/>
                <a:gd name="connsiteY18" fmla="*/ 153588 h 161338"/>
                <a:gd name="connsiteX19" fmla="*/ 26333 w 198396"/>
                <a:gd name="connsiteY19" fmla="*/ 114767 h 161338"/>
                <a:gd name="connsiteX20" fmla="*/ 46844 w 198396"/>
                <a:gd name="connsiteY20" fmla="*/ 40686 h 161338"/>
                <a:gd name="connsiteX21" fmla="*/ 94940 w 198396"/>
                <a:gd name="connsiteY21" fmla="*/ 7920 h 161338"/>
                <a:gd name="connsiteX22" fmla="*/ 129951 w 198396"/>
                <a:gd name="connsiteY22" fmla="*/ 82357 h 161338"/>
                <a:gd name="connsiteX23" fmla="*/ 130659 w 198396"/>
                <a:gd name="connsiteY23" fmla="*/ 122246 h 161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8396" h="161338">
                  <a:moveTo>
                    <a:pt x="154353" y="73453"/>
                  </a:moveTo>
                  <a:cubicBezTo>
                    <a:pt x="154353" y="17536"/>
                    <a:pt x="121464" y="85"/>
                    <a:pt x="95294" y="85"/>
                  </a:cubicBezTo>
                  <a:cubicBezTo>
                    <a:pt x="46844" y="85"/>
                    <a:pt x="163" y="51015"/>
                    <a:pt x="163" y="101233"/>
                  </a:cubicBezTo>
                  <a:cubicBezTo>
                    <a:pt x="163" y="134355"/>
                    <a:pt x="21382" y="161423"/>
                    <a:pt x="57454" y="161423"/>
                  </a:cubicBezTo>
                  <a:cubicBezTo>
                    <a:pt x="79733" y="161423"/>
                    <a:pt x="105196" y="153232"/>
                    <a:pt x="132073" y="131506"/>
                  </a:cubicBezTo>
                  <a:cubicBezTo>
                    <a:pt x="136671" y="150382"/>
                    <a:pt x="148341" y="161423"/>
                    <a:pt x="164255" y="161423"/>
                  </a:cubicBezTo>
                  <a:cubicBezTo>
                    <a:pt x="182999" y="161423"/>
                    <a:pt x="193962" y="141835"/>
                    <a:pt x="193962" y="136136"/>
                  </a:cubicBezTo>
                  <a:cubicBezTo>
                    <a:pt x="193962" y="133643"/>
                    <a:pt x="191840" y="132575"/>
                    <a:pt x="189718" y="132575"/>
                  </a:cubicBezTo>
                  <a:cubicBezTo>
                    <a:pt x="187242" y="132575"/>
                    <a:pt x="186182" y="133643"/>
                    <a:pt x="185121" y="136136"/>
                  </a:cubicBezTo>
                  <a:cubicBezTo>
                    <a:pt x="178755" y="153588"/>
                    <a:pt x="166024" y="153588"/>
                    <a:pt x="165316" y="153588"/>
                  </a:cubicBezTo>
                  <a:cubicBezTo>
                    <a:pt x="154353" y="153588"/>
                    <a:pt x="154353" y="125808"/>
                    <a:pt x="154353" y="117260"/>
                  </a:cubicBezTo>
                  <a:cubicBezTo>
                    <a:pt x="154353" y="109781"/>
                    <a:pt x="154353" y="109068"/>
                    <a:pt x="157890" y="104794"/>
                  </a:cubicBezTo>
                  <a:cubicBezTo>
                    <a:pt x="191133" y="62768"/>
                    <a:pt x="198559" y="21454"/>
                    <a:pt x="198559" y="21098"/>
                  </a:cubicBezTo>
                  <a:cubicBezTo>
                    <a:pt x="198559" y="20386"/>
                    <a:pt x="198206" y="17536"/>
                    <a:pt x="194315" y="17536"/>
                  </a:cubicBezTo>
                  <a:cubicBezTo>
                    <a:pt x="190779" y="17536"/>
                    <a:pt x="190779" y="18605"/>
                    <a:pt x="189011" y="25016"/>
                  </a:cubicBezTo>
                  <a:cubicBezTo>
                    <a:pt x="182645" y="47453"/>
                    <a:pt x="170975" y="74521"/>
                    <a:pt x="154353" y="95534"/>
                  </a:cubicBezTo>
                  <a:lnTo>
                    <a:pt x="154353" y="73453"/>
                  </a:lnTo>
                  <a:close/>
                  <a:moveTo>
                    <a:pt x="130659" y="122246"/>
                  </a:moveTo>
                  <a:cubicBezTo>
                    <a:pt x="99538" y="149670"/>
                    <a:pt x="72307" y="153588"/>
                    <a:pt x="58161" y="153588"/>
                  </a:cubicBezTo>
                  <a:cubicBezTo>
                    <a:pt x="36942" y="153588"/>
                    <a:pt x="26333" y="137561"/>
                    <a:pt x="26333" y="114767"/>
                  </a:cubicBezTo>
                  <a:cubicBezTo>
                    <a:pt x="26333" y="97315"/>
                    <a:pt x="35528" y="58850"/>
                    <a:pt x="46844" y="40686"/>
                  </a:cubicBezTo>
                  <a:cubicBezTo>
                    <a:pt x="63466" y="14687"/>
                    <a:pt x="82563" y="7920"/>
                    <a:pt x="94940" y="7920"/>
                  </a:cubicBezTo>
                  <a:cubicBezTo>
                    <a:pt x="129951" y="7920"/>
                    <a:pt x="129951" y="54577"/>
                    <a:pt x="129951" y="82357"/>
                  </a:cubicBezTo>
                  <a:cubicBezTo>
                    <a:pt x="129951" y="95534"/>
                    <a:pt x="129951" y="116191"/>
                    <a:pt x="130659" y="122246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6384CC4F-E35C-C534-7064-E67F06D7397D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8706644" y="7563654"/>
              <a:ext cx="75008" cy="167784"/>
            </a:xfrm>
            <a:custGeom>
              <a:avLst/>
              <a:gdLst>
                <a:gd name="connsiteX0" fmla="*/ 68741 w 75008"/>
                <a:gd name="connsiteY0" fmla="*/ 9560 h 167784"/>
                <a:gd name="connsiteX1" fmla="*/ 58839 w 75008"/>
                <a:gd name="connsiteY1" fmla="*/ 86 h 167784"/>
                <a:gd name="connsiteX2" fmla="*/ 44976 w 75008"/>
                <a:gd name="connsiteY2" fmla="*/ 13798 h 167784"/>
                <a:gd name="connsiteX3" fmla="*/ 54878 w 75008"/>
                <a:gd name="connsiteY3" fmla="*/ 23272 h 167784"/>
                <a:gd name="connsiteX4" fmla="*/ 68741 w 75008"/>
                <a:gd name="connsiteY4" fmla="*/ 9560 h 167784"/>
                <a:gd name="connsiteX5" fmla="*/ 18241 w 75008"/>
                <a:gd name="connsiteY5" fmla="*/ 136209 h 167784"/>
                <a:gd name="connsiteX6" fmla="*/ 16013 w 75008"/>
                <a:gd name="connsiteY6" fmla="*/ 146680 h 167784"/>
                <a:gd name="connsiteX7" fmla="*/ 39530 w 75008"/>
                <a:gd name="connsiteY7" fmla="*/ 167871 h 167784"/>
                <a:gd name="connsiteX8" fmla="*/ 75178 w 75008"/>
                <a:gd name="connsiteY8" fmla="*/ 129727 h 167784"/>
                <a:gd name="connsiteX9" fmla="*/ 71217 w 75008"/>
                <a:gd name="connsiteY9" fmla="*/ 126486 h 167784"/>
                <a:gd name="connsiteX10" fmla="*/ 66513 w 75008"/>
                <a:gd name="connsiteY10" fmla="*/ 130724 h 167784"/>
                <a:gd name="connsiteX11" fmla="*/ 40273 w 75008"/>
                <a:gd name="connsiteY11" fmla="*/ 160890 h 167784"/>
                <a:gd name="connsiteX12" fmla="*/ 34084 w 75008"/>
                <a:gd name="connsiteY12" fmla="*/ 152165 h 167784"/>
                <a:gd name="connsiteX13" fmla="*/ 38045 w 75008"/>
                <a:gd name="connsiteY13" fmla="*/ 136209 h 167784"/>
                <a:gd name="connsiteX14" fmla="*/ 45967 w 75008"/>
                <a:gd name="connsiteY14" fmla="*/ 116264 h 167784"/>
                <a:gd name="connsiteX15" fmla="*/ 58097 w 75008"/>
                <a:gd name="connsiteY15" fmla="*/ 84602 h 167784"/>
                <a:gd name="connsiteX16" fmla="*/ 59582 w 75008"/>
                <a:gd name="connsiteY16" fmla="*/ 76624 h 167784"/>
                <a:gd name="connsiteX17" fmla="*/ 36064 w 75008"/>
                <a:gd name="connsiteY17" fmla="*/ 55433 h 167784"/>
                <a:gd name="connsiteX18" fmla="*/ 169 w 75008"/>
                <a:gd name="connsiteY18" fmla="*/ 93577 h 167784"/>
                <a:gd name="connsiteX19" fmla="*/ 4377 w 75008"/>
                <a:gd name="connsiteY19" fmla="*/ 96818 h 167784"/>
                <a:gd name="connsiteX20" fmla="*/ 8833 w 75008"/>
                <a:gd name="connsiteY20" fmla="*/ 92829 h 167784"/>
                <a:gd name="connsiteX21" fmla="*/ 35322 w 75008"/>
                <a:gd name="connsiteY21" fmla="*/ 62413 h 167784"/>
                <a:gd name="connsiteX22" fmla="*/ 41511 w 75008"/>
                <a:gd name="connsiteY22" fmla="*/ 71139 h 167784"/>
                <a:gd name="connsiteX23" fmla="*/ 33836 w 75008"/>
                <a:gd name="connsiteY23" fmla="*/ 96070 h 167784"/>
                <a:gd name="connsiteX24" fmla="*/ 18241 w 75008"/>
                <a:gd name="connsiteY24" fmla="*/ 136209 h 167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008" h="167784">
                  <a:moveTo>
                    <a:pt x="68741" y="9560"/>
                  </a:moveTo>
                  <a:cubicBezTo>
                    <a:pt x="68741" y="5571"/>
                    <a:pt x="65771" y="86"/>
                    <a:pt x="58839" y="86"/>
                  </a:cubicBezTo>
                  <a:cubicBezTo>
                    <a:pt x="52155" y="86"/>
                    <a:pt x="44976" y="6568"/>
                    <a:pt x="44976" y="13798"/>
                  </a:cubicBezTo>
                  <a:cubicBezTo>
                    <a:pt x="44976" y="18036"/>
                    <a:pt x="48194" y="23272"/>
                    <a:pt x="54878" y="23272"/>
                  </a:cubicBezTo>
                  <a:cubicBezTo>
                    <a:pt x="62057" y="23272"/>
                    <a:pt x="68741" y="16291"/>
                    <a:pt x="68741" y="9560"/>
                  </a:cubicBezTo>
                  <a:close/>
                  <a:moveTo>
                    <a:pt x="18241" y="136209"/>
                  </a:moveTo>
                  <a:cubicBezTo>
                    <a:pt x="17250" y="139450"/>
                    <a:pt x="16013" y="142442"/>
                    <a:pt x="16013" y="146680"/>
                  </a:cubicBezTo>
                  <a:cubicBezTo>
                    <a:pt x="16013" y="158397"/>
                    <a:pt x="25915" y="167871"/>
                    <a:pt x="39530" y="167871"/>
                  </a:cubicBezTo>
                  <a:cubicBezTo>
                    <a:pt x="64285" y="167871"/>
                    <a:pt x="75178" y="133466"/>
                    <a:pt x="75178" y="129727"/>
                  </a:cubicBezTo>
                  <a:cubicBezTo>
                    <a:pt x="75178" y="126486"/>
                    <a:pt x="71960" y="126486"/>
                    <a:pt x="71217" y="126486"/>
                  </a:cubicBezTo>
                  <a:cubicBezTo>
                    <a:pt x="67751" y="126486"/>
                    <a:pt x="67504" y="127982"/>
                    <a:pt x="66513" y="130724"/>
                  </a:cubicBezTo>
                  <a:cubicBezTo>
                    <a:pt x="60820" y="150669"/>
                    <a:pt x="49927" y="160890"/>
                    <a:pt x="40273" y="160890"/>
                  </a:cubicBezTo>
                  <a:cubicBezTo>
                    <a:pt x="35322" y="160890"/>
                    <a:pt x="34084" y="157649"/>
                    <a:pt x="34084" y="152165"/>
                  </a:cubicBezTo>
                  <a:cubicBezTo>
                    <a:pt x="34084" y="146431"/>
                    <a:pt x="35817" y="141694"/>
                    <a:pt x="38045" y="136209"/>
                  </a:cubicBezTo>
                  <a:cubicBezTo>
                    <a:pt x="40520" y="129478"/>
                    <a:pt x="43243" y="122746"/>
                    <a:pt x="45967" y="116264"/>
                  </a:cubicBezTo>
                  <a:cubicBezTo>
                    <a:pt x="48194" y="110281"/>
                    <a:pt x="57106" y="87594"/>
                    <a:pt x="58097" y="84602"/>
                  </a:cubicBezTo>
                  <a:cubicBezTo>
                    <a:pt x="58839" y="82109"/>
                    <a:pt x="59582" y="79117"/>
                    <a:pt x="59582" y="76624"/>
                  </a:cubicBezTo>
                  <a:cubicBezTo>
                    <a:pt x="59582" y="64906"/>
                    <a:pt x="49680" y="55433"/>
                    <a:pt x="36064" y="55433"/>
                  </a:cubicBezTo>
                  <a:cubicBezTo>
                    <a:pt x="11557" y="55433"/>
                    <a:pt x="169" y="89339"/>
                    <a:pt x="169" y="93577"/>
                  </a:cubicBezTo>
                  <a:cubicBezTo>
                    <a:pt x="169" y="96818"/>
                    <a:pt x="3635" y="96818"/>
                    <a:pt x="4377" y="96818"/>
                  </a:cubicBezTo>
                  <a:cubicBezTo>
                    <a:pt x="7843" y="96818"/>
                    <a:pt x="8091" y="95572"/>
                    <a:pt x="8833" y="92829"/>
                  </a:cubicBezTo>
                  <a:cubicBezTo>
                    <a:pt x="15270" y="71389"/>
                    <a:pt x="26162" y="62413"/>
                    <a:pt x="35322" y="62413"/>
                  </a:cubicBezTo>
                  <a:cubicBezTo>
                    <a:pt x="39283" y="62413"/>
                    <a:pt x="41511" y="64408"/>
                    <a:pt x="41511" y="71139"/>
                  </a:cubicBezTo>
                  <a:cubicBezTo>
                    <a:pt x="41511" y="76873"/>
                    <a:pt x="40025" y="80613"/>
                    <a:pt x="33836" y="96070"/>
                  </a:cubicBezTo>
                  <a:lnTo>
                    <a:pt x="18241" y="136209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D4513B9-84DF-E80F-494C-AF16CDCF36E9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8930786" y="7544814"/>
              <a:ext cx="235175" cy="83340"/>
            </a:xfrm>
            <a:custGeom>
              <a:avLst/>
              <a:gdLst>
                <a:gd name="connsiteX0" fmla="*/ 223327 w 235175"/>
                <a:gd name="connsiteY0" fmla="*/ 14331 h 83340"/>
                <a:gd name="connsiteX1" fmla="*/ 235351 w 235175"/>
                <a:gd name="connsiteY1" fmla="*/ 7208 h 83340"/>
                <a:gd name="connsiteX2" fmla="*/ 223681 w 235175"/>
                <a:gd name="connsiteY2" fmla="*/ 85 h 83340"/>
                <a:gd name="connsiteX3" fmla="*/ 11846 w 235175"/>
                <a:gd name="connsiteY3" fmla="*/ 85 h 83340"/>
                <a:gd name="connsiteX4" fmla="*/ 175 w 235175"/>
                <a:gd name="connsiteY4" fmla="*/ 7208 h 83340"/>
                <a:gd name="connsiteX5" fmla="*/ 12199 w 235175"/>
                <a:gd name="connsiteY5" fmla="*/ 14331 h 83340"/>
                <a:gd name="connsiteX6" fmla="*/ 223327 w 235175"/>
                <a:gd name="connsiteY6" fmla="*/ 14331 h 83340"/>
                <a:gd name="connsiteX7" fmla="*/ 223681 w 235175"/>
                <a:gd name="connsiteY7" fmla="*/ 83425 h 83340"/>
                <a:gd name="connsiteX8" fmla="*/ 235351 w 235175"/>
                <a:gd name="connsiteY8" fmla="*/ 76302 h 83340"/>
                <a:gd name="connsiteX9" fmla="*/ 223327 w 235175"/>
                <a:gd name="connsiteY9" fmla="*/ 69179 h 83340"/>
                <a:gd name="connsiteX10" fmla="*/ 12199 w 235175"/>
                <a:gd name="connsiteY10" fmla="*/ 69179 h 83340"/>
                <a:gd name="connsiteX11" fmla="*/ 175 w 235175"/>
                <a:gd name="connsiteY11" fmla="*/ 76302 h 83340"/>
                <a:gd name="connsiteX12" fmla="*/ 11846 w 235175"/>
                <a:gd name="connsiteY12" fmla="*/ 83425 h 83340"/>
                <a:gd name="connsiteX13" fmla="*/ 223681 w 235175"/>
                <a:gd name="connsiteY13" fmla="*/ 83425 h 83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175" h="83340">
                  <a:moveTo>
                    <a:pt x="223327" y="14331"/>
                  </a:moveTo>
                  <a:cubicBezTo>
                    <a:pt x="228632" y="14331"/>
                    <a:pt x="235351" y="14331"/>
                    <a:pt x="235351" y="7208"/>
                  </a:cubicBezTo>
                  <a:cubicBezTo>
                    <a:pt x="235351" y="85"/>
                    <a:pt x="228632" y="85"/>
                    <a:pt x="223681" y="85"/>
                  </a:cubicBezTo>
                  <a:lnTo>
                    <a:pt x="11846" y="85"/>
                  </a:lnTo>
                  <a:cubicBezTo>
                    <a:pt x="6894" y="85"/>
                    <a:pt x="175" y="85"/>
                    <a:pt x="175" y="7208"/>
                  </a:cubicBezTo>
                  <a:cubicBezTo>
                    <a:pt x="175" y="14331"/>
                    <a:pt x="6894" y="14331"/>
                    <a:pt x="12199" y="14331"/>
                  </a:cubicBezTo>
                  <a:lnTo>
                    <a:pt x="223327" y="14331"/>
                  </a:lnTo>
                  <a:close/>
                  <a:moveTo>
                    <a:pt x="223681" y="83425"/>
                  </a:moveTo>
                  <a:cubicBezTo>
                    <a:pt x="228632" y="83425"/>
                    <a:pt x="235351" y="83425"/>
                    <a:pt x="235351" y="76302"/>
                  </a:cubicBezTo>
                  <a:cubicBezTo>
                    <a:pt x="235351" y="69179"/>
                    <a:pt x="228632" y="69179"/>
                    <a:pt x="223327" y="69179"/>
                  </a:cubicBezTo>
                  <a:lnTo>
                    <a:pt x="12199" y="69179"/>
                  </a:lnTo>
                  <a:cubicBezTo>
                    <a:pt x="6894" y="69179"/>
                    <a:pt x="175" y="69179"/>
                    <a:pt x="175" y="76302"/>
                  </a:cubicBezTo>
                  <a:cubicBezTo>
                    <a:pt x="175" y="83425"/>
                    <a:pt x="6894" y="83425"/>
                    <a:pt x="11846" y="83425"/>
                  </a:cubicBezTo>
                  <a:lnTo>
                    <a:pt x="223681" y="83425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55D44CC-863A-F1BA-6843-97BB8592AC72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9295946" y="7515965"/>
              <a:ext cx="115642" cy="163475"/>
            </a:xfrm>
            <a:custGeom>
              <a:avLst/>
              <a:gdLst>
                <a:gd name="connsiteX0" fmla="*/ 62074 w 115642"/>
                <a:gd name="connsiteY0" fmla="*/ 90548 h 163475"/>
                <a:gd name="connsiteX1" fmla="*/ 98853 w 115642"/>
                <a:gd name="connsiteY1" fmla="*/ 123315 h 163475"/>
                <a:gd name="connsiteX2" fmla="*/ 58891 w 115642"/>
                <a:gd name="connsiteY2" fmla="*/ 155725 h 163475"/>
                <a:gd name="connsiteX3" fmla="*/ 9734 w 115642"/>
                <a:gd name="connsiteY3" fmla="*/ 105151 h 163475"/>
                <a:gd name="connsiteX4" fmla="*/ 4783 w 115642"/>
                <a:gd name="connsiteY4" fmla="*/ 99096 h 163475"/>
                <a:gd name="connsiteX5" fmla="*/ 186 w 115642"/>
                <a:gd name="connsiteY5" fmla="*/ 108000 h 163475"/>
                <a:gd name="connsiteX6" fmla="*/ 186 w 115642"/>
                <a:gd name="connsiteY6" fmla="*/ 155012 h 163475"/>
                <a:gd name="connsiteX7" fmla="*/ 4076 w 115642"/>
                <a:gd name="connsiteY7" fmla="*/ 163560 h 163475"/>
                <a:gd name="connsiteX8" fmla="*/ 12917 w 115642"/>
                <a:gd name="connsiteY8" fmla="*/ 156437 h 163475"/>
                <a:gd name="connsiteX9" fmla="*/ 19990 w 115642"/>
                <a:gd name="connsiteY9" fmla="*/ 148245 h 163475"/>
                <a:gd name="connsiteX10" fmla="*/ 58891 w 115642"/>
                <a:gd name="connsiteY10" fmla="*/ 163560 h 163475"/>
                <a:gd name="connsiteX11" fmla="*/ 115829 w 115642"/>
                <a:gd name="connsiteY11" fmla="*/ 114055 h 163475"/>
                <a:gd name="connsiteX12" fmla="*/ 100975 w 115642"/>
                <a:gd name="connsiteY12" fmla="*/ 80220 h 163475"/>
                <a:gd name="connsiteX13" fmla="*/ 60659 w 115642"/>
                <a:gd name="connsiteY13" fmla="*/ 63124 h 163475"/>
                <a:gd name="connsiteX14" fmla="*/ 17161 w 115642"/>
                <a:gd name="connsiteY14" fmla="*/ 33919 h 163475"/>
                <a:gd name="connsiteX15" fmla="*/ 56769 w 115642"/>
                <a:gd name="connsiteY15" fmla="*/ 6852 h 163475"/>
                <a:gd name="connsiteX16" fmla="*/ 98146 w 115642"/>
                <a:gd name="connsiteY16" fmla="*/ 49947 h 163475"/>
                <a:gd name="connsiteX17" fmla="*/ 102390 w 115642"/>
                <a:gd name="connsiteY17" fmla="*/ 53152 h 163475"/>
                <a:gd name="connsiteX18" fmla="*/ 106987 w 115642"/>
                <a:gd name="connsiteY18" fmla="*/ 44604 h 163475"/>
                <a:gd name="connsiteX19" fmla="*/ 106987 w 115642"/>
                <a:gd name="connsiteY19" fmla="*/ 8632 h 163475"/>
                <a:gd name="connsiteX20" fmla="*/ 103097 w 115642"/>
                <a:gd name="connsiteY20" fmla="*/ 85 h 163475"/>
                <a:gd name="connsiteX21" fmla="*/ 96024 w 115642"/>
                <a:gd name="connsiteY21" fmla="*/ 4359 h 163475"/>
                <a:gd name="connsiteX22" fmla="*/ 90012 w 115642"/>
                <a:gd name="connsiteY22" fmla="*/ 10057 h 163475"/>
                <a:gd name="connsiteX23" fmla="*/ 56769 w 115642"/>
                <a:gd name="connsiteY23" fmla="*/ 85 h 163475"/>
                <a:gd name="connsiteX24" fmla="*/ 186 w 115642"/>
                <a:gd name="connsiteY24" fmla="*/ 43892 h 163475"/>
                <a:gd name="connsiteX25" fmla="*/ 15393 w 115642"/>
                <a:gd name="connsiteY25" fmla="*/ 74165 h 163475"/>
                <a:gd name="connsiteX26" fmla="*/ 62074 w 115642"/>
                <a:gd name="connsiteY26" fmla="*/ 90548 h 163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642" h="163475">
                  <a:moveTo>
                    <a:pt x="62074" y="90548"/>
                  </a:moveTo>
                  <a:cubicBezTo>
                    <a:pt x="69854" y="91973"/>
                    <a:pt x="98853" y="97671"/>
                    <a:pt x="98853" y="123315"/>
                  </a:cubicBezTo>
                  <a:cubicBezTo>
                    <a:pt x="98853" y="141478"/>
                    <a:pt x="86476" y="155725"/>
                    <a:pt x="58891" y="155725"/>
                  </a:cubicBezTo>
                  <a:cubicBezTo>
                    <a:pt x="29185" y="155725"/>
                    <a:pt x="16454" y="135424"/>
                    <a:pt x="9734" y="105151"/>
                  </a:cubicBezTo>
                  <a:cubicBezTo>
                    <a:pt x="8673" y="100521"/>
                    <a:pt x="8320" y="99096"/>
                    <a:pt x="4783" y="99096"/>
                  </a:cubicBezTo>
                  <a:cubicBezTo>
                    <a:pt x="186" y="99096"/>
                    <a:pt x="186" y="101589"/>
                    <a:pt x="186" y="108000"/>
                  </a:cubicBezTo>
                  <a:lnTo>
                    <a:pt x="186" y="155012"/>
                  </a:lnTo>
                  <a:cubicBezTo>
                    <a:pt x="186" y="161067"/>
                    <a:pt x="186" y="163560"/>
                    <a:pt x="4076" y="163560"/>
                  </a:cubicBezTo>
                  <a:cubicBezTo>
                    <a:pt x="5844" y="163560"/>
                    <a:pt x="6198" y="163204"/>
                    <a:pt x="12917" y="156437"/>
                  </a:cubicBezTo>
                  <a:cubicBezTo>
                    <a:pt x="13624" y="155725"/>
                    <a:pt x="13624" y="155012"/>
                    <a:pt x="19990" y="148245"/>
                  </a:cubicBezTo>
                  <a:cubicBezTo>
                    <a:pt x="35550" y="163204"/>
                    <a:pt x="51465" y="163560"/>
                    <a:pt x="58891" y="163560"/>
                  </a:cubicBezTo>
                  <a:cubicBezTo>
                    <a:pt x="99561" y="163560"/>
                    <a:pt x="115829" y="139698"/>
                    <a:pt x="115829" y="114055"/>
                  </a:cubicBezTo>
                  <a:cubicBezTo>
                    <a:pt x="115829" y="95178"/>
                    <a:pt x="105219" y="84494"/>
                    <a:pt x="100975" y="80220"/>
                  </a:cubicBezTo>
                  <a:cubicBezTo>
                    <a:pt x="89305" y="68823"/>
                    <a:pt x="75513" y="65974"/>
                    <a:pt x="60659" y="63124"/>
                  </a:cubicBezTo>
                  <a:cubicBezTo>
                    <a:pt x="40855" y="59207"/>
                    <a:pt x="17161" y="54577"/>
                    <a:pt x="17161" y="33919"/>
                  </a:cubicBezTo>
                  <a:cubicBezTo>
                    <a:pt x="17161" y="21454"/>
                    <a:pt x="26356" y="6852"/>
                    <a:pt x="56769" y="6852"/>
                  </a:cubicBezTo>
                  <a:cubicBezTo>
                    <a:pt x="95671" y="6852"/>
                    <a:pt x="97439" y="38906"/>
                    <a:pt x="98146" y="49947"/>
                  </a:cubicBezTo>
                  <a:cubicBezTo>
                    <a:pt x="98500" y="53152"/>
                    <a:pt x="101683" y="53152"/>
                    <a:pt x="102390" y="53152"/>
                  </a:cubicBezTo>
                  <a:cubicBezTo>
                    <a:pt x="106987" y="53152"/>
                    <a:pt x="106987" y="51371"/>
                    <a:pt x="106987" y="44604"/>
                  </a:cubicBezTo>
                  <a:lnTo>
                    <a:pt x="106987" y="8632"/>
                  </a:lnTo>
                  <a:cubicBezTo>
                    <a:pt x="106987" y="2578"/>
                    <a:pt x="106987" y="85"/>
                    <a:pt x="103097" y="85"/>
                  </a:cubicBezTo>
                  <a:cubicBezTo>
                    <a:pt x="101329" y="85"/>
                    <a:pt x="100622" y="85"/>
                    <a:pt x="96024" y="4359"/>
                  </a:cubicBezTo>
                  <a:cubicBezTo>
                    <a:pt x="94963" y="5783"/>
                    <a:pt x="91427" y="8989"/>
                    <a:pt x="90012" y="10057"/>
                  </a:cubicBezTo>
                  <a:cubicBezTo>
                    <a:pt x="76574" y="85"/>
                    <a:pt x="62074" y="85"/>
                    <a:pt x="56769" y="85"/>
                  </a:cubicBezTo>
                  <a:cubicBezTo>
                    <a:pt x="13624" y="85"/>
                    <a:pt x="186" y="23947"/>
                    <a:pt x="186" y="43892"/>
                  </a:cubicBezTo>
                  <a:cubicBezTo>
                    <a:pt x="186" y="56357"/>
                    <a:pt x="5844" y="66330"/>
                    <a:pt x="15393" y="74165"/>
                  </a:cubicBezTo>
                  <a:cubicBezTo>
                    <a:pt x="26709" y="83425"/>
                    <a:pt x="36611" y="85562"/>
                    <a:pt x="62074" y="90548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8E41EF00-AC4E-CA95-0F3B-B9C6CBF6DFAA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9433672" y="7515965"/>
              <a:ext cx="156665" cy="163475"/>
            </a:xfrm>
            <a:custGeom>
              <a:avLst/>
              <a:gdLst>
                <a:gd name="connsiteX0" fmla="*/ 156856 w 156665"/>
                <a:gd name="connsiteY0" fmla="*/ 83425 h 163475"/>
                <a:gd name="connsiteX1" fmla="*/ 78699 w 156665"/>
                <a:gd name="connsiteY1" fmla="*/ 85 h 163475"/>
                <a:gd name="connsiteX2" fmla="*/ 190 w 156665"/>
                <a:gd name="connsiteY2" fmla="*/ 83425 h 163475"/>
                <a:gd name="connsiteX3" fmla="*/ 78346 w 156665"/>
                <a:gd name="connsiteY3" fmla="*/ 163560 h 163475"/>
                <a:gd name="connsiteX4" fmla="*/ 156856 w 156665"/>
                <a:gd name="connsiteY4" fmla="*/ 83425 h 163475"/>
                <a:gd name="connsiteX5" fmla="*/ 78699 w 156665"/>
                <a:gd name="connsiteY5" fmla="*/ 154656 h 163475"/>
                <a:gd name="connsiteX6" fmla="*/ 38384 w 156665"/>
                <a:gd name="connsiteY6" fmla="*/ 130794 h 163475"/>
                <a:gd name="connsiteX7" fmla="*/ 29542 w 156665"/>
                <a:gd name="connsiteY7" fmla="*/ 80576 h 163475"/>
                <a:gd name="connsiteX8" fmla="*/ 38030 w 156665"/>
                <a:gd name="connsiteY8" fmla="*/ 31783 h 163475"/>
                <a:gd name="connsiteX9" fmla="*/ 78346 w 156665"/>
                <a:gd name="connsiteY9" fmla="*/ 7920 h 163475"/>
                <a:gd name="connsiteX10" fmla="*/ 118308 w 156665"/>
                <a:gd name="connsiteY10" fmla="*/ 31070 h 163475"/>
                <a:gd name="connsiteX11" fmla="*/ 127503 w 156665"/>
                <a:gd name="connsiteY11" fmla="*/ 80576 h 163475"/>
                <a:gd name="connsiteX12" fmla="*/ 119723 w 156665"/>
                <a:gd name="connsiteY12" fmla="*/ 128301 h 163475"/>
                <a:gd name="connsiteX13" fmla="*/ 78699 w 156665"/>
                <a:gd name="connsiteY13" fmla="*/ 154656 h 163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665" h="163475">
                  <a:moveTo>
                    <a:pt x="156856" y="83425"/>
                  </a:moveTo>
                  <a:cubicBezTo>
                    <a:pt x="156856" y="37837"/>
                    <a:pt x="121491" y="85"/>
                    <a:pt x="78699" y="85"/>
                  </a:cubicBezTo>
                  <a:cubicBezTo>
                    <a:pt x="34493" y="85"/>
                    <a:pt x="190" y="38906"/>
                    <a:pt x="190" y="83425"/>
                  </a:cubicBezTo>
                  <a:cubicBezTo>
                    <a:pt x="190" y="129369"/>
                    <a:pt x="36969" y="163560"/>
                    <a:pt x="78346" y="163560"/>
                  </a:cubicBezTo>
                  <a:cubicBezTo>
                    <a:pt x="121137" y="163560"/>
                    <a:pt x="156856" y="128657"/>
                    <a:pt x="156856" y="83425"/>
                  </a:cubicBezTo>
                  <a:close/>
                  <a:moveTo>
                    <a:pt x="78699" y="154656"/>
                  </a:moveTo>
                  <a:cubicBezTo>
                    <a:pt x="63493" y="154656"/>
                    <a:pt x="47932" y="147177"/>
                    <a:pt x="38384" y="130794"/>
                  </a:cubicBezTo>
                  <a:cubicBezTo>
                    <a:pt x="29542" y="115123"/>
                    <a:pt x="29542" y="93397"/>
                    <a:pt x="29542" y="80576"/>
                  </a:cubicBezTo>
                  <a:cubicBezTo>
                    <a:pt x="29542" y="66686"/>
                    <a:pt x="29542" y="47453"/>
                    <a:pt x="38030" y="31783"/>
                  </a:cubicBezTo>
                  <a:cubicBezTo>
                    <a:pt x="47578" y="15399"/>
                    <a:pt x="64200" y="7920"/>
                    <a:pt x="78346" y="7920"/>
                  </a:cubicBezTo>
                  <a:cubicBezTo>
                    <a:pt x="93906" y="7920"/>
                    <a:pt x="109113" y="15756"/>
                    <a:pt x="118308" y="31070"/>
                  </a:cubicBezTo>
                  <a:cubicBezTo>
                    <a:pt x="127503" y="46385"/>
                    <a:pt x="127503" y="67042"/>
                    <a:pt x="127503" y="80576"/>
                  </a:cubicBezTo>
                  <a:cubicBezTo>
                    <a:pt x="127503" y="93397"/>
                    <a:pt x="127503" y="112630"/>
                    <a:pt x="119723" y="128301"/>
                  </a:cubicBezTo>
                  <a:cubicBezTo>
                    <a:pt x="111942" y="144328"/>
                    <a:pt x="96382" y="154656"/>
                    <a:pt x="78699" y="154656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5A5AE15-6D04-26E1-204D-766E9DF3D7CB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9612265" y="7424433"/>
              <a:ext cx="114581" cy="251089"/>
            </a:xfrm>
            <a:custGeom>
              <a:avLst/>
              <a:gdLst>
                <a:gd name="connsiteX0" fmla="*/ 50413 w 114581"/>
                <a:gd name="connsiteY0" fmla="*/ 97671 h 251089"/>
                <a:gd name="connsiteX1" fmla="*/ 50413 w 114581"/>
                <a:gd name="connsiteY1" fmla="*/ 56357 h 251089"/>
                <a:gd name="connsiteX2" fmla="*/ 82948 w 114581"/>
                <a:gd name="connsiteY2" fmla="*/ 7920 h 251089"/>
                <a:gd name="connsiteX3" fmla="*/ 94619 w 114581"/>
                <a:gd name="connsiteY3" fmla="*/ 10413 h 251089"/>
                <a:gd name="connsiteX4" fmla="*/ 84009 w 114581"/>
                <a:gd name="connsiteY4" fmla="*/ 25372 h 251089"/>
                <a:gd name="connsiteX5" fmla="*/ 99216 w 114581"/>
                <a:gd name="connsiteY5" fmla="*/ 40686 h 251089"/>
                <a:gd name="connsiteX6" fmla="*/ 114777 w 114581"/>
                <a:gd name="connsiteY6" fmla="*/ 25016 h 251089"/>
                <a:gd name="connsiteX7" fmla="*/ 82948 w 114581"/>
                <a:gd name="connsiteY7" fmla="*/ 85 h 251089"/>
                <a:gd name="connsiteX8" fmla="*/ 28133 w 114581"/>
                <a:gd name="connsiteY8" fmla="*/ 56713 h 251089"/>
                <a:gd name="connsiteX9" fmla="*/ 28133 w 114581"/>
                <a:gd name="connsiteY9" fmla="*/ 97671 h 251089"/>
                <a:gd name="connsiteX10" fmla="*/ 195 w 114581"/>
                <a:gd name="connsiteY10" fmla="*/ 97671 h 251089"/>
                <a:gd name="connsiteX11" fmla="*/ 195 w 114581"/>
                <a:gd name="connsiteY11" fmla="*/ 108712 h 251089"/>
                <a:gd name="connsiteX12" fmla="*/ 28133 w 114581"/>
                <a:gd name="connsiteY12" fmla="*/ 108712 h 251089"/>
                <a:gd name="connsiteX13" fmla="*/ 28133 w 114581"/>
                <a:gd name="connsiteY13" fmla="*/ 224107 h 251089"/>
                <a:gd name="connsiteX14" fmla="*/ 548 w 114581"/>
                <a:gd name="connsiteY14" fmla="*/ 240134 h 251089"/>
                <a:gd name="connsiteX15" fmla="*/ 548 w 114581"/>
                <a:gd name="connsiteY15" fmla="*/ 251174 h 251089"/>
                <a:gd name="connsiteX16" fmla="*/ 40864 w 114581"/>
                <a:gd name="connsiteY16" fmla="*/ 250106 h 251089"/>
                <a:gd name="connsiteX17" fmla="*/ 85777 w 114581"/>
                <a:gd name="connsiteY17" fmla="*/ 251174 h 251089"/>
                <a:gd name="connsiteX18" fmla="*/ 85777 w 114581"/>
                <a:gd name="connsiteY18" fmla="*/ 240134 h 251089"/>
                <a:gd name="connsiteX19" fmla="*/ 78351 w 114581"/>
                <a:gd name="connsiteY19" fmla="*/ 240134 h 251089"/>
                <a:gd name="connsiteX20" fmla="*/ 51474 w 114581"/>
                <a:gd name="connsiteY20" fmla="*/ 223394 h 251089"/>
                <a:gd name="connsiteX21" fmla="*/ 51474 w 114581"/>
                <a:gd name="connsiteY21" fmla="*/ 108712 h 251089"/>
                <a:gd name="connsiteX22" fmla="*/ 91789 w 114581"/>
                <a:gd name="connsiteY22" fmla="*/ 108712 h 251089"/>
                <a:gd name="connsiteX23" fmla="*/ 91789 w 114581"/>
                <a:gd name="connsiteY23" fmla="*/ 97671 h 251089"/>
                <a:gd name="connsiteX24" fmla="*/ 50413 w 114581"/>
                <a:gd name="connsiteY24" fmla="*/ 97671 h 25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4581" h="251089">
                  <a:moveTo>
                    <a:pt x="50413" y="97671"/>
                  </a:moveTo>
                  <a:lnTo>
                    <a:pt x="50413" y="56357"/>
                  </a:lnTo>
                  <a:cubicBezTo>
                    <a:pt x="50413" y="25016"/>
                    <a:pt x="67388" y="7920"/>
                    <a:pt x="82948" y="7920"/>
                  </a:cubicBezTo>
                  <a:cubicBezTo>
                    <a:pt x="84009" y="7920"/>
                    <a:pt x="89314" y="7920"/>
                    <a:pt x="94619" y="10413"/>
                  </a:cubicBezTo>
                  <a:cubicBezTo>
                    <a:pt x="90375" y="11838"/>
                    <a:pt x="84009" y="16468"/>
                    <a:pt x="84009" y="25372"/>
                  </a:cubicBezTo>
                  <a:cubicBezTo>
                    <a:pt x="84009" y="33563"/>
                    <a:pt x="89668" y="40686"/>
                    <a:pt x="99216" y="40686"/>
                  </a:cubicBezTo>
                  <a:cubicBezTo>
                    <a:pt x="109472" y="40686"/>
                    <a:pt x="114777" y="33563"/>
                    <a:pt x="114777" y="25016"/>
                  </a:cubicBezTo>
                  <a:cubicBezTo>
                    <a:pt x="114777" y="11838"/>
                    <a:pt x="101692" y="85"/>
                    <a:pt x="82948" y="85"/>
                  </a:cubicBezTo>
                  <a:cubicBezTo>
                    <a:pt x="58193" y="85"/>
                    <a:pt x="28133" y="18961"/>
                    <a:pt x="28133" y="56713"/>
                  </a:cubicBezTo>
                  <a:lnTo>
                    <a:pt x="28133" y="97671"/>
                  </a:lnTo>
                  <a:lnTo>
                    <a:pt x="195" y="97671"/>
                  </a:lnTo>
                  <a:lnTo>
                    <a:pt x="195" y="108712"/>
                  </a:lnTo>
                  <a:lnTo>
                    <a:pt x="28133" y="108712"/>
                  </a:lnTo>
                  <a:lnTo>
                    <a:pt x="28133" y="224107"/>
                  </a:lnTo>
                  <a:cubicBezTo>
                    <a:pt x="28133" y="240134"/>
                    <a:pt x="24243" y="240134"/>
                    <a:pt x="548" y="240134"/>
                  </a:cubicBezTo>
                  <a:lnTo>
                    <a:pt x="548" y="251174"/>
                  </a:lnTo>
                  <a:cubicBezTo>
                    <a:pt x="14341" y="250818"/>
                    <a:pt x="30962" y="250106"/>
                    <a:pt x="40864" y="250106"/>
                  </a:cubicBezTo>
                  <a:cubicBezTo>
                    <a:pt x="55010" y="250106"/>
                    <a:pt x="71631" y="250106"/>
                    <a:pt x="85777" y="251174"/>
                  </a:cubicBezTo>
                  <a:lnTo>
                    <a:pt x="85777" y="240134"/>
                  </a:lnTo>
                  <a:lnTo>
                    <a:pt x="78351" y="240134"/>
                  </a:lnTo>
                  <a:cubicBezTo>
                    <a:pt x="52181" y="240134"/>
                    <a:pt x="51474" y="236216"/>
                    <a:pt x="51474" y="223394"/>
                  </a:cubicBezTo>
                  <a:lnTo>
                    <a:pt x="51474" y="108712"/>
                  </a:lnTo>
                  <a:lnTo>
                    <a:pt x="91789" y="108712"/>
                  </a:lnTo>
                  <a:lnTo>
                    <a:pt x="91789" y="97671"/>
                  </a:lnTo>
                  <a:lnTo>
                    <a:pt x="50413" y="97671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FA4F6B8-E14F-6C38-4734-D107D54E7419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9715374" y="7456487"/>
              <a:ext cx="110691" cy="222953"/>
            </a:xfrm>
            <a:custGeom>
              <a:avLst/>
              <a:gdLst>
                <a:gd name="connsiteX0" fmla="*/ 54659 w 110691"/>
                <a:gd name="connsiteY0" fmla="*/ 76658 h 222953"/>
                <a:gd name="connsiteX1" fmla="*/ 105231 w 110691"/>
                <a:gd name="connsiteY1" fmla="*/ 76658 h 222953"/>
                <a:gd name="connsiteX2" fmla="*/ 105231 w 110691"/>
                <a:gd name="connsiteY2" fmla="*/ 65617 h 222953"/>
                <a:gd name="connsiteX3" fmla="*/ 54659 w 110691"/>
                <a:gd name="connsiteY3" fmla="*/ 65617 h 222953"/>
                <a:gd name="connsiteX4" fmla="*/ 54659 w 110691"/>
                <a:gd name="connsiteY4" fmla="*/ 85 h 222953"/>
                <a:gd name="connsiteX5" fmla="*/ 45818 w 110691"/>
                <a:gd name="connsiteY5" fmla="*/ 85 h 222953"/>
                <a:gd name="connsiteX6" fmla="*/ 198 w 110691"/>
                <a:gd name="connsiteY6" fmla="*/ 68823 h 222953"/>
                <a:gd name="connsiteX7" fmla="*/ 198 w 110691"/>
                <a:gd name="connsiteY7" fmla="*/ 76658 h 222953"/>
                <a:gd name="connsiteX8" fmla="*/ 30258 w 110691"/>
                <a:gd name="connsiteY8" fmla="*/ 76658 h 222953"/>
                <a:gd name="connsiteX9" fmla="*/ 30258 w 110691"/>
                <a:gd name="connsiteY9" fmla="*/ 174957 h 222953"/>
                <a:gd name="connsiteX10" fmla="*/ 75878 w 110691"/>
                <a:gd name="connsiteY10" fmla="*/ 223038 h 222953"/>
                <a:gd name="connsiteX11" fmla="*/ 110889 w 110691"/>
                <a:gd name="connsiteY11" fmla="*/ 174957 h 222953"/>
                <a:gd name="connsiteX12" fmla="*/ 110889 w 110691"/>
                <a:gd name="connsiteY12" fmla="*/ 154656 h 222953"/>
                <a:gd name="connsiteX13" fmla="*/ 102048 w 110691"/>
                <a:gd name="connsiteY13" fmla="*/ 154656 h 222953"/>
                <a:gd name="connsiteX14" fmla="*/ 102048 w 110691"/>
                <a:gd name="connsiteY14" fmla="*/ 174245 h 222953"/>
                <a:gd name="connsiteX15" fmla="*/ 78354 w 110691"/>
                <a:gd name="connsiteY15" fmla="*/ 214134 h 222953"/>
                <a:gd name="connsiteX16" fmla="*/ 54659 w 110691"/>
                <a:gd name="connsiteY16" fmla="*/ 175669 h 222953"/>
                <a:gd name="connsiteX17" fmla="*/ 54659 w 110691"/>
                <a:gd name="connsiteY17" fmla="*/ 76658 h 222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0691" h="222953">
                  <a:moveTo>
                    <a:pt x="54659" y="76658"/>
                  </a:moveTo>
                  <a:lnTo>
                    <a:pt x="105231" y="76658"/>
                  </a:lnTo>
                  <a:lnTo>
                    <a:pt x="105231" y="65617"/>
                  </a:lnTo>
                  <a:lnTo>
                    <a:pt x="54659" y="65617"/>
                  </a:lnTo>
                  <a:lnTo>
                    <a:pt x="54659" y="85"/>
                  </a:lnTo>
                  <a:lnTo>
                    <a:pt x="45818" y="85"/>
                  </a:lnTo>
                  <a:cubicBezTo>
                    <a:pt x="45465" y="29289"/>
                    <a:pt x="34855" y="67398"/>
                    <a:pt x="198" y="68823"/>
                  </a:cubicBezTo>
                  <a:lnTo>
                    <a:pt x="198" y="76658"/>
                  </a:lnTo>
                  <a:lnTo>
                    <a:pt x="30258" y="76658"/>
                  </a:lnTo>
                  <a:lnTo>
                    <a:pt x="30258" y="174957"/>
                  </a:lnTo>
                  <a:cubicBezTo>
                    <a:pt x="30258" y="218764"/>
                    <a:pt x="63147" y="223038"/>
                    <a:pt x="75878" y="223038"/>
                  </a:cubicBezTo>
                  <a:cubicBezTo>
                    <a:pt x="100987" y="223038"/>
                    <a:pt x="110889" y="197751"/>
                    <a:pt x="110889" y="174957"/>
                  </a:cubicBezTo>
                  <a:lnTo>
                    <a:pt x="110889" y="154656"/>
                  </a:lnTo>
                  <a:lnTo>
                    <a:pt x="102048" y="154656"/>
                  </a:lnTo>
                  <a:lnTo>
                    <a:pt x="102048" y="174245"/>
                  </a:lnTo>
                  <a:cubicBezTo>
                    <a:pt x="102048" y="200600"/>
                    <a:pt x="91439" y="214134"/>
                    <a:pt x="78354" y="214134"/>
                  </a:cubicBezTo>
                  <a:cubicBezTo>
                    <a:pt x="54659" y="214134"/>
                    <a:pt x="54659" y="181724"/>
                    <a:pt x="54659" y="175669"/>
                  </a:cubicBezTo>
                  <a:lnTo>
                    <a:pt x="54659" y="76658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16FAF5B8-BC26-1402-F490-931D0672FCC1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9857501" y="7518102"/>
              <a:ext cx="276198" cy="157420"/>
            </a:xfrm>
            <a:custGeom>
              <a:avLst/>
              <a:gdLst>
                <a:gd name="connsiteX0" fmla="*/ 27786 w 276198"/>
                <a:gd name="connsiteY0" fmla="*/ 34988 h 157420"/>
                <a:gd name="connsiteX1" fmla="*/ 27786 w 276198"/>
                <a:gd name="connsiteY1" fmla="*/ 130438 h 157420"/>
                <a:gd name="connsiteX2" fmla="*/ 202 w 276198"/>
                <a:gd name="connsiteY2" fmla="*/ 146465 h 157420"/>
                <a:gd name="connsiteX3" fmla="*/ 202 w 276198"/>
                <a:gd name="connsiteY3" fmla="*/ 157506 h 157420"/>
                <a:gd name="connsiteX4" fmla="*/ 40164 w 276198"/>
                <a:gd name="connsiteY4" fmla="*/ 156437 h 157420"/>
                <a:gd name="connsiteX5" fmla="*/ 79772 w 276198"/>
                <a:gd name="connsiteY5" fmla="*/ 157506 h 157420"/>
                <a:gd name="connsiteX6" fmla="*/ 79772 w 276198"/>
                <a:gd name="connsiteY6" fmla="*/ 146465 h 157420"/>
                <a:gd name="connsiteX7" fmla="*/ 52188 w 276198"/>
                <a:gd name="connsiteY7" fmla="*/ 130438 h 157420"/>
                <a:gd name="connsiteX8" fmla="*/ 52188 w 276198"/>
                <a:gd name="connsiteY8" fmla="*/ 64905 h 157420"/>
                <a:gd name="connsiteX9" fmla="*/ 99930 w 276198"/>
                <a:gd name="connsiteY9" fmla="*/ 7920 h 157420"/>
                <a:gd name="connsiteX10" fmla="*/ 126100 w 276198"/>
                <a:gd name="connsiteY10" fmla="*/ 47453 h 157420"/>
                <a:gd name="connsiteX11" fmla="*/ 126100 w 276198"/>
                <a:gd name="connsiteY11" fmla="*/ 130438 h 157420"/>
                <a:gd name="connsiteX12" fmla="*/ 98516 w 276198"/>
                <a:gd name="connsiteY12" fmla="*/ 146465 h 157420"/>
                <a:gd name="connsiteX13" fmla="*/ 98516 w 276198"/>
                <a:gd name="connsiteY13" fmla="*/ 157506 h 157420"/>
                <a:gd name="connsiteX14" fmla="*/ 138478 w 276198"/>
                <a:gd name="connsiteY14" fmla="*/ 156437 h 157420"/>
                <a:gd name="connsiteX15" fmla="*/ 178086 w 276198"/>
                <a:gd name="connsiteY15" fmla="*/ 157506 h 157420"/>
                <a:gd name="connsiteX16" fmla="*/ 178086 w 276198"/>
                <a:gd name="connsiteY16" fmla="*/ 146465 h 157420"/>
                <a:gd name="connsiteX17" fmla="*/ 150502 w 276198"/>
                <a:gd name="connsiteY17" fmla="*/ 130438 h 157420"/>
                <a:gd name="connsiteX18" fmla="*/ 150502 w 276198"/>
                <a:gd name="connsiteY18" fmla="*/ 64905 h 157420"/>
                <a:gd name="connsiteX19" fmla="*/ 198244 w 276198"/>
                <a:gd name="connsiteY19" fmla="*/ 7920 h 157420"/>
                <a:gd name="connsiteX20" fmla="*/ 224414 w 276198"/>
                <a:gd name="connsiteY20" fmla="*/ 47453 h 157420"/>
                <a:gd name="connsiteX21" fmla="*/ 224414 w 276198"/>
                <a:gd name="connsiteY21" fmla="*/ 130438 h 157420"/>
                <a:gd name="connsiteX22" fmla="*/ 196830 w 276198"/>
                <a:gd name="connsiteY22" fmla="*/ 146465 h 157420"/>
                <a:gd name="connsiteX23" fmla="*/ 196830 w 276198"/>
                <a:gd name="connsiteY23" fmla="*/ 157506 h 157420"/>
                <a:gd name="connsiteX24" fmla="*/ 236792 w 276198"/>
                <a:gd name="connsiteY24" fmla="*/ 156437 h 157420"/>
                <a:gd name="connsiteX25" fmla="*/ 276400 w 276198"/>
                <a:gd name="connsiteY25" fmla="*/ 157506 h 157420"/>
                <a:gd name="connsiteX26" fmla="*/ 276400 w 276198"/>
                <a:gd name="connsiteY26" fmla="*/ 146465 h 157420"/>
                <a:gd name="connsiteX27" fmla="*/ 248816 w 276198"/>
                <a:gd name="connsiteY27" fmla="*/ 135780 h 157420"/>
                <a:gd name="connsiteX28" fmla="*/ 248816 w 276198"/>
                <a:gd name="connsiteY28" fmla="*/ 67754 h 157420"/>
                <a:gd name="connsiteX29" fmla="*/ 237853 w 276198"/>
                <a:gd name="connsiteY29" fmla="*/ 13262 h 157420"/>
                <a:gd name="connsiteX30" fmla="*/ 200720 w 276198"/>
                <a:gd name="connsiteY30" fmla="*/ 85 h 157420"/>
                <a:gd name="connsiteX31" fmla="*/ 149441 w 276198"/>
                <a:gd name="connsiteY31" fmla="*/ 34988 h 157420"/>
                <a:gd name="connsiteX32" fmla="*/ 102406 w 276198"/>
                <a:gd name="connsiteY32" fmla="*/ 85 h 157420"/>
                <a:gd name="connsiteX33" fmla="*/ 50066 w 276198"/>
                <a:gd name="connsiteY33" fmla="*/ 37481 h 157420"/>
                <a:gd name="connsiteX34" fmla="*/ 50066 w 276198"/>
                <a:gd name="connsiteY34" fmla="*/ 85 h 157420"/>
                <a:gd name="connsiteX35" fmla="*/ 202 w 276198"/>
                <a:gd name="connsiteY35" fmla="*/ 4002 h 157420"/>
                <a:gd name="connsiteX36" fmla="*/ 202 w 276198"/>
                <a:gd name="connsiteY36" fmla="*/ 15043 h 157420"/>
                <a:gd name="connsiteX37" fmla="*/ 27786 w 276198"/>
                <a:gd name="connsiteY37" fmla="*/ 34988 h 157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6198" h="157420">
                  <a:moveTo>
                    <a:pt x="27786" y="34988"/>
                  </a:moveTo>
                  <a:lnTo>
                    <a:pt x="27786" y="130438"/>
                  </a:lnTo>
                  <a:cubicBezTo>
                    <a:pt x="27786" y="146465"/>
                    <a:pt x="23896" y="146465"/>
                    <a:pt x="202" y="146465"/>
                  </a:cubicBezTo>
                  <a:lnTo>
                    <a:pt x="202" y="157506"/>
                  </a:lnTo>
                  <a:cubicBezTo>
                    <a:pt x="12579" y="157149"/>
                    <a:pt x="30615" y="156437"/>
                    <a:pt x="40164" y="156437"/>
                  </a:cubicBezTo>
                  <a:cubicBezTo>
                    <a:pt x="49359" y="156437"/>
                    <a:pt x="67748" y="157149"/>
                    <a:pt x="79772" y="157506"/>
                  </a:cubicBezTo>
                  <a:lnTo>
                    <a:pt x="79772" y="146465"/>
                  </a:lnTo>
                  <a:cubicBezTo>
                    <a:pt x="56078" y="146465"/>
                    <a:pt x="52188" y="146465"/>
                    <a:pt x="52188" y="130438"/>
                  </a:cubicBezTo>
                  <a:lnTo>
                    <a:pt x="52188" y="64905"/>
                  </a:lnTo>
                  <a:cubicBezTo>
                    <a:pt x="52188" y="27865"/>
                    <a:pt x="77297" y="7920"/>
                    <a:pt x="99930" y="7920"/>
                  </a:cubicBezTo>
                  <a:cubicBezTo>
                    <a:pt x="122210" y="7920"/>
                    <a:pt x="126100" y="27153"/>
                    <a:pt x="126100" y="47453"/>
                  </a:cubicBezTo>
                  <a:lnTo>
                    <a:pt x="126100" y="130438"/>
                  </a:lnTo>
                  <a:cubicBezTo>
                    <a:pt x="126100" y="146465"/>
                    <a:pt x="122210" y="146465"/>
                    <a:pt x="98516" y="146465"/>
                  </a:cubicBezTo>
                  <a:lnTo>
                    <a:pt x="98516" y="157506"/>
                  </a:lnTo>
                  <a:cubicBezTo>
                    <a:pt x="110893" y="157149"/>
                    <a:pt x="128929" y="156437"/>
                    <a:pt x="138478" y="156437"/>
                  </a:cubicBezTo>
                  <a:cubicBezTo>
                    <a:pt x="147673" y="156437"/>
                    <a:pt x="166062" y="157149"/>
                    <a:pt x="178086" y="157506"/>
                  </a:cubicBezTo>
                  <a:lnTo>
                    <a:pt x="178086" y="146465"/>
                  </a:lnTo>
                  <a:cubicBezTo>
                    <a:pt x="154392" y="146465"/>
                    <a:pt x="150502" y="146465"/>
                    <a:pt x="150502" y="130438"/>
                  </a:cubicBezTo>
                  <a:lnTo>
                    <a:pt x="150502" y="64905"/>
                  </a:lnTo>
                  <a:cubicBezTo>
                    <a:pt x="150502" y="27865"/>
                    <a:pt x="175611" y="7920"/>
                    <a:pt x="198244" y="7920"/>
                  </a:cubicBezTo>
                  <a:cubicBezTo>
                    <a:pt x="220524" y="7920"/>
                    <a:pt x="224414" y="27153"/>
                    <a:pt x="224414" y="47453"/>
                  </a:cubicBezTo>
                  <a:lnTo>
                    <a:pt x="224414" y="130438"/>
                  </a:lnTo>
                  <a:cubicBezTo>
                    <a:pt x="224414" y="146465"/>
                    <a:pt x="220524" y="146465"/>
                    <a:pt x="196830" y="146465"/>
                  </a:cubicBezTo>
                  <a:lnTo>
                    <a:pt x="196830" y="157506"/>
                  </a:lnTo>
                  <a:cubicBezTo>
                    <a:pt x="209207" y="157149"/>
                    <a:pt x="227243" y="156437"/>
                    <a:pt x="236792" y="156437"/>
                  </a:cubicBezTo>
                  <a:cubicBezTo>
                    <a:pt x="245987" y="156437"/>
                    <a:pt x="264377" y="157149"/>
                    <a:pt x="276400" y="157506"/>
                  </a:cubicBezTo>
                  <a:lnTo>
                    <a:pt x="276400" y="146465"/>
                  </a:lnTo>
                  <a:cubicBezTo>
                    <a:pt x="258011" y="146465"/>
                    <a:pt x="249170" y="146465"/>
                    <a:pt x="248816" y="135780"/>
                  </a:cubicBezTo>
                  <a:lnTo>
                    <a:pt x="248816" y="67754"/>
                  </a:lnTo>
                  <a:cubicBezTo>
                    <a:pt x="248816" y="37125"/>
                    <a:pt x="248816" y="26084"/>
                    <a:pt x="237853" y="13262"/>
                  </a:cubicBezTo>
                  <a:cubicBezTo>
                    <a:pt x="232902" y="7208"/>
                    <a:pt x="221231" y="85"/>
                    <a:pt x="200720" y="85"/>
                  </a:cubicBezTo>
                  <a:cubicBezTo>
                    <a:pt x="171013" y="85"/>
                    <a:pt x="155453" y="21454"/>
                    <a:pt x="149441" y="34988"/>
                  </a:cubicBezTo>
                  <a:cubicBezTo>
                    <a:pt x="144490" y="4002"/>
                    <a:pt x="118320" y="85"/>
                    <a:pt x="102406" y="85"/>
                  </a:cubicBezTo>
                  <a:cubicBezTo>
                    <a:pt x="76589" y="85"/>
                    <a:pt x="59968" y="15399"/>
                    <a:pt x="50066" y="37481"/>
                  </a:cubicBezTo>
                  <a:lnTo>
                    <a:pt x="50066" y="85"/>
                  </a:lnTo>
                  <a:lnTo>
                    <a:pt x="202" y="4002"/>
                  </a:lnTo>
                  <a:lnTo>
                    <a:pt x="202" y="15043"/>
                  </a:lnTo>
                  <a:cubicBezTo>
                    <a:pt x="24957" y="15043"/>
                    <a:pt x="27786" y="17536"/>
                    <a:pt x="27786" y="34988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65CC59A-EB87-3626-60F2-2125376C020B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0155745" y="7515965"/>
              <a:ext cx="159495" cy="163475"/>
            </a:xfrm>
            <a:custGeom>
              <a:avLst/>
              <a:gdLst>
                <a:gd name="connsiteX0" fmla="*/ 103121 w 159495"/>
                <a:gd name="connsiteY0" fmla="*/ 132575 h 163475"/>
                <a:gd name="connsiteX1" fmla="*/ 130706 w 159495"/>
                <a:gd name="connsiteY1" fmla="*/ 161779 h 163475"/>
                <a:gd name="connsiteX2" fmla="*/ 159705 w 159495"/>
                <a:gd name="connsiteY2" fmla="*/ 127945 h 163475"/>
                <a:gd name="connsiteX3" fmla="*/ 159705 w 159495"/>
                <a:gd name="connsiteY3" fmla="*/ 108000 h 163475"/>
                <a:gd name="connsiteX4" fmla="*/ 150864 w 159495"/>
                <a:gd name="connsiteY4" fmla="*/ 108000 h 163475"/>
                <a:gd name="connsiteX5" fmla="*/ 150864 w 159495"/>
                <a:gd name="connsiteY5" fmla="*/ 127945 h 163475"/>
                <a:gd name="connsiteX6" fmla="*/ 138133 w 159495"/>
                <a:gd name="connsiteY6" fmla="*/ 150739 h 163475"/>
                <a:gd name="connsiteX7" fmla="*/ 125048 w 159495"/>
                <a:gd name="connsiteY7" fmla="*/ 132931 h 163475"/>
                <a:gd name="connsiteX8" fmla="*/ 125048 w 159495"/>
                <a:gd name="connsiteY8" fmla="*/ 61700 h 163475"/>
                <a:gd name="connsiteX9" fmla="*/ 112316 w 159495"/>
                <a:gd name="connsiteY9" fmla="*/ 19673 h 163475"/>
                <a:gd name="connsiteX10" fmla="*/ 63866 w 159495"/>
                <a:gd name="connsiteY10" fmla="*/ 85 h 163475"/>
                <a:gd name="connsiteX11" fmla="*/ 10466 w 159495"/>
                <a:gd name="connsiteY11" fmla="*/ 40330 h 163475"/>
                <a:gd name="connsiteX12" fmla="*/ 26733 w 159495"/>
                <a:gd name="connsiteY12" fmla="*/ 57070 h 163475"/>
                <a:gd name="connsiteX13" fmla="*/ 43001 w 159495"/>
                <a:gd name="connsiteY13" fmla="*/ 40686 h 163475"/>
                <a:gd name="connsiteX14" fmla="*/ 24965 w 159495"/>
                <a:gd name="connsiteY14" fmla="*/ 24303 h 163475"/>
                <a:gd name="connsiteX15" fmla="*/ 63159 w 159495"/>
                <a:gd name="connsiteY15" fmla="*/ 7920 h 163475"/>
                <a:gd name="connsiteX16" fmla="*/ 100646 w 159495"/>
                <a:gd name="connsiteY16" fmla="*/ 53508 h 163475"/>
                <a:gd name="connsiteX17" fmla="*/ 100646 w 159495"/>
                <a:gd name="connsiteY17" fmla="*/ 66686 h 163475"/>
                <a:gd name="connsiteX18" fmla="*/ 35575 w 159495"/>
                <a:gd name="connsiteY18" fmla="*/ 79507 h 163475"/>
                <a:gd name="connsiteX19" fmla="*/ 210 w 159495"/>
                <a:gd name="connsiteY19" fmla="*/ 125808 h 163475"/>
                <a:gd name="connsiteX20" fmla="*/ 56793 w 159495"/>
                <a:gd name="connsiteY20" fmla="*/ 163560 h 163475"/>
                <a:gd name="connsiteX21" fmla="*/ 103121 w 159495"/>
                <a:gd name="connsiteY21" fmla="*/ 132575 h 163475"/>
                <a:gd name="connsiteX22" fmla="*/ 100646 w 159495"/>
                <a:gd name="connsiteY22" fmla="*/ 74165 h 163475"/>
                <a:gd name="connsiteX23" fmla="*/ 100646 w 159495"/>
                <a:gd name="connsiteY23" fmla="*/ 109781 h 163475"/>
                <a:gd name="connsiteX24" fmla="*/ 59269 w 159495"/>
                <a:gd name="connsiteY24" fmla="*/ 155725 h 163475"/>
                <a:gd name="connsiteX25" fmla="*/ 27441 w 159495"/>
                <a:gd name="connsiteY25" fmla="*/ 125452 h 163475"/>
                <a:gd name="connsiteX26" fmla="*/ 100646 w 159495"/>
                <a:gd name="connsiteY26" fmla="*/ 74165 h 163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59495" h="163475">
                  <a:moveTo>
                    <a:pt x="103121" y="132575"/>
                  </a:moveTo>
                  <a:cubicBezTo>
                    <a:pt x="104536" y="146821"/>
                    <a:pt x="114084" y="161779"/>
                    <a:pt x="130706" y="161779"/>
                  </a:cubicBezTo>
                  <a:cubicBezTo>
                    <a:pt x="138133" y="161779"/>
                    <a:pt x="159705" y="156793"/>
                    <a:pt x="159705" y="127945"/>
                  </a:cubicBezTo>
                  <a:lnTo>
                    <a:pt x="159705" y="108000"/>
                  </a:lnTo>
                  <a:lnTo>
                    <a:pt x="150864" y="108000"/>
                  </a:lnTo>
                  <a:lnTo>
                    <a:pt x="150864" y="127945"/>
                  </a:lnTo>
                  <a:cubicBezTo>
                    <a:pt x="150864" y="148602"/>
                    <a:pt x="142023" y="150739"/>
                    <a:pt x="138133" y="150739"/>
                  </a:cubicBezTo>
                  <a:cubicBezTo>
                    <a:pt x="126462" y="150739"/>
                    <a:pt x="125048" y="134712"/>
                    <a:pt x="125048" y="132931"/>
                  </a:cubicBezTo>
                  <a:lnTo>
                    <a:pt x="125048" y="61700"/>
                  </a:lnTo>
                  <a:cubicBezTo>
                    <a:pt x="125048" y="46741"/>
                    <a:pt x="125048" y="32851"/>
                    <a:pt x="112316" y="19673"/>
                  </a:cubicBezTo>
                  <a:cubicBezTo>
                    <a:pt x="98524" y="5783"/>
                    <a:pt x="80842" y="85"/>
                    <a:pt x="63866" y="85"/>
                  </a:cubicBezTo>
                  <a:cubicBezTo>
                    <a:pt x="34867" y="85"/>
                    <a:pt x="10466" y="16824"/>
                    <a:pt x="10466" y="40330"/>
                  </a:cubicBezTo>
                  <a:cubicBezTo>
                    <a:pt x="10466" y="51015"/>
                    <a:pt x="17539" y="57070"/>
                    <a:pt x="26733" y="57070"/>
                  </a:cubicBezTo>
                  <a:cubicBezTo>
                    <a:pt x="36636" y="57070"/>
                    <a:pt x="43001" y="49947"/>
                    <a:pt x="43001" y="40686"/>
                  </a:cubicBezTo>
                  <a:cubicBezTo>
                    <a:pt x="43001" y="36413"/>
                    <a:pt x="41233" y="24659"/>
                    <a:pt x="24965" y="24303"/>
                  </a:cubicBezTo>
                  <a:cubicBezTo>
                    <a:pt x="34514" y="11838"/>
                    <a:pt x="51842" y="7920"/>
                    <a:pt x="63159" y="7920"/>
                  </a:cubicBezTo>
                  <a:cubicBezTo>
                    <a:pt x="80488" y="7920"/>
                    <a:pt x="100646" y="21810"/>
                    <a:pt x="100646" y="53508"/>
                  </a:cubicBezTo>
                  <a:lnTo>
                    <a:pt x="100646" y="66686"/>
                  </a:lnTo>
                  <a:cubicBezTo>
                    <a:pt x="82610" y="67754"/>
                    <a:pt x="57854" y="68823"/>
                    <a:pt x="35575" y="79507"/>
                  </a:cubicBezTo>
                  <a:cubicBezTo>
                    <a:pt x="9051" y="91617"/>
                    <a:pt x="210" y="110137"/>
                    <a:pt x="210" y="125808"/>
                  </a:cubicBezTo>
                  <a:cubicBezTo>
                    <a:pt x="210" y="154656"/>
                    <a:pt x="34514" y="163560"/>
                    <a:pt x="56793" y="163560"/>
                  </a:cubicBezTo>
                  <a:cubicBezTo>
                    <a:pt x="80134" y="163560"/>
                    <a:pt x="96402" y="149314"/>
                    <a:pt x="103121" y="132575"/>
                  </a:cubicBezTo>
                  <a:close/>
                  <a:moveTo>
                    <a:pt x="100646" y="74165"/>
                  </a:moveTo>
                  <a:lnTo>
                    <a:pt x="100646" y="109781"/>
                  </a:lnTo>
                  <a:cubicBezTo>
                    <a:pt x="100646" y="143615"/>
                    <a:pt x="75183" y="155725"/>
                    <a:pt x="59269" y="155725"/>
                  </a:cubicBezTo>
                  <a:cubicBezTo>
                    <a:pt x="41940" y="155725"/>
                    <a:pt x="27441" y="143259"/>
                    <a:pt x="27441" y="125452"/>
                  </a:cubicBezTo>
                  <a:cubicBezTo>
                    <a:pt x="27441" y="105863"/>
                    <a:pt x="42294" y="76302"/>
                    <a:pt x="100646" y="74165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1369738-9E8B-DA4B-C92A-3FEC89C5FF81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0321960" y="7522020"/>
              <a:ext cx="178238" cy="153503"/>
            </a:xfrm>
            <a:custGeom>
              <a:avLst/>
              <a:gdLst>
                <a:gd name="connsiteX0" fmla="*/ 97468 w 178238"/>
                <a:gd name="connsiteY0" fmla="*/ 69891 h 153503"/>
                <a:gd name="connsiteX1" fmla="*/ 130004 w 178238"/>
                <a:gd name="connsiteY1" fmla="*/ 29646 h 153503"/>
                <a:gd name="connsiteX2" fmla="*/ 172088 w 178238"/>
                <a:gd name="connsiteY2" fmla="*/ 11126 h 153503"/>
                <a:gd name="connsiteX3" fmla="*/ 172088 w 178238"/>
                <a:gd name="connsiteY3" fmla="*/ 85 h 153503"/>
                <a:gd name="connsiteX4" fmla="*/ 143089 w 178238"/>
                <a:gd name="connsiteY4" fmla="*/ 1153 h 153503"/>
                <a:gd name="connsiteX5" fmla="*/ 109138 w 178238"/>
                <a:gd name="connsiteY5" fmla="*/ 85 h 153503"/>
                <a:gd name="connsiteX6" fmla="*/ 109138 w 178238"/>
                <a:gd name="connsiteY6" fmla="*/ 11126 h 153503"/>
                <a:gd name="connsiteX7" fmla="*/ 119394 w 178238"/>
                <a:gd name="connsiteY7" fmla="*/ 22166 h 153503"/>
                <a:gd name="connsiteX8" fmla="*/ 114089 w 178238"/>
                <a:gd name="connsiteY8" fmla="*/ 34632 h 153503"/>
                <a:gd name="connsiteX9" fmla="*/ 92163 w 178238"/>
                <a:gd name="connsiteY9" fmla="*/ 62412 h 153503"/>
                <a:gd name="connsiteX10" fmla="*/ 64579 w 178238"/>
                <a:gd name="connsiteY10" fmla="*/ 26440 h 153503"/>
                <a:gd name="connsiteX11" fmla="*/ 61396 w 178238"/>
                <a:gd name="connsiteY11" fmla="*/ 20029 h 153503"/>
                <a:gd name="connsiteX12" fmla="*/ 73774 w 178238"/>
                <a:gd name="connsiteY12" fmla="*/ 11126 h 153503"/>
                <a:gd name="connsiteX13" fmla="*/ 73774 w 178238"/>
                <a:gd name="connsiteY13" fmla="*/ 85 h 153503"/>
                <a:gd name="connsiteX14" fmla="*/ 35580 w 178238"/>
                <a:gd name="connsiteY14" fmla="*/ 1153 h 153503"/>
                <a:gd name="connsiteX15" fmla="*/ 1983 w 178238"/>
                <a:gd name="connsiteY15" fmla="*/ 85 h 153503"/>
                <a:gd name="connsiteX16" fmla="*/ 1983 w 178238"/>
                <a:gd name="connsiteY16" fmla="*/ 11126 h 153503"/>
                <a:gd name="connsiteX17" fmla="*/ 43713 w 178238"/>
                <a:gd name="connsiteY17" fmla="*/ 32851 h 153503"/>
                <a:gd name="connsiteX18" fmla="*/ 78725 w 178238"/>
                <a:gd name="connsiteY18" fmla="*/ 78795 h 153503"/>
                <a:gd name="connsiteX19" fmla="*/ 45482 w 178238"/>
                <a:gd name="connsiteY19" fmla="*/ 121178 h 153503"/>
                <a:gd name="connsiteX20" fmla="*/ 215 w 178238"/>
                <a:gd name="connsiteY20" fmla="*/ 142547 h 153503"/>
                <a:gd name="connsiteX21" fmla="*/ 215 w 178238"/>
                <a:gd name="connsiteY21" fmla="*/ 153588 h 153503"/>
                <a:gd name="connsiteX22" fmla="*/ 29568 w 178238"/>
                <a:gd name="connsiteY22" fmla="*/ 152519 h 153503"/>
                <a:gd name="connsiteX23" fmla="*/ 63164 w 178238"/>
                <a:gd name="connsiteY23" fmla="*/ 153588 h 153503"/>
                <a:gd name="connsiteX24" fmla="*/ 63164 w 178238"/>
                <a:gd name="connsiteY24" fmla="*/ 142547 h 153503"/>
                <a:gd name="connsiteX25" fmla="*/ 52908 w 178238"/>
                <a:gd name="connsiteY25" fmla="*/ 131506 h 153503"/>
                <a:gd name="connsiteX26" fmla="*/ 84737 w 178238"/>
                <a:gd name="connsiteY26" fmla="*/ 86274 h 153503"/>
                <a:gd name="connsiteX27" fmla="*/ 111614 w 178238"/>
                <a:gd name="connsiteY27" fmla="*/ 121890 h 153503"/>
                <a:gd name="connsiteX28" fmla="*/ 119040 w 178238"/>
                <a:gd name="connsiteY28" fmla="*/ 133643 h 153503"/>
                <a:gd name="connsiteX29" fmla="*/ 106309 w 178238"/>
                <a:gd name="connsiteY29" fmla="*/ 142547 h 153503"/>
                <a:gd name="connsiteX30" fmla="*/ 106309 w 178238"/>
                <a:gd name="connsiteY30" fmla="*/ 153588 h 153503"/>
                <a:gd name="connsiteX31" fmla="*/ 144503 w 178238"/>
                <a:gd name="connsiteY31" fmla="*/ 152519 h 153503"/>
                <a:gd name="connsiteX32" fmla="*/ 178453 w 178238"/>
                <a:gd name="connsiteY32" fmla="*/ 153588 h 153503"/>
                <a:gd name="connsiteX33" fmla="*/ 178453 w 178238"/>
                <a:gd name="connsiteY33" fmla="*/ 142547 h 153503"/>
                <a:gd name="connsiteX34" fmla="*/ 144857 w 178238"/>
                <a:gd name="connsiteY34" fmla="*/ 131506 h 153503"/>
                <a:gd name="connsiteX35" fmla="*/ 97468 w 178238"/>
                <a:gd name="connsiteY35" fmla="*/ 69891 h 153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238" h="153503">
                  <a:moveTo>
                    <a:pt x="97468" y="69891"/>
                  </a:moveTo>
                  <a:cubicBezTo>
                    <a:pt x="108077" y="56357"/>
                    <a:pt x="121516" y="38906"/>
                    <a:pt x="130004" y="29646"/>
                  </a:cubicBezTo>
                  <a:cubicBezTo>
                    <a:pt x="140967" y="16824"/>
                    <a:pt x="155466" y="11482"/>
                    <a:pt x="172088" y="11126"/>
                  </a:cubicBezTo>
                  <a:lnTo>
                    <a:pt x="172088" y="85"/>
                  </a:lnTo>
                  <a:cubicBezTo>
                    <a:pt x="162893" y="797"/>
                    <a:pt x="152283" y="1153"/>
                    <a:pt x="143089" y="1153"/>
                  </a:cubicBezTo>
                  <a:cubicBezTo>
                    <a:pt x="132479" y="1153"/>
                    <a:pt x="113736" y="441"/>
                    <a:pt x="109138" y="85"/>
                  </a:cubicBezTo>
                  <a:lnTo>
                    <a:pt x="109138" y="11126"/>
                  </a:lnTo>
                  <a:cubicBezTo>
                    <a:pt x="116565" y="11838"/>
                    <a:pt x="119394" y="16468"/>
                    <a:pt x="119394" y="22166"/>
                  </a:cubicBezTo>
                  <a:cubicBezTo>
                    <a:pt x="119394" y="27865"/>
                    <a:pt x="115858" y="32495"/>
                    <a:pt x="114089" y="34632"/>
                  </a:cubicBezTo>
                  <a:lnTo>
                    <a:pt x="92163" y="62412"/>
                  </a:lnTo>
                  <a:lnTo>
                    <a:pt x="64579" y="26440"/>
                  </a:lnTo>
                  <a:cubicBezTo>
                    <a:pt x="61396" y="22879"/>
                    <a:pt x="61396" y="22166"/>
                    <a:pt x="61396" y="20029"/>
                  </a:cubicBezTo>
                  <a:cubicBezTo>
                    <a:pt x="61396" y="14687"/>
                    <a:pt x="66701" y="11482"/>
                    <a:pt x="73774" y="11126"/>
                  </a:cubicBezTo>
                  <a:lnTo>
                    <a:pt x="73774" y="85"/>
                  </a:lnTo>
                  <a:cubicBezTo>
                    <a:pt x="64579" y="441"/>
                    <a:pt x="41238" y="1153"/>
                    <a:pt x="35580" y="1153"/>
                  </a:cubicBezTo>
                  <a:cubicBezTo>
                    <a:pt x="28153" y="1153"/>
                    <a:pt x="11532" y="797"/>
                    <a:pt x="1983" y="85"/>
                  </a:cubicBezTo>
                  <a:lnTo>
                    <a:pt x="1983" y="11126"/>
                  </a:lnTo>
                  <a:cubicBezTo>
                    <a:pt x="26738" y="11126"/>
                    <a:pt x="27092" y="11482"/>
                    <a:pt x="43713" y="32851"/>
                  </a:cubicBezTo>
                  <a:lnTo>
                    <a:pt x="78725" y="78795"/>
                  </a:lnTo>
                  <a:lnTo>
                    <a:pt x="45482" y="121178"/>
                  </a:lnTo>
                  <a:cubicBezTo>
                    <a:pt x="28507" y="141835"/>
                    <a:pt x="7641" y="142547"/>
                    <a:pt x="215" y="142547"/>
                  </a:cubicBezTo>
                  <a:lnTo>
                    <a:pt x="215" y="153588"/>
                  </a:lnTo>
                  <a:cubicBezTo>
                    <a:pt x="9410" y="152876"/>
                    <a:pt x="20373" y="152519"/>
                    <a:pt x="29568" y="152519"/>
                  </a:cubicBezTo>
                  <a:cubicBezTo>
                    <a:pt x="39823" y="152519"/>
                    <a:pt x="54677" y="153232"/>
                    <a:pt x="63164" y="153588"/>
                  </a:cubicBezTo>
                  <a:lnTo>
                    <a:pt x="63164" y="142547"/>
                  </a:lnTo>
                  <a:cubicBezTo>
                    <a:pt x="55384" y="141478"/>
                    <a:pt x="52908" y="136848"/>
                    <a:pt x="52908" y="131506"/>
                  </a:cubicBezTo>
                  <a:cubicBezTo>
                    <a:pt x="52908" y="123671"/>
                    <a:pt x="63164" y="111918"/>
                    <a:pt x="84737" y="86274"/>
                  </a:cubicBezTo>
                  <a:lnTo>
                    <a:pt x="111614" y="121890"/>
                  </a:lnTo>
                  <a:cubicBezTo>
                    <a:pt x="114443" y="125808"/>
                    <a:pt x="119040" y="131506"/>
                    <a:pt x="119040" y="133643"/>
                  </a:cubicBezTo>
                  <a:cubicBezTo>
                    <a:pt x="119040" y="136848"/>
                    <a:pt x="115858" y="142191"/>
                    <a:pt x="106309" y="142547"/>
                  </a:cubicBezTo>
                  <a:lnTo>
                    <a:pt x="106309" y="153588"/>
                  </a:lnTo>
                  <a:cubicBezTo>
                    <a:pt x="116919" y="153232"/>
                    <a:pt x="136723" y="152519"/>
                    <a:pt x="144503" y="152519"/>
                  </a:cubicBezTo>
                  <a:cubicBezTo>
                    <a:pt x="154052" y="152519"/>
                    <a:pt x="167844" y="152876"/>
                    <a:pt x="178453" y="153588"/>
                  </a:cubicBezTo>
                  <a:lnTo>
                    <a:pt x="178453" y="142547"/>
                  </a:lnTo>
                  <a:cubicBezTo>
                    <a:pt x="159356" y="142547"/>
                    <a:pt x="152991" y="141835"/>
                    <a:pt x="144857" y="131506"/>
                  </a:cubicBezTo>
                  <a:lnTo>
                    <a:pt x="97468" y="69891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80750B1-1A13-324C-FC2C-2272DA873187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0522931" y="7343221"/>
              <a:ext cx="121796" cy="175513"/>
            </a:xfrm>
            <a:custGeom>
              <a:avLst/>
              <a:gdLst>
                <a:gd name="connsiteX0" fmla="*/ 59138 w 121796"/>
                <a:gd name="connsiteY0" fmla="*/ 7560 h 175513"/>
                <a:gd name="connsiteX1" fmla="*/ 60128 w 121796"/>
                <a:gd name="connsiteY1" fmla="*/ 3571 h 175513"/>
                <a:gd name="connsiteX2" fmla="*/ 56167 w 121796"/>
                <a:gd name="connsiteY2" fmla="*/ 80 h 175513"/>
                <a:gd name="connsiteX3" fmla="*/ 24480 w 121796"/>
                <a:gd name="connsiteY3" fmla="*/ 2573 h 175513"/>
                <a:gd name="connsiteX4" fmla="*/ 19034 w 121796"/>
                <a:gd name="connsiteY4" fmla="*/ 8307 h 175513"/>
                <a:gd name="connsiteX5" fmla="*/ 25471 w 121796"/>
                <a:gd name="connsiteY5" fmla="*/ 11798 h 175513"/>
                <a:gd name="connsiteX6" fmla="*/ 37353 w 121796"/>
                <a:gd name="connsiteY6" fmla="*/ 15537 h 175513"/>
                <a:gd name="connsiteX7" fmla="*/ 36363 w 121796"/>
                <a:gd name="connsiteY7" fmla="*/ 21022 h 175513"/>
                <a:gd name="connsiteX8" fmla="*/ 1458 w 121796"/>
                <a:gd name="connsiteY8" fmla="*/ 162131 h 175513"/>
                <a:gd name="connsiteX9" fmla="*/ 220 w 121796"/>
                <a:gd name="connsiteY9" fmla="*/ 167616 h 175513"/>
                <a:gd name="connsiteX10" fmla="*/ 8637 w 121796"/>
                <a:gd name="connsiteY10" fmla="*/ 175594 h 175513"/>
                <a:gd name="connsiteX11" fmla="*/ 20024 w 121796"/>
                <a:gd name="connsiteY11" fmla="*/ 165123 h 175513"/>
                <a:gd name="connsiteX12" fmla="*/ 32154 w 121796"/>
                <a:gd name="connsiteY12" fmla="*/ 116757 h 175513"/>
                <a:gd name="connsiteX13" fmla="*/ 63841 w 121796"/>
                <a:gd name="connsiteY13" fmla="*/ 137200 h 175513"/>
                <a:gd name="connsiteX14" fmla="*/ 63346 w 121796"/>
                <a:gd name="connsiteY14" fmla="*/ 142186 h 175513"/>
                <a:gd name="connsiteX15" fmla="*/ 62356 w 121796"/>
                <a:gd name="connsiteY15" fmla="*/ 149915 h 175513"/>
                <a:gd name="connsiteX16" fmla="*/ 88597 w 121796"/>
                <a:gd name="connsiteY16" fmla="*/ 175594 h 175513"/>
                <a:gd name="connsiteX17" fmla="*/ 120036 w 121796"/>
                <a:gd name="connsiteY17" fmla="*/ 137450 h 175513"/>
                <a:gd name="connsiteX18" fmla="*/ 116075 w 121796"/>
                <a:gd name="connsiteY18" fmla="*/ 134208 h 175513"/>
                <a:gd name="connsiteX19" fmla="*/ 111124 w 121796"/>
                <a:gd name="connsiteY19" fmla="*/ 140192 h 175513"/>
                <a:gd name="connsiteX20" fmla="*/ 89339 w 121796"/>
                <a:gd name="connsiteY20" fmla="*/ 168613 h 175513"/>
                <a:gd name="connsiteX21" fmla="*/ 80675 w 121796"/>
                <a:gd name="connsiteY21" fmla="*/ 155649 h 175513"/>
                <a:gd name="connsiteX22" fmla="*/ 82160 w 121796"/>
                <a:gd name="connsiteY22" fmla="*/ 144430 h 175513"/>
                <a:gd name="connsiteX23" fmla="*/ 83398 w 121796"/>
                <a:gd name="connsiteY23" fmla="*/ 136702 h 175513"/>
                <a:gd name="connsiteX24" fmla="*/ 43294 w 121796"/>
                <a:gd name="connsiteY24" fmla="*/ 110275 h 175513"/>
                <a:gd name="connsiteX25" fmla="*/ 63841 w 121796"/>
                <a:gd name="connsiteY25" fmla="*/ 93820 h 175513"/>
                <a:gd name="connsiteX26" fmla="*/ 102707 w 121796"/>
                <a:gd name="connsiteY26" fmla="*/ 70136 h 175513"/>
                <a:gd name="connsiteX27" fmla="*/ 110876 w 121796"/>
                <a:gd name="connsiteY27" fmla="*/ 73377 h 175513"/>
                <a:gd name="connsiteX28" fmla="*/ 98004 w 121796"/>
                <a:gd name="connsiteY28" fmla="*/ 87338 h 175513"/>
                <a:gd name="connsiteX29" fmla="*/ 107906 w 121796"/>
                <a:gd name="connsiteY29" fmla="*/ 96563 h 175513"/>
                <a:gd name="connsiteX30" fmla="*/ 122016 w 121796"/>
                <a:gd name="connsiteY30" fmla="*/ 80607 h 175513"/>
                <a:gd name="connsiteX31" fmla="*/ 102955 w 121796"/>
                <a:gd name="connsiteY31" fmla="*/ 63155 h 175513"/>
                <a:gd name="connsiteX32" fmla="*/ 63346 w 121796"/>
                <a:gd name="connsiteY32" fmla="*/ 85095 h 175513"/>
                <a:gd name="connsiteX33" fmla="*/ 34630 w 121796"/>
                <a:gd name="connsiteY33" fmla="*/ 107034 h 175513"/>
                <a:gd name="connsiteX34" fmla="*/ 59138 w 121796"/>
                <a:gd name="connsiteY34" fmla="*/ 7560 h 175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796" h="175513">
                  <a:moveTo>
                    <a:pt x="59138" y="7560"/>
                  </a:moveTo>
                  <a:cubicBezTo>
                    <a:pt x="59385" y="7061"/>
                    <a:pt x="60128" y="3820"/>
                    <a:pt x="60128" y="3571"/>
                  </a:cubicBezTo>
                  <a:cubicBezTo>
                    <a:pt x="60128" y="2324"/>
                    <a:pt x="59138" y="80"/>
                    <a:pt x="56167" y="80"/>
                  </a:cubicBezTo>
                  <a:cubicBezTo>
                    <a:pt x="51216" y="80"/>
                    <a:pt x="30669" y="2075"/>
                    <a:pt x="24480" y="2573"/>
                  </a:cubicBezTo>
                  <a:cubicBezTo>
                    <a:pt x="22500" y="2823"/>
                    <a:pt x="19034" y="3072"/>
                    <a:pt x="19034" y="8307"/>
                  </a:cubicBezTo>
                  <a:cubicBezTo>
                    <a:pt x="19034" y="11798"/>
                    <a:pt x="22500" y="11798"/>
                    <a:pt x="25471" y="11798"/>
                  </a:cubicBezTo>
                  <a:cubicBezTo>
                    <a:pt x="37353" y="11798"/>
                    <a:pt x="37353" y="13543"/>
                    <a:pt x="37353" y="15537"/>
                  </a:cubicBezTo>
                  <a:cubicBezTo>
                    <a:pt x="37353" y="17283"/>
                    <a:pt x="36858" y="18778"/>
                    <a:pt x="36363" y="21022"/>
                  </a:cubicBezTo>
                  <a:lnTo>
                    <a:pt x="1458" y="162131"/>
                  </a:lnTo>
                  <a:cubicBezTo>
                    <a:pt x="220" y="166619"/>
                    <a:pt x="220" y="167117"/>
                    <a:pt x="220" y="167616"/>
                  </a:cubicBezTo>
                  <a:cubicBezTo>
                    <a:pt x="220" y="171356"/>
                    <a:pt x="3191" y="175594"/>
                    <a:pt x="8637" y="175594"/>
                  </a:cubicBezTo>
                  <a:cubicBezTo>
                    <a:pt x="15321" y="175594"/>
                    <a:pt x="18539" y="170608"/>
                    <a:pt x="20024" y="165123"/>
                  </a:cubicBezTo>
                  <a:cubicBezTo>
                    <a:pt x="20519" y="164126"/>
                    <a:pt x="31164" y="120247"/>
                    <a:pt x="32154" y="116757"/>
                  </a:cubicBezTo>
                  <a:cubicBezTo>
                    <a:pt x="49731" y="118502"/>
                    <a:pt x="63841" y="124236"/>
                    <a:pt x="63841" y="137200"/>
                  </a:cubicBezTo>
                  <a:cubicBezTo>
                    <a:pt x="63841" y="138447"/>
                    <a:pt x="63841" y="139693"/>
                    <a:pt x="63346" y="142186"/>
                  </a:cubicBezTo>
                  <a:cubicBezTo>
                    <a:pt x="62356" y="145926"/>
                    <a:pt x="62356" y="147173"/>
                    <a:pt x="62356" y="149915"/>
                  </a:cubicBezTo>
                  <a:cubicBezTo>
                    <a:pt x="62356" y="167616"/>
                    <a:pt x="76714" y="175594"/>
                    <a:pt x="88597" y="175594"/>
                  </a:cubicBezTo>
                  <a:cubicBezTo>
                    <a:pt x="112609" y="175594"/>
                    <a:pt x="120036" y="137699"/>
                    <a:pt x="120036" y="137450"/>
                  </a:cubicBezTo>
                  <a:cubicBezTo>
                    <a:pt x="120036" y="134208"/>
                    <a:pt x="116818" y="134208"/>
                    <a:pt x="116075" y="134208"/>
                  </a:cubicBezTo>
                  <a:cubicBezTo>
                    <a:pt x="112609" y="134208"/>
                    <a:pt x="112362" y="135455"/>
                    <a:pt x="111124" y="140192"/>
                  </a:cubicBezTo>
                  <a:cubicBezTo>
                    <a:pt x="108153" y="150912"/>
                    <a:pt x="101469" y="168613"/>
                    <a:pt x="89339" y="168613"/>
                  </a:cubicBezTo>
                  <a:cubicBezTo>
                    <a:pt x="82655" y="168613"/>
                    <a:pt x="80675" y="162380"/>
                    <a:pt x="80675" y="155649"/>
                  </a:cubicBezTo>
                  <a:cubicBezTo>
                    <a:pt x="80675" y="151411"/>
                    <a:pt x="80675" y="150912"/>
                    <a:pt x="82160" y="144430"/>
                  </a:cubicBezTo>
                  <a:cubicBezTo>
                    <a:pt x="82408" y="143682"/>
                    <a:pt x="83398" y="139444"/>
                    <a:pt x="83398" y="136702"/>
                  </a:cubicBezTo>
                  <a:cubicBezTo>
                    <a:pt x="83398" y="114513"/>
                    <a:pt x="53692" y="111023"/>
                    <a:pt x="43294" y="110275"/>
                  </a:cubicBezTo>
                  <a:cubicBezTo>
                    <a:pt x="50473" y="105787"/>
                    <a:pt x="59633" y="97560"/>
                    <a:pt x="63841" y="93820"/>
                  </a:cubicBezTo>
                  <a:cubicBezTo>
                    <a:pt x="76467" y="81854"/>
                    <a:pt x="88844" y="70136"/>
                    <a:pt x="102707" y="70136"/>
                  </a:cubicBezTo>
                  <a:cubicBezTo>
                    <a:pt x="105678" y="70136"/>
                    <a:pt x="108896" y="70884"/>
                    <a:pt x="110876" y="73377"/>
                  </a:cubicBezTo>
                  <a:cubicBezTo>
                    <a:pt x="100232" y="75122"/>
                    <a:pt x="98004" y="83599"/>
                    <a:pt x="98004" y="87338"/>
                  </a:cubicBezTo>
                  <a:cubicBezTo>
                    <a:pt x="98004" y="92823"/>
                    <a:pt x="102212" y="96563"/>
                    <a:pt x="107906" y="96563"/>
                  </a:cubicBezTo>
                  <a:cubicBezTo>
                    <a:pt x="114590" y="96563"/>
                    <a:pt x="122016" y="91078"/>
                    <a:pt x="122016" y="80607"/>
                  </a:cubicBezTo>
                  <a:cubicBezTo>
                    <a:pt x="122016" y="72380"/>
                    <a:pt x="116075" y="63155"/>
                    <a:pt x="102955" y="63155"/>
                  </a:cubicBezTo>
                  <a:cubicBezTo>
                    <a:pt x="88844" y="63155"/>
                    <a:pt x="75971" y="73377"/>
                    <a:pt x="63346" y="85095"/>
                  </a:cubicBezTo>
                  <a:cubicBezTo>
                    <a:pt x="52949" y="95067"/>
                    <a:pt x="44780" y="102796"/>
                    <a:pt x="34630" y="107034"/>
                  </a:cubicBezTo>
                  <a:lnTo>
                    <a:pt x="59138" y="7560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A139116-DBAB-8E58-8CD7-4D97E0BDF1C3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0515999" y="7598279"/>
              <a:ext cx="75008" cy="167784"/>
            </a:xfrm>
            <a:custGeom>
              <a:avLst/>
              <a:gdLst>
                <a:gd name="connsiteX0" fmla="*/ 68792 w 75008"/>
                <a:gd name="connsiteY0" fmla="*/ 9561 h 167784"/>
                <a:gd name="connsiteX1" fmla="*/ 58890 w 75008"/>
                <a:gd name="connsiteY1" fmla="*/ 87 h 167784"/>
                <a:gd name="connsiteX2" fmla="*/ 45027 w 75008"/>
                <a:gd name="connsiteY2" fmla="*/ 13799 h 167784"/>
                <a:gd name="connsiteX3" fmla="*/ 54929 w 75008"/>
                <a:gd name="connsiteY3" fmla="*/ 23273 h 167784"/>
                <a:gd name="connsiteX4" fmla="*/ 68792 w 75008"/>
                <a:gd name="connsiteY4" fmla="*/ 9561 h 167784"/>
                <a:gd name="connsiteX5" fmla="*/ 18291 w 75008"/>
                <a:gd name="connsiteY5" fmla="*/ 136210 h 167784"/>
                <a:gd name="connsiteX6" fmla="*/ 16063 w 75008"/>
                <a:gd name="connsiteY6" fmla="*/ 146681 h 167784"/>
                <a:gd name="connsiteX7" fmla="*/ 39581 w 75008"/>
                <a:gd name="connsiteY7" fmla="*/ 167872 h 167784"/>
                <a:gd name="connsiteX8" fmla="*/ 75229 w 75008"/>
                <a:gd name="connsiteY8" fmla="*/ 129728 h 167784"/>
                <a:gd name="connsiteX9" fmla="*/ 71268 w 75008"/>
                <a:gd name="connsiteY9" fmla="*/ 126487 h 167784"/>
                <a:gd name="connsiteX10" fmla="*/ 66564 w 75008"/>
                <a:gd name="connsiteY10" fmla="*/ 130725 h 167784"/>
                <a:gd name="connsiteX11" fmla="*/ 40324 w 75008"/>
                <a:gd name="connsiteY11" fmla="*/ 160891 h 167784"/>
                <a:gd name="connsiteX12" fmla="*/ 34135 w 75008"/>
                <a:gd name="connsiteY12" fmla="*/ 152166 h 167784"/>
                <a:gd name="connsiteX13" fmla="*/ 38096 w 75008"/>
                <a:gd name="connsiteY13" fmla="*/ 136210 h 167784"/>
                <a:gd name="connsiteX14" fmla="*/ 46017 w 75008"/>
                <a:gd name="connsiteY14" fmla="*/ 116265 h 167784"/>
                <a:gd name="connsiteX15" fmla="*/ 58148 w 75008"/>
                <a:gd name="connsiteY15" fmla="*/ 84603 h 167784"/>
                <a:gd name="connsiteX16" fmla="*/ 59633 w 75008"/>
                <a:gd name="connsiteY16" fmla="*/ 76625 h 167784"/>
                <a:gd name="connsiteX17" fmla="*/ 36115 w 75008"/>
                <a:gd name="connsiteY17" fmla="*/ 55434 h 167784"/>
                <a:gd name="connsiteX18" fmla="*/ 220 w 75008"/>
                <a:gd name="connsiteY18" fmla="*/ 93578 h 167784"/>
                <a:gd name="connsiteX19" fmla="*/ 4428 w 75008"/>
                <a:gd name="connsiteY19" fmla="*/ 96819 h 167784"/>
                <a:gd name="connsiteX20" fmla="*/ 8884 w 75008"/>
                <a:gd name="connsiteY20" fmla="*/ 92830 h 167784"/>
                <a:gd name="connsiteX21" fmla="*/ 35373 w 75008"/>
                <a:gd name="connsiteY21" fmla="*/ 62414 h 167784"/>
                <a:gd name="connsiteX22" fmla="*/ 41561 w 75008"/>
                <a:gd name="connsiteY22" fmla="*/ 71140 h 167784"/>
                <a:gd name="connsiteX23" fmla="*/ 33887 w 75008"/>
                <a:gd name="connsiteY23" fmla="*/ 96071 h 167784"/>
                <a:gd name="connsiteX24" fmla="*/ 18291 w 75008"/>
                <a:gd name="connsiteY24" fmla="*/ 136210 h 167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008" h="167784">
                  <a:moveTo>
                    <a:pt x="68792" y="9561"/>
                  </a:moveTo>
                  <a:cubicBezTo>
                    <a:pt x="68792" y="5572"/>
                    <a:pt x="65822" y="87"/>
                    <a:pt x="58890" y="87"/>
                  </a:cubicBezTo>
                  <a:cubicBezTo>
                    <a:pt x="52206" y="87"/>
                    <a:pt x="45027" y="6569"/>
                    <a:pt x="45027" y="13799"/>
                  </a:cubicBezTo>
                  <a:cubicBezTo>
                    <a:pt x="45027" y="18037"/>
                    <a:pt x="48245" y="23273"/>
                    <a:pt x="54929" y="23273"/>
                  </a:cubicBezTo>
                  <a:cubicBezTo>
                    <a:pt x="62108" y="23273"/>
                    <a:pt x="68792" y="16292"/>
                    <a:pt x="68792" y="9561"/>
                  </a:cubicBezTo>
                  <a:close/>
                  <a:moveTo>
                    <a:pt x="18291" y="136210"/>
                  </a:moveTo>
                  <a:cubicBezTo>
                    <a:pt x="17301" y="139451"/>
                    <a:pt x="16063" y="142443"/>
                    <a:pt x="16063" y="146681"/>
                  </a:cubicBezTo>
                  <a:cubicBezTo>
                    <a:pt x="16063" y="158398"/>
                    <a:pt x="25966" y="167872"/>
                    <a:pt x="39581" y="167872"/>
                  </a:cubicBezTo>
                  <a:cubicBezTo>
                    <a:pt x="64336" y="167872"/>
                    <a:pt x="75229" y="133467"/>
                    <a:pt x="75229" y="129728"/>
                  </a:cubicBezTo>
                  <a:cubicBezTo>
                    <a:pt x="75229" y="126487"/>
                    <a:pt x="72011" y="126487"/>
                    <a:pt x="71268" y="126487"/>
                  </a:cubicBezTo>
                  <a:cubicBezTo>
                    <a:pt x="67802" y="126487"/>
                    <a:pt x="67555" y="127983"/>
                    <a:pt x="66564" y="130725"/>
                  </a:cubicBezTo>
                  <a:cubicBezTo>
                    <a:pt x="60871" y="150670"/>
                    <a:pt x="49978" y="160891"/>
                    <a:pt x="40324" y="160891"/>
                  </a:cubicBezTo>
                  <a:cubicBezTo>
                    <a:pt x="35373" y="160891"/>
                    <a:pt x="34135" y="157650"/>
                    <a:pt x="34135" y="152166"/>
                  </a:cubicBezTo>
                  <a:cubicBezTo>
                    <a:pt x="34135" y="146432"/>
                    <a:pt x="35868" y="141695"/>
                    <a:pt x="38096" y="136210"/>
                  </a:cubicBezTo>
                  <a:cubicBezTo>
                    <a:pt x="40571" y="129479"/>
                    <a:pt x="43294" y="122747"/>
                    <a:pt x="46017" y="116265"/>
                  </a:cubicBezTo>
                  <a:cubicBezTo>
                    <a:pt x="48245" y="110282"/>
                    <a:pt x="57157" y="87595"/>
                    <a:pt x="58148" y="84603"/>
                  </a:cubicBezTo>
                  <a:cubicBezTo>
                    <a:pt x="58890" y="82110"/>
                    <a:pt x="59633" y="79118"/>
                    <a:pt x="59633" y="76625"/>
                  </a:cubicBezTo>
                  <a:cubicBezTo>
                    <a:pt x="59633" y="64907"/>
                    <a:pt x="49731" y="55434"/>
                    <a:pt x="36115" y="55434"/>
                  </a:cubicBezTo>
                  <a:cubicBezTo>
                    <a:pt x="11608" y="55434"/>
                    <a:pt x="220" y="89340"/>
                    <a:pt x="220" y="93578"/>
                  </a:cubicBezTo>
                  <a:cubicBezTo>
                    <a:pt x="220" y="96819"/>
                    <a:pt x="3686" y="96819"/>
                    <a:pt x="4428" y="96819"/>
                  </a:cubicBezTo>
                  <a:cubicBezTo>
                    <a:pt x="7894" y="96819"/>
                    <a:pt x="8142" y="95572"/>
                    <a:pt x="8884" y="92830"/>
                  </a:cubicBezTo>
                  <a:cubicBezTo>
                    <a:pt x="15321" y="71389"/>
                    <a:pt x="26213" y="62414"/>
                    <a:pt x="35373" y="62414"/>
                  </a:cubicBezTo>
                  <a:cubicBezTo>
                    <a:pt x="39334" y="62414"/>
                    <a:pt x="41561" y="64409"/>
                    <a:pt x="41561" y="71140"/>
                  </a:cubicBezTo>
                  <a:cubicBezTo>
                    <a:pt x="41561" y="76874"/>
                    <a:pt x="40076" y="80614"/>
                    <a:pt x="33887" y="96071"/>
                  </a:cubicBezTo>
                  <a:lnTo>
                    <a:pt x="18291" y="136210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F1E5EC8-1674-2B1F-A86B-EFCA77653BE2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0620866" y="7592794"/>
              <a:ext cx="48980" cy="92778"/>
            </a:xfrm>
            <a:custGeom>
              <a:avLst/>
              <a:gdLst>
                <a:gd name="connsiteX0" fmla="*/ 47435 w 48980"/>
                <a:gd name="connsiteY0" fmla="*/ 16824 h 92778"/>
                <a:gd name="connsiteX1" fmla="*/ 49203 w 48980"/>
                <a:gd name="connsiteY1" fmla="*/ 10592 h 92778"/>
                <a:gd name="connsiteX2" fmla="*/ 38240 w 48980"/>
                <a:gd name="connsiteY2" fmla="*/ 85 h 92778"/>
                <a:gd name="connsiteX3" fmla="*/ 28161 w 48980"/>
                <a:gd name="connsiteY3" fmla="*/ 8277 h 92778"/>
                <a:gd name="connsiteX4" fmla="*/ 930 w 48980"/>
                <a:gd name="connsiteY4" fmla="*/ 85384 h 92778"/>
                <a:gd name="connsiteX5" fmla="*/ 223 w 48980"/>
                <a:gd name="connsiteY5" fmla="*/ 88234 h 92778"/>
                <a:gd name="connsiteX6" fmla="*/ 7826 w 48980"/>
                <a:gd name="connsiteY6" fmla="*/ 92864 h 92778"/>
                <a:gd name="connsiteX7" fmla="*/ 10832 w 48980"/>
                <a:gd name="connsiteY7" fmla="*/ 89836 h 92778"/>
                <a:gd name="connsiteX8" fmla="*/ 47435 w 48980"/>
                <a:gd name="connsiteY8" fmla="*/ 16824 h 9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980" h="92778">
                  <a:moveTo>
                    <a:pt x="47435" y="16824"/>
                  </a:moveTo>
                  <a:cubicBezTo>
                    <a:pt x="47612" y="16646"/>
                    <a:pt x="49203" y="13263"/>
                    <a:pt x="49203" y="10592"/>
                  </a:cubicBezTo>
                  <a:cubicBezTo>
                    <a:pt x="49203" y="4181"/>
                    <a:pt x="43545" y="85"/>
                    <a:pt x="38240" y="85"/>
                  </a:cubicBezTo>
                  <a:cubicBezTo>
                    <a:pt x="30990" y="85"/>
                    <a:pt x="29045" y="5606"/>
                    <a:pt x="28161" y="8277"/>
                  </a:cubicBezTo>
                  <a:lnTo>
                    <a:pt x="930" y="85384"/>
                  </a:lnTo>
                  <a:cubicBezTo>
                    <a:pt x="223" y="87521"/>
                    <a:pt x="223" y="88056"/>
                    <a:pt x="223" y="88234"/>
                  </a:cubicBezTo>
                  <a:cubicBezTo>
                    <a:pt x="223" y="91083"/>
                    <a:pt x="7649" y="92864"/>
                    <a:pt x="7826" y="92864"/>
                  </a:cubicBezTo>
                  <a:cubicBezTo>
                    <a:pt x="9418" y="92864"/>
                    <a:pt x="9771" y="91973"/>
                    <a:pt x="10832" y="89836"/>
                  </a:cubicBezTo>
                  <a:lnTo>
                    <a:pt x="47435" y="16824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14C4291-D691-54E7-DFC1-9F4FF71EDB31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0717408" y="7667587"/>
              <a:ext cx="182199" cy="67064"/>
            </a:xfrm>
            <a:custGeom>
              <a:avLst/>
              <a:gdLst>
                <a:gd name="connsiteX0" fmla="*/ 173018 w 182199"/>
                <a:gd name="connsiteY0" fmla="*/ 12303 h 67064"/>
                <a:gd name="connsiteX1" fmla="*/ 182425 w 182199"/>
                <a:gd name="connsiteY1" fmla="*/ 6071 h 67064"/>
                <a:gd name="connsiteX2" fmla="*/ 173265 w 182199"/>
                <a:gd name="connsiteY2" fmla="*/ 87 h 67064"/>
                <a:gd name="connsiteX3" fmla="*/ 9385 w 182199"/>
                <a:gd name="connsiteY3" fmla="*/ 87 h 67064"/>
                <a:gd name="connsiteX4" fmla="*/ 226 w 182199"/>
                <a:gd name="connsiteY4" fmla="*/ 6071 h 67064"/>
                <a:gd name="connsiteX5" fmla="*/ 9633 w 182199"/>
                <a:gd name="connsiteY5" fmla="*/ 12303 h 67064"/>
                <a:gd name="connsiteX6" fmla="*/ 173018 w 182199"/>
                <a:gd name="connsiteY6" fmla="*/ 12303 h 67064"/>
                <a:gd name="connsiteX7" fmla="*/ 173265 w 182199"/>
                <a:gd name="connsiteY7" fmla="*/ 67151 h 67064"/>
                <a:gd name="connsiteX8" fmla="*/ 182425 w 182199"/>
                <a:gd name="connsiteY8" fmla="*/ 61168 h 67064"/>
                <a:gd name="connsiteX9" fmla="*/ 173018 w 182199"/>
                <a:gd name="connsiteY9" fmla="*/ 54935 h 67064"/>
                <a:gd name="connsiteX10" fmla="*/ 9633 w 182199"/>
                <a:gd name="connsiteY10" fmla="*/ 54935 h 67064"/>
                <a:gd name="connsiteX11" fmla="*/ 226 w 182199"/>
                <a:gd name="connsiteY11" fmla="*/ 61168 h 67064"/>
                <a:gd name="connsiteX12" fmla="*/ 9385 w 182199"/>
                <a:gd name="connsiteY12" fmla="*/ 67151 h 67064"/>
                <a:gd name="connsiteX13" fmla="*/ 173265 w 182199"/>
                <a:gd name="connsiteY13" fmla="*/ 67151 h 67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2199" h="67064">
                  <a:moveTo>
                    <a:pt x="173018" y="12303"/>
                  </a:moveTo>
                  <a:cubicBezTo>
                    <a:pt x="176731" y="12303"/>
                    <a:pt x="182425" y="12303"/>
                    <a:pt x="182425" y="6071"/>
                  </a:cubicBezTo>
                  <a:cubicBezTo>
                    <a:pt x="182425" y="87"/>
                    <a:pt x="176484" y="87"/>
                    <a:pt x="173265" y="87"/>
                  </a:cubicBezTo>
                  <a:lnTo>
                    <a:pt x="9385" y="87"/>
                  </a:lnTo>
                  <a:cubicBezTo>
                    <a:pt x="6167" y="87"/>
                    <a:pt x="226" y="87"/>
                    <a:pt x="226" y="6071"/>
                  </a:cubicBezTo>
                  <a:cubicBezTo>
                    <a:pt x="226" y="12303"/>
                    <a:pt x="5919" y="12303"/>
                    <a:pt x="9633" y="12303"/>
                  </a:cubicBezTo>
                  <a:lnTo>
                    <a:pt x="173018" y="12303"/>
                  </a:lnTo>
                  <a:close/>
                  <a:moveTo>
                    <a:pt x="173265" y="67151"/>
                  </a:moveTo>
                  <a:cubicBezTo>
                    <a:pt x="176484" y="67151"/>
                    <a:pt x="182425" y="67151"/>
                    <a:pt x="182425" y="61168"/>
                  </a:cubicBezTo>
                  <a:cubicBezTo>
                    <a:pt x="182425" y="54935"/>
                    <a:pt x="176731" y="54935"/>
                    <a:pt x="173018" y="54935"/>
                  </a:cubicBezTo>
                  <a:lnTo>
                    <a:pt x="9633" y="54935"/>
                  </a:lnTo>
                  <a:cubicBezTo>
                    <a:pt x="5919" y="54935"/>
                    <a:pt x="226" y="54935"/>
                    <a:pt x="226" y="61168"/>
                  </a:cubicBezTo>
                  <a:cubicBezTo>
                    <a:pt x="226" y="67151"/>
                    <a:pt x="6167" y="67151"/>
                    <a:pt x="9385" y="67151"/>
                  </a:cubicBezTo>
                  <a:lnTo>
                    <a:pt x="173265" y="67151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F1E74DE-2F4D-4B20-02CB-968C38A15F3B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0944164" y="7598029"/>
              <a:ext cx="90109" cy="165541"/>
            </a:xfrm>
            <a:custGeom>
              <a:avLst/>
              <a:gdLst>
                <a:gd name="connsiteX0" fmla="*/ 56179 w 90109"/>
                <a:gd name="connsiteY0" fmla="*/ 7068 h 165541"/>
                <a:gd name="connsiteX1" fmla="*/ 48752 w 90109"/>
                <a:gd name="connsiteY1" fmla="*/ 87 h 165541"/>
                <a:gd name="connsiteX2" fmla="*/ 232 w 90109"/>
                <a:gd name="connsiteY2" fmla="*/ 16043 h 165541"/>
                <a:gd name="connsiteX3" fmla="*/ 232 w 90109"/>
                <a:gd name="connsiteY3" fmla="*/ 25018 h 165541"/>
                <a:gd name="connsiteX4" fmla="*/ 36127 w 90109"/>
                <a:gd name="connsiteY4" fmla="*/ 18037 h 165541"/>
                <a:gd name="connsiteX5" fmla="*/ 36127 w 90109"/>
                <a:gd name="connsiteY5" fmla="*/ 145185 h 165541"/>
                <a:gd name="connsiteX6" fmla="*/ 11372 w 90109"/>
                <a:gd name="connsiteY6" fmla="*/ 156653 h 165541"/>
                <a:gd name="connsiteX7" fmla="*/ 1965 w 90109"/>
                <a:gd name="connsiteY7" fmla="*/ 156653 h 165541"/>
                <a:gd name="connsiteX8" fmla="*/ 1965 w 90109"/>
                <a:gd name="connsiteY8" fmla="*/ 165628 h 165541"/>
                <a:gd name="connsiteX9" fmla="*/ 46029 w 90109"/>
                <a:gd name="connsiteY9" fmla="*/ 164631 h 165541"/>
                <a:gd name="connsiteX10" fmla="*/ 90341 w 90109"/>
                <a:gd name="connsiteY10" fmla="*/ 165628 h 165541"/>
                <a:gd name="connsiteX11" fmla="*/ 90341 w 90109"/>
                <a:gd name="connsiteY11" fmla="*/ 156653 h 165541"/>
                <a:gd name="connsiteX12" fmla="*/ 80934 w 90109"/>
                <a:gd name="connsiteY12" fmla="*/ 156653 h 165541"/>
                <a:gd name="connsiteX13" fmla="*/ 56179 w 90109"/>
                <a:gd name="connsiteY13" fmla="*/ 145185 h 165541"/>
                <a:gd name="connsiteX14" fmla="*/ 56179 w 90109"/>
                <a:gd name="connsiteY14" fmla="*/ 7068 h 165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109" h="165541">
                  <a:moveTo>
                    <a:pt x="56179" y="7068"/>
                  </a:moveTo>
                  <a:cubicBezTo>
                    <a:pt x="56179" y="336"/>
                    <a:pt x="55684" y="87"/>
                    <a:pt x="48752" y="87"/>
                  </a:cubicBezTo>
                  <a:cubicBezTo>
                    <a:pt x="32909" y="15794"/>
                    <a:pt x="10381" y="16043"/>
                    <a:pt x="232" y="16043"/>
                  </a:cubicBezTo>
                  <a:lnTo>
                    <a:pt x="232" y="25018"/>
                  </a:lnTo>
                  <a:cubicBezTo>
                    <a:pt x="6173" y="25018"/>
                    <a:pt x="22512" y="25018"/>
                    <a:pt x="36127" y="18037"/>
                  </a:cubicBezTo>
                  <a:lnTo>
                    <a:pt x="36127" y="145185"/>
                  </a:lnTo>
                  <a:cubicBezTo>
                    <a:pt x="36127" y="153412"/>
                    <a:pt x="36127" y="156653"/>
                    <a:pt x="11372" y="156653"/>
                  </a:cubicBezTo>
                  <a:lnTo>
                    <a:pt x="1965" y="156653"/>
                  </a:lnTo>
                  <a:lnTo>
                    <a:pt x="1965" y="165628"/>
                  </a:lnTo>
                  <a:cubicBezTo>
                    <a:pt x="6421" y="165379"/>
                    <a:pt x="36870" y="164631"/>
                    <a:pt x="46029" y="164631"/>
                  </a:cubicBezTo>
                  <a:cubicBezTo>
                    <a:pt x="53703" y="164631"/>
                    <a:pt x="84895" y="165379"/>
                    <a:pt x="90341" y="165628"/>
                  </a:cubicBezTo>
                  <a:lnTo>
                    <a:pt x="90341" y="156653"/>
                  </a:lnTo>
                  <a:lnTo>
                    <a:pt x="80934" y="156653"/>
                  </a:lnTo>
                  <a:cubicBezTo>
                    <a:pt x="56179" y="156653"/>
                    <a:pt x="56179" y="153412"/>
                    <a:pt x="56179" y="145185"/>
                  </a:cubicBezTo>
                  <a:lnTo>
                    <a:pt x="56179" y="7068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DA117760-66AC-75EE-DEB9-CE98C8DD995A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1169782" y="7408406"/>
              <a:ext cx="82046" cy="356155"/>
            </a:xfrm>
            <a:custGeom>
              <a:avLst/>
              <a:gdLst>
                <a:gd name="connsiteX0" fmla="*/ 82284 w 82046"/>
                <a:gd name="connsiteY0" fmla="*/ 352679 h 356155"/>
                <a:gd name="connsiteX1" fmla="*/ 76272 w 82046"/>
                <a:gd name="connsiteY1" fmla="*/ 344843 h 356155"/>
                <a:gd name="connsiteX2" fmla="*/ 20749 w 82046"/>
                <a:gd name="connsiteY2" fmla="*/ 178163 h 356155"/>
                <a:gd name="connsiteX3" fmla="*/ 77687 w 82046"/>
                <a:gd name="connsiteY3" fmla="*/ 9701 h 356155"/>
                <a:gd name="connsiteX4" fmla="*/ 82284 w 82046"/>
                <a:gd name="connsiteY4" fmla="*/ 3646 h 356155"/>
                <a:gd name="connsiteX5" fmla="*/ 78748 w 82046"/>
                <a:gd name="connsiteY5" fmla="*/ 85 h 356155"/>
                <a:gd name="connsiteX6" fmla="*/ 22518 w 82046"/>
                <a:gd name="connsiteY6" fmla="*/ 69535 h 356155"/>
                <a:gd name="connsiteX7" fmla="*/ 238 w 82046"/>
                <a:gd name="connsiteY7" fmla="*/ 178163 h 356155"/>
                <a:gd name="connsiteX8" fmla="*/ 23579 w 82046"/>
                <a:gd name="connsiteY8" fmla="*/ 289283 h 356155"/>
                <a:gd name="connsiteX9" fmla="*/ 78748 w 82046"/>
                <a:gd name="connsiteY9" fmla="*/ 356240 h 356155"/>
                <a:gd name="connsiteX10" fmla="*/ 82284 w 82046"/>
                <a:gd name="connsiteY10" fmla="*/ 352679 h 356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46" h="356155">
                  <a:moveTo>
                    <a:pt x="82284" y="352679"/>
                  </a:moveTo>
                  <a:cubicBezTo>
                    <a:pt x="82284" y="351610"/>
                    <a:pt x="82284" y="350898"/>
                    <a:pt x="76272" y="344843"/>
                  </a:cubicBezTo>
                  <a:cubicBezTo>
                    <a:pt x="32066" y="299968"/>
                    <a:pt x="20749" y="232654"/>
                    <a:pt x="20749" y="178163"/>
                  </a:cubicBezTo>
                  <a:cubicBezTo>
                    <a:pt x="20749" y="116191"/>
                    <a:pt x="34188" y="54220"/>
                    <a:pt x="77687" y="9701"/>
                  </a:cubicBezTo>
                  <a:cubicBezTo>
                    <a:pt x="82284" y="5427"/>
                    <a:pt x="82284" y="4715"/>
                    <a:pt x="82284" y="3646"/>
                  </a:cubicBezTo>
                  <a:cubicBezTo>
                    <a:pt x="82284" y="1153"/>
                    <a:pt x="80870" y="85"/>
                    <a:pt x="78748" y="85"/>
                  </a:cubicBezTo>
                  <a:cubicBezTo>
                    <a:pt x="75211" y="85"/>
                    <a:pt x="43383" y="24303"/>
                    <a:pt x="22518" y="69535"/>
                  </a:cubicBezTo>
                  <a:cubicBezTo>
                    <a:pt x="4482" y="108712"/>
                    <a:pt x="238" y="148245"/>
                    <a:pt x="238" y="178163"/>
                  </a:cubicBezTo>
                  <a:cubicBezTo>
                    <a:pt x="238" y="205943"/>
                    <a:pt x="4128" y="249038"/>
                    <a:pt x="23579" y="289283"/>
                  </a:cubicBezTo>
                  <a:cubicBezTo>
                    <a:pt x="44797" y="333090"/>
                    <a:pt x="75211" y="356240"/>
                    <a:pt x="78748" y="356240"/>
                  </a:cubicBezTo>
                  <a:cubicBezTo>
                    <a:pt x="80870" y="356240"/>
                    <a:pt x="82284" y="355172"/>
                    <a:pt x="82284" y="352679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3B9036B-79A0-295B-73C3-EDFB3848A010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1285386" y="7432269"/>
              <a:ext cx="297771" cy="243254"/>
            </a:xfrm>
            <a:custGeom>
              <a:avLst/>
              <a:gdLst>
                <a:gd name="connsiteX0" fmla="*/ 72386 w 297771"/>
                <a:gd name="connsiteY0" fmla="*/ 7920 h 243254"/>
                <a:gd name="connsiteX1" fmla="*/ 60008 w 297771"/>
                <a:gd name="connsiteY1" fmla="*/ 85 h 243254"/>
                <a:gd name="connsiteX2" fmla="*/ 242 w 297771"/>
                <a:gd name="connsiteY2" fmla="*/ 85 h 243254"/>
                <a:gd name="connsiteX3" fmla="*/ 242 w 297771"/>
                <a:gd name="connsiteY3" fmla="*/ 11126 h 243254"/>
                <a:gd name="connsiteX4" fmla="*/ 8729 w 297771"/>
                <a:gd name="connsiteY4" fmla="*/ 11126 h 243254"/>
                <a:gd name="connsiteX5" fmla="*/ 36667 w 297771"/>
                <a:gd name="connsiteY5" fmla="*/ 27865 h 243254"/>
                <a:gd name="connsiteX6" fmla="*/ 36667 w 297771"/>
                <a:gd name="connsiteY6" fmla="*/ 205943 h 243254"/>
                <a:gd name="connsiteX7" fmla="*/ 242 w 297771"/>
                <a:gd name="connsiteY7" fmla="*/ 232298 h 243254"/>
                <a:gd name="connsiteX8" fmla="*/ 242 w 297771"/>
                <a:gd name="connsiteY8" fmla="*/ 243339 h 243254"/>
                <a:gd name="connsiteX9" fmla="*/ 41619 w 297771"/>
                <a:gd name="connsiteY9" fmla="*/ 242271 h 243254"/>
                <a:gd name="connsiteX10" fmla="*/ 82995 w 297771"/>
                <a:gd name="connsiteY10" fmla="*/ 243339 h 243254"/>
                <a:gd name="connsiteX11" fmla="*/ 82995 w 297771"/>
                <a:gd name="connsiteY11" fmla="*/ 232298 h 243254"/>
                <a:gd name="connsiteX12" fmla="*/ 46570 w 297771"/>
                <a:gd name="connsiteY12" fmla="*/ 205943 h 243254"/>
                <a:gd name="connsiteX13" fmla="*/ 46570 w 297771"/>
                <a:gd name="connsiteY13" fmla="*/ 13975 h 243254"/>
                <a:gd name="connsiteX14" fmla="*/ 46923 w 297771"/>
                <a:gd name="connsiteY14" fmla="*/ 13975 h 243254"/>
                <a:gd name="connsiteX15" fmla="*/ 132152 w 297771"/>
                <a:gd name="connsiteY15" fmla="*/ 235504 h 243254"/>
                <a:gd name="connsiteX16" fmla="*/ 139225 w 297771"/>
                <a:gd name="connsiteY16" fmla="*/ 243339 h 243254"/>
                <a:gd name="connsiteX17" fmla="*/ 145591 w 297771"/>
                <a:gd name="connsiteY17" fmla="*/ 236572 h 243254"/>
                <a:gd name="connsiteX18" fmla="*/ 232588 w 297771"/>
                <a:gd name="connsiteY18" fmla="*/ 11126 h 243254"/>
                <a:gd name="connsiteX19" fmla="*/ 232942 w 297771"/>
                <a:gd name="connsiteY19" fmla="*/ 11126 h 243254"/>
                <a:gd name="connsiteX20" fmla="*/ 232942 w 297771"/>
                <a:gd name="connsiteY20" fmla="*/ 215559 h 243254"/>
                <a:gd name="connsiteX21" fmla="*/ 205004 w 297771"/>
                <a:gd name="connsiteY21" fmla="*/ 232298 h 243254"/>
                <a:gd name="connsiteX22" fmla="*/ 196516 w 297771"/>
                <a:gd name="connsiteY22" fmla="*/ 232298 h 243254"/>
                <a:gd name="connsiteX23" fmla="*/ 196516 w 297771"/>
                <a:gd name="connsiteY23" fmla="*/ 243339 h 243254"/>
                <a:gd name="connsiteX24" fmla="*/ 247442 w 297771"/>
                <a:gd name="connsiteY24" fmla="*/ 242271 h 243254"/>
                <a:gd name="connsiteX25" fmla="*/ 298013 w 297771"/>
                <a:gd name="connsiteY25" fmla="*/ 243339 h 243254"/>
                <a:gd name="connsiteX26" fmla="*/ 298013 w 297771"/>
                <a:gd name="connsiteY26" fmla="*/ 232298 h 243254"/>
                <a:gd name="connsiteX27" fmla="*/ 289526 w 297771"/>
                <a:gd name="connsiteY27" fmla="*/ 232298 h 243254"/>
                <a:gd name="connsiteX28" fmla="*/ 261587 w 297771"/>
                <a:gd name="connsiteY28" fmla="*/ 215559 h 243254"/>
                <a:gd name="connsiteX29" fmla="*/ 261587 w 297771"/>
                <a:gd name="connsiteY29" fmla="*/ 27865 h 243254"/>
                <a:gd name="connsiteX30" fmla="*/ 289526 w 297771"/>
                <a:gd name="connsiteY30" fmla="*/ 11126 h 243254"/>
                <a:gd name="connsiteX31" fmla="*/ 298013 w 297771"/>
                <a:gd name="connsiteY31" fmla="*/ 11126 h 243254"/>
                <a:gd name="connsiteX32" fmla="*/ 298013 w 297771"/>
                <a:gd name="connsiteY32" fmla="*/ 85 h 243254"/>
                <a:gd name="connsiteX33" fmla="*/ 238247 w 297771"/>
                <a:gd name="connsiteY33" fmla="*/ 85 h 243254"/>
                <a:gd name="connsiteX34" fmla="*/ 226576 w 297771"/>
                <a:gd name="connsiteY34" fmla="*/ 6852 h 243254"/>
                <a:gd name="connsiteX35" fmla="*/ 149127 w 297771"/>
                <a:gd name="connsiteY35" fmla="*/ 207367 h 243254"/>
                <a:gd name="connsiteX36" fmla="*/ 72386 w 297771"/>
                <a:gd name="connsiteY36" fmla="*/ 7920 h 243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97771" h="243254">
                  <a:moveTo>
                    <a:pt x="72386" y="7920"/>
                  </a:moveTo>
                  <a:cubicBezTo>
                    <a:pt x="69203" y="85"/>
                    <a:pt x="68142" y="85"/>
                    <a:pt x="60008" y="85"/>
                  </a:cubicBezTo>
                  <a:lnTo>
                    <a:pt x="242" y="85"/>
                  </a:lnTo>
                  <a:lnTo>
                    <a:pt x="242" y="11126"/>
                  </a:lnTo>
                  <a:lnTo>
                    <a:pt x="8729" y="11126"/>
                  </a:lnTo>
                  <a:cubicBezTo>
                    <a:pt x="35960" y="11126"/>
                    <a:pt x="36667" y="15043"/>
                    <a:pt x="36667" y="27865"/>
                  </a:cubicBezTo>
                  <a:lnTo>
                    <a:pt x="36667" y="205943"/>
                  </a:lnTo>
                  <a:cubicBezTo>
                    <a:pt x="36667" y="215559"/>
                    <a:pt x="36667" y="232298"/>
                    <a:pt x="242" y="232298"/>
                  </a:cubicBezTo>
                  <a:lnTo>
                    <a:pt x="242" y="243339"/>
                  </a:lnTo>
                  <a:cubicBezTo>
                    <a:pt x="12619" y="242983"/>
                    <a:pt x="29948" y="242271"/>
                    <a:pt x="41619" y="242271"/>
                  </a:cubicBezTo>
                  <a:cubicBezTo>
                    <a:pt x="53289" y="242271"/>
                    <a:pt x="70618" y="242983"/>
                    <a:pt x="82995" y="243339"/>
                  </a:cubicBezTo>
                  <a:lnTo>
                    <a:pt x="82995" y="232298"/>
                  </a:lnTo>
                  <a:cubicBezTo>
                    <a:pt x="46570" y="232298"/>
                    <a:pt x="46570" y="215559"/>
                    <a:pt x="46570" y="205943"/>
                  </a:cubicBezTo>
                  <a:lnTo>
                    <a:pt x="46570" y="13975"/>
                  </a:lnTo>
                  <a:lnTo>
                    <a:pt x="46923" y="13975"/>
                  </a:lnTo>
                  <a:lnTo>
                    <a:pt x="132152" y="235504"/>
                  </a:lnTo>
                  <a:cubicBezTo>
                    <a:pt x="133921" y="240134"/>
                    <a:pt x="135689" y="243339"/>
                    <a:pt x="139225" y="243339"/>
                  </a:cubicBezTo>
                  <a:cubicBezTo>
                    <a:pt x="143115" y="243339"/>
                    <a:pt x="144176" y="240490"/>
                    <a:pt x="145591" y="236572"/>
                  </a:cubicBezTo>
                  <a:lnTo>
                    <a:pt x="232588" y="11126"/>
                  </a:lnTo>
                  <a:lnTo>
                    <a:pt x="232942" y="11126"/>
                  </a:lnTo>
                  <a:lnTo>
                    <a:pt x="232942" y="215559"/>
                  </a:lnTo>
                  <a:cubicBezTo>
                    <a:pt x="232942" y="228380"/>
                    <a:pt x="232235" y="232298"/>
                    <a:pt x="205004" y="232298"/>
                  </a:cubicBezTo>
                  <a:lnTo>
                    <a:pt x="196516" y="232298"/>
                  </a:lnTo>
                  <a:lnTo>
                    <a:pt x="196516" y="243339"/>
                  </a:lnTo>
                  <a:cubicBezTo>
                    <a:pt x="209601" y="242271"/>
                    <a:pt x="233649" y="242271"/>
                    <a:pt x="247442" y="242271"/>
                  </a:cubicBezTo>
                  <a:cubicBezTo>
                    <a:pt x="261234" y="242271"/>
                    <a:pt x="284928" y="242271"/>
                    <a:pt x="298013" y="243339"/>
                  </a:cubicBezTo>
                  <a:lnTo>
                    <a:pt x="298013" y="232298"/>
                  </a:lnTo>
                  <a:lnTo>
                    <a:pt x="289526" y="232298"/>
                  </a:lnTo>
                  <a:cubicBezTo>
                    <a:pt x="262295" y="232298"/>
                    <a:pt x="261587" y="228380"/>
                    <a:pt x="261587" y="215559"/>
                  </a:cubicBezTo>
                  <a:lnTo>
                    <a:pt x="261587" y="27865"/>
                  </a:lnTo>
                  <a:cubicBezTo>
                    <a:pt x="261587" y="15043"/>
                    <a:pt x="262295" y="11126"/>
                    <a:pt x="289526" y="11126"/>
                  </a:cubicBezTo>
                  <a:lnTo>
                    <a:pt x="298013" y="11126"/>
                  </a:lnTo>
                  <a:lnTo>
                    <a:pt x="298013" y="85"/>
                  </a:lnTo>
                  <a:lnTo>
                    <a:pt x="238247" y="85"/>
                  </a:lnTo>
                  <a:cubicBezTo>
                    <a:pt x="229052" y="85"/>
                    <a:pt x="229052" y="441"/>
                    <a:pt x="226576" y="6852"/>
                  </a:cubicBezTo>
                  <a:lnTo>
                    <a:pt x="149127" y="207367"/>
                  </a:lnTo>
                  <a:lnTo>
                    <a:pt x="72386" y="7920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3189DE9-97BB-F281-1B96-226CCDE91380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1608149" y="7432269"/>
              <a:ext cx="194152" cy="243254"/>
            </a:xfrm>
            <a:custGeom>
              <a:avLst/>
              <a:gdLst>
                <a:gd name="connsiteX0" fmla="*/ 194404 w 194152"/>
                <a:gd name="connsiteY0" fmla="*/ 151451 h 243254"/>
                <a:gd name="connsiteX1" fmla="*/ 185562 w 194152"/>
                <a:gd name="connsiteY1" fmla="*/ 151451 h 243254"/>
                <a:gd name="connsiteX2" fmla="*/ 114479 w 194152"/>
                <a:gd name="connsiteY2" fmla="*/ 232298 h 243254"/>
                <a:gd name="connsiteX3" fmla="*/ 85480 w 194152"/>
                <a:gd name="connsiteY3" fmla="*/ 232298 h 243254"/>
                <a:gd name="connsiteX4" fmla="*/ 68151 w 194152"/>
                <a:gd name="connsiteY4" fmla="*/ 218052 h 243254"/>
                <a:gd name="connsiteX5" fmla="*/ 68151 w 194152"/>
                <a:gd name="connsiteY5" fmla="*/ 28221 h 243254"/>
                <a:gd name="connsiteX6" fmla="*/ 101748 w 194152"/>
                <a:gd name="connsiteY6" fmla="*/ 11126 h 243254"/>
                <a:gd name="connsiteX7" fmla="*/ 113418 w 194152"/>
                <a:gd name="connsiteY7" fmla="*/ 11126 h 243254"/>
                <a:gd name="connsiteX8" fmla="*/ 113418 w 194152"/>
                <a:gd name="connsiteY8" fmla="*/ 85 h 243254"/>
                <a:gd name="connsiteX9" fmla="*/ 54005 w 194152"/>
                <a:gd name="connsiteY9" fmla="*/ 1153 h 243254"/>
                <a:gd name="connsiteX10" fmla="*/ 251 w 194152"/>
                <a:gd name="connsiteY10" fmla="*/ 85 h 243254"/>
                <a:gd name="connsiteX11" fmla="*/ 251 w 194152"/>
                <a:gd name="connsiteY11" fmla="*/ 11126 h 243254"/>
                <a:gd name="connsiteX12" fmla="*/ 8738 w 194152"/>
                <a:gd name="connsiteY12" fmla="*/ 11126 h 243254"/>
                <a:gd name="connsiteX13" fmla="*/ 36677 w 194152"/>
                <a:gd name="connsiteY13" fmla="*/ 27865 h 243254"/>
                <a:gd name="connsiteX14" fmla="*/ 36677 w 194152"/>
                <a:gd name="connsiteY14" fmla="*/ 215559 h 243254"/>
                <a:gd name="connsiteX15" fmla="*/ 8738 w 194152"/>
                <a:gd name="connsiteY15" fmla="*/ 232298 h 243254"/>
                <a:gd name="connsiteX16" fmla="*/ 251 w 194152"/>
                <a:gd name="connsiteY16" fmla="*/ 232298 h 243254"/>
                <a:gd name="connsiteX17" fmla="*/ 251 w 194152"/>
                <a:gd name="connsiteY17" fmla="*/ 243339 h 243254"/>
                <a:gd name="connsiteX18" fmla="*/ 184501 w 194152"/>
                <a:gd name="connsiteY18" fmla="*/ 243339 h 243254"/>
                <a:gd name="connsiteX19" fmla="*/ 194404 w 194152"/>
                <a:gd name="connsiteY19" fmla="*/ 151451 h 243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94152" h="243254">
                  <a:moveTo>
                    <a:pt x="194404" y="151451"/>
                  </a:moveTo>
                  <a:lnTo>
                    <a:pt x="185562" y="151451"/>
                  </a:lnTo>
                  <a:cubicBezTo>
                    <a:pt x="181672" y="187779"/>
                    <a:pt x="176721" y="232298"/>
                    <a:pt x="114479" y="232298"/>
                  </a:cubicBezTo>
                  <a:lnTo>
                    <a:pt x="85480" y="232298"/>
                  </a:lnTo>
                  <a:cubicBezTo>
                    <a:pt x="68859" y="232298"/>
                    <a:pt x="68151" y="229805"/>
                    <a:pt x="68151" y="218052"/>
                  </a:cubicBezTo>
                  <a:lnTo>
                    <a:pt x="68151" y="28221"/>
                  </a:lnTo>
                  <a:cubicBezTo>
                    <a:pt x="68151" y="16112"/>
                    <a:pt x="68151" y="11126"/>
                    <a:pt x="101748" y="11126"/>
                  </a:cubicBezTo>
                  <a:lnTo>
                    <a:pt x="113418" y="11126"/>
                  </a:lnTo>
                  <a:lnTo>
                    <a:pt x="113418" y="85"/>
                  </a:lnTo>
                  <a:cubicBezTo>
                    <a:pt x="100687" y="1153"/>
                    <a:pt x="68505" y="1153"/>
                    <a:pt x="54005" y="1153"/>
                  </a:cubicBezTo>
                  <a:cubicBezTo>
                    <a:pt x="40213" y="1153"/>
                    <a:pt x="12629" y="1153"/>
                    <a:pt x="251" y="85"/>
                  </a:cubicBezTo>
                  <a:lnTo>
                    <a:pt x="251" y="11126"/>
                  </a:lnTo>
                  <a:lnTo>
                    <a:pt x="8738" y="11126"/>
                  </a:lnTo>
                  <a:cubicBezTo>
                    <a:pt x="35969" y="11126"/>
                    <a:pt x="36677" y="15043"/>
                    <a:pt x="36677" y="27865"/>
                  </a:cubicBezTo>
                  <a:lnTo>
                    <a:pt x="36677" y="215559"/>
                  </a:lnTo>
                  <a:cubicBezTo>
                    <a:pt x="36677" y="228380"/>
                    <a:pt x="35969" y="232298"/>
                    <a:pt x="8738" y="232298"/>
                  </a:cubicBezTo>
                  <a:lnTo>
                    <a:pt x="251" y="232298"/>
                  </a:lnTo>
                  <a:lnTo>
                    <a:pt x="251" y="243339"/>
                  </a:lnTo>
                  <a:lnTo>
                    <a:pt x="184501" y="243339"/>
                  </a:lnTo>
                  <a:lnTo>
                    <a:pt x="194404" y="151451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FD21B85-736A-137C-E882-1A57C559BD4D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1829887" y="7432269"/>
              <a:ext cx="208298" cy="243254"/>
            </a:xfrm>
            <a:custGeom>
              <a:avLst/>
              <a:gdLst>
                <a:gd name="connsiteX0" fmla="*/ 68157 w 208298"/>
                <a:gd name="connsiteY0" fmla="*/ 130794 h 243254"/>
                <a:gd name="connsiteX1" fmla="*/ 127924 w 208298"/>
                <a:gd name="connsiteY1" fmla="*/ 130794 h 243254"/>
                <a:gd name="connsiteX2" fmla="*/ 208556 w 208298"/>
                <a:gd name="connsiteY2" fmla="*/ 66330 h 243254"/>
                <a:gd name="connsiteX3" fmla="*/ 125095 w 208298"/>
                <a:gd name="connsiteY3" fmla="*/ 85 h 243254"/>
                <a:gd name="connsiteX4" fmla="*/ 257 w 208298"/>
                <a:gd name="connsiteY4" fmla="*/ 85 h 243254"/>
                <a:gd name="connsiteX5" fmla="*/ 257 w 208298"/>
                <a:gd name="connsiteY5" fmla="*/ 11126 h 243254"/>
                <a:gd name="connsiteX6" fmla="*/ 8745 w 208298"/>
                <a:gd name="connsiteY6" fmla="*/ 11126 h 243254"/>
                <a:gd name="connsiteX7" fmla="*/ 36683 w 208298"/>
                <a:gd name="connsiteY7" fmla="*/ 27865 h 243254"/>
                <a:gd name="connsiteX8" fmla="*/ 36683 w 208298"/>
                <a:gd name="connsiteY8" fmla="*/ 215559 h 243254"/>
                <a:gd name="connsiteX9" fmla="*/ 8745 w 208298"/>
                <a:gd name="connsiteY9" fmla="*/ 232298 h 243254"/>
                <a:gd name="connsiteX10" fmla="*/ 257 w 208298"/>
                <a:gd name="connsiteY10" fmla="*/ 232298 h 243254"/>
                <a:gd name="connsiteX11" fmla="*/ 257 w 208298"/>
                <a:gd name="connsiteY11" fmla="*/ 243339 h 243254"/>
                <a:gd name="connsiteX12" fmla="*/ 52243 w 208298"/>
                <a:gd name="connsiteY12" fmla="*/ 242271 h 243254"/>
                <a:gd name="connsiteX13" fmla="*/ 104583 w 208298"/>
                <a:gd name="connsiteY13" fmla="*/ 243339 h 243254"/>
                <a:gd name="connsiteX14" fmla="*/ 104583 w 208298"/>
                <a:gd name="connsiteY14" fmla="*/ 232298 h 243254"/>
                <a:gd name="connsiteX15" fmla="*/ 96096 w 208298"/>
                <a:gd name="connsiteY15" fmla="*/ 232298 h 243254"/>
                <a:gd name="connsiteX16" fmla="*/ 68157 w 208298"/>
                <a:gd name="connsiteY16" fmla="*/ 215559 h 243254"/>
                <a:gd name="connsiteX17" fmla="*/ 68157 w 208298"/>
                <a:gd name="connsiteY17" fmla="*/ 130794 h 243254"/>
                <a:gd name="connsiteX18" fmla="*/ 67097 w 208298"/>
                <a:gd name="connsiteY18" fmla="*/ 121534 h 243254"/>
                <a:gd name="connsiteX19" fmla="*/ 67097 w 208298"/>
                <a:gd name="connsiteY19" fmla="*/ 25372 h 243254"/>
                <a:gd name="connsiteX20" fmla="*/ 84425 w 208298"/>
                <a:gd name="connsiteY20" fmla="*/ 11126 h 243254"/>
                <a:gd name="connsiteX21" fmla="*/ 115900 w 208298"/>
                <a:gd name="connsiteY21" fmla="*/ 11126 h 243254"/>
                <a:gd name="connsiteX22" fmla="*/ 172130 w 208298"/>
                <a:gd name="connsiteY22" fmla="*/ 66330 h 243254"/>
                <a:gd name="connsiteX23" fmla="*/ 115900 w 208298"/>
                <a:gd name="connsiteY23" fmla="*/ 121534 h 243254"/>
                <a:gd name="connsiteX24" fmla="*/ 67097 w 208298"/>
                <a:gd name="connsiteY24" fmla="*/ 121534 h 243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8298" h="243254">
                  <a:moveTo>
                    <a:pt x="68157" y="130794"/>
                  </a:moveTo>
                  <a:lnTo>
                    <a:pt x="127924" y="130794"/>
                  </a:lnTo>
                  <a:cubicBezTo>
                    <a:pt x="170362" y="130794"/>
                    <a:pt x="208556" y="101945"/>
                    <a:pt x="208556" y="66330"/>
                  </a:cubicBezTo>
                  <a:cubicBezTo>
                    <a:pt x="208556" y="31426"/>
                    <a:pt x="173545" y="85"/>
                    <a:pt x="125095" y="85"/>
                  </a:cubicBezTo>
                  <a:lnTo>
                    <a:pt x="257" y="85"/>
                  </a:lnTo>
                  <a:lnTo>
                    <a:pt x="257" y="11126"/>
                  </a:lnTo>
                  <a:lnTo>
                    <a:pt x="8745" y="11126"/>
                  </a:lnTo>
                  <a:cubicBezTo>
                    <a:pt x="35976" y="11126"/>
                    <a:pt x="36683" y="15043"/>
                    <a:pt x="36683" y="27865"/>
                  </a:cubicBezTo>
                  <a:lnTo>
                    <a:pt x="36683" y="215559"/>
                  </a:lnTo>
                  <a:cubicBezTo>
                    <a:pt x="36683" y="228380"/>
                    <a:pt x="35976" y="232298"/>
                    <a:pt x="8745" y="232298"/>
                  </a:cubicBezTo>
                  <a:lnTo>
                    <a:pt x="257" y="232298"/>
                  </a:lnTo>
                  <a:lnTo>
                    <a:pt x="257" y="243339"/>
                  </a:lnTo>
                  <a:cubicBezTo>
                    <a:pt x="12635" y="242271"/>
                    <a:pt x="38805" y="242271"/>
                    <a:pt x="52243" y="242271"/>
                  </a:cubicBezTo>
                  <a:cubicBezTo>
                    <a:pt x="65682" y="242271"/>
                    <a:pt x="92206" y="242271"/>
                    <a:pt x="104583" y="243339"/>
                  </a:cubicBezTo>
                  <a:lnTo>
                    <a:pt x="104583" y="232298"/>
                  </a:lnTo>
                  <a:lnTo>
                    <a:pt x="96096" y="232298"/>
                  </a:lnTo>
                  <a:cubicBezTo>
                    <a:pt x="68865" y="232298"/>
                    <a:pt x="68157" y="228380"/>
                    <a:pt x="68157" y="215559"/>
                  </a:cubicBezTo>
                  <a:lnTo>
                    <a:pt x="68157" y="130794"/>
                  </a:lnTo>
                  <a:close/>
                  <a:moveTo>
                    <a:pt x="67097" y="121534"/>
                  </a:moveTo>
                  <a:lnTo>
                    <a:pt x="67097" y="25372"/>
                  </a:lnTo>
                  <a:cubicBezTo>
                    <a:pt x="67097" y="13619"/>
                    <a:pt x="67804" y="11126"/>
                    <a:pt x="84425" y="11126"/>
                  </a:cubicBezTo>
                  <a:lnTo>
                    <a:pt x="115900" y="11126"/>
                  </a:lnTo>
                  <a:cubicBezTo>
                    <a:pt x="172130" y="11126"/>
                    <a:pt x="172130" y="48878"/>
                    <a:pt x="172130" y="66330"/>
                  </a:cubicBezTo>
                  <a:cubicBezTo>
                    <a:pt x="172130" y="83069"/>
                    <a:pt x="172130" y="121534"/>
                    <a:pt x="115900" y="121534"/>
                  </a:cubicBezTo>
                  <a:lnTo>
                    <a:pt x="67097" y="121534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E8D87E40-3D61-297A-CA09-7E286E7FE373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2093198" y="7408406"/>
              <a:ext cx="82046" cy="356155"/>
            </a:xfrm>
            <a:custGeom>
              <a:avLst/>
              <a:gdLst>
                <a:gd name="connsiteX0" fmla="*/ 82310 w 82046"/>
                <a:gd name="connsiteY0" fmla="*/ 352679 h 356155"/>
                <a:gd name="connsiteX1" fmla="*/ 76298 w 82046"/>
                <a:gd name="connsiteY1" fmla="*/ 344843 h 356155"/>
                <a:gd name="connsiteX2" fmla="*/ 20775 w 82046"/>
                <a:gd name="connsiteY2" fmla="*/ 178163 h 356155"/>
                <a:gd name="connsiteX3" fmla="*/ 77713 w 82046"/>
                <a:gd name="connsiteY3" fmla="*/ 9701 h 356155"/>
                <a:gd name="connsiteX4" fmla="*/ 82310 w 82046"/>
                <a:gd name="connsiteY4" fmla="*/ 3646 h 356155"/>
                <a:gd name="connsiteX5" fmla="*/ 78774 w 82046"/>
                <a:gd name="connsiteY5" fmla="*/ 85 h 356155"/>
                <a:gd name="connsiteX6" fmla="*/ 22544 w 82046"/>
                <a:gd name="connsiteY6" fmla="*/ 69535 h 356155"/>
                <a:gd name="connsiteX7" fmla="*/ 264 w 82046"/>
                <a:gd name="connsiteY7" fmla="*/ 178163 h 356155"/>
                <a:gd name="connsiteX8" fmla="*/ 23605 w 82046"/>
                <a:gd name="connsiteY8" fmla="*/ 289283 h 356155"/>
                <a:gd name="connsiteX9" fmla="*/ 78774 w 82046"/>
                <a:gd name="connsiteY9" fmla="*/ 356240 h 356155"/>
                <a:gd name="connsiteX10" fmla="*/ 82310 w 82046"/>
                <a:gd name="connsiteY10" fmla="*/ 352679 h 356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46" h="356155">
                  <a:moveTo>
                    <a:pt x="82310" y="352679"/>
                  </a:moveTo>
                  <a:cubicBezTo>
                    <a:pt x="82310" y="351610"/>
                    <a:pt x="82310" y="350898"/>
                    <a:pt x="76298" y="344843"/>
                  </a:cubicBezTo>
                  <a:cubicBezTo>
                    <a:pt x="32092" y="299968"/>
                    <a:pt x="20775" y="232654"/>
                    <a:pt x="20775" y="178163"/>
                  </a:cubicBezTo>
                  <a:cubicBezTo>
                    <a:pt x="20775" y="116191"/>
                    <a:pt x="34214" y="54220"/>
                    <a:pt x="77713" y="9701"/>
                  </a:cubicBezTo>
                  <a:cubicBezTo>
                    <a:pt x="82310" y="5427"/>
                    <a:pt x="82310" y="4715"/>
                    <a:pt x="82310" y="3646"/>
                  </a:cubicBezTo>
                  <a:cubicBezTo>
                    <a:pt x="82310" y="1153"/>
                    <a:pt x="80896" y="85"/>
                    <a:pt x="78774" y="85"/>
                  </a:cubicBezTo>
                  <a:cubicBezTo>
                    <a:pt x="75237" y="85"/>
                    <a:pt x="43409" y="24303"/>
                    <a:pt x="22544" y="69535"/>
                  </a:cubicBezTo>
                  <a:cubicBezTo>
                    <a:pt x="4508" y="108712"/>
                    <a:pt x="264" y="148245"/>
                    <a:pt x="264" y="178163"/>
                  </a:cubicBezTo>
                  <a:cubicBezTo>
                    <a:pt x="264" y="205943"/>
                    <a:pt x="4154" y="249038"/>
                    <a:pt x="23605" y="289283"/>
                  </a:cubicBezTo>
                  <a:cubicBezTo>
                    <a:pt x="44823" y="333090"/>
                    <a:pt x="75237" y="356240"/>
                    <a:pt x="78774" y="356240"/>
                  </a:cubicBezTo>
                  <a:cubicBezTo>
                    <a:pt x="80896" y="356240"/>
                    <a:pt x="82310" y="355172"/>
                    <a:pt x="82310" y="352679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2E668E89-D801-2EB4-3821-3FBBD37E96A3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2211631" y="7428351"/>
              <a:ext cx="201579" cy="247172"/>
            </a:xfrm>
            <a:custGeom>
              <a:avLst/>
              <a:gdLst>
                <a:gd name="connsiteX0" fmla="*/ 24669 w 201579"/>
                <a:gd name="connsiteY0" fmla="*/ 230517 h 247172"/>
                <a:gd name="connsiteX1" fmla="*/ 268 w 201579"/>
                <a:gd name="connsiteY1" fmla="*/ 230517 h 247172"/>
                <a:gd name="connsiteX2" fmla="*/ 268 w 201579"/>
                <a:gd name="connsiteY2" fmla="*/ 247257 h 247172"/>
                <a:gd name="connsiteX3" fmla="*/ 44827 w 201579"/>
                <a:gd name="connsiteY3" fmla="*/ 246188 h 247172"/>
                <a:gd name="connsiteX4" fmla="*/ 89387 w 201579"/>
                <a:gd name="connsiteY4" fmla="*/ 247257 h 247172"/>
                <a:gd name="connsiteX5" fmla="*/ 89387 w 201579"/>
                <a:gd name="connsiteY5" fmla="*/ 230517 h 247172"/>
                <a:gd name="connsiteX6" fmla="*/ 64985 w 201579"/>
                <a:gd name="connsiteY6" fmla="*/ 230517 h 247172"/>
                <a:gd name="connsiteX7" fmla="*/ 64985 w 201579"/>
                <a:gd name="connsiteY7" fmla="*/ 156081 h 247172"/>
                <a:gd name="connsiteX8" fmla="*/ 117679 w 201579"/>
                <a:gd name="connsiteY8" fmla="*/ 99808 h 247172"/>
                <a:gd name="connsiteX9" fmla="*/ 137129 w 201579"/>
                <a:gd name="connsiteY9" fmla="*/ 134355 h 247172"/>
                <a:gd name="connsiteX10" fmla="*/ 137129 w 201579"/>
                <a:gd name="connsiteY10" fmla="*/ 230517 h 247172"/>
                <a:gd name="connsiteX11" fmla="*/ 112728 w 201579"/>
                <a:gd name="connsiteY11" fmla="*/ 230517 h 247172"/>
                <a:gd name="connsiteX12" fmla="*/ 112728 w 201579"/>
                <a:gd name="connsiteY12" fmla="*/ 247257 h 247172"/>
                <a:gd name="connsiteX13" fmla="*/ 157287 w 201579"/>
                <a:gd name="connsiteY13" fmla="*/ 246188 h 247172"/>
                <a:gd name="connsiteX14" fmla="*/ 201847 w 201579"/>
                <a:gd name="connsiteY14" fmla="*/ 247257 h 247172"/>
                <a:gd name="connsiteX15" fmla="*/ 201847 w 201579"/>
                <a:gd name="connsiteY15" fmla="*/ 230517 h 247172"/>
                <a:gd name="connsiteX16" fmla="*/ 177445 w 201579"/>
                <a:gd name="connsiteY16" fmla="*/ 230517 h 247172"/>
                <a:gd name="connsiteX17" fmla="*/ 177445 w 201579"/>
                <a:gd name="connsiteY17" fmla="*/ 138273 h 247172"/>
                <a:gd name="connsiteX18" fmla="*/ 122984 w 201579"/>
                <a:gd name="connsiteY18" fmla="*/ 86987 h 247172"/>
                <a:gd name="connsiteX19" fmla="*/ 62863 w 201579"/>
                <a:gd name="connsiteY19" fmla="*/ 121890 h 247172"/>
                <a:gd name="connsiteX20" fmla="*/ 62863 w 201579"/>
                <a:gd name="connsiteY20" fmla="*/ 85 h 247172"/>
                <a:gd name="connsiteX21" fmla="*/ 268 w 201579"/>
                <a:gd name="connsiteY21" fmla="*/ 2934 h 247172"/>
                <a:gd name="connsiteX22" fmla="*/ 268 w 201579"/>
                <a:gd name="connsiteY22" fmla="*/ 19673 h 247172"/>
                <a:gd name="connsiteX23" fmla="*/ 24669 w 201579"/>
                <a:gd name="connsiteY23" fmla="*/ 33563 h 247172"/>
                <a:gd name="connsiteX24" fmla="*/ 24669 w 201579"/>
                <a:gd name="connsiteY24" fmla="*/ 230517 h 247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579" h="247172">
                  <a:moveTo>
                    <a:pt x="24669" y="230517"/>
                  </a:moveTo>
                  <a:lnTo>
                    <a:pt x="268" y="230517"/>
                  </a:lnTo>
                  <a:lnTo>
                    <a:pt x="268" y="247257"/>
                  </a:lnTo>
                  <a:cubicBezTo>
                    <a:pt x="10170" y="246901"/>
                    <a:pt x="31389" y="246188"/>
                    <a:pt x="44827" y="246188"/>
                  </a:cubicBezTo>
                  <a:cubicBezTo>
                    <a:pt x="58620" y="246188"/>
                    <a:pt x="79485" y="246901"/>
                    <a:pt x="89387" y="247257"/>
                  </a:cubicBezTo>
                  <a:lnTo>
                    <a:pt x="89387" y="230517"/>
                  </a:lnTo>
                  <a:lnTo>
                    <a:pt x="64985" y="230517"/>
                  </a:lnTo>
                  <a:lnTo>
                    <a:pt x="64985" y="156081"/>
                  </a:lnTo>
                  <a:cubicBezTo>
                    <a:pt x="64985" y="117260"/>
                    <a:pt x="95399" y="99808"/>
                    <a:pt x="117679" y="99808"/>
                  </a:cubicBezTo>
                  <a:cubicBezTo>
                    <a:pt x="129703" y="99808"/>
                    <a:pt x="137129" y="107288"/>
                    <a:pt x="137129" y="134355"/>
                  </a:cubicBezTo>
                  <a:lnTo>
                    <a:pt x="137129" y="230517"/>
                  </a:lnTo>
                  <a:lnTo>
                    <a:pt x="112728" y="230517"/>
                  </a:lnTo>
                  <a:lnTo>
                    <a:pt x="112728" y="247257"/>
                  </a:lnTo>
                  <a:cubicBezTo>
                    <a:pt x="122630" y="246901"/>
                    <a:pt x="143849" y="246188"/>
                    <a:pt x="157287" y="246188"/>
                  </a:cubicBezTo>
                  <a:cubicBezTo>
                    <a:pt x="171080" y="246188"/>
                    <a:pt x="191945" y="246901"/>
                    <a:pt x="201847" y="247257"/>
                  </a:cubicBezTo>
                  <a:lnTo>
                    <a:pt x="201847" y="230517"/>
                  </a:lnTo>
                  <a:lnTo>
                    <a:pt x="177445" y="230517"/>
                  </a:lnTo>
                  <a:lnTo>
                    <a:pt x="177445" y="138273"/>
                  </a:lnTo>
                  <a:cubicBezTo>
                    <a:pt x="177445" y="100877"/>
                    <a:pt x="158348" y="86987"/>
                    <a:pt x="122984" y="86987"/>
                  </a:cubicBezTo>
                  <a:cubicBezTo>
                    <a:pt x="89033" y="86987"/>
                    <a:pt x="70997" y="107644"/>
                    <a:pt x="62863" y="121890"/>
                  </a:cubicBezTo>
                  <a:lnTo>
                    <a:pt x="62863" y="85"/>
                  </a:lnTo>
                  <a:lnTo>
                    <a:pt x="268" y="2934"/>
                  </a:lnTo>
                  <a:lnTo>
                    <a:pt x="268" y="19673"/>
                  </a:lnTo>
                  <a:cubicBezTo>
                    <a:pt x="22194" y="19673"/>
                    <a:pt x="24669" y="19673"/>
                    <a:pt x="24669" y="33563"/>
                  </a:cubicBezTo>
                  <a:lnTo>
                    <a:pt x="24669" y="230517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A6FA011-0925-D479-74BF-0FD21313C0D3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2433293" y="7563654"/>
              <a:ext cx="75008" cy="167784"/>
            </a:xfrm>
            <a:custGeom>
              <a:avLst/>
              <a:gdLst>
                <a:gd name="connsiteX0" fmla="*/ 68846 w 75008"/>
                <a:gd name="connsiteY0" fmla="*/ 9560 h 167784"/>
                <a:gd name="connsiteX1" fmla="*/ 58944 w 75008"/>
                <a:gd name="connsiteY1" fmla="*/ 86 h 167784"/>
                <a:gd name="connsiteX2" fmla="*/ 45081 w 75008"/>
                <a:gd name="connsiteY2" fmla="*/ 13798 h 167784"/>
                <a:gd name="connsiteX3" fmla="*/ 54983 w 75008"/>
                <a:gd name="connsiteY3" fmla="*/ 23272 h 167784"/>
                <a:gd name="connsiteX4" fmla="*/ 68846 w 75008"/>
                <a:gd name="connsiteY4" fmla="*/ 9560 h 167784"/>
                <a:gd name="connsiteX5" fmla="*/ 18345 w 75008"/>
                <a:gd name="connsiteY5" fmla="*/ 136209 h 167784"/>
                <a:gd name="connsiteX6" fmla="*/ 16117 w 75008"/>
                <a:gd name="connsiteY6" fmla="*/ 146680 h 167784"/>
                <a:gd name="connsiteX7" fmla="*/ 39635 w 75008"/>
                <a:gd name="connsiteY7" fmla="*/ 167871 h 167784"/>
                <a:gd name="connsiteX8" fmla="*/ 75283 w 75008"/>
                <a:gd name="connsiteY8" fmla="*/ 129727 h 167784"/>
                <a:gd name="connsiteX9" fmla="*/ 71322 w 75008"/>
                <a:gd name="connsiteY9" fmla="*/ 126486 h 167784"/>
                <a:gd name="connsiteX10" fmla="*/ 66618 w 75008"/>
                <a:gd name="connsiteY10" fmla="*/ 130724 h 167784"/>
                <a:gd name="connsiteX11" fmla="*/ 40378 w 75008"/>
                <a:gd name="connsiteY11" fmla="*/ 160890 h 167784"/>
                <a:gd name="connsiteX12" fmla="*/ 34189 w 75008"/>
                <a:gd name="connsiteY12" fmla="*/ 152165 h 167784"/>
                <a:gd name="connsiteX13" fmla="*/ 38150 w 75008"/>
                <a:gd name="connsiteY13" fmla="*/ 136209 h 167784"/>
                <a:gd name="connsiteX14" fmla="*/ 46071 w 75008"/>
                <a:gd name="connsiteY14" fmla="*/ 116264 h 167784"/>
                <a:gd name="connsiteX15" fmla="*/ 58202 w 75008"/>
                <a:gd name="connsiteY15" fmla="*/ 84602 h 167784"/>
                <a:gd name="connsiteX16" fmla="*/ 59687 w 75008"/>
                <a:gd name="connsiteY16" fmla="*/ 76624 h 167784"/>
                <a:gd name="connsiteX17" fmla="*/ 36169 w 75008"/>
                <a:gd name="connsiteY17" fmla="*/ 55433 h 167784"/>
                <a:gd name="connsiteX18" fmla="*/ 274 w 75008"/>
                <a:gd name="connsiteY18" fmla="*/ 93577 h 167784"/>
                <a:gd name="connsiteX19" fmla="*/ 4482 w 75008"/>
                <a:gd name="connsiteY19" fmla="*/ 96818 h 167784"/>
                <a:gd name="connsiteX20" fmla="*/ 8938 w 75008"/>
                <a:gd name="connsiteY20" fmla="*/ 92829 h 167784"/>
                <a:gd name="connsiteX21" fmla="*/ 35427 w 75008"/>
                <a:gd name="connsiteY21" fmla="*/ 62413 h 167784"/>
                <a:gd name="connsiteX22" fmla="*/ 41615 w 75008"/>
                <a:gd name="connsiteY22" fmla="*/ 71139 h 167784"/>
                <a:gd name="connsiteX23" fmla="*/ 33941 w 75008"/>
                <a:gd name="connsiteY23" fmla="*/ 96070 h 167784"/>
                <a:gd name="connsiteX24" fmla="*/ 18345 w 75008"/>
                <a:gd name="connsiteY24" fmla="*/ 136209 h 167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008" h="167784">
                  <a:moveTo>
                    <a:pt x="68846" y="9560"/>
                  </a:moveTo>
                  <a:cubicBezTo>
                    <a:pt x="68846" y="5571"/>
                    <a:pt x="65876" y="86"/>
                    <a:pt x="58944" y="86"/>
                  </a:cubicBezTo>
                  <a:cubicBezTo>
                    <a:pt x="52260" y="86"/>
                    <a:pt x="45081" y="6568"/>
                    <a:pt x="45081" y="13798"/>
                  </a:cubicBezTo>
                  <a:cubicBezTo>
                    <a:pt x="45081" y="18036"/>
                    <a:pt x="48299" y="23272"/>
                    <a:pt x="54983" y="23272"/>
                  </a:cubicBezTo>
                  <a:cubicBezTo>
                    <a:pt x="62162" y="23272"/>
                    <a:pt x="68846" y="16291"/>
                    <a:pt x="68846" y="9560"/>
                  </a:cubicBezTo>
                  <a:close/>
                  <a:moveTo>
                    <a:pt x="18345" y="136209"/>
                  </a:moveTo>
                  <a:cubicBezTo>
                    <a:pt x="17355" y="139450"/>
                    <a:pt x="16117" y="142442"/>
                    <a:pt x="16117" y="146680"/>
                  </a:cubicBezTo>
                  <a:cubicBezTo>
                    <a:pt x="16117" y="158397"/>
                    <a:pt x="26020" y="167871"/>
                    <a:pt x="39635" y="167871"/>
                  </a:cubicBezTo>
                  <a:cubicBezTo>
                    <a:pt x="64390" y="167871"/>
                    <a:pt x="75283" y="133466"/>
                    <a:pt x="75283" y="129727"/>
                  </a:cubicBezTo>
                  <a:cubicBezTo>
                    <a:pt x="75283" y="126486"/>
                    <a:pt x="72065" y="126486"/>
                    <a:pt x="71322" y="126486"/>
                  </a:cubicBezTo>
                  <a:cubicBezTo>
                    <a:pt x="67856" y="126486"/>
                    <a:pt x="67609" y="127982"/>
                    <a:pt x="66618" y="130724"/>
                  </a:cubicBezTo>
                  <a:cubicBezTo>
                    <a:pt x="60925" y="150669"/>
                    <a:pt x="50032" y="160890"/>
                    <a:pt x="40378" y="160890"/>
                  </a:cubicBezTo>
                  <a:cubicBezTo>
                    <a:pt x="35427" y="160890"/>
                    <a:pt x="34189" y="157649"/>
                    <a:pt x="34189" y="152165"/>
                  </a:cubicBezTo>
                  <a:cubicBezTo>
                    <a:pt x="34189" y="146431"/>
                    <a:pt x="35922" y="141694"/>
                    <a:pt x="38150" y="136209"/>
                  </a:cubicBezTo>
                  <a:cubicBezTo>
                    <a:pt x="40625" y="129478"/>
                    <a:pt x="43348" y="122746"/>
                    <a:pt x="46071" y="116264"/>
                  </a:cubicBezTo>
                  <a:cubicBezTo>
                    <a:pt x="48299" y="110281"/>
                    <a:pt x="57211" y="87594"/>
                    <a:pt x="58202" y="84602"/>
                  </a:cubicBezTo>
                  <a:cubicBezTo>
                    <a:pt x="58944" y="82109"/>
                    <a:pt x="59687" y="79117"/>
                    <a:pt x="59687" y="76624"/>
                  </a:cubicBezTo>
                  <a:cubicBezTo>
                    <a:pt x="59687" y="64906"/>
                    <a:pt x="49785" y="55433"/>
                    <a:pt x="36169" y="55433"/>
                  </a:cubicBezTo>
                  <a:cubicBezTo>
                    <a:pt x="11662" y="55433"/>
                    <a:pt x="274" y="89339"/>
                    <a:pt x="274" y="93577"/>
                  </a:cubicBezTo>
                  <a:cubicBezTo>
                    <a:pt x="274" y="96818"/>
                    <a:pt x="3740" y="96818"/>
                    <a:pt x="4482" y="96818"/>
                  </a:cubicBezTo>
                  <a:cubicBezTo>
                    <a:pt x="7948" y="96818"/>
                    <a:pt x="8196" y="95572"/>
                    <a:pt x="8938" y="92829"/>
                  </a:cubicBezTo>
                  <a:cubicBezTo>
                    <a:pt x="15375" y="71389"/>
                    <a:pt x="26267" y="62413"/>
                    <a:pt x="35427" y="62413"/>
                  </a:cubicBezTo>
                  <a:cubicBezTo>
                    <a:pt x="39388" y="62413"/>
                    <a:pt x="41615" y="64408"/>
                    <a:pt x="41615" y="71139"/>
                  </a:cubicBezTo>
                  <a:cubicBezTo>
                    <a:pt x="41615" y="76873"/>
                    <a:pt x="40130" y="80613"/>
                    <a:pt x="33941" y="96070"/>
                  </a:cubicBezTo>
                  <a:lnTo>
                    <a:pt x="18345" y="136209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5E23230-2011-49A6-4341-6BB766D87632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2559555" y="7408406"/>
              <a:ext cx="82046" cy="356155"/>
            </a:xfrm>
            <a:custGeom>
              <a:avLst/>
              <a:gdLst>
                <a:gd name="connsiteX0" fmla="*/ 82324 w 82046"/>
                <a:gd name="connsiteY0" fmla="*/ 178163 h 356155"/>
                <a:gd name="connsiteX1" fmla="*/ 58983 w 82046"/>
                <a:gd name="connsiteY1" fmla="*/ 67042 h 356155"/>
                <a:gd name="connsiteX2" fmla="*/ 3814 w 82046"/>
                <a:gd name="connsiteY2" fmla="*/ 85 h 356155"/>
                <a:gd name="connsiteX3" fmla="*/ 277 w 82046"/>
                <a:gd name="connsiteY3" fmla="*/ 3646 h 356155"/>
                <a:gd name="connsiteX4" fmla="*/ 6997 w 82046"/>
                <a:gd name="connsiteY4" fmla="*/ 11838 h 356155"/>
                <a:gd name="connsiteX5" fmla="*/ 61812 w 82046"/>
                <a:gd name="connsiteY5" fmla="*/ 178163 h 356155"/>
                <a:gd name="connsiteX6" fmla="*/ 4875 w 82046"/>
                <a:gd name="connsiteY6" fmla="*/ 346624 h 356155"/>
                <a:gd name="connsiteX7" fmla="*/ 277 w 82046"/>
                <a:gd name="connsiteY7" fmla="*/ 352679 h 356155"/>
                <a:gd name="connsiteX8" fmla="*/ 3814 w 82046"/>
                <a:gd name="connsiteY8" fmla="*/ 356240 h 356155"/>
                <a:gd name="connsiteX9" fmla="*/ 60044 w 82046"/>
                <a:gd name="connsiteY9" fmla="*/ 286790 h 356155"/>
                <a:gd name="connsiteX10" fmla="*/ 82324 w 82046"/>
                <a:gd name="connsiteY10" fmla="*/ 178163 h 356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46" h="356155">
                  <a:moveTo>
                    <a:pt x="82324" y="178163"/>
                  </a:moveTo>
                  <a:cubicBezTo>
                    <a:pt x="82324" y="150382"/>
                    <a:pt x="78434" y="107288"/>
                    <a:pt x="58983" y="67042"/>
                  </a:cubicBezTo>
                  <a:cubicBezTo>
                    <a:pt x="37764" y="23235"/>
                    <a:pt x="7350" y="85"/>
                    <a:pt x="3814" y="85"/>
                  </a:cubicBezTo>
                  <a:cubicBezTo>
                    <a:pt x="1692" y="85"/>
                    <a:pt x="277" y="1509"/>
                    <a:pt x="277" y="3646"/>
                  </a:cubicBezTo>
                  <a:cubicBezTo>
                    <a:pt x="277" y="4715"/>
                    <a:pt x="277" y="5427"/>
                    <a:pt x="6997" y="11838"/>
                  </a:cubicBezTo>
                  <a:cubicBezTo>
                    <a:pt x="41654" y="47097"/>
                    <a:pt x="61812" y="103726"/>
                    <a:pt x="61812" y="178163"/>
                  </a:cubicBezTo>
                  <a:cubicBezTo>
                    <a:pt x="61812" y="239065"/>
                    <a:pt x="48727" y="301749"/>
                    <a:pt x="4875" y="346624"/>
                  </a:cubicBezTo>
                  <a:cubicBezTo>
                    <a:pt x="277" y="350898"/>
                    <a:pt x="277" y="351610"/>
                    <a:pt x="277" y="352679"/>
                  </a:cubicBezTo>
                  <a:cubicBezTo>
                    <a:pt x="277" y="354816"/>
                    <a:pt x="1692" y="356240"/>
                    <a:pt x="3814" y="356240"/>
                  </a:cubicBezTo>
                  <a:cubicBezTo>
                    <a:pt x="7350" y="356240"/>
                    <a:pt x="39179" y="332022"/>
                    <a:pt x="60044" y="286790"/>
                  </a:cubicBezTo>
                  <a:cubicBezTo>
                    <a:pt x="78080" y="247613"/>
                    <a:pt x="82324" y="208080"/>
                    <a:pt x="82324" y="178163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8066D986-736C-9F49-79F4-31AA02992506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2697085" y="7408406"/>
              <a:ext cx="82046" cy="356155"/>
            </a:xfrm>
            <a:custGeom>
              <a:avLst/>
              <a:gdLst>
                <a:gd name="connsiteX0" fmla="*/ 82328 w 82046"/>
                <a:gd name="connsiteY0" fmla="*/ 178163 h 356155"/>
                <a:gd name="connsiteX1" fmla="*/ 58987 w 82046"/>
                <a:gd name="connsiteY1" fmla="*/ 67042 h 356155"/>
                <a:gd name="connsiteX2" fmla="*/ 3818 w 82046"/>
                <a:gd name="connsiteY2" fmla="*/ 85 h 356155"/>
                <a:gd name="connsiteX3" fmla="*/ 281 w 82046"/>
                <a:gd name="connsiteY3" fmla="*/ 3646 h 356155"/>
                <a:gd name="connsiteX4" fmla="*/ 7001 w 82046"/>
                <a:gd name="connsiteY4" fmla="*/ 11838 h 356155"/>
                <a:gd name="connsiteX5" fmla="*/ 61816 w 82046"/>
                <a:gd name="connsiteY5" fmla="*/ 178163 h 356155"/>
                <a:gd name="connsiteX6" fmla="*/ 4879 w 82046"/>
                <a:gd name="connsiteY6" fmla="*/ 346624 h 356155"/>
                <a:gd name="connsiteX7" fmla="*/ 281 w 82046"/>
                <a:gd name="connsiteY7" fmla="*/ 352679 h 356155"/>
                <a:gd name="connsiteX8" fmla="*/ 3818 w 82046"/>
                <a:gd name="connsiteY8" fmla="*/ 356240 h 356155"/>
                <a:gd name="connsiteX9" fmla="*/ 60048 w 82046"/>
                <a:gd name="connsiteY9" fmla="*/ 286790 h 356155"/>
                <a:gd name="connsiteX10" fmla="*/ 82328 w 82046"/>
                <a:gd name="connsiteY10" fmla="*/ 178163 h 356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46" h="356155">
                  <a:moveTo>
                    <a:pt x="82328" y="178163"/>
                  </a:moveTo>
                  <a:cubicBezTo>
                    <a:pt x="82328" y="150382"/>
                    <a:pt x="78437" y="107288"/>
                    <a:pt x="58987" y="67042"/>
                  </a:cubicBezTo>
                  <a:cubicBezTo>
                    <a:pt x="37768" y="23235"/>
                    <a:pt x="7354" y="85"/>
                    <a:pt x="3818" y="85"/>
                  </a:cubicBezTo>
                  <a:cubicBezTo>
                    <a:pt x="1696" y="85"/>
                    <a:pt x="281" y="1509"/>
                    <a:pt x="281" y="3646"/>
                  </a:cubicBezTo>
                  <a:cubicBezTo>
                    <a:pt x="281" y="4715"/>
                    <a:pt x="281" y="5427"/>
                    <a:pt x="7001" y="11838"/>
                  </a:cubicBezTo>
                  <a:cubicBezTo>
                    <a:pt x="41658" y="47097"/>
                    <a:pt x="61816" y="103726"/>
                    <a:pt x="61816" y="178163"/>
                  </a:cubicBezTo>
                  <a:cubicBezTo>
                    <a:pt x="61816" y="239065"/>
                    <a:pt x="48731" y="301749"/>
                    <a:pt x="4879" y="346624"/>
                  </a:cubicBezTo>
                  <a:cubicBezTo>
                    <a:pt x="281" y="350898"/>
                    <a:pt x="281" y="351610"/>
                    <a:pt x="281" y="352679"/>
                  </a:cubicBezTo>
                  <a:cubicBezTo>
                    <a:pt x="281" y="354816"/>
                    <a:pt x="1696" y="356240"/>
                    <a:pt x="3818" y="356240"/>
                  </a:cubicBezTo>
                  <a:cubicBezTo>
                    <a:pt x="7354" y="356240"/>
                    <a:pt x="39183" y="332022"/>
                    <a:pt x="60048" y="286790"/>
                  </a:cubicBezTo>
                  <a:cubicBezTo>
                    <a:pt x="78084" y="247613"/>
                    <a:pt x="82328" y="208080"/>
                    <a:pt x="82328" y="178163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7397FD27-A35C-DFF7-C960-0DC9829E3434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2942043" y="7483199"/>
              <a:ext cx="176823" cy="206570"/>
            </a:xfrm>
            <a:custGeom>
              <a:avLst/>
              <a:gdLst>
                <a:gd name="connsiteX0" fmla="*/ 164734 w 176823"/>
                <a:gd name="connsiteY0" fmla="*/ 110493 h 206570"/>
                <a:gd name="connsiteX1" fmla="*/ 177112 w 176823"/>
                <a:gd name="connsiteY1" fmla="*/ 103370 h 206570"/>
                <a:gd name="connsiteX2" fmla="*/ 164734 w 176823"/>
                <a:gd name="connsiteY2" fmla="*/ 96247 h 206570"/>
                <a:gd name="connsiteX3" fmla="*/ 14787 w 176823"/>
                <a:gd name="connsiteY3" fmla="*/ 96247 h 206570"/>
                <a:gd name="connsiteX4" fmla="*/ 109565 w 176823"/>
                <a:gd name="connsiteY4" fmla="*/ 14331 h 206570"/>
                <a:gd name="connsiteX5" fmla="*/ 164734 w 176823"/>
                <a:gd name="connsiteY5" fmla="*/ 14331 h 206570"/>
                <a:gd name="connsiteX6" fmla="*/ 177112 w 176823"/>
                <a:gd name="connsiteY6" fmla="*/ 7208 h 206570"/>
                <a:gd name="connsiteX7" fmla="*/ 164734 w 176823"/>
                <a:gd name="connsiteY7" fmla="*/ 85 h 206570"/>
                <a:gd name="connsiteX8" fmla="*/ 108858 w 176823"/>
                <a:gd name="connsiteY8" fmla="*/ 85 h 206570"/>
                <a:gd name="connsiteX9" fmla="*/ 288 w 176823"/>
                <a:gd name="connsiteY9" fmla="*/ 103370 h 206570"/>
                <a:gd name="connsiteX10" fmla="*/ 108858 w 176823"/>
                <a:gd name="connsiteY10" fmla="*/ 206655 h 206570"/>
                <a:gd name="connsiteX11" fmla="*/ 164734 w 176823"/>
                <a:gd name="connsiteY11" fmla="*/ 206655 h 206570"/>
                <a:gd name="connsiteX12" fmla="*/ 177112 w 176823"/>
                <a:gd name="connsiteY12" fmla="*/ 199532 h 206570"/>
                <a:gd name="connsiteX13" fmla="*/ 164734 w 176823"/>
                <a:gd name="connsiteY13" fmla="*/ 192409 h 206570"/>
                <a:gd name="connsiteX14" fmla="*/ 109565 w 176823"/>
                <a:gd name="connsiteY14" fmla="*/ 192409 h 206570"/>
                <a:gd name="connsiteX15" fmla="*/ 14787 w 176823"/>
                <a:gd name="connsiteY15" fmla="*/ 110493 h 206570"/>
                <a:gd name="connsiteX16" fmla="*/ 164734 w 176823"/>
                <a:gd name="connsiteY16" fmla="*/ 110493 h 206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6823" h="206570">
                  <a:moveTo>
                    <a:pt x="164734" y="110493"/>
                  </a:moveTo>
                  <a:cubicBezTo>
                    <a:pt x="170746" y="110493"/>
                    <a:pt x="177112" y="110493"/>
                    <a:pt x="177112" y="103370"/>
                  </a:cubicBezTo>
                  <a:cubicBezTo>
                    <a:pt x="177112" y="96247"/>
                    <a:pt x="170746" y="96247"/>
                    <a:pt x="164734" y="96247"/>
                  </a:cubicBezTo>
                  <a:lnTo>
                    <a:pt x="14787" y="96247"/>
                  </a:lnTo>
                  <a:cubicBezTo>
                    <a:pt x="19031" y="48522"/>
                    <a:pt x="59701" y="14331"/>
                    <a:pt x="109565" y="14331"/>
                  </a:cubicBezTo>
                  <a:lnTo>
                    <a:pt x="164734" y="14331"/>
                  </a:lnTo>
                  <a:cubicBezTo>
                    <a:pt x="170746" y="14331"/>
                    <a:pt x="177112" y="14331"/>
                    <a:pt x="177112" y="7208"/>
                  </a:cubicBezTo>
                  <a:cubicBezTo>
                    <a:pt x="177112" y="85"/>
                    <a:pt x="170746" y="85"/>
                    <a:pt x="164734" y="85"/>
                  </a:cubicBezTo>
                  <a:lnTo>
                    <a:pt x="108858" y="85"/>
                  </a:lnTo>
                  <a:cubicBezTo>
                    <a:pt x="48384" y="85"/>
                    <a:pt x="288" y="46385"/>
                    <a:pt x="288" y="103370"/>
                  </a:cubicBezTo>
                  <a:cubicBezTo>
                    <a:pt x="288" y="160355"/>
                    <a:pt x="48384" y="206655"/>
                    <a:pt x="108858" y="206655"/>
                  </a:cubicBezTo>
                  <a:lnTo>
                    <a:pt x="164734" y="206655"/>
                  </a:lnTo>
                  <a:cubicBezTo>
                    <a:pt x="170746" y="206655"/>
                    <a:pt x="177112" y="206655"/>
                    <a:pt x="177112" y="199532"/>
                  </a:cubicBezTo>
                  <a:cubicBezTo>
                    <a:pt x="177112" y="192409"/>
                    <a:pt x="170746" y="192409"/>
                    <a:pt x="164734" y="192409"/>
                  </a:cubicBezTo>
                  <a:lnTo>
                    <a:pt x="109565" y="192409"/>
                  </a:lnTo>
                  <a:cubicBezTo>
                    <a:pt x="59701" y="192409"/>
                    <a:pt x="19031" y="158218"/>
                    <a:pt x="14787" y="110493"/>
                  </a:cubicBezTo>
                  <a:lnTo>
                    <a:pt x="164734" y="110493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C158252-F785-003C-4B1F-AAB4065946D2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3252348" y="7431556"/>
              <a:ext cx="242956" cy="243966"/>
            </a:xfrm>
            <a:custGeom>
              <a:avLst/>
              <a:gdLst>
                <a:gd name="connsiteX0" fmla="*/ 89417 w 242956"/>
                <a:gd name="connsiteY0" fmla="*/ 132218 h 243966"/>
                <a:gd name="connsiteX1" fmla="*/ 102148 w 242956"/>
                <a:gd name="connsiteY1" fmla="*/ 132218 h 243966"/>
                <a:gd name="connsiteX2" fmla="*/ 155195 w 242956"/>
                <a:gd name="connsiteY2" fmla="*/ 214847 h 243966"/>
                <a:gd name="connsiteX3" fmla="*/ 171109 w 242956"/>
                <a:gd name="connsiteY3" fmla="*/ 239777 h 243966"/>
                <a:gd name="connsiteX4" fmla="*/ 182780 w 242956"/>
                <a:gd name="connsiteY4" fmla="*/ 244051 h 243966"/>
                <a:gd name="connsiteX5" fmla="*/ 231583 w 242956"/>
                <a:gd name="connsiteY5" fmla="*/ 244051 h 243966"/>
                <a:gd name="connsiteX6" fmla="*/ 243253 w 242956"/>
                <a:gd name="connsiteY6" fmla="*/ 237641 h 243966"/>
                <a:gd name="connsiteX7" fmla="*/ 237949 w 242956"/>
                <a:gd name="connsiteY7" fmla="*/ 231586 h 243966"/>
                <a:gd name="connsiteX8" fmla="*/ 199047 w 242956"/>
                <a:gd name="connsiteY8" fmla="*/ 193833 h 243966"/>
                <a:gd name="connsiteX9" fmla="*/ 155195 w 242956"/>
                <a:gd name="connsiteY9" fmla="*/ 128301 h 243966"/>
                <a:gd name="connsiteX10" fmla="*/ 217083 w 242956"/>
                <a:gd name="connsiteY10" fmla="*/ 66686 h 243966"/>
                <a:gd name="connsiteX11" fmla="*/ 123367 w 242956"/>
                <a:gd name="connsiteY11" fmla="*/ 85 h 243966"/>
                <a:gd name="connsiteX12" fmla="*/ 12321 w 242956"/>
                <a:gd name="connsiteY12" fmla="*/ 85 h 243966"/>
                <a:gd name="connsiteX13" fmla="*/ 297 w 242956"/>
                <a:gd name="connsiteY13" fmla="*/ 6495 h 243966"/>
                <a:gd name="connsiteX14" fmla="*/ 9846 w 242956"/>
                <a:gd name="connsiteY14" fmla="*/ 12550 h 243966"/>
                <a:gd name="connsiteX15" fmla="*/ 31772 w 242956"/>
                <a:gd name="connsiteY15" fmla="*/ 32851 h 243966"/>
                <a:gd name="connsiteX16" fmla="*/ 31772 w 242956"/>
                <a:gd name="connsiteY16" fmla="*/ 211285 h 243966"/>
                <a:gd name="connsiteX17" fmla="*/ 9846 w 242956"/>
                <a:gd name="connsiteY17" fmla="*/ 231586 h 243966"/>
                <a:gd name="connsiteX18" fmla="*/ 297 w 242956"/>
                <a:gd name="connsiteY18" fmla="*/ 237641 h 243966"/>
                <a:gd name="connsiteX19" fmla="*/ 12321 w 242956"/>
                <a:gd name="connsiteY19" fmla="*/ 244051 h 243966"/>
                <a:gd name="connsiteX20" fmla="*/ 109221 w 242956"/>
                <a:gd name="connsiteY20" fmla="*/ 244051 h 243966"/>
                <a:gd name="connsiteX21" fmla="*/ 120891 w 242956"/>
                <a:gd name="connsiteY21" fmla="*/ 237641 h 243966"/>
                <a:gd name="connsiteX22" fmla="*/ 110989 w 242956"/>
                <a:gd name="connsiteY22" fmla="*/ 231586 h 243966"/>
                <a:gd name="connsiteX23" fmla="*/ 89417 w 242956"/>
                <a:gd name="connsiteY23" fmla="*/ 211285 h 243966"/>
                <a:gd name="connsiteX24" fmla="*/ 89417 w 242956"/>
                <a:gd name="connsiteY24" fmla="*/ 132218 h 243966"/>
                <a:gd name="connsiteX25" fmla="*/ 157671 w 242956"/>
                <a:gd name="connsiteY25" fmla="*/ 114767 h 243966"/>
                <a:gd name="connsiteX26" fmla="*/ 168634 w 242956"/>
                <a:gd name="connsiteY26" fmla="*/ 67042 h 243966"/>
                <a:gd name="connsiteX27" fmla="*/ 155195 w 242956"/>
                <a:gd name="connsiteY27" fmla="*/ 16468 h 243966"/>
                <a:gd name="connsiteX28" fmla="*/ 204706 w 242956"/>
                <a:gd name="connsiteY28" fmla="*/ 66686 h 243966"/>
                <a:gd name="connsiteX29" fmla="*/ 157671 w 242956"/>
                <a:gd name="connsiteY29" fmla="*/ 114767 h 243966"/>
                <a:gd name="connsiteX30" fmla="*/ 89417 w 242956"/>
                <a:gd name="connsiteY30" fmla="*/ 31783 h 243966"/>
                <a:gd name="connsiteX31" fmla="*/ 111343 w 242956"/>
                <a:gd name="connsiteY31" fmla="*/ 12550 h 243966"/>
                <a:gd name="connsiteX32" fmla="*/ 156256 w 242956"/>
                <a:gd name="connsiteY32" fmla="*/ 67042 h 243966"/>
                <a:gd name="connsiteX33" fmla="*/ 89417 w 242956"/>
                <a:gd name="connsiteY33" fmla="*/ 119753 h 243966"/>
                <a:gd name="connsiteX34" fmla="*/ 89417 w 242956"/>
                <a:gd name="connsiteY34" fmla="*/ 31783 h 243966"/>
                <a:gd name="connsiteX35" fmla="*/ 41320 w 242956"/>
                <a:gd name="connsiteY35" fmla="*/ 231586 h 243966"/>
                <a:gd name="connsiteX36" fmla="*/ 44150 w 242956"/>
                <a:gd name="connsiteY36" fmla="*/ 211997 h 243966"/>
                <a:gd name="connsiteX37" fmla="*/ 44150 w 242956"/>
                <a:gd name="connsiteY37" fmla="*/ 32139 h 243966"/>
                <a:gd name="connsiteX38" fmla="*/ 41320 w 242956"/>
                <a:gd name="connsiteY38" fmla="*/ 12550 h 243966"/>
                <a:gd name="connsiteX39" fmla="*/ 81636 w 242956"/>
                <a:gd name="connsiteY39" fmla="*/ 12550 h 243966"/>
                <a:gd name="connsiteX40" fmla="*/ 77039 w 242956"/>
                <a:gd name="connsiteY40" fmla="*/ 30714 h 243966"/>
                <a:gd name="connsiteX41" fmla="*/ 77039 w 242956"/>
                <a:gd name="connsiteY41" fmla="*/ 211997 h 243966"/>
                <a:gd name="connsiteX42" fmla="*/ 79868 w 242956"/>
                <a:gd name="connsiteY42" fmla="*/ 231586 h 243966"/>
                <a:gd name="connsiteX43" fmla="*/ 41320 w 242956"/>
                <a:gd name="connsiteY43" fmla="*/ 231586 h 243966"/>
                <a:gd name="connsiteX44" fmla="*/ 116647 w 242956"/>
                <a:gd name="connsiteY44" fmla="*/ 132218 h 243966"/>
                <a:gd name="connsiteX45" fmla="*/ 123367 w 242956"/>
                <a:gd name="connsiteY45" fmla="*/ 131506 h 243966"/>
                <a:gd name="connsiteX46" fmla="*/ 141756 w 242956"/>
                <a:gd name="connsiteY46" fmla="*/ 130081 h 243966"/>
                <a:gd name="connsiteX47" fmla="*/ 214608 w 242956"/>
                <a:gd name="connsiteY47" fmla="*/ 231586 h 243966"/>
                <a:gd name="connsiteX48" fmla="*/ 180304 w 242956"/>
                <a:gd name="connsiteY48" fmla="*/ 231586 h 243966"/>
                <a:gd name="connsiteX49" fmla="*/ 116647 w 242956"/>
                <a:gd name="connsiteY49" fmla="*/ 132218 h 243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2956" h="243966">
                  <a:moveTo>
                    <a:pt x="89417" y="132218"/>
                  </a:moveTo>
                  <a:lnTo>
                    <a:pt x="102148" y="132218"/>
                  </a:lnTo>
                  <a:lnTo>
                    <a:pt x="155195" y="214847"/>
                  </a:lnTo>
                  <a:cubicBezTo>
                    <a:pt x="158732" y="220545"/>
                    <a:pt x="167219" y="234435"/>
                    <a:pt x="171109" y="239777"/>
                  </a:cubicBezTo>
                  <a:cubicBezTo>
                    <a:pt x="173585" y="244051"/>
                    <a:pt x="174646" y="244051"/>
                    <a:pt x="182780" y="244051"/>
                  </a:cubicBezTo>
                  <a:lnTo>
                    <a:pt x="231583" y="244051"/>
                  </a:lnTo>
                  <a:cubicBezTo>
                    <a:pt x="237949" y="244051"/>
                    <a:pt x="243253" y="244051"/>
                    <a:pt x="243253" y="237641"/>
                  </a:cubicBezTo>
                  <a:cubicBezTo>
                    <a:pt x="243253" y="234791"/>
                    <a:pt x="241132" y="232298"/>
                    <a:pt x="237949" y="231586"/>
                  </a:cubicBezTo>
                  <a:cubicBezTo>
                    <a:pt x="224864" y="228737"/>
                    <a:pt x="207535" y="205230"/>
                    <a:pt x="199047" y="193833"/>
                  </a:cubicBezTo>
                  <a:cubicBezTo>
                    <a:pt x="196572" y="190272"/>
                    <a:pt x="178889" y="166766"/>
                    <a:pt x="155195" y="128301"/>
                  </a:cubicBezTo>
                  <a:cubicBezTo>
                    <a:pt x="186670" y="122602"/>
                    <a:pt x="217083" y="109068"/>
                    <a:pt x="217083" y="66686"/>
                  </a:cubicBezTo>
                  <a:cubicBezTo>
                    <a:pt x="217083" y="17180"/>
                    <a:pt x="165097" y="85"/>
                    <a:pt x="123367" y="85"/>
                  </a:cubicBezTo>
                  <a:lnTo>
                    <a:pt x="12321" y="85"/>
                  </a:lnTo>
                  <a:cubicBezTo>
                    <a:pt x="5956" y="85"/>
                    <a:pt x="297" y="85"/>
                    <a:pt x="297" y="6495"/>
                  </a:cubicBezTo>
                  <a:cubicBezTo>
                    <a:pt x="297" y="12550"/>
                    <a:pt x="7017" y="12550"/>
                    <a:pt x="9846" y="12550"/>
                  </a:cubicBezTo>
                  <a:cubicBezTo>
                    <a:pt x="30004" y="12550"/>
                    <a:pt x="31772" y="15043"/>
                    <a:pt x="31772" y="32851"/>
                  </a:cubicBezTo>
                  <a:lnTo>
                    <a:pt x="31772" y="211285"/>
                  </a:lnTo>
                  <a:cubicBezTo>
                    <a:pt x="31772" y="229093"/>
                    <a:pt x="30004" y="231586"/>
                    <a:pt x="9846" y="231586"/>
                  </a:cubicBezTo>
                  <a:cubicBezTo>
                    <a:pt x="7017" y="231586"/>
                    <a:pt x="297" y="231586"/>
                    <a:pt x="297" y="237641"/>
                  </a:cubicBezTo>
                  <a:cubicBezTo>
                    <a:pt x="297" y="244051"/>
                    <a:pt x="5956" y="244051"/>
                    <a:pt x="12321" y="244051"/>
                  </a:cubicBezTo>
                  <a:lnTo>
                    <a:pt x="109221" y="244051"/>
                  </a:lnTo>
                  <a:cubicBezTo>
                    <a:pt x="115587" y="244051"/>
                    <a:pt x="120891" y="244051"/>
                    <a:pt x="120891" y="237641"/>
                  </a:cubicBezTo>
                  <a:cubicBezTo>
                    <a:pt x="120891" y="231586"/>
                    <a:pt x="114879" y="231586"/>
                    <a:pt x="110989" y="231586"/>
                  </a:cubicBezTo>
                  <a:cubicBezTo>
                    <a:pt x="90831" y="231586"/>
                    <a:pt x="89417" y="228737"/>
                    <a:pt x="89417" y="211285"/>
                  </a:cubicBezTo>
                  <a:lnTo>
                    <a:pt x="89417" y="132218"/>
                  </a:lnTo>
                  <a:close/>
                  <a:moveTo>
                    <a:pt x="157671" y="114767"/>
                  </a:moveTo>
                  <a:cubicBezTo>
                    <a:pt x="167573" y="101589"/>
                    <a:pt x="168634" y="82713"/>
                    <a:pt x="168634" y="67042"/>
                  </a:cubicBezTo>
                  <a:cubicBezTo>
                    <a:pt x="168634" y="49946"/>
                    <a:pt x="166512" y="31070"/>
                    <a:pt x="155195" y="16468"/>
                  </a:cubicBezTo>
                  <a:cubicBezTo>
                    <a:pt x="169695" y="19673"/>
                    <a:pt x="204706" y="30714"/>
                    <a:pt x="204706" y="66686"/>
                  </a:cubicBezTo>
                  <a:cubicBezTo>
                    <a:pt x="204706" y="89836"/>
                    <a:pt x="194096" y="108000"/>
                    <a:pt x="157671" y="114767"/>
                  </a:cubicBezTo>
                  <a:close/>
                  <a:moveTo>
                    <a:pt x="89417" y="31783"/>
                  </a:moveTo>
                  <a:cubicBezTo>
                    <a:pt x="89417" y="24303"/>
                    <a:pt x="89417" y="12550"/>
                    <a:pt x="111343" y="12550"/>
                  </a:cubicBezTo>
                  <a:cubicBezTo>
                    <a:pt x="141403" y="12550"/>
                    <a:pt x="156256" y="25016"/>
                    <a:pt x="156256" y="67042"/>
                  </a:cubicBezTo>
                  <a:cubicBezTo>
                    <a:pt x="156256" y="112986"/>
                    <a:pt x="145293" y="119753"/>
                    <a:pt x="89417" y="119753"/>
                  </a:cubicBezTo>
                  <a:lnTo>
                    <a:pt x="89417" y="31783"/>
                  </a:lnTo>
                  <a:close/>
                  <a:moveTo>
                    <a:pt x="41320" y="231586"/>
                  </a:moveTo>
                  <a:cubicBezTo>
                    <a:pt x="44150" y="225175"/>
                    <a:pt x="44150" y="215203"/>
                    <a:pt x="44150" y="211997"/>
                  </a:cubicBezTo>
                  <a:lnTo>
                    <a:pt x="44150" y="32139"/>
                  </a:lnTo>
                  <a:cubicBezTo>
                    <a:pt x="44150" y="28577"/>
                    <a:pt x="44150" y="18961"/>
                    <a:pt x="41320" y="12550"/>
                  </a:cubicBezTo>
                  <a:lnTo>
                    <a:pt x="81636" y="12550"/>
                  </a:lnTo>
                  <a:cubicBezTo>
                    <a:pt x="77039" y="18249"/>
                    <a:pt x="77039" y="25372"/>
                    <a:pt x="77039" y="30714"/>
                  </a:cubicBezTo>
                  <a:lnTo>
                    <a:pt x="77039" y="211997"/>
                  </a:lnTo>
                  <a:cubicBezTo>
                    <a:pt x="77039" y="215559"/>
                    <a:pt x="77039" y="225175"/>
                    <a:pt x="79868" y="231586"/>
                  </a:cubicBezTo>
                  <a:lnTo>
                    <a:pt x="41320" y="231586"/>
                  </a:lnTo>
                  <a:close/>
                  <a:moveTo>
                    <a:pt x="116647" y="132218"/>
                  </a:moveTo>
                  <a:cubicBezTo>
                    <a:pt x="119123" y="131862"/>
                    <a:pt x="120538" y="131506"/>
                    <a:pt x="123367" y="131506"/>
                  </a:cubicBezTo>
                  <a:cubicBezTo>
                    <a:pt x="128672" y="131506"/>
                    <a:pt x="136452" y="130794"/>
                    <a:pt x="141756" y="130081"/>
                  </a:cubicBezTo>
                  <a:cubicBezTo>
                    <a:pt x="147061" y="138629"/>
                    <a:pt x="185255" y="202025"/>
                    <a:pt x="214608" y="231586"/>
                  </a:cubicBezTo>
                  <a:lnTo>
                    <a:pt x="180304" y="231586"/>
                  </a:lnTo>
                  <a:lnTo>
                    <a:pt x="116647" y="132218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73859C33-39BB-2B0A-F0C6-6C8E9DC1EBDA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8605885" y="8442012"/>
              <a:ext cx="199103" cy="158133"/>
            </a:xfrm>
            <a:custGeom>
              <a:avLst/>
              <a:gdLst>
                <a:gd name="connsiteX0" fmla="*/ 114748 w 199103"/>
                <a:gd name="connsiteY0" fmla="*/ 70629 h 158133"/>
                <a:gd name="connsiteX1" fmla="*/ 156125 w 199103"/>
                <a:gd name="connsiteY1" fmla="*/ 24329 h 158133"/>
                <a:gd name="connsiteX2" fmla="*/ 192197 w 199103"/>
                <a:gd name="connsiteY2" fmla="*/ 16850 h 158133"/>
                <a:gd name="connsiteX3" fmla="*/ 192197 w 199103"/>
                <a:gd name="connsiteY3" fmla="*/ 111 h 158133"/>
                <a:gd name="connsiteX4" fmla="*/ 159662 w 199103"/>
                <a:gd name="connsiteY4" fmla="*/ 1179 h 158133"/>
                <a:gd name="connsiteX5" fmla="*/ 123236 w 199103"/>
                <a:gd name="connsiteY5" fmla="*/ 111 h 158133"/>
                <a:gd name="connsiteX6" fmla="*/ 123236 w 199103"/>
                <a:gd name="connsiteY6" fmla="*/ 16850 h 158133"/>
                <a:gd name="connsiteX7" fmla="*/ 136674 w 199103"/>
                <a:gd name="connsiteY7" fmla="*/ 20055 h 158133"/>
                <a:gd name="connsiteX8" fmla="*/ 133845 w 199103"/>
                <a:gd name="connsiteY8" fmla="*/ 24329 h 158133"/>
                <a:gd name="connsiteX9" fmla="*/ 104139 w 199103"/>
                <a:gd name="connsiteY9" fmla="*/ 57808 h 158133"/>
                <a:gd name="connsiteX10" fmla="*/ 69481 w 199103"/>
                <a:gd name="connsiteY10" fmla="*/ 16850 h 158133"/>
                <a:gd name="connsiteX11" fmla="*/ 83627 w 199103"/>
                <a:gd name="connsiteY11" fmla="*/ 16850 h 158133"/>
                <a:gd name="connsiteX12" fmla="*/ 83627 w 199103"/>
                <a:gd name="connsiteY12" fmla="*/ 111 h 158133"/>
                <a:gd name="connsiteX13" fmla="*/ 40836 w 199103"/>
                <a:gd name="connsiteY13" fmla="*/ 1179 h 158133"/>
                <a:gd name="connsiteX14" fmla="*/ 1935 w 199103"/>
                <a:gd name="connsiteY14" fmla="*/ 111 h 158133"/>
                <a:gd name="connsiteX15" fmla="*/ 1935 w 199103"/>
                <a:gd name="connsiteY15" fmla="*/ 16850 h 158133"/>
                <a:gd name="connsiteX16" fmla="*/ 27044 w 199103"/>
                <a:gd name="connsiteY16" fmla="*/ 16850 h 158133"/>
                <a:gd name="connsiteX17" fmla="*/ 82213 w 199103"/>
                <a:gd name="connsiteY17" fmla="*/ 82383 h 158133"/>
                <a:gd name="connsiteX18" fmla="*/ 35885 w 199103"/>
                <a:gd name="connsiteY18" fmla="*/ 134737 h 158133"/>
                <a:gd name="connsiteX19" fmla="*/ 166 w 199103"/>
                <a:gd name="connsiteY19" fmla="*/ 141504 h 158133"/>
                <a:gd name="connsiteX20" fmla="*/ 166 w 199103"/>
                <a:gd name="connsiteY20" fmla="*/ 158244 h 158133"/>
                <a:gd name="connsiteX21" fmla="*/ 32702 w 199103"/>
                <a:gd name="connsiteY21" fmla="*/ 157175 h 158133"/>
                <a:gd name="connsiteX22" fmla="*/ 69128 w 199103"/>
                <a:gd name="connsiteY22" fmla="*/ 158244 h 158133"/>
                <a:gd name="connsiteX23" fmla="*/ 69128 w 199103"/>
                <a:gd name="connsiteY23" fmla="*/ 141504 h 158133"/>
                <a:gd name="connsiteX24" fmla="*/ 56043 w 199103"/>
                <a:gd name="connsiteY24" fmla="*/ 137587 h 158133"/>
                <a:gd name="connsiteX25" fmla="*/ 58518 w 199103"/>
                <a:gd name="connsiteY25" fmla="*/ 134025 h 158133"/>
                <a:gd name="connsiteX26" fmla="*/ 92822 w 199103"/>
                <a:gd name="connsiteY26" fmla="*/ 95204 h 158133"/>
                <a:gd name="connsiteX27" fmla="*/ 131723 w 199103"/>
                <a:gd name="connsiteY27" fmla="*/ 141504 h 158133"/>
                <a:gd name="connsiteX28" fmla="*/ 117931 w 199103"/>
                <a:gd name="connsiteY28" fmla="*/ 141504 h 158133"/>
                <a:gd name="connsiteX29" fmla="*/ 117931 w 199103"/>
                <a:gd name="connsiteY29" fmla="*/ 158244 h 158133"/>
                <a:gd name="connsiteX30" fmla="*/ 160369 w 199103"/>
                <a:gd name="connsiteY30" fmla="*/ 157175 h 158133"/>
                <a:gd name="connsiteX31" fmla="*/ 199270 w 199103"/>
                <a:gd name="connsiteY31" fmla="*/ 158244 h 158133"/>
                <a:gd name="connsiteX32" fmla="*/ 199270 w 199103"/>
                <a:gd name="connsiteY32" fmla="*/ 141504 h 158133"/>
                <a:gd name="connsiteX33" fmla="*/ 174161 w 199103"/>
                <a:gd name="connsiteY33" fmla="*/ 141504 h 158133"/>
                <a:gd name="connsiteX34" fmla="*/ 114748 w 199103"/>
                <a:gd name="connsiteY34" fmla="*/ 70629 h 158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103" h="158133">
                  <a:moveTo>
                    <a:pt x="114748" y="70629"/>
                  </a:moveTo>
                  <a:lnTo>
                    <a:pt x="156125" y="24329"/>
                  </a:lnTo>
                  <a:cubicBezTo>
                    <a:pt x="160723" y="19343"/>
                    <a:pt x="162844" y="16850"/>
                    <a:pt x="192197" y="16850"/>
                  </a:cubicBezTo>
                  <a:lnTo>
                    <a:pt x="192197" y="111"/>
                  </a:lnTo>
                  <a:cubicBezTo>
                    <a:pt x="179819" y="823"/>
                    <a:pt x="161430" y="1179"/>
                    <a:pt x="159662" y="1179"/>
                  </a:cubicBezTo>
                  <a:cubicBezTo>
                    <a:pt x="150820" y="1179"/>
                    <a:pt x="133138" y="467"/>
                    <a:pt x="123236" y="111"/>
                  </a:cubicBezTo>
                  <a:lnTo>
                    <a:pt x="123236" y="16850"/>
                  </a:lnTo>
                  <a:cubicBezTo>
                    <a:pt x="128187" y="16850"/>
                    <a:pt x="132431" y="17562"/>
                    <a:pt x="136674" y="20055"/>
                  </a:cubicBezTo>
                  <a:cubicBezTo>
                    <a:pt x="135260" y="22192"/>
                    <a:pt x="135260" y="22905"/>
                    <a:pt x="133845" y="24329"/>
                  </a:cubicBezTo>
                  <a:lnTo>
                    <a:pt x="104139" y="57808"/>
                  </a:lnTo>
                  <a:lnTo>
                    <a:pt x="69481" y="16850"/>
                  </a:lnTo>
                  <a:lnTo>
                    <a:pt x="83627" y="16850"/>
                  </a:lnTo>
                  <a:lnTo>
                    <a:pt x="83627" y="111"/>
                  </a:lnTo>
                  <a:cubicBezTo>
                    <a:pt x="74432" y="467"/>
                    <a:pt x="52153" y="1179"/>
                    <a:pt x="40836" y="1179"/>
                  </a:cubicBezTo>
                  <a:cubicBezTo>
                    <a:pt x="29519" y="1179"/>
                    <a:pt x="13605" y="467"/>
                    <a:pt x="1935" y="111"/>
                  </a:cubicBezTo>
                  <a:lnTo>
                    <a:pt x="1935" y="16850"/>
                  </a:lnTo>
                  <a:lnTo>
                    <a:pt x="27044" y="16850"/>
                  </a:lnTo>
                  <a:lnTo>
                    <a:pt x="82213" y="82383"/>
                  </a:lnTo>
                  <a:lnTo>
                    <a:pt x="35885" y="134737"/>
                  </a:lnTo>
                  <a:cubicBezTo>
                    <a:pt x="29873" y="141504"/>
                    <a:pt x="17141" y="141504"/>
                    <a:pt x="166" y="141504"/>
                  </a:cubicBezTo>
                  <a:lnTo>
                    <a:pt x="166" y="158244"/>
                  </a:lnTo>
                  <a:cubicBezTo>
                    <a:pt x="12544" y="157531"/>
                    <a:pt x="30934" y="157175"/>
                    <a:pt x="32702" y="157175"/>
                  </a:cubicBezTo>
                  <a:cubicBezTo>
                    <a:pt x="41543" y="157175"/>
                    <a:pt x="62055" y="157888"/>
                    <a:pt x="69128" y="158244"/>
                  </a:cubicBezTo>
                  <a:lnTo>
                    <a:pt x="69128" y="141504"/>
                  </a:lnTo>
                  <a:cubicBezTo>
                    <a:pt x="62762" y="141504"/>
                    <a:pt x="56043" y="139724"/>
                    <a:pt x="56043" y="137587"/>
                  </a:cubicBezTo>
                  <a:cubicBezTo>
                    <a:pt x="56043" y="137230"/>
                    <a:pt x="56043" y="136874"/>
                    <a:pt x="58518" y="134025"/>
                  </a:cubicBezTo>
                  <a:lnTo>
                    <a:pt x="92822" y="95204"/>
                  </a:lnTo>
                  <a:lnTo>
                    <a:pt x="131723" y="141504"/>
                  </a:lnTo>
                  <a:lnTo>
                    <a:pt x="117931" y="141504"/>
                  </a:lnTo>
                  <a:lnTo>
                    <a:pt x="117931" y="158244"/>
                  </a:lnTo>
                  <a:cubicBezTo>
                    <a:pt x="127126" y="157888"/>
                    <a:pt x="148698" y="157175"/>
                    <a:pt x="160369" y="157175"/>
                  </a:cubicBezTo>
                  <a:cubicBezTo>
                    <a:pt x="171686" y="157175"/>
                    <a:pt x="187600" y="157888"/>
                    <a:pt x="199270" y="158244"/>
                  </a:cubicBezTo>
                  <a:lnTo>
                    <a:pt x="199270" y="141504"/>
                  </a:lnTo>
                  <a:lnTo>
                    <a:pt x="174161" y="141504"/>
                  </a:lnTo>
                  <a:lnTo>
                    <a:pt x="114748" y="70629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BB070B05-A923-5F43-8216-96EC0E05ED8E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8930786" y="8469436"/>
              <a:ext cx="235175" cy="83340"/>
            </a:xfrm>
            <a:custGeom>
              <a:avLst/>
              <a:gdLst>
                <a:gd name="connsiteX0" fmla="*/ 223327 w 235175"/>
                <a:gd name="connsiteY0" fmla="*/ 14357 h 83340"/>
                <a:gd name="connsiteX1" fmla="*/ 235351 w 235175"/>
                <a:gd name="connsiteY1" fmla="*/ 7234 h 83340"/>
                <a:gd name="connsiteX2" fmla="*/ 223681 w 235175"/>
                <a:gd name="connsiteY2" fmla="*/ 111 h 83340"/>
                <a:gd name="connsiteX3" fmla="*/ 11846 w 235175"/>
                <a:gd name="connsiteY3" fmla="*/ 111 h 83340"/>
                <a:gd name="connsiteX4" fmla="*/ 175 w 235175"/>
                <a:gd name="connsiteY4" fmla="*/ 7234 h 83340"/>
                <a:gd name="connsiteX5" fmla="*/ 12199 w 235175"/>
                <a:gd name="connsiteY5" fmla="*/ 14357 h 83340"/>
                <a:gd name="connsiteX6" fmla="*/ 223327 w 235175"/>
                <a:gd name="connsiteY6" fmla="*/ 14357 h 83340"/>
                <a:gd name="connsiteX7" fmla="*/ 223681 w 235175"/>
                <a:gd name="connsiteY7" fmla="*/ 83451 h 83340"/>
                <a:gd name="connsiteX8" fmla="*/ 235351 w 235175"/>
                <a:gd name="connsiteY8" fmla="*/ 76328 h 83340"/>
                <a:gd name="connsiteX9" fmla="*/ 223327 w 235175"/>
                <a:gd name="connsiteY9" fmla="*/ 69205 h 83340"/>
                <a:gd name="connsiteX10" fmla="*/ 12199 w 235175"/>
                <a:gd name="connsiteY10" fmla="*/ 69205 h 83340"/>
                <a:gd name="connsiteX11" fmla="*/ 175 w 235175"/>
                <a:gd name="connsiteY11" fmla="*/ 76328 h 83340"/>
                <a:gd name="connsiteX12" fmla="*/ 11846 w 235175"/>
                <a:gd name="connsiteY12" fmla="*/ 83451 h 83340"/>
                <a:gd name="connsiteX13" fmla="*/ 223681 w 235175"/>
                <a:gd name="connsiteY13" fmla="*/ 83451 h 83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175" h="83340">
                  <a:moveTo>
                    <a:pt x="223327" y="14357"/>
                  </a:moveTo>
                  <a:cubicBezTo>
                    <a:pt x="228632" y="14357"/>
                    <a:pt x="235351" y="14357"/>
                    <a:pt x="235351" y="7234"/>
                  </a:cubicBezTo>
                  <a:cubicBezTo>
                    <a:pt x="235351" y="111"/>
                    <a:pt x="228632" y="111"/>
                    <a:pt x="223681" y="111"/>
                  </a:cubicBezTo>
                  <a:lnTo>
                    <a:pt x="11846" y="111"/>
                  </a:lnTo>
                  <a:cubicBezTo>
                    <a:pt x="6894" y="111"/>
                    <a:pt x="175" y="111"/>
                    <a:pt x="175" y="7234"/>
                  </a:cubicBezTo>
                  <a:cubicBezTo>
                    <a:pt x="175" y="14357"/>
                    <a:pt x="6894" y="14357"/>
                    <a:pt x="12199" y="14357"/>
                  </a:cubicBezTo>
                  <a:lnTo>
                    <a:pt x="223327" y="14357"/>
                  </a:lnTo>
                  <a:close/>
                  <a:moveTo>
                    <a:pt x="223681" y="83451"/>
                  </a:moveTo>
                  <a:cubicBezTo>
                    <a:pt x="228632" y="83451"/>
                    <a:pt x="235351" y="83451"/>
                    <a:pt x="235351" y="76328"/>
                  </a:cubicBezTo>
                  <a:cubicBezTo>
                    <a:pt x="235351" y="69205"/>
                    <a:pt x="228632" y="69205"/>
                    <a:pt x="223327" y="69205"/>
                  </a:cubicBezTo>
                  <a:lnTo>
                    <a:pt x="12199" y="69205"/>
                  </a:lnTo>
                  <a:cubicBezTo>
                    <a:pt x="6894" y="69205"/>
                    <a:pt x="175" y="69205"/>
                    <a:pt x="175" y="76328"/>
                  </a:cubicBezTo>
                  <a:cubicBezTo>
                    <a:pt x="175" y="83451"/>
                    <a:pt x="6894" y="83451"/>
                    <a:pt x="11846" y="83451"/>
                  </a:cubicBezTo>
                  <a:lnTo>
                    <a:pt x="223681" y="83451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1325A478-B71F-D761-6152-8837AA545E53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9480096" y="7981928"/>
              <a:ext cx="121796" cy="175513"/>
            </a:xfrm>
            <a:custGeom>
              <a:avLst/>
              <a:gdLst>
                <a:gd name="connsiteX0" fmla="*/ 59108 w 121796"/>
                <a:gd name="connsiteY0" fmla="*/ 7577 h 175513"/>
                <a:gd name="connsiteX1" fmla="*/ 60099 w 121796"/>
                <a:gd name="connsiteY1" fmla="*/ 3588 h 175513"/>
                <a:gd name="connsiteX2" fmla="*/ 56138 w 121796"/>
                <a:gd name="connsiteY2" fmla="*/ 98 h 175513"/>
                <a:gd name="connsiteX3" fmla="*/ 24451 w 121796"/>
                <a:gd name="connsiteY3" fmla="*/ 2591 h 175513"/>
                <a:gd name="connsiteX4" fmla="*/ 19005 w 121796"/>
                <a:gd name="connsiteY4" fmla="*/ 8325 h 175513"/>
                <a:gd name="connsiteX5" fmla="*/ 25441 w 121796"/>
                <a:gd name="connsiteY5" fmla="*/ 11816 h 175513"/>
                <a:gd name="connsiteX6" fmla="*/ 37324 w 121796"/>
                <a:gd name="connsiteY6" fmla="*/ 15555 h 175513"/>
                <a:gd name="connsiteX7" fmla="*/ 36333 w 121796"/>
                <a:gd name="connsiteY7" fmla="*/ 21040 h 175513"/>
                <a:gd name="connsiteX8" fmla="*/ 1428 w 121796"/>
                <a:gd name="connsiteY8" fmla="*/ 162149 h 175513"/>
                <a:gd name="connsiteX9" fmla="*/ 191 w 121796"/>
                <a:gd name="connsiteY9" fmla="*/ 167634 h 175513"/>
                <a:gd name="connsiteX10" fmla="*/ 8607 w 121796"/>
                <a:gd name="connsiteY10" fmla="*/ 175612 h 175513"/>
                <a:gd name="connsiteX11" fmla="*/ 19995 w 121796"/>
                <a:gd name="connsiteY11" fmla="*/ 165141 h 175513"/>
                <a:gd name="connsiteX12" fmla="*/ 32125 w 121796"/>
                <a:gd name="connsiteY12" fmla="*/ 116775 h 175513"/>
                <a:gd name="connsiteX13" fmla="*/ 63812 w 121796"/>
                <a:gd name="connsiteY13" fmla="*/ 137218 h 175513"/>
                <a:gd name="connsiteX14" fmla="*/ 63317 w 121796"/>
                <a:gd name="connsiteY14" fmla="*/ 142204 h 175513"/>
                <a:gd name="connsiteX15" fmla="*/ 62327 w 121796"/>
                <a:gd name="connsiteY15" fmla="*/ 149933 h 175513"/>
                <a:gd name="connsiteX16" fmla="*/ 88567 w 121796"/>
                <a:gd name="connsiteY16" fmla="*/ 175612 h 175513"/>
                <a:gd name="connsiteX17" fmla="*/ 120007 w 121796"/>
                <a:gd name="connsiteY17" fmla="*/ 137467 h 175513"/>
                <a:gd name="connsiteX18" fmla="*/ 116046 w 121796"/>
                <a:gd name="connsiteY18" fmla="*/ 134226 h 175513"/>
                <a:gd name="connsiteX19" fmla="*/ 111095 w 121796"/>
                <a:gd name="connsiteY19" fmla="*/ 140210 h 175513"/>
                <a:gd name="connsiteX20" fmla="*/ 89310 w 121796"/>
                <a:gd name="connsiteY20" fmla="*/ 168631 h 175513"/>
                <a:gd name="connsiteX21" fmla="*/ 80646 w 121796"/>
                <a:gd name="connsiteY21" fmla="*/ 155667 h 175513"/>
                <a:gd name="connsiteX22" fmla="*/ 82131 w 121796"/>
                <a:gd name="connsiteY22" fmla="*/ 144448 h 175513"/>
                <a:gd name="connsiteX23" fmla="*/ 83369 w 121796"/>
                <a:gd name="connsiteY23" fmla="*/ 136719 h 175513"/>
                <a:gd name="connsiteX24" fmla="*/ 43265 w 121796"/>
                <a:gd name="connsiteY24" fmla="*/ 110293 h 175513"/>
                <a:gd name="connsiteX25" fmla="*/ 63812 w 121796"/>
                <a:gd name="connsiteY25" fmla="*/ 93838 h 175513"/>
                <a:gd name="connsiteX26" fmla="*/ 102678 w 121796"/>
                <a:gd name="connsiteY26" fmla="*/ 70154 h 175513"/>
                <a:gd name="connsiteX27" fmla="*/ 110847 w 121796"/>
                <a:gd name="connsiteY27" fmla="*/ 73395 h 175513"/>
                <a:gd name="connsiteX28" fmla="*/ 97974 w 121796"/>
                <a:gd name="connsiteY28" fmla="*/ 87356 h 175513"/>
                <a:gd name="connsiteX29" fmla="*/ 107876 w 121796"/>
                <a:gd name="connsiteY29" fmla="*/ 96581 h 175513"/>
                <a:gd name="connsiteX30" fmla="*/ 121987 w 121796"/>
                <a:gd name="connsiteY30" fmla="*/ 80625 h 175513"/>
                <a:gd name="connsiteX31" fmla="*/ 102925 w 121796"/>
                <a:gd name="connsiteY31" fmla="*/ 63173 h 175513"/>
                <a:gd name="connsiteX32" fmla="*/ 63317 w 121796"/>
                <a:gd name="connsiteY32" fmla="*/ 85112 h 175513"/>
                <a:gd name="connsiteX33" fmla="*/ 34601 w 121796"/>
                <a:gd name="connsiteY33" fmla="*/ 107052 h 175513"/>
                <a:gd name="connsiteX34" fmla="*/ 59108 w 121796"/>
                <a:gd name="connsiteY34" fmla="*/ 7577 h 175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796" h="175513">
                  <a:moveTo>
                    <a:pt x="59108" y="7577"/>
                  </a:moveTo>
                  <a:cubicBezTo>
                    <a:pt x="59356" y="7079"/>
                    <a:pt x="60099" y="3838"/>
                    <a:pt x="60099" y="3588"/>
                  </a:cubicBezTo>
                  <a:cubicBezTo>
                    <a:pt x="60099" y="2342"/>
                    <a:pt x="59108" y="98"/>
                    <a:pt x="56138" y="98"/>
                  </a:cubicBezTo>
                  <a:cubicBezTo>
                    <a:pt x="51187" y="98"/>
                    <a:pt x="30640" y="2093"/>
                    <a:pt x="24451" y="2591"/>
                  </a:cubicBezTo>
                  <a:cubicBezTo>
                    <a:pt x="22470" y="2841"/>
                    <a:pt x="19005" y="3090"/>
                    <a:pt x="19005" y="8325"/>
                  </a:cubicBezTo>
                  <a:cubicBezTo>
                    <a:pt x="19005" y="11816"/>
                    <a:pt x="22470" y="11816"/>
                    <a:pt x="25441" y="11816"/>
                  </a:cubicBezTo>
                  <a:cubicBezTo>
                    <a:pt x="37324" y="11816"/>
                    <a:pt x="37324" y="13561"/>
                    <a:pt x="37324" y="15555"/>
                  </a:cubicBezTo>
                  <a:cubicBezTo>
                    <a:pt x="37324" y="17300"/>
                    <a:pt x="36829" y="18796"/>
                    <a:pt x="36333" y="21040"/>
                  </a:cubicBezTo>
                  <a:lnTo>
                    <a:pt x="1428" y="162149"/>
                  </a:lnTo>
                  <a:cubicBezTo>
                    <a:pt x="191" y="166637"/>
                    <a:pt x="191" y="167135"/>
                    <a:pt x="191" y="167634"/>
                  </a:cubicBezTo>
                  <a:cubicBezTo>
                    <a:pt x="191" y="171373"/>
                    <a:pt x="3161" y="175612"/>
                    <a:pt x="8607" y="175612"/>
                  </a:cubicBezTo>
                  <a:cubicBezTo>
                    <a:pt x="15291" y="175612"/>
                    <a:pt x="18510" y="170625"/>
                    <a:pt x="19995" y="165141"/>
                  </a:cubicBezTo>
                  <a:cubicBezTo>
                    <a:pt x="20490" y="164143"/>
                    <a:pt x="31135" y="120265"/>
                    <a:pt x="32125" y="116775"/>
                  </a:cubicBezTo>
                  <a:cubicBezTo>
                    <a:pt x="49701" y="118520"/>
                    <a:pt x="63812" y="124254"/>
                    <a:pt x="63812" y="137218"/>
                  </a:cubicBezTo>
                  <a:cubicBezTo>
                    <a:pt x="63812" y="138465"/>
                    <a:pt x="63812" y="139711"/>
                    <a:pt x="63317" y="142204"/>
                  </a:cubicBezTo>
                  <a:cubicBezTo>
                    <a:pt x="62327" y="145944"/>
                    <a:pt x="62327" y="147190"/>
                    <a:pt x="62327" y="149933"/>
                  </a:cubicBezTo>
                  <a:cubicBezTo>
                    <a:pt x="62327" y="167634"/>
                    <a:pt x="76685" y="175612"/>
                    <a:pt x="88567" y="175612"/>
                  </a:cubicBezTo>
                  <a:cubicBezTo>
                    <a:pt x="112580" y="175612"/>
                    <a:pt x="120007" y="137717"/>
                    <a:pt x="120007" y="137467"/>
                  </a:cubicBezTo>
                  <a:cubicBezTo>
                    <a:pt x="120007" y="134226"/>
                    <a:pt x="116788" y="134226"/>
                    <a:pt x="116046" y="134226"/>
                  </a:cubicBezTo>
                  <a:cubicBezTo>
                    <a:pt x="112580" y="134226"/>
                    <a:pt x="112332" y="135473"/>
                    <a:pt x="111095" y="140210"/>
                  </a:cubicBezTo>
                  <a:cubicBezTo>
                    <a:pt x="108124" y="150930"/>
                    <a:pt x="101440" y="168631"/>
                    <a:pt x="89310" y="168631"/>
                  </a:cubicBezTo>
                  <a:cubicBezTo>
                    <a:pt x="82626" y="168631"/>
                    <a:pt x="80646" y="162398"/>
                    <a:pt x="80646" y="155667"/>
                  </a:cubicBezTo>
                  <a:cubicBezTo>
                    <a:pt x="80646" y="151429"/>
                    <a:pt x="80646" y="150930"/>
                    <a:pt x="82131" y="144448"/>
                  </a:cubicBezTo>
                  <a:cubicBezTo>
                    <a:pt x="82378" y="143700"/>
                    <a:pt x="83369" y="139462"/>
                    <a:pt x="83369" y="136719"/>
                  </a:cubicBezTo>
                  <a:cubicBezTo>
                    <a:pt x="83369" y="114531"/>
                    <a:pt x="53662" y="111041"/>
                    <a:pt x="43265" y="110293"/>
                  </a:cubicBezTo>
                  <a:cubicBezTo>
                    <a:pt x="50444" y="105805"/>
                    <a:pt x="59604" y="97578"/>
                    <a:pt x="63812" y="93838"/>
                  </a:cubicBezTo>
                  <a:cubicBezTo>
                    <a:pt x="76437" y="81871"/>
                    <a:pt x="88815" y="70154"/>
                    <a:pt x="102678" y="70154"/>
                  </a:cubicBezTo>
                  <a:cubicBezTo>
                    <a:pt x="105648" y="70154"/>
                    <a:pt x="108867" y="70902"/>
                    <a:pt x="110847" y="73395"/>
                  </a:cubicBezTo>
                  <a:cubicBezTo>
                    <a:pt x="100202" y="75140"/>
                    <a:pt x="97974" y="83617"/>
                    <a:pt x="97974" y="87356"/>
                  </a:cubicBezTo>
                  <a:cubicBezTo>
                    <a:pt x="97974" y="92841"/>
                    <a:pt x="102183" y="96581"/>
                    <a:pt x="107876" y="96581"/>
                  </a:cubicBezTo>
                  <a:cubicBezTo>
                    <a:pt x="114560" y="96581"/>
                    <a:pt x="121987" y="91096"/>
                    <a:pt x="121987" y="80625"/>
                  </a:cubicBezTo>
                  <a:cubicBezTo>
                    <a:pt x="121987" y="72398"/>
                    <a:pt x="116046" y="63173"/>
                    <a:pt x="102925" y="63173"/>
                  </a:cubicBezTo>
                  <a:cubicBezTo>
                    <a:pt x="88815" y="63173"/>
                    <a:pt x="75942" y="73395"/>
                    <a:pt x="63317" y="85112"/>
                  </a:cubicBezTo>
                  <a:cubicBezTo>
                    <a:pt x="52920" y="95085"/>
                    <a:pt x="44750" y="102813"/>
                    <a:pt x="34601" y="107052"/>
                  </a:cubicBezTo>
                  <a:lnTo>
                    <a:pt x="59108" y="7577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AF94B958-F70C-A4F3-E231-C456C6D7E67A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9304080" y="8261795"/>
              <a:ext cx="470705" cy="498617"/>
            </a:xfrm>
            <a:custGeom>
              <a:avLst/>
              <a:gdLst>
                <a:gd name="connsiteX0" fmla="*/ 428100 w 470705"/>
                <a:gd name="connsiteY0" fmla="*/ 498719 h 498617"/>
                <a:gd name="connsiteX1" fmla="*/ 470891 w 470705"/>
                <a:gd name="connsiteY1" fmla="*/ 384749 h 498617"/>
                <a:gd name="connsiteX2" fmla="*/ 462050 w 470705"/>
                <a:gd name="connsiteY2" fmla="*/ 384749 h 498617"/>
                <a:gd name="connsiteX3" fmla="*/ 370101 w 470705"/>
                <a:gd name="connsiteY3" fmla="*/ 456693 h 498617"/>
                <a:gd name="connsiteX4" fmla="*/ 260117 w 470705"/>
                <a:gd name="connsiteY4" fmla="*/ 467734 h 498617"/>
                <a:gd name="connsiteX5" fmla="*/ 46867 w 470705"/>
                <a:gd name="connsiteY5" fmla="*/ 467734 h 498617"/>
                <a:gd name="connsiteX6" fmla="*/ 226874 w 470705"/>
                <a:gd name="connsiteY6" fmla="*/ 255109 h 498617"/>
                <a:gd name="connsiteX7" fmla="*/ 230057 w 470705"/>
                <a:gd name="connsiteY7" fmla="*/ 249410 h 498617"/>
                <a:gd name="connsiteX8" fmla="*/ 227581 w 470705"/>
                <a:gd name="connsiteY8" fmla="*/ 244068 h 498617"/>
                <a:gd name="connsiteX9" fmla="*/ 62781 w 470705"/>
                <a:gd name="connsiteY9" fmla="*/ 17197 h 498617"/>
                <a:gd name="connsiteX10" fmla="*/ 256580 w 470705"/>
                <a:gd name="connsiteY10" fmla="*/ 17197 h 498617"/>
                <a:gd name="connsiteX11" fmla="*/ 339334 w 470705"/>
                <a:gd name="connsiteY11" fmla="*/ 22895 h 498617"/>
                <a:gd name="connsiteX12" fmla="*/ 417137 w 470705"/>
                <a:gd name="connsiteY12" fmla="*/ 49607 h 498617"/>
                <a:gd name="connsiteX13" fmla="*/ 462050 w 470705"/>
                <a:gd name="connsiteY13" fmla="*/ 100181 h 498617"/>
                <a:gd name="connsiteX14" fmla="*/ 470891 w 470705"/>
                <a:gd name="connsiteY14" fmla="*/ 100181 h 498617"/>
                <a:gd name="connsiteX15" fmla="*/ 428100 w 470705"/>
                <a:gd name="connsiteY15" fmla="*/ 101 h 498617"/>
                <a:gd name="connsiteX16" fmla="*/ 10088 w 470705"/>
                <a:gd name="connsiteY16" fmla="*/ 101 h 498617"/>
                <a:gd name="connsiteX17" fmla="*/ 539 w 470705"/>
                <a:gd name="connsiteY17" fmla="*/ 2594 h 498617"/>
                <a:gd name="connsiteX18" fmla="*/ 186 w 470705"/>
                <a:gd name="connsiteY18" fmla="*/ 14347 h 498617"/>
                <a:gd name="connsiteX19" fmla="*/ 187265 w 470705"/>
                <a:gd name="connsiteY19" fmla="*/ 272204 h 498617"/>
                <a:gd name="connsiteX20" fmla="*/ 4076 w 470705"/>
                <a:gd name="connsiteY20" fmla="*/ 488391 h 498617"/>
                <a:gd name="connsiteX21" fmla="*/ 539 w 470705"/>
                <a:gd name="connsiteY21" fmla="*/ 494801 h 498617"/>
                <a:gd name="connsiteX22" fmla="*/ 10088 w 470705"/>
                <a:gd name="connsiteY22" fmla="*/ 498719 h 498617"/>
                <a:gd name="connsiteX23" fmla="*/ 428100 w 470705"/>
                <a:gd name="connsiteY23" fmla="*/ 498719 h 49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70705" h="498617">
                  <a:moveTo>
                    <a:pt x="428100" y="498719"/>
                  </a:moveTo>
                  <a:lnTo>
                    <a:pt x="470891" y="384749"/>
                  </a:lnTo>
                  <a:lnTo>
                    <a:pt x="462050" y="384749"/>
                  </a:lnTo>
                  <a:cubicBezTo>
                    <a:pt x="448258" y="421789"/>
                    <a:pt x="410771" y="446008"/>
                    <a:pt x="370101" y="456693"/>
                  </a:cubicBezTo>
                  <a:cubicBezTo>
                    <a:pt x="362675" y="458473"/>
                    <a:pt x="328017" y="467734"/>
                    <a:pt x="260117" y="467734"/>
                  </a:cubicBezTo>
                  <a:lnTo>
                    <a:pt x="46867" y="467734"/>
                  </a:lnTo>
                  <a:lnTo>
                    <a:pt x="226874" y="255109"/>
                  </a:lnTo>
                  <a:cubicBezTo>
                    <a:pt x="229350" y="252259"/>
                    <a:pt x="230057" y="251191"/>
                    <a:pt x="230057" y="249410"/>
                  </a:cubicBezTo>
                  <a:cubicBezTo>
                    <a:pt x="230057" y="248698"/>
                    <a:pt x="230057" y="247629"/>
                    <a:pt x="227581" y="244068"/>
                  </a:cubicBezTo>
                  <a:lnTo>
                    <a:pt x="62781" y="17197"/>
                  </a:lnTo>
                  <a:lnTo>
                    <a:pt x="256580" y="17197"/>
                  </a:lnTo>
                  <a:cubicBezTo>
                    <a:pt x="303969" y="17197"/>
                    <a:pt x="336151" y="22183"/>
                    <a:pt x="339334" y="22895"/>
                  </a:cubicBezTo>
                  <a:cubicBezTo>
                    <a:pt x="358431" y="25744"/>
                    <a:pt x="389198" y="31799"/>
                    <a:pt x="417137" y="49607"/>
                  </a:cubicBezTo>
                  <a:cubicBezTo>
                    <a:pt x="425978" y="55305"/>
                    <a:pt x="450026" y="71332"/>
                    <a:pt x="462050" y="100181"/>
                  </a:cubicBezTo>
                  <a:lnTo>
                    <a:pt x="470891" y="100181"/>
                  </a:lnTo>
                  <a:lnTo>
                    <a:pt x="428100" y="101"/>
                  </a:lnTo>
                  <a:lnTo>
                    <a:pt x="10088" y="101"/>
                  </a:lnTo>
                  <a:cubicBezTo>
                    <a:pt x="1954" y="101"/>
                    <a:pt x="1600" y="457"/>
                    <a:pt x="539" y="2594"/>
                  </a:cubicBezTo>
                  <a:cubicBezTo>
                    <a:pt x="186" y="3663"/>
                    <a:pt x="186" y="10430"/>
                    <a:pt x="186" y="14347"/>
                  </a:cubicBezTo>
                  <a:lnTo>
                    <a:pt x="187265" y="272204"/>
                  </a:lnTo>
                  <a:lnTo>
                    <a:pt x="4076" y="488391"/>
                  </a:lnTo>
                  <a:cubicBezTo>
                    <a:pt x="539" y="492664"/>
                    <a:pt x="539" y="494445"/>
                    <a:pt x="539" y="494801"/>
                  </a:cubicBezTo>
                  <a:cubicBezTo>
                    <a:pt x="539" y="498719"/>
                    <a:pt x="3722" y="498719"/>
                    <a:pt x="10088" y="498719"/>
                  </a:cubicBezTo>
                  <a:lnTo>
                    <a:pt x="428100" y="498719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986865B1-4821-041F-DE63-5379615519BD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9322260" y="8855069"/>
              <a:ext cx="75008" cy="167784"/>
            </a:xfrm>
            <a:custGeom>
              <a:avLst/>
              <a:gdLst>
                <a:gd name="connsiteX0" fmla="*/ 68759 w 75008"/>
                <a:gd name="connsiteY0" fmla="*/ 9596 h 167784"/>
                <a:gd name="connsiteX1" fmla="*/ 58857 w 75008"/>
                <a:gd name="connsiteY1" fmla="*/ 122 h 167784"/>
                <a:gd name="connsiteX2" fmla="*/ 44994 w 75008"/>
                <a:gd name="connsiteY2" fmla="*/ 13834 h 167784"/>
                <a:gd name="connsiteX3" fmla="*/ 54896 w 75008"/>
                <a:gd name="connsiteY3" fmla="*/ 23308 h 167784"/>
                <a:gd name="connsiteX4" fmla="*/ 68759 w 75008"/>
                <a:gd name="connsiteY4" fmla="*/ 9596 h 167784"/>
                <a:gd name="connsiteX5" fmla="*/ 18258 w 75008"/>
                <a:gd name="connsiteY5" fmla="*/ 136245 h 167784"/>
                <a:gd name="connsiteX6" fmla="*/ 16030 w 75008"/>
                <a:gd name="connsiteY6" fmla="*/ 146716 h 167784"/>
                <a:gd name="connsiteX7" fmla="*/ 39547 w 75008"/>
                <a:gd name="connsiteY7" fmla="*/ 167907 h 167784"/>
                <a:gd name="connsiteX8" fmla="*/ 75195 w 75008"/>
                <a:gd name="connsiteY8" fmla="*/ 129763 h 167784"/>
                <a:gd name="connsiteX9" fmla="*/ 71234 w 75008"/>
                <a:gd name="connsiteY9" fmla="*/ 126522 h 167784"/>
                <a:gd name="connsiteX10" fmla="*/ 66531 w 75008"/>
                <a:gd name="connsiteY10" fmla="*/ 130760 h 167784"/>
                <a:gd name="connsiteX11" fmla="*/ 40290 w 75008"/>
                <a:gd name="connsiteY11" fmla="*/ 160927 h 167784"/>
                <a:gd name="connsiteX12" fmla="*/ 34101 w 75008"/>
                <a:gd name="connsiteY12" fmla="*/ 152201 h 167784"/>
                <a:gd name="connsiteX13" fmla="*/ 38062 w 75008"/>
                <a:gd name="connsiteY13" fmla="*/ 136245 h 167784"/>
                <a:gd name="connsiteX14" fmla="*/ 45984 w 75008"/>
                <a:gd name="connsiteY14" fmla="*/ 116300 h 167784"/>
                <a:gd name="connsiteX15" fmla="*/ 58114 w 75008"/>
                <a:gd name="connsiteY15" fmla="*/ 84638 h 167784"/>
                <a:gd name="connsiteX16" fmla="*/ 59599 w 75008"/>
                <a:gd name="connsiteY16" fmla="*/ 76660 h 167784"/>
                <a:gd name="connsiteX17" fmla="*/ 36082 w 75008"/>
                <a:gd name="connsiteY17" fmla="*/ 55469 h 167784"/>
                <a:gd name="connsiteX18" fmla="*/ 186 w 75008"/>
                <a:gd name="connsiteY18" fmla="*/ 93613 h 167784"/>
                <a:gd name="connsiteX19" fmla="*/ 4395 w 75008"/>
                <a:gd name="connsiteY19" fmla="*/ 96854 h 167784"/>
                <a:gd name="connsiteX20" fmla="*/ 8851 w 75008"/>
                <a:gd name="connsiteY20" fmla="*/ 92865 h 167784"/>
                <a:gd name="connsiteX21" fmla="*/ 35339 w 75008"/>
                <a:gd name="connsiteY21" fmla="*/ 62450 h 167784"/>
                <a:gd name="connsiteX22" fmla="*/ 41528 w 75008"/>
                <a:gd name="connsiteY22" fmla="*/ 71175 h 167784"/>
                <a:gd name="connsiteX23" fmla="*/ 33854 w 75008"/>
                <a:gd name="connsiteY23" fmla="*/ 96106 h 167784"/>
                <a:gd name="connsiteX24" fmla="*/ 18258 w 75008"/>
                <a:gd name="connsiteY24" fmla="*/ 136245 h 167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008" h="167784">
                  <a:moveTo>
                    <a:pt x="68759" y="9596"/>
                  </a:moveTo>
                  <a:cubicBezTo>
                    <a:pt x="68759" y="5607"/>
                    <a:pt x="65788" y="122"/>
                    <a:pt x="58857" y="122"/>
                  </a:cubicBezTo>
                  <a:cubicBezTo>
                    <a:pt x="52173" y="122"/>
                    <a:pt x="44994" y="6604"/>
                    <a:pt x="44994" y="13834"/>
                  </a:cubicBezTo>
                  <a:cubicBezTo>
                    <a:pt x="44994" y="18073"/>
                    <a:pt x="48212" y="23308"/>
                    <a:pt x="54896" y="23308"/>
                  </a:cubicBezTo>
                  <a:cubicBezTo>
                    <a:pt x="62075" y="23308"/>
                    <a:pt x="68759" y="16327"/>
                    <a:pt x="68759" y="9596"/>
                  </a:cubicBezTo>
                  <a:close/>
                  <a:moveTo>
                    <a:pt x="18258" y="136245"/>
                  </a:moveTo>
                  <a:cubicBezTo>
                    <a:pt x="17268" y="139486"/>
                    <a:pt x="16030" y="142478"/>
                    <a:pt x="16030" y="146716"/>
                  </a:cubicBezTo>
                  <a:cubicBezTo>
                    <a:pt x="16030" y="158433"/>
                    <a:pt x="25932" y="167907"/>
                    <a:pt x="39547" y="167907"/>
                  </a:cubicBezTo>
                  <a:cubicBezTo>
                    <a:pt x="64303" y="167907"/>
                    <a:pt x="75195" y="133503"/>
                    <a:pt x="75195" y="129763"/>
                  </a:cubicBezTo>
                  <a:cubicBezTo>
                    <a:pt x="75195" y="126522"/>
                    <a:pt x="71977" y="126522"/>
                    <a:pt x="71234" y="126522"/>
                  </a:cubicBezTo>
                  <a:cubicBezTo>
                    <a:pt x="67769" y="126522"/>
                    <a:pt x="67521" y="128018"/>
                    <a:pt x="66531" y="130760"/>
                  </a:cubicBezTo>
                  <a:cubicBezTo>
                    <a:pt x="60837" y="150705"/>
                    <a:pt x="49945" y="160927"/>
                    <a:pt x="40290" y="160927"/>
                  </a:cubicBezTo>
                  <a:cubicBezTo>
                    <a:pt x="35339" y="160927"/>
                    <a:pt x="34101" y="157686"/>
                    <a:pt x="34101" y="152201"/>
                  </a:cubicBezTo>
                  <a:cubicBezTo>
                    <a:pt x="34101" y="146467"/>
                    <a:pt x="35834" y="141730"/>
                    <a:pt x="38062" y="136245"/>
                  </a:cubicBezTo>
                  <a:cubicBezTo>
                    <a:pt x="40538" y="129514"/>
                    <a:pt x="43261" y="122782"/>
                    <a:pt x="45984" y="116300"/>
                  </a:cubicBezTo>
                  <a:cubicBezTo>
                    <a:pt x="48212" y="110317"/>
                    <a:pt x="57124" y="87630"/>
                    <a:pt x="58114" y="84638"/>
                  </a:cubicBezTo>
                  <a:cubicBezTo>
                    <a:pt x="58857" y="82145"/>
                    <a:pt x="59599" y="79153"/>
                    <a:pt x="59599" y="76660"/>
                  </a:cubicBezTo>
                  <a:cubicBezTo>
                    <a:pt x="59599" y="64943"/>
                    <a:pt x="49697" y="55469"/>
                    <a:pt x="36082" y="55469"/>
                  </a:cubicBezTo>
                  <a:cubicBezTo>
                    <a:pt x="11574" y="55469"/>
                    <a:pt x="186" y="89375"/>
                    <a:pt x="186" y="93613"/>
                  </a:cubicBezTo>
                  <a:cubicBezTo>
                    <a:pt x="186" y="96854"/>
                    <a:pt x="3652" y="96854"/>
                    <a:pt x="4395" y="96854"/>
                  </a:cubicBezTo>
                  <a:cubicBezTo>
                    <a:pt x="7861" y="96854"/>
                    <a:pt x="8108" y="95608"/>
                    <a:pt x="8851" y="92865"/>
                  </a:cubicBezTo>
                  <a:cubicBezTo>
                    <a:pt x="15287" y="71425"/>
                    <a:pt x="26180" y="62450"/>
                    <a:pt x="35339" y="62450"/>
                  </a:cubicBezTo>
                  <a:cubicBezTo>
                    <a:pt x="39300" y="62450"/>
                    <a:pt x="41528" y="64444"/>
                    <a:pt x="41528" y="71175"/>
                  </a:cubicBezTo>
                  <a:cubicBezTo>
                    <a:pt x="41528" y="76909"/>
                    <a:pt x="40043" y="80649"/>
                    <a:pt x="33854" y="96106"/>
                  </a:cubicBezTo>
                  <a:lnTo>
                    <a:pt x="18258" y="136245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7690441-B706-4C5D-46FA-0CE132E0B834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9428011" y="8924377"/>
              <a:ext cx="182199" cy="67064"/>
            </a:xfrm>
            <a:custGeom>
              <a:avLst/>
              <a:gdLst>
                <a:gd name="connsiteX0" fmla="*/ 172982 w 182199"/>
                <a:gd name="connsiteY0" fmla="*/ 12338 h 67064"/>
                <a:gd name="connsiteX1" fmla="*/ 182389 w 182199"/>
                <a:gd name="connsiteY1" fmla="*/ 6106 h 67064"/>
                <a:gd name="connsiteX2" fmla="*/ 173229 w 182199"/>
                <a:gd name="connsiteY2" fmla="*/ 122 h 67064"/>
                <a:gd name="connsiteX3" fmla="*/ 9349 w 182199"/>
                <a:gd name="connsiteY3" fmla="*/ 122 h 67064"/>
                <a:gd name="connsiteX4" fmla="*/ 189 w 182199"/>
                <a:gd name="connsiteY4" fmla="*/ 6106 h 67064"/>
                <a:gd name="connsiteX5" fmla="*/ 9596 w 182199"/>
                <a:gd name="connsiteY5" fmla="*/ 12338 h 67064"/>
                <a:gd name="connsiteX6" fmla="*/ 172982 w 182199"/>
                <a:gd name="connsiteY6" fmla="*/ 12338 h 67064"/>
                <a:gd name="connsiteX7" fmla="*/ 173229 w 182199"/>
                <a:gd name="connsiteY7" fmla="*/ 67186 h 67064"/>
                <a:gd name="connsiteX8" fmla="*/ 182389 w 182199"/>
                <a:gd name="connsiteY8" fmla="*/ 61203 h 67064"/>
                <a:gd name="connsiteX9" fmla="*/ 172982 w 182199"/>
                <a:gd name="connsiteY9" fmla="*/ 54970 h 67064"/>
                <a:gd name="connsiteX10" fmla="*/ 9596 w 182199"/>
                <a:gd name="connsiteY10" fmla="*/ 54970 h 67064"/>
                <a:gd name="connsiteX11" fmla="*/ 189 w 182199"/>
                <a:gd name="connsiteY11" fmla="*/ 61203 h 67064"/>
                <a:gd name="connsiteX12" fmla="*/ 9349 w 182199"/>
                <a:gd name="connsiteY12" fmla="*/ 67186 h 67064"/>
                <a:gd name="connsiteX13" fmla="*/ 173229 w 182199"/>
                <a:gd name="connsiteY13" fmla="*/ 67186 h 67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2199" h="67064">
                  <a:moveTo>
                    <a:pt x="172982" y="12338"/>
                  </a:moveTo>
                  <a:cubicBezTo>
                    <a:pt x="176695" y="12338"/>
                    <a:pt x="182389" y="12338"/>
                    <a:pt x="182389" y="6106"/>
                  </a:cubicBezTo>
                  <a:cubicBezTo>
                    <a:pt x="182389" y="122"/>
                    <a:pt x="176447" y="122"/>
                    <a:pt x="173229" y="122"/>
                  </a:cubicBezTo>
                  <a:lnTo>
                    <a:pt x="9349" y="122"/>
                  </a:lnTo>
                  <a:cubicBezTo>
                    <a:pt x="6131" y="122"/>
                    <a:pt x="189" y="122"/>
                    <a:pt x="189" y="6106"/>
                  </a:cubicBezTo>
                  <a:cubicBezTo>
                    <a:pt x="189" y="12338"/>
                    <a:pt x="5883" y="12338"/>
                    <a:pt x="9596" y="12338"/>
                  </a:cubicBezTo>
                  <a:lnTo>
                    <a:pt x="172982" y="12338"/>
                  </a:lnTo>
                  <a:close/>
                  <a:moveTo>
                    <a:pt x="173229" y="67186"/>
                  </a:moveTo>
                  <a:cubicBezTo>
                    <a:pt x="176447" y="67186"/>
                    <a:pt x="182389" y="67186"/>
                    <a:pt x="182389" y="61203"/>
                  </a:cubicBezTo>
                  <a:cubicBezTo>
                    <a:pt x="182389" y="54970"/>
                    <a:pt x="176695" y="54970"/>
                    <a:pt x="172982" y="54970"/>
                  </a:cubicBezTo>
                  <a:lnTo>
                    <a:pt x="9596" y="54970"/>
                  </a:lnTo>
                  <a:cubicBezTo>
                    <a:pt x="5883" y="54970"/>
                    <a:pt x="189" y="54970"/>
                    <a:pt x="189" y="61203"/>
                  </a:cubicBezTo>
                  <a:cubicBezTo>
                    <a:pt x="189" y="67186"/>
                    <a:pt x="6131" y="67186"/>
                    <a:pt x="9349" y="67186"/>
                  </a:cubicBezTo>
                  <a:lnTo>
                    <a:pt x="173229" y="67186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D6C36F97-42FE-50A7-4CDC-41533E1B8B1B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9654767" y="8854819"/>
              <a:ext cx="90109" cy="165541"/>
            </a:xfrm>
            <a:custGeom>
              <a:avLst/>
              <a:gdLst>
                <a:gd name="connsiteX0" fmla="*/ 56142 w 90109"/>
                <a:gd name="connsiteY0" fmla="*/ 7103 h 165541"/>
                <a:gd name="connsiteX1" fmla="*/ 48716 w 90109"/>
                <a:gd name="connsiteY1" fmla="*/ 122 h 165541"/>
                <a:gd name="connsiteX2" fmla="*/ 195 w 90109"/>
                <a:gd name="connsiteY2" fmla="*/ 16078 h 165541"/>
                <a:gd name="connsiteX3" fmla="*/ 195 w 90109"/>
                <a:gd name="connsiteY3" fmla="*/ 25053 h 165541"/>
                <a:gd name="connsiteX4" fmla="*/ 36091 w 90109"/>
                <a:gd name="connsiteY4" fmla="*/ 18073 h 165541"/>
                <a:gd name="connsiteX5" fmla="*/ 36091 w 90109"/>
                <a:gd name="connsiteY5" fmla="*/ 145220 h 165541"/>
                <a:gd name="connsiteX6" fmla="*/ 11335 w 90109"/>
                <a:gd name="connsiteY6" fmla="*/ 156688 h 165541"/>
                <a:gd name="connsiteX7" fmla="*/ 1928 w 90109"/>
                <a:gd name="connsiteY7" fmla="*/ 156688 h 165541"/>
                <a:gd name="connsiteX8" fmla="*/ 1928 w 90109"/>
                <a:gd name="connsiteY8" fmla="*/ 165663 h 165541"/>
                <a:gd name="connsiteX9" fmla="*/ 45993 w 90109"/>
                <a:gd name="connsiteY9" fmla="*/ 164666 h 165541"/>
                <a:gd name="connsiteX10" fmla="*/ 90305 w 90109"/>
                <a:gd name="connsiteY10" fmla="*/ 165663 h 165541"/>
                <a:gd name="connsiteX11" fmla="*/ 90305 w 90109"/>
                <a:gd name="connsiteY11" fmla="*/ 156688 h 165541"/>
                <a:gd name="connsiteX12" fmla="*/ 80898 w 90109"/>
                <a:gd name="connsiteY12" fmla="*/ 156688 h 165541"/>
                <a:gd name="connsiteX13" fmla="*/ 56142 w 90109"/>
                <a:gd name="connsiteY13" fmla="*/ 145220 h 165541"/>
                <a:gd name="connsiteX14" fmla="*/ 56142 w 90109"/>
                <a:gd name="connsiteY14" fmla="*/ 7103 h 165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109" h="165541">
                  <a:moveTo>
                    <a:pt x="56142" y="7103"/>
                  </a:moveTo>
                  <a:cubicBezTo>
                    <a:pt x="56142" y="372"/>
                    <a:pt x="55647" y="122"/>
                    <a:pt x="48716" y="122"/>
                  </a:cubicBezTo>
                  <a:cubicBezTo>
                    <a:pt x="32872" y="15829"/>
                    <a:pt x="10345" y="16078"/>
                    <a:pt x="195" y="16078"/>
                  </a:cubicBezTo>
                  <a:lnTo>
                    <a:pt x="195" y="25053"/>
                  </a:lnTo>
                  <a:cubicBezTo>
                    <a:pt x="6137" y="25053"/>
                    <a:pt x="22475" y="25053"/>
                    <a:pt x="36091" y="18073"/>
                  </a:cubicBezTo>
                  <a:lnTo>
                    <a:pt x="36091" y="145220"/>
                  </a:lnTo>
                  <a:cubicBezTo>
                    <a:pt x="36091" y="153447"/>
                    <a:pt x="36091" y="156688"/>
                    <a:pt x="11335" y="156688"/>
                  </a:cubicBezTo>
                  <a:lnTo>
                    <a:pt x="1928" y="156688"/>
                  </a:lnTo>
                  <a:lnTo>
                    <a:pt x="1928" y="165663"/>
                  </a:lnTo>
                  <a:cubicBezTo>
                    <a:pt x="6384" y="165414"/>
                    <a:pt x="36833" y="164666"/>
                    <a:pt x="45993" y="164666"/>
                  </a:cubicBezTo>
                  <a:cubicBezTo>
                    <a:pt x="53667" y="164666"/>
                    <a:pt x="84859" y="165414"/>
                    <a:pt x="90305" y="165663"/>
                  </a:cubicBezTo>
                  <a:lnTo>
                    <a:pt x="90305" y="156688"/>
                  </a:lnTo>
                  <a:lnTo>
                    <a:pt x="80898" y="156688"/>
                  </a:lnTo>
                  <a:cubicBezTo>
                    <a:pt x="56142" y="156688"/>
                    <a:pt x="56142" y="153447"/>
                    <a:pt x="56142" y="145220"/>
                  </a:cubicBezTo>
                  <a:lnTo>
                    <a:pt x="56142" y="7103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E4F94563-B204-BAA3-1572-0C7714218A79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9868540" y="8442724"/>
              <a:ext cx="198396" cy="161338"/>
            </a:xfrm>
            <a:custGeom>
              <a:avLst/>
              <a:gdLst>
                <a:gd name="connsiteX0" fmla="*/ 154392 w 198396"/>
                <a:gd name="connsiteY0" fmla="*/ 73479 h 161338"/>
                <a:gd name="connsiteX1" fmla="*/ 95333 w 198396"/>
                <a:gd name="connsiteY1" fmla="*/ 111 h 161338"/>
                <a:gd name="connsiteX2" fmla="*/ 202 w 198396"/>
                <a:gd name="connsiteY2" fmla="*/ 101259 h 161338"/>
                <a:gd name="connsiteX3" fmla="*/ 57493 w 198396"/>
                <a:gd name="connsiteY3" fmla="*/ 161449 h 161338"/>
                <a:gd name="connsiteX4" fmla="*/ 132112 w 198396"/>
                <a:gd name="connsiteY4" fmla="*/ 131532 h 161338"/>
                <a:gd name="connsiteX5" fmla="*/ 164294 w 198396"/>
                <a:gd name="connsiteY5" fmla="*/ 161449 h 161338"/>
                <a:gd name="connsiteX6" fmla="*/ 194001 w 198396"/>
                <a:gd name="connsiteY6" fmla="*/ 136162 h 161338"/>
                <a:gd name="connsiteX7" fmla="*/ 189757 w 198396"/>
                <a:gd name="connsiteY7" fmla="*/ 132600 h 161338"/>
                <a:gd name="connsiteX8" fmla="*/ 185160 w 198396"/>
                <a:gd name="connsiteY8" fmla="*/ 136162 h 161338"/>
                <a:gd name="connsiteX9" fmla="*/ 165355 w 198396"/>
                <a:gd name="connsiteY9" fmla="*/ 153614 h 161338"/>
                <a:gd name="connsiteX10" fmla="*/ 154392 w 198396"/>
                <a:gd name="connsiteY10" fmla="*/ 117286 h 161338"/>
                <a:gd name="connsiteX11" fmla="*/ 157929 w 198396"/>
                <a:gd name="connsiteY11" fmla="*/ 104820 h 161338"/>
                <a:gd name="connsiteX12" fmla="*/ 198598 w 198396"/>
                <a:gd name="connsiteY12" fmla="*/ 21124 h 161338"/>
                <a:gd name="connsiteX13" fmla="*/ 194354 w 198396"/>
                <a:gd name="connsiteY13" fmla="*/ 17562 h 161338"/>
                <a:gd name="connsiteX14" fmla="*/ 189050 w 198396"/>
                <a:gd name="connsiteY14" fmla="*/ 25041 h 161338"/>
                <a:gd name="connsiteX15" fmla="*/ 154392 w 198396"/>
                <a:gd name="connsiteY15" fmla="*/ 95560 h 161338"/>
                <a:gd name="connsiteX16" fmla="*/ 154392 w 198396"/>
                <a:gd name="connsiteY16" fmla="*/ 73479 h 161338"/>
                <a:gd name="connsiteX17" fmla="*/ 130698 w 198396"/>
                <a:gd name="connsiteY17" fmla="*/ 122272 h 161338"/>
                <a:gd name="connsiteX18" fmla="*/ 58200 w 198396"/>
                <a:gd name="connsiteY18" fmla="*/ 153614 h 161338"/>
                <a:gd name="connsiteX19" fmla="*/ 26372 w 198396"/>
                <a:gd name="connsiteY19" fmla="*/ 114793 h 161338"/>
                <a:gd name="connsiteX20" fmla="*/ 46883 w 198396"/>
                <a:gd name="connsiteY20" fmla="*/ 40712 h 161338"/>
                <a:gd name="connsiteX21" fmla="*/ 94979 w 198396"/>
                <a:gd name="connsiteY21" fmla="*/ 7946 h 161338"/>
                <a:gd name="connsiteX22" fmla="*/ 129991 w 198396"/>
                <a:gd name="connsiteY22" fmla="*/ 82383 h 161338"/>
                <a:gd name="connsiteX23" fmla="*/ 130698 w 198396"/>
                <a:gd name="connsiteY23" fmla="*/ 122272 h 161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8396" h="161338">
                  <a:moveTo>
                    <a:pt x="154392" y="73479"/>
                  </a:moveTo>
                  <a:cubicBezTo>
                    <a:pt x="154392" y="17562"/>
                    <a:pt x="121503" y="111"/>
                    <a:pt x="95333" y="111"/>
                  </a:cubicBezTo>
                  <a:cubicBezTo>
                    <a:pt x="46883" y="111"/>
                    <a:pt x="202" y="51041"/>
                    <a:pt x="202" y="101259"/>
                  </a:cubicBezTo>
                  <a:cubicBezTo>
                    <a:pt x="202" y="134381"/>
                    <a:pt x="21421" y="161449"/>
                    <a:pt x="57493" y="161449"/>
                  </a:cubicBezTo>
                  <a:cubicBezTo>
                    <a:pt x="79773" y="161449"/>
                    <a:pt x="105235" y="153258"/>
                    <a:pt x="132112" y="131532"/>
                  </a:cubicBezTo>
                  <a:cubicBezTo>
                    <a:pt x="136710" y="150408"/>
                    <a:pt x="148380" y="161449"/>
                    <a:pt x="164294" y="161449"/>
                  </a:cubicBezTo>
                  <a:cubicBezTo>
                    <a:pt x="183038" y="161449"/>
                    <a:pt x="194001" y="141861"/>
                    <a:pt x="194001" y="136162"/>
                  </a:cubicBezTo>
                  <a:cubicBezTo>
                    <a:pt x="194001" y="133669"/>
                    <a:pt x="191879" y="132600"/>
                    <a:pt x="189757" y="132600"/>
                  </a:cubicBezTo>
                  <a:cubicBezTo>
                    <a:pt x="187281" y="132600"/>
                    <a:pt x="186221" y="133669"/>
                    <a:pt x="185160" y="136162"/>
                  </a:cubicBezTo>
                  <a:cubicBezTo>
                    <a:pt x="178794" y="153614"/>
                    <a:pt x="166063" y="153614"/>
                    <a:pt x="165355" y="153614"/>
                  </a:cubicBezTo>
                  <a:cubicBezTo>
                    <a:pt x="154392" y="153614"/>
                    <a:pt x="154392" y="125834"/>
                    <a:pt x="154392" y="117286"/>
                  </a:cubicBezTo>
                  <a:cubicBezTo>
                    <a:pt x="154392" y="109807"/>
                    <a:pt x="154392" y="109094"/>
                    <a:pt x="157929" y="104820"/>
                  </a:cubicBezTo>
                  <a:cubicBezTo>
                    <a:pt x="191172" y="62794"/>
                    <a:pt x="198598" y="21480"/>
                    <a:pt x="198598" y="21124"/>
                  </a:cubicBezTo>
                  <a:cubicBezTo>
                    <a:pt x="198598" y="20411"/>
                    <a:pt x="198245" y="17562"/>
                    <a:pt x="194354" y="17562"/>
                  </a:cubicBezTo>
                  <a:cubicBezTo>
                    <a:pt x="190818" y="17562"/>
                    <a:pt x="190818" y="18631"/>
                    <a:pt x="189050" y="25041"/>
                  </a:cubicBezTo>
                  <a:cubicBezTo>
                    <a:pt x="182684" y="47479"/>
                    <a:pt x="171014" y="74547"/>
                    <a:pt x="154392" y="95560"/>
                  </a:cubicBezTo>
                  <a:lnTo>
                    <a:pt x="154392" y="73479"/>
                  </a:lnTo>
                  <a:close/>
                  <a:moveTo>
                    <a:pt x="130698" y="122272"/>
                  </a:moveTo>
                  <a:cubicBezTo>
                    <a:pt x="99577" y="149696"/>
                    <a:pt x="72346" y="153614"/>
                    <a:pt x="58200" y="153614"/>
                  </a:cubicBezTo>
                  <a:cubicBezTo>
                    <a:pt x="36981" y="153614"/>
                    <a:pt x="26372" y="137587"/>
                    <a:pt x="26372" y="114793"/>
                  </a:cubicBezTo>
                  <a:cubicBezTo>
                    <a:pt x="26372" y="97341"/>
                    <a:pt x="35567" y="58876"/>
                    <a:pt x="46883" y="40712"/>
                  </a:cubicBezTo>
                  <a:cubicBezTo>
                    <a:pt x="63505" y="14713"/>
                    <a:pt x="82602" y="7946"/>
                    <a:pt x="94979" y="7946"/>
                  </a:cubicBezTo>
                  <a:cubicBezTo>
                    <a:pt x="129991" y="7946"/>
                    <a:pt x="129991" y="54602"/>
                    <a:pt x="129991" y="82383"/>
                  </a:cubicBezTo>
                  <a:cubicBezTo>
                    <a:pt x="129991" y="95560"/>
                    <a:pt x="129991" y="116217"/>
                    <a:pt x="130698" y="122272"/>
                  </a:cubicBez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35F2B01E-3BDC-D367-6C8A-93CE00A1764C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0091905" y="8488276"/>
              <a:ext cx="75008" cy="167784"/>
            </a:xfrm>
            <a:custGeom>
              <a:avLst/>
              <a:gdLst>
                <a:gd name="connsiteX0" fmla="*/ 68780 w 75008"/>
                <a:gd name="connsiteY0" fmla="*/ 9586 h 167784"/>
                <a:gd name="connsiteX1" fmla="*/ 58878 w 75008"/>
                <a:gd name="connsiteY1" fmla="*/ 112 h 167784"/>
                <a:gd name="connsiteX2" fmla="*/ 45015 w 75008"/>
                <a:gd name="connsiteY2" fmla="*/ 13824 h 167784"/>
                <a:gd name="connsiteX3" fmla="*/ 54917 w 75008"/>
                <a:gd name="connsiteY3" fmla="*/ 23298 h 167784"/>
                <a:gd name="connsiteX4" fmla="*/ 68780 w 75008"/>
                <a:gd name="connsiteY4" fmla="*/ 9586 h 167784"/>
                <a:gd name="connsiteX5" fmla="*/ 18280 w 75008"/>
                <a:gd name="connsiteY5" fmla="*/ 136235 h 167784"/>
                <a:gd name="connsiteX6" fmla="*/ 16052 w 75008"/>
                <a:gd name="connsiteY6" fmla="*/ 146706 h 167784"/>
                <a:gd name="connsiteX7" fmla="*/ 39569 w 75008"/>
                <a:gd name="connsiteY7" fmla="*/ 167897 h 167784"/>
                <a:gd name="connsiteX8" fmla="*/ 75217 w 75008"/>
                <a:gd name="connsiteY8" fmla="*/ 129753 h 167784"/>
                <a:gd name="connsiteX9" fmla="*/ 71256 w 75008"/>
                <a:gd name="connsiteY9" fmla="*/ 126512 h 167784"/>
                <a:gd name="connsiteX10" fmla="*/ 66552 w 75008"/>
                <a:gd name="connsiteY10" fmla="*/ 130750 h 167784"/>
                <a:gd name="connsiteX11" fmla="*/ 40312 w 75008"/>
                <a:gd name="connsiteY11" fmla="*/ 160916 h 167784"/>
                <a:gd name="connsiteX12" fmla="*/ 34123 w 75008"/>
                <a:gd name="connsiteY12" fmla="*/ 152191 h 167784"/>
                <a:gd name="connsiteX13" fmla="*/ 38084 w 75008"/>
                <a:gd name="connsiteY13" fmla="*/ 136235 h 167784"/>
                <a:gd name="connsiteX14" fmla="*/ 46006 w 75008"/>
                <a:gd name="connsiteY14" fmla="*/ 116290 h 167784"/>
                <a:gd name="connsiteX15" fmla="*/ 58136 w 75008"/>
                <a:gd name="connsiteY15" fmla="*/ 84628 h 167784"/>
                <a:gd name="connsiteX16" fmla="*/ 59621 w 75008"/>
                <a:gd name="connsiteY16" fmla="*/ 76650 h 167784"/>
                <a:gd name="connsiteX17" fmla="*/ 36103 w 75008"/>
                <a:gd name="connsiteY17" fmla="*/ 55459 h 167784"/>
                <a:gd name="connsiteX18" fmla="*/ 208 w 75008"/>
                <a:gd name="connsiteY18" fmla="*/ 93603 h 167784"/>
                <a:gd name="connsiteX19" fmla="*/ 4417 w 75008"/>
                <a:gd name="connsiteY19" fmla="*/ 96844 h 167784"/>
                <a:gd name="connsiteX20" fmla="*/ 8873 w 75008"/>
                <a:gd name="connsiteY20" fmla="*/ 92855 h 167784"/>
                <a:gd name="connsiteX21" fmla="*/ 35361 w 75008"/>
                <a:gd name="connsiteY21" fmla="*/ 62439 h 167784"/>
                <a:gd name="connsiteX22" fmla="*/ 41550 w 75008"/>
                <a:gd name="connsiteY22" fmla="*/ 71165 h 167784"/>
                <a:gd name="connsiteX23" fmla="*/ 33875 w 75008"/>
                <a:gd name="connsiteY23" fmla="*/ 96096 h 167784"/>
                <a:gd name="connsiteX24" fmla="*/ 18280 w 75008"/>
                <a:gd name="connsiteY24" fmla="*/ 136235 h 167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008" h="167784">
                  <a:moveTo>
                    <a:pt x="68780" y="9586"/>
                  </a:moveTo>
                  <a:cubicBezTo>
                    <a:pt x="68780" y="5597"/>
                    <a:pt x="65810" y="112"/>
                    <a:pt x="58878" y="112"/>
                  </a:cubicBezTo>
                  <a:cubicBezTo>
                    <a:pt x="52194" y="112"/>
                    <a:pt x="45015" y="6594"/>
                    <a:pt x="45015" y="13824"/>
                  </a:cubicBezTo>
                  <a:cubicBezTo>
                    <a:pt x="45015" y="18062"/>
                    <a:pt x="48233" y="23298"/>
                    <a:pt x="54917" y="23298"/>
                  </a:cubicBezTo>
                  <a:cubicBezTo>
                    <a:pt x="62096" y="23298"/>
                    <a:pt x="68780" y="16317"/>
                    <a:pt x="68780" y="9586"/>
                  </a:cubicBezTo>
                  <a:close/>
                  <a:moveTo>
                    <a:pt x="18280" y="136235"/>
                  </a:moveTo>
                  <a:cubicBezTo>
                    <a:pt x="17289" y="139476"/>
                    <a:pt x="16052" y="142467"/>
                    <a:pt x="16052" y="146706"/>
                  </a:cubicBezTo>
                  <a:cubicBezTo>
                    <a:pt x="16052" y="158423"/>
                    <a:pt x="25954" y="167897"/>
                    <a:pt x="39569" y="167897"/>
                  </a:cubicBezTo>
                  <a:cubicBezTo>
                    <a:pt x="64324" y="167897"/>
                    <a:pt x="75217" y="133492"/>
                    <a:pt x="75217" y="129753"/>
                  </a:cubicBezTo>
                  <a:cubicBezTo>
                    <a:pt x="75217" y="126512"/>
                    <a:pt x="71999" y="126512"/>
                    <a:pt x="71256" y="126512"/>
                  </a:cubicBezTo>
                  <a:cubicBezTo>
                    <a:pt x="67790" y="126512"/>
                    <a:pt x="67543" y="128008"/>
                    <a:pt x="66552" y="130750"/>
                  </a:cubicBezTo>
                  <a:cubicBezTo>
                    <a:pt x="60859" y="150695"/>
                    <a:pt x="49966" y="160916"/>
                    <a:pt x="40312" y="160916"/>
                  </a:cubicBezTo>
                  <a:cubicBezTo>
                    <a:pt x="35361" y="160916"/>
                    <a:pt x="34123" y="157675"/>
                    <a:pt x="34123" y="152191"/>
                  </a:cubicBezTo>
                  <a:cubicBezTo>
                    <a:pt x="34123" y="146456"/>
                    <a:pt x="35856" y="141720"/>
                    <a:pt x="38084" y="136235"/>
                  </a:cubicBezTo>
                  <a:cubicBezTo>
                    <a:pt x="40559" y="129503"/>
                    <a:pt x="43282" y="122772"/>
                    <a:pt x="46006" y="116290"/>
                  </a:cubicBezTo>
                  <a:cubicBezTo>
                    <a:pt x="48233" y="110307"/>
                    <a:pt x="57145" y="87619"/>
                    <a:pt x="58136" y="84628"/>
                  </a:cubicBezTo>
                  <a:cubicBezTo>
                    <a:pt x="58878" y="82135"/>
                    <a:pt x="59621" y="79143"/>
                    <a:pt x="59621" y="76650"/>
                  </a:cubicBezTo>
                  <a:cubicBezTo>
                    <a:pt x="59621" y="64932"/>
                    <a:pt x="49719" y="55459"/>
                    <a:pt x="36103" y="55459"/>
                  </a:cubicBezTo>
                  <a:cubicBezTo>
                    <a:pt x="11596" y="55459"/>
                    <a:pt x="208" y="89365"/>
                    <a:pt x="208" y="93603"/>
                  </a:cubicBezTo>
                  <a:cubicBezTo>
                    <a:pt x="208" y="96844"/>
                    <a:pt x="3674" y="96844"/>
                    <a:pt x="4417" y="96844"/>
                  </a:cubicBezTo>
                  <a:cubicBezTo>
                    <a:pt x="7882" y="96844"/>
                    <a:pt x="8130" y="95597"/>
                    <a:pt x="8873" y="92855"/>
                  </a:cubicBezTo>
                  <a:cubicBezTo>
                    <a:pt x="15309" y="71414"/>
                    <a:pt x="26201" y="62439"/>
                    <a:pt x="35361" y="62439"/>
                  </a:cubicBezTo>
                  <a:cubicBezTo>
                    <a:pt x="39322" y="62439"/>
                    <a:pt x="41550" y="64434"/>
                    <a:pt x="41550" y="71165"/>
                  </a:cubicBezTo>
                  <a:cubicBezTo>
                    <a:pt x="41550" y="76899"/>
                    <a:pt x="40064" y="80639"/>
                    <a:pt x="33875" y="96096"/>
                  </a:cubicBezTo>
                  <a:lnTo>
                    <a:pt x="18280" y="136235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06AAB68B-CEE0-F52A-129A-00A0C7B58B83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0213924" y="8352973"/>
              <a:ext cx="201579" cy="247172"/>
            </a:xfrm>
            <a:custGeom>
              <a:avLst/>
              <a:gdLst>
                <a:gd name="connsiteX0" fmla="*/ 24613 w 201579"/>
                <a:gd name="connsiteY0" fmla="*/ 230543 h 247172"/>
                <a:gd name="connsiteX1" fmla="*/ 211 w 201579"/>
                <a:gd name="connsiteY1" fmla="*/ 230543 h 247172"/>
                <a:gd name="connsiteX2" fmla="*/ 211 w 201579"/>
                <a:gd name="connsiteY2" fmla="*/ 247283 h 247172"/>
                <a:gd name="connsiteX3" fmla="*/ 44771 w 201579"/>
                <a:gd name="connsiteY3" fmla="*/ 246214 h 247172"/>
                <a:gd name="connsiteX4" fmla="*/ 89331 w 201579"/>
                <a:gd name="connsiteY4" fmla="*/ 247283 h 247172"/>
                <a:gd name="connsiteX5" fmla="*/ 89331 w 201579"/>
                <a:gd name="connsiteY5" fmla="*/ 230543 h 247172"/>
                <a:gd name="connsiteX6" fmla="*/ 64929 w 201579"/>
                <a:gd name="connsiteY6" fmla="*/ 230543 h 247172"/>
                <a:gd name="connsiteX7" fmla="*/ 64929 w 201579"/>
                <a:gd name="connsiteY7" fmla="*/ 156107 h 247172"/>
                <a:gd name="connsiteX8" fmla="*/ 117623 w 201579"/>
                <a:gd name="connsiteY8" fmla="*/ 99834 h 247172"/>
                <a:gd name="connsiteX9" fmla="*/ 137073 w 201579"/>
                <a:gd name="connsiteY9" fmla="*/ 134381 h 247172"/>
                <a:gd name="connsiteX10" fmla="*/ 137073 w 201579"/>
                <a:gd name="connsiteY10" fmla="*/ 230543 h 247172"/>
                <a:gd name="connsiteX11" fmla="*/ 112671 w 201579"/>
                <a:gd name="connsiteY11" fmla="*/ 230543 h 247172"/>
                <a:gd name="connsiteX12" fmla="*/ 112671 w 201579"/>
                <a:gd name="connsiteY12" fmla="*/ 247283 h 247172"/>
                <a:gd name="connsiteX13" fmla="*/ 157231 w 201579"/>
                <a:gd name="connsiteY13" fmla="*/ 246214 h 247172"/>
                <a:gd name="connsiteX14" fmla="*/ 201791 w 201579"/>
                <a:gd name="connsiteY14" fmla="*/ 247283 h 247172"/>
                <a:gd name="connsiteX15" fmla="*/ 201791 w 201579"/>
                <a:gd name="connsiteY15" fmla="*/ 230543 h 247172"/>
                <a:gd name="connsiteX16" fmla="*/ 177389 w 201579"/>
                <a:gd name="connsiteY16" fmla="*/ 230543 h 247172"/>
                <a:gd name="connsiteX17" fmla="*/ 177389 w 201579"/>
                <a:gd name="connsiteY17" fmla="*/ 138299 h 247172"/>
                <a:gd name="connsiteX18" fmla="*/ 122927 w 201579"/>
                <a:gd name="connsiteY18" fmla="*/ 87013 h 247172"/>
                <a:gd name="connsiteX19" fmla="*/ 62807 w 201579"/>
                <a:gd name="connsiteY19" fmla="*/ 121916 h 247172"/>
                <a:gd name="connsiteX20" fmla="*/ 62807 w 201579"/>
                <a:gd name="connsiteY20" fmla="*/ 111 h 247172"/>
                <a:gd name="connsiteX21" fmla="*/ 211 w 201579"/>
                <a:gd name="connsiteY21" fmla="*/ 2960 h 247172"/>
                <a:gd name="connsiteX22" fmla="*/ 211 w 201579"/>
                <a:gd name="connsiteY22" fmla="*/ 19699 h 247172"/>
                <a:gd name="connsiteX23" fmla="*/ 24613 w 201579"/>
                <a:gd name="connsiteY23" fmla="*/ 33589 h 247172"/>
                <a:gd name="connsiteX24" fmla="*/ 24613 w 201579"/>
                <a:gd name="connsiteY24" fmla="*/ 230543 h 247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579" h="247172">
                  <a:moveTo>
                    <a:pt x="24613" y="230543"/>
                  </a:moveTo>
                  <a:lnTo>
                    <a:pt x="211" y="230543"/>
                  </a:lnTo>
                  <a:lnTo>
                    <a:pt x="211" y="247283"/>
                  </a:lnTo>
                  <a:cubicBezTo>
                    <a:pt x="10114" y="246926"/>
                    <a:pt x="31332" y="246214"/>
                    <a:pt x="44771" y="246214"/>
                  </a:cubicBezTo>
                  <a:cubicBezTo>
                    <a:pt x="58563" y="246214"/>
                    <a:pt x="79429" y="246926"/>
                    <a:pt x="89331" y="247283"/>
                  </a:cubicBezTo>
                  <a:lnTo>
                    <a:pt x="89331" y="230543"/>
                  </a:lnTo>
                  <a:lnTo>
                    <a:pt x="64929" y="230543"/>
                  </a:lnTo>
                  <a:lnTo>
                    <a:pt x="64929" y="156107"/>
                  </a:lnTo>
                  <a:cubicBezTo>
                    <a:pt x="64929" y="117286"/>
                    <a:pt x="95343" y="99834"/>
                    <a:pt x="117623" y="99834"/>
                  </a:cubicBezTo>
                  <a:cubicBezTo>
                    <a:pt x="129647" y="99834"/>
                    <a:pt x="137073" y="107313"/>
                    <a:pt x="137073" y="134381"/>
                  </a:cubicBezTo>
                  <a:lnTo>
                    <a:pt x="137073" y="230543"/>
                  </a:lnTo>
                  <a:lnTo>
                    <a:pt x="112671" y="230543"/>
                  </a:lnTo>
                  <a:lnTo>
                    <a:pt x="112671" y="247283"/>
                  </a:lnTo>
                  <a:cubicBezTo>
                    <a:pt x="122574" y="246926"/>
                    <a:pt x="143792" y="246214"/>
                    <a:pt x="157231" y="246214"/>
                  </a:cubicBezTo>
                  <a:cubicBezTo>
                    <a:pt x="171023" y="246214"/>
                    <a:pt x="191889" y="246926"/>
                    <a:pt x="201791" y="247283"/>
                  </a:cubicBezTo>
                  <a:lnTo>
                    <a:pt x="201791" y="230543"/>
                  </a:lnTo>
                  <a:lnTo>
                    <a:pt x="177389" y="230543"/>
                  </a:lnTo>
                  <a:lnTo>
                    <a:pt x="177389" y="138299"/>
                  </a:lnTo>
                  <a:cubicBezTo>
                    <a:pt x="177389" y="100903"/>
                    <a:pt x="158292" y="87013"/>
                    <a:pt x="122927" y="87013"/>
                  </a:cubicBezTo>
                  <a:cubicBezTo>
                    <a:pt x="88977" y="87013"/>
                    <a:pt x="70941" y="107670"/>
                    <a:pt x="62807" y="121916"/>
                  </a:cubicBezTo>
                  <a:lnTo>
                    <a:pt x="62807" y="111"/>
                  </a:lnTo>
                  <a:lnTo>
                    <a:pt x="211" y="2960"/>
                  </a:lnTo>
                  <a:lnTo>
                    <a:pt x="211" y="19699"/>
                  </a:lnTo>
                  <a:cubicBezTo>
                    <a:pt x="22138" y="19699"/>
                    <a:pt x="24613" y="19699"/>
                    <a:pt x="24613" y="33589"/>
                  </a:cubicBezTo>
                  <a:lnTo>
                    <a:pt x="24613" y="230543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7F23083C-3BBD-2B2F-EDEF-3C56461A949F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0435585" y="8488276"/>
              <a:ext cx="75008" cy="167784"/>
            </a:xfrm>
            <a:custGeom>
              <a:avLst/>
              <a:gdLst>
                <a:gd name="connsiteX0" fmla="*/ 68790 w 75008"/>
                <a:gd name="connsiteY0" fmla="*/ 9586 h 167784"/>
                <a:gd name="connsiteX1" fmla="*/ 58888 w 75008"/>
                <a:gd name="connsiteY1" fmla="*/ 112 h 167784"/>
                <a:gd name="connsiteX2" fmla="*/ 45025 w 75008"/>
                <a:gd name="connsiteY2" fmla="*/ 13824 h 167784"/>
                <a:gd name="connsiteX3" fmla="*/ 54927 w 75008"/>
                <a:gd name="connsiteY3" fmla="*/ 23298 h 167784"/>
                <a:gd name="connsiteX4" fmla="*/ 68790 w 75008"/>
                <a:gd name="connsiteY4" fmla="*/ 9586 h 167784"/>
                <a:gd name="connsiteX5" fmla="*/ 18289 w 75008"/>
                <a:gd name="connsiteY5" fmla="*/ 136235 h 167784"/>
                <a:gd name="connsiteX6" fmla="*/ 16061 w 75008"/>
                <a:gd name="connsiteY6" fmla="*/ 146706 h 167784"/>
                <a:gd name="connsiteX7" fmla="*/ 39579 w 75008"/>
                <a:gd name="connsiteY7" fmla="*/ 167897 h 167784"/>
                <a:gd name="connsiteX8" fmla="*/ 75227 w 75008"/>
                <a:gd name="connsiteY8" fmla="*/ 129753 h 167784"/>
                <a:gd name="connsiteX9" fmla="*/ 71266 w 75008"/>
                <a:gd name="connsiteY9" fmla="*/ 126512 h 167784"/>
                <a:gd name="connsiteX10" fmla="*/ 66562 w 75008"/>
                <a:gd name="connsiteY10" fmla="*/ 130750 h 167784"/>
                <a:gd name="connsiteX11" fmla="*/ 40321 w 75008"/>
                <a:gd name="connsiteY11" fmla="*/ 160916 h 167784"/>
                <a:gd name="connsiteX12" fmla="*/ 34133 w 75008"/>
                <a:gd name="connsiteY12" fmla="*/ 152191 h 167784"/>
                <a:gd name="connsiteX13" fmla="*/ 38094 w 75008"/>
                <a:gd name="connsiteY13" fmla="*/ 136235 h 167784"/>
                <a:gd name="connsiteX14" fmla="*/ 46015 w 75008"/>
                <a:gd name="connsiteY14" fmla="*/ 116290 h 167784"/>
                <a:gd name="connsiteX15" fmla="*/ 58145 w 75008"/>
                <a:gd name="connsiteY15" fmla="*/ 84628 h 167784"/>
                <a:gd name="connsiteX16" fmla="*/ 59631 w 75008"/>
                <a:gd name="connsiteY16" fmla="*/ 76650 h 167784"/>
                <a:gd name="connsiteX17" fmla="*/ 36113 w 75008"/>
                <a:gd name="connsiteY17" fmla="*/ 55459 h 167784"/>
                <a:gd name="connsiteX18" fmla="*/ 218 w 75008"/>
                <a:gd name="connsiteY18" fmla="*/ 93603 h 167784"/>
                <a:gd name="connsiteX19" fmla="*/ 4426 w 75008"/>
                <a:gd name="connsiteY19" fmla="*/ 96844 h 167784"/>
                <a:gd name="connsiteX20" fmla="*/ 8882 w 75008"/>
                <a:gd name="connsiteY20" fmla="*/ 92855 h 167784"/>
                <a:gd name="connsiteX21" fmla="*/ 35370 w 75008"/>
                <a:gd name="connsiteY21" fmla="*/ 62439 h 167784"/>
                <a:gd name="connsiteX22" fmla="*/ 41559 w 75008"/>
                <a:gd name="connsiteY22" fmla="*/ 71165 h 167784"/>
                <a:gd name="connsiteX23" fmla="*/ 33885 w 75008"/>
                <a:gd name="connsiteY23" fmla="*/ 96096 h 167784"/>
                <a:gd name="connsiteX24" fmla="*/ 18289 w 75008"/>
                <a:gd name="connsiteY24" fmla="*/ 136235 h 167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008" h="167784">
                  <a:moveTo>
                    <a:pt x="68790" y="9586"/>
                  </a:moveTo>
                  <a:cubicBezTo>
                    <a:pt x="68790" y="5597"/>
                    <a:pt x="65819" y="112"/>
                    <a:pt x="58888" y="112"/>
                  </a:cubicBezTo>
                  <a:cubicBezTo>
                    <a:pt x="52204" y="112"/>
                    <a:pt x="45025" y="6594"/>
                    <a:pt x="45025" y="13824"/>
                  </a:cubicBezTo>
                  <a:cubicBezTo>
                    <a:pt x="45025" y="18062"/>
                    <a:pt x="48243" y="23298"/>
                    <a:pt x="54927" y="23298"/>
                  </a:cubicBezTo>
                  <a:cubicBezTo>
                    <a:pt x="62106" y="23298"/>
                    <a:pt x="68790" y="16317"/>
                    <a:pt x="68790" y="9586"/>
                  </a:cubicBezTo>
                  <a:close/>
                  <a:moveTo>
                    <a:pt x="18289" y="136235"/>
                  </a:moveTo>
                  <a:cubicBezTo>
                    <a:pt x="17299" y="139476"/>
                    <a:pt x="16061" y="142467"/>
                    <a:pt x="16061" y="146706"/>
                  </a:cubicBezTo>
                  <a:cubicBezTo>
                    <a:pt x="16061" y="158423"/>
                    <a:pt x="25963" y="167897"/>
                    <a:pt x="39579" y="167897"/>
                  </a:cubicBezTo>
                  <a:cubicBezTo>
                    <a:pt x="64334" y="167897"/>
                    <a:pt x="75227" y="133492"/>
                    <a:pt x="75227" y="129753"/>
                  </a:cubicBezTo>
                  <a:cubicBezTo>
                    <a:pt x="75227" y="126512"/>
                    <a:pt x="72008" y="126512"/>
                    <a:pt x="71266" y="126512"/>
                  </a:cubicBezTo>
                  <a:cubicBezTo>
                    <a:pt x="67800" y="126512"/>
                    <a:pt x="67552" y="128008"/>
                    <a:pt x="66562" y="130750"/>
                  </a:cubicBezTo>
                  <a:cubicBezTo>
                    <a:pt x="60868" y="150695"/>
                    <a:pt x="49976" y="160916"/>
                    <a:pt x="40321" y="160916"/>
                  </a:cubicBezTo>
                  <a:cubicBezTo>
                    <a:pt x="35370" y="160916"/>
                    <a:pt x="34133" y="157675"/>
                    <a:pt x="34133" y="152191"/>
                  </a:cubicBezTo>
                  <a:cubicBezTo>
                    <a:pt x="34133" y="146456"/>
                    <a:pt x="35866" y="141720"/>
                    <a:pt x="38094" y="136235"/>
                  </a:cubicBezTo>
                  <a:cubicBezTo>
                    <a:pt x="40569" y="129503"/>
                    <a:pt x="43292" y="122772"/>
                    <a:pt x="46015" y="116290"/>
                  </a:cubicBezTo>
                  <a:cubicBezTo>
                    <a:pt x="48243" y="110307"/>
                    <a:pt x="57155" y="87619"/>
                    <a:pt x="58145" y="84628"/>
                  </a:cubicBezTo>
                  <a:cubicBezTo>
                    <a:pt x="58888" y="82135"/>
                    <a:pt x="59631" y="79143"/>
                    <a:pt x="59631" y="76650"/>
                  </a:cubicBezTo>
                  <a:cubicBezTo>
                    <a:pt x="59631" y="64932"/>
                    <a:pt x="49728" y="55459"/>
                    <a:pt x="36113" y="55459"/>
                  </a:cubicBezTo>
                  <a:cubicBezTo>
                    <a:pt x="11605" y="55459"/>
                    <a:pt x="218" y="89365"/>
                    <a:pt x="218" y="93603"/>
                  </a:cubicBezTo>
                  <a:cubicBezTo>
                    <a:pt x="218" y="96844"/>
                    <a:pt x="3684" y="96844"/>
                    <a:pt x="4426" y="96844"/>
                  </a:cubicBezTo>
                  <a:cubicBezTo>
                    <a:pt x="7892" y="96844"/>
                    <a:pt x="8140" y="95597"/>
                    <a:pt x="8882" y="92855"/>
                  </a:cubicBezTo>
                  <a:cubicBezTo>
                    <a:pt x="15319" y="71414"/>
                    <a:pt x="26211" y="62439"/>
                    <a:pt x="35370" y="62439"/>
                  </a:cubicBezTo>
                  <a:cubicBezTo>
                    <a:pt x="39331" y="62439"/>
                    <a:pt x="41559" y="64434"/>
                    <a:pt x="41559" y="71165"/>
                  </a:cubicBezTo>
                  <a:cubicBezTo>
                    <a:pt x="41559" y="76899"/>
                    <a:pt x="40074" y="80639"/>
                    <a:pt x="33885" y="96096"/>
                  </a:cubicBezTo>
                  <a:lnTo>
                    <a:pt x="18289" y="136235"/>
                  </a:lnTo>
                  <a:close/>
                </a:path>
              </a:pathLst>
            </a:custGeom>
            <a:solidFill>
              <a:srgbClr val="000000"/>
            </a:solidFill>
            <a:ln w="3551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F2AE9F4-CB2C-DE1F-812A-90EB4F1A3103}"/>
              </a:ext>
            </a:extLst>
          </p:cNvPr>
          <p:cNvGrpSpPr/>
          <p:nvPr/>
        </p:nvGrpSpPr>
        <p:grpSpPr>
          <a:xfrm>
            <a:off x="6261623" y="3876894"/>
            <a:ext cx="5531316" cy="1419721"/>
            <a:chOff x="4617544" y="3930889"/>
            <a:chExt cx="1738816" cy="1419721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C23904D-E9A2-5868-946B-9DE33810B92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18959" y="3930889"/>
              <a:ext cx="194141" cy="552604"/>
            </a:xfrm>
            <a:prstGeom prst="straightConnector1">
              <a:avLst/>
            </a:prstGeom>
            <a:ln w="57150">
              <a:solidFill>
                <a:srgbClr val="2683C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04474A6-B973-EFCC-07CA-CEC76A016158}"/>
                </a:ext>
              </a:extLst>
            </p:cNvPr>
            <p:cNvSpPr txBox="1"/>
            <p:nvPr/>
          </p:nvSpPr>
          <p:spPr>
            <a:xfrm>
              <a:off x="4617544" y="4519613"/>
              <a:ext cx="1738816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CA" sz="2400" dirty="0">
                  <a:solidFill>
                    <a:srgbClr val="2683C6"/>
                  </a:solidFill>
                  <a:latin typeface="Nunito" pitchFamily="2" charset="0"/>
                </a:rPr>
                <a:t>Trainable parameters,</a:t>
              </a:r>
            </a:p>
            <a:p>
              <a:pPr marL="0" indent="0" algn="ctr">
                <a:buNone/>
              </a:pPr>
              <a:r>
                <a:rPr lang="en-CA" sz="2400" dirty="0">
                  <a:solidFill>
                    <a:srgbClr val="2683C6"/>
                  </a:solidFill>
                  <a:latin typeface="Nunito" pitchFamily="2" charset="0"/>
                </a:rPr>
                <a:t>Jointly trained w/ RNN parameters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60602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91ED-2BFA-FBD5-2081-7869C51F2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Transformers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B1EAB8-E7A8-6D06-34E7-6C842A4D6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25</a:t>
            </a:fld>
            <a:endParaRPr lang="en-CA"/>
          </a:p>
        </p:txBody>
      </p:sp>
      <p:pic>
        <p:nvPicPr>
          <p:cNvPr id="5" name="Content Placeholder 7">
            <a:extLst>
              <a:ext uri="{FF2B5EF4-FFF2-40B4-BE49-F238E27FC236}">
                <a16:creationId xmlns:a16="http://schemas.microsoft.com/office/drawing/2014/main" id="{8EDE776D-F0B3-9BA7-DF36-43648B3586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25028" y="1917921"/>
            <a:ext cx="7141945" cy="4142982"/>
          </a:xfrm>
        </p:spPr>
      </p:pic>
    </p:spTree>
    <p:extLst>
      <p:ext uri="{BB962C8B-B14F-4D97-AF65-F5344CB8AC3E}">
        <p14:creationId xmlns:p14="http://schemas.microsoft.com/office/powerpoint/2010/main" val="5319132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F5FD6-EF87-044D-723F-622BB10AB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Transformer Encoder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305135-8D7B-DD60-3A2E-541475289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26</a:t>
            </a:fld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0418AB-2E92-6353-BC9E-89BFA1AA6EFF}"/>
              </a:ext>
            </a:extLst>
          </p:cNvPr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8285990" y="1557997"/>
            <a:ext cx="3210010" cy="4514248"/>
          </a:xfrm>
          <a:prstGeom prst="rect">
            <a:avLst/>
          </a:prstGeom>
        </p:spPr>
      </p:pic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84F78AA-A901-E09B-32F1-E96EC2E7B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7997"/>
            <a:ext cx="10515600" cy="4351338"/>
          </a:xfrm>
        </p:spPr>
        <p:txBody>
          <a:bodyPr/>
          <a:lstStyle/>
          <a:p>
            <a:r>
              <a:rPr lang="en-US" dirty="0"/>
              <a:t>Transformer: attention-based sentence encoding,</a:t>
            </a:r>
            <a:br>
              <a:rPr lang="en-US" dirty="0"/>
            </a:br>
            <a:r>
              <a:rPr lang="en-US" dirty="0"/>
              <a:t>and optionally, decoding.</a:t>
            </a:r>
          </a:p>
          <a:p>
            <a:r>
              <a:rPr lang="en-CA" dirty="0"/>
              <a:t>Idea: every token has “attention” to every other token.</a:t>
            </a:r>
          </a:p>
          <a:p>
            <a:endParaRPr lang="en-CA" dirty="0"/>
          </a:p>
          <a:p>
            <a:r>
              <a:rPr lang="en-CA" dirty="0"/>
              <a:t>For sentence with tokens </a:t>
            </a:r>
          </a:p>
          <a:p>
            <a:endParaRPr lang="en-CA" dirty="0"/>
          </a:p>
          <a:p>
            <a:endParaRPr lang="en-CA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1469D1-683F-F90B-7C8D-C608C4E5780D}"/>
              </a:ext>
            </a:extLst>
          </p:cNvPr>
          <p:cNvSpPr/>
          <p:nvPr/>
        </p:nvSpPr>
        <p:spPr>
          <a:xfrm>
            <a:off x="8229599" y="3009767"/>
            <a:ext cx="1661395" cy="289956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8" name="Group 7" descr="\documentclass{article}&#10;\usepackage{amsmath,amssymb}&#10;\pagestyle{empty}&#10;\begin{document}&#10;&#10;\newcommand{\score}{\textrm{score}}&#10;\newcommand{\classify}{\textrm{classify}}&#10;\newcommand{\bx}{\mathbf{x}}&#10;&#10;\begin{align*}&#10;(w_1, \ldots, w_k)&#10;\end{align*}&#10;&#10;&#10;\end{document}" title="IguanaTex Vector Display">
            <a:extLst>
              <a:ext uri="{FF2B5EF4-FFF2-40B4-BE49-F238E27FC236}">
                <a16:creationId xmlns:a16="http://schemas.microsoft.com/office/drawing/2014/main" id="{9B069A0B-F63B-C98C-6007-814973D636D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54875" y="3504406"/>
            <a:ext cx="1807389" cy="345414"/>
            <a:chOff x="9828431" y="5216962"/>
            <a:chExt cx="1807389" cy="345414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0563DE4-EDF1-1AFD-0657-B493F9F95807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9828431" y="5216962"/>
              <a:ext cx="81049" cy="345414"/>
            </a:xfrm>
            <a:custGeom>
              <a:avLst/>
              <a:gdLst>
                <a:gd name="connsiteX0" fmla="*/ 81256 w 81049"/>
                <a:gd name="connsiteY0" fmla="*/ 342045 h 345414"/>
                <a:gd name="connsiteX1" fmla="*/ 75317 w 81049"/>
                <a:gd name="connsiteY1" fmla="*/ 334446 h 345414"/>
                <a:gd name="connsiteX2" fmla="*/ 20469 w 81049"/>
                <a:gd name="connsiteY2" fmla="*/ 172792 h 345414"/>
                <a:gd name="connsiteX3" fmla="*/ 76715 w 81049"/>
                <a:gd name="connsiteY3" fmla="*/ 9411 h 345414"/>
                <a:gd name="connsiteX4" fmla="*/ 81256 w 81049"/>
                <a:gd name="connsiteY4" fmla="*/ 3539 h 345414"/>
                <a:gd name="connsiteX5" fmla="*/ 77763 w 81049"/>
                <a:gd name="connsiteY5" fmla="*/ 85 h 345414"/>
                <a:gd name="connsiteX6" fmla="*/ 22216 w 81049"/>
                <a:gd name="connsiteY6" fmla="*/ 67441 h 345414"/>
                <a:gd name="connsiteX7" fmla="*/ 207 w 81049"/>
                <a:gd name="connsiteY7" fmla="*/ 172792 h 345414"/>
                <a:gd name="connsiteX8" fmla="*/ 23264 w 81049"/>
                <a:gd name="connsiteY8" fmla="*/ 280561 h 345414"/>
                <a:gd name="connsiteX9" fmla="*/ 77763 w 81049"/>
                <a:gd name="connsiteY9" fmla="*/ 345499 h 345414"/>
                <a:gd name="connsiteX10" fmla="*/ 81256 w 81049"/>
                <a:gd name="connsiteY10" fmla="*/ 34204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049" h="345414">
                  <a:moveTo>
                    <a:pt x="81256" y="342045"/>
                  </a:moveTo>
                  <a:cubicBezTo>
                    <a:pt x="81256" y="341009"/>
                    <a:pt x="81256" y="340318"/>
                    <a:pt x="75317" y="334446"/>
                  </a:cubicBezTo>
                  <a:cubicBezTo>
                    <a:pt x="31648" y="290924"/>
                    <a:pt x="20469" y="225640"/>
                    <a:pt x="20469" y="172792"/>
                  </a:cubicBezTo>
                  <a:cubicBezTo>
                    <a:pt x="20469" y="112690"/>
                    <a:pt x="33745" y="52588"/>
                    <a:pt x="76715" y="9411"/>
                  </a:cubicBezTo>
                  <a:cubicBezTo>
                    <a:pt x="81256" y="5266"/>
                    <a:pt x="81256" y="4575"/>
                    <a:pt x="81256" y="3539"/>
                  </a:cubicBezTo>
                  <a:cubicBezTo>
                    <a:pt x="81256" y="1121"/>
                    <a:pt x="79859" y="85"/>
                    <a:pt x="77763" y="85"/>
                  </a:cubicBezTo>
                  <a:cubicBezTo>
                    <a:pt x="74269" y="85"/>
                    <a:pt x="42828" y="23573"/>
                    <a:pt x="22216" y="67441"/>
                  </a:cubicBezTo>
                  <a:cubicBezTo>
                    <a:pt x="4399" y="105436"/>
                    <a:pt x="207" y="143777"/>
                    <a:pt x="207" y="172792"/>
                  </a:cubicBezTo>
                  <a:cubicBezTo>
                    <a:pt x="207" y="199734"/>
                    <a:pt x="4050" y="241530"/>
                    <a:pt x="23264" y="280561"/>
                  </a:cubicBezTo>
                  <a:cubicBezTo>
                    <a:pt x="44225" y="323047"/>
                    <a:pt x="74269" y="345499"/>
                    <a:pt x="77763" y="345499"/>
                  </a:cubicBezTo>
                  <a:cubicBezTo>
                    <a:pt x="79859" y="345499"/>
                    <a:pt x="81256" y="344463"/>
                    <a:pt x="81256" y="342045"/>
                  </a:cubicBezTo>
                  <a:close/>
                </a:path>
              </a:pathLst>
            </a:custGeom>
            <a:solidFill>
              <a:srgbClr val="000000"/>
            </a:solidFill>
            <a:ln w="349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23FA452-D8D3-C637-3EB6-1AE04A284C2F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9939836" y="5323350"/>
              <a:ext cx="231270" cy="156472"/>
            </a:xfrm>
            <a:custGeom>
              <a:avLst/>
              <a:gdLst>
                <a:gd name="connsiteX0" fmla="*/ 151480 w 231270"/>
                <a:gd name="connsiteY0" fmla="*/ 35662 h 156472"/>
                <a:gd name="connsiteX1" fmla="*/ 156720 w 231270"/>
                <a:gd name="connsiteY1" fmla="*/ 13210 h 156472"/>
                <a:gd name="connsiteX2" fmla="*/ 146589 w 231270"/>
                <a:gd name="connsiteY2" fmla="*/ 3884 h 156472"/>
                <a:gd name="connsiteX3" fmla="*/ 133663 w 231270"/>
                <a:gd name="connsiteY3" fmla="*/ 13556 h 156472"/>
                <a:gd name="connsiteX4" fmla="*/ 113750 w 231270"/>
                <a:gd name="connsiteY4" fmla="*/ 90929 h 156472"/>
                <a:gd name="connsiteX5" fmla="*/ 110606 w 231270"/>
                <a:gd name="connsiteY5" fmla="*/ 113726 h 156472"/>
                <a:gd name="connsiteX6" fmla="*/ 110955 w 231270"/>
                <a:gd name="connsiteY6" fmla="*/ 119944 h 156472"/>
                <a:gd name="connsiteX7" fmla="*/ 78815 w 231270"/>
                <a:gd name="connsiteY7" fmla="*/ 148958 h 156472"/>
                <a:gd name="connsiteX8" fmla="*/ 50867 w 231270"/>
                <a:gd name="connsiteY8" fmla="*/ 117526 h 156472"/>
                <a:gd name="connsiteX9" fmla="*/ 69033 w 231270"/>
                <a:gd name="connsiteY9" fmla="*/ 50515 h 156472"/>
                <a:gd name="connsiteX10" fmla="*/ 74972 w 231270"/>
                <a:gd name="connsiteY10" fmla="*/ 28409 h 156472"/>
                <a:gd name="connsiteX11" fmla="*/ 46325 w 231270"/>
                <a:gd name="connsiteY11" fmla="*/ 85 h 156472"/>
                <a:gd name="connsiteX12" fmla="*/ 211 w 231270"/>
                <a:gd name="connsiteY12" fmla="*/ 53279 h 156472"/>
                <a:gd name="connsiteX13" fmla="*/ 4403 w 231270"/>
                <a:gd name="connsiteY13" fmla="*/ 56733 h 156472"/>
                <a:gd name="connsiteX14" fmla="*/ 9993 w 231270"/>
                <a:gd name="connsiteY14" fmla="*/ 50515 h 156472"/>
                <a:gd name="connsiteX15" fmla="*/ 45277 w 231270"/>
                <a:gd name="connsiteY15" fmla="*/ 7684 h 156472"/>
                <a:gd name="connsiteX16" fmla="*/ 54011 w 231270"/>
                <a:gd name="connsiteY16" fmla="*/ 19082 h 156472"/>
                <a:gd name="connsiteX17" fmla="*/ 47722 w 231270"/>
                <a:gd name="connsiteY17" fmla="*/ 43262 h 156472"/>
                <a:gd name="connsiteX18" fmla="*/ 28159 w 231270"/>
                <a:gd name="connsiteY18" fmla="*/ 113035 h 156472"/>
                <a:gd name="connsiteX19" fmla="*/ 77767 w 231270"/>
                <a:gd name="connsiteY19" fmla="*/ 156558 h 156472"/>
                <a:gd name="connsiteX20" fmla="*/ 114099 w 231270"/>
                <a:gd name="connsiteY20" fmla="*/ 132379 h 156472"/>
                <a:gd name="connsiteX21" fmla="*/ 157768 w 231270"/>
                <a:gd name="connsiteY21" fmla="*/ 156558 h 156472"/>
                <a:gd name="connsiteX22" fmla="*/ 208424 w 231270"/>
                <a:gd name="connsiteY22" fmla="*/ 114072 h 156472"/>
                <a:gd name="connsiteX23" fmla="*/ 231481 w 231270"/>
                <a:gd name="connsiteY23" fmla="*/ 24264 h 156472"/>
                <a:gd name="connsiteX24" fmla="*/ 216110 w 231270"/>
                <a:gd name="connsiteY24" fmla="*/ 85 h 156472"/>
                <a:gd name="connsiteX25" fmla="*/ 198642 w 231270"/>
                <a:gd name="connsiteY25" fmla="*/ 16665 h 156472"/>
                <a:gd name="connsiteX26" fmla="*/ 203882 w 231270"/>
                <a:gd name="connsiteY26" fmla="*/ 25991 h 156472"/>
                <a:gd name="connsiteX27" fmla="*/ 216459 w 231270"/>
                <a:gd name="connsiteY27" fmla="*/ 55351 h 156472"/>
                <a:gd name="connsiteX28" fmla="*/ 197245 w 231270"/>
                <a:gd name="connsiteY28" fmla="*/ 118562 h 156472"/>
                <a:gd name="connsiteX29" fmla="*/ 158816 w 231270"/>
                <a:gd name="connsiteY29" fmla="*/ 148958 h 156472"/>
                <a:gd name="connsiteX30" fmla="*/ 132964 w 231270"/>
                <a:gd name="connsiteY30" fmla="*/ 118907 h 156472"/>
                <a:gd name="connsiteX31" fmla="*/ 136807 w 231270"/>
                <a:gd name="connsiteY31" fmla="*/ 93692 h 156472"/>
                <a:gd name="connsiteX32" fmla="*/ 151480 w 231270"/>
                <a:gd name="connsiteY32" fmla="*/ 35662 h 156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1270" h="156472">
                  <a:moveTo>
                    <a:pt x="151480" y="35662"/>
                  </a:moveTo>
                  <a:cubicBezTo>
                    <a:pt x="153226" y="28063"/>
                    <a:pt x="156720" y="15283"/>
                    <a:pt x="156720" y="13210"/>
                  </a:cubicBezTo>
                  <a:cubicBezTo>
                    <a:pt x="156720" y="6993"/>
                    <a:pt x="151829" y="3884"/>
                    <a:pt x="146589" y="3884"/>
                  </a:cubicBezTo>
                  <a:cubicBezTo>
                    <a:pt x="142397" y="3884"/>
                    <a:pt x="136108" y="6648"/>
                    <a:pt x="133663" y="13556"/>
                  </a:cubicBezTo>
                  <a:cubicBezTo>
                    <a:pt x="132615" y="15974"/>
                    <a:pt x="116195" y="81948"/>
                    <a:pt x="113750" y="90929"/>
                  </a:cubicBezTo>
                  <a:cubicBezTo>
                    <a:pt x="111304" y="101291"/>
                    <a:pt x="110606" y="107509"/>
                    <a:pt x="110606" y="113726"/>
                  </a:cubicBezTo>
                  <a:cubicBezTo>
                    <a:pt x="110606" y="117526"/>
                    <a:pt x="110606" y="118217"/>
                    <a:pt x="110955" y="119944"/>
                  </a:cubicBezTo>
                  <a:cubicBezTo>
                    <a:pt x="102920" y="138251"/>
                    <a:pt x="92439" y="148958"/>
                    <a:pt x="78815" y="148958"/>
                  </a:cubicBezTo>
                  <a:cubicBezTo>
                    <a:pt x="50867" y="148958"/>
                    <a:pt x="50867" y="123398"/>
                    <a:pt x="50867" y="117526"/>
                  </a:cubicBezTo>
                  <a:cubicBezTo>
                    <a:pt x="50867" y="106472"/>
                    <a:pt x="52613" y="93001"/>
                    <a:pt x="69033" y="50515"/>
                  </a:cubicBezTo>
                  <a:cubicBezTo>
                    <a:pt x="72876" y="40153"/>
                    <a:pt x="74972" y="35317"/>
                    <a:pt x="74972" y="28409"/>
                  </a:cubicBezTo>
                  <a:cubicBezTo>
                    <a:pt x="74972" y="12865"/>
                    <a:pt x="63443" y="85"/>
                    <a:pt x="46325" y="85"/>
                  </a:cubicBezTo>
                  <a:cubicBezTo>
                    <a:pt x="13137" y="85"/>
                    <a:pt x="211" y="50170"/>
                    <a:pt x="211" y="53279"/>
                  </a:cubicBezTo>
                  <a:cubicBezTo>
                    <a:pt x="211" y="56733"/>
                    <a:pt x="3704" y="56733"/>
                    <a:pt x="4403" y="56733"/>
                  </a:cubicBezTo>
                  <a:cubicBezTo>
                    <a:pt x="7896" y="56733"/>
                    <a:pt x="8246" y="56042"/>
                    <a:pt x="9993" y="50515"/>
                  </a:cubicBezTo>
                  <a:cubicBezTo>
                    <a:pt x="19425" y="18392"/>
                    <a:pt x="33050" y="7684"/>
                    <a:pt x="45277" y="7684"/>
                  </a:cubicBezTo>
                  <a:cubicBezTo>
                    <a:pt x="48421" y="7684"/>
                    <a:pt x="54011" y="8029"/>
                    <a:pt x="54011" y="19082"/>
                  </a:cubicBezTo>
                  <a:cubicBezTo>
                    <a:pt x="54011" y="27718"/>
                    <a:pt x="50168" y="37389"/>
                    <a:pt x="47722" y="43262"/>
                  </a:cubicBezTo>
                  <a:cubicBezTo>
                    <a:pt x="32351" y="84020"/>
                    <a:pt x="28159" y="99910"/>
                    <a:pt x="28159" y="113035"/>
                  </a:cubicBezTo>
                  <a:cubicBezTo>
                    <a:pt x="28159" y="144468"/>
                    <a:pt x="51565" y="156558"/>
                    <a:pt x="77767" y="156558"/>
                  </a:cubicBezTo>
                  <a:cubicBezTo>
                    <a:pt x="83706" y="156558"/>
                    <a:pt x="100125" y="156558"/>
                    <a:pt x="114099" y="132379"/>
                  </a:cubicBezTo>
                  <a:cubicBezTo>
                    <a:pt x="123182" y="154485"/>
                    <a:pt x="147288" y="156558"/>
                    <a:pt x="157768" y="156558"/>
                  </a:cubicBezTo>
                  <a:cubicBezTo>
                    <a:pt x="183969" y="156558"/>
                    <a:pt x="199341" y="134796"/>
                    <a:pt x="208424" y="114072"/>
                  </a:cubicBezTo>
                  <a:cubicBezTo>
                    <a:pt x="220302" y="87129"/>
                    <a:pt x="231481" y="40844"/>
                    <a:pt x="231481" y="24264"/>
                  </a:cubicBezTo>
                  <a:cubicBezTo>
                    <a:pt x="231481" y="5266"/>
                    <a:pt x="222049" y="85"/>
                    <a:pt x="216110" y="85"/>
                  </a:cubicBezTo>
                  <a:cubicBezTo>
                    <a:pt x="207376" y="85"/>
                    <a:pt x="198642" y="9065"/>
                    <a:pt x="198642" y="16665"/>
                  </a:cubicBezTo>
                  <a:cubicBezTo>
                    <a:pt x="198642" y="21155"/>
                    <a:pt x="200738" y="23227"/>
                    <a:pt x="203882" y="25991"/>
                  </a:cubicBezTo>
                  <a:cubicBezTo>
                    <a:pt x="207725" y="29790"/>
                    <a:pt x="216459" y="38771"/>
                    <a:pt x="216459" y="55351"/>
                  </a:cubicBezTo>
                  <a:cubicBezTo>
                    <a:pt x="216459" y="67095"/>
                    <a:pt x="206328" y="100946"/>
                    <a:pt x="197245" y="118562"/>
                  </a:cubicBezTo>
                  <a:cubicBezTo>
                    <a:pt x="188162" y="136869"/>
                    <a:pt x="175934" y="148958"/>
                    <a:pt x="158816" y="148958"/>
                  </a:cubicBezTo>
                  <a:cubicBezTo>
                    <a:pt x="142397" y="148958"/>
                    <a:pt x="132964" y="138596"/>
                    <a:pt x="132964" y="118907"/>
                  </a:cubicBezTo>
                  <a:cubicBezTo>
                    <a:pt x="132964" y="109236"/>
                    <a:pt x="135410" y="98528"/>
                    <a:pt x="136807" y="93692"/>
                  </a:cubicBezTo>
                  <a:lnTo>
                    <a:pt x="151480" y="35662"/>
                  </a:lnTo>
                  <a:close/>
                </a:path>
              </a:pathLst>
            </a:custGeom>
            <a:solidFill>
              <a:srgbClr val="000000"/>
            </a:solidFill>
            <a:ln w="349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4C46C43-7F1E-753F-C523-8667C94C0969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10206466" y="5367286"/>
              <a:ext cx="89014" cy="160548"/>
            </a:xfrm>
            <a:custGeom>
              <a:avLst/>
              <a:gdLst>
                <a:gd name="connsiteX0" fmla="*/ 55485 w 89014"/>
                <a:gd name="connsiteY0" fmla="*/ 6856 h 160548"/>
                <a:gd name="connsiteX1" fmla="*/ 48149 w 89014"/>
                <a:gd name="connsiteY1" fmla="*/ 86 h 160548"/>
                <a:gd name="connsiteX2" fmla="*/ 218 w 89014"/>
                <a:gd name="connsiteY2" fmla="*/ 15561 h 160548"/>
                <a:gd name="connsiteX3" fmla="*/ 218 w 89014"/>
                <a:gd name="connsiteY3" fmla="*/ 24265 h 160548"/>
                <a:gd name="connsiteX4" fmla="*/ 35677 w 89014"/>
                <a:gd name="connsiteY4" fmla="*/ 17495 h 160548"/>
                <a:gd name="connsiteX5" fmla="*/ 35677 w 89014"/>
                <a:gd name="connsiteY5" fmla="*/ 140808 h 160548"/>
                <a:gd name="connsiteX6" fmla="*/ 11222 w 89014"/>
                <a:gd name="connsiteY6" fmla="*/ 151930 h 160548"/>
                <a:gd name="connsiteX7" fmla="*/ 1930 w 89014"/>
                <a:gd name="connsiteY7" fmla="*/ 151930 h 160548"/>
                <a:gd name="connsiteX8" fmla="*/ 1930 w 89014"/>
                <a:gd name="connsiteY8" fmla="*/ 160635 h 160548"/>
                <a:gd name="connsiteX9" fmla="*/ 45459 w 89014"/>
                <a:gd name="connsiteY9" fmla="*/ 159668 h 160548"/>
                <a:gd name="connsiteX10" fmla="*/ 89233 w 89014"/>
                <a:gd name="connsiteY10" fmla="*/ 160635 h 160548"/>
                <a:gd name="connsiteX11" fmla="*/ 89233 w 89014"/>
                <a:gd name="connsiteY11" fmla="*/ 151930 h 160548"/>
                <a:gd name="connsiteX12" fmla="*/ 79940 w 89014"/>
                <a:gd name="connsiteY12" fmla="*/ 151930 h 160548"/>
                <a:gd name="connsiteX13" fmla="*/ 55485 w 89014"/>
                <a:gd name="connsiteY13" fmla="*/ 140808 h 160548"/>
                <a:gd name="connsiteX14" fmla="*/ 55485 w 89014"/>
                <a:gd name="connsiteY14" fmla="*/ 6856 h 160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9014" h="160548">
                  <a:moveTo>
                    <a:pt x="55485" y="6856"/>
                  </a:moveTo>
                  <a:cubicBezTo>
                    <a:pt x="55485" y="328"/>
                    <a:pt x="54996" y="86"/>
                    <a:pt x="48149" y="86"/>
                  </a:cubicBezTo>
                  <a:cubicBezTo>
                    <a:pt x="32498" y="15319"/>
                    <a:pt x="10244" y="15561"/>
                    <a:pt x="218" y="15561"/>
                  </a:cubicBezTo>
                  <a:lnTo>
                    <a:pt x="218" y="24265"/>
                  </a:lnTo>
                  <a:cubicBezTo>
                    <a:pt x="6087" y="24265"/>
                    <a:pt x="22227" y="24265"/>
                    <a:pt x="35677" y="17495"/>
                  </a:cubicBezTo>
                  <a:lnTo>
                    <a:pt x="35677" y="140808"/>
                  </a:lnTo>
                  <a:cubicBezTo>
                    <a:pt x="35677" y="148787"/>
                    <a:pt x="35677" y="151930"/>
                    <a:pt x="11222" y="151930"/>
                  </a:cubicBezTo>
                  <a:lnTo>
                    <a:pt x="1930" y="151930"/>
                  </a:lnTo>
                  <a:lnTo>
                    <a:pt x="1930" y="160635"/>
                  </a:lnTo>
                  <a:cubicBezTo>
                    <a:pt x="6332" y="160393"/>
                    <a:pt x="36411" y="159668"/>
                    <a:pt x="45459" y="159668"/>
                  </a:cubicBezTo>
                  <a:cubicBezTo>
                    <a:pt x="53040" y="159668"/>
                    <a:pt x="83853" y="160393"/>
                    <a:pt x="89233" y="160635"/>
                  </a:cubicBezTo>
                  <a:lnTo>
                    <a:pt x="89233" y="151930"/>
                  </a:lnTo>
                  <a:lnTo>
                    <a:pt x="79940" y="151930"/>
                  </a:lnTo>
                  <a:cubicBezTo>
                    <a:pt x="55485" y="151930"/>
                    <a:pt x="55485" y="148787"/>
                    <a:pt x="55485" y="140808"/>
                  </a:cubicBezTo>
                  <a:lnTo>
                    <a:pt x="55485" y="6856"/>
                  </a:lnTo>
                  <a:close/>
                </a:path>
              </a:pathLst>
            </a:custGeom>
            <a:solidFill>
              <a:srgbClr val="000000"/>
            </a:solidFill>
            <a:ln w="349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F231EED-A5C4-B95D-31B0-B294FB19B849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10366579" y="5439409"/>
              <a:ext cx="40874" cy="103279"/>
            </a:xfrm>
            <a:custGeom>
              <a:avLst/>
              <a:gdLst>
                <a:gd name="connsiteX0" fmla="*/ 41096 w 40874"/>
                <a:gd name="connsiteY0" fmla="*/ 36353 h 103279"/>
                <a:gd name="connsiteX1" fmla="*/ 18738 w 40874"/>
                <a:gd name="connsiteY1" fmla="*/ 85 h 103279"/>
                <a:gd name="connsiteX2" fmla="*/ 222 w 40874"/>
                <a:gd name="connsiteY2" fmla="*/ 18392 h 103279"/>
                <a:gd name="connsiteX3" fmla="*/ 18738 w 40874"/>
                <a:gd name="connsiteY3" fmla="*/ 36699 h 103279"/>
                <a:gd name="connsiteX4" fmla="*/ 30965 w 40874"/>
                <a:gd name="connsiteY4" fmla="*/ 32208 h 103279"/>
                <a:gd name="connsiteX5" fmla="*/ 32712 w 40874"/>
                <a:gd name="connsiteY5" fmla="*/ 31172 h 103279"/>
                <a:gd name="connsiteX6" fmla="*/ 33411 w 40874"/>
                <a:gd name="connsiteY6" fmla="*/ 36353 h 103279"/>
                <a:gd name="connsiteX7" fmla="*/ 9655 w 40874"/>
                <a:gd name="connsiteY7" fmla="*/ 94037 h 103279"/>
                <a:gd name="connsiteX8" fmla="*/ 5812 w 40874"/>
                <a:gd name="connsiteY8" fmla="*/ 99564 h 103279"/>
                <a:gd name="connsiteX9" fmla="*/ 9305 w 40874"/>
                <a:gd name="connsiteY9" fmla="*/ 103364 h 103279"/>
                <a:gd name="connsiteX10" fmla="*/ 41096 w 40874"/>
                <a:gd name="connsiteY10" fmla="*/ 36353 h 103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874" h="103279">
                  <a:moveTo>
                    <a:pt x="41096" y="36353"/>
                  </a:moveTo>
                  <a:cubicBezTo>
                    <a:pt x="41096" y="13556"/>
                    <a:pt x="32363" y="85"/>
                    <a:pt x="18738" y="85"/>
                  </a:cubicBezTo>
                  <a:cubicBezTo>
                    <a:pt x="7209" y="85"/>
                    <a:pt x="222" y="8720"/>
                    <a:pt x="222" y="18392"/>
                  </a:cubicBezTo>
                  <a:cubicBezTo>
                    <a:pt x="222" y="27718"/>
                    <a:pt x="7209" y="36699"/>
                    <a:pt x="18738" y="36699"/>
                  </a:cubicBezTo>
                  <a:cubicBezTo>
                    <a:pt x="22930" y="36699"/>
                    <a:pt x="27472" y="35317"/>
                    <a:pt x="30965" y="32208"/>
                  </a:cubicBezTo>
                  <a:cubicBezTo>
                    <a:pt x="32013" y="31517"/>
                    <a:pt x="32363" y="31172"/>
                    <a:pt x="32712" y="31172"/>
                  </a:cubicBezTo>
                  <a:cubicBezTo>
                    <a:pt x="33061" y="31172"/>
                    <a:pt x="33411" y="31517"/>
                    <a:pt x="33411" y="36353"/>
                  </a:cubicBezTo>
                  <a:cubicBezTo>
                    <a:pt x="33411" y="61914"/>
                    <a:pt x="21183" y="82639"/>
                    <a:pt x="9655" y="94037"/>
                  </a:cubicBezTo>
                  <a:cubicBezTo>
                    <a:pt x="5812" y="97837"/>
                    <a:pt x="5812" y="98528"/>
                    <a:pt x="5812" y="99564"/>
                  </a:cubicBezTo>
                  <a:cubicBezTo>
                    <a:pt x="5812" y="101982"/>
                    <a:pt x="7559" y="103364"/>
                    <a:pt x="9305" y="103364"/>
                  </a:cubicBezTo>
                  <a:cubicBezTo>
                    <a:pt x="13148" y="103364"/>
                    <a:pt x="41096" y="76767"/>
                    <a:pt x="41096" y="36353"/>
                  </a:cubicBezTo>
                  <a:close/>
                </a:path>
              </a:pathLst>
            </a:custGeom>
            <a:solidFill>
              <a:srgbClr val="000000"/>
            </a:solidFill>
            <a:ln w="349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AC8420-8564-0418-6AA3-AF2E09348EDE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0521845" y="5439409"/>
              <a:ext cx="37031" cy="36613"/>
            </a:xfrm>
            <a:custGeom>
              <a:avLst/>
              <a:gdLst>
                <a:gd name="connsiteX0" fmla="*/ 37258 w 37031"/>
                <a:gd name="connsiteY0" fmla="*/ 18392 h 36613"/>
                <a:gd name="connsiteX1" fmla="*/ 18742 w 37031"/>
                <a:gd name="connsiteY1" fmla="*/ 85 h 36613"/>
                <a:gd name="connsiteX2" fmla="*/ 227 w 37031"/>
                <a:gd name="connsiteY2" fmla="*/ 18392 h 36613"/>
                <a:gd name="connsiteX3" fmla="*/ 18742 w 37031"/>
                <a:gd name="connsiteY3" fmla="*/ 36699 h 36613"/>
                <a:gd name="connsiteX4" fmla="*/ 37258 w 37031"/>
                <a:gd name="connsiteY4" fmla="*/ 18392 h 36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031" h="36613">
                  <a:moveTo>
                    <a:pt x="37258" y="18392"/>
                  </a:moveTo>
                  <a:cubicBezTo>
                    <a:pt x="37258" y="8375"/>
                    <a:pt x="28874" y="85"/>
                    <a:pt x="18742" y="85"/>
                  </a:cubicBezTo>
                  <a:cubicBezTo>
                    <a:pt x="8611" y="85"/>
                    <a:pt x="227" y="8375"/>
                    <a:pt x="227" y="18392"/>
                  </a:cubicBezTo>
                  <a:cubicBezTo>
                    <a:pt x="227" y="28409"/>
                    <a:pt x="8611" y="36699"/>
                    <a:pt x="18742" y="36699"/>
                  </a:cubicBezTo>
                  <a:cubicBezTo>
                    <a:pt x="28874" y="36699"/>
                    <a:pt x="37258" y="28409"/>
                    <a:pt x="37258" y="18392"/>
                  </a:cubicBezTo>
                  <a:close/>
                </a:path>
              </a:pathLst>
            </a:custGeom>
            <a:solidFill>
              <a:srgbClr val="000000"/>
            </a:solidFill>
            <a:ln w="349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6558ACC-B839-9DFF-8B8B-9D6111A1AE27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10677111" y="5439409"/>
              <a:ext cx="37031" cy="36613"/>
            </a:xfrm>
            <a:custGeom>
              <a:avLst/>
              <a:gdLst>
                <a:gd name="connsiteX0" fmla="*/ 37262 w 37031"/>
                <a:gd name="connsiteY0" fmla="*/ 18392 h 36613"/>
                <a:gd name="connsiteX1" fmla="*/ 18747 w 37031"/>
                <a:gd name="connsiteY1" fmla="*/ 85 h 36613"/>
                <a:gd name="connsiteX2" fmla="*/ 231 w 37031"/>
                <a:gd name="connsiteY2" fmla="*/ 18392 h 36613"/>
                <a:gd name="connsiteX3" fmla="*/ 18747 w 37031"/>
                <a:gd name="connsiteY3" fmla="*/ 36699 h 36613"/>
                <a:gd name="connsiteX4" fmla="*/ 37262 w 37031"/>
                <a:gd name="connsiteY4" fmla="*/ 18392 h 36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031" h="36613">
                  <a:moveTo>
                    <a:pt x="37262" y="18392"/>
                  </a:moveTo>
                  <a:cubicBezTo>
                    <a:pt x="37262" y="8375"/>
                    <a:pt x="28878" y="85"/>
                    <a:pt x="18747" y="85"/>
                  </a:cubicBezTo>
                  <a:cubicBezTo>
                    <a:pt x="8616" y="85"/>
                    <a:pt x="231" y="8375"/>
                    <a:pt x="231" y="18392"/>
                  </a:cubicBezTo>
                  <a:cubicBezTo>
                    <a:pt x="231" y="28409"/>
                    <a:pt x="8616" y="36699"/>
                    <a:pt x="18747" y="36699"/>
                  </a:cubicBezTo>
                  <a:cubicBezTo>
                    <a:pt x="28878" y="36699"/>
                    <a:pt x="37262" y="28409"/>
                    <a:pt x="37262" y="18392"/>
                  </a:cubicBezTo>
                  <a:close/>
                </a:path>
              </a:pathLst>
            </a:custGeom>
            <a:solidFill>
              <a:srgbClr val="000000"/>
            </a:solidFill>
            <a:ln w="349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D995935-4374-08CA-F4CC-5BB1CB65063B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10832377" y="5439409"/>
              <a:ext cx="37031" cy="36613"/>
            </a:xfrm>
            <a:custGeom>
              <a:avLst/>
              <a:gdLst>
                <a:gd name="connsiteX0" fmla="*/ 37267 w 37031"/>
                <a:gd name="connsiteY0" fmla="*/ 18392 h 36613"/>
                <a:gd name="connsiteX1" fmla="*/ 18751 w 37031"/>
                <a:gd name="connsiteY1" fmla="*/ 85 h 36613"/>
                <a:gd name="connsiteX2" fmla="*/ 236 w 37031"/>
                <a:gd name="connsiteY2" fmla="*/ 18392 h 36613"/>
                <a:gd name="connsiteX3" fmla="*/ 18751 w 37031"/>
                <a:gd name="connsiteY3" fmla="*/ 36699 h 36613"/>
                <a:gd name="connsiteX4" fmla="*/ 37267 w 37031"/>
                <a:gd name="connsiteY4" fmla="*/ 18392 h 36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031" h="36613">
                  <a:moveTo>
                    <a:pt x="37267" y="18392"/>
                  </a:moveTo>
                  <a:cubicBezTo>
                    <a:pt x="37267" y="8375"/>
                    <a:pt x="28882" y="85"/>
                    <a:pt x="18751" y="85"/>
                  </a:cubicBezTo>
                  <a:cubicBezTo>
                    <a:pt x="8620" y="85"/>
                    <a:pt x="236" y="8375"/>
                    <a:pt x="236" y="18392"/>
                  </a:cubicBezTo>
                  <a:cubicBezTo>
                    <a:pt x="236" y="28409"/>
                    <a:pt x="8620" y="36699"/>
                    <a:pt x="18751" y="36699"/>
                  </a:cubicBezTo>
                  <a:cubicBezTo>
                    <a:pt x="28882" y="36699"/>
                    <a:pt x="37267" y="28409"/>
                    <a:pt x="37267" y="18392"/>
                  </a:cubicBezTo>
                  <a:close/>
                </a:path>
              </a:pathLst>
            </a:custGeom>
            <a:solidFill>
              <a:srgbClr val="000000"/>
            </a:solidFill>
            <a:ln w="349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2267B21-6247-0599-DDA2-25A8B3AA7996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10987643" y="5439409"/>
              <a:ext cx="40874" cy="103279"/>
            </a:xfrm>
            <a:custGeom>
              <a:avLst/>
              <a:gdLst>
                <a:gd name="connsiteX0" fmla="*/ 41114 w 40874"/>
                <a:gd name="connsiteY0" fmla="*/ 36353 h 103279"/>
                <a:gd name="connsiteX1" fmla="*/ 18756 w 40874"/>
                <a:gd name="connsiteY1" fmla="*/ 85 h 103279"/>
                <a:gd name="connsiteX2" fmla="*/ 240 w 40874"/>
                <a:gd name="connsiteY2" fmla="*/ 18392 h 103279"/>
                <a:gd name="connsiteX3" fmla="*/ 18756 w 40874"/>
                <a:gd name="connsiteY3" fmla="*/ 36699 h 103279"/>
                <a:gd name="connsiteX4" fmla="*/ 30983 w 40874"/>
                <a:gd name="connsiteY4" fmla="*/ 32208 h 103279"/>
                <a:gd name="connsiteX5" fmla="*/ 32730 w 40874"/>
                <a:gd name="connsiteY5" fmla="*/ 31172 h 103279"/>
                <a:gd name="connsiteX6" fmla="*/ 33428 w 40874"/>
                <a:gd name="connsiteY6" fmla="*/ 36353 h 103279"/>
                <a:gd name="connsiteX7" fmla="*/ 9673 w 40874"/>
                <a:gd name="connsiteY7" fmla="*/ 94037 h 103279"/>
                <a:gd name="connsiteX8" fmla="*/ 5830 w 40874"/>
                <a:gd name="connsiteY8" fmla="*/ 99564 h 103279"/>
                <a:gd name="connsiteX9" fmla="*/ 9323 w 40874"/>
                <a:gd name="connsiteY9" fmla="*/ 103364 h 103279"/>
                <a:gd name="connsiteX10" fmla="*/ 41114 w 40874"/>
                <a:gd name="connsiteY10" fmla="*/ 36353 h 103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874" h="103279">
                  <a:moveTo>
                    <a:pt x="41114" y="36353"/>
                  </a:moveTo>
                  <a:cubicBezTo>
                    <a:pt x="41114" y="13556"/>
                    <a:pt x="32380" y="85"/>
                    <a:pt x="18756" y="85"/>
                  </a:cubicBezTo>
                  <a:cubicBezTo>
                    <a:pt x="7227" y="85"/>
                    <a:pt x="240" y="8720"/>
                    <a:pt x="240" y="18392"/>
                  </a:cubicBezTo>
                  <a:cubicBezTo>
                    <a:pt x="240" y="27718"/>
                    <a:pt x="7227" y="36699"/>
                    <a:pt x="18756" y="36699"/>
                  </a:cubicBezTo>
                  <a:cubicBezTo>
                    <a:pt x="22948" y="36699"/>
                    <a:pt x="27489" y="35317"/>
                    <a:pt x="30983" y="32208"/>
                  </a:cubicBezTo>
                  <a:cubicBezTo>
                    <a:pt x="32031" y="31517"/>
                    <a:pt x="32380" y="31172"/>
                    <a:pt x="32730" y="31172"/>
                  </a:cubicBezTo>
                  <a:cubicBezTo>
                    <a:pt x="33079" y="31172"/>
                    <a:pt x="33428" y="31517"/>
                    <a:pt x="33428" y="36353"/>
                  </a:cubicBezTo>
                  <a:cubicBezTo>
                    <a:pt x="33428" y="61914"/>
                    <a:pt x="21201" y="82639"/>
                    <a:pt x="9673" y="94037"/>
                  </a:cubicBezTo>
                  <a:cubicBezTo>
                    <a:pt x="5830" y="97837"/>
                    <a:pt x="5830" y="98528"/>
                    <a:pt x="5830" y="99564"/>
                  </a:cubicBezTo>
                  <a:cubicBezTo>
                    <a:pt x="5830" y="101982"/>
                    <a:pt x="7576" y="103364"/>
                    <a:pt x="9323" y="103364"/>
                  </a:cubicBezTo>
                  <a:cubicBezTo>
                    <a:pt x="13166" y="103364"/>
                    <a:pt x="41114" y="76767"/>
                    <a:pt x="41114" y="36353"/>
                  </a:cubicBezTo>
                  <a:close/>
                </a:path>
              </a:pathLst>
            </a:custGeom>
            <a:solidFill>
              <a:srgbClr val="000000"/>
            </a:solidFill>
            <a:ln w="349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FE12BB3-6100-FADF-8381-A7305B9A7A81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11122996" y="5323350"/>
              <a:ext cx="231270" cy="156472"/>
            </a:xfrm>
            <a:custGeom>
              <a:avLst/>
              <a:gdLst>
                <a:gd name="connsiteX0" fmla="*/ 151513 w 231270"/>
                <a:gd name="connsiteY0" fmla="*/ 35662 h 156472"/>
                <a:gd name="connsiteX1" fmla="*/ 156754 w 231270"/>
                <a:gd name="connsiteY1" fmla="*/ 13210 h 156472"/>
                <a:gd name="connsiteX2" fmla="*/ 146623 w 231270"/>
                <a:gd name="connsiteY2" fmla="*/ 3884 h 156472"/>
                <a:gd name="connsiteX3" fmla="*/ 133697 w 231270"/>
                <a:gd name="connsiteY3" fmla="*/ 13556 h 156472"/>
                <a:gd name="connsiteX4" fmla="*/ 113784 w 231270"/>
                <a:gd name="connsiteY4" fmla="*/ 90929 h 156472"/>
                <a:gd name="connsiteX5" fmla="*/ 110639 w 231270"/>
                <a:gd name="connsiteY5" fmla="*/ 113726 h 156472"/>
                <a:gd name="connsiteX6" fmla="*/ 110989 w 231270"/>
                <a:gd name="connsiteY6" fmla="*/ 119944 h 156472"/>
                <a:gd name="connsiteX7" fmla="*/ 78848 w 231270"/>
                <a:gd name="connsiteY7" fmla="*/ 148958 h 156472"/>
                <a:gd name="connsiteX8" fmla="*/ 50900 w 231270"/>
                <a:gd name="connsiteY8" fmla="*/ 117526 h 156472"/>
                <a:gd name="connsiteX9" fmla="*/ 69067 w 231270"/>
                <a:gd name="connsiteY9" fmla="*/ 50515 h 156472"/>
                <a:gd name="connsiteX10" fmla="*/ 75006 w 231270"/>
                <a:gd name="connsiteY10" fmla="*/ 28409 h 156472"/>
                <a:gd name="connsiteX11" fmla="*/ 46359 w 231270"/>
                <a:gd name="connsiteY11" fmla="*/ 85 h 156472"/>
                <a:gd name="connsiteX12" fmla="*/ 244 w 231270"/>
                <a:gd name="connsiteY12" fmla="*/ 53279 h 156472"/>
                <a:gd name="connsiteX13" fmla="*/ 4437 w 231270"/>
                <a:gd name="connsiteY13" fmla="*/ 56733 h 156472"/>
                <a:gd name="connsiteX14" fmla="*/ 10026 w 231270"/>
                <a:gd name="connsiteY14" fmla="*/ 50515 h 156472"/>
                <a:gd name="connsiteX15" fmla="*/ 45311 w 231270"/>
                <a:gd name="connsiteY15" fmla="*/ 7684 h 156472"/>
                <a:gd name="connsiteX16" fmla="*/ 54045 w 231270"/>
                <a:gd name="connsiteY16" fmla="*/ 19082 h 156472"/>
                <a:gd name="connsiteX17" fmla="*/ 47756 w 231270"/>
                <a:gd name="connsiteY17" fmla="*/ 43262 h 156472"/>
                <a:gd name="connsiteX18" fmla="*/ 28193 w 231270"/>
                <a:gd name="connsiteY18" fmla="*/ 113035 h 156472"/>
                <a:gd name="connsiteX19" fmla="*/ 77800 w 231270"/>
                <a:gd name="connsiteY19" fmla="*/ 156558 h 156472"/>
                <a:gd name="connsiteX20" fmla="*/ 114133 w 231270"/>
                <a:gd name="connsiteY20" fmla="*/ 132379 h 156472"/>
                <a:gd name="connsiteX21" fmla="*/ 157802 w 231270"/>
                <a:gd name="connsiteY21" fmla="*/ 156558 h 156472"/>
                <a:gd name="connsiteX22" fmla="*/ 208458 w 231270"/>
                <a:gd name="connsiteY22" fmla="*/ 114072 h 156472"/>
                <a:gd name="connsiteX23" fmla="*/ 231515 w 231270"/>
                <a:gd name="connsiteY23" fmla="*/ 24264 h 156472"/>
                <a:gd name="connsiteX24" fmla="*/ 216143 w 231270"/>
                <a:gd name="connsiteY24" fmla="*/ 85 h 156472"/>
                <a:gd name="connsiteX25" fmla="*/ 198676 w 231270"/>
                <a:gd name="connsiteY25" fmla="*/ 16665 h 156472"/>
                <a:gd name="connsiteX26" fmla="*/ 203916 w 231270"/>
                <a:gd name="connsiteY26" fmla="*/ 25991 h 156472"/>
                <a:gd name="connsiteX27" fmla="*/ 216493 w 231270"/>
                <a:gd name="connsiteY27" fmla="*/ 55351 h 156472"/>
                <a:gd name="connsiteX28" fmla="*/ 197278 w 231270"/>
                <a:gd name="connsiteY28" fmla="*/ 118562 h 156472"/>
                <a:gd name="connsiteX29" fmla="*/ 158850 w 231270"/>
                <a:gd name="connsiteY29" fmla="*/ 148958 h 156472"/>
                <a:gd name="connsiteX30" fmla="*/ 132998 w 231270"/>
                <a:gd name="connsiteY30" fmla="*/ 118907 h 156472"/>
                <a:gd name="connsiteX31" fmla="*/ 136841 w 231270"/>
                <a:gd name="connsiteY31" fmla="*/ 93692 h 156472"/>
                <a:gd name="connsiteX32" fmla="*/ 151513 w 231270"/>
                <a:gd name="connsiteY32" fmla="*/ 35662 h 156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1270" h="156472">
                  <a:moveTo>
                    <a:pt x="151513" y="35662"/>
                  </a:moveTo>
                  <a:cubicBezTo>
                    <a:pt x="153260" y="28063"/>
                    <a:pt x="156754" y="15283"/>
                    <a:pt x="156754" y="13210"/>
                  </a:cubicBezTo>
                  <a:cubicBezTo>
                    <a:pt x="156754" y="6993"/>
                    <a:pt x="151863" y="3884"/>
                    <a:pt x="146623" y="3884"/>
                  </a:cubicBezTo>
                  <a:cubicBezTo>
                    <a:pt x="142430" y="3884"/>
                    <a:pt x="136142" y="6648"/>
                    <a:pt x="133697" y="13556"/>
                  </a:cubicBezTo>
                  <a:cubicBezTo>
                    <a:pt x="132649" y="15974"/>
                    <a:pt x="116229" y="81948"/>
                    <a:pt x="113784" y="90929"/>
                  </a:cubicBezTo>
                  <a:cubicBezTo>
                    <a:pt x="111338" y="101291"/>
                    <a:pt x="110639" y="107509"/>
                    <a:pt x="110639" y="113726"/>
                  </a:cubicBezTo>
                  <a:cubicBezTo>
                    <a:pt x="110639" y="117526"/>
                    <a:pt x="110639" y="118217"/>
                    <a:pt x="110989" y="119944"/>
                  </a:cubicBezTo>
                  <a:cubicBezTo>
                    <a:pt x="102954" y="138251"/>
                    <a:pt x="92473" y="148958"/>
                    <a:pt x="78848" y="148958"/>
                  </a:cubicBezTo>
                  <a:cubicBezTo>
                    <a:pt x="50900" y="148958"/>
                    <a:pt x="50900" y="123398"/>
                    <a:pt x="50900" y="117526"/>
                  </a:cubicBezTo>
                  <a:cubicBezTo>
                    <a:pt x="50900" y="106472"/>
                    <a:pt x="52647" y="93001"/>
                    <a:pt x="69067" y="50515"/>
                  </a:cubicBezTo>
                  <a:cubicBezTo>
                    <a:pt x="72909" y="40153"/>
                    <a:pt x="75006" y="35317"/>
                    <a:pt x="75006" y="28409"/>
                  </a:cubicBezTo>
                  <a:cubicBezTo>
                    <a:pt x="75006" y="12865"/>
                    <a:pt x="63477" y="85"/>
                    <a:pt x="46359" y="85"/>
                  </a:cubicBezTo>
                  <a:cubicBezTo>
                    <a:pt x="13170" y="85"/>
                    <a:pt x="244" y="50170"/>
                    <a:pt x="244" y="53279"/>
                  </a:cubicBezTo>
                  <a:cubicBezTo>
                    <a:pt x="244" y="56733"/>
                    <a:pt x="3738" y="56733"/>
                    <a:pt x="4437" y="56733"/>
                  </a:cubicBezTo>
                  <a:cubicBezTo>
                    <a:pt x="7930" y="56733"/>
                    <a:pt x="8280" y="56042"/>
                    <a:pt x="10026" y="50515"/>
                  </a:cubicBezTo>
                  <a:cubicBezTo>
                    <a:pt x="19459" y="18392"/>
                    <a:pt x="33083" y="7684"/>
                    <a:pt x="45311" y="7684"/>
                  </a:cubicBezTo>
                  <a:cubicBezTo>
                    <a:pt x="48455" y="7684"/>
                    <a:pt x="54045" y="8029"/>
                    <a:pt x="54045" y="19082"/>
                  </a:cubicBezTo>
                  <a:cubicBezTo>
                    <a:pt x="54045" y="27718"/>
                    <a:pt x="50202" y="37389"/>
                    <a:pt x="47756" y="43262"/>
                  </a:cubicBezTo>
                  <a:cubicBezTo>
                    <a:pt x="32385" y="84020"/>
                    <a:pt x="28193" y="99910"/>
                    <a:pt x="28193" y="113035"/>
                  </a:cubicBezTo>
                  <a:cubicBezTo>
                    <a:pt x="28193" y="144468"/>
                    <a:pt x="51599" y="156558"/>
                    <a:pt x="77800" y="156558"/>
                  </a:cubicBezTo>
                  <a:cubicBezTo>
                    <a:pt x="83739" y="156558"/>
                    <a:pt x="100159" y="156558"/>
                    <a:pt x="114133" y="132379"/>
                  </a:cubicBezTo>
                  <a:cubicBezTo>
                    <a:pt x="123216" y="154485"/>
                    <a:pt x="147321" y="156558"/>
                    <a:pt x="157802" y="156558"/>
                  </a:cubicBezTo>
                  <a:cubicBezTo>
                    <a:pt x="184003" y="156558"/>
                    <a:pt x="199375" y="134796"/>
                    <a:pt x="208458" y="114072"/>
                  </a:cubicBezTo>
                  <a:cubicBezTo>
                    <a:pt x="220336" y="87129"/>
                    <a:pt x="231515" y="40844"/>
                    <a:pt x="231515" y="24264"/>
                  </a:cubicBezTo>
                  <a:cubicBezTo>
                    <a:pt x="231515" y="5266"/>
                    <a:pt x="222082" y="85"/>
                    <a:pt x="216143" y="85"/>
                  </a:cubicBezTo>
                  <a:cubicBezTo>
                    <a:pt x="207410" y="85"/>
                    <a:pt x="198676" y="9065"/>
                    <a:pt x="198676" y="16665"/>
                  </a:cubicBezTo>
                  <a:cubicBezTo>
                    <a:pt x="198676" y="21155"/>
                    <a:pt x="200772" y="23227"/>
                    <a:pt x="203916" y="25991"/>
                  </a:cubicBezTo>
                  <a:cubicBezTo>
                    <a:pt x="207759" y="29790"/>
                    <a:pt x="216493" y="38771"/>
                    <a:pt x="216493" y="55351"/>
                  </a:cubicBezTo>
                  <a:cubicBezTo>
                    <a:pt x="216493" y="67095"/>
                    <a:pt x="206362" y="100946"/>
                    <a:pt x="197278" y="118562"/>
                  </a:cubicBezTo>
                  <a:cubicBezTo>
                    <a:pt x="188195" y="136869"/>
                    <a:pt x="175968" y="148958"/>
                    <a:pt x="158850" y="148958"/>
                  </a:cubicBezTo>
                  <a:cubicBezTo>
                    <a:pt x="142430" y="148958"/>
                    <a:pt x="132998" y="138596"/>
                    <a:pt x="132998" y="118907"/>
                  </a:cubicBezTo>
                  <a:cubicBezTo>
                    <a:pt x="132998" y="109236"/>
                    <a:pt x="135443" y="98528"/>
                    <a:pt x="136841" y="93692"/>
                  </a:cubicBezTo>
                  <a:lnTo>
                    <a:pt x="151513" y="35662"/>
                  </a:lnTo>
                  <a:close/>
                </a:path>
              </a:pathLst>
            </a:custGeom>
            <a:solidFill>
              <a:srgbClr val="000000"/>
            </a:solidFill>
            <a:ln w="349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A6327FF-E67F-F7AC-6522-B4F0EEAE2871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11381312" y="5360033"/>
              <a:ext cx="120316" cy="170220"/>
            </a:xfrm>
            <a:custGeom>
              <a:avLst/>
              <a:gdLst>
                <a:gd name="connsiteX0" fmla="*/ 58453 w 120316"/>
                <a:gd name="connsiteY0" fmla="*/ 7340 h 170220"/>
                <a:gd name="connsiteX1" fmla="*/ 59432 w 120316"/>
                <a:gd name="connsiteY1" fmla="*/ 3471 h 170220"/>
                <a:gd name="connsiteX2" fmla="*/ 55519 w 120316"/>
                <a:gd name="connsiteY2" fmla="*/ 86 h 170220"/>
                <a:gd name="connsiteX3" fmla="*/ 24217 w 120316"/>
                <a:gd name="connsiteY3" fmla="*/ 2504 h 170220"/>
                <a:gd name="connsiteX4" fmla="*/ 18837 w 120316"/>
                <a:gd name="connsiteY4" fmla="*/ 8065 h 170220"/>
                <a:gd name="connsiteX5" fmla="*/ 25195 w 120316"/>
                <a:gd name="connsiteY5" fmla="*/ 11450 h 170220"/>
                <a:gd name="connsiteX6" fmla="*/ 36933 w 120316"/>
                <a:gd name="connsiteY6" fmla="*/ 15077 h 170220"/>
                <a:gd name="connsiteX7" fmla="*/ 35955 w 120316"/>
                <a:gd name="connsiteY7" fmla="*/ 20397 h 170220"/>
                <a:gd name="connsiteX8" fmla="*/ 1474 w 120316"/>
                <a:gd name="connsiteY8" fmla="*/ 157250 h 170220"/>
                <a:gd name="connsiteX9" fmla="*/ 252 w 120316"/>
                <a:gd name="connsiteY9" fmla="*/ 162569 h 170220"/>
                <a:gd name="connsiteX10" fmla="*/ 8566 w 120316"/>
                <a:gd name="connsiteY10" fmla="*/ 170307 h 170220"/>
                <a:gd name="connsiteX11" fmla="*/ 19815 w 120316"/>
                <a:gd name="connsiteY11" fmla="*/ 160151 h 170220"/>
                <a:gd name="connsiteX12" fmla="*/ 31798 w 120316"/>
                <a:gd name="connsiteY12" fmla="*/ 113244 h 170220"/>
                <a:gd name="connsiteX13" fmla="*/ 63100 w 120316"/>
                <a:gd name="connsiteY13" fmla="*/ 133071 h 170220"/>
                <a:gd name="connsiteX14" fmla="*/ 62611 w 120316"/>
                <a:gd name="connsiteY14" fmla="*/ 137907 h 170220"/>
                <a:gd name="connsiteX15" fmla="*/ 61633 w 120316"/>
                <a:gd name="connsiteY15" fmla="*/ 145402 h 170220"/>
                <a:gd name="connsiteX16" fmla="*/ 87554 w 120316"/>
                <a:gd name="connsiteY16" fmla="*/ 170307 h 170220"/>
                <a:gd name="connsiteX17" fmla="*/ 118612 w 120316"/>
                <a:gd name="connsiteY17" fmla="*/ 133313 h 170220"/>
                <a:gd name="connsiteX18" fmla="*/ 114699 w 120316"/>
                <a:gd name="connsiteY18" fmla="*/ 130169 h 170220"/>
                <a:gd name="connsiteX19" fmla="*/ 109808 w 120316"/>
                <a:gd name="connsiteY19" fmla="*/ 135972 h 170220"/>
                <a:gd name="connsiteX20" fmla="*/ 88288 w 120316"/>
                <a:gd name="connsiteY20" fmla="*/ 163536 h 170220"/>
                <a:gd name="connsiteX21" fmla="*/ 79729 w 120316"/>
                <a:gd name="connsiteY21" fmla="*/ 150963 h 170220"/>
                <a:gd name="connsiteX22" fmla="*/ 81196 w 120316"/>
                <a:gd name="connsiteY22" fmla="*/ 140083 h 170220"/>
                <a:gd name="connsiteX23" fmla="*/ 82419 w 120316"/>
                <a:gd name="connsiteY23" fmla="*/ 132587 h 170220"/>
                <a:gd name="connsiteX24" fmla="*/ 42803 w 120316"/>
                <a:gd name="connsiteY24" fmla="*/ 106957 h 170220"/>
                <a:gd name="connsiteX25" fmla="*/ 63100 w 120316"/>
                <a:gd name="connsiteY25" fmla="*/ 90999 h 170220"/>
                <a:gd name="connsiteX26" fmla="*/ 101494 w 120316"/>
                <a:gd name="connsiteY26" fmla="*/ 68029 h 170220"/>
                <a:gd name="connsiteX27" fmla="*/ 109564 w 120316"/>
                <a:gd name="connsiteY27" fmla="*/ 71173 h 170220"/>
                <a:gd name="connsiteX28" fmla="*/ 96847 w 120316"/>
                <a:gd name="connsiteY28" fmla="*/ 84713 h 170220"/>
                <a:gd name="connsiteX29" fmla="*/ 106629 w 120316"/>
                <a:gd name="connsiteY29" fmla="*/ 93659 h 170220"/>
                <a:gd name="connsiteX30" fmla="*/ 120568 w 120316"/>
                <a:gd name="connsiteY30" fmla="*/ 78184 h 170220"/>
                <a:gd name="connsiteX31" fmla="*/ 101738 w 120316"/>
                <a:gd name="connsiteY31" fmla="*/ 61259 h 170220"/>
                <a:gd name="connsiteX32" fmla="*/ 62611 w 120316"/>
                <a:gd name="connsiteY32" fmla="*/ 82537 h 170220"/>
                <a:gd name="connsiteX33" fmla="*/ 34243 w 120316"/>
                <a:gd name="connsiteY33" fmla="*/ 103814 h 170220"/>
                <a:gd name="connsiteX34" fmla="*/ 58453 w 120316"/>
                <a:gd name="connsiteY34" fmla="*/ 7340 h 170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0316" h="170220">
                  <a:moveTo>
                    <a:pt x="58453" y="7340"/>
                  </a:moveTo>
                  <a:cubicBezTo>
                    <a:pt x="58698" y="6856"/>
                    <a:pt x="59432" y="3713"/>
                    <a:pt x="59432" y="3471"/>
                  </a:cubicBezTo>
                  <a:cubicBezTo>
                    <a:pt x="59432" y="2262"/>
                    <a:pt x="58453" y="86"/>
                    <a:pt x="55519" y="86"/>
                  </a:cubicBezTo>
                  <a:cubicBezTo>
                    <a:pt x="50628" y="86"/>
                    <a:pt x="30331" y="2021"/>
                    <a:pt x="24217" y="2504"/>
                  </a:cubicBezTo>
                  <a:cubicBezTo>
                    <a:pt x="22261" y="2746"/>
                    <a:pt x="18837" y="2988"/>
                    <a:pt x="18837" y="8065"/>
                  </a:cubicBezTo>
                  <a:cubicBezTo>
                    <a:pt x="18837" y="11450"/>
                    <a:pt x="22261" y="11450"/>
                    <a:pt x="25195" y="11450"/>
                  </a:cubicBezTo>
                  <a:cubicBezTo>
                    <a:pt x="36933" y="11450"/>
                    <a:pt x="36933" y="13143"/>
                    <a:pt x="36933" y="15077"/>
                  </a:cubicBezTo>
                  <a:cubicBezTo>
                    <a:pt x="36933" y="16770"/>
                    <a:pt x="36444" y="18220"/>
                    <a:pt x="35955" y="20397"/>
                  </a:cubicBezTo>
                  <a:lnTo>
                    <a:pt x="1474" y="157250"/>
                  </a:lnTo>
                  <a:cubicBezTo>
                    <a:pt x="252" y="161602"/>
                    <a:pt x="252" y="162086"/>
                    <a:pt x="252" y="162569"/>
                  </a:cubicBezTo>
                  <a:cubicBezTo>
                    <a:pt x="252" y="166196"/>
                    <a:pt x="3186" y="170307"/>
                    <a:pt x="8566" y="170307"/>
                  </a:cubicBezTo>
                  <a:cubicBezTo>
                    <a:pt x="15169" y="170307"/>
                    <a:pt x="18348" y="165471"/>
                    <a:pt x="19815" y="160151"/>
                  </a:cubicBezTo>
                  <a:cubicBezTo>
                    <a:pt x="20304" y="159184"/>
                    <a:pt x="30820" y="116629"/>
                    <a:pt x="31798" y="113244"/>
                  </a:cubicBezTo>
                  <a:cubicBezTo>
                    <a:pt x="49161" y="114937"/>
                    <a:pt x="63100" y="120498"/>
                    <a:pt x="63100" y="133071"/>
                  </a:cubicBezTo>
                  <a:cubicBezTo>
                    <a:pt x="63100" y="134280"/>
                    <a:pt x="63100" y="135489"/>
                    <a:pt x="62611" y="137907"/>
                  </a:cubicBezTo>
                  <a:cubicBezTo>
                    <a:pt x="61633" y="141534"/>
                    <a:pt x="61633" y="142742"/>
                    <a:pt x="61633" y="145402"/>
                  </a:cubicBezTo>
                  <a:cubicBezTo>
                    <a:pt x="61633" y="162569"/>
                    <a:pt x="75816" y="170307"/>
                    <a:pt x="87554" y="170307"/>
                  </a:cubicBezTo>
                  <a:cubicBezTo>
                    <a:pt x="111275" y="170307"/>
                    <a:pt x="118612" y="133554"/>
                    <a:pt x="118612" y="133313"/>
                  </a:cubicBezTo>
                  <a:cubicBezTo>
                    <a:pt x="118612" y="130169"/>
                    <a:pt x="115433" y="130169"/>
                    <a:pt x="114699" y="130169"/>
                  </a:cubicBezTo>
                  <a:cubicBezTo>
                    <a:pt x="111275" y="130169"/>
                    <a:pt x="111031" y="131378"/>
                    <a:pt x="109808" y="135972"/>
                  </a:cubicBezTo>
                  <a:cubicBezTo>
                    <a:pt x="106874" y="146369"/>
                    <a:pt x="100271" y="163536"/>
                    <a:pt x="88288" y="163536"/>
                  </a:cubicBezTo>
                  <a:cubicBezTo>
                    <a:pt x="81685" y="163536"/>
                    <a:pt x="79729" y="157492"/>
                    <a:pt x="79729" y="150963"/>
                  </a:cubicBezTo>
                  <a:cubicBezTo>
                    <a:pt x="79729" y="146853"/>
                    <a:pt x="79729" y="146369"/>
                    <a:pt x="81196" y="140083"/>
                  </a:cubicBezTo>
                  <a:cubicBezTo>
                    <a:pt x="81441" y="139357"/>
                    <a:pt x="82419" y="135247"/>
                    <a:pt x="82419" y="132587"/>
                  </a:cubicBezTo>
                  <a:cubicBezTo>
                    <a:pt x="82419" y="111068"/>
                    <a:pt x="53073" y="107683"/>
                    <a:pt x="42803" y="106957"/>
                  </a:cubicBezTo>
                  <a:cubicBezTo>
                    <a:pt x="49894" y="102605"/>
                    <a:pt x="58943" y="94626"/>
                    <a:pt x="63100" y="90999"/>
                  </a:cubicBezTo>
                  <a:cubicBezTo>
                    <a:pt x="75572" y="79393"/>
                    <a:pt x="87799" y="68029"/>
                    <a:pt x="101494" y="68029"/>
                  </a:cubicBezTo>
                  <a:cubicBezTo>
                    <a:pt x="104428" y="68029"/>
                    <a:pt x="107607" y="68755"/>
                    <a:pt x="109564" y="71173"/>
                  </a:cubicBezTo>
                  <a:cubicBezTo>
                    <a:pt x="99048" y="72865"/>
                    <a:pt x="96847" y="81086"/>
                    <a:pt x="96847" y="84713"/>
                  </a:cubicBezTo>
                  <a:cubicBezTo>
                    <a:pt x="96847" y="90032"/>
                    <a:pt x="101004" y="93659"/>
                    <a:pt x="106629" y="93659"/>
                  </a:cubicBezTo>
                  <a:cubicBezTo>
                    <a:pt x="113232" y="93659"/>
                    <a:pt x="120568" y="88340"/>
                    <a:pt x="120568" y="78184"/>
                  </a:cubicBezTo>
                  <a:cubicBezTo>
                    <a:pt x="120568" y="70205"/>
                    <a:pt x="114699" y="61259"/>
                    <a:pt x="101738" y="61259"/>
                  </a:cubicBezTo>
                  <a:cubicBezTo>
                    <a:pt x="87799" y="61259"/>
                    <a:pt x="75083" y="71173"/>
                    <a:pt x="62611" y="82537"/>
                  </a:cubicBezTo>
                  <a:cubicBezTo>
                    <a:pt x="52340" y="92208"/>
                    <a:pt x="44270" y="99704"/>
                    <a:pt x="34243" y="103814"/>
                  </a:cubicBezTo>
                  <a:lnTo>
                    <a:pt x="58453" y="7340"/>
                  </a:lnTo>
                  <a:close/>
                </a:path>
              </a:pathLst>
            </a:custGeom>
            <a:solidFill>
              <a:srgbClr val="000000"/>
            </a:solidFill>
            <a:ln w="349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229DF1C-7662-E257-F38B-A791853D4064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11554771" y="5216962"/>
              <a:ext cx="81049" cy="345414"/>
            </a:xfrm>
            <a:custGeom>
              <a:avLst/>
              <a:gdLst>
                <a:gd name="connsiteX0" fmla="*/ 81306 w 81049"/>
                <a:gd name="connsiteY0" fmla="*/ 172792 h 345414"/>
                <a:gd name="connsiteX1" fmla="*/ 58249 w 81049"/>
                <a:gd name="connsiteY1" fmla="*/ 65023 h 345414"/>
                <a:gd name="connsiteX2" fmla="*/ 3750 w 81049"/>
                <a:gd name="connsiteY2" fmla="*/ 85 h 345414"/>
                <a:gd name="connsiteX3" fmla="*/ 257 w 81049"/>
                <a:gd name="connsiteY3" fmla="*/ 3539 h 345414"/>
                <a:gd name="connsiteX4" fmla="*/ 6894 w 81049"/>
                <a:gd name="connsiteY4" fmla="*/ 11483 h 345414"/>
                <a:gd name="connsiteX5" fmla="*/ 61044 w 81049"/>
                <a:gd name="connsiteY5" fmla="*/ 172792 h 345414"/>
                <a:gd name="connsiteX6" fmla="*/ 4798 w 81049"/>
                <a:gd name="connsiteY6" fmla="*/ 336173 h 345414"/>
                <a:gd name="connsiteX7" fmla="*/ 257 w 81049"/>
                <a:gd name="connsiteY7" fmla="*/ 342045 h 345414"/>
                <a:gd name="connsiteX8" fmla="*/ 3750 w 81049"/>
                <a:gd name="connsiteY8" fmla="*/ 345499 h 345414"/>
                <a:gd name="connsiteX9" fmla="*/ 59297 w 81049"/>
                <a:gd name="connsiteY9" fmla="*/ 278144 h 345414"/>
                <a:gd name="connsiteX10" fmla="*/ 81306 w 81049"/>
                <a:gd name="connsiteY10" fmla="*/ 172792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049" h="345414">
                  <a:moveTo>
                    <a:pt x="81306" y="172792"/>
                  </a:moveTo>
                  <a:cubicBezTo>
                    <a:pt x="81306" y="145850"/>
                    <a:pt x="77463" y="104055"/>
                    <a:pt x="58249" y="65023"/>
                  </a:cubicBezTo>
                  <a:cubicBezTo>
                    <a:pt x="37288" y="22537"/>
                    <a:pt x="7244" y="85"/>
                    <a:pt x="3750" y="85"/>
                  </a:cubicBezTo>
                  <a:cubicBezTo>
                    <a:pt x="1654" y="85"/>
                    <a:pt x="257" y="1466"/>
                    <a:pt x="257" y="3539"/>
                  </a:cubicBezTo>
                  <a:cubicBezTo>
                    <a:pt x="257" y="4575"/>
                    <a:pt x="257" y="5266"/>
                    <a:pt x="6894" y="11483"/>
                  </a:cubicBezTo>
                  <a:cubicBezTo>
                    <a:pt x="41131" y="45679"/>
                    <a:pt x="61044" y="100600"/>
                    <a:pt x="61044" y="172792"/>
                  </a:cubicBezTo>
                  <a:cubicBezTo>
                    <a:pt x="61044" y="231858"/>
                    <a:pt x="48118" y="292651"/>
                    <a:pt x="4798" y="336173"/>
                  </a:cubicBezTo>
                  <a:cubicBezTo>
                    <a:pt x="257" y="340318"/>
                    <a:pt x="257" y="341009"/>
                    <a:pt x="257" y="342045"/>
                  </a:cubicBezTo>
                  <a:cubicBezTo>
                    <a:pt x="257" y="344118"/>
                    <a:pt x="1654" y="345499"/>
                    <a:pt x="3750" y="345499"/>
                  </a:cubicBezTo>
                  <a:cubicBezTo>
                    <a:pt x="7244" y="345499"/>
                    <a:pt x="38685" y="322011"/>
                    <a:pt x="59297" y="278144"/>
                  </a:cubicBezTo>
                  <a:cubicBezTo>
                    <a:pt x="77114" y="240148"/>
                    <a:pt x="81306" y="201807"/>
                    <a:pt x="81306" y="172792"/>
                  </a:cubicBezTo>
                  <a:close/>
                </a:path>
              </a:pathLst>
            </a:custGeom>
            <a:solidFill>
              <a:srgbClr val="000000"/>
            </a:solidFill>
            <a:ln w="349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grpSp>
        <p:nvGrpSpPr>
          <p:cNvPr id="20" name="Group 19" descr="\documentclass{article}&#10;\usepackage{amsmath,amssymb}&#10;\pagestyle{empty}&#10;\begin{document}&#10;&#10;\newcommand{\score}{\textrm{score}}&#10;\newcommand{\classify}{\textrm{classify}}&#10;\newcommand{\bx}{\mathbf{x}}&#10;&#10;\begin{align*}&#10;\mathbf{E} = (\textit{emb}(w_1), \ldots, \textit{emb}(w_k)) \in \mathbb{R}^{d_1\times k}&#10;\end{align*}&#10;&#10;&#10;\end{document}" title="IguanaTex Vector Display">
            <a:extLst>
              <a:ext uri="{FF2B5EF4-FFF2-40B4-BE49-F238E27FC236}">
                <a16:creationId xmlns:a16="http://schemas.microsoft.com/office/drawing/2014/main" id="{29DB4C23-A281-9093-4511-01C3F35870B5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1384300" y="4027238"/>
            <a:ext cx="5775138" cy="416198"/>
            <a:chOff x="6832874" y="7135628"/>
            <a:chExt cx="5775138" cy="416198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5D44510-5B8E-F3DD-37A6-336F8BF517F5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6832874" y="7214865"/>
              <a:ext cx="243443" cy="246379"/>
            </a:xfrm>
            <a:custGeom>
              <a:avLst/>
              <a:gdLst>
                <a:gd name="connsiteX0" fmla="*/ 243596 w 243443"/>
                <a:gd name="connsiteY0" fmla="*/ 147188 h 246379"/>
                <a:gd name="connsiteX1" fmla="*/ 226868 w 243443"/>
                <a:gd name="connsiteY1" fmla="*/ 147188 h 246379"/>
                <a:gd name="connsiteX2" fmla="*/ 143229 w 243443"/>
                <a:gd name="connsiteY2" fmla="*/ 229435 h 246379"/>
                <a:gd name="connsiteX3" fmla="*/ 89130 w 243443"/>
                <a:gd name="connsiteY3" fmla="*/ 229435 h 246379"/>
                <a:gd name="connsiteX4" fmla="*/ 89130 w 243443"/>
                <a:gd name="connsiteY4" fmla="*/ 127260 h 246379"/>
                <a:gd name="connsiteX5" fmla="*/ 108705 w 243443"/>
                <a:gd name="connsiteY5" fmla="*/ 127260 h 246379"/>
                <a:gd name="connsiteX6" fmla="*/ 146432 w 243443"/>
                <a:gd name="connsiteY6" fmla="*/ 169652 h 246379"/>
                <a:gd name="connsiteX7" fmla="*/ 163160 w 243443"/>
                <a:gd name="connsiteY7" fmla="*/ 169652 h 246379"/>
                <a:gd name="connsiteX8" fmla="*/ 163160 w 243443"/>
                <a:gd name="connsiteY8" fmla="*/ 67839 h 246379"/>
                <a:gd name="connsiteX9" fmla="*/ 146432 w 243443"/>
                <a:gd name="connsiteY9" fmla="*/ 67839 h 246379"/>
                <a:gd name="connsiteX10" fmla="*/ 108705 w 243443"/>
                <a:gd name="connsiteY10" fmla="*/ 110231 h 246379"/>
                <a:gd name="connsiteX11" fmla="*/ 89130 w 243443"/>
                <a:gd name="connsiteY11" fmla="*/ 110231 h 246379"/>
                <a:gd name="connsiteX12" fmla="*/ 89130 w 243443"/>
                <a:gd name="connsiteY12" fmla="*/ 17114 h 246379"/>
                <a:gd name="connsiteX13" fmla="*/ 143229 w 243443"/>
                <a:gd name="connsiteY13" fmla="*/ 17114 h 246379"/>
                <a:gd name="connsiteX14" fmla="*/ 215479 w 243443"/>
                <a:gd name="connsiteY14" fmla="*/ 87405 h 246379"/>
                <a:gd name="connsiteX15" fmla="*/ 232207 w 243443"/>
                <a:gd name="connsiteY15" fmla="*/ 87405 h 246379"/>
                <a:gd name="connsiteX16" fmla="*/ 221173 w 243443"/>
                <a:gd name="connsiteY16" fmla="*/ 85 h 246379"/>
                <a:gd name="connsiteX17" fmla="*/ 152 w 243443"/>
                <a:gd name="connsiteY17" fmla="*/ 85 h 246379"/>
                <a:gd name="connsiteX18" fmla="*/ 152 w 243443"/>
                <a:gd name="connsiteY18" fmla="*/ 17114 h 246379"/>
                <a:gd name="connsiteX19" fmla="*/ 38591 w 243443"/>
                <a:gd name="connsiteY19" fmla="*/ 17114 h 246379"/>
                <a:gd name="connsiteX20" fmla="*/ 38591 w 243443"/>
                <a:gd name="connsiteY20" fmla="*/ 229435 h 246379"/>
                <a:gd name="connsiteX21" fmla="*/ 152 w 243443"/>
                <a:gd name="connsiteY21" fmla="*/ 229435 h 246379"/>
                <a:gd name="connsiteX22" fmla="*/ 152 w 243443"/>
                <a:gd name="connsiteY22" fmla="*/ 246464 h 246379"/>
                <a:gd name="connsiteX23" fmla="*/ 227224 w 243443"/>
                <a:gd name="connsiteY23" fmla="*/ 246464 h 246379"/>
                <a:gd name="connsiteX24" fmla="*/ 243596 w 243443"/>
                <a:gd name="connsiteY24" fmla="*/ 147188 h 246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3443" h="246379">
                  <a:moveTo>
                    <a:pt x="243596" y="147188"/>
                  </a:moveTo>
                  <a:lnTo>
                    <a:pt x="226868" y="147188"/>
                  </a:lnTo>
                  <a:cubicBezTo>
                    <a:pt x="219038" y="197188"/>
                    <a:pt x="209072" y="229435"/>
                    <a:pt x="143229" y="229435"/>
                  </a:cubicBezTo>
                  <a:lnTo>
                    <a:pt x="89130" y="229435"/>
                  </a:lnTo>
                  <a:lnTo>
                    <a:pt x="89130" y="127260"/>
                  </a:lnTo>
                  <a:lnTo>
                    <a:pt x="108705" y="127260"/>
                  </a:lnTo>
                  <a:cubicBezTo>
                    <a:pt x="142873" y="127260"/>
                    <a:pt x="146432" y="142840"/>
                    <a:pt x="146432" y="169652"/>
                  </a:cubicBezTo>
                  <a:lnTo>
                    <a:pt x="163160" y="169652"/>
                  </a:lnTo>
                  <a:lnTo>
                    <a:pt x="163160" y="67839"/>
                  </a:lnTo>
                  <a:lnTo>
                    <a:pt x="146432" y="67839"/>
                  </a:lnTo>
                  <a:cubicBezTo>
                    <a:pt x="146432" y="94651"/>
                    <a:pt x="143229" y="110231"/>
                    <a:pt x="108705" y="110231"/>
                  </a:cubicBezTo>
                  <a:lnTo>
                    <a:pt x="89130" y="110231"/>
                  </a:lnTo>
                  <a:lnTo>
                    <a:pt x="89130" y="17114"/>
                  </a:lnTo>
                  <a:lnTo>
                    <a:pt x="143229" y="17114"/>
                  </a:lnTo>
                  <a:cubicBezTo>
                    <a:pt x="200530" y="17114"/>
                    <a:pt x="209784" y="43563"/>
                    <a:pt x="215479" y="87405"/>
                  </a:cubicBezTo>
                  <a:lnTo>
                    <a:pt x="232207" y="87405"/>
                  </a:lnTo>
                  <a:lnTo>
                    <a:pt x="221173" y="85"/>
                  </a:lnTo>
                  <a:lnTo>
                    <a:pt x="152" y="85"/>
                  </a:lnTo>
                  <a:lnTo>
                    <a:pt x="152" y="17114"/>
                  </a:lnTo>
                  <a:lnTo>
                    <a:pt x="38591" y="17114"/>
                  </a:lnTo>
                  <a:lnTo>
                    <a:pt x="38591" y="229435"/>
                  </a:lnTo>
                  <a:lnTo>
                    <a:pt x="152" y="229435"/>
                  </a:lnTo>
                  <a:lnTo>
                    <a:pt x="152" y="246464"/>
                  </a:lnTo>
                  <a:lnTo>
                    <a:pt x="227224" y="246464"/>
                  </a:lnTo>
                  <a:lnTo>
                    <a:pt x="243596" y="147188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648664D-4FE5-DA87-817C-DDBE37DCF5EA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7206696" y="7328272"/>
              <a:ext cx="236681" cy="84783"/>
            </a:xfrm>
            <a:custGeom>
              <a:avLst/>
              <a:gdLst>
                <a:gd name="connsiteX0" fmla="*/ 224743 w 236681"/>
                <a:gd name="connsiteY0" fmla="*/ 14578 h 84783"/>
                <a:gd name="connsiteX1" fmla="*/ 236844 w 236681"/>
                <a:gd name="connsiteY1" fmla="*/ 7331 h 84783"/>
                <a:gd name="connsiteX2" fmla="*/ 225099 w 236681"/>
                <a:gd name="connsiteY2" fmla="*/ 85 h 84783"/>
                <a:gd name="connsiteX3" fmla="*/ 11908 w 236681"/>
                <a:gd name="connsiteY3" fmla="*/ 85 h 84783"/>
                <a:gd name="connsiteX4" fmla="*/ 162 w 236681"/>
                <a:gd name="connsiteY4" fmla="*/ 7331 h 84783"/>
                <a:gd name="connsiteX5" fmla="*/ 12263 w 236681"/>
                <a:gd name="connsiteY5" fmla="*/ 14578 h 84783"/>
                <a:gd name="connsiteX6" fmla="*/ 224743 w 236681"/>
                <a:gd name="connsiteY6" fmla="*/ 14578 h 84783"/>
                <a:gd name="connsiteX7" fmla="*/ 225099 w 236681"/>
                <a:gd name="connsiteY7" fmla="*/ 84868 h 84783"/>
                <a:gd name="connsiteX8" fmla="*/ 236844 w 236681"/>
                <a:gd name="connsiteY8" fmla="*/ 77622 h 84783"/>
                <a:gd name="connsiteX9" fmla="*/ 224743 w 236681"/>
                <a:gd name="connsiteY9" fmla="*/ 70375 h 84783"/>
                <a:gd name="connsiteX10" fmla="*/ 12263 w 236681"/>
                <a:gd name="connsiteY10" fmla="*/ 70375 h 84783"/>
                <a:gd name="connsiteX11" fmla="*/ 162 w 236681"/>
                <a:gd name="connsiteY11" fmla="*/ 77622 h 84783"/>
                <a:gd name="connsiteX12" fmla="*/ 11908 w 236681"/>
                <a:gd name="connsiteY12" fmla="*/ 84868 h 84783"/>
                <a:gd name="connsiteX13" fmla="*/ 225099 w 236681"/>
                <a:gd name="connsiteY13" fmla="*/ 84868 h 84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681" h="84783">
                  <a:moveTo>
                    <a:pt x="224743" y="14578"/>
                  </a:moveTo>
                  <a:cubicBezTo>
                    <a:pt x="230081" y="14578"/>
                    <a:pt x="236844" y="14578"/>
                    <a:pt x="236844" y="7331"/>
                  </a:cubicBezTo>
                  <a:cubicBezTo>
                    <a:pt x="236844" y="85"/>
                    <a:pt x="230081" y="85"/>
                    <a:pt x="225099" y="85"/>
                  </a:cubicBezTo>
                  <a:lnTo>
                    <a:pt x="11908" y="85"/>
                  </a:lnTo>
                  <a:cubicBezTo>
                    <a:pt x="6925" y="85"/>
                    <a:pt x="162" y="85"/>
                    <a:pt x="162" y="7331"/>
                  </a:cubicBezTo>
                  <a:cubicBezTo>
                    <a:pt x="162" y="14578"/>
                    <a:pt x="6925" y="14578"/>
                    <a:pt x="12263" y="14578"/>
                  </a:cubicBezTo>
                  <a:lnTo>
                    <a:pt x="224743" y="14578"/>
                  </a:lnTo>
                  <a:close/>
                  <a:moveTo>
                    <a:pt x="225099" y="84868"/>
                  </a:moveTo>
                  <a:cubicBezTo>
                    <a:pt x="230081" y="84868"/>
                    <a:pt x="236844" y="84868"/>
                    <a:pt x="236844" y="77622"/>
                  </a:cubicBezTo>
                  <a:cubicBezTo>
                    <a:pt x="236844" y="70375"/>
                    <a:pt x="230081" y="70375"/>
                    <a:pt x="224743" y="70375"/>
                  </a:cubicBezTo>
                  <a:lnTo>
                    <a:pt x="12263" y="70375"/>
                  </a:lnTo>
                  <a:cubicBezTo>
                    <a:pt x="6925" y="70375"/>
                    <a:pt x="162" y="70375"/>
                    <a:pt x="162" y="77622"/>
                  </a:cubicBezTo>
                  <a:cubicBezTo>
                    <a:pt x="162" y="84868"/>
                    <a:pt x="6925" y="84868"/>
                    <a:pt x="11908" y="84868"/>
                  </a:cubicBezTo>
                  <a:lnTo>
                    <a:pt x="225099" y="84868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D3D66B60-86D3-1EEA-E684-B5F2560DF396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7597683" y="7189503"/>
              <a:ext cx="82571" cy="362323"/>
            </a:xfrm>
            <a:custGeom>
              <a:avLst/>
              <a:gdLst>
                <a:gd name="connsiteX0" fmla="*/ 82744 w 82571"/>
                <a:gd name="connsiteY0" fmla="*/ 358785 h 362323"/>
                <a:gd name="connsiteX1" fmla="*/ 76694 w 82571"/>
                <a:gd name="connsiteY1" fmla="*/ 350813 h 362323"/>
                <a:gd name="connsiteX2" fmla="*/ 20816 w 82571"/>
                <a:gd name="connsiteY2" fmla="*/ 181246 h 362323"/>
                <a:gd name="connsiteX3" fmla="*/ 78118 w 82571"/>
                <a:gd name="connsiteY3" fmla="*/ 9867 h 362323"/>
                <a:gd name="connsiteX4" fmla="*/ 82744 w 82571"/>
                <a:gd name="connsiteY4" fmla="*/ 3708 h 362323"/>
                <a:gd name="connsiteX5" fmla="*/ 79185 w 82571"/>
                <a:gd name="connsiteY5" fmla="*/ 85 h 362323"/>
                <a:gd name="connsiteX6" fmla="*/ 22595 w 82571"/>
                <a:gd name="connsiteY6" fmla="*/ 70738 h 362323"/>
                <a:gd name="connsiteX7" fmla="*/ 173 w 82571"/>
                <a:gd name="connsiteY7" fmla="*/ 181246 h 362323"/>
                <a:gd name="connsiteX8" fmla="*/ 23663 w 82571"/>
                <a:gd name="connsiteY8" fmla="*/ 294291 h 362323"/>
                <a:gd name="connsiteX9" fmla="*/ 79185 w 82571"/>
                <a:gd name="connsiteY9" fmla="*/ 362408 h 362323"/>
                <a:gd name="connsiteX10" fmla="*/ 82744 w 82571"/>
                <a:gd name="connsiteY10" fmla="*/ 358785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571" h="362323">
                  <a:moveTo>
                    <a:pt x="82744" y="358785"/>
                  </a:moveTo>
                  <a:cubicBezTo>
                    <a:pt x="82744" y="357698"/>
                    <a:pt x="82744" y="356973"/>
                    <a:pt x="76694" y="350813"/>
                  </a:cubicBezTo>
                  <a:cubicBezTo>
                    <a:pt x="32205" y="305161"/>
                    <a:pt x="20816" y="236682"/>
                    <a:pt x="20816" y="181246"/>
                  </a:cubicBezTo>
                  <a:cubicBezTo>
                    <a:pt x="20816" y="118202"/>
                    <a:pt x="34340" y="55158"/>
                    <a:pt x="78118" y="9867"/>
                  </a:cubicBezTo>
                  <a:cubicBezTo>
                    <a:pt x="82744" y="5520"/>
                    <a:pt x="82744" y="4795"/>
                    <a:pt x="82744" y="3708"/>
                  </a:cubicBezTo>
                  <a:cubicBezTo>
                    <a:pt x="82744" y="1172"/>
                    <a:pt x="81321" y="85"/>
                    <a:pt x="79185" y="85"/>
                  </a:cubicBezTo>
                  <a:cubicBezTo>
                    <a:pt x="75626" y="85"/>
                    <a:pt x="43594" y="24723"/>
                    <a:pt x="22595" y="70738"/>
                  </a:cubicBezTo>
                  <a:cubicBezTo>
                    <a:pt x="4444" y="110593"/>
                    <a:pt x="173" y="150811"/>
                    <a:pt x="173" y="181246"/>
                  </a:cubicBezTo>
                  <a:cubicBezTo>
                    <a:pt x="173" y="209507"/>
                    <a:pt x="4088" y="253349"/>
                    <a:pt x="23663" y="294291"/>
                  </a:cubicBezTo>
                  <a:cubicBezTo>
                    <a:pt x="45018" y="338857"/>
                    <a:pt x="75626" y="362408"/>
                    <a:pt x="79185" y="362408"/>
                  </a:cubicBezTo>
                  <a:cubicBezTo>
                    <a:pt x="81321" y="362408"/>
                    <a:pt x="82744" y="361321"/>
                    <a:pt x="82744" y="358785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577C1F8-17A8-975E-2B5A-2704ACA18404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7741432" y="7301098"/>
              <a:ext cx="125992" cy="164132"/>
            </a:xfrm>
            <a:custGeom>
              <a:avLst/>
              <a:gdLst>
                <a:gd name="connsiteX0" fmla="*/ 44666 w 125992"/>
                <a:gd name="connsiteY0" fmla="*/ 76535 h 164132"/>
                <a:gd name="connsiteX1" fmla="*/ 96273 w 125992"/>
                <a:gd name="connsiteY1" fmla="*/ 68564 h 164132"/>
                <a:gd name="connsiteX2" fmla="*/ 124390 w 125992"/>
                <a:gd name="connsiteY2" fmla="*/ 30882 h 164132"/>
                <a:gd name="connsiteX3" fmla="*/ 88443 w 125992"/>
                <a:gd name="connsiteY3" fmla="*/ 85 h 164132"/>
                <a:gd name="connsiteX4" fmla="*/ 177 w 125992"/>
                <a:gd name="connsiteY4" fmla="*/ 100811 h 164132"/>
                <a:gd name="connsiteX5" fmla="*/ 51072 w 125992"/>
                <a:gd name="connsiteY5" fmla="*/ 164217 h 164132"/>
                <a:gd name="connsiteX6" fmla="*/ 126170 w 125992"/>
                <a:gd name="connsiteY6" fmla="*/ 122550 h 164132"/>
                <a:gd name="connsiteX7" fmla="*/ 120475 w 125992"/>
                <a:gd name="connsiteY7" fmla="*/ 116753 h 164132"/>
                <a:gd name="connsiteX8" fmla="*/ 115848 w 125992"/>
                <a:gd name="connsiteY8" fmla="*/ 120738 h 164132"/>
                <a:gd name="connsiteX9" fmla="*/ 51784 w 125992"/>
                <a:gd name="connsiteY9" fmla="*/ 156246 h 164132"/>
                <a:gd name="connsiteX10" fmla="*/ 24735 w 125992"/>
                <a:gd name="connsiteY10" fmla="*/ 116390 h 164132"/>
                <a:gd name="connsiteX11" fmla="*/ 30785 w 125992"/>
                <a:gd name="connsiteY11" fmla="*/ 76535 h 164132"/>
                <a:gd name="connsiteX12" fmla="*/ 44666 w 125992"/>
                <a:gd name="connsiteY12" fmla="*/ 76535 h 164132"/>
                <a:gd name="connsiteX13" fmla="*/ 32921 w 125992"/>
                <a:gd name="connsiteY13" fmla="*/ 68564 h 164132"/>
                <a:gd name="connsiteX14" fmla="*/ 88443 w 125992"/>
                <a:gd name="connsiteY14" fmla="*/ 8056 h 164132"/>
                <a:gd name="connsiteX15" fmla="*/ 110865 w 125992"/>
                <a:gd name="connsiteY15" fmla="*/ 30158 h 164132"/>
                <a:gd name="connsiteX16" fmla="*/ 40395 w 125992"/>
                <a:gd name="connsiteY16" fmla="*/ 68564 h 164132"/>
                <a:gd name="connsiteX17" fmla="*/ 32921 w 125992"/>
                <a:gd name="connsiteY17" fmla="*/ 6856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5992" h="164132">
                  <a:moveTo>
                    <a:pt x="44666" y="76535"/>
                  </a:moveTo>
                  <a:cubicBezTo>
                    <a:pt x="55343" y="76535"/>
                    <a:pt x="79189" y="75448"/>
                    <a:pt x="96273" y="68564"/>
                  </a:cubicBezTo>
                  <a:cubicBezTo>
                    <a:pt x="124390" y="56969"/>
                    <a:pt x="124390" y="33418"/>
                    <a:pt x="124390" y="30882"/>
                  </a:cubicBezTo>
                  <a:cubicBezTo>
                    <a:pt x="124390" y="14215"/>
                    <a:pt x="111221" y="85"/>
                    <a:pt x="88443" y="85"/>
                  </a:cubicBezTo>
                  <a:cubicBezTo>
                    <a:pt x="51072" y="85"/>
                    <a:pt x="177" y="36679"/>
                    <a:pt x="177" y="100811"/>
                  </a:cubicBezTo>
                  <a:cubicBezTo>
                    <a:pt x="177" y="133420"/>
                    <a:pt x="17261" y="164217"/>
                    <a:pt x="51072" y="164217"/>
                  </a:cubicBezTo>
                  <a:cubicBezTo>
                    <a:pt x="96629" y="164217"/>
                    <a:pt x="126170" y="127985"/>
                    <a:pt x="126170" y="122550"/>
                  </a:cubicBezTo>
                  <a:cubicBezTo>
                    <a:pt x="126170" y="120738"/>
                    <a:pt x="123322" y="116753"/>
                    <a:pt x="120475" y="116753"/>
                  </a:cubicBezTo>
                  <a:cubicBezTo>
                    <a:pt x="119051" y="116753"/>
                    <a:pt x="118695" y="117115"/>
                    <a:pt x="115848" y="120738"/>
                  </a:cubicBezTo>
                  <a:cubicBezTo>
                    <a:pt x="89511" y="154797"/>
                    <a:pt x="57835" y="156246"/>
                    <a:pt x="51784" y="156246"/>
                  </a:cubicBezTo>
                  <a:cubicBezTo>
                    <a:pt x="28650" y="156246"/>
                    <a:pt x="24735" y="130521"/>
                    <a:pt x="24735" y="116390"/>
                  </a:cubicBezTo>
                  <a:cubicBezTo>
                    <a:pt x="24735" y="102622"/>
                    <a:pt x="28294" y="86318"/>
                    <a:pt x="30785" y="76535"/>
                  </a:cubicBezTo>
                  <a:lnTo>
                    <a:pt x="44666" y="76535"/>
                  </a:lnTo>
                  <a:close/>
                  <a:moveTo>
                    <a:pt x="32921" y="68564"/>
                  </a:moveTo>
                  <a:cubicBezTo>
                    <a:pt x="48225" y="9143"/>
                    <a:pt x="84884" y="8056"/>
                    <a:pt x="88443" y="8056"/>
                  </a:cubicBezTo>
                  <a:cubicBezTo>
                    <a:pt x="102679" y="8056"/>
                    <a:pt x="110865" y="17839"/>
                    <a:pt x="110865" y="30158"/>
                  </a:cubicBezTo>
                  <a:cubicBezTo>
                    <a:pt x="110865" y="68564"/>
                    <a:pt x="52140" y="68564"/>
                    <a:pt x="40395" y="68564"/>
                  </a:cubicBezTo>
                  <a:lnTo>
                    <a:pt x="32921" y="68564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3F072D2-37E6-690D-198B-4C67E618358F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7894117" y="7301098"/>
              <a:ext cx="270136" cy="164132"/>
            </a:xfrm>
            <a:custGeom>
              <a:avLst/>
              <a:gdLst>
                <a:gd name="connsiteX0" fmla="*/ 52500 w 270136"/>
                <a:gd name="connsiteY0" fmla="*/ 96825 h 164132"/>
                <a:gd name="connsiteX1" fmla="*/ 58195 w 270136"/>
                <a:gd name="connsiteY1" fmla="*/ 73274 h 164132"/>
                <a:gd name="connsiteX2" fmla="*/ 67093 w 270136"/>
                <a:gd name="connsiteY2" fmla="*/ 47187 h 164132"/>
                <a:gd name="connsiteX3" fmla="*/ 117276 w 270136"/>
                <a:gd name="connsiteY3" fmla="*/ 8056 h 164132"/>
                <a:gd name="connsiteX4" fmla="*/ 133648 w 270136"/>
                <a:gd name="connsiteY4" fmla="*/ 31969 h 164132"/>
                <a:gd name="connsiteX5" fmla="*/ 130445 w 270136"/>
                <a:gd name="connsiteY5" fmla="*/ 55520 h 164132"/>
                <a:gd name="connsiteX6" fmla="*/ 107311 w 270136"/>
                <a:gd name="connsiteY6" fmla="*/ 149724 h 164132"/>
                <a:gd name="connsiteX7" fmla="*/ 106243 w 270136"/>
                <a:gd name="connsiteY7" fmla="*/ 154797 h 164132"/>
                <a:gd name="connsiteX8" fmla="*/ 116209 w 270136"/>
                <a:gd name="connsiteY8" fmla="*/ 164217 h 164132"/>
                <a:gd name="connsiteX9" fmla="*/ 129021 w 270136"/>
                <a:gd name="connsiteY9" fmla="*/ 154797 h 164132"/>
                <a:gd name="connsiteX10" fmla="*/ 143258 w 270136"/>
                <a:gd name="connsiteY10" fmla="*/ 96825 h 164132"/>
                <a:gd name="connsiteX11" fmla="*/ 148953 w 270136"/>
                <a:gd name="connsiteY11" fmla="*/ 73274 h 164132"/>
                <a:gd name="connsiteX12" fmla="*/ 157850 w 270136"/>
                <a:gd name="connsiteY12" fmla="*/ 47187 h 164132"/>
                <a:gd name="connsiteX13" fmla="*/ 208034 w 270136"/>
                <a:gd name="connsiteY13" fmla="*/ 8056 h 164132"/>
                <a:gd name="connsiteX14" fmla="*/ 224406 w 270136"/>
                <a:gd name="connsiteY14" fmla="*/ 31969 h 164132"/>
                <a:gd name="connsiteX15" fmla="*/ 203763 w 270136"/>
                <a:gd name="connsiteY15" fmla="*/ 112043 h 164132"/>
                <a:gd name="connsiteX16" fmla="*/ 198068 w 270136"/>
                <a:gd name="connsiteY16" fmla="*/ 135231 h 164132"/>
                <a:gd name="connsiteX17" fmla="*/ 225118 w 270136"/>
                <a:gd name="connsiteY17" fmla="*/ 164217 h 164132"/>
                <a:gd name="connsiteX18" fmla="*/ 270318 w 270136"/>
                <a:gd name="connsiteY18" fmla="*/ 108419 h 164132"/>
                <a:gd name="connsiteX19" fmla="*/ 264980 w 270136"/>
                <a:gd name="connsiteY19" fmla="*/ 104796 h 164132"/>
                <a:gd name="connsiteX20" fmla="*/ 258929 w 270136"/>
                <a:gd name="connsiteY20" fmla="*/ 110956 h 164132"/>
                <a:gd name="connsiteX21" fmla="*/ 225829 w 270136"/>
                <a:gd name="connsiteY21" fmla="*/ 156246 h 164132"/>
                <a:gd name="connsiteX22" fmla="*/ 217999 w 270136"/>
                <a:gd name="connsiteY22" fmla="*/ 145739 h 164132"/>
                <a:gd name="connsiteX23" fmla="*/ 224406 w 270136"/>
                <a:gd name="connsiteY23" fmla="*/ 118564 h 164132"/>
                <a:gd name="connsiteX24" fmla="*/ 246116 w 270136"/>
                <a:gd name="connsiteY24" fmla="*/ 37766 h 164132"/>
                <a:gd name="connsiteX25" fmla="*/ 208746 w 270136"/>
                <a:gd name="connsiteY25" fmla="*/ 85 h 164132"/>
                <a:gd name="connsiteX26" fmla="*/ 155359 w 270136"/>
                <a:gd name="connsiteY26" fmla="*/ 31969 h 164132"/>
                <a:gd name="connsiteX27" fmla="*/ 117988 w 270136"/>
                <a:gd name="connsiteY27" fmla="*/ 85 h 164132"/>
                <a:gd name="connsiteX28" fmla="*/ 67093 w 270136"/>
                <a:gd name="connsiteY28" fmla="*/ 28708 h 164132"/>
                <a:gd name="connsiteX29" fmla="*/ 37196 w 270136"/>
                <a:gd name="connsiteY29" fmla="*/ 85 h 164132"/>
                <a:gd name="connsiteX30" fmla="*/ 11571 w 270136"/>
                <a:gd name="connsiteY30" fmla="*/ 19288 h 164132"/>
                <a:gd name="connsiteX31" fmla="*/ 181 w 270136"/>
                <a:gd name="connsiteY31" fmla="*/ 55882 h 164132"/>
                <a:gd name="connsiteX32" fmla="*/ 5520 w 270136"/>
                <a:gd name="connsiteY32" fmla="*/ 59506 h 164132"/>
                <a:gd name="connsiteX33" fmla="*/ 12282 w 270136"/>
                <a:gd name="connsiteY33" fmla="*/ 51172 h 164132"/>
                <a:gd name="connsiteX34" fmla="*/ 36484 w 270136"/>
                <a:gd name="connsiteY34" fmla="*/ 8056 h 164132"/>
                <a:gd name="connsiteX35" fmla="*/ 45738 w 270136"/>
                <a:gd name="connsiteY35" fmla="*/ 22549 h 164132"/>
                <a:gd name="connsiteX36" fmla="*/ 43247 w 270136"/>
                <a:gd name="connsiteY36" fmla="*/ 41027 h 164132"/>
                <a:gd name="connsiteX37" fmla="*/ 16553 w 270136"/>
                <a:gd name="connsiteY37" fmla="*/ 149724 h 164132"/>
                <a:gd name="connsiteX38" fmla="*/ 15486 w 270136"/>
                <a:gd name="connsiteY38" fmla="*/ 154797 h 164132"/>
                <a:gd name="connsiteX39" fmla="*/ 25451 w 270136"/>
                <a:gd name="connsiteY39" fmla="*/ 164217 h 164132"/>
                <a:gd name="connsiteX40" fmla="*/ 38264 w 270136"/>
                <a:gd name="connsiteY40" fmla="*/ 154797 h 164132"/>
                <a:gd name="connsiteX41" fmla="*/ 52500 w 270136"/>
                <a:gd name="connsiteY41" fmla="*/ 96825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70136" h="164132">
                  <a:moveTo>
                    <a:pt x="52500" y="96825"/>
                  </a:moveTo>
                  <a:cubicBezTo>
                    <a:pt x="54280" y="88854"/>
                    <a:pt x="56415" y="81245"/>
                    <a:pt x="58195" y="73274"/>
                  </a:cubicBezTo>
                  <a:cubicBezTo>
                    <a:pt x="62822" y="55520"/>
                    <a:pt x="62822" y="54795"/>
                    <a:pt x="67093" y="47187"/>
                  </a:cubicBezTo>
                  <a:cubicBezTo>
                    <a:pt x="77414" y="29071"/>
                    <a:pt x="92718" y="8056"/>
                    <a:pt x="117276" y="8056"/>
                  </a:cubicBezTo>
                  <a:cubicBezTo>
                    <a:pt x="133648" y="8056"/>
                    <a:pt x="133648" y="26534"/>
                    <a:pt x="133648" y="31969"/>
                  </a:cubicBezTo>
                  <a:cubicBezTo>
                    <a:pt x="133648" y="41752"/>
                    <a:pt x="131157" y="52259"/>
                    <a:pt x="130445" y="55520"/>
                  </a:cubicBezTo>
                  <a:lnTo>
                    <a:pt x="107311" y="149724"/>
                  </a:lnTo>
                  <a:cubicBezTo>
                    <a:pt x="106599" y="151898"/>
                    <a:pt x="106243" y="153710"/>
                    <a:pt x="106243" y="154797"/>
                  </a:cubicBezTo>
                  <a:cubicBezTo>
                    <a:pt x="106243" y="158782"/>
                    <a:pt x="109090" y="164217"/>
                    <a:pt x="116209" y="164217"/>
                  </a:cubicBezTo>
                  <a:cubicBezTo>
                    <a:pt x="120480" y="164217"/>
                    <a:pt x="126530" y="161681"/>
                    <a:pt x="129021" y="154797"/>
                  </a:cubicBezTo>
                  <a:lnTo>
                    <a:pt x="143258" y="96825"/>
                  </a:lnTo>
                  <a:cubicBezTo>
                    <a:pt x="145037" y="88854"/>
                    <a:pt x="147173" y="81245"/>
                    <a:pt x="148953" y="73274"/>
                  </a:cubicBezTo>
                  <a:cubicBezTo>
                    <a:pt x="153579" y="55520"/>
                    <a:pt x="153579" y="54795"/>
                    <a:pt x="157850" y="47187"/>
                  </a:cubicBezTo>
                  <a:cubicBezTo>
                    <a:pt x="168172" y="29071"/>
                    <a:pt x="183476" y="8056"/>
                    <a:pt x="208034" y="8056"/>
                  </a:cubicBezTo>
                  <a:cubicBezTo>
                    <a:pt x="224406" y="8056"/>
                    <a:pt x="224406" y="26534"/>
                    <a:pt x="224406" y="31969"/>
                  </a:cubicBezTo>
                  <a:cubicBezTo>
                    <a:pt x="224406" y="54433"/>
                    <a:pt x="208746" y="97550"/>
                    <a:pt x="203763" y="112043"/>
                  </a:cubicBezTo>
                  <a:cubicBezTo>
                    <a:pt x="199136" y="124362"/>
                    <a:pt x="198068" y="127622"/>
                    <a:pt x="198068" y="135231"/>
                  </a:cubicBezTo>
                  <a:cubicBezTo>
                    <a:pt x="198068" y="151173"/>
                    <a:pt x="208034" y="164217"/>
                    <a:pt x="225118" y="164217"/>
                  </a:cubicBezTo>
                  <a:cubicBezTo>
                    <a:pt x="258217" y="164217"/>
                    <a:pt x="270318" y="110231"/>
                    <a:pt x="270318" y="108419"/>
                  </a:cubicBezTo>
                  <a:cubicBezTo>
                    <a:pt x="270318" y="104796"/>
                    <a:pt x="267471" y="104796"/>
                    <a:pt x="264980" y="104796"/>
                  </a:cubicBezTo>
                  <a:cubicBezTo>
                    <a:pt x="260353" y="104796"/>
                    <a:pt x="260353" y="105521"/>
                    <a:pt x="258929" y="110956"/>
                  </a:cubicBezTo>
                  <a:cubicBezTo>
                    <a:pt x="256082" y="120738"/>
                    <a:pt x="246472" y="156246"/>
                    <a:pt x="225829" y="156246"/>
                  </a:cubicBezTo>
                  <a:cubicBezTo>
                    <a:pt x="218355" y="156246"/>
                    <a:pt x="217999" y="150811"/>
                    <a:pt x="217999" y="145739"/>
                  </a:cubicBezTo>
                  <a:cubicBezTo>
                    <a:pt x="217999" y="136680"/>
                    <a:pt x="221558" y="127260"/>
                    <a:pt x="224406" y="118564"/>
                  </a:cubicBezTo>
                  <a:cubicBezTo>
                    <a:pt x="231524" y="99361"/>
                    <a:pt x="246116" y="58781"/>
                    <a:pt x="246116" y="37766"/>
                  </a:cubicBezTo>
                  <a:cubicBezTo>
                    <a:pt x="246116" y="7331"/>
                    <a:pt x="225474" y="85"/>
                    <a:pt x="208746" y="85"/>
                  </a:cubicBezTo>
                  <a:cubicBezTo>
                    <a:pt x="183832" y="85"/>
                    <a:pt x="166036" y="16027"/>
                    <a:pt x="155359" y="31969"/>
                  </a:cubicBezTo>
                  <a:cubicBezTo>
                    <a:pt x="152512" y="6969"/>
                    <a:pt x="134004" y="85"/>
                    <a:pt x="117988" y="85"/>
                  </a:cubicBezTo>
                  <a:cubicBezTo>
                    <a:pt x="96633" y="85"/>
                    <a:pt x="79194" y="12041"/>
                    <a:pt x="67093" y="28708"/>
                  </a:cubicBezTo>
                  <a:cubicBezTo>
                    <a:pt x="64601" y="10954"/>
                    <a:pt x="52500" y="85"/>
                    <a:pt x="37196" y="85"/>
                  </a:cubicBezTo>
                  <a:cubicBezTo>
                    <a:pt x="24383" y="85"/>
                    <a:pt x="17265" y="8418"/>
                    <a:pt x="11571" y="19288"/>
                  </a:cubicBezTo>
                  <a:cubicBezTo>
                    <a:pt x="4808" y="33781"/>
                    <a:pt x="181" y="55158"/>
                    <a:pt x="181" y="55882"/>
                  </a:cubicBezTo>
                  <a:cubicBezTo>
                    <a:pt x="181" y="59506"/>
                    <a:pt x="3741" y="59506"/>
                    <a:pt x="5520" y="59506"/>
                  </a:cubicBezTo>
                  <a:cubicBezTo>
                    <a:pt x="10147" y="59506"/>
                    <a:pt x="10503" y="59143"/>
                    <a:pt x="12282" y="51172"/>
                  </a:cubicBezTo>
                  <a:cubicBezTo>
                    <a:pt x="18689" y="25810"/>
                    <a:pt x="25451" y="8056"/>
                    <a:pt x="36484" y="8056"/>
                  </a:cubicBezTo>
                  <a:cubicBezTo>
                    <a:pt x="45738" y="8056"/>
                    <a:pt x="45738" y="18563"/>
                    <a:pt x="45738" y="22549"/>
                  </a:cubicBezTo>
                  <a:cubicBezTo>
                    <a:pt x="45738" y="28346"/>
                    <a:pt x="44670" y="35230"/>
                    <a:pt x="43247" y="41027"/>
                  </a:cubicBezTo>
                  <a:lnTo>
                    <a:pt x="16553" y="149724"/>
                  </a:lnTo>
                  <a:cubicBezTo>
                    <a:pt x="15842" y="151898"/>
                    <a:pt x="15486" y="153710"/>
                    <a:pt x="15486" y="154797"/>
                  </a:cubicBezTo>
                  <a:cubicBezTo>
                    <a:pt x="15486" y="158782"/>
                    <a:pt x="18333" y="164217"/>
                    <a:pt x="25451" y="164217"/>
                  </a:cubicBezTo>
                  <a:cubicBezTo>
                    <a:pt x="29722" y="164217"/>
                    <a:pt x="35773" y="161681"/>
                    <a:pt x="38264" y="154797"/>
                  </a:cubicBezTo>
                  <a:lnTo>
                    <a:pt x="52500" y="96825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C484F26-EA8D-4883-242B-0AE257C9263A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8196562" y="7209793"/>
              <a:ext cx="122433" cy="255437"/>
            </a:xfrm>
            <a:custGeom>
              <a:avLst/>
              <a:gdLst>
                <a:gd name="connsiteX0" fmla="*/ 67101 w 122433"/>
                <a:gd name="connsiteY0" fmla="*/ 9143 h 255437"/>
                <a:gd name="connsiteX1" fmla="*/ 68169 w 122433"/>
                <a:gd name="connsiteY1" fmla="*/ 4433 h 255437"/>
                <a:gd name="connsiteX2" fmla="*/ 63186 w 122433"/>
                <a:gd name="connsiteY2" fmla="*/ 85 h 255437"/>
                <a:gd name="connsiteX3" fmla="*/ 57491 w 122433"/>
                <a:gd name="connsiteY3" fmla="*/ 809 h 255437"/>
                <a:gd name="connsiteX4" fmla="*/ 22256 w 122433"/>
                <a:gd name="connsiteY4" fmla="*/ 3708 h 255437"/>
                <a:gd name="connsiteX5" fmla="*/ 14070 w 122433"/>
                <a:gd name="connsiteY5" fmla="*/ 11317 h 255437"/>
                <a:gd name="connsiteX6" fmla="*/ 22612 w 122433"/>
                <a:gd name="connsiteY6" fmla="*/ 15302 h 255437"/>
                <a:gd name="connsiteX7" fmla="*/ 40408 w 122433"/>
                <a:gd name="connsiteY7" fmla="*/ 21462 h 255437"/>
                <a:gd name="connsiteX8" fmla="*/ 39340 w 122433"/>
                <a:gd name="connsiteY8" fmla="*/ 27621 h 255437"/>
                <a:gd name="connsiteX9" fmla="*/ 4105 w 122433"/>
                <a:gd name="connsiteY9" fmla="*/ 170739 h 255437"/>
                <a:gd name="connsiteX10" fmla="*/ 190 w 122433"/>
                <a:gd name="connsiteY10" fmla="*/ 200449 h 255437"/>
                <a:gd name="connsiteX11" fmla="*/ 41119 w 122433"/>
                <a:gd name="connsiteY11" fmla="*/ 255522 h 255437"/>
                <a:gd name="connsiteX12" fmla="*/ 122623 w 122433"/>
                <a:gd name="connsiteY12" fmla="*/ 147913 h 255437"/>
                <a:gd name="connsiteX13" fmla="*/ 79914 w 122433"/>
                <a:gd name="connsiteY13" fmla="*/ 91390 h 255437"/>
                <a:gd name="connsiteX14" fmla="*/ 42187 w 122433"/>
                <a:gd name="connsiteY14" fmla="*/ 110593 h 255437"/>
                <a:gd name="connsiteX15" fmla="*/ 67101 w 122433"/>
                <a:gd name="connsiteY15" fmla="*/ 9143 h 255437"/>
                <a:gd name="connsiteX16" fmla="*/ 41119 w 122433"/>
                <a:gd name="connsiteY16" fmla="*/ 247551 h 255437"/>
                <a:gd name="connsiteX17" fmla="*/ 20476 w 122433"/>
                <a:gd name="connsiteY17" fmla="*/ 212768 h 255437"/>
                <a:gd name="connsiteX18" fmla="*/ 34001 w 122433"/>
                <a:gd name="connsiteY18" fmla="*/ 142840 h 255437"/>
                <a:gd name="connsiteX19" fmla="*/ 41831 w 122433"/>
                <a:gd name="connsiteY19" fmla="*/ 126173 h 255437"/>
                <a:gd name="connsiteX20" fmla="*/ 79202 w 122433"/>
                <a:gd name="connsiteY20" fmla="*/ 99361 h 255437"/>
                <a:gd name="connsiteX21" fmla="*/ 98777 w 122433"/>
                <a:gd name="connsiteY21" fmla="*/ 131608 h 255437"/>
                <a:gd name="connsiteX22" fmla="*/ 78846 w 122433"/>
                <a:gd name="connsiteY22" fmla="*/ 213131 h 255437"/>
                <a:gd name="connsiteX23" fmla="*/ 41119 w 122433"/>
                <a:gd name="connsiteY23" fmla="*/ 247551 h 25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2433" h="255437">
                  <a:moveTo>
                    <a:pt x="67101" y="9143"/>
                  </a:moveTo>
                  <a:cubicBezTo>
                    <a:pt x="67457" y="8056"/>
                    <a:pt x="68169" y="5157"/>
                    <a:pt x="68169" y="4433"/>
                  </a:cubicBezTo>
                  <a:cubicBezTo>
                    <a:pt x="68169" y="1172"/>
                    <a:pt x="66033" y="85"/>
                    <a:pt x="63186" y="85"/>
                  </a:cubicBezTo>
                  <a:cubicBezTo>
                    <a:pt x="62118" y="85"/>
                    <a:pt x="58559" y="447"/>
                    <a:pt x="57491" y="809"/>
                  </a:cubicBezTo>
                  <a:lnTo>
                    <a:pt x="22256" y="3708"/>
                  </a:lnTo>
                  <a:cubicBezTo>
                    <a:pt x="17985" y="4070"/>
                    <a:pt x="14070" y="4433"/>
                    <a:pt x="14070" y="11317"/>
                  </a:cubicBezTo>
                  <a:cubicBezTo>
                    <a:pt x="14070" y="15302"/>
                    <a:pt x="17629" y="15302"/>
                    <a:pt x="22612" y="15302"/>
                  </a:cubicBezTo>
                  <a:cubicBezTo>
                    <a:pt x="39696" y="15302"/>
                    <a:pt x="40408" y="17839"/>
                    <a:pt x="40408" y="21462"/>
                  </a:cubicBezTo>
                  <a:cubicBezTo>
                    <a:pt x="40408" y="22549"/>
                    <a:pt x="39340" y="27259"/>
                    <a:pt x="39340" y="27621"/>
                  </a:cubicBezTo>
                  <a:lnTo>
                    <a:pt x="4105" y="170739"/>
                  </a:lnTo>
                  <a:cubicBezTo>
                    <a:pt x="3749" y="171826"/>
                    <a:pt x="190" y="186681"/>
                    <a:pt x="190" y="200449"/>
                  </a:cubicBezTo>
                  <a:cubicBezTo>
                    <a:pt x="190" y="230885"/>
                    <a:pt x="15138" y="255522"/>
                    <a:pt x="41119" y="255522"/>
                  </a:cubicBezTo>
                  <a:cubicBezTo>
                    <a:pt x="80981" y="255522"/>
                    <a:pt x="122623" y="201174"/>
                    <a:pt x="122623" y="147913"/>
                  </a:cubicBezTo>
                  <a:cubicBezTo>
                    <a:pt x="122623" y="109144"/>
                    <a:pt x="101268" y="91390"/>
                    <a:pt x="79914" y="91390"/>
                  </a:cubicBezTo>
                  <a:cubicBezTo>
                    <a:pt x="66389" y="91390"/>
                    <a:pt x="54288" y="98999"/>
                    <a:pt x="42187" y="110593"/>
                  </a:cubicBezTo>
                  <a:lnTo>
                    <a:pt x="67101" y="9143"/>
                  </a:lnTo>
                  <a:close/>
                  <a:moveTo>
                    <a:pt x="41119" y="247551"/>
                  </a:moveTo>
                  <a:cubicBezTo>
                    <a:pt x="32222" y="247551"/>
                    <a:pt x="20476" y="239943"/>
                    <a:pt x="20476" y="212768"/>
                  </a:cubicBezTo>
                  <a:cubicBezTo>
                    <a:pt x="20476" y="196826"/>
                    <a:pt x="23680" y="184145"/>
                    <a:pt x="34001" y="142840"/>
                  </a:cubicBezTo>
                  <a:cubicBezTo>
                    <a:pt x="36493" y="134144"/>
                    <a:pt x="36493" y="133420"/>
                    <a:pt x="41831" y="126173"/>
                  </a:cubicBezTo>
                  <a:cubicBezTo>
                    <a:pt x="52153" y="111680"/>
                    <a:pt x="65677" y="99361"/>
                    <a:pt x="79202" y="99361"/>
                  </a:cubicBezTo>
                  <a:cubicBezTo>
                    <a:pt x="95218" y="99361"/>
                    <a:pt x="98777" y="120014"/>
                    <a:pt x="98777" y="131608"/>
                  </a:cubicBezTo>
                  <a:cubicBezTo>
                    <a:pt x="98777" y="146826"/>
                    <a:pt x="89167" y="189942"/>
                    <a:pt x="78846" y="213131"/>
                  </a:cubicBezTo>
                  <a:cubicBezTo>
                    <a:pt x="74575" y="222189"/>
                    <a:pt x="59271" y="247551"/>
                    <a:pt x="41119" y="247551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458323A1-D5F2-34FB-199D-53A5DBCE21E2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8354585" y="7189503"/>
              <a:ext cx="82571" cy="362323"/>
            </a:xfrm>
            <a:custGeom>
              <a:avLst/>
              <a:gdLst>
                <a:gd name="connsiteX0" fmla="*/ 82766 w 82571"/>
                <a:gd name="connsiteY0" fmla="*/ 358785 h 362323"/>
                <a:gd name="connsiteX1" fmla="*/ 76715 w 82571"/>
                <a:gd name="connsiteY1" fmla="*/ 350813 h 362323"/>
                <a:gd name="connsiteX2" fmla="*/ 20837 w 82571"/>
                <a:gd name="connsiteY2" fmla="*/ 181246 h 362323"/>
                <a:gd name="connsiteX3" fmla="*/ 78139 w 82571"/>
                <a:gd name="connsiteY3" fmla="*/ 9867 h 362323"/>
                <a:gd name="connsiteX4" fmla="*/ 82766 w 82571"/>
                <a:gd name="connsiteY4" fmla="*/ 3708 h 362323"/>
                <a:gd name="connsiteX5" fmla="*/ 79207 w 82571"/>
                <a:gd name="connsiteY5" fmla="*/ 85 h 362323"/>
                <a:gd name="connsiteX6" fmla="*/ 22617 w 82571"/>
                <a:gd name="connsiteY6" fmla="*/ 70738 h 362323"/>
                <a:gd name="connsiteX7" fmla="*/ 194 w 82571"/>
                <a:gd name="connsiteY7" fmla="*/ 181246 h 362323"/>
                <a:gd name="connsiteX8" fmla="*/ 23684 w 82571"/>
                <a:gd name="connsiteY8" fmla="*/ 294291 h 362323"/>
                <a:gd name="connsiteX9" fmla="*/ 79207 w 82571"/>
                <a:gd name="connsiteY9" fmla="*/ 362408 h 362323"/>
                <a:gd name="connsiteX10" fmla="*/ 82766 w 82571"/>
                <a:gd name="connsiteY10" fmla="*/ 358785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571" h="362323">
                  <a:moveTo>
                    <a:pt x="82766" y="358785"/>
                  </a:moveTo>
                  <a:cubicBezTo>
                    <a:pt x="82766" y="357698"/>
                    <a:pt x="82766" y="356973"/>
                    <a:pt x="76715" y="350813"/>
                  </a:cubicBezTo>
                  <a:cubicBezTo>
                    <a:pt x="32226" y="305161"/>
                    <a:pt x="20837" y="236682"/>
                    <a:pt x="20837" y="181246"/>
                  </a:cubicBezTo>
                  <a:cubicBezTo>
                    <a:pt x="20837" y="118202"/>
                    <a:pt x="34362" y="55158"/>
                    <a:pt x="78139" y="9867"/>
                  </a:cubicBezTo>
                  <a:cubicBezTo>
                    <a:pt x="82766" y="5520"/>
                    <a:pt x="82766" y="4795"/>
                    <a:pt x="82766" y="3708"/>
                  </a:cubicBezTo>
                  <a:cubicBezTo>
                    <a:pt x="82766" y="1172"/>
                    <a:pt x="81342" y="85"/>
                    <a:pt x="79207" y="85"/>
                  </a:cubicBezTo>
                  <a:cubicBezTo>
                    <a:pt x="75647" y="85"/>
                    <a:pt x="43615" y="24723"/>
                    <a:pt x="22617" y="70738"/>
                  </a:cubicBezTo>
                  <a:cubicBezTo>
                    <a:pt x="4465" y="110593"/>
                    <a:pt x="194" y="150811"/>
                    <a:pt x="194" y="181246"/>
                  </a:cubicBezTo>
                  <a:cubicBezTo>
                    <a:pt x="194" y="209507"/>
                    <a:pt x="4109" y="253349"/>
                    <a:pt x="23684" y="294291"/>
                  </a:cubicBezTo>
                  <a:cubicBezTo>
                    <a:pt x="45039" y="338857"/>
                    <a:pt x="75647" y="362408"/>
                    <a:pt x="79207" y="362408"/>
                  </a:cubicBezTo>
                  <a:cubicBezTo>
                    <a:pt x="81342" y="362408"/>
                    <a:pt x="82766" y="361321"/>
                    <a:pt x="82766" y="358785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57EF284-E39A-CE87-1E17-DD1E5FC7BAB3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8468082" y="7301098"/>
              <a:ext cx="235613" cy="164132"/>
            </a:xfrm>
            <a:custGeom>
              <a:avLst/>
              <a:gdLst>
                <a:gd name="connsiteX0" fmla="*/ 154308 w 235613"/>
                <a:gd name="connsiteY0" fmla="*/ 37404 h 164132"/>
                <a:gd name="connsiteX1" fmla="*/ 159646 w 235613"/>
                <a:gd name="connsiteY1" fmla="*/ 13853 h 164132"/>
                <a:gd name="connsiteX2" fmla="*/ 149325 w 235613"/>
                <a:gd name="connsiteY2" fmla="*/ 4070 h 164132"/>
                <a:gd name="connsiteX3" fmla="*/ 136156 w 235613"/>
                <a:gd name="connsiteY3" fmla="*/ 14215 h 164132"/>
                <a:gd name="connsiteX4" fmla="*/ 115869 w 235613"/>
                <a:gd name="connsiteY4" fmla="*/ 95376 h 164132"/>
                <a:gd name="connsiteX5" fmla="*/ 112666 w 235613"/>
                <a:gd name="connsiteY5" fmla="*/ 119289 h 164132"/>
                <a:gd name="connsiteX6" fmla="*/ 113022 w 235613"/>
                <a:gd name="connsiteY6" fmla="*/ 125811 h 164132"/>
                <a:gd name="connsiteX7" fmla="*/ 80278 w 235613"/>
                <a:gd name="connsiteY7" fmla="*/ 156246 h 164132"/>
                <a:gd name="connsiteX8" fmla="*/ 51805 w 235613"/>
                <a:gd name="connsiteY8" fmla="*/ 123275 h 164132"/>
                <a:gd name="connsiteX9" fmla="*/ 70313 w 235613"/>
                <a:gd name="connsiteY9" fmla="*/ 52984 h 164132"/>
                <a:gd name="connsiteX10" fmla="*/ 76363 w 235613"/>
                <a:gd name="connsiteY10" fmla="*/ 29795 h 164132"/>
                <a:gd name="connsiteX11" fmla="*/ 47178 w 235613"/>
                <a:gd name="connsiteY11" fmla="*/ 85 h 164132"/>
                <a:gd name="connsiteX12" fmla="*/ 198 w 235613"/>
                <a:gd name="connsiteY12" fmla="*/ 55882 h 164132"/>
                <a:gd name="connsiteX13" fmla="*/ 4469 w 235613"/>
                <a:gd name="connsiteY13" fmla="*/ 59506 h 164132"/>
                <a:gd name="connsiteX14" fmla="*/ 10163 w 235613"/>
                <a:gd name="connsiteY14" fmla="*/ 52984 h 164132"/>
                <a:gd name="connsiteX15" fmla="*/ 46111 w 235613"/>
                <a:gd name="connsiteY15" fmla="*/ 8056 h 164132"/>
                <a:gd name="connsiteX16" fmla="*/ 55008 w 235613"/>
                <a:gd name="connsiteY16" fmla="*/ 20012 h 164132"/>
                <a:gd name="connsiteX17" fmla="*/ 48602 w 235613"/>
                <a:gd name="connsiteY17" fmla="*/ 45375 h 164132"/>
                <a:gd name="connsiteX18" fmla="*/ 28671 w 235613"/>
                <a:gd name="connsiteY18" fmla="*/ 118564 h 164132"/>
                <a:gd name="connsiteX19" fmla="*/ 79210 w 235613"/>
                <a:gd name="connsiteY19" fmla="*/ 164217 h 164132"/>
                <a:gd name="connsiteX20" fmla="*/ 116225 w 235613"/>
                <a:gd name="connsiteY20" fmla="*/ 138854 h 164132"/>
                <a:gd name="connsiteX21" fmla="*/ 160714 w 235613"/>
                <a:gd name="connsiteY21" fmla="*/ 164217 h 164132"/>
                <a:gd name="connsiteX22" fmla="*/ 212321 w 235613"/>
                <a:gd name="connsiteY22" fmla="*/ 119651 h 164132"/>
                <a:gd name="connsiteX23" fmla="*/ 235812 w 235613"/>
                <a:gd name="connsiteY23" fmla="*/ 25447 h 164132"/>
                <a:gd name="connsiteX24" fmla="*/ 220151 w 235613"/>
                <a:gd name="connsiteY24" fmla="*/ 85 h 164132"/>
                <a:gd name="connsiteX25" fmla="*/ 202356 w 235613"/>
                <a:gd name="connsiteY25" fmla="*/ 17476 h 164132"/>
                <a:gd name="connsiteX26" fmla="*/ 207695 w 235613"/>
                <a:gd name="connsiteY26" fmla="*/ 27259 h 164132"/>
                <a:gd name="connsiteX27" fmla="*/ 220507 w 235613"/>
                <a:gd name="connsiteY27" fmla="*/ 58056 h 164132"/>
                <a:gd name="connsiteX28" fmla="*/ 200932 w 235613"/>
                <a:gd name="connsiteY28" fmla="*/ 124362 h 164132"/>
                <a:gd name="connsiteX29" fmla="*/ 161782 w 235613"/>
                <a:gd name="connsiteY29" fmla="*/ 156246 h 164132"/>
                <a:gd name="connsiteX30" fmla="*/ 135444 w 235613"/>
                <a:gd name="connsiteY30" fmla="*/ 124724 h 164132"/>
                <a:gd name="connsiteX31" fmla="*/ 139359 w 235613"/>
                <a:gd name="connsiteY31" fmla="*/ 98274 h 164132"/>
                <a:gd name="connsiteX32" fmla="*/ 154308 w 235613"/>
                <a:gd name="connsiteY32" fmla="*/ 3740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5613" h="164132">
                  <a:moveTo>
                    <a:pt x="154308" y="37404"/>
                  </a:moveTo>
                  <a:cubicBezTo>
                    <a:pt x="156087" y="29433"/>
                    <a:pt x="159646" y="16027"/>
                    <a:pt x="159646" y="13853"/>
                  </a:cubicBezTo>
                  <a:cubicBezTo>
                    <a:pt x="159646" y="7331"/>
                    <a:pt x="154664" y="4070"/>
                    <a:pt x="149325" y="4070"/>
                  </a:cubicBezTo>
                  <a:cubicBezTo>
                    <a:pt x="145054" y="4070"/>
                    <a:pt x="138648" y="6969"/>
                    <a:pt x="136156" y="14215"/>
                  </a:cubicBezTo>
                  <a:cubicBezTo>
                    <a:pt x="135089" y="16752"/>
                    <a:pt x="118361" y="85955"/>
                    <a:pt x="115869" y="95376"/>
                  </a:cubicBezTo>
                  <a:cubicBezTo>
                    <a:pt x="113378" y="106245"/>
                    <a:pt x="112666" y="112767"/>
                    <a:pt x="112666" y="119289"/>
                  </a:cubicBezTo>
                  <a:cubicBezTo>
                    <a:pt x="112666" y="123275"/>
                    <a:pt x="112666" y="123999"/>
                    <a:pt x="113022" y="125811"/>
                  </a:cubicBezTo>
                  <a:cubicBezTo>
                    <a:pt x="104836" y="145014"/>
                    <a:pt x="94159" y="156246"/>
                    <a:pt x="80278" y="156246"/>
                  </a:cubicBezTo>
                  <a:cubicBezTo>
                    <a:pt x="51805" y="156246"/>
                    <a:pt x="51805" y="129434"/>
                    <a:pt x="51805" y="123275"/>
                  </a:cubicBezTo>
                  <a:cubicBezTo>
                    <a:pt x="51805" y="111680"/>
                    <a:pt x="53585" y="97550"/>
                    <a:pt x="70313" y="52984"/>
                  </a:cubicBezTo>
                  <a:cubicBezTo>
                    <a:pt x="74228" y="42114"/>
                    <a:pt x="76363" y="37042"/>
                    <a:pt x="76363" y="29795"/>
                  </a:cubicBezTo>
                  <a:cubicBezTo>
                    <a:pt x="76363" y="13491"/>
                    <a:pt x="64618" y="85"/>
                    <a:pt x="47178" y="85"/>
                  </a:cubicBezTo>
                  <a:cubicBezTo>
                    <a:pt x="13367" y="85"/>
                    <a:pt x="198" y="52622"/>
                    <a:pt x="198" y="55882"/>
                  </a:cubicBezTo>
                  <a:cubicBezTo>
                    <a:pt x="198" y="59506"/>
                    <a:pt x="3757" y="59506"/>
                    <a:pt x="4469" y="59506"/>
                  </a:cubicBezTo>
                  <a:cubicBezTo>
                    <a:pt x="8028" y="59506"/>
                    <a:pt x="8384" y="58781"/>
                    <a:pt x="10163" y="52984"/>
                  </a:cubicBezTo>
                  <a:cubicBezTo>
                    <a:pt x="19773" y="19288"/>
                    <a:pt x="33654" y="8056"/>
                    <a:pt x="46111" y="8056"/>
                  </a:cubicBezTo>
                  <a:cubicBezTo>
                    <a:pt x="49314" y="8056"/>
                    <a:pt x="55008" y="8418"/>
                    <a:pt x="55008" y="20012"/>
                  </a:cubicBezTo>
                  <a:cubicBezTo>
                    <a:pt x="55008" y="29071"/>
                    <a:pt x="51093" y="39216"/>
                    <a:pt x="48602" y="45375"/>
                  </a:cubicBezTo>
                  <a:cubicBezTo>
                    <a:pt x="32942" y="88129"/>
                    <a:pt x="28671" y="104796"/>
                    <a:pt x="28671" y="118564"/>
                  </a:cubicBezTo>
                  <a:cubicBezTo>
                    <a:pt x="28671" y="151536"/>
                    <a:pt x="52517" y="164217"/>
                    <a:pt x="79210" y="164217"/>
                  </a:cubicBezTo>
                  <a:cubicBezTo>
                    <a:pt x="85261" y="164217"/>
                    <a:pt x="101989" y="164217"/>
                    <a:pt x="116225" y="138854"/>
                  </a:cubicBezTo>
                  <a:cubicBezTo>
                    <a:pt x="125479" y="162043"/>
                    <a:pt x="150037" y="164217"/>
                    <a:pt x="160714" y="164217"/>
                  </a:cubicBezTo>
                  <a:cubicBezTo>
                    <a:pt x="187408" y="164217"/>
                    <a:pt x="203068" y="141391"/>
                    <a:pt x="212321" y="119651"/>
                  </a:cubicBezTo>
                  <a:cubicBezTo>
                    <a:pt x="224422" y="91390"/>
                    <a:pt x="235812" y="42839"/>
                    <a:pt x="235812" y="25447"/>
                  </a:cubicBezTo>
                  <a:cubicBezTo>
                    <a:pt x="235812" y="5520"/>
                    <a:pt x="226202" y="85"/>
                    <a:pt x="220151" y="85"/>
                  </a:cubicBezTo>
                  <a:cubicBezTo>
                    <a:pt x="211254" y="85"/>
                    <a:pt x="202356" y="9505"/>
                    <a:pt x="202356" y="17476"/>
                  </a:cubicBezTo>
                  <a:cubicBezTo>
                    <a:pt x="202356" y="22186"/>
                    <a:pt x="204491" y="24360"/>
                    <a:pt x="207695" y="27259"/>
                  </a:cubicBezTo>
                  <a:cubicBezTo>
                    <a:pt x="211610" y="31244"/>
                    <a:pt x="220507" y="40665"/>
                    <a:pt x="220507" y="58056"/>
                  </a:cubicBezTo>
                  <a:cubicBezTo>
                    <a:pt x="220507" y="70375"/>
                    <a:pt x="210186" y="105883"/>
                    <a:pt x="200932" y="124362"/>
                  </a:cubicBezTo>
                  <a:cubicBezTo>
                    <a:pt x="191678" y="143565"/>
                    <a:pt x="179222" y="156246"/>
                    <a:pt x="161782" y="156246"/>
                  </a:cubicBezTo>
                  <a:cubicBezTo>
                    <a:pt x="145054" y="156246"/>
                    <a:pt x="135444" y="145376"/>
                    <a:pt x="135444" y="124724"/>
                  </a:cubicBezTo>
                  <a:cubicBezTo>
                    <a:pt x="135444" y="114579"/>
                    <a:pt x="137936" y="103347"/>
                    <a:pt x="139359" y="98274"/>
                  </a:cubicBezTo>
                  <a:lnTo>
                    <a:pt x="154308" y="37404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D268B465-B25E-252C-8092-5FDBAC2B566C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8739720" y="7347185"/>
              <a:ext cx="90686" cy="168407"/>
            </a:xfrm>
            <a:custGeom>
              <a:avLst/>
              <a:gdLst>
                <a:gd name="connsiteX0" fmla="*/ 56510 w 90686"/>
                <a:gd name="connsiteY0" fmla="*/ 7188 h 168407"/>
                <a:gd name="connsiteX1" fmla="*/ 49036 w 90686"/>
                <a:gd name="connsiteY1" fmla="*/ 86 h 168407"/>
                <a:gd name="connsiteX2" fmla="*/ 205 w 90686"/>
                <a:gd name="connsiteY2" fmla="*/ 16318 h 168407"/>
                <a:gd name="connsiteX3" fmla="*/ 205 w 90686"/>
                <a:gd name="connsiteY3" fmla="*/ 25449 h 168407"/>
                <a:gd name="connsiteX4" fmla="*/ 36330 w 90686"/>
                <a:gd name="connsiteY4" fmla="*/ 18347 h 168407"/>
                <a:gd name="connsiteX5" fmla="*/ 36330 w 90686"/>
                <a:gd name="connsiteY5" fmla="*/ 147697 h 168407"/>
                <a:gd name="connsiteX6" fmla="*/ 11416 w 90686"/>
                <a:gd name="connsiteY6" fmla="*/ 159363 h 168407"/>
                <a:gd name="connsiteX7" fmla="*/ 1949 w 90686"/>
                <a:gd name="connsiteY7" fmla="*/ 159363 h 168407"/>
                <a:gd name="connsiteX8" fmla="*/ 1949 w 90686"/>
                <a:gd name="connsiteY8" fmla="*/ 168494 h 168407"/>
                <a:gd name="connsiteX9" fmla="*/ 46296 w 90686"/>
                <a:gd name="connsiteY9" fmla="*/ 167479 h 168407"/>
                <a:gd name="connsiteX10" fmla="*/ 90891 w 90686"/>
                <a:gd name="connsiteY10" fmla="*/ 168494 h 168407"/>
                <a:gd name="connsiteX11" fmla="*/ 90891 w 90686"/>
                <a:gd name="connsiteY11" fmla="*/ 159363 h 168407"/>
                <a:gd name="connsiteX12" fmla="*/ 81424 w 90686"/>
                <a:gd name="connsiteY12" fmla="*/ 159363 h 168407"/>
                <a:gd name="connsiteX13" fmla="*/ 56510 w 90686"/>
                <a:gd name="connsiteY13" fmla="*/ 147697 h 168407"/>
                <a:gd name="connsiteX14" fmla="*/ 56510 w 90686"/>
                <a:gd name="connsiteY14" fmla="*/ 7188 h 168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686" h="168407">
                  <a:moveTo>
                    <a:pt x="56510" y="7188"/>
                  </a:moveTo>
                  <a:cubicBezTo>
                    <a:pt x="56510" y="340"/>
                    <a:pt x="56012" y="86"/>
                    <a:pt x="49036" y="86"/>
                  </a:cubicBezTo>
                  <a:cubicBezTo>
                    <a:pt x="33091" y="16065"/>
                    <a:pt x="10420" y="16318"/>
                    <a:pt x="205" y="16318"/>
                  </a:cubicBezTo>
                  <a:lnTo>
                    <a:pt x="205" y="25449"/>
                  </a:lnTo>
                  <a:cubicBezTo>
                    <a:pt x="6184" y="25449"/>
                    <a:pt x="22628" y="25449"/>
                    <a:pt x="36330" y="18347"/>
                  </a:cubicBezTo>
                  <a:lnTo>
                    <a:pt x="36330" y="147697"/>
                  </a:lnTo>
                  <a:cubicBezTo>
                    <a:pt x="36330" y="156066"/>
                    <a:pt x="36330" y="159363"/>
                    <a:pt x="11416" y="159363"/>
                  </a:cubicBezTo>
                  <a:lnTo>
                    <a:pt x="1949" y="159363"/>
                  </a:lnTo>
                  <a:lnTo>
                    <a:pt x="1949" y="168494"/>
                  </a:lnTo>
                  <a:cubicBezTo>
                    <a:pt x="6434" y="168240"/>
                    <a:pt x="37078" y="167479"/>
                    <a:pt x="46296" y="167479"/>
                  </a:cubicBezTo>
                  <a:cubicBezTo>
                    <a:pt x="54019" y="167479"/>
                    <a:pt x="85410" y="168240"/>
                    <a:pt x="90891" y="168494"/>
                  </a:cubicBezTo>
                  <a:lnTo>
                    <a:pt x="90891" y="159363"/>
                  </a:lnTo>
                  <a:lnTo>
                    <a:pt x="81424" y="159363"/>
                  </a:lnTo>
                  <a:cubicBezTo>
                    <a:pt x="56510" y="159363"/>
                    <a:pt x="56510" y="156066"/>
                    <a:pt x="56510" y="147697"/>
                  </a:cubicBezTo>
                  <a:lnTo>
                    <a:pt x="56510" y="7188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C4C5AE7-3D35-37B2-C8E1-EAF89A0156FD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8892517" y="7189503"/>
              <a:ext cx="82571" cy="362323"/>
            </a:xfrm>
            <a:custGeom>
              <a:avLst/>
              <a:gdLst>
                <a:gd name="connsiteX0" fmla="*/ 82781 w 82571"/>
                <a:gd name="connsiteY0" fmla="*/ 181246 h 362323"/>
                <a:gd name="connsiteX1" fmla="*/ 59291 w 82571"/>
                <a:gd name="connsiteY1" fmla="*/ 68201 h 362323"/>
                <a:gd name="connsiteX2" fmla="*/ 3769 w 82571"/>
                <a:gd name="connsiteY2" fmla="*/ 85 h 362323"/>
                <a:gd name="connsiteX3" fmla="*/ 210 w 82571"/>
                <a:gd name="connsiteY3" fmla="*/ 3708 h 362323"/>
                <a:gd name="connsiteX4" fmla="*/ 6972 w 82571"/>
                <a:gd name="connsiteY4" fmla="*/ 12041 h 362323"/>
                <a:gd name="connsiteX5" fmla="*/ 62138 w 82571"/>
                <a:gd name="connsiteY5" fmla="*/ 181246 h 362323"/>
                <a:gd name="connsiteX6" fmla="*/ 4836 w 82571"/>
                <a:gd name="connsiteY6" fmla="*/ 352625 h 362323"/>
                <a:gd name="connsiteX7" fmla="*/ 210 w 82571"/>
                <a:gd name="connsiteY7" fmla="*/ 358785 h 362323"/>
                <a:gd name="connsiteX8" fmla="*/ 3769 w 82571"/>
                <a:gd name="connsiteY8" fmla="*/ 362408 h 362323"/>
                <a:gd name="connsiteX9" fmla="*/ 60359 w 82571"/>
                <a:gd name="connsiteY9" fmla="*/ 291755 h 362323"/>
                <a:gd name="connsiteX10" fmla="*/ 82781 w 82571"/>
                <a:gd name="connsiteY10" fmla="*/ 181246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571" h="362323">
                  <a:moveTo>
                    <a:pt x="82781" y="181246"/>
                  </a:moveTo>
                  <a:cubicBezTo>
                    <a:pt x="82781" y="152985"/>
                    <a:pt x="78866" y="109144"/>
                    <a:pt x="59291" y="68201"/>
                  </a:cubicBezTo>
                  <a:cubicBezTo>
                    <a:pt x="37936" y="23636"/>
                    <a:pt x="7328" y="85"/>
                    <a:pt x="3769" y="85"/>
                  </a:cubicBezTo>
                  <a:cubicBezTo>
                    <a:pt x="1633" y="85"/>
                    <a:pt x="210" y="1534"/>
                    <a:pt x="210" y="3708"/>
                  </a:cubicBezTo>
                  <a:cubicBezTo>
                    <a:pt x="210" y="4795"/>
                    <a:pt x="210" y="5520"/>
                    <a:pt x="6972" y="12041"/>
                  </a:cubicBezTo>
                  <a:cubicBezTo>
                    <a:pt x="41851" y="47911"/>
                    <a:pt x="62138" y="105521"/>
                    <a:pt x="62138" y="181246"/>
                  </a:cubicBezTo>
                  <a:cubicBezTo>
                    <a:pt x="62138" y="243203"/>
                    <a:pt x="48970" y="306972"/>
                    <a:pt x="4836" y="352625"/>
                  </a:cubicBezTo>
                  <a:cubicBezTo>
                    <a:pt x="210" y="356973"/>
                    <a:pt x="210" y="357698"/>
                    <a:pt x="210" y="358785"/>
                  </a:cubicBezTo>
                  <a:cubicBezTo>
                    <a:pt x="210" y="360958"/>
                    <a:pt x="1633" y="362408"/>
                    <a:pt x="3769" y="362408"/>
                  </a:cubicBezTo>
                  <a:cubicBezTo>
                    <a:pt x="7328" y="362408"/>
                    <a:pt x="39360" y="337770"/>
                    <a:pt x="60359" y="291755"/>
                  </a:cubicBezTo>
                  <a:cubicBezTo>
                    <a:pt x="78510" y="251899"/>
                    <a:pt x="82781" y="211681"/>
                    <a:pt x="82781" y="181246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E1E66C17-1A39-9CBA-C2AE-D075C39B52D4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9041249" y="7422839"/>
              <a:ext cx="41641" cy="108334"/>
            </a:xfrm>
            <a:custGeom>
              <a:avLst/>
              <a:gdLst>
                <a:gd name="connsiteX0" fmla="*/ 41855 w 41641"/>
                <a:gd name="connsiteY0" fmla="*/ 38129 h 108334"/>
                <a:gd name="connsiteX1" fmla="*/ 19077 w 41641"/>
                <a:gd name="connsiteY1" fmla="*/ 85 h 108334"/>
                <a:gd name="connsiteX2" fmla="*/ 213 w 41641"/>
                <a:gd name="connsiteY2" fmla="*/ 19288 h 108334"/>
                <a:gd name="connsiteX3" fmla="*/ 19077 w 41641"/>
                <a:gd name="connsiteY3" fmla="*/ 38491 h 108334"/>
                <a:gd name="connsiteX4" fmla="*/ 31534 w 41641"/>
                <a:gd name="connsiteY4" fmla="*/ 33781 h 108334"/>
                <a:gd name="connsiteX5" fmla="*/ 33313 w 41641"/>
                <a:gd name="connsiteY5" fmla="*/ 32694 h 108334"/>
                <a:gd name="connsiteX6" fmla="*/ 34025 w 41641"/>
                <a:gd name="connsiteY6" fmla="*/ 38129 h 108334"/>
                <a:gd name="connsiteX7" fmla="*/ 9823 w 41641"/>
                <a:gd name="connsiteY7" fmla="*/ 98637 h 108334"/>
                <a:gd name="connsiteX8" fmla="*/ 5908 w 41641"/>
                <a:gd name="connsiteY8" fmla="*/ 104434 h 108334"/>
                <a:gd name="connsiteX9" fmla="*/ 9467 w 41641"/>
                <a:gd name="connsiteY9" fmla="*/ 108419 h 108334"/>
                <a:gd name="connsiteX10" fmla="*/ 41855 w 41641"/>
                <a:gd name="connsiteY10" fmla="*/ 38129 h 108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641" h="108334">
                  <a:moveTo>
                    <a:pt x="41855" y="38129"/>
                  </a:moveTo>
                  <a:cubicBezTo>
                    <a:pt x="41855" y="14215"/>
                    <a:pt x="32957" y="85"/>
                    <a:pt x="19077" y="85"/>
                  </a:cubicBezTo>
                  <a:cubicBezTo>
                    <a:pt x="7332" y="85"/>
                    <a:pt x="213" y="9143"/>
                    <a:pt x="213" y="19288"/>
                  </a:cubicBezTo>
                  <a:cubicBezTo>
                    <a:pt x="213" y="29071"/>
                    <a:pt x="7332" y="38491"/>
                    <a:pt x="19077" y="38491"/>
                  </a:cubicBezTo>
                  <a:cubicBezTo>
                    <a:pt x="23348" y="38491"/>
                    <a:pt x="27975" y="37042"/>
                    <a:pt x="31534" y="33781"/>
                  </a:cubicBezTo>
                  <a:cubicBezTo>
                    <a:pt x="32601" y="33056"/>
                    <a:pt x="32957" y="32694"/>
                    <a:pt x="33313" y="32694"/>
                  </a:cubicBezTo>
                  <a:cubicBezTo>
                    <a:pt x="33669" y="32694"/>
                    <a:pt x="34025" y="33056"/>
                    <a:pt x="34025" y="38129"/>
                  </a:cubicBezTo>
                  <a:cubicBezTo>
                    <a:pt x="34025" y="64941"/>
                    <a:pt x="21568" y="86680"/>
                    <a:pt x="9823" y="98637"/>
                  </a:cubicBezTo>
                  <a:cubicBezTo>
                    <a:pt x="5908" y="102622"/>
                    <a:pt x="5908" y="103347"/>
                    <a:pt x="5908" y="104434"/>
                  </a:cubicBezTo>
                  <a:cubicBezTo>
                    <a:pt x="5908" y="106970"/>
                    <a:pt x="7688" y="108419"/>
                    <a:pt x="9467" y="108419"/>
                  </a:cubicBezTo>
                  <a:cubicBezTo>
                    <a:pt x="13382" y="108419"/>
                    <a:pt x="41855" y="80520"/>
                    <a:pt x="41855" y="38129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124BFF1-63C0-394B-0D94-B5EB250D3D60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9199431" y="7422839"/>
              <a:ext cx="37726" cy="38406"/>
            </a:xfrm>
            <a:custGeom>
              <a:avLst/>
              <a:gdLst>
                <a:gd name="connsiteX0" fmla="*/ 37945 w 37726"/>
                <a:gd name="connsiteY0" fmla="*/ 19288 h 38406"/>
                <a:gd name="connsiteX1" fmla="*/ 19081 w 37726"/>
                <a:gd name="connsiteY1" fmla="*/ 85 h 38406"/>
                <a:gd name="connsiteX2" fmla="*/ 218 w 37726"/>
                <a:gd name="connsiteY2" fmla="*/ 19288 h 38406"/>
                <a:gd name="connsiteX3" fmla="*/ 19081 w 37726"/>
                <a:gd name="connsiteY3" fmla="*/ 38491 h 38406"/>
                <a:gd name="connsiteX4" fmla="*/ 37945 w 37726"/>
                <a:gd name="connsiteY4" fmla="*/ 19288 h 38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26" h="38406">
                  <a:moveTo>
                    <a:pt x="37945" y="19288"/>
                  </a:moveTo>
                  <a:cubicBezTo>
                    <a:pt x="37945" y="8780"/>
                    <a:pt x="29403" y="85"/>
                    <a:pt x="19081" y="85"/>
                  </a:cubicBezTo>
                  <a:cubicBezTo>
                    <a:pt x="8760" y="85"/>
                    <a:pt x="218" y="8780"/>
                    <a:pt x="218" y="19288"/>
                  </a:cubicBezTo>
                  <a:cubicBezTo>
                    <a:pt x="218" y="29795"/>
                    <a:pt x="8760" y="38491"/>
                    <a:pt x="19081" y="38491"/>
                  </a:cubicBezTo>
                  <a:cubicBezTo>
                    <a:pt x="29403" y="38491"/>
                    <a:pt x="37945" y="29795"/>
                    <a:pt x="37945" y="19288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4E2B8499-D4A6-3CEA-A067-10246E4F91DF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9357613" y="7422839"/>
              <a:ext cx="37726" cy="38406"/>
            </a:xfrm>
            <a:custGeom>
              <a:avLst/>
              <a:gdLst>
                <a:gd name="connsiteX0" fmla="*/ 37949 w 37726"/>
                <a:gd name="connsiteY0" fmla="*/ 19288 h 38406"/>
                <a:gd name="connsiteX1" fmla="*/ 19086 w 37726"/>
                <a:gd name="connsiteY1" fmla="*/ 85 h 38406"/>
                <a:gd name="connsiteX2" fmla="*/ 222 w 37726"/>
                <a:gd name="connsiteY2" fmla="*/ 19288 h 38406"/>
                <a:gd name="connsiteX3" fmla="*/ 19086 w 37726"/>
                <a:gd name="connsiteY3" fmla="*/ 38491 h 38406"/>
                <a:gd name="connsiteX4" fmla="*/ 37949 w 37726"/>
                <a:gd name="connsiteY4" fmla="*/ 19288 h 38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26" h="38406">
                  <a:moveTo>
                    <a:pt x="37949" y="19288"/>
                  </a:moveTo>
                  <a:cubicBezTo>
                    <a:pt x="37949" y="8780"/>
                    <a:pt x="29407" y="85"/>
                    <a:pt x="19086" y="85"/>
                  </a:cubicBezTo>
                  <a:cubicBezTo>
                    <a:pt x="8764" y="85"/>
                    <a:pt x="222" y="8780"/>
                    <a:pt x="222" y="19288"/>
                  </a:cubicBezTo>
                  <a:cubicBezTo>
                    <a:pt x="222" y="29795"/>
                    <a:pt x="8764" y="38491"/>
                    <a:pt x="19086" y="38491"/>
                  </a:cubicBezTo>
                  <a:cubicBezTo>
                    <a:pt x="29407" y="38491"/>
                    <a:pt x="37949" y="29795"/>
                    <a:pt x="37949" y="19288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FF72C130-F799-57C6-8E5D-A599BD1342EE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9515795" y="7422839"/>
              <a:ext cx="37726" cy="38406"/>
            </a:xfrm>
            <a:custGeom>
              <a:avLst/>
              <a:gdLst>
                <a:gd name="connsiteX0" fmla="*/ 37953 w 37726"/>
                <a:gd name="connsiteY0" fmla="*/ 19288 h 38406"/>
                <a:gd name="connsiteX1" fmla="*/ 19090 w 37726"/>
                <a:gd name="connsiteY1" fmla="*/ 85 h 38406"/>
                <a:gd name="connsiteX2" fmla="*/ 227 w 37726"/>
                <a:gd name="connsiteY2" fmla="*/ 19288 h 38406"/>
                <a:gd name="connsiteX3" fmla="*/ 19090 w 37726"/>
                <a:gd name="connsiteY3" fmla="*/ 38491 h 38406"/>
                <a:gd name="connsiteX4" fmla="*/ 37953 w 37726"/>
                <a:gd name="connsiteY4" fmla="*/ 19288 h 38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26" h="38406">
                  <a:moveTo>
                    <a:pt x="37953" y="19288"/>
                  </a:moveTo>
                  <a:cubicBezTo>
                    <a:pt x="37953" y="8780"/>
                    <a:pt x="29412" y="85"/>
                    <a:pt x="19090" y="85"/>
                  </a:cubicBezTo>
                  <a:cubicBezTo>
                    <a:pt x="8769" y="85"/>
                    <a:pt x="227" y="8780"/>
                    <a:pt x="227" y="19288"/>
                  </a:cubicBezTo>
                  <a:cubicBezTo>
                    <a:pt x="227" y="29795"/>
                    <a:pt x="8769" y="38491"/>
                    <a:pt x="19090" y="38491"/>
                  </a:cubicBezTo>
                  <a:cubicBezTo>
                    <a:pt x="29412" y="38491"/>
                    <a:pt x="37953" y="29795"/>
                    <a:pt x="37953" y="19288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DBE3A81-1F08-7FEC-76B0-FFB40145AD8C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9673976" y="7422839"/>
              <a:ext cx="41641" cy="108334"/>
            </a:xfrm>
            <a:custGeom>
              <a:avLst/>
              <a:gdLst>
                <a:gd name="connsiteX0" fmla="*/ 41873 w 41641"/>
                <a:gd name="connsiteY0" fmla="*/ 38129 h 108334"/>
                <a:gd name="connsiteX1" fmla="*/ 19095 w 41641"/>
                <a:gd name="connsiteY1" fmla="*/ 85 h 108334"/>
                <a:gd name="connsiteX2" fmla="*/ 231 w 41641"/>
                <a:gd name="connsiteY2" fmla="*/ 19288 h 108334"/>
                <a:gd name="connsiteX3" fmla="*/ 19095 w 41641"/>
                <a:gd name="connsiteY3" fmla="*/ 38491 h 108334"/>
                <a:gd name="connsiteX4" fmla="*/ 31551 w 41641"/>
                <a:gd name="connsiteY4" fmla="*/ 33781 h 108334"/>
                <a:gd name="connsiteX5" fmla="*/ 33331 w 41641"/>
                <a:gd name="connsiteY5" fmla="*/ 32694 h 108334"/>
                <a:gd name="connsiteX6" fmla="*/ 34043 w 41641"/>
                <a:gd name="connsiteY6" fmla="*/ 38129 h 108334"/>
                <a:gd name="connsiteX7" fmla="*/ 9841 w 41641"/>
                <a:gd name="connsiteY7" fmla="*/ 98637 h 108334"/>
                <a:gd name="connsiteX8" fmla="*/ 5926 w 41641"/>
                <a:gd name="connsiteY8" fmla="*/ 104434 h 108334"/>
                <a:gd name="connsiteX9" fmla="*/ 9485 w 41641"/>
                <a:gd name="connsiteY9" fmla="*/ 108419 h 108334"/>
                <a:gd name="connsiteX10" fmla="*/ 41873 w 41641"/>
                <a:gd name="connsiteY10" fmla="*/ 38129 h 108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641" h="108334">
                  <a:moveTo>
                    <a:pt x="41873" y="38129"/>
                  </a:moveTo>
                  <a:cubicBezTo>
                    <a:pt x="41873" y="14215"/>
                    <a:pt x="32975" y="85"/>
                    <a:pt x="19095" y="85"/>
                  </a:cubicBezTo>
                  <a:cubicBezTo>
                    <a:pt x="7349" y="85"/>
                    <a:pt x="231" y="9143"/>
                    <a:pt x="231" y="19288"/>
                  </a:cubicBezTo>
                  <a:cubicBezTo>
                    <a:pt x="231" y="29071"/>
                    <a:pt x="7349" y="38491"/>
                    <a:pt x="19095" y="38491"/>
                  </a:cubicBezTo>
                  <a:cubicBezTo>
                    <a:pt x="23365" y="38491"/>
                    <a:pt x="27992" y="37042"/>
                    <a:pt x="31551" y="33781"/>
                  </a:cubicBezTo>
                  <a:cubicBezTo>
                    <a:pt x="32619" y="33056"/>
                    <a:pt x="32975" y="32694"/>
                    <a:pt x="33331" y="32694"/>
                  </a:cubicBezTo>
                  <a:cubicBezTo>
                    <a:pt x="33687" y="32694"/>
                    <a:pt x="34043" y="33056"/>
                    <a:pt x="34043" y="38129"/>
                  </a:cubicBezTo>
                  <a:cubicBezTo>
                    <a:pt x="34043" y="64941"/>
                    <a:pt x="21586" y="86680"/>
                    <a:pt x="9841" y="98637"/>
                  </a:cubicBezTo>
                  <a:cubicBezTo>
                    <a:pt x="5926" y="102622"/>
                    <a:pt x="5926" y="103347"/>
                    <a:pt x="5926" y="104434"/>
                  </a:cubicBezTo>
                  <a:cubicBezTo>
                    <a:pt x="5926" y="106970"/>
                    <a:pt x="7705" y="108419"/>
                    <a:pt x="9485" y="108419"/>
                  </a:cubicBezTo>
                  <a:cubicBezTo>
                    <a:pt x="13400" y="108419"/>
                    <a:pt x="41873" y="80520"/>
                    <a:pt x="41873" y="38129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C59C9EB-2B36-1BAD-01DC-10D930A4D190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9842124" y="7301098"/>
              <a:ext cx="125992" cy="164132"/>
            </a:xfrm>
            <a:custGeom>
              <a:avLst/>
              <a:gdLst>
                <a:gd name="connsiteX0" fmla="*/ 44725 w 125992"/>
                <a:gd name="connsiteY0" fmla="*/ 76535 h 164132"/>
                <a:gd name="connsiteX1" fmla="*/ 96332 w 125992"/>
                <a:gd name="connsiteY1" fmla="*/ 68564 h 164132"/>
                <a:gd name="connsiteX2" fmla="*/ 124449 w 125992"/>
                <a:gd name="connsiteY2" fmla="*/ 30882 h 164132"/>
                <a:gd name="connsiteX3" fmla="*/ 88502 w 125992"/>
                <a:gd name="connsiteY3" fmla="*/ 85 h 164132"/>
                <a:gd name="connsiteX4" fmla="*/ 236 w 125992"/>
                <a:gd name="connsiteY4" fmla="*/ 100811 h 164132"/>
                <a:gd name="connsiteX5" fmla="*/ 51131 w 125992"/>
                <a:gd name="connsiteY5" fmla="*/ 164217 h 164132"/>
                <a:gd name="connsiteX6" fmla="*/ 126228 w 125992"/>
                <a:gd name="connsiteY6" fmla="*/ 122550 h 164132"/>
                <a:gd name="connsiteX7" fmla="*/ 120534 w 125992"/>
                <a:gd name="connsiteY7" fmla="*/ 116753 h 164132"/>
                <a:gd name="connsiteX8" fmla="*/ 115907 w 125992"/>
                <a:gd name="connsiteY8" fmla="*/ 120738 h 164132"/>
                <a:gd name="connsiteX9" fmla="*/ 51843 w 125992"/>
                <a:gd name="connsiteY9" fmla="*/ 156246 h 164132"/>
                <a:gd name="connsiteX10" fmla="*/ 24794 w 125992"/>
                <a:gd name="connsiteY10" fmla="*/ 116390 h 164132"/>
                <a:gd name="connsiteX11" fmla="*/ 30844 w 125992"/>
                <a:gd name="connsiteY11" fmla="*/ 76535 h 164132"/>
                <a:gd name="connsiteX12" fmla="*/ 44725 w 125992"/>
                <a:gd name="connsiteY12" fmla="*/ 76535 h 164132"/>
                <a:gd name="connsiteX13" fmla="*/ 32979 w 125992"/>
                <a:gd name="connsiteY13" fmla="*/ 68564 h 164132"/>
                <a:gd name="connsiteX14" fmla="*/ 88502 w 125992"/>
                <a:gd name="connsiteY14" fmla="*/ 8056 h 164132"/>
                <a:gd name="connsiteX15" fmla="*/ 110924 w 125992"/>
                <a:gd name="connsiteY15" fmla="*/ 30158 h 164132"/>
                <a:gd name="connsiteX16" fmla="*/ 40454 w 125992"/>
                <a:gd name="connsiteY16" fmla="*/ 68564 h 164132"/>
                <a:gd name="connsiteX17" fmla="*/ 32979 w 125992"/>
                <a:gd name="connsiteY17" fmla="*/ 6856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5992" h="164132">
                  <a:moveTo>
                    <a:pt x="44725" y="76535"/>
                  </a:moveTo>
                  <a:cubicBezTo>
                    <a:pt x="55402" y="76535"/>
                    <a:pt x="79248" y="75448"/>
                    <a:pt x="96332" y="68564"/>
                  </a:cubicBezTo>
                  <a:cubicBezTo>
                    <a:pt x="124449" y="56969"/>
                    <a:pt x="124449" y="33418"/>
                    <a:pt x="124449" y="30882"/>
                  </a:cubicBezTo>
                  <a:cubicBezTo>
                    <a:pt x="124449" y="14215"/>
                    <a:pt x="111280" y="85"/>
                    <a:pt x="88502" y="85"/>
                  </a:cubicBezTo>
                  <a:cubicBezTo>
                    <a:pt x="51131" y="85"/>
                    <a:pt x="236" y="36679"/>
                    <a:pt x="236" y="100811"/>
                  </a:cubicBezTo>
                  <a:cubicBezTo>
                    <a:pt x="236" y="133420"/>
                    <a:pt x="17319" y="164217"/>
                    <a:pt x="51131" y="164217"/>
                  </a:cubicBezTo>
                  <a:cubicBezTo>
                    <a:pt x="96688" y="164217"/>
                    <a:pt x="126228" y="127985"/>
                    <a:pt x="126228" y="122550"/>
                  </a:cubicBezTo>
                  <a:cubicBezTo>
                    <a:pt x="126228" y="120738"/>
                    <a:pt x="123381" y="116753"/>
                    <a:pt x="120534" y="116753"/>
                  </a:cubicBezTo>
                  <a:cubicBezTo>
                    <a:pt x="119110" y="116753"/>
                    <a:pt x="118754" y="117115"/>
                    <a:pt x="115907" y="120738"/>
                  </a:cubicBezTo>
                  <a:cubicBezTo>
                    <a:pt x="89569" y="154797"/>
                    <a:pt x="57893" y="156246"/>
                    <a:pt x="51843" y="156246"/>
                  </a:cubicBezTo>
                  <a:cubicBezTo>
                    <a:pt x="28709" y="156246"/>
                    <a:pt x="24794" y="130521"/>
                    <a:pt x="24794" y="116390"/>
                  </a:cubicBezTo>
                  <a:cubicBezTo>
                    <a:pt x="24794" y="102622"/>
                    <a:pt x="28353" y="86318"/>
                    <a:pt x="30844" y="76535"/>
                  </a:cubicBezTo>
                  <a:lnTo>
                    <a:pt x="44725" y="76535"/>
                  </a:lnTo>
                  <a:close/>
                  <a:moveTo>
                    <a:pt x="32979" y="68564"/>
                  </a:moveTo>
                  <a:cubicBezTo>
                    <a:pt x="48284" y="9143"/>
                    <a:pt x="84943" y="8056"/>
                    <a:pt x="88502" y="8056"/>
                  </a:cubicBezTo>
                  <a:cubicBezTo>
                    <a:pt x="102738" y="8056"/>
                    <a:pt x="110924" y="17839"/>
                    <a:pt x="110924" y="30158"/>
                  </a:cubicBezTo>
                  <a:cubicBezTo>
                    <a:pt x="110924" y="68564"/>
                    <a:pt x="52199" y="68564"/>
                    <a:pt x="40454" y="68564"/>
                  </a:cubicBezTo>
                  <a:lnTo>
                    <a:pt x="32979" y="68564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73507B5-828E-13E7-C902-BBC210B39A37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9994809" y="7301098"/>
              <a:ext cx="270136" cy="164132"/>
            </a:xfrm>
            <a:custGeom>
              <a:avLst/>
              <a:gdLst>
                <a:gd name="connsiteX0" fmla="*/ 52559 w 270136"/>
                <a:gd name="connsiteY0" fmla="*/ 96825 h 164132"/>
                <a:gd name="connsiteX1" fmla="*/ 58254 w 270136"/>
                <a:gd name="connsiteY1" fmla="*/ 73274 h 164132"/>
                <a:gd name="connsiteX2" fmla="*/ 67152 w 270136"/>
                <a:gd name="connsiteY2" fmla="*/ 47187 h 164132"/>
                <a:gd name="connsiteX3" fmla="*/ 117335 w 270136"/>
                <a:gd name="connsiteY3" fmla="*/ 8056 h 164132"/>
                <a:gd name="connsiteX4" fmla="*/ 133707 w 270136"/>
                <a:gd name="connsiteY4" fmla="*/ 31969 h 164132"/>
                <a:gd name="connsiteX5" fmla="*/ 130504 w 270136"/>
                <a:gd name="connsiteY5" fmla="*/ 55520 h 164132"/>
                <a:gd name="connsiteX6" fmla="*/ 107370 w 270136"/>
                <a:gd name="connsiteY6" fmla="*/ 149724 h 164132"/>
                <a:gd name="connsiteX7" fmla="*/ 106302 w 270136"/>
                <a:gd name="connsiteY7" fmla="*/ 154797 h 164132"/>
                <a:gd name="connsiteX8" fmla="*/ 116267 w 270136"/>
                <a:gd name="connsiteY8" fmla="*/ 164217 h 164132"/>
                <a:gd name="connsiteX9" fmla="*/ 129080 w 270136"/>
                <a:gd name="connsiteY9" fmla="*/ 154797 h 164132"/>
                <a:gd name="connsiteX10" fmla="*/ 143317 w 270136"/>
                <a:gd name="connsiteY10" fmla="*/ 96825 h 164132"/>
                <a:gd name="connsiteX11" fmla="*/ 149011 w 270136"/>
                <a:gd name="connsiteY11" fmla="*/ 73274 h 164132"/>
                <a:gd name="connsiteX12" fmla="*/ 157909 w 270136"/>
                <a:gd name="connsiteY12" fmla="*/ 47187 h 164132"/>
                <a:gd name="connsiteX13" fmla="*/ 208093 w 270136"/>
                <a:gd name="connsiteY13" fmla="*/ 8056 h 164132"/>
                <a:gd name="connsiteX14" fmla="*/ 224465 w 270136"/>
                <a:gd name="connsiteY14" fmla="*/ 31969 h 164132"/>
                <a:gd name="connsiteX15" fmla="*/ 203822 w 270136"/>
                <a:gd name="connsiteY15" fmla="*/ 112043 h 164132"/>
                <a:gd name="connsiteX16" fmla="*/ 198127 w 270136"/>
                <a:gd name="connsiteY16" fmla="*/ 135231 h 164132"/>
                <a:gd name="connsiteX17" fmla="*/ 225176 w 270136"/>
                <a:gd name="connsiteY17" fmla="*/ 164217 h 164132"/>
                <a:gd name="connsiteX18" fmla="*/ 270377 w 270136"/>
                <a:gd name="connsiteY18" fmla="*/ 108419 h 164132"/>
                <a:gd name="connsiteX19" fmla="*/ 265039 w 270136"/>
                <a:gd name="connsiteY19" fmla="*/ 104796 h 164132"/>
                <a:gd name="connsiteX20" fmla="*/ 258988 w 270136"/>
                <a:gd name="connsiteY20" fmla="*/ 110956 h 164132"/>
                <a:gd name="connsiteX21" fmla="*/ 225888 w 270136"/>
                <a:gd name="connsiteY21" fmla="*/ 156246 h 164132"/>
                <a:gd name="connsiteX22" fmla="*/ 218058 w 270136"/>
                <a:gd name="connsiteY22" fmla="*/ 145739 h 164132"/>
                <a:gd name="connsiteX23" fmla="*/ 224465 w 270136"/>
                <a:gd name="connsiteY23" fmla="*/ 118564 h 164132"/>
                <a:gd name="connsiteX24" fmla="*/ 246175 w 270136"/>
                <a:gd name="connsiteY24" fmla="*/ 37766 h 164132"/>
                <a:gd name="connsiteX25" fmla="*/ 208804 w 270136"/>
                <a:gd name="connsiteY25" fmla="*/ 85 h 164132"/>
                <a:gd name="connsiteX26" fmla="*/ 155418 w 270136"/>
                <a:gd name="connsiteY26" fmla="*/ 31969 h 164132"/>
                <a:gd name="connsiteX27" fmla="*/ 118047 w 270136"/>
                <a:gd name="connsiteY27" fmla="*/ 85 h 164132"/>
                <a:gd name="connsiteX28" fmla="*/ 67152 w 270136"/>
                <a:gd name="connsiteY28" fmla="*/ 28708 h 164132"/>
                <a:gd name="connsiteX29" fmla="*/ 37255 w 270136"/>
                <a:gd name="connsiteY29" fmla="*/ 85 h 164132"/>
                <a:gd name="connsiteX30" fmla="*/ 11629 w 270136"/>
                <a:gd name="connsiteY30" fmla="*/ 19288 h 164132"/>
                <a:gd name="connsiteX31" fmla="*/ 240 w 270136"/>
                <a:gd name="connsiteY31" fmla="*/ 55882 h 164132"/>
                <a:gd name="connsiteX32" fmla="*/ 5579 w 270136"/>
                <a:gd name="connsiteY32" fmla="*/ 59506 h 164132"/>
                <a:gd name="connsiteX33" fmla="*/ 12341 w 270136"/>
                <a:gd name="connsiteY33" fmla="*/ 51172 h 164132"/>
                <a:gd name="connsiteX34" fmla="*/ 36543 w 270136"/>
                <a:gd name="connsiteY34" fmla="*/ 8056 h 164132"/>
                <a:gd name="connsiteX35" fmla="*/ 45797 w 270136"/>
                <a:gd name="connsiteY35" fmla="*/ 22549 h 164132"/>
                <a:gd name="connsiteX36" fmla="*/ 43306 w 270136"/>
                <a:gd name="connsiteY36" fmla="*/ 41027 h 164132"/>
                <a:gd name="connsiteX37" fmla="*/ 16612 w 270136"/>
                <a:gd name="connsiteY37" fmla="*/ 149724 h 164132"/>
                <a:gd name="connsiteX38" fmla="*/ 15544 w 270136"/>
                <a:gd name="connsiteY38" fmla="*/ 154797 h 164132"/>
                <a:gd name="connsiteX39" fmla="*/ 25510 w 270136"/>
                <a:gd name="connsiteY39" fmla="*/ 164217 h 164132"/>
                <a:gd name="connsiteX40" fmla="*/ 38323 w 270136"/>
                <a:gd name="connsiteY40" fmla="*/ 154797 h 164132"/>
                <a:gd name="connsiteX41" fmla="*/ 52559 w 270136"/>
                <a:gd name="connsiteY41" fmla="*/ 96825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70136" h="164132">
                  <a:moveTo>
                    <a:pt x="52559" y="96825"/>
                  </a:moveTo>
                  <a:cubicBezTo>
                    <a:pt x="54339" y="88854"/>
                    <a:pt x="56474" y="81245"/>
                    <a:pt x="58254" y="73274"/>
                  </a:cubicBezTo>
                  <a:cubicBezTo>
                    <a:pt x="62881" y="55520"/>
                    <a:pt x="62881" y="54795"/>
                    <a:pt x="67152" y="47187"/>
                  </a:cubicBezTo>
                  <a:cubicBezTo>
                    <a:pt x="77473" y="29071"/>
                    <a:pt x="92777" y="8056"/>
                    <a:pt x="117335" y="8056"/>
                  </a:cubicBezTo>
                  <a:cubicBezTo>
                    <a:pt x="133707" y="8056"/>
                    <a:pt x="133707" y="26534"/>
                    <a:pt x="133707" y="31969"/>
                  </a:cubicBezTo>
                  <a:cubicBezTo>
                    <a:pt x="133707" y="41752"/>
                    <a:pt x="131216" y="52259"/>
                    <a:pt x="130504" y="55520"/>
                  </a:cubicBezTo>
                  <a:lnTo>
                    <a:pt x="107370" y="149724"/>
                  </a:lnTo>
                  <a:cubicBezTo>
                    <a:pt x="106658" y="151898"/>
                    <a:pt x="106302" y="153710"/>
                    <a:pt x="106302" y="154797"/>
                  </a:cubicBezTo>
                  <a:cubicBezTo>
                    <a:pt x="106302" y="158782"/>
                    <a:pt x="109149" y="164217"/>
                    <a:pt x="116267" y="164217"/>
                  </a:cubicBezTo>
                  <a:cubicBezTo>
                    <a:pt x="120538" y="164217"/>
                    <a:pt x="126589" y="161681"/>
                    <a:pt x="129080" y="154797"/>
                  </a:cubicBezTo>
                  <a:lnTo>
                    <a:pt x="143317" y="96825"/>
                  </a:lnTo>
                  <a:cubicBezTo>
                    <a:pt x="145096" y="88854"/>
                    <a:pt x="147232" y="81245"/>
                    <a:pt x="149011" y="73274"/>
                  </a:cubicBezTo>
                  <a:cubicBezTo>
                    <a:pt x="153638" y="55520"/>
                    <a:pt x="153638" y="54795"/>
                    <a:pt x="157909" y="47187"/>
                  </a:cubicBezTo>
                  <a:cubicBezTo>
                    <a:pt x="168231" y="29071"/>
                    <a:pt x="183535" y="8056"/>
                    <a:pt x="208093" y="8056"/>
                  </a:cubicBezTo>
                  <a:cubicBezTo>
                    <a:pt x="224465" y="8056"/>
                    <a:pt x="224465" y="26534"/>
                    <a:pt x="224465" y="31969"/>
                  </a:cubicBezTo>
                  <a:cubicBezTo>
                    <a:pt x="224465" y="54433"/>
                    <a:pt x="208804" y="97550"/>
                    <a:pt x="203822" y="112043"/>
                  </a:cubicBezTo>
                  <a:cubicBezTo>
                    <a:pt x="199195" y="124362"/>
                    <a:pt x="198127" y="127622"/>
                    <a:pt x="198127" y="135231"/>
                  </a:cubicBezTo>
                  <a:cubicBezTo>
                    <a:pt x="198127" y="151173"/>
                    <a:pt x="208093" y="164217"/>
                    <a:pt x="225176" y="164217"/>
                  </a:cubicBezTo>
                  <a:cubicBezTo>
                    <a:pt x="258276" y="164217"/>
                    <a:pt x="270377" y="110231"/>
                    <a:pt x="270377" y="108419"/>
                  </a:cubicBezTo>
                  <a:cubicBezTo>
                    <a:pt x="270377" y="104796"/>
                    <a:pt x="267530" y="104796"/>
                    <a:pt x="265039" y="104796"/>
                  </a:cubicBezTo>
                  <a:cubicBezTo>
                    <a:pt x="260412" y="104796"/>
                    <a:pt x="260412" y="105521"/>
                    <a:pt x="258988" y="110956"/>
                  </a:cubicBezTo>
                  <a:cubicBezTo>
                    <a:pt x="256141" y="120738"/>
                    <a:pt x="246531" y="156246"/>
                    <a:pt x="225888" y="156246"/>
                  </a:cubicBezTo>
                  <a:cubicBezTo>
                    <a:pt x="218414" y="156246"/>
                    <a:pt x="218058" y="150811"/>
                    <a:pt x="218058" y="145739"/>
                  </a:cubicBezTo>
                  <a:cubicBezTo>
                    <a:pt x="218058" y="136680"/>
                    <a:pt x="221617" y="127260"/>
                    <a:pt x="224465" y="118564"/>
                  </a:cubicBezTo>
                  <a:cubicBezTo>
                    <a:pt x="231583" y="99361"/>
                    <a:pt x="246175" y="58781"/>
                    <a:pt x="246175" y="37766"/>
                  </a:cubicBezTo>
                  <a:cubicBezTo>
                    <a:pt x="246175" y="7331"/>
                    <a:pt x="225532" y="85"/>
                    <a:pt x="208804" y="85"/>
                  </a:cubicBezTo>
                  <a:cubicBezTo>
                    <a:pt x="183891" y="85"/>
                    <a:pt x="166095" y="16027"/>
                    <a:pt x="155418" y="31969"/>
                  </a:cubicBezTo>
                  <a:cubicBezTo>
                    <a:pt x="152570" y="6969"/>
                    <a:pt x="134063" y="85"/>
                    <a:pt x="118047" y="85"/>
                  </a:cubicBezTo>
                  <a:cubicBezTo>
                    <a:pt x="96692" y="85"/>
                    <a:pt x="79253" y="12041"/>
                    <a:pt x="67152" y="28708"/>
                  </a:cubicBezTo>
                  <a:cubicBezTo>
                    <a:pt x="64660" y="10954"/>
                    <a:pt x="52559" y="85"/>
                    <a:pt x="37255" y="85"/>
                  </a:cubicBezTo>
                  <a:cubicBezTo>
                    <a:pt x="24442" y="85"/>
                    <a:pt x="17324" y="8418"/>
                    <a:pt x="11629" y="19288"/>
                  </a:cubicBezTo>
                  <a:cubicBezTo>
                    <a:pt x="4867" y="33781"/>
                    <a:pt x="240" y="55158"/>
                    <a:pt x="240" y="55882"/>
                  </a:cubicBezTo>
                  <a:cubicBezTo>
                    <a:pt x="240" y="59506"/>
                    <a:pt x="3799" y="59506"/>
                    <a:pt x="5579" y="59506"/>
                  </a:cubicBezTo>
                  <a:cubicBezTo>
                    <a:pt x="10206" y="59506"/>
                    <a:pt x="10562" y="59143"/>
                    <a:pt x="12341" y="51172"/>
                  </a:cubicBezTo>
                  <a:cubicBezTo>
                    <a:pt x="18748" y="25810"/>
                    <a:pt x="25510" y="8056"/>
                    <a:pt x="36543" y="8056"/>
                  </a:cubicBezTo>
                  <a:cubicBezTo>
                    <a:pt x="45797" y="8056"/>
                    <a:pt x="45797" y="18563"/>
                    <a:pt x="45797" y="22549"/>
                  </a:cubicBezTo>
                  <a:cubicBezTo>
                    <a:pt x="45797" y="28346"/>
                    <a:pt x="44729" y="35230"/>
                    <a:pt x="43306" y="41027"/>
                  </a:cubicBezTo>
                  <a:lnTo>
                    <a:pt x="16612" y="149724"/>
                  </a:lnTo>
                  <a:cubicBezTo>
                    <a:pt x="15900" y="151898"/>
                    <a:pt x="15544" y="153710"/>
                    <a:pt x="15544" y="154797"/>
                  </a:cubicBezTo>
                  <a:cubicBezTo>
                    <a:pt x="15544" y="158782"/>
                    <a:pt x="18392" y="164217"/>
                    <a:pt x="25510" y="164217"/>
                  </a:cubicBezTo>
                  <a:cubicBezTo>
                    <a:pt x="29781" y="164217"/>
                    <a:pt x="35831" y="161681"/>
                    <a:pt x="38323" y="154797"/>
                  </a:cubicBezTo>
                  <a:lnTo>
                    <a:pt x="52559" y="96825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502912C-0DF2-62D6-9A7A-DADEC1987C93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10297253" y="7209793"/>
              <a:ext cx="122433" cy="255437"/>
            </a:xfrm>
            <a:custGeom>
              <a:avLst/>
              <a:gdLst>
                <a:gd name="connsiteX0" fmla="*/ 67160 w 122433"/>
                <a:gd name="connsiteY0" fmla="*/ 9143 h 255437"/>
                <a:gd name="connsiteX1" fmla="*/ 68227 w 122433"/>
                <a:gd name="connsiteY1" fmla="*/ 4433 h 255437"/>
                <a:gd name="connsiteX2" fmla="*/ 63245 w 122433"/>
                <a:gd name="connsiteY2" fmla="*/ 85 h 255437"/>
                <a:gd name="connsiteX3" fmla="*/ 57550 w 122433"/>
                <a:gd name="connsiteY3" fmla="*/ 809 h 255437"/>
                <a:gd name="connsiteX4" fmla="*/ 22315 w 122433"/>
                <a:gd name="connsiteY4" fmla="*/ 3708 h 255437"/>
                <a:gd name="connsiteX5" fmla="*/ 14129 w 122433"/>
                <a:gd name="connsiteY5" fmla="*/ 11317 h 255437"/>
                <a:gd name="connsiteX6" fmla="*/ 22671 w 122433"/>
                <a:gd name="connsiteY6" fmla="*/ 15302 h 255437"/>
                <a:gd name="connsiteX7" fmla="*/ 40466 w 122433"/>
                <a:gd name="connsiteY7" fmla="*/ 21462 h 255437"/>
                <a:gd name="connsiteX8" fmla="*/ 39399 w 122433"/>
                <a:gd name="connsiteY8" fmla="*/ 27621 h 255437"/>
                <a:gd name="connsiteX9" fmla="*/ 4163 w 122433"/>
                <a:gd name="connsiteY9" fmla="*/ 170739 h 255437"/>
                <a:gd name="connsiteX10" fmla="*/ 248 w 122433"/>
                <a:gd name="connsiteY10" fmla="*/ 200449 h 255437"/>
                <a:gd name="connsiteX11" fmla="*/ 41178 w 122433"/>
                <a:gd name="connsiteY11" fmla="*/ 255522 h 255437"/>
                <a:gd name="connsiteX12" fmla="*/ 122682 w 122433"/>
                <a:gd name="connsiteY12" fmla="*/ 147913 h 255437"/>
                <a:gd name="connsiteX13" fmla="*/ 79973 w 122433"/>
                <a:gd name="connsiteY13" fmla="*/ 91390 h 255437"/>
                <a:gd name="connsiteX14" fmla="*/ 42246 w 122433"/>
                <a:gd name="connsiteY14" fmla="*/ 110593 h 255437"/>
                <a:gd name="connsiteX15" fmla="*/ 67160 w 122433"/>
                <a:gd name="connsiteY15" fmla="*/ 9143 h 255437"/>
                <a:gd name="connsiteX16" fmla="*/ 41178 w 122433"/>
                <a:gd name="connsiteY16" fmla="*/ 247551 h 255437"/>
                <a:gd name="connsiteX17" fmla="*/ 20535 w 122433"/>
                <a:gd name="connsiteY17" fmla="*/ 212768 h 255437"/>
                <a:gd name="connsiteX18" fmla="*/ 34060 w 122433"/>
                <a:gd name="connsiteY18" fmla="*/ 142840 h 255437"/>
                <a:gd name="connsiteX19" fmla="*/ 41890 w 122433"/>
                <a:gd name="connsiteY19" fmla="*/ 126173 h 255437"/>
                <a:gd name="connsiteX20" fmla="*/ 79261 w 122433"/>
                <a:gd name="connsiteY20" fmla="*/ 99361 h 255437"/>
                <a:gd name="connsiteX21" fmla="*/ 98836 w 122433"/>
                <a:gd name="connsiteY21" fmla="*/ 131608 h 255437"/>
                <a:gd name="connsiteX22" fmla="*/ 78905 w 122433"/>
                <a:gd name="connsiteY22" fmla="*/ 213131 h 255437"/>
                <a:gd name="connsiteX23" fmla="*/ 41178 w 122433"/>
                <a:gd name="connsiteY23" fmla="*/ 247551 h 25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2433" h="255437">
                  <a:moveTo>
                    <a:pt x="67160" y="9143"/>
                  </a:moveTo>
                  <a:cubicBezTo>
                    <a:pt x="67516" y="8056"/>
                    <a:pt x="68227" y="5157"/>
                    <a:pt x="68227" y="4433"/>
                  </a:cubicBezTo>
                  <a:cubicBezTo>
                    <a:pt x="68227" y="1172"/>
                    <a:pt x="66092" y="85"/>
                    <a:pt x="63245" y="85"/>
                  </a:cubicBezTo>
                  <a:cubicBezTo>
                    <a:pt x="62177" y="85"/>
                    <a:pt x="58618" y="447"/>
                    <a:pt x="57550" y="809"/>
                  </a:cubicBezTo>
                  <a:lnTo>
                    <a:pt x="22315" y="3708"/>
                  </a:lnTo>
                  <a:cubicBezTo>
                    <a:pt x="18044" y="4070"/>
                    <a:pt x="14129" y="4433"/>
                    <a:pt x="14129" y="11317"/>
                  </a:cubicBezTo>
                  <a:cubicBezTo>
                    <a:pt x="14129" y="15302"/>
                    <a:pt x="17688" y="15302"/>
                    <a:pt x="22671" y="15302"/>
                  </a:cubicBezTo>
                  <a:cubicBezTo>
                    <a:pt x="39755" y="15302"/>
                    <a:pt x="40466" y="17839"/>
                    <a:pt x="40466" y="21462"/>
                  </a:cubicBezTo>
                  <a:cubicBezTo>
                    <a:pt x="40466" y="22549"/>
                    <a:pt x="39399" y="27259"/>
                    <a:pt x="39399" y="27621"/>
                  </a:cubicBezTo>
                  <a:lnTo>
                    <a:pt x="4163" y="170739"/>
                  </a:lnTo>
                  <a:cubicBezTo>
                    <a:pt x="3807" y="171826"/>
                    <a:pt x="248" y="186681"/>
                    <a:pt x="248" y="200449"/>
                  </a:cubicBezTo>
                  <a:cubicBezTo>
                    <a:pt x="248" y="230885"/>
                    <a:pt x="15197" y="255522"/>
                    <a:pt x="41178" y="255522"/>
                  </a:cubicBezTo>
                  <a:cubicBezTo>
                    <a:pt x="81040" y="255522"/>
                    <a:pt x="122682" y="201174"/>
                    <a:pt x="122682" y="147913"/>
                  </a:cubicBezTo>
                  <a:cubicBezTo>
                    <a:pt x="122682" y="109144"/>
                    <a:pt x="101327" y="91390"/>
                    <a:pt x="79973" y="91390"/>
                  </a:cubicBezTo>
                  <a:cubicBezTo>
                    <a:pt x="66448" y="91390"/>
                    <a:pt x="54347" y="98999"/>
                    <a:pt x="42246" y="110593"/>
                  </a:cubicBezTo>
                  <a:lnTo>
                    <a:pt x="67160" y="9143"/>
                  </a:lnTo>
                  <a:close/>
                  <a:moveTo>
                    <a:pt x="41178" y="247551"/>
                  </a:moveTo>
                  <a:cubicBezTo>
                    <a:pt x="32280" y="247551"/>
                    <a:pt x="20535" y="239943"/>
                    <a:pt x="20535" y="212768"/>
                  </a:cubicBezTo>
                  <a:cubicBezTo>
                    <a:pt x="20535" y="196826"/>
                    <a:pt x="23739" y="184145"/>
                    <a:pt x="34060" y="142840"/>
                  </a:cubicBezTo>
                  <a:cubicBezTo>
                    <a:pt x="36551" y="134144"/>
                    <a:pt x="36551" y="133420"/>
                    <a:pt x="41890" y="126173"/>
                  </a:cubicBezTo>
                  <a:cubicBezTo>
                    <a:pt x="52211" y="111680"/>
                    <a:pt x="65736" y="99361"/>
                    <a:pt x="79261" y="99361"/>
                  </a:cubicBezTo>
                  <a:cubicBezTo>
                    <a:pt x="95277" y="99361"/>
                    <a:pt x="98836" y="120014"/>
                    <a:pt x="98836" y="131608"/>
                  </a:cubicBezTo>
                  <a:cubicBezTo>
                    <a:pt x="98836" y="146826"/>
                    <a:pt x="89226" y="189942"/>
                    <a:pt x="78905" y="213131"/>
                  </a:cubicBezTo>
                  <a:cubicBezTo>
                    <a:pt x="74634" y="222189"/>
                    <a:pt x="59330" y="247551"/>
                    <a:pt x="41178" y="247551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32B83E23-0420-32C1-1B6D-A42D5C426D01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10455276" y="7189503"/>
              <a:ext cx="82571" cy="362323"/>
            </a:xfrm>
            <a:custGeom>
              <a:avLst/>
              <a:gdLst>
                <a:gd name="connsiteX0" fmla="*/ 82824 w 82571"/>
                <a:gd name="connsiteY0" fmla="*/ 358785 h 362323"/>
                <a:gd name="connsiteX1" fmla="*/ 76774 w 82571"/>
                <a:gd name="connsiteY1" fmla="*/ 350813 h 362323"/>
                <a:gd name="connsiteX2" fmla="*/ 20896 w 82571"/>
                <a:gd name="connsiteY2" fmla="*/ 181246 h 362323"/>
                <a:gd name="connsiteX3" fmla="*/ 78198 w 82571"/>
                <a:gd name="connsiteY3" fmla="*/ 9867 h 362323"/>
                <a:gd name="connsiteX4" fmla="*/ 82824 w 82571"/>
                <a:gd name="connsiteY4" fmla="*/ 3708 h 362323"/>
                <a:gd name="connsiteX5" fmla="*/ 79265 w 82571"/>
                <a:gd name="connsiteY5" fmla="*/ 85 h 362323"/>
                <a:gd name="connsiteX6" fmla="*/ 22675 w 82571"/>
                <a:gd name="connsiteY6" fmla="*/ 70738 h 362323"/>
                <a:gd name="connsiteX7" fmla="*/ 253 w 82571"/>
                <a:gd name="connsiteY7" fmla="*/ 181246 h 362323"/>
                <a:gd name="connsiteX8" fmla="*/ 23743 w 82571"/>
                <a:gd name="connsiteY8" fmla="*/ 294291 h 362323"/>
                <a:gd name="connsiteX9" fmla="*/ 79265 w 82571"/>
                <a:gd name="connsiteY9" fmla="*/ 362408 h 362323"/>
                <a:gd name="connsiteX10" fmla="*/ 82824 w 82571"/>
                <a:gd name="connsiteY10" fmla="*/ 358785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571" h="362323">
                  <a:moveTo>
                    <a:pt x="82824" y="358785"/>
                  </a:moveTo>
                  <a:cubicBezTo>
                    <a:pt x="82824" y="357698"/>
                    <a:pt x="82824" y="356973"/>
                    <a:pt x="76774" y="350813"/>
                  </a:cubicBezTo>
                  <a:cubicBezTo>
                    <a:pt x="32285" y="305161"/>
                    <a:pt x="20896" y="236682"/>
                    <a:pt x="20896" y="181246"/>
                  </a:cubicBezTo>
                  <a:cubicBezTo>
                    <a:pt x="20896" y="118202"/>
                    <a:pt x="34420" y="55158"/>
                    <a:pt x="78198" y="9867"/>
                  </a:cubicBezTo>
                  <a:cubicBezTo>
                    <a:pt x="82824" y="5520"/>
                    <a:pt x="82824" y="4795"/>
                    <a:pt x="82824" y="3708"/>
                  </a:cubicBezTo>
                  <a:cubicBezTo>
                    <a:pt x="82824" y="1172"/>
                    <a:pt x="81401" y="85"/>
                    <a:pt x="79265" y="85"/>
                  </a:cubicBezTo>
                  <a:cubicBezTo>
                    <a:pt x="75706" y="85"/>
                    <a:pt x="43674" y="24723"/>
                    <a:pt x="22675" y="70738"/>
                  </a:cubicBezTo>
                  <a:cubicBezTo>
                    <a:pt x="4524" y="110593"/>
                    <a:pt x="253" y="150811"/>
                    <a:pt x="253" y="181246"/>
                  </a:cubicBezTo>
                  <a:cubicBezTo>
                    <a:pt x="253" y="209507"/>
                    <a:pt x="4168" y="253349"/>
                    <a:pt x="23743" y="294291"/>
                  </a:cubicBezTo>
                  <a:cubicBezTo>
                    <a:pt x="45098" y="338857"/>
                    <a:pt x="75706" y="362408"/>
                    <a:pt x="79265" y="362408"/>
                  </a:cubicBezTo>
                  <a:cubicBezTo>
                    <a:pt x="81401" y="362408"/>
                    <a:pt x="82824" y="361321"/>
                    <a:pt x="82824" y="358785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F9A7230-3C54-A980-C980-49D70CAC8B12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0568773" y="7301098"/>
              <a:ext cx="235613" cy="164132"/>
            </a:xfrm>
            <a:custGeom>
              <a:avLst/>
              <a:gdLst>
                <a:gd name="connsiteX0" fmla="*/ 154367 w 235613"/>
                <a:gd name="connsiteY0" fmla="*/ 37404 h 164132"/>
                <a:gd name="connsiteX1" fmla="*/ 159705 w 235613"/>
                <a:gd name="connsiteY1" fmla="*/ 13853 h 164132"/>
                <a:gd name="connsiteX2" fmla="*/ 149384 w 235613"/>
                <a:gd name="connsiteY2" fmla="*/ 4070 h 164132"/>
                <a:gd name="connsiteX3" fmla="*/ 136215 w 235613"/>
                <a:gd name="connsiteY3" fmla="*/ 14215 h 164132"/>
                <a:gd name="connsiteX4" fmla="*/ 115928 w 235613"/>
                <a:gd name="connsiteY4" fmla="*/ 95376 h 164132"/>
                <a:gd name="connsiteX5" fmla="*/ 112725 w 235613"/>
                <a:gd name="connsiteY5" fmla="*/ 119289 h 164132"/>
                <a:gd name="connsiteX6" fmla="*/ 113081 w 235613"/>
                <a:gd name="connsiteY6" fmla="*/ 125811 h 164132"/>
                <a:gd name="connsiteX7" fmla="*/ 80337 w 235613"/>
                <a:gd name="connsiteY7" fmla="*/ 156246 h 164132"/>
                <a:gd name="connsiteX8" fmla="*/ 51864 w 235613"/>
                <a:gd name="connsiteY8" fmla="*/ 123275 h 164132"/>
                <a:gd name="connsiteX9" fmla="*/ 70371 w 235613"/>
                <a:gd name="connsiteY9" fmla="*/ 52984 h 164132"/>
                <a:gd name="connsiteX10" fmla="*/ 76422 w 235613"/>
                <a:gd name="connsiteY10" fmla="*/ 29795 h 164132"/>
                <a:gd name="connsiteX11" fmla="*/ 47237 w 235613"/>
                <a:gd name="connsiteY11" fmla="*/ 85 h 164132"/>
                <a:gd name="connsiteX12" fmla="*/ 257 w 235613"/>
                <a:gd name="connsiteY12" fmla="*/ 55882 h 164132"/>
                <a:gd name="connsiteX13" fmla="*/ 4528 w 235613"/>
                <a:gd name="connsiteY13" fmla="*/ 59506 h 164132"/>
                <a:gd name="connsiteX14" fmla="*/ 10222 w 235613"/>
                <a:gd name="connsiteY14" fmla="*/ 52984 h 164132"/>
                <a:gd name="connsiteX15" fmla="*/ 46169 w 235613"/>
                <a:gd name="connsiteY15" fmla="*/ 8056 h 164132"/>
                <a:gd name="connsiteX16" fmla="*/ 55067 w 235613"/>
                <a:gd name="connsiteY16" fmla="*/ 20012 h 164132"/>
                <a:gd name="connsiteX17" fmla="*/ 48661 w 235613"/>
                <a:gd name="connsiteY17" fmla="*/ 45375 h 164132"/>
                <a:gd name="connsiteX18" fmla="*/ 28730 w 235613"/>
                <a:gd name="connsiteY18" fmla="*/ 118564 h 164132"/>
                <a:gd name="connsiteX19" fmla="*/ 79269 w 235613"/>
                <a:gd name="connsiteY19" fmla="*/ 164217 h 164132"/>
                <a:gd name="connsiteX20" fmla="*/ 116284 w 235613"/>
                <a:gd name="connsiteY20" fmla="*/ 138854 h 164132"/>
                <a:gd name="connsiteX21" fmla="*/ 160773 w 235613"/>
                <a:gd name="connsiteY21" fmla="*/ 164217 h 164132"/>
                <a:gd name="connsiteX22" fmla="*/ 212380 w 235613"/>
                <a:gd name="connsiteY22" fmla="*/ 119651 h 164132"/>
                <a:gd name="connsiteX23" fmla="*/ 235870 w 235613"/>
                <a:gd name="connsiteY23" fmla="*/ 25447 h 164132"/>
                <a:gd name="connsiteX24" fmla="*/ 220210 w 235613"/>
                <a:gd name="connsiteY24" fmla="*/ 85 h 164132"/>
                <a:gd name="connsiteX25" fmla="*/ 202415 w 235613"/>
                <a:gd name="connsiteY25" fmla="*/ 17476 h 164132"/>
                <a:gd name="connsiteX26" fmla="*/ 207753 w 235613"/>
                <a:gd name="connsiteY26" fmla="*/ 27259 h 164132"/>
                <a:gd name="connsiteX27" fmla="*/ 220566 w 235613"/>
                <a:gd name="connsiteY27" fmla="*/ 58056 h 164132"/>
                <a:gd name="connsiteX28" fmla="*/ 200991 w 235613"/>
                <a:gd name="connsiteY28" fmla="*/ 124362 h 164132"/>
                <a:gd name="connsiteX29" fmla="*/ 161841 w 235613"/>
                <a:gd name="connsiteY29" fmla="*/ 156246 h 164132"/>
                <a:gd name="connsiteX30" fmla="*/ 135503 w 235613"/>
                <a:gd name="connsiteY30" fmla="*/ 124724 h 164132"/>
                <a:gd name="connsiteX31" fmla="*/ 139418 w 235613"/>
                <a:gd name="connsiteY31" fmla="*/ 98274 h 164132"/>
                <a:gd name="connsiteX32" fmla="*/ 154367 w 235613"/>
                <a:gd name="connsiteY32" fmla="*/ 3740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5613" h="164132">
                  <a:moveTo>
                    <a:pt x="154367" y="37404"/>
                  </a:moveTo>
                  <a:cubicBezTo>
                    <a:pt x="156146" y="29433"/>
                    <a:pt x="159705" y="16027"/>
                    <a:pt x="159705" y="13853"/>
                  </a:cubicBezTo>
                  <a:cubicBezTo>
                    <a:pt x="159705" y="7331"/>
                    <a:pt x="154722" y="4070"/>
                    <a:pt x="149384" y="4070"/>
                  </a:cubicBezTo>
                  <a:cubicBezTo>
                    <a:pt x="145113" y="4070"/>
                    <a:pt x="138706" y="6969"/>
                    <a:pt x="136215" y="14215"/>
                  </a:cubicBezTo>
                  <a:cubicBezTo>
                    <a:pt x="135147" y="16752"/>
                    <a:pt x="118419" y="85955"/>
                    <a:pt x="115928" y="95376"/>
                  </a:cubicBezTo>
                  <a:cubicBezTo>
                    <a:pt x="113437" y="106245"/>
                    <a:pt x="112725" y="112767"/>
                    <a:pt x="112725" y="119289"/>
                  </a:cubicBezTo>
                  <a:cubicBezTo>
                    <a:pt x="112725" y="123275"/>
                    <a:pt x="112725" y="123999"/>
                    <a:pt x="113081" y="125811"/>
                  </a:cubicBezTo>
                  <a:cubicBezTo>
                    <a:pt x="104895" y="145014"/>
                    <a:pt x="94217" y="156246"/>
                    <a:pt x="80337" y="156246"/>
                  </a:cubicBezTo>
                  <a:cubicBezTo>
                    <a:pt x="51864" y="156246"/>
                    <a:pt x="51864" y="129434"/>
                    <a:pt x="51864" y="123275"/>
                  </a:cubicBezTo>
                  <a:cubicBezTo>
                    <a:pt x="51864" y="111680"/>
                    <a:pt x="53644" y="97550"/>
                    <a:pt x="70371" y="52984"/>
                  </a:cubicBezTo>
                  <a:cubicBezTo>
                    <a:pt x="74286" y="42114"/>
                    <a:pt x="76422" y="37042"/>
                    <a:pt x="76422" y="29795"/>
                  </a:cubicBezTo>
                  <a:cubicBezTo>
                    <a:pt x="76422" y="13491"/>
                    <a:pt x="64677" y="85"/>
                    <a:pt x="47237" y="85"/>
                  </a:cubicBezTo>
                  <a:cubicBezTo>
                    <a:pt x="13426" y="85"/>
                    <a:pt x="257" y="52622"/>
                    <a:pt x="257" y="55882"/>
                  </a:cubicBezTo>
                  <a:cubicBezTo>
                    <a:pt x="257" y="59506"/>
                    <a:pt x="3816" y="59506"/>
                    <a:pt x="4528" y="59506"/>
                  </a:cubicBezTo>
                  <a:cubicBezTo>
                    <a:pt x="8087" y="59506"/>
                    <a:pt x="8443" y="58781"/>
                    <a:pt x="10222" y="52984"/>
                  </a:cubicBezTo>
                  <a:cubicBezTo>
                    <a:pt x="19832" y="19288"/>
                    <a:pt x="33712" y="8056"/>
                    <a:pt x="46169" y="8056"/>
                  </a:cubicBezTo>
                  <a:cubicBezTo>
                    <a:pt x="49373" y="8056"/>
                    <a:pt x="55067" y="8418"/>
                    <a:pt x="55067" y="20012"/>
                  </a:cubicBezTo>
                  <a:cubicBezTo>
                    <a:pt x="55067" y="29071"/>
                    <a:pt x="51152" y="39216"/>
                    <a:pt x="48661" y="45375"/>
                  </a:cubicBezTo>
                  <a:cubicBezTo>
                    <a:pt x="33001" y="88129"/>
                    <a:pt x="28730" y="104796"/>
                    <a:pt x="28730" y="118564"/>
                  </a:cubicBezTo>
                  <a:cubicBezTo>
                    <a:pt x="28730" y="151536"/>
                    <a:pt x="52576" y="164217"/>
                    <a:pt x="79269" y="164217"/>
                  </a:cubicBezTo>
                  <a:cubicBezTo>
                    <a:pt x="85320" y="164217"/>
                    <a:pt x="102048" y="164217"/>
                    <a:pt x="116284" y="138854"/>
                  </a:cubicBezTo>
                  <a:cubicBezTo>
                    <a:pt x="125538" y="162043"/>
                    <a:pt x="150096" y="164217"/>
                    <a:pt x="160773" y="164217"/>
                  </a:cubicBezTo>
                  <a:cubicBezTo>
                    <a:pt x="187466" y="164217"/>
                    <a:pt x="203126" y="141391"/>
                    <a:pt x="212380" y="119651"/>
                  </a:cubicBezTo>
                  <a:cubicBezTo>
                    <a:pt x="224481" y="91390"/>
                    <a:pt x="235870" y="42839"/>
                    <a:pt x="235870" y="25447"/>
                  </a:cubicBezTo>
                  <a:cubicBezTo>
                    <a:pt x="235870" y="5520"/>
                    <a:pt x="226261" y="85"/>
                    <a:pt x="220210" y="85"/>
                  </a:cubicBezTo>
                  <a:cubicBezTo>
                    <a:pt x="211312" y="85"/>
                    <a:pt x="202415" y="9505"/>
                    <a:pt x="202415" y="17476"/>
                  </a:cubicBezTo>
                  <a:cubicBezTo>
                    <a:pt x="202415" y="22186"/>
                    <a:pt x="204550" y="24360"/>
                    <a:pt x="207753" y="27259"/>
                  </a:cubicBezTo>
                  <a:cubicBezTo>
                    <a:pt x="211668" y="31244"/>
                    <a:pt x="220566" y="40665"/>
                    <a:pt x="220566" y="58056"/>
                  </a:cubicBezTo>
                  <a:cubicBezTo>
                    <a:pt x="220566" y="70375"/>
                    <a:pt x="210245" y="105883"/>
                    <a:pt x="200991" y="124362"/>
                  </a:cubicBezTo>
                  <a:cubicBezTo>
                    <a:pt x="191737" y="143565"/>
                    <a:pt x="179280" y="156246"/>
                    <a:pt x="161841" y="156246"/>
                  </a:cubicBezTo>
                  <a:cubicBezTo>
                    <a:pt x="145113" y="156246"/>
                    <a:pt x="135503" y="145376"/>
                    <a:pt x="135503" y="124724"/>
                  </a:cubicBezTo>
                  <a:cubicBezTo>
                    <a:pt x="135503" y="114579"/>
                    <a:pt x="137995" y="103347"/>
                    <a:pt x="139418" y="98274"/>
                  </a:cubicBezTo>
                  <a:lnTo>
                    <a:pt x="154367" y="37404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6E1DFB3E-7840-2C13-72D8-258307DA0CF3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0831940" y="7339576"/>
              <a:ext cx="122575" cy="178552"/>
            </a:xfrm>
            <a:custGeom>
              <a:avLst/>
              <a:gdLst>
                <a:gd name="connsiteX0" fmla="*/ 59559 w 122575"/>
                <a:gd name="connsiteY0" fmla="*/ 7695 h 178552"/>
                <a:gd name="connsiteX1" fmla="*/ 60555 w 122575"/>
                <a:gd name="connsiteY1" fmla="*/ 3637 h 178552"/>
                <a:gd name="connsiteX2" fmla="*/ 56569 w 122575"/>
                <a:gd name="connsiteY2" fmla="*/ 86 h 178552"/>
                <a:gd name="connsiteX3" fmla="*/ 24679 w 122575"/>
                <a:gd name="connsiteY3" fmla="*/ 2622 h 178552"/>
                <a:gd name="connsiteX4" fmla="*/ 19198 w 122575"/>
                <a:gd name="connsiteY4" fmla="*/ 8456 h 178552"/>
                <a:gd name="connsiteX5" fmla="*/ 25676 w 122575"/>
                <a:gd name="connsiteY5" fmla="*/ 12007 h 178552"/>
                <a:gd name="connsiteX6" fmla="*/ 37635 w 122575"/>
                <a:gd name="connsiteY6" fmla="*/ 15811 h 178552"/>
                <a:gd name="connsiteX7" fmla="*/ 36638 w 122575"/>
                <a:gd name="connsiteY7" fmla="*/ 21391 h 178552"/>
                <a:gd name="connsiteX8" fmla="*/ 1510 w 122575"/>
                <a:gd name="connsiteY8" fmla="*/ 164943 h 178552"/>
                <a:gd name="connsiteX9" fmla="*/ 264 w 122575"/>
                <a:gd name="connsiteY9" fmla="*/ 170523 h 178552"/>
                <a:gd name="connsiteX10" fmla="*/ 8735 w 122575"/>
                <a:gd name="connsiteY10" fmla="*/ 178639 h 178552"/>
                <a:gd name="connsiteX11" fmla="*/ 20195 w 122575"/>
                <a:gd name="connsiteY11" fmla="*/ 167987 h 178552"/>
                <a:gd name="connsiteX12" fmla="*/ 32403 w 122575"/>
                <a:gd name="connsiteY12" fmla="*/ 118783 h 178552"/>
                <a:gd name="connsiteX13" fmla="*/ 64292 w 122575"/>
                <a:gd name="connsiteY13" fmla="*/ 139581 h 178552"/>
                <a:gd name="connsiteX14" fmla="*/ 63794 w 122575"/>
                <a:gd name="connsiteY14" fmla="*/ 144653 h 178552"/>
                <a:gd name="connsiteX15" fmla="*/ 62798 w 122575"/>
                <a:gd name="connsiteY15" fmla="*/ 152516 h 178552"/>
                <a:gd name="connsiteX16" fmla="*/ 89206 w 122575"/>
                <a:gd name="connsiteY16" fmla="*/ 178639 h 178552"/>
                <a:gd name="connsiteX17" fmla="*/ 120847 w 122575"/>
                <a:gd name="connsiteY17" fmla="*/ 139834 h 178552"/>
                <a:gd name="connsiteX18" fmla="*/ 116861 w 122575"/>
                <a:gd name="connsiteY18" fmla="*/ 136537 h 178552"/>
                <a:gd name="connsiteX19" fmla="*/ 111878 w 122575"/>
                <a:gd name="connsiteY19" fmla="*/ 142624 h 178552"/>
                <a:gd name="connsiteX20" fmla="*/ 89954 w 122575"/>
                <a:gd name="connsiteY20" fmla="*/ 171538 h 178552"/>
                <a:gd name="connsiteX21" fmla="*/ 81234 w 122575"/>
                <a:gd name="connsiteY21" fmla="*/ 158349 h 178552"/>
                <a:gd name="connsiteX22" fmla="*/ 82729 w 122575"/>
                <a:gd name="connsiteY22" fmla="*/ 146936 h 178552"/>
                <a:gd name="connsiteX23" fmla="*/ 83974 w 122575"/>
                <a:gd name="connsiteY23" fmla="*/ 139073 h 178552"/>
                <a:gd name="connsiteX24" fmla="*/ 43614 w 122575"/>
                <a:gd name="connsiteY24" fmla="*/ 112189 h 178552"/>
                <a:gd name="connsiteX25" fmla="*/ 64292 w 122575"/>
                <a:gd name="connsiteY25" fmla="*/ 95450 h 178552"/>
                <a:gd name="connsiteX26" fmla="*/ 103407 w 122575"/>
                <a:gd name="connsiteY26" fmla="*/ 71355 h 178552"/>
                <a:gd name="connsiteX27" fmla="*/ 111629 w 122575"/>
                <a:gd name="connsiteY27" fmla="*/ 74652 h 178552"/>
                <a:gd name="connsiteX28" fmla="*/ 98674 w 122575"/>
                <a:gd name="connsiteY28" fmla="*/ 88855 h 178552"/>
                <a:gd name="connsiteX29" fmla="*/ 108639 w 122575"/>
                <a:gd name="connsiteY29" fmla="*/ 98240 h 178552"/>
                <a:gd name="connsiteX30" fmla="*/ 122840 w 122575"/>
                <a:gd name="connsiteY30" fmla="*/ 82007 h 178552"/>
                <a:gd name="connsiteX31" fmla="*/ 103656 w 122575"/>
                <a:gd name="connsiteY31" fmla="*/ 64254 h 178552"/>
                <a:gd name="connsiteX32" fmla="*/ 63794 w 122575"/>
                <a:gd name="connsiteY32" fmla="*/ 86573 h 178552"/>
                <a:gd name="connsiteX33" fmla="*/ 34894 w 122575"/>
                <a:gd name="connsiteY33" fmla="*/ 108892 h 178552"/>
                <a:gd name="connsiteX34" fmla="*/ 59559 w 122575"/>
                <a:gd name="connsiteY34" fmla="*/ 7695 h 178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2575" h="178552">
                  <a:moveTo>
                    <a:pt x="59559" y="7695"/>
                  </a:moveTo>
                  <a:cubicBezTo>
                    <a:pt x="59808" y="7188"/>
                    <a:pt x="60555" y="3891"/>
                    <a:pt x="60555" y="3637"/>
                  </a:cubicBezTo>
                  <a:cubicBezTo>
                    <a:pt x="60555" y="2369"/>
                    <a:pt x="59559" y="86"/>
                    <a:pt x="56569" y="86"/>
                  </a:cubicBezTo>
                  <a:cubicBezTo>
                    <a:pt x="51586" y="86"/>
                    <a:pt x="30908" y="2115"/>
                    <a:pt x="24679" y="2622"/>
                  </a:cubicBezTo>
                  <a:cubicBezTo>
                    <a:pt x="22686" y="2876"/>
                    <a:pt x="19198" y="3130"/>
                    <a:pt x="19198" y="8456"/>
                  </a:cubicBezTo>
                  <a:cubicBezTo>
                    <a:pt x="19198" y="12007"/>
                    <a:pt x="22686" y="12007"/>
                    <a:pt x="25676" y="12007"/>
                  </a:cubicBezTo>
                  <a:cubicBezTo>
                    <a:pt x="37635" y="12007"/>
                    <a:pt x="37635" y="13782"/>
                    <a:pt x="37635" y="15811"/>
                  </a:cubicBezTo>
                  <a:cubicBezTo>
                    <a:pt x="37635" y="17586"/>
                    <a:pt x="37136" y="19108"/>
                    <a:pt x="36638" y="21391"/>
                  </a:cubicBezTo>
                  <a:lnTo>
                    <a:pt x="1510" y="164943"/>
                  </a:lnTo>
                  <a:cubicBezTo>
                    <a:pt x="264" y="169508"/>
                    <a:pt x="264" y="170016"/>
                    <a:pt x="264" y="170523"/>
                  </a:cubicBezTo>
                  <a:cubicBezTo>
                    <a:pt x="264" y="174327"/>
                    <a:pt x="3254" y="178639"/>
                    <a:pt x="8735" y="178639"/>
                  </a:cubicBezTo>
                  <a:cubicBezTo>
                    <a:pt x="15461" y="178639"/>
                    <a:pt x="18700" y="173567"/>
                    <a:pt x="20195" y="167987"/>
                  </a:cubicBezTo>
                  <a:cubicBezTo>
                    <a:pt x="20693" y="166972"/>
                    <a:pt x="31406" y="122334"/>
                    <a:pt x="32403" y="118783"/>
                  </a:cubicBezTo>
                  <a:cubicBezTo>
                    <a:pt x="50092" y="120559"/>
                    <a:pt x="64292" y="126392"/>
                    <a:pt x="64292" y="139581"/>
                  </a:cubicBezTo>
                  <a:cubicBezTo>
                    <a:pt x="64292" y="140849"/>
                    <a:pt x="64292" y="142117"/>
                    <a:pt x="63794" y="144653"/>
                  </a:cubicBezTo>
                  <a:cubicBezTo>
                    <a:pt x="62798" y="148458"/>
                    <a:pt x="62798" y="149726"/>
                    <a:pt x="62798" y="152516"/>
                  </a:cubicBezTo>
                  <a:cubicBezTo>
                    <a:pt x="62798" y="170523"/>
                    <a:pt x="77248" y="178639"/>
                    <a:pt x="89206" y="178639"/>
                  </a:cubicBezTo>
                  <a:cubicBezTo>
                    <a:pt x="113373" y="178639"/>
                    <a:pt x="120847" y="140088"/>
                    <a:pt x="120847" y="139834"/>
                  </a:cubicBezTo>
                  <a:cubicBezTo>
                    <a:pt x="120847" y="136537"/>
                    <a:pt x="117608" y="136537"/>
                    <a:pt x="116861" y="136537"/>
                  </a:cubicBezTo>
                  <a:cubicBezTo>
                    <a:pt x="113373" y="136537"/>
                    <a:pt x="113124" y="137805"/>
                    <a:pt x="111878" y="142624"/>
                  </a:cubicBezTo>
                  <a:cubicBezTo>
                    <a:pt x="108888" y="153530"/>
                    <a:pt x="102161" y="171538"/>
                    <a:pt x="89954" y="171538"/>
                  </a:cubicBezTo>
                  <a:cubicBezTo>
                    <a:pt x="83227" y="171538"/>
                    <a:pt x="81234" y="165197"/>
                    <a:pt x="81234" y="158349"/>
                  </a:cubicBezTo>
                  <a:cubicBezTo>
                    <a:pt x="81234" y="154037"/>
                    <a:pt x="81234" y="153530"/>
                    <a:pt x="82729" y="146936"/>
                  </a:cubicBezTo>
                  <a:cubicBezTo>
                    <a:pt x="82978" y="146175"/>
                    <a:pt x="83974" y="141863"/>
                    <a:pt x="83974" y="139073"/>
                  </a:cubicBezTo>
                  <a:cubicBezTo>
                    <a:pt x="83974" y="116501"/>
                    <a:pt x="54078" y="112950"/>
                    <a:pt x="43614" y="112189"/>
                  </a:cubicBezTo>
                  <a:cubicBezTo>
                    <a:pt x="50839" y="107624"/>
                    <a:pt x="60057" y="99254"/>
                    <a:pt x="64292" y="95450"/>
                  </a:cubicBezTo>
                  <a:cubicBezTo>
                    <a:pt x="76998" y="83276"/>
                    <a:pt x="89455" y="71355"/>
                    <a:pt x="103407" y="71355"/>
                  </a:cubicBezTo>
                  <a:cubicBezTo>
                    <a:pt x="106397" y="71355"/>
                    <a:pt x="109636" y="72116"/>
                    <a:pt x="111629" y="74652"/>
                  </a:cubicBezTo>
                  <a:cubicBezTo>
                    <a:pt x="100916" y="76428"/>
                    <a:pt x="98674" y="85051"/>
                    <a:pt x="98674" y="88855"/>
                  </a:cubicBezTo>
                  <a:cubicBezTo>
                    <a:pt x="98674" y="94435"/>
                    <a:pt x="102909" y="98240"/>
                    <a:pt x="108639" y="98240"/>
                  </a:cubicBezTo>
                  <a:cubicBezTo>
                    <a:pt x="115366" y="98240"/>
                    <a:pt x="122840" y="92660"/>
                    <a:pt x="122840" y="82007"/>
                  </a:cubicBezTo>
                  <a:cubicBezTo>
                    <a:pt x="122840" y="73638"/>
                    <a:pt x="116861" y="64254"/>
                    <a:pt x="103656" y="64254"/>
                  </a:cubicBezTo>
                  <a:cubicBezTo>
                    <a:pt x="89455" y="64254"/>
                    <a:pt x="76500" y="74652"/>
                    <a:pt x="63794" y="86573"/>
                  </a:cubicBezTo>
                  <a:cubicBezTo>
                    <a:pt x="53330" y="96718"/>
                    <a:pt x="45109" y="104580"/>
                    <a:pt x="34894" y="108892"/>
                  </a:cubicBezTo>
                  <a:lnTo>
                    <a:pt x="59559" y="7695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0781CE1C-9E2A-F122-462F-A67F8928B7AC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11008656" y="7189503"/>
              <a:ext cx="82571" cy="362323"/>
            </a:xfrm>
            <a:custGeom>
              <a:avLst/>
              <a:gdLst>
                <a:gd name="connsiteX0" fmla="*/ 82840 w 82571"/>
                <a:gd name="connsiteY0" fmla="*/ 181246 h 362323"/>
                <a:gd name="connsiteX1" fmla="*/ 59350 w 82571"/>
                <a:gd name="connsiteY1" fmla="*/ 68201 h 362323"/>
                <a:gd name="connsiteX2" fmla="*/ 3828 w 82571"/>
                <a:gd name="connsiteY2" fmla="*/ 85 h 362323"/>
                <a:gd name="connsiteX3" fmla="*/ 269 w 82571"/>
                <a:gd name="connsiteY3" fmla="*/ 3708 h 362323"/>
                <a:gd name="connsiteX4" fmla="*/ 7031 w 82571"/>
                <a:gd name="connsiteY4" fmla="*/ 12041 h 362323"/>
                <a:gd name="connsiteX5" fmla="*/ 62197 w 82571"/>
                <a:gd name="connsiteY5" fmla="*/ 181246 h 362323"/>
                <a:gd name="connsiteX6" fmla="*/ 4896 w 82571"/>
                <a:gd name="connsiteY6" fmla="*/ 352625 h 362323"/>
                <a:gd name="connsiteX7" fmla="*/ 269 w 82571"/>
                <a:gd name="connsiteY7" fmla="*/ 358785 h 362323"/>
                <a:gd name="connsiteX8" fmla="*/ 3828 w 82571"/>
                <a:gd name="connsiteY8" fmla="*/ 362408 h 362323"/>
                <a:gd name="connsiteX9" fmla="*/ 60418 w 82571"/>
                <a:gd name="connsiteY9" fmla="*/ 291755 h 362323"/>
                <a:gd name="connsiteX10" fmla="*/ 82840 w 82571"/>
                <a:gd name="connsiteY10" fmla="*/ 181246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571" h="362323">
                  <a:moveTo>
                    <a:pt x="82840" y="181246"/>
                  </a:moveTo>
                  <a:cubicBezTo>
                    <a:pt x="82840" y="152985"/>
                    <a:pt x="78925" y="109144"/>
                    <a:pt x="59350" y="68201"/>
                  </a:cubicBezTo>
                  <a:cubicBezTo>
                    <a:pt x="37995" y="23636"/>
                    <a:pt x="7387" y="85"/>
                    <a:pt x="3828" y="85"/>
                  </a:cubicBezTo>
                  <a:cubicBezTo>
                    <a:pt x="1692" y="85"/>
                    <a:pt x="269" y="1534"/>
                    <a:pt x="269" y="3708"/>
                  </a:cubicBezTo>
                  <a:cubicBezTo>
                    <a:pt x="269" y="4795"/>
                    <a:pt x="269" y="5520"/>
                    <a:pt x="7031" y="12041"/>
                  </a:cubicBezTo>
                  <a:cubicBezTo>
                    <a:pt x="41911" y="47911"/>
                    <a:pt x="62197" y="105521"/>
                    <a:pt x="62197" y="181246"/>
                  </a:cubicBezTo>
                  <a:cubicBezTo>
                    <a:pt x="62197" y="243203"/>
                    <a:pt x="49029" y="306972"/>
                    <a:pt x="4896" y="352625"/>
                  </a:cubicBezTo>
                  <a:cubicBezTo>
                    <a:pt x="269" y="356973"/>
                    <a:pt x="269" y="357698"/>
                    <a:pt x="269" y="358785"/>
                  </a:cubicBezTo>
                  <a:cubicBezTo>
                    <a:pt x="269" y="360958"/>
                    <a:pt x="1692" y="362408"/>
                    <a:pt x="3828" y="362408"/>
                  </a:cubicBezTo>
                  <a:cubicBezTo>
                    <a:pt x="7387" y="362408"/>
                    <a:pt x="39419" y="337770"/>
                    <a:pt x="60418" y="291755"/>
                  </a:cubicBezTo>
                  <a:cubicBezTo>
                    <a:pt x="78569" y="251899"/>
                    <a:pt x="82840" y="211681"/>
                    <a:pt x="82840" y="181246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3936671-E789-B795-73EC-A7E0EBBAB3A0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11147067" y="7189503"/>
              <a:ext cx="82571" cy="362323"/>
            </a:xfrm>
            <a:custGeom>
              <a:avLst/>
              <a:gdLst>
                <a:gd name="connsiteX0" fmla="*/ 82844 w 82571"/>
                <a:gd name="connsiteY0" fmla="*/ 181246 h 362323"/>
                <a:gd name="connsiteX1" fmla="*/ 59354 w 82571"/>
                <a:gd name="connsiteY1" fmla="*/ 68201 h 362323"/>
                <a:gd name="connsiteX2" fmla="*/ 3832 w 82571"/>
                <a:gd name="connsiteY2" fmla="*/ 85 h 362323"/>
                <a:gd name="connsiteX3" fmla="*/ 273 w 82571"/>
                <a:gd name="connsiteY3" fmla="*/ 3708 h 362323"/>
                <a:gd name="connsiteX4" fmla="*/ 7035 w 82571"/>
                <a:gd name="connsiteY4" fmla="*/ 12041 h 362323"/>
                <a:gd name="connsiteX5" fmla="*/ 62201 w 82571"/>
                <a:gd name="connsiteY5" fmla="*/ 181246 h 362323"/>
                <a:gd name="connsiteX6" fmla="*/ 4900 w 82571"/>
                <a:gd name="connsiteY6" fmla="*/ 352625 h 362323"/>
                <a:gd name="connsiteX7" fmla="*/ 273 w 82571"/>
                <a:gd name="connsiteY7" fmla="*/ 358785 h 362323"/>
                <a:gd name="connsiteX8" fmla="*/ 3832 w 82571"/>
                <a:gd name="connsiteY8" fmla="*/ 362408 h 362323"/>
                <a:gd name="connsiteX9" fmla="*/ 60422 w 82571"/>
                <a:gd name="connsiteY9" fmla="*/ 291755 h 362323"/>
                <a:gd name="connsiteX10" fmla="*/ 82844 w 82571"/>
                <a:gd name="connsiteY10" fmla="*/ 181246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571" h="362323">
                  <a:moveTo>
                    <a:pt x="82844" y="181246"/>
                  </a:moveTo>
                  <a:cubicBezTo>
                    <a:pt x="82844" y="152985"/>
                    <a:pt x="78929" y="109144"/>
                    <a:pt x="59354" y="68201"/>
                  </a:cubicBezTo>
                  <a:cubicBezTo>
                    <a:pt x="37999" y="23636"/>
                    <a:pt x="7391" y="85"/>
                    <a:pt x="3832" y="85"/>
                  </a:cubicBezTo>
                  <a:cubicBezTo>
                    <a:pt x="1696" y="85"/>
                    <a:pt x="273" y="1534"/>
                    <a:pt x="273" y="3708"/>
                  </a:cubicBezTo>
                  <a:cubicBezTo>
                    <a:pt x="273" y="4795"/>
                    <a:pt x="273" y="5520"/>
                    <a:pt x="7035" y="12041"/>
                  </a:cubicBezTo>
                  <a:cubicBezTo>
                    <a:pt x="41914" y="47911"/>
                    <a:pt x="62201" y="105521"/>
                    <a:pt x="62201" y="181246"/>
                  </a:cubicBezTo>
                  <a:cubicBezTo>
                    <a:pt x="62201" y="243203"/>
                    <a:pt x="49033" y="306972"/>
                    <a:pt x="4900" y="352625"/>
                  </a:cubicBezTo>
                  <a:cubicBezTo>
                    <a:pt x="273" y="356973"/>
                    <a:pt x="273" y="357698"/>
                    <a:pt x="273" y="358785"/>
                  </a:cubicBezTo>
                  <a:cubicBezTo>
                    <a:pt x="273" y="360958"/>
                    <a:pt x="1696" y="362408"/>
                    <a:pt x="3832" y="362408"/>
                  </a:cubicBezTo>
                  <a:cubicBezTo>
                    <a:pt x="7391" y="362408"/>
                    <a:pt x="39423" y="337770"/>
                    <a:pt x="60422" y="291755"/>
                  </a:cubicBezTo>
                  <a:cubicBezTo>
                    <a:pt x="78573" y="251899"/>
                    <a:pt x="82844" y="211681"/>
                    <a:pt x="82844" y="181246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A59E8632-656E-4805-C749-2598A0C07CB4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11393593" y="7265590"/>
              <a:ext cx="177955" cy="210147"/>
            </a:xfrm>
            <a:custGeom>
              <a:avLst/>
              <a:gdLst>
                <a:gd name="connsiteX0" fmla="*/ 165778 w 177955"/>
                <a:gd name="connsiteY0" fmla="*/ 112405 h 210147"/>
                <a:gd name="connsiteX1" fmla="*/ 178235 w 177955"/>
                <a:gd name="connsiteY1" fmla="*/ 105158 h 210147"/>
                <a:gd name="connsiteX2" fmla="*/ 165778 w 177955"/>
                <a:gd name="connsiteY2" fmla="*/ 97912 h 210147"/>
                <a:gd name="connsiteX3" fmla="*/ 14872 w 177955"/>
                <a:gd name="connsiteY3" fmla="*/ 97912 h 210147"/>
                <a:gd name="connsiteX4" fmla="*/ 110256 w 177955"/>
                <a:gd name="connsiteY4" fmla="*/ 14578 h 210147"/>
                <a:gd name="connsiteX5" fmla="*/ 165778 w 177955"/>
                <a:gd name="connsiteY5" fmla="*/ 14578 h 210147"/>
                <a:gd name="connsiteX6" fmla="*/ 178235 w 177955"/>
                <a:gd name="connsiteY6" fmla="*/ 7331 h 210147"/>
                <a:gd name="connsiteX7" fmla="*/ 165778 w 177955"/>
                <a:gd name="connsiteY7" fmla="*/ 85 h 210147"/>
                <a:gd name="connsiteX8" fmla="*/ 109544 w 177955"/>
                <a:gd name="connsiteY8" fmla="*/ 85 h 210147"/>
                <a:gd name="connsiteX9" fmla="*/ 279 w 177955"/>
                <a:gd name="connsiteY9" fmla="*/ 105158 h 210147"/>
                <a:gd name="connsiteX10" fmla="*/ 109544 w 177955"/>
                <a:gd name="connsiteY10" fmla="*/ 210232 h 210147"/>
                <a:gd name="connsiteX11" fmla="*/ 165778 w 177955"/>
                <a:gd name="connsiteY11" fmla="*/ 210232 h 210147"/>
                <a:gd name="connsiteX12" fmla="*/ 178235 w 177955"/>
                <a:gd name="connsiteY12" fmla="*/ 202986 h 210147"/>
                <a:gd name="connsiteX13" fmla="*/ 165778 w 177955"/>
                <a:gd name="connsiteY13" fmla="*/ 195739 h 210147"/>
                <a:gd name="connsiteX14" fmla="*/ 110256 w 177955"/>
                <a:gd name="connsiteY14" fmla="*/ 195739 h 210147"/>
                <a:gd name="connsiteX15" fmla="*/ 14872 w 177955"/>
                <a:gd name="connsiteY15" fmla="*/ 112405 h 210147"/>
                <a:gd name="connsiteX16" fmla="*/ 165778 w 177955"/>
                <a:gd name="connsiteY16" fmla="*/ 112405 h 210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7955" h="210147">
                  <a:moveTo>
                    <a:pt x="165778" y="112405"/>
                  </a:moveTo>
                  <a:cubicBezTo>
                    <a:pt x="171829" y="112405"/>
                    <a:pt x="178235" y="112405"/>
                    <a:pt x="178235" y="105158"/>
                  </a:cubicBezTo>
                  <a:cubicBezTo>
                    <a:pt x="178235" y="97912"/>
                    <a:pt x="171829" y="97912"/>
                    <a:pt x="165778" y="97912"/>
                  </a:cubicBezTo>
                  <a:lnTo>
                    <a:pt x="14872" y="97912"/>
                  </a:lnTo>
                  <a:cubicBezTo>
                    <a:pt x="19143" y="49361"/>
                    <a:pt x="60073" y="14578"/>
                    <a:pt x="110256" y="14578"/>
                  </a:cubicBezTo>
                  <a:lnTo>
                    <a:pt x="165778" y="14578"/>
                  </a:lnTo>
                  <a:cubicBezTo>
                    <a:pt x="171829" y="14578"/>
                    <a:pt x="178235" y="14578"/>
                    <a:pt x="178235" y="7331"/>
                  </a:cubicBezTo>
                  <a:cubicBezTo>
                    <a:pt x="178235" y="85"/>
                    <a:pt x="171829" y="85"/>
                    <a:pt x="165778" y="85"/>
                  </a:cubicBezTo>
                  <a:lnTo>
                    <a:pt x="109544" y="85"/>
                  </a:lnTo>
                  <a:cubicBezTo>
                    <a:pt x="48683" y="85"/>
                    <a:pt x="279" y="47187"/>
                    <a:pt x="279" y="105158"/>
                  </a:cubicBezTo>
                  <a:cubicBezTo>
                    <a:pt x="279" y="163130"/>
                    <a:pt x="48683" y="210232"/>
                    <a:pt x="109544" y="210232"/>
                  </a:cubicBezTo>
                  <a:lnTo>
                    <a:pt x="165778" y="210232"/>
                  </a:lnTo>
                  <a:cubicBezTo>
                    <a:pt x="171829" y="210232"/>
                    <a:pt x="178235" y="210232"/>
                    <a:pt x="178235" y="202986"/>
                  </a:cubicBezTo>
                  <a:cubicBezTo>
                    <a:pt x="178235" y="195739"/>
                    <a:pt x="171829" y="195739"/>
                    <a:pt x="165778" y="195739"/>
                  </a:cubicBezTo>
                  <a:lnTo>
                    <a:pt x="110256" y="195739"/>
                  </a:lnTo>
                  <a:cubicBezTo>
                    <a:pt x="60073" y="195739"/>
                    <a:pt x="19143" y="160956"/>
                    <a:pt x="14872" y="112405"/>
                  </a:cubicBezTo>
                  <a:lnTo>
                    <a:pt x="165778" y="112405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79CD8BD-670C-FF6C-1C89-B6AD83F6190E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11705884" y="7213054"/>
              <a:ext cx="244511" cy="248191"/>
            </a:xfrm>
            <a:custGeom>
              <a:avLst/>
              <a:gdLst>
                <a:gd name="connsiteX0" fmla="*/ 89979 w 244511"/>
                <a:gd name="connsiteY0" fmla="*/ 134507 h 248191"/>
                <a:gd name="connsiteX1" fmla="*/ 102791 w 244511"/>
                <a:gd name="connsiteY1" fmla="*/ 134507 h 248191"/>
                <a:gd name="connsiteX2" fmla="*/ 156178 w 244511"/>
                <a:gd name="connsiteY2" fmla="*/ 218566 h 248191"/>
                <a:gd name="connsiteX3" fmla="*/ 172194 w 244511"/>
                <a:gd name="connsiteY3" fmla="*/ 243928 h 248191"/>
                <a:gd name="connsiteX4" fmla="*/ 183939 w 244511"/>
                <a:gd name="connsiteY4" fmla="*/ 248276 h 248191"/>
                <a:gd name="connsiteX5" fmla="*/ 233055 w 244511"/>
                <a:gd name="connsiteY5" fmla="*/ 248276 h 248191"/>
                <a:gd name="connsiteX6" fmla="*/ 244800 w 244511"/>
                <a:gd name="connsiteY6" fmla="*/ 241754 h 248191"/>
                <a:gd name="connsiteX7" fmla="*/ 239461 w 244511"/>
                <a:gd name="connsiteY7" fmla="*/ 235595 h 248191"/>
                <a:gd name="connsiteX8" fmla="*/ 200311 w 244511"/>
                <a:gd name="connsiteY8" fmla="*/ 197188 h 248191"/>
                <a:gd name="connsiteX9" fmla="*/ 156178 w 244511"/>
                <a:gd name="connsiteY9" fmla="*/ 130521 h 248191"/>
                <a:gd name="connsiteX10" fmla="*/ 218463 w 244511"/>
                <a:gd name="connsiteY10" fmla="*/ 67839 h 248191"/>
                <a:gd name="connsiteX11" fmla="*/ 124146 w 244511"/>
                <a:gd name="connsiteY11" fmla="*/ 85 h 248191"/>
                <a:gd name="connsiteX12" fmla="*/ 12390 w 244511"/>
                <a:gd name="connsiteY12" fmla="*/ 85 h 248191"/>
                <a:gd name="connsiteX13" fmla="*/ 289 w 244511"/>
                <a:gd name="connsiteY13" fmla="*/ 6606 h 248191"/>
                <a:gd name="connsiteX14" fmla="*/ 9898 w 244511"/>
                <a:gd name="connsiteY14" fmla="*/ 12766 h 248191"/>
                <a:gd name="connsiteX15" fmla="*/ 31965 w 244511"/>
                <a:gd name="connsiteY15" fmla="*/ 33418 h 248191"/>
                <a:gd name="connsiteX16" fmla="*/ 31965 w 244511"/>
                <a:gd name="connsiteY16" fmla="*/ 214942 h 248191"/>
                <a:gd name="connsiteX17" fmla="*/ 9898 w 244511"/>
                <a:gd name="connsiteY17" fmla="*/ 235595 h 248191"/>
                <a:gd name="connsiteX18" fmla="*/ 289 w 244511"/>
                <a:gd name="connsiteY18" fmla="*/ 241754 h 248191"/>
                <a:gd name="connsiteX19" fmla="*/ 12390 w 244511"/>
                <a:gd name="connsiteY19" fmla="*/ 248276 h 248191"/>
                <a:gd name="connsiteX20" fmla="*/ 109910 w 244511"/>
                <a:gd name="connsiteY20" fmla="*/ 248276 h 248191"/>
                <a:gd name="connsiteX21" fmla="*/ 121655 w 244511"/>
                <a:gd name="connsiteY21" fmla="*/ 241754 h 248191"/>
                <a:gd name="connsiteX22" fmla="*/ 111689 w 244511"/>
                <a:gd name="connsiteY22" fmla="*/ 235595 h 248191"/>
                <a:gd name="connsiteX23" fmla="*/ 89979 w 244511"/>
                <a:gd name="connsiteY23" fmla="*/ 214942 h 248191"/>
                <a:gd name="connsiteX24" fmla="*/ 89979 w 244511"/>
                <a:gd name="connsiteY24" fmla="*/ 134507 h 248191"/>
                <a:gd name="connsiteX25" fmla="*/ 158669 w 244511"/>
                <a:gd name="connsiteY25" fmla="*/ 116753 h 248191"/>
                <a:gd name="connsiteX26" fmla="*/ 169703 w 244511"/>
                <a:gd name="connsiteY26" fmla="*/ 68201 h 248191"/>
                <a:gd name="connsiteX27" fmla="*/ 156178 w 244511"/>
                <a:gd name="connsiteY27" fmla="*/ 16752 h 248191"/>
                <a:gd name="connsiteX28" fmla="*/ 206006 w 244511"/>
                <a:gd name="connsiteY28" fmla="*/ 67839 h 248191"/>
                <a:gd name="connsiteX29" fmla="*/ 158669 w 244511"/>
                <a:gd name="connsiteY29" fmla="*/ 116753 h 248191"/>
                <a:gd name="connsiteX30" fmla="*/ 89979 w 244511"/>
                <a:gd name="connsiteY30" fmla="*/ 32331 h 248191"/>
                <a:gd name="connsiteX31" fmla="*/ 112045 w 244511"/>
                <a:gd name="connsiteY31" fmla="*/ 12766 h 248191"/>
                <a:gd name="connsiteX32" fmla="*/ 157246 w 244511"/>
                <a:gd name="connsiteY32" fmla="*/ 68201 h 248191"/>
                <a:gd name="connsiteX33" fmla="*/ 89979 w 244511"/>
                <a:gd name="connsiteY33" fmla="*/ 121825 h 248191"/>
                <a:gd name="connsiteX34" fmla="*/ 89979 w 244511"/>
                <a:gd name="connsiteY34" fmla="*/ 32331 h 248191"/>
                <a:gd name="connsiteX35" fmla="*/ 41575 w 244511"/>
                <a:gd name="connsiteY35" fmla="*/ 235595 h 248191"/>
                <a:gd name="connsiteX36" fmla="*/ 44422 w 244511"/>
                <a:gd name="connsiteY36" fmla="*/ 215667 h 248191"/>
                <a:gd name="connsiteX37" fmla="*/ 44422 w 244511"/>
                <a:gd name="connsiteY37" fmla="*/ 32694 h 248191"/>
                <a:gd name="connsiteX38" fmla="*/ 41575 w 244511"/>
                <a:gd name="connsiteY38" fmla="*/ 12766 h 248191"/>
                <a:gd name="connsiteX39" fmla="*/ 82148 w 244511"/>
                <a:gd name="connsiteY39" fmla="*/ 12766 h 248191"/>
                <a:gd name="connsiteX40" fmla="*/ 77522 w 244511"/>
                <a:gd name="connsiteY40" fmla="*/ 31244 h 248191"/>
                <a:gd name="connsiteX41" fmla="*/ 77522 w 244511"/>
                <a:gd name="connsiteY41" fmla="*/ 215667 h 248191"/>
                <a:gd name="connsiteX42" fmla="*/ 80369 w 244511"/>
                <a:gd name="connsiteY42" fmla="*/ 235595 h 248191"/>
                <a:gd name="connsiteX43" fmla="*/ 41575 w 244511"/>
                <a:gd name="connsiteY43" fmla="*/ 235595 h 248191"/>
                <a:gd name="connsiteX44" fmla="*/ 117384 w 244511"/>
                <a:gd name="connsiteY44" fmla="*/ 134507 h 248191"/>
                <a:gd name="connsiteX45" fmla="*/ 124146 w 244511"/>
                <a:gd name="connsiteY45" fmla="*/ 133782 h 248191"/>
                <a:gd name="connsiteX46" fmla="*/ 142653 w 244511"/>
                <a:gd name="connsiteY46" fmla="*/ 132333 h 248191"/>
                <a:gd name="connsiteX47" fmla="*/ 215971 w 244511"/>
                <a:gd name="connsiteY47" fmla="*/ 235595 h 248191"/>
                <a:gd name="connsiteX48" fmla="*/ 181448 w 244511"/>
                <a:gd name="connsiteY48" fmla="*/ 235595 h 248191"/>
                <a:gd name="connsiteX49" fmla="*/ 117384 w 244511"/>
                <a:gd name="connsiteY49" fmla="*/ 134507 h 248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4511" h="248191">
                  <a:moveTo>
                    <a:pt x="89979" y="134507"/>
                  </a:moveTo>
                  <a:lnTo>
                    <a:pt x="102791" y="134507"/>
                  </a:lnTo>
                  <a:lnTo>
                    <a:pt x="156178" y="218566"/>
                  </a:lnTo>
                  <a:cubicBezTo>
                    <a:pt x="159737" y="224363"/>
                    <a:pt x="168279" y="238493"/>
                    <a:pt x="172194" y="243928"/>
                  </a:cubicBezTo>
                  <a:cubicBezTo>
                    <a:pt x="174686" y="248276"/>
                    <a:pt x="175753" y="248276"/>
                    <a:pt x="183939" y="248276"/>
                  </a:cubicBezTo>
                  <a:lnTo>
                    <a:pt x="233055" y="248276"/>
                  </a:lnTo>
                  <a:cubicBezTo>
                    <a:pt x="239461" y="248276"/>
                    <a:pt x="244800" y="248276"/>
                    <a:pt x="244800" y="241754"/>
                  </a:cubicBezTo>
                  <a:cubicBezTo>
                    <a:pt x="244800" y="238856"/>
                    <a:pt x="242665" y="236319"/>
                    <a:pt x="239461" y="235595"/>
                  </a:cubicBezTo>
                  <a:cubicBezTo>
                    <a:pt x="226293" y="232696"/>
                    <a:pt x="208853" y="208783"/>
                    <a:pt x="200311" y="197188"/>
                  </a:cubicBezTo>
                  <a:cubicBezTo>
                    <a:pt x="197820" y="193565"/>
                    <a:pt x="180024" y="169652"/>
                    <a:pt x="156178" y="130521"/>
                  </a:cubicBezTo>
                  <a:cubicBezTo>
                    <a:pt x="187854" y="124724"/>
                    <a:pt x="218463" y="110956"/>
                    <a:pt x="218463" y="67839"/>
                  </a:cubicBezTo>
                  <a:cubicBezTo>
                    <a:pt x="218463" y="17476"/>
                    <a:pt x="166144" y="85"/>
                    <a:pt x="124146" y="85"/>
                  </a:cubicBezTo>
                  <a:lnTo>
                    <a:pt x="12390" y="85"/>
                  </a:lnTo>
                  <a:cubicBezTo>
                    <a:pt x="5983" y="85"/>
                    <a:pt x="289" y="85"/>
                    <a:pt x="289" y="6606"/>
                  </a:cubicBezTo>
                  <a:cubicBezTo>
                    <a:pt x="289" y="12766"/>
                    <a:pt x="7051" y="12766"/>
                    <a:pt x="9898" y="12766"/>
                  </a:cubicBezTo>
                  <a:cubicBezTo>
                    <a:pt x="30185" y="12766"/>
                    <a:pt x="31965" y="15302"/>
                    <a:pt x="31965" y="33418"/>
                  </a:cubicBezTo>
                  <a:lnTo>
                    <a:pt x="31965" y="214942"/>
                  </a:lnTo>
                  <a:cubicBezTo>
                    <a:pt x="31965" y="233058"/>
                    <a:pt x="30185" y="235595"/>
                    <a:pt x="9898" y="235595"/>
                  </a:cubicBezTo>
                  <a:cubicBezTo>
                    <a:pt x="7051" y="235595"/>
                    <a:pt x="289" y="235595"/>
                    <a:pt x="289" y="241754"/>
                  </a:cubicBezTo>
                  <a:cubicBezTo>
                    <a:pt x="289" y="248276"/>
                    <a:pt x="5983" y="248276"/>
                    <a:pt x="12390" y="248276"/>
                  </a:cubicBezTo>
                  <a:lnTo>
                    <a:pt x="109910" y="248276"/>
                  </a:lnTo>
                  <a:cubicBezTo>
                    <a:pt x="116316" y="248276"/>
                    <a:pt x="121655" y="248276"/>
                    <a:pt x="121655" y="241754"/>
                  </a:cubicBezTo>
                  <a:cubicBezTo>
                    <a:pt x="121655" y="235595"/>
                    <a:pt x="115604" y="235595"/>
                    <a:pt x="111689" y="235595"/>
                  </a:cubicBezTo>
                  <a:cubicBezTo>
                    <a:pt x="91402" y="235595"/>
                    <a:pt x="89979" y="232696"/>
                    <a:pt x="89979" y="214942"/>
                  </a:cubicBezTo>
                  <a:lnTo>
                    <a:pt x="89979" y="134507"/>
                  </a:lnTo>
                  <a:close/>
                  <a:moveTo>
                    <a:pt x="158669" y="116753"/>
                  </a:moveTo>
                  <a:cubicBezTo>
                    <a:pt x="168635" y="103347"/>
                    <a:pt x="169703" y="84144"/>
                    <a:pt x="169703" y="68201"/>
                  </a:cubicBezTo>
                  <a:cubicBezTo>
                    <a:pt x="169703" y="50810"/>
                    <a:pt x="167567" y="31607"/>
                    <a:pt x="156178" y="16752"/>
                  </a:cubicBezTo>
                  <a:cubicBezTo>
                    <a:pt x="170770" y="20012"/>
                    <a:pt x="206006" y="31244"/>
                    <a:pt x="206006" y="67839"/>
                  </a:cubicBezTo>
                  <a:cubicBezTo>
                    <a:pt x="206006" y="91390"/>
                    <a:pt x="195328" y="109869"/>
                    <a:pt x="158669" y="116753"/>
                  </a:cubicBezTo>
                  <a:close/>
                  <a:moveTo>
                    <a:pt x="89979" y="32331"/>
                  </a:moveTo>
                  <a:cubicBezTo>
                    <a:pt x="89979" y="24723"/>
                    <a:pt x="89979" y="12766"/>
                    <a:pt x="112045" y="12766"/>
                  </a:cubicBezTo>
                  <a:cubicBezTo>
                    <a:pt x="142298" y="12766"/>
                    <a:pt x="157246" y="25447"/>
                    <a:pt x="157246" y="68201"/>
                  </a:cubicBezTo>
                  <a:cubicBezTo>
                    <a:pt x="157246" y="114941"/>
                    <a:pt x="146213" y="121825"/>
                    <a:pt x="89979" y="121825"/>
                  </a:cubicBezTo>
                  <a:lnTo>
                    <a:pt x="89979" y="32331"/>
                  </a:lnTo>
                  <a:close/>
                  <a:moveTo>
                    <a:pt x="41575" y="235595"/>
                  </a:moveTo>
                  <a:cubicBezTo>
                    <a:pt x="44422" y="229073"/>
                    <a:pt x="44422" y="218928"/>
                    <a:pt x="44422" y="215667"/>
                  </a:cubicBezTo>
                  <a:lnTo>
                    <a:pt x="44422" y="32694"/>
                  </a:lnTo>
                  <a:cubicBezTo>
                    <a:pt x="44422" y="29071"/>
                    <a:pt x="44422" y="19288"/>
                    <a:pt x="41575" y="12766"/>
                  </a:cubicBezTo>
                  <a:lnTo>
                    <a:pt x="82148" y="12766"/>
                  </a:lnTo>
                  <a:cubicBezTo>
                    <a:pt x="77522" y="18563"/>
                    <a:pt x="77522" y="25810"/>
                    <a:pt x="77522" y="31244"/>
                  </a:cubicBezTo>
                  <a:lnTo>
                    <a:pt x="77522" y="215667"/>
                  </a:lnTo>
                  <a:cubicBezTo>
                    <a:pt x="77522" y="219290"/>
                    <a:pt x="77522" y="229073"/>
                    <a:pt x="80369" y="235595"/>
                  </a:cubicBezTo>
                  <a:lnTo>
                    <a:pt x="41575" y="235595"/>
                  </a:lnTo>
                  <a:close/>
                  <a:moveTo>
                    <a:pt x="117384" y="134507"/>
                  </a:moveTo>
                  <a:cubicBezTo>
                    <a:pt x="119875" y="134144"/>
                    <a:pt x="121299" y="133782"/>
                    <a:pt x="124146" y="133782"/>
                  </a:cubicBezTo>
                  <a:cubicBezTo>
                    <a:pt x="129485" y="133782"/>
                    <a:pt x="137315" y="133057"/>
                    <a:pt x="142653" y="132333"/>
                  </a:cubicBezTo>
                  <a:cubicBezTo>
                    <a:pt x="147992" y="141028"/>
                    <a:pt x="186431" y="205522"/>
                    <a:pt x="215971" y="235595"/>
                  </a:cubicBezTo>
                  <a:lnTo>
                    <a:pt x="181448" y="235595"/>
                  </a:lnTo>
                  <a:lnTo>
                    <a:pt x="117384" y="134507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E71AC4BE-D76B-F59E-2FF9-04F432A08080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11972435" y="7135628"/>
              <a:ext cx="128057" cy="178552"/>
            </a:xfrm>
            <a:custGeom>
              <a:avLst/>
              <a:gdLst>
                <a:gd name="connsiteX0" fmla="*/ 127356 w 128057"/>
                <a:gd name="connsiteY0" fmla="*/ 7689 h 178552"/>
                <a:gd name="connsiteX1" fmla="*/ 128353 w 128057"/>
                <a:gd name="connsiteY1" fmla="*/ 3631 h 178552"/>
                <a:gd name="connsiteX2" fmla="*/ 124367 w 128057"/>
                <a:gd name="connsiteY2" fmla="*/ 81 h 178552"/>
                <a:gd name="connsiteX3" fmla="*/ 92477 w 128057"/>
                <a:gd name="connsiteY3" fmla="*/ 2617 h 178552"/>
                <a:gd name="connsiteX4" fmla="*/ 86996 w 128057"/>
                <a:gd name="connsiteY4" fmla="*/ 8450 h 178552"/>
                <a:gd name="connsiteX5" fmla="*/ 93474 w 128057"/>
                <a:gd name="connsiteY5" fmla="*/ 12001 h 178552"/>
                <a:gd name="connsiteX6" fmla="*/ 105432 w 128057"/>
                <a:gd name="connsiteY6" fmla="*/ 15805 h 178552"/>
                <a:gd name="connsiteX7" fmla="*/ 104436 w 128057"/>
                <a:gd name="connsiteY7" fmla="*/ 21385 h 178552"/>
                <a:gd name="connsiteX8" fmla="*/ 90235 w 128057"/>
                <a:gd name="connsiteY8" fmla="*/ 79212 h 178552"/>
                <a:gd name="connsiteX9" fmla="*/ 64574 w 128057"/>
                <a:gd name="connsiteY9" fmla="*/ 64248 h 178552"/>
                <a:gd name="connsiteX10" fmla="*/ 296 w 128057"/>
                <a:gd name="connsiteY10" fmla="*/ 136531 h 178552"/>
                <a:gd name="connsiteX11" fmla="*/ 37916 w 128057"/>
                <a:gd name="connsiteY11" fmla="*/ 178633 h 178552"/>
                <a:gd name="connsiteX12" fmla="*/ 73293 w 128057"/>
                <a:gd name="connsiteY12" fmla="*/ 160880 h 178552"/>
                <a:gd name="connsiteX13" fmla="*/ 98955 w 128057"/>
                <a:gd name="connsiteY13" fmla="*/ 178633 h 178552"/>
                <a:gd name="connsiteX14" fmla="*/ 118637 w 128057"/>
                <a:gd name="connsiteY14" fmla="*/ 165191 h 178552"/>
                <a:gd name="connsiteX15" fmla="*/ 127356 w 128057"/>
                <a:gd name="connsiteY15" fmla="*/ 139829 h 178552"/>
                <a:gd name="connsiteX16" fmla="*/ 123370 w 128057"/>
                <a:gd name="connsiteY16" fmla="*/ 136531 h 178552"/>
                <a:gd name="connsiteX17" fmla="*/ 117889 w 128057"/>
                <a:gd name="connsiteY17" fmla="*/ 144394 h 178552"/>
                <a:gd name="connsiteX18" fmla="*/ 99702 w 128057"/>
                <a:gd name="connsiteY18" fmla="*/ 171532 h 178552"/>
                <a:gd name="connsiteX19" fmla="*/ 91481 w 128057"/>
                <a:gd name="connsiteY19" fmla="*/ 159104 h 178552"/>
                <a:gd name="connsiteX20" fmla="*/ 92726 w 128057"/>
                <a:gd name="connsiteY20" fmla="*/ 148706 h 178552"/>
                <a:gd name="connsiteX21" fmla="*/ 127356 w 128057"/>
                <a:gd name="connsiteY21" fmla="*/ 7689 h 178552"/>
                <a:gd name="connsiteX22" fmla="*/ 74290 w 128057"/>
                <a:gd name="connsiteY22" fmla="*/ 144394 h 178552"/>
                <a:gd name="connsiteX23" fmla="*/ 61584 w 128057"/>
                <a:gd name="connsiteY23" fmla="*/ 161387 h 178552"/>
                <a:gd name="connsiteX24" fmla="*/ 38663 w 128057"/>
                <a:gd name="connsiteY24" fmla="*/ 171532 h 178552"/>
                <a:gd name="connsiteX25" fmla="*/ 20476 w 128057"/>
                <a:gd name="connsiteY25" fmla="*/ 146930 h 178552"/>
                <a:gd name="connsiteX26" fmla="*/ 33431 w 128057"/>
                <a:gd name="connsiteY26" fmla="*/ 95444 h 178552"/>
                <a:gd name="connsiteX27" fmla="*/ 64574 w 128057"/>
                <a:gd name="connsiteY27" fmla="*/ 71350 h 178552"/>
                <a:gd name="connsiteX28" fmla="*/ 86747 w 128057"/>
                <a:gd name="connsiteY28" fmla="*/ 93415 h 178552"/>
                <a:gd name="connsiteX29" fmla="*/ 85999 w 128057"/>
                <a:gd name="connsiteY29" fmla="*/ 96966 h 178552"/>
                <a:gd name="connsiteX30" fmla="*/ 74290 w 128057"/>
                <a:gd name="connsiteY30" fmla="*/ 144394 h 178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057" h="178552">
                  <a:moveTo>
                    <a:pt x="127356" y="7689"/>
                  </a:moveTo>
                  <a:cubicBezTo>
                    <a:pt x="127606" y="7182"/>
                    <a:pt x="128353" y="3885"/>
                    <a:pt x="128353" y="3631"/>
                  </a:cubicBezTo>
                  <a:cubicBezTo>
                    <a:pt x="128353" y="2363"/>
                    <a:pt x="127356" y="81"/>
                    <a:pt x="124367" y="81"/>
                  </a:cubicBezTo>
                  <a:cubicBezTo>
                    <a:pt x="119384" y="81"/>
                    <a:pt x="98706" y="2110"/>
                    <a:pt x="92477" y="2617"/>
                  </a:cubicBezTo>
                  <a:cubicBezTo>
                    <a:pt x="90484" y="2870"/>
                    <a:pt x="86996" y="3124"/>
                    <a:pt x="86996" y="8450"/>
                  </a:cubicBezTo>
                  <a:cubicBezTo>
                    <a:pt x="86996" y="12001"/>
                    <a:pt x="90484" y="12001"/>
                    <a:pt x="93474" y="12001"/>
                  </a:cubicBezTo>
                  <a:cubicBezTo>
                    <a:pt x="105432" y="12001"/>
                    <a:pt x="105432" y="13776"/>
                    <a:pt x="105432" y="15805"/>
                  </a:cubicBezTo>
                  <a:cubicBezTo>
                    <a:pt x="105432" y="17581"/>
                    <a:pt x="104934" y="19103"/>
                    <a:pt x="104436" y="21385"/>
                  </a:cubicBezTo>
                  <a:lnTo>
                    <a:pt x="90235" y="79212"/>
                  </a:lnTo>
                  <a:cubicBezTo>
                    <a:pt x="85003" y="70842"/>
                    <a:pt x="76532" y="64248"/>
                    <a:pt x="64574" y="64248"/>
                  </a:cubicBezTo>
                  <a:cubicBezTo>
                    <a:pt x="32684" y="64248"/>
                    <a:pt x="296" y="100009"/>
                    <a:pt x="296" y="136531"/>
                  </a:cubicBezTo>
                  <a:cubicBezTo>
                    <a:pt x="296" y="161133"/>
                    <a:pt x="16490" y="178633"/>
                    <a:pt x="37916" y="178633"/>
                  </a:cubicBezTo>
                  <a:cubicBezTo>
                    <a:pt x="51369" y="178633"/>
                    <a:pt x="63328" y="170771"/>
                    <a:pt x="73293" y="160880"/>
                  </a:cubicBezTo>
                  <a:cubicBezTo>
                    <a:pt x="78027" y="176097"/>
                    <a:pt x="92477" y="178633"/>
                    <a:pt x="98955" y="178633"/>
                  </a:cubicBezTo>
                  <a:cubicBezTo>
                    <a:pt x="107924" y="178633"/>
                    <a:pt x="114152" y="173054"/>
                    <a:pt x="118637" y="165191"/>
                  </a:cubicBezTo>
                  <a:cubicBezTo>
                    <a:pt x="124118" y="155300"/>
                    <a:pt x="127356" y="140843"/>
                    <a:pt x="127356" y="139829"/>
                  </a:cubicBezTo>
                  <a:cubicBezTo>
                    <a:pt x="127356" y="136531"/>
                    <a:pt x="124118" y="136531"/>
                    <a:pt x="123370" y="136531"/>
                  </a:cubicBezTo>
                  <a:cubicBezTo>
                    <a:pt x="119882" y="136531"/>
                    <a:pt x="119633" y="137546"/>
                    <a:pt x="117889" y="144394"/>
                  </a:cubicBezTo>
                  <a:cubicBezTo>
                    <a:pt x="114900" y="156568"/>
                    <a:pt x="110166" y="171532"/>
                    <a:pt x="99702" y="171532"/>
                  </a:cubicBezTo>
                  <a:cubicBezTo>
                    <a:pt x="93224" y="171532"/>
                    <a:pt x="91481" y="165952"/>
                    <a:pt x="91481" y="159104"/>
                  </a:cubicBezTo>
                  <a:cubicBezTo>
                    <a:pt x="91481" y="154285"/>
                    <a:pt x="91979" y="152003"/>
                    <a:pt x="92726" y="148706"/>
                  </a:cubicBezTo>
                  <a:lnTo>
                    <a:pt x="127356" y="7689"/>
                  </a:lnTo>
                  <a:close/>
                  <a:moveTo>
                    <a:pt x="74290" y="144394"/>
                  </a:moveTo>
                  <a:cubicBezTo>
                    <a:pt x="72546" y="151495"/>
                    <a:pt x="67065" y="156568"/>
                    <a:pt x="61584" y="161387"/>
                  </a:cubicBezTo>
                  <a:cubicBezTo>
                    <a:pt x="59342" y="163416"/>
                    <a:pt x="49376" y="171532"/>
                    <a:pt x="38663" y="171532"/>
                  </a:cubicBezTo>
                  <a:cubicBezTo>
                    <a:pt x="29445" y="171532"/>
                    <a:pt x="20476" y="164938"/>
                    <a:pt x="20476" y="146930"/>
                  </a:cubicBezTo>
                  <a:cubicBezTo>
                    <a:pt x="20476" y="133488"/>
                    <a:pt x="27701" y="105589"/>
                    <a:pt x="33431" y="95444"/>
                  </a:cubicBezTo>
                  <a:cubicBezTo>
                    <a:pt x="44892" y="75154"/>
                    <a:pt x="57598" y="71350"/>
                    <a:pt x="64574" y="71350"/>
                  </a:cubicBezTo>
                  <a:cubicBezTo>
                    <a:pt x="82013" y="71350"/>
                    <a:pt x="86747" y="90625"/>
                    <a:pt x="86747" y="93415"/>
                  </a:cubicBezTo>
                  <a:cubicBezTo>
                    <a:pt x="86747" y="94430"/>
                    <a:pt x="86249" y="96205"/>
                    <a:pt x="85999" y="96966"/>
                  </a:cubicBezTo>
                  <a:lnTo>
                    <a:pt x="74290" y="144394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7BF1CE01-E41A-48EB-6B01-751A01A9C412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12130847" y="7227223"/>
              <a:ext cx="73139" cy="120653"/>
            </a:xfrm>
            <a:custGeom>
              <a:avLst/>
              <a:gdLst>
                <a:gd name="connsiteX0" fmla="*/ 45679 w 73139"/>
                <a:gd name="connsiteY0" fmla="*/ 5516 h 120653"/>
                <a:gd name="connsiteX1" fmla="*/ 39272 w 73139"/>
                <a:gd name="connsiteY1" fmla="*/ 82 h 120653"/>
                <a:gd name="connsiteX2" fmla="*/ 3325 w 73139"/>
                <a:gd name="connsiteY2" fmla="*/ 11676 h 120653"/>
                <a:gd name="connsiteX3" fmla="*/ 300 w 73139"/>
                <a:gd name="connsiteY3" fmla="*/ 11676 h 120653"/>
                <a:gd name="connsiteX4" fmla="*/ 300 w 73139"/>
                <a:gd name="connsiteY4" fmla="*/ 19647 h 120653"/>
                <a:gd name="connsiteX5" fmla="*/ 3325 w 73139"/>
                <a:gd name="connsiteY5" fmla="*/ 19647 h 120653"/>
                <a:gd name="connsiteX6" fmla="*/ 29307 w 73139"/>
                <a:gd name="connsiteY6" fmla="*/ 14574 h 120653"/>
                <a:gd name="connsiteX7" fmla="*/ 29307 w 73139"/>
                <a:gd name="connsiteY7" fmla="*/ 105155 h 120653"/>
                <a:gd name="connsiteX8" fmla="*/ 10444 w 73139"/>
                <a:gd name="connsiteY8" fmla="*/ 112764 h 120653"/>
                <a:gd name="connsiteX9" fmla="*/ 1546 w 73139"/>
                <a:gd name="connsiteY9" fmla="*/ 112764 h 120653"/>
                <a:gd name="connsiteX10" fmla="*/ 1546 w 73139"/>
                <a:gd name="connsiteY10" fmla="*/ 120735 h 120653"/>
                <a:gd name="connsiteX11" fmla="*/ 37493 w 73139"/>
                <a:gd name="connsiteY11" fmla="*/ 120011 h 120653"/>
                <a:gd name="connsiteX12" fmla="*/ 73440 w 73139"/>
                <a:gd name="connsiteY12" fmla="*/ 120735 h 120653"/>
                <a:gd name="connsiteX13" fmla="*/ 73440 w 73139"/>
                <a:gd name="connsiteY13" fmla="*/ 112764 h 120653"/>
                <a:gd name="connsiteX14" fmla="*/ 64542 w 73139"/>
                <a:gd name="connsiteY14" fmla="*/ 112764 h 120653"/>
                <a:gd name="connsiteX15" fmla="*/ 45679 w 73139"/>
                <a:gd name="connsiteY15" fmla="*/ 105155 h 120653"/>
                <a:gd name="connsiteX16" fmla="*/ 45679 w 73139"/>
                <a:gd name="connsiteY16" fmla="*/ 5516 h 120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139" h="120653">
                  <a:moveTo>
                    <a:pt x="45679" y="5516"/>
                  </a:moveTo>
                  <a:cubicBezTo>
                    <a:pt x="45679" y="82"/>
                    <a:pt x="45145" y="82"/>
                    <a:pt x="39272" y="82"/>
                  </a:cubicBezTo>
                  <a:cubicBezTo>
                    <a:pt x="26638" y="11676"/>
                    <a:pt x="6884" y="11676"/>
                    <a:pt x="3325" y="11676"/>
                  </a:cubicBezTo>
                  <a:lnTo>
                    <a:pt x="300" y="11676"/>
                  </a:lnTo>
                  <a:lnTo>
                    <a:pt x="300" y="19647"/>
                  </a:lnTo>
                  <a:lnTo>
                    <a:pt x="3325" y="19647"/>
                  </a:lnTo>
                  <a:cubicBezTo>
                    <a:pt x="7418" y="19647"/>
                    <a:pt x="18985" y="19104"/>
                    <a:pt x="29307" y="14574"/>
                  </a:cubicBezTo>
                  <a:lnTo>
                    <a:pt x="29307" y="105155"/>
                  </a:lnTo>
                  <a:cubicBezTo>
                    <a:pt x="29307" y="110771"/>
                    <a:pt x="29307" y="112764"/>
                    <a:pt x="10444" y="112764"/>
                  </a:cubicBezTo>
                  <a:lnTo>
                    <a:pt x="1546" y="112764"/>
                  </a:lnTo>
                  <a:lnTo>
                    <a:pt x="1546" y="120735"/>
                  </a:lnTo>
                  <a:cubicBezTo>
                    <a:pt x="11333" y="120011"/>
                    <a:pt x="27171" y="120011"/>
                    <a:pt x="37493" y="120011"/>
                  </a:cubicBezTo>
                  <a:cubicBezTo>
                    <a:pt x="47814" y="120011"/>
                    <a:pt x="63652" y="120011"/>
                    <a:pt x="73440" y="120735"/>
                  </a:cubicBezTo>
                  <a:lnTo>
                    <a:pt x="73440" y="112764"/>
                  </a:lnTo>
                  <a:lnTo>
                    <a:pt x="64542" y="112764"/>
                  </a:lnTo>
                  <a:cubicBezTo>
                    <a:pt x="45679" y="112764"/>
                    <a:pt x="45679" y="110771"/>
                    <a:pt x="45679" y="105155"/>
                  </a:cubicBezTo>
                  <a:lnTo>
                    <a:pt x="45679" y="5516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5670C5DC-CFA7-5473-2B62-77735BB063D9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12288652" y="7180266"/>
              <a:ext cx="133538" cy="135689"/>
            </a:xfrm>
            <a:custGeom>
              <a:avLst/>
              <a:gdLst>
                <a:gd name="connsiteX0" fmla="*/ 130354 w 133538"/>
                <a:gd name="connsiteY0" fmla="*/ 12508 h 135689"/>
                <a:gd name="connsiteX1" fmla="*/ 133842 w 133538"/>
                <a:gd name="connsiteY1" fmla="*/ 6421 h 135689"/>
                <a:gd name="connsiteX2" fmla="*/ 127863 w 133538"/>
                <a:gd name="connsiteY2" fmla="*/ 81 h 135689"/>
                <a:gd name="connsiteX3" fmla="*/ 121634 w 133538"/>
                <a:gd name="connsiteY3" fmla="*/ 3885 h 135689"/>
                <a:gd name="connsiteX4" fmla="*/ 67073 w 133538"/>
                <a:gd name="connsiteY4" fmla="*/ 59175 h 135689"/>
                <a:gd name="connsiteX5" fmla="*/ 12263 w 133538"/>
                <a:gd name="connsiteY5" fmla="*/ 3631 h 135689"/>
                <a:gd name="connsiteX6" fmla="*/ 6532 w 133538"/>
                <a:gd name="connsiteY6" fmla="*/ 81 h 135689"/>
                <a:gd name="connsiteX7" fmla="*/ 304 w 133538"/>
                <a:gd name="connsiteY7" fmla="*/ 6421 h 135689"/>
                <a:gd name="connsiteX8" fmla="*/ 4041 w 133538"/>
                <a:gd name="connsiteY8" fmla="*/ 12508 h 135689"/>
                <a:gd name="connsiteX9" fmla="*/ 58353 w 133538"/>
                <a:gd name="connsiteY9" fmla="*/ 67799 h 135689"/>
                <a:gd name="connsiteX10" fmla="*/ 4041 w 133538"/>
                <a:gd name="connsiteY10" fmla="*/ 123089 h 135689"/>
                <a:gd name="connsiteX11" fmla="*/ 304 w 133538"/>
                <a:gd name="connsiteY11" fmla="*/ 129430 h 135689"/>
                <a:gd name="connsiteX12" fmla="*/ 6532 w 133538"/>
                <a:gd name="connsiteY12" fmla="*/ 135771 h 135689"/>
                <a:gd name="connsiteX13" fmla="*/ 12263 w 133538"/>
                <a:gd name="connsiteY13" fmla="*/ 132220 h 135689"/>
                <a:gd name="connsiteX14" fmla="*/ 67073 w 133538"/>
                <a:gd name="connsiteY14" fmla="*/ 76676 h 135689"/>
                <a:gd name="connsiteX15" fmla="*/ 123877 w 133538"/>
                <a:gd name="connsiteY15" fmla="*/ 134502 h 135689"/>
                <a:gd name="connsiteX16" fmla="*/ 127863 w 133538"/>
                <a:gd name="connsiteY16" fmla="*/ 135771 h 135689"/>
                <a:gd name="connsiteX17" fmla="*/ 133842 w 133538"/>
                <a:gd name="connsiteY17" fmla="*/ 129430 h 135689"/>
                <a:gd name="connsiteX18" fmla="*/ 132596 w 133538"/>
                <a:gd name="connsiteY18" fmla="*/ 126133 h 135689"/>
                <a:gd name="connsiteX19" fmla="*/ 75793 w 133538"/>
                <a:gd name="connsiteY19" fmla="*/ 68052 h 135689"/>
                <a:gd name="connsiteX20" fmla="*/ 130354 w 133538"/>
                <a:gd name="connsiteY20" fmla="*/ 12508 h 1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3538" h="135689">
                  <a:moveTo>
                    <a:pt x="130354" y="12508"/>
                  </a:moveTo>
                  <a:cubicBezTo>
                    <a:pt x="133095" y="9718"/>
                    <a:pt x="133842" y="8197"/>
                    <a:pt x="133842" y="6421"/>
                  </a:cubicBezTo>
                  <a:cubicBezTo>
                    <a:pt x="133842" y="2363"/>
                    <a:pt x="130603" y="81"/>
                    <a:pt x="127863" y="81"/>
                  </a:cubicBezTo>
                  <a:cubicBezTo>
                    <a:pt x="125371" y="81"/>
                    <a:pt x="124624" y="841"/>
                    <a:pt x="121634" y="3885"/>
                  </a:cubicBezTo>
                  <a:lnTo>
                    <a:pt x="67073" y="59175"/>
                  </a:lnTo>
                  <a:lnTo>
                    <a:pt x="12263" y="3631"/>
                  </a:lnTo>
                  <a:cubicBezTo>
                    <a:pt x="9771" y="1095"/>
                    <a:pt x="8775" y="81"/>
                    <a:pt x="6532" y="81"/>
                  </a:cubicBezTo>
                  <a:cubicBezTo>
                    <a:pt x="3044" y="81"/>
                    <a:pt x="304" y="2870"/>
                    <a:pt x="304" y="6421"/>
                  </a:cubicBezTo>
                  <a:cubicBezTo>
                    <a:pt x="304" y="8704"/>
                    <a:pt x="1051" y="9465"/>
                    <a:pt x="4041" y="12508"/>
                  </a:cubicBezTo>
                  <a:lnTo>
                    <a:pt x="58353" y="67799"/>
                  </a:lnTo>
                  <a:lnTo>
                    <a:pt x="4041" y="123089"/>
                  </a:lnTo>
                  <a:cubicBezTo>
                    <a:pt x="553" y="126640"/>
                    <a:pt x="304" y="127908"/>
                    <a:pt x="304" y="129430"/>
                  </a:cubicBezTo>
                  <a:cubicBezTo>
                    <a:pt x="304" y="132981"/>
                    <a:pt x="3044" y="135771"/>
                    <a:pt x="6532" y="135771"/>
                  </a:cubicBezTo>
                  <a:cubicBezTo>
                    <a:pt x="8775" y="135771"/>
                    <a:pt x="9522" y="135010"/>
                    <a:pt x="12263" y="132220"/>
                  </a:cubicBezTo>
                  <a:lnTo>
                    <a:pt x="67073" y="76676"/>
                  </a:lnTo>
                  <a:lnTo>
                    <a:pt x="123877" y="134502"/>
                  </a:lnTo>
                  <a:cubicBezTo>
                    <a:pt x="125122" y="135263"/>
                    <a:pt x="126368" y="135771"/>
                    <a:pt x="127863" y="135771"/>
                  </a:cubicBezTo>
                  <a:cubicBezTo>
                    <a:pt x="130603" y="135771"/>
                    <a:pt x="133842" y="133488"/>
                    <a:pt x="133842" y="129430"/>
                  </a:cubicBezTo>
                  <a:cubicBezTo>
                    <a:pt x="133842" y="127401"/>
                    <a:pt x="133344" y="126894"/>
                    <a:pt x="132596" y="126133"/>
                  </a:cubicBezTo>
                  <a:cubicBezTo>
                    <a:pt x="132098" y="125118"/>
                    <a:pt x="83765" y="75915"/>
                    <a:pt x="75793" y="68052"/>
                  </a:cubicBezTo>
                  <a:lnTo>
                    <a:pt x="130354" y="12508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7BCDE6F-4642-DD83-FDF5-6866626BD948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12485437" y="7135628"/>
              <a:ext cx="122575" cy="178552"/>
            </a:xfrm>
            <a:custGeom>
              <a:avLst/>
              <a:gdLst>
                <a:gd name="connsiteX0" fmla="*/ 59605 w 122575"/>
                <a:gd name="connsiteY0" fmla="*/ 7689 h 178552"/>
                <a:gd name="connsiteX1" fmla="*/ 60602 w 122575"/>
                <a:gd name="connsiteY1" fmla="*/ 3631 h 178552"/>
                <a:gd name="connsiteX2" fmla="*/ 56615 w 122575"/>
                <a:gd name="connsiteY2" fmla="*/ 81 h 178552"/>
                <a:gd name="connsiteX3" fmla="*/ 24726 w 122575"/>
                <a:gd name="connsiteY3" fmla="*/ 2617 h 178552"/>
                <a:gd name="connsiteX4" fmla="*/ 19245 w 122575"/>
                <a:gd name="connsiteY4" fmla="*/ 8450 h 178552"/>
                <a:gd name="connsiteX5" fmla="*/ 25722 w 122575"/>
                <a:gd name="connsiteY5" fmla="*/ 12001 h 178552"/>
                <a:gd name="connsiteX6" fmla="*/ 37681 w 122575"/>
                <a:gd name="connsiteY6" fmla="*/ 15805 h 178552"/>
                <a:gd name="connsiteX7" fmla="*/ 36684 w 122575"/>
                <a:gd name="connsiteY7" fmla="*/ 21385 h 178552"/>
                <a:gd name="connsiteX8" fmla="*/ 1556 w 122575"/>
                <a:gd name="connsiteY8" fmla="*/ 164938 h 178552"/>
                <a:gd name="connsiteX9" fmla="*/ 310 w 122575"/>
                <a:gd name="connsiteY9" fmla="*/ 170517 h 178552"/>
                <a:gd name="connsiteX10" fmla="*/ 8781 w 122575"/>
                <a:gd name="connsiteY10" fmla="*/ 178633 h 178552"/>
                <a:gd name="connsiteX11" fmla="*/ 20241 w 122575"/>
                <a:gd name="connsiteY11" fmla="*/ 167981 h 178552"/>
                <a:gd name="connsiteX12" fmla="*/ 32449 w 122575"/>
                <a:gd name="connsiteY12" fmla="*/ 118778 h 178552"/>
                <a:gd name="connsiteX13" fmla="*/ 64339 w 122575"/>
                <a:gd name="connsiteY13" fmla="*/ 139575 h 178552"/>
                <a:gd name="connsiteX14" fmla="*/ 63840 w 122575"/>
                <a:gd name="connsiteY14" fmla="*/ 144648 h 178552"/>
                <a:gd name="connsiteX15" fmla="*/ 62844 w 122575"/>
                <a:gd name="connsiteY15" fmla="*/ 152510 h 178552"/>
                <a:gd name="connsiteX16" fmla="*/ 89253 w 122575"/>
                <a:gd name="connsiteY16" fmla="*/ 178633 h 178552"/>
                <a:gd name="connsiteX17" fmla="*/ 120893 w 122575"/>
                <a:gd name="connsiteY17" fmla="*/ 139829 h 178552"/>
                <a:gd name="connsiteX18" fmla="*/ 116907 w 122575"/>
                <a:gd name="connsiteY18" fmla="*/ 136531 h 178552"/>
                <a:gd name="connsiteX19" fmla="*/ 111924 w 122575"/>
                <a:gd name="connsiteY19" fmla="*/ 142618 h 178552"/>
                <a:gd name="connsiteX20" fmla="*/ 90000 w 122575"/>
                <a:gd name="connsiteY20" fmla="*/ 171532 h 178552"/>
                <a:gd name="connsiteX21" fmla="*/ 81280 w 122575"/>
                <a:gd name="connsiteY21" fmla="*/ 158343 h 178552"/>
                <a:gd name="connsiteX22" fmla="*/ 82775 w 122575"/>
                <a:gd name="connsiteY22" fmla="*/ 146930 h 178552"/>
                <a:gd name="connsiteX23" fmla="*/ 84021 w 122575"/>
                <a:gd name="connsiteY23" fmla="*/ 139068 h 178552"/>
                <a:gd name="connsiteX24" fmla="*/ 43660 w 122575"/>
                <a:gd name="connsiteY24" fmla="*/ 112183 h 178552"/>
                <a:gd name="connsiteX25" fmla="*/ 64339 w 122575"/>
                <a:gd name="connsiteY25" fmla="*/ 95444 h 178552"/>
                <a:gd name="connsiteX26" fmla="*/ 103453 w 122575"/>
                <a:gd name="connsiteY26" fmla="*/ 71350 h 178552"/>
                <a:gd name="connsiteX27" fmla="*/ 111675 w 122575"/>
                <a:gd name="connsiteY27" fmla="*/ 74647 h 178552"/>
                <a:gd name="connsiteX28" fmla="*/ 98720 w 122575"/>
                <a:gd name="connsiteY28" fmla="*/ 88850 h 178552"/>
                <a:gd name="connsiteX29" fmla="*/ 108685 w 122575"/>
                <a:gd name="connsiteY29" fmla="*/ 98234 h 178552"/>
                <a:gd name="connsiteX30" fmla="*/ 122886 w 122575"/>
                <a:gd name="connsiteY30" fmla="*/ 82002 h 178552"/>
                <a:gd name="connsiteX31" fmla="*/ 103703 w 122575"/>
                <a:gd name="connsiteY31" fmla="*/ 64248 h 178552"/>
                <a:gd name="connsiteX32" fmla="*/ 63840 w 122575"/>
                <a:gd name="connsiteY32" fmla="*/ 86567 h 178552"/>
                <a:gd name="connsiteX33" fmla="*/ 34940 w 122575"/>
                <a:gd name="connsiteY33" fmla="*/ 108886 h 178552"/>
                <a:gd name="connsiteX34" fmla="*/ 59605 w 122575"/>
                <a:gd name="connsiteY34" fmla="*/ 7689 h 178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2575" h="178552">
                  <a:moveTo>
                    <a:pt x="59605" y="7689"/>
                  </a:moveTo>
                  <a:cubicBezTo>
                    <a:pt x="59854" y="7182"/>
                    <a:pt x="60602" y="3885"/>
                    <a:pt x="60602" y="3631"/>
                  </a:cubicBezTo>
                  <a:cubicBezTo>
                    <a:pt x="60602" y="2363"/>
                    <a:pt x="59605" y="81"/>
                    <a:pt x="56615" y="81"/>
                  </a:cubicBezTo>
                  <a:cubicBezTo>
                    <a:pt x="51633" y="81"/>
                    <a:pt x="30954" y="2110"/>
                    <a:pt x="24726" y="2617"/>
                  </a:cubicBezTo>
                  <a:cubicBezTo>
                    <a:pt x="22733" y="2870"/>
                    <a:pt x="19245" y="3124"/>
                    <a:pt x="19245" y="8450"/>
                  </a:cubicBezTo>
                  <a:cubicBezTo>
                    <a:pt x="19245" y="12001"/>
                    <a:pt x="22733" y="12001"/>
                    <a:pt x="25722" y="12001"/>
                  </a:cubicBezTo>
                  <a:cubicBezTo>
                    <a:pt x="37681" y="12001"/>
                    <a:pt x="37681" y="13776"/>
                    <a:pt x="37681" y="15805"/>
                  </a:cubicBezTo>
                  <a:cubicBezTo>
                    <a:pt x="37681" y="17581"/>
                    <a:pt x="37183" y="19103"/>
                    <a:pt x="36684" y="21385"/>
                  </a:cubicBezTo>
                  <a:lnTo>
                    <a:pt x="1556" y="164938"/>
                  </a:lnTo>
                  <a:cubicBezTo>
                    <a:pt x="310" y="169503"/>
                    <a:pt x="310" y="170010"/>
                    <a:pt x="310" y="170517"/>
                  </a:cubicBezTo>
                  <a:cubicBezTo>
                    <a:pt x="310" y="174322"/>
                    <a:pt x="3300" y="178633"/>
                    <a:pt x="8781" y="178633"/>
                  </a:cubicBezTo>
                  <a:cubicBezTo>
                    <a:pt x="15508" y="178633"/>
                    <a:pt x="18746" y="173561"/>
                    <a:pt x="20241" y="167981"/>
                  </a:cubicBezTo>
                  <a:cubicBezTo>
                    <a:pt x="20740" y="166967"/>
                    <a:pt x="31452" y="122328"/>
                    <a:pt x="32449" y="118778"/>
                  </a:cubicBezTo>
                  <a:cubicBezTo>
                    <a:pt x="50138" y="120553"/>
                    <a:pt x="64339" y="126386"/>
                    <a:pt x="64339" y="139575"/>
                  </a:cubicBezTo>
                  <a:cubicBezTo>
                    <a:pt x="64339" y="140843"/>
                    <a:pt x="64339" y="142111"/>
                    <a:pt x="63840" y="144648"/>
                  </a:cubicBezTo>
                  <a:cubicBezTo>
                    <a:pt x="62844" y="148452"/>
                    <a:pt x="62844" y="149720"/>
                    <a:pt x="62844" y="152510"/>
                  </a:cubicBezTo>
                  <a:cubicBezTo>
                    <a:pt x="62844" y="170517"/>
                    <a:pt x="77294" y="178633"/>
                    <a:pt x="89253" y="178633"/>
                  </a:cubicBezTo>
                  <a:cubicBezTo>
                    <a:pt x="113419" y="178633"/>
                    <a:pt x="120893" y="140082"/>
                    <a:pt x="120893" y="139829"/>
                  </a:cubicBezTo>
                  <a:cubicBezTo>
                    <a:pt x="120893" y="136531"/>
                    <a:pt x="117654" y="136531"/>
                    <a:pt x="116907" y="136531"/>
                  </a:cubicBezTo>
                  <a:cubicBezTo>
                    <a:pt x="113419" y="136531"/>
                    <a:pt x="113170" y="137800"/>
                    <a:pt x="111924" y="142618"/>
                  </a:cubicBezTo>
                  <a:cubicBezTo>
                    <a:pt x="108934" y="153524"/>
                    <a:pt x="102208" y="171532"/>
                    <a:pt x="90000" y="171532"/>
                  </a:cubicBezTo>
                  <a:cubicBezTo>
                    <a:pt x="83273" y="171532"/>
                    <a:pt x="81280" y="165191"/>
                    <a:pt x="81280" y="158343"/>
                  </a:cubicBezTo>
                  <a:cubicBezTo>
                    <a:pt x="81280" y="154032"/>
                    <a:pt x="81280" y="153524"/>
                    <a:pt x="82775" y="146930"/>
                  </a:cubicBezTo>
                  <a:cubicBezTo>
                    <a:pt x="83024" y="146169"/>
                    <a:pt x="84021" y="141858"/>
                    <a:pt x="84021" y="139068"/>
                  </a:cubicBezTo>
                  <a:cubicBezTo>
                    <a:pt x="84021" y="116495"/>
                    <a:pt x="54124" y="112944"/>
                    <a:pt x="43660" y="112183"/>
                  </a:cubicBezTo>
                  <a:cubicBezTo>
                    <a:pt x="50885" y="107618"/>
                    <a:pt x="60103" y="99248"/>
                    <a:pt x="64339" y="95444"/>
                  </a:cubicBezTo>
                  <a:cubicBezTo>
                    <a:pt x="77045" y="83270"/>
                    <a:pt x="89502" y="71350"/>
                    <a:pt x="103453" y="71350"/>
                  </a:cubicBezTo>
                  <a:cubicBezTo>
                    <a:pt x="106443" y="71350"/>
                    <a:pt x="109682" y="72110"/>
                    <a:pt x="111675" y="74647"/>
                  </a:cubicBezTo>
                  <a:cubicBezTo>
                    <a:pt x="100962" y="76422"/>
                    <a:pt x="98720" y="85045"/>
                    <a:pt x="98720" y="88850"/>
                  </a:cubicBezTo>
                  <a:cubicBezTo>
                    <a:pt x="98720" y="94430"/>
                    <a:pt x="102955" y="98234"/>
                    <a:pt x="108685" y="98234"/>
                  </a:cubicBezTo>
                  <a:cubicBezTo>
                    <a:pt x="115412" y="98234"/>
                    <a:pt x="122886" y="92654"/>
                    <a:pt x="122886" y="82002"/>
                  </a:cubicBezTo>
                  <a:cubicBezTo>
                    <a:pt x="122886" y="73632"/>
                    <a:pt x="116907" y="64248"/>
                    <a:pt x="103703" y="64248"/>
                  </a:cubicBezTo>
                  <a:cubicBezTo>
                    <a:pt x="89502" y="64248"/>
                    <a:pt x="76546" y="74647"/>
                    <a:pt x="63840" y="86567"/>
                  </a:cubicBezTo>
                  <a:cubicBezTo>
                    <a:pt x="53377" y="96712"/>
                    <a:pt x="45155" y="104575"/>
                    <a:pt x="34940" y="108886"/>
                  </a:cubicBezTo>
                  <a:lnTo>
                    <a:pt x="59605" y="7689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50" name="Group 49" descr="\documentclass{article}&#10;\usepackage{amsmath,amssymb}&#10;\pagestyle{empty}&#10;\begin{document}&#10;&#10;\newcommand{\score}{\textrm{score}}&#10;\newcommand{\classify}{\textrm{classify}}&#10;\newcommand{\bx}{\mathbf{x}}&#10;&#10;\begin{align*}&#10;\mathbf{K} &amp;= \mathbf{W}_k\mathbf{E} \quad \mathbf{W}_k \in \mathbb{R}^{d_2 \times d_1}\\&#10;\mathbf{Q} &amp;= \mathbf{W}_q\mathbf{E} \quad \mathbf{W}_q \in \mathbb{R}^{d_2 \times d_1} \\&#10;\mathbf{V} &amp;= \mathbf{W}_v\mathbf{E} \quad \mathbf{W}_v \in \mathbb{R}^{d_3 \times d_1}&#10;\end{align*}&#10;&#10;&#10;\end{document}" title="IguanaTex Vector Display">
            <a:extLst>
              <a:ext uri="{FF2B5EF4-FFF2-40B4-BE49-F238E27FC236}">
                <a16:creationId xmlns:a16="http://schemas.microsoft.com/office/drawing/2014/main" id="{E9893C04-B787-F295-C96D-32D98F77EF55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1324998" y="4534389"/>
            <a:ext cx="4058968" cy="1531869"/>
            <a:chOff x="9053869" y="7666125"/>
            <a:chExt cx="4058968" cy="1531869"/>
          </a:xfrm>
        </p:grpSpPr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AF6E3C3-FB87-D68C-CA66-989DDCA399EC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9053869" y="7740619"/>
              <a:ext cx="289917" cy="240268"/>
            </a:xfrm>
            <a:custGeom>
              <a:avLst/>
              <a:gdLst>
                <a:gd name="connsiteX0" fmla="*/ 159220 w 289917"/>
                <a:gd name="connsiteY0" fmla="*/ 92900 h 240268"/>
                <a:gd name="connsiteX1" fmla="*/ 244805 w 289917"/>
                <a:gd name="connsiteY1" fmla="*/ 22851 h 240268"/>
                <a:gd name="connsiteX2" fmla="*/ 278325 w 289917"/>
                <a:gd name="connsiteY2" fmla="*/ 16546 h 240268"/>
                <a:gd name="connsiteX3" fmla="*/ 284388 w 289917"/>
                <a:gd name="connsiteY3" fmla="*/ 16546 h 240268"/>
                <a:gd name="connsiteX4" fmla="*/ 284388 w 289917"/>
                <a:gd name="connsiteY4" fmla="*/ 85 h 240268"/>
                <a:gd name="connsiteX5" fmla="*/ 248014 w 289917"/>
                <a:gd name="connsiteY5" fmla="*/ 1135 h 240268"/>
                <a:gd name="connsiteX6" fmla="*/ 195950 w 289917"/>
                <a:gd name="connsiteY6" fmla="*/ 85 h 240268"/>
                <a:gd name="connsiteX7" fmla="*/ 195950 w 289917"/>
                <a:gd name="connsiteY7" fmla="*/ 16546 h 240268"/>
                <a:gd name="connsiteX8" fmla="*/ 216633 w 289917"/>
                <a:gd name="connsiteY8" fmla="*/ 18297 h 240268"/>
                <a:gd name="connsiteX9" fmla="*/ 221269 w 289917"/>
                <a:gd name="connsiteY9" fmla="*/ 20399 h 240268"/>
                <a:gd name="connsiteX10" fmla="*/ 89326 w 289917"/>
                <a:gd name="connsiteY10" fmla="*/ 128625 h 240268"/>
                <a:gd name="connsiteX11" fmla="*/ 89326 w 289917"/>
                <a:gd name="connsiteY11" fmla="*/ 16546 h 240268"/>
                <a:gd name="connsiteX12" fmla="*/ 127839 w 289917"/>
                <a:gd name="connsiteY12" fmla="*/ 16546 h 240268"/>
                <a:gd name="connsiteX13" fmla="*/ 127839 w 289917"/>
                <a:gd name="connsiteY13" fmla="*/ 85 h 240268"/>
                <a:gd name="connsiteX14" fmla="*/ 64008 w 289917"/>
                <a:gd name="connsiteY14" fmla="*/ 1135 h 240268"/>
                <a:gd name="connsiteX15" fmla="*/ 176 w 289917"/>
                <a:gd name="connsiteY15" fmla="*/ 85 h 240268"/>
                <a:gd name="connsiteX16" fmla="*/ 176 w 289917"/>
                <a:gd name="connsiteY16" fmla="*/ 16546 h 240268"/>
                <a:gd name="connsiteX17" fmla="*/ 38689 w 289917"/>
                <a:gd name="connsiteY17" fmla="*/ 16546 h 240268"/>
                <a:gd name="connsiteX18" fmla="*/ 38689 w 289917"/>
                <a:gd name="connsiteY18" fmla="*/ 223892 h 240268"/>
                <a:gd name="connsiteX19" fmla="*/ 176 w 289917"/>
                <a:gd name="connsiteY19" fmla="*/ 223892 h 240268"/>
                <a:gd name="connsiteX20" fmla="*/ 176 w 289917"/>
                <a:gd name="connsiteY20" fmla="*/ 240353 h 240268"/>
                <a:gd name="connsiteX21" fmla="*/ 64008 w 289917"/>
                <a:gd name="connsiteY21" fmla="*/ 239302 h 240268"/>
                <a:gd name="connsiteX22" fmla="*/ 127839 w 289917"/>
                <a:gd name="connsiteY22" fmla="*/ 240353 h 240268"/>
                <a:gd name="connsiteX23" fmla="*/ 127839 w 289917"/>
                <a:gd name="connsiteY23" fmla="*/ 223892 h 240268"/>
                <a:gd name="connsiteX24" fmla="*/ 89326 w 289917"/>
                <a:gd name="connsiteY24" fmla="*/ 223892 h 240268"/>
                <a:gd name="connsiteX25" fmla="*/ 89326 w 289917"/>
                <a:gd name="connsiteY25" fmla="*/ 150340 h 240268"/>
                <a:gd name="connsiteX26" fmla="*/ 124987 w 289917"/>
                <a:gd name="connsiteY26" fmla="*/ 121270 h 240268"/>
                <a:gd name="connsiteX27" fmla="*/ 198447 w 289917"/>
                <a:gd name="connsiteY27" fmla="*/ 216186 h 240268"/>
                <a:gd name="connsiteX28" fmla="*/ 201299 w 289917"/>
                <a:gd name="connsiteY28" fmla="*/ 221090 h 240268"/>
                <a:gd name="connsiteX29" fmla="*/ 175267 w 289917"/>
                <a:gd name="connsiteY29" fmla="*/ 223892 h 240268"/>
                <a:gd name="connsiteX30" fmla="*/ 175267 w 289917"/>
                <a:gd name="connsiteY30" fmla="*/ 240353 h 240268"/>
                <a:gd name="connsiteX31" fmla="*/ 238029 w 289917"/>
                <a:gd name="connsiteY31" fmla="*/ 239302 h 240268"/>
                <a:gd name="connsiteX32" fmla="*/ 290093 w 289917"/>
                <a:gd name="connsiteY32" fmla="*/ 240353 h 240268"/>
                <a:gd name="connsiteX33" fmla="*/ 290093 w 289917"/>
                <a:gd name="connsiteY33" fmla="*/ 223892 h 240268"/>
                <a:gd name="connsiteX34" fmla="*/ 279752 w 289917"/>
                <a:gd name="connsiteY34" fmla="*/ 223892 h 240268"/>
                <a:gd name="connsiteX35" fmla="*/ 255503 w 289917"/>
                <a:gd name="connsiteY35" fmla="*/ 216887 h 240268"/>
                <a:gd name="connsiteX36" fmla="*/ 159220 w 289917"/>
                <a:gd name="connsiteY36" fmla="*/ 92900 h 240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9917" h="240268">
                  <a:moveTo>
                    <a:pt x="159220" y="92900"/>
                  </a:moveTo>
                  <a:lnTo>
                    <a:pt x="244805" y="22851"/>
                  </a:lnTo>
                  <a:cubicBezTo>
                    <a:pt x="252650" y="16546"/>
                    <a:pt x="267627" y="16546"/>
                    <a:pt x="278325" y="16546"/>
                  </a:cubicBezTo>
                  <a:lnTo>
                    <a:pt x="284388" y="16546"/>
                  </a:lnTo>
                  <a:lnTo>
                    <a:pt x="284388" y="85"/>
                  </a:lnTo>
                  <a:cubicBezTo>
                    <a:pt x="270124" y="1135"/>
                    <a:pt x="249797" y="1135"/>
                    <a:pt x="248014" y="1135"/>
                  </a:cubicBezTo>
                  <a:cubicBezTo>
                    <a:pt x="234463" y="1135"/>
                    <a:pt x="208788" y="1135"/>
                    <a:pt x="195950" y="85"/>
                  </a:cubicBezTo>
                  <a:lnTo>
                    <a:pt x="195950" y="16546"/>
                  </a:lnTo>
                  <a:cubicBezTo>
                    <a:pt x="200586" y="16546"/>
                    <a:pt x="207718" y="16546"/>
                    <a:pt x="216633" y="18297"/>
                  </a:cubicBezTo>
                  <a:cubicBezTo>
                    <a:pt x="222339" y="19698"/>
                    <a:pt x="218060" y="19348"/>
                    <a:pt x="221269" y="20399"/>
                  </a:cubicBezTo>
                  <a:lnTo>
                    <a:pt x="89326" y="128625"/>
                  </a:lnTo>
                  <a:lnTo>
                    <a:pt x="89326" y="16546"/>
                  </a:lnTo>
                  <a:lnTo>
                    <a:pt x="127839" y="16546"/>
                  </a:lnTo>
                  <a:lnTo>
                    <a:pt x="127839" y="85"/>
                  </a:lnTo>
                  <a:cubicBezTo>
                    <a:pt x="114289" y="1135"/>
                    <a:pt x="79342" y="1135"/>
                    <a:pt x="64008" y="1135"/>
                  </a:cubicBezTo>
                  <a:cubicBezTo>
                    <a:pt x="48674" y="1135"/>
                    <a:pt x="13727" y="1135"/>
                    <a:pt x="176" y="85"/>
                  </a:cubicBezTo>
                  <a:lnTo>
                    <a:pt x="176" y="16546"/>
                  </a:lnTo>
                  <a:lnTo>
                    <a:pt x="38689" y="16546"/>
                  </a:lnTo>
                  <a:lnTo>
                    <a:pt x="38689" y="223892"/>
                  </a:lnTo>
                  <a:lnTo>
                    <a:pt x="176" y="223892"/>
                  </a:lnTo>
                  <a:lnTo>
                    <a:pt x="176" y="240353"/>
                  </a:lnTo>
                  <a:cubicBezTo>
                    <a:pt x="13727" y="239302"/>
                    <a:pt x="48674" y="239302"/>
                    <a:pt x="64008" y="239302"/>
                  </a:cubicBezTo>
                  <a:cubicBezTo>
                    <a:pt x="79342" y="239302"/>
                    <a:pt x="114289" y="239302"/>
                    <a:pt x="127839" y="240353"/>
                  </a:cubicBezTo>
                  <a:lnTo>
                    <a:pt x="127839" y="223892"/>
                  </a:lnTo>
                  <a:lnTo>
                    <a:pt x="89326" y="223892"/>
                  </a:lnTo>
                  <a:lnTo>
                    <a:pt x="89326" y="150340"/>
                  </a:lnTo>
                  <a:lnTo>
                    <a:pt x="124987" y="121270"/>
                  </a:lnTo>
                  <a:lnTo>
                    <a:pt x="198447" y="216186"/>
                  </a:lnTo>
                  <a:cubicBezTo>
                    <a:pt x="200230" y="218288"/>
                    <a:pt x="200230" y="218988"/>
                    <a:pt x="201299" y="221090"/>
                  </a:cubicBezTo>
                  <a:cubicBezTo>
                    <a:pt x="194881" y="223892"/>
                    <a:pt x="187749" y="223892"/>
                    <a:pt x="175267" y="223892"/>
                  </a:cubicBezTo>
                  <a:lnTo>
                    <a:pt x="175267" y="240353"/>
                  </a:lnTo>
                  <a:cubicBezTo>
                    <a:pt x="189888" y="239302"/>
                    <a:pt x="221982" y="239302"/>
                    <a:pt x="238029" y="239302"/>
                  </a:cubicBezTo>
                  <a:cubicBezTo>
                    <a:pt x="252293" y="239302"/>
                    <a:pt x="276899" y="239302"/>
                    <a:pt x="290093" y="240353"/>
                  </a:cubicBezTo>
                  <a:lnTo>
                    <a:pt x="290093" y="223892"/>
                  </a:lnTo>
                  <a:lnTo>
                    <a:pt x="279752" y="223892"/>
                  </a:lnTo>
                  <a:cubicBezTo>
                    <a:pt x="260852" y="223892"/>
                    <a:pt x="259782" y="222491"/>
                    <a:pt x="255503" y="216887"/>
                  </a:cubicBezTo>
                  <a:lnTo>
                    <a:pt x="159220" y="92900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933F9952-3C3E-2411-8E35-53E5AAF68F07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9480420" y="7852348"/>
              <a:ext cx="237140" cy="81957"/>
            </a:xfrm>
            <a:custGeom>
              <a:avLst/>
              <a:gdLst>
                <a:gd name="connsiteX0" fmla="*/ 225203 w 237140"/>
                <a:gd name="connsiteY0" fmla="*/ 14095 h 81957"/>
                <a:gd name="connsiteX1" fmla="*/ 237328 w 237140"/>
                <a:gd name="connsiteY1" fmla="*/ 7090 h 81957"/>
                <a:gd name="connsiteX2" fmla="*/ 225560 w 237140"/>
                <a:gd name="connsiteY2" fmla="*/ 85 h 81957"/>
                <a:gd name="connsiteX3" fmla="*/ 11956 w 237140"/>
                <a:gd name="connsiteY3" fmla="*/ 85 h 81957"/>
                <a:gd name="connsiteX4" fmla="*/ 188 w 237140"/>
                <a:gd name="connsiteY4" fmla="*/ 7090 h 81957"/>
                <a:gd name="connsiteX5" fmla="*/ 12312 w 237140"/>
                <a:gd name="connsiteY5" fmla="*/ 14095 h 81957"/>
                <a:gd name="connsiteX6" fmla="*/ 225203 w 237140"/>
                <a:gd name="connsiteY6" fmla="*/ 14095 h 81957"/>
                <a:gd name="connsiteX7" fmla="*/ 225560 w 237140"/>
                <a:gd name="connsiteY7" fmla="*/ 82042 h 81957"/>
                <a:gd name="connsiteX8" fmla="*/ 237328 w 237140"/>
                <a:gd name="connsiteY8" fmla="*/ 75037 h 81957"/>
                <a:gd name="connsiteX9" fmla="*/ 225203 w 237140"/>
                <a:gd name="connsiteY9" fmla="*/ 68032 h 81957"/>
                <a:gd name="connsiteX10" fmla="*/ 12312 w 237140"/>
                <a:gd name="connsiteY10" fmla="*/ 68032 h 81957"/>
                <a:gd name="connsiteX11" fmla="*/ 188 w 237140"/>
                <a:gd name="connsiteY11" fmla="*/ 75037 h 81957"/>
                <a:gd name="connsiteX12" fmla="*/ 11956 w 237140"/>
                <a:gd name="connsiteY12" fmla="*/ 82042 h 81957"/>
                <a:gd name="connsiteX13" fmla="*/ 225560 w 237140"/>
                <a:gd name="connsiteY13" fmla="*/ 82042 h 8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140" h="81957">
                  <a:moveTo>
                    <a:pt x="225203" y="14095"/>
                  </a:moveTo>
                  <a:cubicBezTo>
                    <a:pt x="230552" y="14095"/>
                    <a:pt x="237328" y="14095"/>
                    <a:pt x="237328" y="7090"/>
                  </a:cubicBezTo>
                  <a:cubicBezTo>
                    <a:pt x="237328" y="85"/>
                    <a:pt x="230552" y="85"/>
                    <a:pt x="225560" y="85"/>
                  </a:cubicBezTo>
                  <a:lnTo>
                    <a:pt x="11956" y="85"/>
                  </a:lnTo>
                  <a:cubicBezTo>
                    <a:pt x="6963" y="85"/>
                    <a:pt x="188" y="85"/>
                    <a:pt x="188" y="7090"/>
                  </a:cubicBezTo>
                  <a:cubicBezTo>
                    <a:pt x="188" y="14095"/>
                    <a:pt x="6963" y="14095"/>
                    <a:pt x="12312" y="14095"/>
                  </a:cubicBezTo>
                  <a:lnTo>
                    <a:pt x="225203" y="14095"/>
                  </a:lnTo>
                  <a:close/>
                  <a:moveTo>
                    <a:pt x="225560" y="82042"/>
                  </a:moveTo>
                  <a:cubicBezTo>
                    <a:pt x="230552" y="82042"/>
                    <a:pt x="237328" y="82042"/>
                    <a:pt x="237328" y="75037"/>
                  </a:cubicBezTo>
                  <a:cubicBezTo>
                    <a:pt x="237328" y="68032"/>
                    <a:pt x="230552" y="68032"/>
                    <a:pt x="225203" y="68032"/>
                  </a:cubicBezTo>
                  <a:lnTo>
                    <a:pt x="12312" y="68032"/>
                  </a:lnTo>
                  <a:cubicBezTo>
                    <a:pt x="6963" y="68032"/>
                    <a:pt x="188" y="68032"/>
                    <a:pt x="188" y="75037"/>
                  </a:cubicBezTo>
                  <a:cubicBezTo>
                    <a:pt x="188" y="82042"/>
                    <a:pt x="6963" y="82042"/>
                    <a:pt x="11956" y="82042"/>
                  </a:cubicBezTo>
                  <a:lnTo>
                    <a:pt x="225560" y="82042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68C6F934-FD62-7FBF-DDAC-6BD77830E901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9845420" y="7740619"/>
              <a:ext cx="406526" cy="243070"/>
            </a:xfrm>
            <a:custGeom>
              <a:avLst/>
              <a:gdLst>
                <a:gd name="connsiteX0" fmla="*/ 372847 w 406526"/>
                <a:gd name="connsiteY0" fmla="*/ 24952 h 243070"/>
                <a:gd name="connsiteX1" fmla="*/ 386398 w 406526"/>
                <a:gd name="connsiteY1" fmla="*/ 17247 h 243070"/>
                <a:gd name="connsiteX2" fmla="*/ 406724 w 406526"/>
                <a:gd name="connsiteY2" fmla="*/ 16546 h 243070"/>
                <a:gd name="connsiteX3" fmla="*/ 406724 w 406526"/>
                <a:gd name="connsiteY3" fmla="*/ 85 h 243070"/>
                <a:gd name="connsiteX4" fmla="*/ 368568 w 406526"/>
                <a:gd name="connsiteY4" fmla="*/ 1135 h 243070"/>
                <a:gd name="connsiteX5" fmla="*/ 320070 w 406526"/>
                <a:gd name="connsiteY5" fmla="*/ 85 h 243070"/>
                <a:gd name="connsiteX6" fmla="*/ 320070 w 406526"/>
                <a:gd name="connsiteY6" fmla="*/ 16546 h 243070"/>
                <a:gd name="connsiteX7" fmla="*/ 356443 w 406526"/>
                <a:gd name="connsiteY7" fmla="*/ 20399 h 243070"/>
                <a:gd name="connsiteX8" fmla="*/ 295108 w 406526"/>
                <a:gd name="connsiteY8" fmla="*/ 176959 h 243070"/>
                <a:gd name="connsiteX9" fmla="*/ 231989 w 406526"/>
                <a:gd name="connsiteY9" fmla="*/ 16546 h 243070"/>
                <a:gd name="connsiteX10" fmla="*/ 266223 w 406526"/>
                <a:gd name="connsiteY10" fmla="*/ 16546 h 243070"/>
                <a:gd name="connsiteX11" fmla="*/ 266223 w 406526"/>
                <a:gd name="connsiteY11" fmla="*/ 85 h 243070"/>
                <a:gd name="connsiteX12" fmla="*/ 203818 w 406526"/>
                <a:gd name="connsiteY12" fmla="*/ 1135 h 243070"/>
                <a:gd name="connsiteX13" fmla="*/ 149258 w 406526"/>
                <a:gd name="connsiteY13" fmla="*/ 85 h 243070"/>
                <a:gd name="connsiteX14" fmla="*/ 149258 w 406526"/>
                <a:gd name="connsiteY14" fmla="*/ 16546 h 243070"/>
                <a:gd name="connsiteX15" fmla="*/ 179926 w 406526"/>
                <a:gd name="connsiteY15" fmla="*/ 16546 h 243070"/>
                <a:gd name="connsiteX16" fmla="*/ 194546 w 406526"/>
                <a:gd name="connsiteY16" fmla="*/ 53672 h 243070"/>
                <a:gd name="connsiteX17" fmla="*/ 146048 w 406526"/>
                <a:gd name="connsiteY17" fmla="*/ 176959 h 243070"/>
                <a:gd name="connsiteX18" fmla="*/ 82930 w 406526"/>
                <a:gd name="connsiteY18" fmla="*/ 16546 h 243070"/>
                <a:gd name="connsiteX19" fmla="*/ 117164 w 406526"/>
                <a:gd name="connsiteY19" fmla="*/ 16546 h 243070"/>
                <a:gd name="connsiteX20" fmla="*/ 117164 w 406526"/>
                <a:gd name="connsiteY20" fmla="*/ 85 h 243070"/>
                <a:gd name="connsiteX21" fmla="*/ 54758 w 406526"/>
                <a:gd name="connsiteY21" fmla="*/ 1135 h 243070"/>
                <a:gd name="connsiteX22" fmla="*/ 198 w 406526"/>
                <a:gd name="connsiteY22" fmla="*/ 85 h 243070"/>
                <a:gd name="connsiteX23" fmla="*/ 198 w 406526"/>
                <a:gd name="connsiteY23" fmla="*/ 16546 h 243070"/>
                <a:gd name="connsiteX24" fmla="*/ 30866 w 406526"/>
                <a:gd name="connsiteY24" fmla="*/ 16546 h 243070"/>
                <a:gd name="connsiteX25" fmla="*/ 116450 w 406526"/>
                <a:gd name="connsiteY25" fmla="*/ 234049 h 243070"/>
                <a:gd name="connsiteX26" fmla="*/ 128931 w 406526"/>
                <a:gd name="connsiteY26" fmla="*/ 243155 h 243070"/>
                <a:gd name="connsiteX27" fmla="*/ 141413 w 406526"/>
                <a:gd name="connsiteY27" fmla="*/ 234049 h 243070"/>
                <a:gd name="connsiteX28" fmla="*/ 203461 w 406526"/>
                <a:gd name="connsiteY28" fmla="*/ 76438 h 243070"/>
                <a:gd name="connsiteX29" fmla="*/ 265510 w 406526"/>
                <a:gd name="connsiteY29" fmla="*/ 234049 h 243070"/>
                <a:gd name="connsiteX30" fmla="*/ 277991 w 406526"/>
                <a:gd name="connsiteY30" fmla="*/ 243155 h 243070"/>
                <a:gd name="connsiteX31" fmla="*/ 290472 w 406526"/>
                <a:gd name="connsiteY31" fmla="*/ 234049 h 243070"/>
                <a:gd name="connsiteX32" fmla="*/ 372847 w 406526"/>
                <a:gd name="connsiteY32" fmla="*/ 24952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47" y="24952"/>
                  </a:moveTo>
                  <a:cubicBezTo>
                    <a:pt x="374987" y="18998"/>
                    <a:pt x="375343" y="18297"/>
                    <a:pt x="386398" y="17247"/>
                  </a:cubicBezTo>
                  <a:cubicBezTo>
                    <a:pt x="393530" y="16546"/>
                    <a:pt x="401019" y="16546"/>
                    <a:pt x="406724" y="16546"/>
                  </a:cubicBezTo>
                  <a:lnTo>
                    <a:pt x="406724" y="85"/>
                  </a:lnTo>
                  <a:cubicBezTo>
                    <a:pt x="397096" y="435"/>
                    <a:pt x="384615" y="1135"/>
                    <a:pt x="368568" y="1135"/>
                  </a:cubicBezTo>
                  <a:cubicBezTo>
                    <a:pt x="355017" y="1135"/>
                    <a:pt x="332908" y="1135"/>
                    <a:pt x="320070" y="85"/>
                  </a:cubicBezTo>
                  <a:lnTo>
                    <a:pt x="320070" y="16546"/>
                  </a:lnTo>
                  <a:cubicBezTo>
                    <a:pt x="328985" y="16546"/>
                    <a:pt x="346102" y="16546"/>
                    <a:pt x="356443" y="20399"/>
                  </a:cubicBezTo>
                  <a:lnTo>
                    <a:pt x="295108" y="176959"/>
                  </a:lnTo>
                  <a:lnTo>
                    <a:pt x="231989" y="16546"/>
                  </a:lnTo>
                  <a:lnTo>
                    <a:pt x="266223" y="16546"/>
                  </a:lnTo>
                  <a:lnTo>
                    <a:pt x="266223" y="85"/>
                  </a:lnTo>
                  <a:cubicBezTo>
                    <a:pt x="252672" y="1135"/>
                    <a:pt x="219152" y="1135"/>
                    <a:pt x="203818" y="1135"/>
                  </a:cubicBezTo>
                  <a:cubicBezTo>
                    <a:pt x="189910" y="1135"/>
                    <a:pt x="161739" y="1135"/>
                    <a:pt x="149258" y="85"/>
                  </a:cubicBezTo>
                  <a:lnTo>
                    <a:pt x="149258" y="16546"/>
                  </a:lnTo>
                  <a:lnTo>
                    <a:pt x="179926" y="16546"/>
                  </a:lnTo>
                  <a:lnTo>
                    <a:pt x="194546" y="53672"/>
                  </a:lnTo>
                  <a:lnTo>
                    <a:pt x="146048" y="176959"/>
                  </a:lnTo>
                  <a:lnTo>
                    <a:pt x="82930" y="16546"/>
                  </a:lnTo>
                  <a:lnTo>
                    <a:pt x="117164" y="16546"/>
                  </a:lnTo>
                  <a:lnTo>
                    <a:pt x="117164" y="85"/>
                  </a:lnTo>
                  <a:cubicBezTo>
                    <a:pt x="103613" y="1135"/>
                    <a:pt x="70092" y="1135"/>
                    <a:pt x="54758" y="1135"/>
                  </a:cubicBezTo>
                  <a:cubicBezTo>
                    <a:pt x="40851" y="1135"/>
                    <a:pt x="12679" y="1135"/>
                    <a:pt x="198" y="85"/>
                  </a:cubicBezTo>
                  <a:lnTo>
                    <a:pt x="198" y="16546"/>
                  </a:lnTo>
                  <a:lnTo>
                    <a:pt x="30866" y="16546"/>
                  </a:lnTo>
                  <a:lnTo>
                    <a:pt x="116450" y="234049"/>
                  </a:lnTo>
                  <a:cubicBezTo>
                    <a:pt x="118590" y="239653"/>
                    <a:pt x="120016" y="243155"/>
                    <a:pt x="128931" y="243155"/>
                  </a:cubicBezTo>
                  <a:cubicBezTo>
                    <a:pt x="137847" y="243155"/>
                    <a:pt x="139273" y="239653"/>
                    <a:pt x="141413" y="234049"/>
                  </a:cubicBezTo>
                  <a:lnTo>
                    <a:pt x="203461" y="76438"/>
                  </a:lnTo>
                  <a:lnTo>
                    <a:pt x="265510" y="234049"/>
                  </a:lnTo>
                  <a:cubicBezTo>
                    <a:pt x="267650" y="239653"/>
                    <a:pt x="269076" y="243155"/>
                    <a:pt x="277991" y="243155"/>
                  </a:cubicBezTo>
                  <a:cubicBezTo>
                    <a:pt x="286906" y="243155"/>
                    <a:pt x="288333" y="239653"/>
                    <a:pt x="290472" y="234049"/>
                  </a:cubicBezTo>
                  <a:lnTo>
                    <a:pt x="372847" y="24952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5EAF9A1-1A02-7998-A3A2-4871601080BB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0279541" y="7863275"/>
              <a:ext cx="122813" cy="172601"/>
            </a:xfrm>
            <a:custGeom>
              <a:avLst/>
              <a:gdLst>
                <a:gd name="connsiteX0" fmla="*/ 59620 w 122813"/>
                <a:gd name="connsiteY0" fmla="*/ 7441 h 172601"/>
                <a:gd name="connsiteX1" fmla="*/ 60618 w 122813"/>
                <a:gd name="connsiteY1" fmla="*/ 3519 h 172601"/>
                <a:gd name="connsiteX2" fmla="*/ 56624 w 122813"/>
                <a:gd name="connsiteY2" fmla="*/ 86 h 172601"/>
                <a:gd name="connsiteX3" fmla="*/ 24673 w 122813"/>
                <a:gd name="connsiteY3" fmla="*/ 2538 h 172601"/>
                <a:gd name="connsiteX4" fmla="*/ 19181 w 122813"/>
                <a:gd name="connsiteY4" fmla="*/ 8177 h 172601"/>
                <a:gd name="connsiteX5" fmla="*/ 25671 w 122813"/>
                <a:gd name="connsiteY5" fmla="*/ 11609 h 172601"/>
                <a:gd name="connsiteX6" fmla="*/ 37653 w 122813"/>
                <a:gd name="connsiteY6" fmla="*/ 15287 h 172601"/>
                <a:gd name="connsiteX7" fmla="*/ 36655 w 122813"/>
                <a:gd name="connsiteY7" fmla="*/ 20681 h 172601"/>
                <a:gd name="connsiteX8" fmla="*/ 1458 w 122813"/>
                <a:gd name="connsiteY8" fmla="*/ 159448 h 172601"/>
                <a:gd name="connsiteX9" fmla="*/ 210 w 122813"/>
                <a:gd name="connsiteY9" fmla="*/ 164842 h 172601"/>
                <a:gd name="connsiteX10" fmla="*/ 8697 w 122813"/>
                <a:gd name="connsiteY10" fmla="*/ 172687 h 172601"/>
                <a:gd name="connsiteX11" fmla="*/ 20180 w 122813"/>
                <a:gd name="connsiteY11" fmla="*/ 162390 h 172601"/>
                <a:gd name="connsiteX12" fmla="*/ 32411 w 122813"/>
                <a:gd name="connsiteY12" fmla="*/ 114827 h 172601"/>
                <a:gd name="connsiteX13" fmla="*/ 64363 w 122813"/>
                <a:gd name="connsiteY13" fmla="*/ 134931 h 172601"/>
                <a:gd name="connsiteX14" fmla="*/ 63863 w 122813"/>
                <a:gd name="connsiteY14" fmla="*/ 139834 h 172601"/>
                <a:gd name="connsiteX15" fmla="*/ 62865 w 122813"/>
                <a:gd name="connsiteY15" fmla="*/ 147435 h 172601"/>
                <a:gd name="connsiteX16" fmla="*/ 89325 w 122813"/>
                <a:gd name="connsiteY16" fmla="*/ 172687 h 172601"/>
                <a:gd name="connsiteX17" fmla="*/ 121027 w 122813"/>
                <a:gd name="connsiteY17" fmla="*/ 135176 h 172601"/>
                <a:gd name="connsiteX18" fmla="*/ 117033 w 122813"/>
                <a:gd name="connsiteY18" fmla="*/ 131989 h 172601"/>
                <a:gd name="connsiteX19" fmla="*/ 112040 w 122813"/>
                <a:gd name="connsiteY19" fmla="*/ 137873 h 172601"/>
                <a:gd name="connsiteX20" fmla="*/ 90074 w 122813"/>
                <a:gd name="connsiteY20" fmla="*/ 165822 h 172601"/>
                <a:gd name="connsiteX21" fmla="*/ 81337 w 122813"/>
                <a:gd name="connsiteY21" fmla="*/ 153074 h 172601"/>
                <a:gd name="connsiteX22" fmla="*/ 82835 w 122813"/>
                <a:gd name="connsiteY22" fmla="*/ 142041 h 172601"/>
                <a:gd name="connsiteX23" fmla="*/ 84083 w 122813"/>
                <a:gd name="connsiteY23" fmla="*/ 134440 h 172601"/>
                <a:gd name="connsiteX24" fmla="*/ 43644 w 122813"/>
                <a:gd name="connsiteY24" fmla="*/ 108452 h 172601"/>
                <a:gd name="connsiteX25" fmla="*/ 64363 w 122813"/>
                <a:gd name="connsiteY25" fmla="*/ 92271 h 172601"/>
                <a:gd name="connsiteX26" fmla="*/ 103553 w 122813"/>
                <a:gd name="connsiteY26" fmla="*/ 68980 h 172601"/>
                <a:gd name="connsiteX27" fmla="*/ 111791 w 122813"/>
                <a:gd name="connsiteY27" fmla="*/ 72167 h 172601"/>
                <a:gd name="connsiteX28" fmla="*/ 98810 w 122813"/>
                <a:gd name="connsiteY28" fmla="*/ 85896 h 172601"/>
                <a:gd name="connsiteX29" fmla="*/ 108795 w 122813"/>
                <a:gd name="connsiteY29" fmla="*/ 94968 h 172601"/>
                <a:gd name="connsiteX30" fmla="*/ 123024 w 122813"/>
                <a:gd name="connsiteY30" fmla="*/ 79277 h 172601"/>
                <a:gd name="connsiteX31" fmla="*/ 103803 w 122813"/>
                <a:gd name="connsiteY31" fmla="*/ 62115 h 172601"/>
                <a:gd name="connsiteX32" fmla="*/ 63863 w 122813"/>
                <a:gd name="connsiteY32" fmla="*/ 83690 h 172601"/>
                <a:gd name="connsiteX33" fmla="*/ 34907 w 122813"/>
                <a:gd name="connsiteY33" fmla="*/ 105265 h 172601"/>
                <a:gd name="connsiteX34" fmla="*/ 59620 w 122813"/>
                <a:gd name="connsiteY34" fmla="*/ 7441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2813" h="172601">
                  <a:moveTo>
                    <a:pt x="59620" y="7441"/>
                  </a:moveTo>
                  <a:cubicBezTo>
                    <a:pt x="59869" y="6951"/>
                    <a:pt x="60618" y="3764"/>
                    <a:pt x="60618" y="3519"/>
                  </a:cubicBezTo>
                  <a:cubicBezTo>
                    <a:pt x="60618" y="2293"/>
                    <a:pt x="59620" y="86"/>
                    <a:pt x="56624" y="86"/>
                  </a:cubicBezTo>
                  <a:cubicBezTo>
                    <a:pt x="51632" y="86"/>
                    <a:pt x="30913" y="2048"/>
                    <a:pt x="24673" y="2538"/>
                  </a:cubicBezTo>
                  <a:cubicBezTo>
                    <a:pt x="22676" y="2783"/>
                    <a:pt x="19181" y="3028"/>
                    <a:pt x="19181" y="8177"/>
                  </a:cubicBezTo>
                  <a:cubicBezTo>
                    <a:pt x="19181" y="11609"/>
                    <a:pt x="22676" y="11609"/>
                    <a:pt x="25671" y="11609"/>
                  </a:cubicBezTo>
                  <a:cubicBezTo>
                    <a:pt x="37653" y="11609"/>
                    <a:pt x="37653" y="13325"/>
                    <a:pt x="37653" y="15287"/>
                  </a:cubicBezTo>
                  <a:cubicBezTo>
                    <a:pt x="37653" y="17003"/>
                    <a:pt x="37154" y="18474"/>
                    <a:pt x="36655" y="20681"/>
                  </a:cubicBezTo>
                  <a:lnTo>
                    <a:pt x="1458" y="159448"/>
                  </a:lnTo>
                  <a:cubicBezTo>
                    <a:pt x="210" y="163861"/>
                    <a:pt x="210" y="164351"/>
                    <a:pt x="210" y="164842"/>
                  </a:cubicBezTo>
                  <a:cubicBezTo>
                    <a:pt x="210" y="168519"/>
                    <a:pt x="3205" y="172687"/>
                    <a:pt x="8697" y="172687"/>
                  </a:cubicBezTo>
                  <a:cubicBezTo>
                    <a:pt x="15437" y="172687"/>
                    <a:pt x="18682" y="167784"/>
                    <a:pt x="20180" y="162390"/>
                  </a:cubicBezTo>
                  <a:cubicBezTo>
                    <a:pt x="20679" y="161409"/>
                    <a:pt x="31413" y="118259"/>
                    <a:pt x="32411" y="114827"/>
                  </a:cubicBezTo>
                  <a:cubicBezTo>
                    <a:pt x="50134" y="116543"/>
                    <a:pt x="64363" y="122182"/>
                    <a:pt x="64363" y="134931"/>
                  </a:cubicBezTo>
                  <a:cubicBezTo>
                    <a:pt x="64363" y="136157"/>
                    <a:pt x="64363" y="137382"/>
                    <a:pt x="63863" y="139834"/>
                  </a:cubicBezTo>
                  <a:cubicBezTo>
                    <a:pt x="62865" y="143512"/>
                    <a:pt x="62865" y="144738"/>
                    <a:pt x="62865" y="147435"/>
                  </a:cubicBezTo>
                  <a:cubicBezTo>
                    <a:pt x="62865" y="164842"/>
                    <a:pt x="77343" y="172687"/>
                    <a:pt x="89325" y="172687"/>
                  </a:cubicBezTo>
                  <a:cubicBezTo>
                    <a:pt x="113538" y="172687"/>
                    <a:pt x="121027" y="135421"/>
                    <a:pt x="121027" y="135176"/>
                  </a:cubicBezTo>
                  <a:cubicBezTo>
                    <a:pt x="121027" y="131989"/>
                    <a:pt x="117782" y="131989"/>
                    <a:pt x="117033" y="131989"/>
                  </a:cubicBezTo>
                  <a:cubicBezTo>
                    <a:pt x="113538" y="131989"/>
                    <a:pt x="113288" y="133215"/>
                    <a:pt x="112040" y="137873"/>
                  </a:cubicBezTo>
                  <a:cubicBezTo>
                    <a:pt x="109045" y="148415"/>
                    <a:pt x="102305" y="165822"/>
                    <a:pt x="90074" y="165822"/>
                  </a:cubicBezTo>
                  <a:cubicBezTo>
                    <a:pt x="83334" y="165822"/>
                    <a:pt x="81337" y="159693"/>
                    <a:pt x="81337" y="153074"/>
                  </a:cubicBezTo>
                  <a:cubicBezTo>
                    <a:pt x="81337" y="148906"/>
                    <a:pt x="81337" y="148415"/>
                    <a:pt x="82835" y="142041"/>
                  </a:cubicBezTo>
                  <a:cubicBezTo>
                    <a:pt x="83084" y="141305"/>
                    <a:pt x="84083" y="137137"/>
                    <a:pt x="84083" y="134440"/>
                  </a:cubicBezTo>
                  <a:cubicBezTo>
                    <a:pt x="84083" y="112620"/>
                    <a:pt x="54128" y="109188"/>
                    <a:pt x="43644" y="108452"/>
                  </a:cubicBezTo>
                  <a:cubicBezTo>
                    <a:pt x="50883" y="104039"/>
                    <a:pt x="60119" y="95948"/>
                    <a:pt x="64363" y="92271"/>
                  </a:cubicBezTo>
                  <a:cubicBezTo>
                    <a:pt x="77093" y="80503"/>
                    <a:pt x="89574" y="68980"/>
                    <a:pt x="103553" y="68980"/>
                  </a:cubicBezTo>
                  <a:cubicBezTo>
                    <a:pt x="106549" y="68980"/>
                    <a:pt x="109794" y="69715"/>
                    <a:pt x="111791" y="72167"/>
                  </a:cubicBezTo>
                  <a:cubicBezTo>
                    <a:pt x="101057" y="73883"/>
                    <a:pt x="98810" y="82219"/>
                    <a:pt x="98810" y="85896"/>
                  </a:cubicBezTo>
                  <a:cubicBezTo>
                    <a:pt x="98810" y="91290"/>
                    <a:pt x="103054" y="94968"/>
                    <a:pt x="108795" y="94968"/>
                  </a:cubicBezTo>
                  <a:cubicBezTo>
                    <a:pt x="115535" y="94968"/>
                    <a:pt x="123024" y="89574"/>
                    <a:pt x="123024" y="79277"/>
                  </a:cubicBezTo>
                  <a:cubicBezTo>
                    <a:pt x="123024" y="71186"/>
                    <a:pt x="117033" y="62115"/>
                    <a:pt x="103803" y="62115"/>
                  </a:cubicBezTo>
                  <a:cubicBezTo>
                    <a:pt x="89574" y="62115"/>
                    <a:pt x="76594" y="72167"/>
                    <a:pt x="63863" y="83690"/>
                  </a:cubicBezTo>
                  <a:cubicBezTo>
                    <a:pt x="53379" y="93497"/>
                    <a:pt x="45142" y="101097"/>
                    <a:pt x="34907" y="105265"/>
                  </a:cubicBezTo>
                  <a:lnTo>
                    <a:pt x="59620" y="7441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AB6666E8-EB99-EA6D-6C65-CAD0D4AA818A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0450181" y="7742721"/>
              <a:ext cx="243915" cy="238167"/>
            </a:xfrm>
            <a:custGeom>
              <a:avLst/>
              <a:gdLst>
                <a:gd name="connsiteX0" fmla="*/ 244131 w 243915"/>
                <a:gd name="connsiteY0" fmla="*/ 142284 h 238167"/>
                <a:gd name="connsiteX1" fmla="*/ 227370 w 243915"/>
                <a:gd name="connsiteY1" fmla="*/ 142284 h 238167"/>
                <a:gd name="connsiteX2" fmla="*/ 143569 w 243915"/>
                <a:gd name="connsiteY2" fmla="*/ 221790 h 238167"/>
                <a:gd name="connsiteX3" fmla="*/ 89365 w 243915"/>
                <a:gd name="connsiteY3" fmla="*/ 221790 h 238167"/>
                <a:gd name="connsiteX4" fmla="*/ 89365 w 243915"/>
                <a:gd name="connsiteY4" fmla="*/ 123021 h 238167"/>
                <a:gd name="connsiteX5" fmla="*/ 108978 w 243915"/>
                <a:gd name="connsiteY5" fmla="*/ 123021 h 238167"/>
                <a:gd name="connsiteX6" fmla="*/ 146778 w 243915"/>
                <a:gd name="connsiteY6" fmla="*/ 164000 h 238167"/>
                <a:gd name="connsiteX7" fmla="*/ 163539 w 243915"/>
                <a:gd name="connsiteY7" fmla="*/ 164000 h 238167"/>
                <a:gd name="connsiteX8" fmla="*/ 163539 w 243915"/>
                <a:gd name="connsiteY8" fmla="*/ 65581 h 238167"/>
                <a:gd name="connsiteX9" fmla="*/ 146778 w 243915"/>
                <a:gd name="connsiteY9" fmla="*/ 65581 h 238167"/>
                <a:gd name="connsiteX10" fmla="*/ 108978 w 243915"/>
                <a:gd name="connsiteY10" fmla="*/ 106559 h 238167"/>
                <a:gd name="connsiteX11" fmla="*/ 89365 w 243915"/>
                <a:gd name="connsiteY11" fmla="*/ 106559 h 238167"/>
                <a:gd name="connsiteX12" fmla="*/ 89365 w 243915"/>
                <a:gd name="connsiteY12" fmla="*/ 16546 h 238167"/>
                <a:gd name="connsiteX13" fmla="*/ 143569 w 243915"/>
                <a:gd name="connsiteY13" fmla="*/ 16546 h 238167"/>
                <a:gd name="connsiteX14" fmla="*/ 215959 w 243915"/>
                <a:gd name="connsiteY14" fmla="*/ 84494 h 238167"/>
                <a:gd name="connsiteX15" fmla="*/ 232719 w 243915"/>
                <a:gd name="connsiteY15" fmla="*/ 84494 h 238167"/>
                <a:gd name="connsiteX16" fmla="*/ 221665 w 243915"/>
                <a:gd name="connsiteY16" fmla="*/ 85 h 238167"/>
                <a:gd name="connsiteX17" fmla="*/ 215 w 243915"/>
                <a:gd name="connsiteY17" fmla="*/ 85 h 238167"/>
                <a:gd name="connsiteX18" fmla="*/ 215 w 243915"/>
                <a:gd name="connsiteY18" fmla="*/ 16546 h 238167"/>
                <a:gd name="connsiteX19" fmla="*/ 38728 w 243915"/>
                <a:gd name="connsiteY19" fmla="*/ 16546 h 238167"/>
                <a:gd name="connsiteX20" fmla="*/ 38728 w 243915"/>
                <a:gd name="connsiteY20" fmla="*/ 221790 h 238167"/>
                <a:gd name="connsiteX21" fmla="*/ 215 w 243915"/>
                <a:gd name="connsiteY21" fmla="*/ 221790 h 238167"/>
                <a:gd name="connsiteX22" fmla="*/ 215 w 243915"/>
                <a:gd name="connsiteY22" fmla="*/ 238252 h 238167"/>
                <a:gd name="connsiteX23" fmla="*/ 227727 w 243915"/>
                <a:gd name="connsiteY23" fmla="*/ 238252 h 238167"/>
                <a:gd name="connsiteX24" fmla="*/ 244131 w 243915"/>
                <a:gd name="connsiteY24" fmla="*/ 142284 h 2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3915" h="238167">
                  <a:moveTo>
                    <a:pt x="244131" y="142284"/>
                  </a:moveTo>
                  <a:lnTo>
                    <a:pt x="227370" y="142284"/>
                  </a:lnTo>
                  <a:cubicBezTo>
                    <a:pt x="219525" y="190618"/>
                    <a:pt x="209540" y="221790"/>
                    <a:pt x="143569" y="221790"/>
                  </a:cubicBezTo>
                  <a:lnTo>
                    <a:pt x="89365" y="221790"/>
                  </a:lnTo>
                  <a:lnTo>
                    <a:pt x="89365" y="123021"/>
                  </a:lnTo>
                  <a:lnTo>
                    <a:pt x="108978" y="123021"/>
                  </a:lnTo>
                  <a:cubicBezTo>
                    <a:pt x="143212" y="123021"/>
                    <a:pt x="146778" y="138081"/>
                    <a:pt x="146778" y="164000"/>
                  </a:cubicBezTo>
                  <a:lnTo>
                    <a:pt x="163539" y="164000"/>
                  </a:lnTo>
                  <a:lnTo>
                    <a:pt x="163539" y="65581"/>
                  </a:lnTo>
                  <a:lnTo>
                    <a:pt x="146778" y="65581"/>
                  </a:lnTo>
                  <a:cubicBezTo>
                    <a:pt x="146778" y="91499"/>
                    <a:pt x="143569" y="106559"/>
                    <a:pt x="108978" y="106559"/>
                  </a:cubicBezTo>
                  <a:lnTo>
                    <a:pt x="89365" y="106559"/>
                  </a:lnTo>
                  <a:lnTo>
                    <a:pt x="89365" y="16546"/>
                  </a:lnTo>
                  <a:lnTo>
                    <a:pt x="143569" y="16546"/>
                  </a:lnTo>
                  <a:cubicBezTo>
                    <a:pt x="200982" y="16546"/>
                    <a:pt x="210253" y="42114"/>
                    <a:pt x="215959" y="84494"/>
                  </a:cubicBezTo>
                  <a:lnTo>
                    <a:pt x="232719" y="84494"/>
                  </a:lnTo>
                  <a:lnTo>
                    <a:pt x="221665" y="85"/>
                  </a:lnTo>
                  <a:lnTo>
                    <a:pt x="215" y="85"/>
                  </a:lnTo>
                  <a:lnTo>
                    <a:pt x="215" y="16546"/>
                  </a:lnTo>
                  <a:lnTo>
                    <a:pt x="38728" y="16546"/>
                  </a:lnTo>
                  <a:lnTo>
                    <a:pt x="38728" y="221790"/>
                  </a:lnTo>
                  <a:lnTo>
                    <a:pt x="215" y="221790"/>
                  </a:lnTo>
                  <a:lnTo>
                    <a:pt x="215" y="238252"/>
                  </a:lnTo>
                  <a:lnTo>
                    <a:pt x="227727" y="238252"/>
                  </a:lnTo>
                  <a:lnTo>
                    <a:pt x="244131" y="142284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9E8638D-D06E-86B2-F067-A2465CB14F27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1070865" y="7740619"/>
              <a:ext cx="406526" cy="243070"/>
            </a:xfrm>
            <a:custGeom>
              <a:avLst/>
              <a:gdLst>
                <a:gd name="connsiteX0" fmla="*/ 372881 w 406526"/>
                <a:gd name="connsiteY0" fmla="*/ 24952 h 243070"/>
                <a:gd name="connsiteX1" fmla="*/ 386432 w 406526"/>
                <a:gd name="connsiteY1" fmla="*/ 17247 h 243070"/>
                <a:gd name="connsiteX2" fmla="*/ 406759 w 406526"/>
                <a:gd name="connsiteY2" fmla="*/ 16546 h 243070"/>
                <a:gd name="connsiteX3" fmla="*/ 406759 w 406526"/>
                <a:gd name="connsiteY3" fmla="*/ 85 h 243070"/>
                <a:gd name="connsiteX4" fmla="*/ 368602 w 406526"/>
                <a:gd name="connsiteY4" fmla="*/ 1135 h 243070"/>
                <a:gd name="connsiteX5" fmla="*/ 320104 w 406526"/>
                <a:gd name="connsiteY5" fmla="*/ 85 h 243070"/>
                <a:gd name="connsiteX6" fmla="*/ 320104 w 406526"/>
                <a:gd name="connsiteY6" fmla="*/ 16546 h 243070"/>
                <a:gd name="connsiteX7" fmla="*/ 356478 w 406526"/>
                <a:gd name="connsiteY7" fmla="*/ 20399 h 243070"/>
                <a:gd name="connsiteX8" fmla="*/ 295142 w 406526"/>
                <a:gd name="connsiteY8" fmla="*/ 176959 h 243070"/>
                <a:gd name="connsiteX9" fmla="*/ 232024 w 406526"/>
                <a:gd name="connsiteY9" fmla="*/ 16546 h 243070"/>
                <a:gd name="connsiteX10" fmla="*/ 266257 w 406526"/>
                <a:gd name="connsiteY10" fmla="*/ 16546 h 243070"/>
                <a:gd name="connsiteX11" fmla="*/ 266257 w 406526"/>
                <a:gd name="connsiteY11" fmla="*/ 85 h 243070"/>
                <a:gd name="connsiteX12" fmla="*/ 203852 w 406526"/>
                <a:gd name="connsiteY12" fmla="*/ 1135 h 243070"/>
                <a:gd name="connsiteX13" fmla="*/ 149292 w 406526"/>
                <a:gd name="connsiteY13" fmla="*/ 85 h 243070"/>
                <a:gd name="connsiteX14" fmla="*/ 149292 w 406526"/>
                <a:gd name="connsiteY14" fmla="*/ 16546 h 243070"/>
                <a:gd name="connsiteX15" fmla="*/ 179960 w 406526"/>
                <a:gd name="connsiteY15" fmla="*/ 16546 h 243070"/>
                <a:gd name="connsiteX16" fmla="*/ 194580 w 406526"/>
                <a:gd name="connsiteY16" fmla="*/ 53672 h 243070"/>
                <a:gd name="connsiteX17" fmla="*/ 146083 w 406526"/>
                <a:gd name="connsiteY17" fmla="*/ 176959 h 243070"/>
                <a:gd name="connsiteX18" fmla="*/ 82964 w 406526"/>
                <a:gd name="connsiteY18" fmla="*/ 16546 h 243070"/>
                <a:gd name="connsiteX19" fmla="*/ 117198 w 406526"/>
                <a:gd name="connsiteY19" fmla="*/ 16546 h 243070"/>
                <a:gd name="connsiteX20" fmla="*/ 117198 w 406526"/>
                <a:gd name="connsiteY20" fmla="*/ 85 h 243070"/>
                <a:gd name="connsiteX21" fmla="*/ 54793 w 406526"/>
                <a:gd name="connsiteY21" fmla="*/ 1135 h 243070"/>
                <a:gd name="connsiteX22" fmla="*/ 232 w 406526"/>
                <a:gd name="connsiteY22" fmla="*/ 85 h 243070"/>
                <a:gd name="connsiteX23" fmla="*/ 232 w 406526"/>
                <a:gd name="connsiteY23" fmla="*/ 16546 h 243070"/>
                <a:gd name="connsiteX24" fmla="*/ 30900 w 406526"/>
                <a:gd name="connsiteY24" fmla="*/ 16546 h 243070"/>
                <a:gd name="connsiteX25" fmla="*/ 116485 w 406526"/>
                <a:gd name="connsiteY25" fmla="*/ 234049 h 243070"/>
                <a:gd name="connsiteX26" fmla="*/ 128966 w 406526"/>
                <a:gd name="connsiteY26" fmla="*/ 243155 h 243070"/>
                <a:gd name="connsiteX27" fmla="*/ 141447 w 406526"/>
                <a:gd name="connsiteY27" fmla="*/ 234049 h 243070"/>
                <a:gd name="connsiteX28" fmla="*/ 203495 w 406526"/>
                <a:gd name="connsiteY28" fmla="*/ 76438 h 243070"/>
                <a:gd name="connsiteX29" fmla="*/ 265544 w 406526"/>
                <a:gd name="connsiteY29" fmla="*/ 234049 h 243070"/>
                <a:gd name="connsiteX30" fmla="*/ 278025 w 406526"/>
                <a:gd name="connsiteY30" fmla="*/ 243155 h 243070"/>
                <a:gd name="connsiteX31" fmla="*/ 290506 w 406526"/>
                <a:gd name="connsiteY31" fmla="*/ 234049 h 243070"/>
                <a:gd name="connsiteX32" fmla="*/ 372881 w 406526"/>
                <a:gd name="connsiteY32" fmla="*/ 24952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81" y="24952"/>
                  </a:moveTo>
                  <a:cubicBezTo>
                    <a:pt x="375021" y="18998"/>
                    <a:pt x="375378" y="18297"/>
                    <a:pt x="386432" y="17247"/>
                  </a:cubicBezTo>
                  <a:cubicBezTo>
                    <a:pt x="393564" y="16546"/>
                    <a:pt x="401053" y="16546"/>
                    <a:pt x="406759" y="16546"/>
                  </a:cubicBezTo>
                  <a:lnTo>
                    <a:pt x="406759" y="85"/>
                  </a:lnTo>
                  <a:cubicBezTo>
                    <a:pt x="397130" y="435"/>
                    <a:pt x="384649" y="1135"/>
                    <a:pt x="368602" y="1135"/>
                  </a:cubicBezTo>
                  <a:cubicBezTo>
                    <a:pt x="355051" y="1135"/>
                    <a:pt x="332942" y="1135"/>
                    <a:pt x="320104" y="85"/>
                  </a:cubicBezTo>
                  <a:lnTo>
                    <a:pt x="320104" y="16546"/>
                  </a:lnTo>
                  <a:cubicBezTo>
                    <a:pt x="329019" y="16546"/>
                    <a:pt x="346136" y="16546"/>
                    <a:pt x="356478" y="20399"/>
                  </a:cubicBezTo>
                  <a:lnTo>
                    <a:pt x="295142" y="176959"/>
                  </a:lnTo>
                  <a:lnTo>
                    <a:pt x="232024" y="16546"/>
                  </a:lnTo>
                  <a:lnTo>
                    <a:pt x="266257" y="16546"/>
                  </a:lnTo>
                  <a:lnTo>
                    <a:pt x="266257" y="85"/>
                  </a:lnTo>
                  <a:cubicBezTo>
                    <a:pt x="252707" y="1135"/>
                    <a:pt x="219186" y="1135"/>
                    <a:pt x="203852" y="1135"/>
                  </a:cubicBezTo>
                  <a:cubicBezTo>
                    <a:pt x="189945" y="1135"/>
                    <a:pt x="161773" y="1135"/>
                    <a:pt x="149292" y="85"/>
                  </a:cubicBezTo>
                  <a:lnTo>
                    <a:pt x="149292" y="16546"/>
                  </a:lnTo>
                  <a:lnTo>
                    <a:pt x="179960" y="16546"/>
                  </a:lnTo>
                  <a:lnTo>
                    <a:pt x="194580" y="53672"/>
                  </a:lnTo>
                  <a:lnTo>
                    <a:pt x="146083" y="176959"/>
                  </a:lnTo>
                  <a:lnTo>
                    <a:pt x="82964" y="16546"/>
                  </a:lnTo>
                  <a:lnTo>
                    <a:pt x="117198" y="16546"/>
                  </a:lnTo>
                  <a:lnTo>
                    <a:pt x="117198" y="85"/>
                  </a:lnTo>
                  <a:cubicBezTo>
                    <a:pt x="103647" y="1135"/>
                    <a:pt x="70126" y="1135"/>
                    <a:pt x="54793" y="1135"/>
                  </a:cubicBezTo>
                  <a:cubicBezTo>
                    <a:pt x="40885" y="1135"/>
                    <a:pt x="12714" y="1135"/>
                    <a:pt x="232" y="85"/>
                  </a:cubicBezTo>
                  <a:lnTo>
                    <a:pt x="232" y="16546"/>
                  </a:lnTo>
                  <a:lnTo>
                    <a:pt x="30900" y="16546"/>
                  </a:lnTo>
                  <a:lnTo>
                    <a:pt x="116485" y="234049"/>
                  </a:lnTo>
                  <a:cubicBezTo>
                    <a:pt x="118624" y="239653"/>
                    <a:pt x="120051" y="243155"/>
                    <a:pt x="128966" y="243155"/>
                  </a:cubicBezTo>
                  <a:cubicBezTo>
                    <a:pt x="137881" y="243155"/>
                    <a:pt x="139307" y="239653"/>
                    <a:pt x="141447" y="234049"/>
                  </a:cubicBezTo>
                  <a:lnTo>
                    <a:pt x="203495" y="76438"/>
                  </a:lnTo>
                  <a:lnTo>
                    <a:pt x="265544" y="234049"/>
                  </a:lnTo>
                  <a:cubicBezTo>
                    <a:pt x="267684" y="239653"/>
                    <a:pt x="269110" y="243155"/>
                    <a:pt x="278025" y="243155"/>
                  </a:cubicBezTo>
                  <a:cubicBezTo>
                    <a:pt x="286940" y="243155"/>
                    <a:pt x="288367" y="239653"/>
                    <a:pt x="290506" y="234049"/>
                  </a:cubicBezTo>
                  <a:lnTo>
                    <a:pt x="372881" y="24952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364CFCC-331A-8ACC-C116-E8DFAAC72641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1504986" y="7863275"/>
              <a:ext cx="122813" cy="172601"/>
            </a:xfrm>
            <a:custGeom>
              <a:avLst/>
              <a:gdLst>
                <a:gd name="connsiteX0" fmla="*/ 59654 w 122813"/>
                <a:gd name="connsiteY0" fmla="*/ 7441 h 172601"/>
                <a:gd name="connsiteX1" fmla="*/ 60653 w 122813"/>
                <a:gd name="connsiteY1" fmla="*/ 3519 h 172601"/>
                <a:gd name="connsiteX2" fmla="*/ 56659 w 122813"/>
                <a:gd name="connsiteY2" fmla="*/ 86 h 172601"/>
                <a:gd name="connsiteX3" fmla="*/ 24707 w 122813"/>
                <a:gd name="connsiteY3" fmla="*/ 2538 h 172601"/>
                <a:gd name="connsiteX4" fmla="*/ 19215 w 122813"/>
                <a:gd name="connsiteY4" fmla="*/ 8177 h 172601"/>
                <a:gd name="connsiteX5" fmla="*/ 25706 w 122813"/>
                <a:gd name="connsiteY5" fmla="*/ 11609 h 172601"/>
                <a:gd name="connsiteX6" fmla="*/ 37687 w 122813"/>
                <a:gd name="connsiteY6" fmla="*/ 15287 h 172601"/>
                <a:gd name="connsiteX7" fmla="*/ 36689 w 122813"/>
                <a:gd name="connsiteY7" fmla="*/ 20681 h 172601"/>
                <a:gd name="connsiteX8" fmla="*/ 1492 w 122813"/>
                <a:gd name="connsiteY8" fmla="*/ 159448 h 172601"/>
                <a:gd name="connsiteX9" fmla="*/ 244 w 122813"/>
                <a:gd name="connsiteY9" fmla="*/ 164842 h 172601"/>
                <a:gd name="connsiteX10" fmla="*/ 8731 w 122813"/>
                <a:gd name="connsiteY10" fmla="*/ 172687 h 172601"/>
                <a:gd name="connsiteX11" fmla="*/ 20214 w 122813"/>
                <a:gd name="connsiteY11" fmla="*/ 162390 h 172601"/>
                <a:gd name="connsiteX12" fmla="*/ 32445 w 122813"/>
                <a:gd name="connsiteY12" fmla="*/ 114827 h 172601"/>
                <a:gd name="connsiteX13" fmla="*/ 64397 w 122813"/>
                <a:gd name="connsiteY13" fmla="*/ 134931 h 172601"/>
                <a:gd name="connsiteX14" fmla="*/ 63898 w 122813"/>
                <a:gd name="connsiteY14" fmla="*/ 139834 h 172601"/>
                <a:gd name="connsiteX15" fmla="*/ 62899 w 122813"/>
                <a:gd name="connsiteY15" fmla="*/ 147435 h 172601"/>
                <a:gd name="connsiteX16" fmla="*/ 89359 w 122813"/>
                <a:gd name="connsiteY16" fmla="*/ 172687 h 172601"/>
                <a:gd name="connsiteX17" fmla="*/ 121061 w 122813"/>
                <a:gd name="connsiteY17" fmla="*/ 135176 h 172601"/>
                <a:gd name="connsiteX18" fmla="*/ 117067 w 122813"/>
                <a:gd name="connsiteY18" fmla="*/ 131989 h 172601"/>
                <a:gd name="connsiteX19" fmla="*/ 112075 w 122813"/>
                <a:gd name="connsiteY19" fmla="*/ 137873 h 172601"/>
                <a:gd name="connsiteX20" fmla="*/ 90108 w 122813"/>
                <a:gd name="connsiteY20" fmla="*/ 165822 h 172601"/>
                <a:gd name="connsiteX21" fmla="*/ 81371 w 122813"/>
                <a:gd name="connsiteY21" fmla="*/ 153074 h 172601"/>
                <a:gd name="connsiteX22" fmla="*/ 82869 w 122813"/>
                <a:gd name="connsiteY22" fmla="*/ 142041 h 172601"/>
                <a:gd name="connsiteX23" fmla="*/ 84117 w 122813"/>
                <a:gd name="connsiteY23" fmla="*/ 134440 h 172601"/>
                <a:gd name="connsiteX24" fmla="*/ 43678 w 122813"/>
                <a:gd name="connsiteY24" fmla="*/ 108452 h 172601"/>
                <a:gd name="connsiteX25" fmla="*/ 64397 w 122813"/>
                <a:gd name="connsiteY25" fmla="*/ 92271 h 172601"/>
                <a:gd name="connsiteX26" fmla="*/ 103587 w 122813"/>
                <a:gd name="connsiteY26" fmla="*/ 68980 h 172601"/>
                <a:gd name="connsiteX27" fmla="*/ 111825 w 122813"/>
                <a:gd name="connsiteY27" fmla="*/ 72167 h 172601"/>
                <a:gd name="connsiteX28" fmla="*/ 98845 w 122813"/>
                <a:gd name="connsiteY28" fmla="*/ 85896 h 172601"/>
                <a:gd name="connsiteX29" fmla="*/ 108830 w 122813"/>
                <a:gd name="connsiteY29" fmla="*/ 94968 h 172601"/>
                <a:gd name="connsiteX30" fmla="*/ 123058 w 122813"/>
                <a:gd name="connsiteY30" fmla="*/ 79277 h 172601"/>
                <a:gd name="connsiteX31" fmla="*/ 103837 w 122813"/>
                <a:gd name="connsiteY31" fmla="*/ 62115 h 172601"/>
                <a:gd name="connsiteX32" fmla="*/ 63898 w 122813"/>
                <a:gd name="connsiteY32" fmla="*/ 83690 h 172601"/>
                <a:gd name="connsiteX33" fmla="*/ 34942 w 122813"/>
                <a:gd name="connsiteY33" fmla="*/ 105265 h 172601"/>
                <a:gd name="connsiteX34" fmla="*/ 59654 w 122813"/>
                <a:gd name="connsiteY34" fmla="*/ 7441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2813" h="172601">
                  <a:moveTo>
                    <a:pt x="59654" y="7441"/>
                  </a:moveTo>
                  <a:cubicBezTo>
                    <a:pt x="59904" y="6951"/>
                    <a:pt x="60653" y="3764"/>
                    <a:pt x="60653" y="3519"/>
                  </a:cubicBezTo>
                  <a:cubicBezTo>
                    <a:pt x="60653" y="2293"/>
                    <a:pt x="59654" y="86"/>
                    <a:pt x="56659" y="86"/>
                  </a:cubicBezTo>
                  <a:cubicBezTo>
                    <a:pt x="51666" y="86"/>
                    <a:pt x="30948" y="2048"/>
                    <a:pt x="24707" y="2538"/>
                  </a:cubicBezTo>
                  <a:cubicBezTo>
                    <a:pt x="22710" y="2783"/>
                    <a:pt x="19215" y="3028"/>
                    <a:pt x="19215" y="8177"/>
                  </a:cubicBezTo>
                  <a:cubicBezTo>
                    <a:pt x="19215" y="11609"/>
                    <a:pt x="22710" y="11609"/>
                    <a:pt x="25706" y="11609"/>
                  </a:cubicBezTo>
                  <a:cubicBezTo>
                    <a:pt x="37687" y="11609"/>
                    <a:pt x="37687" y="13325"/>
                    <a:pt x="37687" y="15287"/>
                  </a:cubicBezTo>
                  <a:cubicBezTo>
                    <a:pt x="37687" y="17003"/>
                    <a:pt x="37188" y="18474"/>
                    <a:pt x="36689" y="20681"/>
                  </a:cubicBezTo>
                  <a:lnTo>
                    <a:pt x="1492" y="159448"/>
                  </a:lnTo>
                  <a:cubicBezTo>
                    <a:pt x="244" y="163861"/>
                    <a:pt x="244" y="164351"/>
                    <a:pt x="244" y="164842"/>
                  </a:cubicBezTo>
                  <a:cubicBezTo>
                    <a:pt x="244" y="168519"/>
                    <a:pt x="3240" y="172687"/>
                    <a:pt x="8731" y="172687"/>
                  </a:cubicBezTo>
                  <a:cubicBezTo>
                    <a:pt x="15471" y="172687"/>
                    <a:pt x="18716" y="167784"/>
                    <a:pt x="20214" y="162390"/>
                  </a:cubicBezTo>
                  <a:cubicBezTo>
                    <a:pt x="20713" y="161409"/>
                    <a:pt x="31447" y="118259"/>
                    <a:pt x="32445" y="114827"/>
                  </a:cubicBezTo>
                  <a:cubicBezTo>
                    <a:pt x="50169" y="116543"/>
                    <a:pt x="64397" y="122182"/>
                    <a:pt x="64397" y="134931"/>
                  </a:cubicBezTo>
                  <a:cubicBezTo>
                    <a:pt x="64397" y="136157"/>
                    <a:pt x="64397" y="137382"/>
                    <a:pt x="63898" y="139834"/>
                  </a:cubicBezTo>
                  <a:cubicBezTo>
                    <a:pt x="62899" y="143512"/>
                    <a:pt x="62899" y="144738"/>
                    <a:pt x="62899" y="147435"/>
                  </a:cubicBezTo>
                  <a:cubicBezTo>
                    <a:pt x="62899" y="164842"/>
                    <a:pt x="77377" y="172687"/>
                    <a:pt x="89359" y="172687"/>
                  </a:cubicBezTo>
                  <a:cubicBezTo>
                    <a:pt x="113572" y="172687"/>
                    <a:pt x="121061" y="135421"/>
                    <a:pt x="121061" y="135176"/>
                  </a:cubicBezTo>
                  <a:cubicBezTo>
                    <a:pt x="121061" y="131989"/>
                    <a:pt x="117816" y="131989"/>
                    <a:pt x="117067" y="131989"/>
                  </a:cubicBezTo>
                  <a:cubicBezTo>
                    <a:pt x="113572" y="131989"/>
                    <a:pt x="113323" y="133215"/>
                    <a:pt x="112075" y="137873"/>
                  </a:cubicBezTo>
                  <a:cubicBezTo>
                    <a:pt x="109079" y="148415"/>
                    <a:pt x="102339" y="165822"/>
                    <a:pt x="90108" y="165822"/>
                  </a:cubicBezTo>
                  <a:cubicBezTo>
                    <a:pt x="83368" y="165822"/>
                    <a:pt x="81371" y="159693"/>
                    <a:pt x="81371" y="153074"/>
                  </a:cubicBezTo>
                  <a:cubicBezTo>
                    <a:pt x="81371" y="148906"/>
                    <a:pt x="81371" y="148415"/>
                    <a:pt x="82869" y="142041"/>
                  </a:cubicBezTo>
                  <a:cubicBezTo>
                    <a:pt x="83119" y="141305"/>
                    <a:pt x="84117" y="137137"/>
                    <a:pt x="84117" y="134440"/>
                  </a:cubicBezTo>
                  <a:cubicBezTo>
                    <a:pt x="84117" y="112620"/>
                    <a:pt x="54162" y="109188"/>
                    <a:pt x="43678" y="108452"/>
                  </a:cubicBezTo>
                  <a:cubicBezTo>
                    <a:pt x="50917" y="104039"/>
                    <a:pt x="60153" y="95948"/>
                    <a:pt x="64397" y="92271"/>
                  </a:cubicBezTo>
                  <a:cubicBezTo>
                    <a:pt x="77128" y="80503"/>
                    <a:pt x="89609" y="68980"/>
                    <a:pt x="103587" y="68980"/>
                  </a:cubicBezTo>
                  <a:cubicBezTo>
                    <a:pt x="106583" y="68980"/>
                    <a:pt x="109828" y="69715"/>
                    <a:pt x="111825" y="72167"/>
                  </a:cubicBezTo>
                  <a:cubicBezTo>
                    <a:pt x="101091" y="73883"/>
                    <a:pt x="98845" y="82219"/>
                    <a:pt x="98845" y="85896"/>
                  </a:cubicBezTo>
                  <a:cubicBezTo>
                    <a:pt x="98845" y="91290"/>
                    <a:pt x="103088" y="94968"/>
                    <a:pt x="108830" y="94968"/>
                  </a:cubicBezTo>
                  <a:cubicBezTo>
                    <a:pt x="115569" y="94968"/>
                    <a:pt x="123058" y="89574"/>
                    <a:pt x="123058" y="79277"/>
                  </a:cubicBezTo>
                  <a:cubicBezTo>
                    <a:pt x="123058" y="71186"/>
                    <a:pt x="117067" y="62115"/>
                    <a:pt x="103837" y="62115"/>
                  </a:cubicBezTo>
                  <a:cubicBezTo>
                    <a:pt x="89609" y="62115"/>
                    <a:pt x="76628" y="72167"/>
                    <a:pt x="63898" y="83690"/>
                  </a:cubicBezTo>
                  <a:cubicBezTo>
                    <a:pt x="53414" y="93497"/>
                    <a:pt x="45176" y="101097"/>
                    <a:pt x="34942" y="105265"/>
                  </a:cubicBezTo>
                  <a:lnTo>
                    <a:pt x="59654" y="7441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1DD34AD7-3B02-D9EE-DD3E-DB8F178536F0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1790370" y="7791755"/>
              <a:ext cx="178300" cy="203142"/>
            </a:xfrm>
            <a:custGeom>
              <a:avLst/>
              <a:gdLst>
                <a:gd name="connsiteX0" fmla="*/ 166072 w 178300"/>
                <a:gd name="connsiteY0" fmla="*/ 108661 h 203142"/>
                <a:gd name="connsiteX1" fmla="*/ 178553 w 178300"/>
                <a:gd name="connsiteY1" fmla="*/ 101656 h 203142"/>
                <a:gd name="connsiteX2" fmla="*/ 166072 w 178300"/>
                <a:gd name="connsiteY2" fmla="*/ 94651 h 203142"/>
                <a:gd name="connsiteX3" fmla="*/ 14873 w 178300"/>
                <a:gd name="connsiteY3" fmla="*/ 94651 h 203142"/>
                <a:gd name="connsiteX4" fmla="*/ 110442 w 178300"/>
                <a:gd name="connsiteY4" fmla="*/ 14095 h 203142"/>
                <a:gd name="connsiteX5" fmla="*/ 166072 w 178300"/>
                <a:gd name="connsiteY5" fmla="*/ 14095 h 203142"/>
                <a:gd name="connsiteX6" fmla="*/ 178553 w 178300"/>
                <a:gd name="connsiteY6" fmla="*/ 7090 h 203142"/>
                <a:gd name="connsiteX7" fmla="*/ 166072 w 178300"/>
                <a:gd name="connsiteY7" fmla="*/ 85 h 203142"/>
                <a:gd name="connsiteX8" fmla="*/ 109729 w 178300"/>
                <a:gd name="connsiteY8" fmla="*/ 85 h 203142"/>
                <a:gd name="connsiteX9" fmla="*/ 252 w 178300"/>
                <a:gd name="connsiteY9" fmla="*/ 101656 h 203142"/>
                <a:gd name="connsiteX10" fmla="*/ 109729 w 178300"/>
                <a:gd name="connsiteY10" fmla="*/ 203227 h 203142"/>
                <a:gd name="connsiteX11" fmla="*/ 166072 w 178300"/>
                <a:gd name="connsiteY11" fmla="*/ 203227 h 203142"/>
                <a:gd name="connsiteX12" fmla="*/ 178553 w 178300"/>
                <a:gd name="connsiteY12" fmla="*/ 196222 h 203142"/>
                <a:gd name="connsiteX13" fmla="*/ 166072 w 178300"/>
                <a:gd name="connsiteY13" fmla="*/ 189217 h 203142"/>
                <a:gd name="connsiteX14" fmla="*/ 110442 w 178300"/>
                <a:gd name="connsiteY14" fmla="*/ 189217 h 203142"/>
                <a:gd name="connsiteX15" fmla="*/ 14873 w 178300"/>
                <a:gd name="connsiteY15" fmla="*/ 108661 h 203142"/>
                <a:gd name="connsiteX16" fmla="*/ 166072 w 178300"/>
                <a:gd name="connsiteY16" fmla="*/ 108661 h 203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8300" h="203142">
                  <a:moveTo>
                    <a:pt x="166072" y="108661"/>
                  </a:moveTo>
                  <a:cubicBezTo>
                    <a:pt x="172134" y="108661"/>
                    <a:pt x="178553" y="108661"/>
                    <a:pt x="178553" y="101656"/>
                  </a:cubicBezTo>
                  <a:cubicBezTo>
                    <a:pt x="178553" y="94651"/>
                    <a:pt x="172134" y="94651"/>
                    <a:pt x="166072" y="94651"/>
                  </a:cubicBezTo>
                  <a:lnTo>
                    <a:pt x="14873" y="94651"/>
                  </a:lnTo>
                  <a:cubicBezTo>
                    <a:pt x="19152" y="47718"/>
                    <a:pt x="60161" y="14095"/>
                    <a:pt x="110442" y="14095"/>
                  </a:cubicBezTo>
                  <a:lnTo>
                    <a:pt x="166072" y="14095"/>
                  </a:lnTo>
                  <a:cubicBezTo>
                    <a:pt x="172134" y="14095"/>
                    <a:pt x="178553" y="14095"/>
                    <a:pt x="178553" y="7090"/>
                  </a:cubicBezTo>
                  <a:cubicBezTo>
                    <a:pt x="178553" y="85"/>
                    <a:pt x="172134" y="85"/>
                    <a:pt x="166072" y="85"/>
                  </a:cubicBezTo>
                  <a:lnTo>
                    <a:pt x="109729" y="85"/>
                  </a:lnTo>
                  <a:cubicBezTo>
                    <a:pt x="48750" y="85"/>
                    <a:pt x="252" y="45617"/>
                    <a:pt x="252" y="101656"/>
                  </a:cubicBezTo>
                  <a:cubicBezTo>
                    <a:pt x="252" y="157695"/>
                    <a:pt x="48750" y="203227"/>
                    <a:pt x="109729" y="203227"/>
                  </a:cubicBezTo>
                  <a:lnTo>
                    <a:pt x="166072" y="203227"/>
                  </a:lnTo>
                  <a:cubicBezTo>
                    <a:pt x="172134" y="203227"/>
                    <a:pt x="178553" y="203227"/>
                    <a:pt x="178553" y="196222"/>
                  </a:cubicBezTo>
                  <a:cubicBezTo>
                    <a:pt x="178553" y="189217"/>
                    <a:pt x="172134" y="189217"/>
                    <a:pt x="166072" y="189217"/>
                  </a:cubicBezTo>
                  <a:lnTo>
                    <a:pt x="110442" y="189217"/>
                  </a:lnTo>
                  <a:cubicBezTo>
                    <a:pt x="60161" y="189217"/>
                    <a:pt x="19152" y="155594"/>
                    <a:pt x="14873" y="108661"/>
                  </a:cubicBezTo>
                  <a:lnTo>
                    <a:pt x="166072" y="108661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F2708FBD-1FEC-9A18-EA9B-861B36CE152F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2103267" y="7740969"/>
              <a:ext cx="244985" cy="239918"/>
            </a:xfrm>
            <a:custGeom>
              <a:avLst/>
              <a:gdLst>
                <a:gd name="connsiteX0" fmla="*/ 90125 w 244985"/>
                <a:gd name="connsiteY0" fmla="*/ 130026 h 239918"/>
                <a:gd name="connsiteX1" fmla="*/ 102963 w 244985"/>
                <a:gd name="connsiteY1" fmla="*/ 130026 h 239918"/>
                <a:gd name="connsiteX2" fmla="*/ 156453 w 244985"/>
                <a:gd name="connsiteY2" fmla="*/ 211283 h 239918"/>
                <a:gd name="connsiteX3" fmla="*/ 172500 w 244985"/>
                <a:gd name="connsiteY3" fmla="*/ 235800 h 239918"/>
                <a:gd name="connsiteX4" fmla="*/ 184268 w 244985"/>
                <a:gd name="connsiteY4" fmla="*/ 240003 h 239918"/>
                <a:gd name="connsiteX5" fmla="*/ 233479 w 244985"/>
                <a:gd name="connsiteY5" fmla="*/ 240003 h 239918"/>
                <a:gd name="connsiteX6" fmla="*/ 245247 w 244985"/>
                <a:gd name="connsiteY6" fmla="*/ 233699 h 239918"/>
                <a:gd name="connsiteX7" fmla="*/ 239898 w 244985"/>
                <a:gd name="connsiteY7" fmla="*/ 227744 h 239918"/>
                <a:gd name="connsiteX8" fmla="*/ 200672 w 244985"/>
                <a:gd name="connsiteY8" fmla="*/ 190618 h 239918"/>
                <a:gd name="connsiteX9" fmla="*/ 156453 w 244985"/>
                <a:gd name="connsiteY9" fmla="*/ 126173 h 239918"/>
                <a:gd name="connsiteX10" fmla="*/ 218858 w 244985"/>
                <a:gd name="connsiteY10" fmla="*/ 65581 h 239918"/>
                <a:gd name="connsiteX11" fmla="*/ 124359 w 244985"/>
                <a:gd name="connsiteY11" fmla="*/ 85 h 239918"/>
                <a:gd name="connsiteX12" fmla="*/ 12386 w 244985"/>
                <a:gd name="connsiteY12" fmla="*/ 85 h 239918"/>
                <a:gd name="connsiteX13" fmla="*/ 261 w 244985"/>
                <a:gd name="connsiteY13" fmla="*/ 6389 h 239918"/>
                <a:gd name="connsiteX14" fmla="*/ 9890 w 244985"/>
                <a:gd name="connsiteY14" fmla="*/ 12343 h 239918"/>
                <a:gd name="connsiteX15" fmla="*/ 31999 w 244985"/>
                <a:gd name="connsiteY15" fmla="*/ 32307 h 239918"/>
                <a:gd name="connsiteX16" fmla="*/ 31999 w 244985"/>
                <a:gd name="connsiteY16" fmla="*/ 207780 h 239918"/>
                <a:gd name="connsiteX17" fmla="*/ 9890 w 244985"/>
                <a:gd name="connsiteY17" fmla="*/ 227744 h 239918"/>
                <a:gd name="connsiteX18" fmla="*/ 261 w 244985"/>
                <a:gd name="connsiteY18" fmla="*/ 233699 h 239918"/>
                <a:gd name="connsiteX19" fmla="*/ 12386 w 244985"/>
                <a:gd name="connsiteY19" fmla="*/ 240003 h 239918"/>
                <a:gd name="connsiteX20" fmla="*/ 110095 w 244985"/>
                <a:gd name="connsiteY20" fmla="*/ 240003 h 239918"/>
                <a:gd name="connsiteX21" fmla="*/ 121863 w 244985"/>
                <a:gd name="connsiteY21" fmla="*/ 233699 h 239918"/>
                <a:gd name="connsiteX22" fmla="*/ 111878 w 244985"/>
                <a:gd name="connsiteY22" fmla="*/ 227744 h 239918"/>
                <a:gd name="connsiteX23" fmla="*/ 90125 w 244985"/>
                <a:gd name="connsiteY23" fmla="*/ 207780 h 239918"/>
                <a:gd name="connsiteX24" fmla="*/ 90125 w 244985"/>
                <a:gd name="connsiteY24" fmla="*/ 130026 h 239918"/>
                <a:gd name="connsiteX25" fmla="*/ 158949 w 244985"/>
                <a:gd name="connsiteY25" fmla="*/ 112864 h 239918"/>
                <a:gd name="connsiteX26" fmla="*/ 170004 w 244985"/>
                <a:gd name="connsiteY26" fmla="*/ 65931 h 239918"/>
                <a:gd name="connsiteX27" fmla="*/ 156453 w 244985"/>
                <a:gd name="connsiteY27" fmla="*/ 16196 h 239918"/>
                <a:gd name="connsiteX28" fmla="*/ 206377 w 244985"/>
                <a:gd name="connsiteY28" fmla="*/ 65581 h 239918"/>
                <a:gd name="connsiteX29" fmla="*/ 158949 w 244985"/>
                <a:gd name="connsiteY29" fmla="*/ 112864 h 239918"/>
                <a:gd name="connsiteX30" fmla="*/ 90125 w 244985"/>
                <a:gd name="connsiteY30" fmla="*/ 31257 h 239918"/>
                <a:gd name="connsiteX31" fmla="*/ 112234 w 244985"/>
                <a:gd name="connsiteY31" fmla="*/ 12343 h 239918"/>
                <a:gd name="connsiteX32" fmla="*/ 157523 w 244985"/>
                <a:gd name="connsiteY32" fmla="*/ 65931 h 239918"/>
                <a:gd name="connsiteX33" fmla="*/ 90125 w 244985"/>
                <a:gd name="connsiteY33" fmla="*/ 117767 h 239918"/>
                <a:gd name="connsiteX34" fmla="*/ 90125 w 244985"/>
                <a:gd name="connsiteY34" fmla="*/ 31257 h 239918"/>
                <a:gd name="connsiteX35" fmla="*/ 41627 w 244985"/>
                <a:gd name="connsiteY35" fmla="*/ 227744 h 239918"/>
                <a:gd name="connsiteX36" fmla="*/ 44480 w 244985"/>
                <a:gd name="connsiteY36" fmla="*/ 208481 h 239918"/>
                <a:gd name="connsiteX37" fmla="*/ 44480 w 244985"/>
                <a:gd name="connsiteY37" fmla="*/ 31607 h 239918"/>
                <a:gd name="connsiteX38" fmla="*/ 41627 w 244985"/>
                <a:gd name="connsiteY38" fmla="*/ 12343 h 239918"/>
                <a:gd name="connsiteX39" fmla="*/ 82280 w 244985"/>
                <a:gd name="connsiteY39" fmla="*/ 12343 h 239918"/>
                <a:gd name="connsiteX40" fmla="*/ 77644 w 244985"/>
                <a:gd name="connsiteY40" fmla="*/ 30206 h 239918"/>
                <a:gd name="connsiteX41" fmla="*/ 77644 w 244985"/>
                <a:gd name="connsiteY41" fmla="*/ 208481 h 239918"/>
                <a:gd name="connsiteX42" fmla="*/ 80497 w 244985"/>
                <a:gd name="connsiteY42" fmla="*/ 227744 h 239918"/>
                <a:gd name="connsiteX43" fmla="*/ 41627 w 244985"/>
                <a:gd name="connsiteY43" fmla="*/ 227744 h 239918"/>
                <a:gd name="connsiteX44" fmla="*/ 117583 w 244985"/>
                <a:gd name="connsiteY44" fmla="*/ 130026 h 239918"/>
                <a:gd name="connsiteX45" fmla="*/ 124359 w 244985"/>
                <a:gd name="connsiteY45" fmla="*/ 129325 h 239918"/>
                <a:gd name="connsiteX46" fmla="*/ 142902 w 244985"/>
                <a:gd name="connsiteY46" fmla="*/ 127924 h 239918"/>
                <a:gd name="connsiteX47" fmla="*/ 216362 w 244985"/>
                <a:gd name="connsiteY47" fmla="*/ 227744 h 239918"/>
                <a:gd name="connsiteX48" fmla="*/ 181772 w 244985"/>
                <a:gd name="connsiteY48" fmla="*/ 227744 h 239918"/>
                <a:gd name="connsiteX49" fmla="*/ 117583 w 244985"/>
                <a:gd name="connsiteY49" fmla="*/ 130026 h 239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4985" h="239918">
                  <a:moveTo>
                    <a:pt x="90125" y="130026"/>
                  </a:moveTo>
                  <a:lnTo>
                    <a:pt x="102963" y="130026"/>
                  </a:lnTo>
                  <a:lnTo>
                    <a:pt x="156453" y="211283"/>
                  </a:lnTo>
                  <a:cubicBezTo>
                    <a:pt x="160019" y="216887"/>
                    <a:pt x="168577" y="230546"/>
                    <a:pt x="172500" y="235800"/>
                  </a:cubicBezTo>
                  <a:cubicBezTo>
                    <a:pt x="174996" y="240003"/>
                    <a:pt x="176066" y="240003"/>
                    <a:pt x="184268" y="240003"/>
                  </a:cubicBezTo>
                  <a:lnTo>
                    <a:pt x="233479" y="240003"/>
                  </a:lnTo>
                  <a:cubicBezTo>
                    <a:pt x="239898" y="240003"/>
                    <a:pt x="245247" y="240003"/>
                    <a:pt x="245247" y="233699"/>
                  </a:cubicBezTo>
                  <a:cubicBezTo>
                    <a:pt x="245247" y="230897"/>
                    <a:pt x="243107" y="228445"/>
                    <a:pt x="239898" y="227744"/>
                  </a:cubicBezTo>
                  <a:cubicBezTo>
                    <a:pt x="226704" y="224942"/>
                    <a:pt x="209230" y="201826"/>
                    <a:pt x="200672" y="190618"/>
                  </a:cubicBezTo>
                  <a:cubicBezTo>
                    <a:pt x="198175" y="187116"/>
                    <a:pt x="180345" y="164000"/>
                    <a:pt x="156453" y="126173"/>
                  </a:cubicBezTo>
                  <a:cubicBezTo>
                    <a:pt x="188191" y="120569"/>
                    <a:pt x="218858" y="107260"/>
                    <a:pt x="218858" y="65581"/>
                  </a:cubicBezTo>
                  <a:cubicBezTo>
                    <a:pt x="218858" y="16896"/>
                    <a:pt x="166438" y="85"/>
                    <a:pt x="124359" y="85"/>
                  </a:cubicBezTo>
                  <a:lnTo>
                    <a:pt x="12386" y="85"/>
                  </a:lnTo>
                  <a:cubicBezTo>
                    <a:pt x="5967" y="85"/>
                    <a:pt x="261" y="85"/>
                    <a:pt x="261" y="6389"/>
                  </a:cubicBezTo>
                  <a:cubicBezTo>
                    <a:pt x="261" y="12343"/>
                    <a:pt x="7037" y="12343"/>
                    <a:pt x="9890" y="12343"/>
                  </a:cubicBezTo>
                  <a:cubicBezTo>
                    <a:pt x="30216" y="12343"/>
                    <a:pt x="31999" y="14795"/>
                    <a:pt x="31999" y="32307"/>
                  </a:cubicBezTo>
                  <a:lnTo>
                    <a:pt x="31999" y="207780"/>
                  </a:lnTo>
                  <a:cubicBezTo>
                    <a:pt x="31999" y="225293"/>
                    <a:pt x="30216" y="227744"/>
                    <a:pt x="9890" y="227744"/>
                  </a:cubicBezTo>
                  <a:cubicBezTo>
                    <a:pt x="7037" y="227744"/>
                    <a:pt x="261" y="227744"/>
                    <a:pt x="261" y="233699"/>
                  </a:cubicBezTo>
                  <a:cubicBezTo>
                    <a:pt x="261" y="240003"/>
                    <a:pt x="5967" y="240003"/>
                    <a:pt x="12386" y="240003"/>
                  </a:cubicBezTo>
                  <a:lnTo>
                    <a:pt x="110095" y="240003"/>
                  </a:lnTo>
                  <a:cubicBezTo>
                    <a:pt x="116514" y="240003"/>
                    <a:pt x="121863" y="240003"/>
                    <a:pt x="121863" y="233699"/>
                  </a:cubicBezTo>
                  <a:cubicBezTo>
                    <a:pt x="121863" y="227744"/>
                    <a:pt x="115800" y="227744"/>
                    <a:pt x="111878" y="227744"/>
                  </a:cubicBezTo>
                  <a:cubicBezTo>
                    <a:pt x="91551" y="227744"/>
                    <a:pt x="90125" y="224942"/>
                    <a:pt x="90125" y="207780"/>
                  </a:cubicBezTo>
                  <a:lnTo>
                    <a:pt x="90125" y="130026"/>
                  </a:lnTo>
                  <a:close/>
                  <a:moveTo>
                    <a:pt x="158949" y="112864"/>
                  </a:moveTo>
                  <a:cubicBezTo>
                    <a:pt x="168934" y="99905"/>
                    <a:pt x="170004" y="81342"/>
                    <a:pt x="170004" y="65931"/>
                  </a:cubicBezTo>
                  <a:cubicBezTo>
                    <a:pt x="170004" y="49119"/>
                    <a:pt x="167864" y="30556"/>
                    <a:pt x="156453" y="16196"/>
                  </a:cubicBezTo>
                  <a:cubicBezTo>
                    <a:pt x="171074" y="19348"/>
                    <a:pt x="206377" y="30206"/>
                    <a:pt x="206377" y="65581"/>
                  </a:cubicBezTo>
                  <a:cubicBezTo>
                    <a:pt x="206377" y="88347"/>
                    <a:pt x="195679" y="106209"/>
                    <a:pt x="158949" y="112864"/>
                  </a:cubicBezTo>
                  <a:close/>
                  <a:moveTo>
                    <a:pt x="90125" y="31257"/>
                  </a:moveTo>
                  <a:cubicBezTo>
                    <a:pt x="90125" y="23901"/>
                    <a:pt x="90125" y="12343"/>
                    <a:pt x="112234" y="12343"/>
                  </a:cubicBezTo>
                  <a:cubicBezTo>
                    <a:pt x="142546" y="12343"/>
                    <a:pt x="157523" y="24602"/>
                    <a:pt x="157523" y="65931"/>
                  </a:cubicBezTo>
                  <a:cubicBezTo>
                    <a:pt x="157523" y="111113"/>
                    <a:pt x="146468" y="117767"/>
                    <a:pt x="90125" y="117767"/>
                  </a:cubicBezTo>
                  <a:lnTo>
                    <a:pt x="90125" y="31257"/>
                  </a:lnTo>
                  <a:close/>
                  <a:moveTo>
                    <a:pt x="41627" y="227744"/>
                  </a:moveTo>
                  <a:cubicBezTo>
                    <a:pt x="44480" y="221440"/>
                    <a:pt x="44480" y="211633"/>
                    <a:pt x="44480" y="208481"/>
                  </a:cubicBezTo>
                  <a:lnTo>
                    <a:pt x="44480" y="31607"/>
                  </a:lnTo>
                  <a:cubicBezTo>
                    <a:pt x="44480" y="28104"/>
                    <a:pt x="44480" y="18648"/>
                    <a:pt x="41627" y="12343"/>
                  </a:cubicBezTo>
                  <a:lnTo>
                    <a:pt x="82280" y="12343"/>
                  </a:lnTo>
                  <a:cubicBezTo>
                    <a:pt x="77644" y="17947"/>
                    <a:pt x="77644" y="24952"/>
                    <a:pt x="77644" y="30206"/>
                  </a:cubicBezTo>
                  <a:lnTo>
                    <a:pt x="77644" y="208481"/>
                  </a:lnTo>
                  <a:cubicBezTo>
                    <a:pt x="77644" y="211983"/>
                    <a:pt x="77644" y="221440"/>
                    <a:pt x="80497" y="227744"/>
                  </a:cubicBezTo>
                  <a:lnTo>
                    <a:pt x="41627" y="227744"/>
                  </a:lnTo>
                  <a:close/>
                  <a:moveTo>
                    <a:pt x="117583" y="130026"/>
                  </a:moveTo>
                  <a:cubicBezTo>
                    <a:pt x="120080" y="129676"/>
                    <a:pt x="121506" y="129325"/>
                    <a:pt x="124359" y="129325"/>
                  </a:cubicBezTo>
                  <a:cubicBezTo>
                    <a:pt x="129708" y="129325"/>
                    <a:pt x="137553" y="128625"/>
                    <a:pt x="142902" y="127924"/>
                  </a:cubicBezTo>
                  <a:cubicBezTo>
                    <a:pt x="148251" y="136330"/>
                    <a:pt x="186764" y="198674"/>
                    <a:pt x="216362" y="227744"/>
                  </a:cubicBezTo>
                  <a:lnTo>
                    <a:pt x="181772" y="227744"/>
                  </a:lnTo>
                  <a:lnTo>
                    <a:pt x="117583" y="130026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2BBC0120-D0D1-52BF-5DD1-05AB3E78C8A3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2370335" y="7666125"/>
              <a:ext cx="128305" cy="172601"/>
            </a:xfrm>
            <a:custGeom>
              <a:avLst/>
              <a:gdLst>
                <a:gd name="connsiteX0" fmla="*/ 127575 w 128305"/>
                <a:gd name="connsiteY0" fmla="*/ 7436 h 172601"/>
                <a:gd name="connsiteX1" fmla="*/ 128574 w 128305"/>
                <a:gd name="connsiteY1" fmla="*/ 3513 h 172601"/>
                <a:gd name="connsiteX2" fmla="*/ 124580 w 128305"/>
                <a:gd name="connsiteY2" fmla="*/ 81 h 172601"/>
                <a:gd name="connsiteX3" fmla="*/ 92628 w 128305"/>
                <a:gd name="connsiteY3" fmla="*/ 2532 h 172601"/>
                <a:gd name="connsiteX4" fmla="*/ 87137 w 128305"/>
                <a:gd name="connsiteY4" fmla="*/ 8171 h 172601"/>
                <a:gd name="connsiteX5" fmla="*/ 93627 w 128305"/>
                <a:gd name="connsiteY5" fmla="*/ 11604 h 172601"/>
                <a:gd name="connsiteX6" fmla="*/ 105609 w 128305"/>
                <a:gd name="connsiteY6" fmla="*/ 15281 h 172601"/>
                <a:gd name="connsiteX7" fmla="*/ 104610 w 128305"/>
                <a:gd name="connsiteY7" fmla="*/ 20675 h 172601"/>
                <a:gd name="connsiteX8" fmla="*/ 90382 w 128305"/>
                <a:gd name="connsiteY8" fmla="*/ 76574 h 172601"/>
                <a:gd name="connsiteX9" fmla="*/ 64671 w 128305"/>
                <a:gd name="connsiteY9" fmla="*/ 62109 h 172601"/>
                <a:gd name="connsiteX10" fmla="*/ 269 w 128305"/>
                <a:gd name="connsiteY10" fmla="*/ 131983 h 172601"/>
                <a:gd name="connsiteX11" fmla="*/ 37961 w 128305"/>
                <a:gd name="connsiteY11" fmla="*/ 172682 h 172601"/>
                <a:gd name="connsiteX12" fmla="*/ 73408 w 128305"/>
                <a:gd name="connsiteY12" fmla="*/ 155520 h 172601"/>
                <a:gd name="connsiteX13" fmla="*/ 99119 w 128305"/>
                <a:gd name="connsiteY13" fmla="*/ 172682 h 172601"/>
                <a:gd name="connsiteX14" fmla="*/ 118839 w 128305"/>
                <a:gd name="connsiteY14" fmla="*/ 159688 h 172601"/>
                <a:gd name="connsiteX15" fmla="*/ 127575 w 128305"/>
                <a:gd name="connsiteY15" fmla="*/ 135170 h 172601"/>
                <a:gd name="connsiteX16" fmla="*/ 123581 w 128305"/>
                <a:gd name="connsiteY16" fmla="*/ 131983 h 172601"/>
                <a:gd name="connsiteX17" fmla="*/ 118090 w 128305"/>
                <a:gd name="connsiteY17" fmla="*/ 139583 h 172601"/>
                <a:gd name="connsiteX18" fmla="*/ 99867 w 128305"/>
                <a:gd name="connsiteY18" fmla="*/ 165817 h 172601"/>
                <a:gd name="connsiteX19" fmla="*/ 91630 w 128305"/>
                <a:gd name="connsiteY19" fmla="*/ 153803 h 172601"/>
                <a:gd name="connsiteX20" fmla="*/ 92878 w 128305"/>
                <a:gd name="connsiteY20" fmla="*/ 143751 h 172601"/>
                <a:gd name="connsiteX21" fmla="*/ 127575 w 128305"/>
                <a:gd name="connsiteY21" fmla="*/ 7436 h 172601"/>
                <a:gd name="connsiteX22" fmla="*/ 74406 w 128305"/>
                <a:gd name="connsiteY22" fmla="*/ 139583 h 172601"/>
                <a:gd name="connsiteX23" fmla="*/ 61675 w 128305"/>
                <a:gd name="connsiteY23" fmla="*/ 156010 h 172601"/>
                <a:gd name="connsiteX24" fmla="*/ 38710 w 128305"/>
                <a:gd name="connsiteY24" fmla="*/ 165817 h 172601"/>
                <a:gd name="connsiteX25" fmla="*/ 20488 w 128305"/>
                <a:gd name="connsiteY25" fmla="*/ 142035 h 172601"/>
                <a:gd name="connsiteX26" fmla="*/ 33468 w 128305"/>
                <a:gd name="connsiteY26" fmla="*/ 92265 h 172601"/>
                <a:gd name="connsiteX27" fmla="*/ 64671 w 128305"/>
                <a:gd name="connsiteY27" fmla="*/ 68974 h 172601"/>
                <a:gd name="connsiteX28" fmla="*/ 86887 w 128305"/>
                <a:gd name="connsiteY28" fmla="*/ 90304 h 172601"/>
                <a:gd name="connsiteX29" fmla="*/ 86138 w 128305"/>
                <a:gd name="connsiteY29" fmla="*/ 93736 h 172601"/>
                <a:gd name="connsiteX30" fmla="*/ 74406 w 128305"/>
                <a:gd name="connsiteY30" fmla="*/ 139583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75" y="7436"/>
                  </a:moveTo>
                  <a:cubicBezTo>
                    <a:pt x="127825" y="6945"/>
                    <a:pt x="128574" y="3758"/>
                    <a:pt x="128574" y="3513"/>
                  </a:cubicBezTo>
                  <a:cubicBezTo>
                    <a:pt x="128574" y="2287"/>
                    <a:pt x="127575" y="81"/>
                    <a:pt x="124580" y="81"/>
                  </a:cubicBezTo>
                  <a:cubicBezTo>
                    <a:pt x="119588" y="81"/>
                    <a:pt x="98869" y="2042"/>
                    <a:pt x="92628" y="2532"/>
                  </a:cubicBezTo>
                  <a:cubicBezTo>
                    <a:pt x="90631" y="2777"/>
                    <a:pt x="87137" y="3023"/>
                    <a:pt x="87137" y="8171"/>
                  </a:cubicBezTo>
                  <a:cubicBezTo>
                    <a:pt x="87137" y="11604"/>
                    <a:pt x="90631" y="11604"/>
                    <a:pt x="93627" y="11604"/>
                  </a:cubicBezTo>
                  <a:cubicBezTo>
                    <a:pt x="105609" y="11604"/>
                    <a:pt x="105609" y="13320"/>
                    <a:pt x="105609" y="15281"/>
                  </a:cubicBezTo>
                  <a:cubicBezTo>
                    <a:pt x="105609" y="16997"/>
                    <a:pt x="105109" y="18468"/>
                    <a:pt x="104610" y="20675"/>
                  </a:cubicBezTo>
                  <a:lnTo>
                    <a:pt x="90382" y="76574"/>
                  </a:lnTo>
                  <a:cubicBezTo>
                    <a:pt x="85140" y="68484"/>
                    <a:pt x="76653" y="62109"/>
                    <a:pt x="64671" y="62109"/>
                  </a:cubicBezTo>
                  <a:cubicBezTo>
                    <a:pt x="32719" y="62109"/>
                    <a:pt x="269" y="96678"/>
                    <a:pt x="269" y="131983"/>
                  </a:cubicBezTo>
                  <a:cubicBezTo>
                    <a:pt x="269" y="155765"/>
                    <a:pt x="16494" y="172682"/>
                    <a:pt x="37961" y="172682"/>
                  </a:cubicBezTo>
                  <a:cubicBezTo>
                    <a:pt x="51441" y="172682"/>
                    <a:pt x="63423" y="165081"/>
                    <a:pt x="73408" y="155520"/>
                  </a:cubicBezTo>
                  <a:cubicBezTo>
                    <a:pt x="78150" y="170230"/>
                    <a:pt x="92628" y="172682"/>
                    <a:pt x="99119" y="172682"/>
                  </a:cubicBezTo>
                  <a:cubicBezTo>
                    <a:pt x="108105" y="172682"/>
                    <a:pt x="114345" y="167288"/>
                    <a:pt x="118839" y="159688"/>
                  </a:cubicBezTo>
                  <a:cubicBezTo>
                    <a:pt x="124330" y="150126"/>
                    <a:pt x="127575" y="136151"/>
                    <a:pt x="127575" y="135170"/>
                  </a:cubicBezTo>
                  <a:cubicBezTo>
                    <a:pt x="127575" y="131983"/>
                    <a:pt x="124330" y="131983"/>
                    <a:pt x="123581" y="131983"/>
                  </a:cubicBezTo>
                  <a:cubicBezTo>
                    <a:pt x="120087" y="131983"/>
                    <a:pt x="119837" y="132964"/>
                    <a:pt x="118090" y="139583"/>
                  </a:cubicBezTo>
                  <a:cubicBezTo>
                    <a:pt x="115094" y="151352"/>
                    <a:pt x="110352" y="165817"/>
                    <a:pt x="99867" y="165817"/>
                  </a:cubicBezTo>
                  <a:cubicBezTo>
                    <a:pt x="93377" y="165817"/>
                    <a:pt x="91630" y="160423"/>
                    <a:pt x="91630" y="153803"/>
                  </a:cubicBezTo>
                  <a:cubicBezTo>
                    <a:pt x="91630" y="149145"/>
                    <a:pt x="92129" y="146939"/>
                    <a:pt x="92878" y="143751"/>
                  </a:cubicBezTo>
                  <a:lnTo>
                    <a:pt x="127575" y="7436"/>
                  </a:lnTo>
                  <a:close/>
                  <a:moveTo>
                    <a:pt x="74406" y="139583"/>
                  </a:moveTo>
                  <a:cubicBezTo>
                    <a:pt x="72659" y="146448"/>
                    <a:pt x="67167" y="151352"/>
                    <a:pt x="61675" y="156010"/>
                  </a:cubicBezTo>
                  <a:cubicBezTo>
                    <a:pt x="59429" y="157971"/>
                    <a:pt x="49444" y="165817"/>
                    <a:pt x="38710" y="165817"/>
                  </a:cubicBezTo>
                  <a:cubicBezTo>
                    <a:pt x="29474" y="165817"/>
                    <a:pt x="20488" y="159442"/>
                    <a:pt x="20488" y="142035"/>
                  </a:cubicBezTo>
                  <a:cubicBezTo>
                    <a:pt x="20488" y="129041"/>
                    <a:pt x="27727" y="102072"/>
                    <a:pt x="33468" y="92265"/>
                  </a:cubicBezTo>
                  <a:cubicBezTo>
                    <a:pt x="44951" y="72651"/>
                    <a:pt x="57681" y="68974"/>
                    <a:pt x="64671" y="68974"/>
                  </a:cubicBezTo>
                  <a:cubicBezTo>
                    <a:pt x="82144" y="68974"/>
                    <a:pt x="86887" y="87607"/>
                    <a:pt x="86887" y="90304"/>
                  </a:cubicBezTo>
                  <a:cubicBezTo>
                    <a:pt x="86887" y="91285"/>
                    <a:pt x="86388" y="93001"/>
                    <a:pt x="86138" y="93736"/>
                  </a:cubicBezTo>
                  <a:lnTo>
                    <a:pt x="74406" y="139583"/>
                  </a:lnTo>
                  <a:close/>
                </a:path>
              </a:pathLst>
            </a:custGeom>
            <a:solidFill>
              <a:schemeClr val="accent2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62F31A7-8020-8826-A84F-4AA0DC17ED9C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2519782" y="7754667"/>
              <a:ext cx="88793" cy="116631"/>
            </a:xfrm>
            <a:custGeom>
              <a:avLst/>
              <a:gdLst>
                <a:gd name="connsiteX0" fmla="*/ 89067 w 88793"/>
                <a:gd name="connsiteY0" fmla="*/ 82915 h 116631"/>
                <a:gd name="connsiteX1" fmla="*/ 81578 w 88793"/>
                <a:gd name="connsiteY1" fmla="*/ 82915 h 116631"/>
                <a:gd name="connsiteX2" fmla="*/ 76407 w 88793"/>
                <a:gd name="connsiteY2" fmla="*/ 98851 h 116631"/>
                <a:gd name="connsiteX3" fmla="*/ 57329 w 88793"/>
                <a:gd name="connsiteY3" fmla="*/ 99902 h 116631"/>
                <a:gd name="connsiteX4" fmla="*/ 22382 w 88793"/>
                <a:gd name="connsiteY4" fmla="*/ 99902 h 116631"/>
                <a:gd name="connsiteX5" fmla="*/ 58042 w 88793"/>
                <a:gd name="connsiteY5" fmla="*/ 74509 h 116631"/>
                <a:gd name="connsiteX6" fmla="*/ 89067 w 88793"/>
                <a:gd name="connsiteY6" fmla="*/ 34931 h 116631"/>
                <a:gd name="connsiteX7" fmla="*/ 41995 w 88793"/>
                <a:gd name="connsiteY7" fmla="*/ 82 h 116631"/>
                <a:gd name="connsiteX8" fmla="*/ 273 w 88793"/>
                <a:gd name="connsiteY8" fmla="*/ 30903 h 116631"/>
                <a:gd name="connsiteX9" fmla="*/ 10614 w 88793"/>
                <a:gd name="connsiteY9" fmla="*/ 41586 h 116631"/>
                <a:gd name="connsiteX10" fmla="*/ 21134 w 88793"/>
                <a:gd name="connsiteY10" fmla="*/ 31253 h 116631"/>
                <a:gd name="connsiteX11" fmla="*/ 10971 w 88793"/>
                <a:gd name="connsiteY11" fmla="*/ 20921 h 116631"/>
                <a:gd name="connsiteX12" fmla="*/ 38251 w 88793"/>
                <a:gd name="connsiteY12" fmla="*/ 7787 h 116631"/>
                <a:gd name="connsiteX13" fmla="*/ 69988 w 88793"/>
                <a:gd name="connsiteY13" fmla="*/ 35106 h 116631"/>
                <a:gd name="connsiteX14" fmla="*/ 45918 w 88793"/>
                <a:gd name="connsiteY14" fmla="*/ 72407 h 116631"/>
                <a:gd name="connsiteX15" fmla="*/ 2412 w 88793"/>
                <a:gd name="connsiteY15" fmla="*/ 108658 h 116631"/>
                <a:gd name="connsiteX16" fmla="*/ 273 w 88793"/>
                <a:gd name="connsiteY16" fmla="*/ 111460 h 116631"/>
                <a:gd name="connsiteX17" fmla="*/ 273 w 88793"/>
                <a:gd name="connsiteY17" fmla="*/ 116713 h 116631"/>
                <a:gd name="connsiteX18" fmla="*/ 83183 w 88793"/>
                <a:gd name="connsiteY18" fmla="*/ 116713 h 116631"/>
                <a:gd name="connsiteX19" fmla="*/ 89067 w 88793"/>
                <a:gd name="connsiteY19" fmla="*/ 82915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8793" h="116631">
                  <a:moveTo>
                    <a:pt x="89067" y="82915"/>
                  </a:moveTo>
                  <a:lnTo>
                    <a:pt x="81578" y="82915"/>
                  </a:lnTo>
                  <a:cubicBezTo>
                    <a:pt x="81043" y="86242"/>
                    <a:pt x="79260" y="97100"/>
                    <a:pt x="76407" y="98851"/>
                  </a:cubicBezTo>
                  <a:cubicBezTo>
                    <a:pt x="74981" y="99902"/>
                    <a:pt x="60003" y="99902"/>
                    <a:pt x="57329" y="99902"/>
                  </a:cubicBezTo>
                  <a:lnTo>
                    <a:pt x="22382" y="99902"/>
                  </a:lnTo>
                  <a:cubicBezTo>
                    <a:pt x="34150" y="91321"/>
                    <a:pt x="47344" y="81514"/>
                    <a:pt x="58042" y="74509"/>
                  </a:cubicBezTo>
                  <a:cubicBezTo>
                    <a:pt x="74089" y="63651"/>
                    <a:pt x="89067" y="53494"/>
                    <a:pt x="89067" y="34931"/>
                  </a:cubicBezTo>
                  <a:cubicBezTo>
                    <a:pt x="89067" y="12515"/>
                    <a:pt x="67492" y="82"/>
                    <a:pt x="41995" y="82"/>
                  </a:cubicBezTo>
                  <a:cubicBezTo>
                    <a:pt x="17924" y="82"/>
                    <a:pt x="273" y="13741"/>
                    <a:pt x="273" y="30903"/>
                  </a:cubicBezTo>
                  <a:cubicBezTo>
                    <a:pt x="273" y="40010"/>
                    <a:pt x="8118" y="41586"/>
                    <a:pt x="10614" y="41586"/>
                  </a:cubicBezTo>
                  <a:cubicBezTo>
                    <a:pt x="15428" y="41586"/>
                    <a:pt x="21134" y="38433"/>
                    <a:pt x="21134" y="31253"/>
                  </a:cubicBezTo>
                  <a:cubicBezTo>
                    <a:pt x="21134" y="24949"/>
                    <a:pt x="16498" y="21447"/>
                    <a:pt x="10971" y="20921"/>
                  </a:cubicBezTo>
                  <a:cubicBezTo>
                    <a:pt x="15963" y="13041"/>
                    <a:pt x="26305" y="7787"/>
                    <a:pt x="38251" y="7787"/>
                  </a:cubicBezTo>
                  <a:cubicBezTo>
                    <a:pt x="55546" y="7787"/>
                    <a:pt x="69988" y="17944"/>
                    <a:pt x="69988" y="35106"/>
                  </a:cubicBezTo>
                  <a:cubicBezTo>
                    <a:pt x="69988" y="49816"/>
                    <a:pt x="59647" y="61024"/>
                    <a:pt x="45918" y="72407"/>
                  </a:cubicBezTo>
                  <a:lnTo>
                    <a:pt x="2412" y="108658"/>
                  </a:lnTo>
                  <a:cubicBezTo>
                    <a:pt x="629" y="110234"/>
                    <a:pt x="451" y="110234"/>
                    <a:pt x="273" y="111460"/>
                  </a:cubicBezTo>
                  <a:lnTo>
                    <a:pt x="273" y="116713"/>
                  </a:lnTo>
                  <a:lnTo>
                    <a:pt x="83183" y="116713"/>
                  </a:lnTo>
                  <a:lnTo>
                    <a:pt x="89067" y="82915"/>
                  </a:lnTo>
                  <a:close/>
                </a:path>
              </a:pathLst>
            </a:custGeom>
            <a:solidFill>
              <a:schemeClr val="accent2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BB99489-2B7C-ACDD-69D3-5601586CC195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2687165" y="7709275"/>
              <a:ext cx="133797" cy="131166"/>
            </a:xfrm>
            <a:custGeom>
              <a:avLst/>
              <a:gdLst>
                <a:gd name="connsiteX0" fmla="*/ 130579 w 133797"/>
                <a:gd name="connsiteY0" fmla="*/ 12094 h 131166"/>
                <a:gd name="connsiteX1" fmla="*/ 134074 w 133797"/>
                <a:gd name="connsiteY1" fmla="*/ 6210 h 131166"/>
                <a:gd name="connsiteX2" fmla="*/ 128083 w 133797"/>
                <a:gd name="connsiteY2" fmla="*/ 81 h 131166"/>
                <a:gd name="connsiteX3" fmla="*/ 121842 w 133797"/>
                <a:gd name="connsiteY3" fmla="*/ 3758 h 131166"/>
                <a:gd name="connsiteX4" fmla="*/ 67175 w 133797"/>
                <a:gd name="connsiteY4" fmla="*/ 57206 h 131166"/>
                <a:gd name="connsiteX5" fmla="*/ 12258 w 133797"/>
                <a:gd name="connsiteY5" fmla="*/ 3513 h 131166"/>
                <a:gd name="connsiteX6" fmla="*/ 6517 w 133797"/>
                <a:gd name="connsiteY6" fmla="*/ 81 h 131166"/>
                <a:gd name="connsiteX7" fmla="*/ 277 w 133797"/>
                <a:gd name="connsiteY7" fmla="*/ 6210 h 131166"/>
                <a:gd name="connsiteX8" fmla="*/ 4021 w 133797"/>
                <a:gd name="connsiteY8" fmla="*/ 12094 h 131166"/>
                <a:gd name="connsiteX9" fmla="*/ 58438 w 133797"/>
                <a:gd name="connsiteY9" fmla="*/ 65541 h 131166"/>
                <a:gd name="connsiteX10" fmla="*/ 4021 w 133797"/>
                <a:gd name="connsiteY10" fmla="*/ 118989 h 131166"/>
                <a:gd name="connsiteX11" fmla="*/ 277 w 133797"/>
                <a:gd name="connsiteY11" fmla="*/ 125118 h 131166"/>
                <a:gd name="connsiteX12" fmla="*/ 6517 w 133797"/>
                <a:gd name="connsiteY12" fmla="*/ 131248 h 131166"/>
                <a:gd name="connsiteX13" fmla="*/ 12258 w 133797"/>
                <a:gd name="connsiteY13" fmla="*/ 127815 h 131166"/>
                <a:gd name="connsiteX14" fmla="*/ 67175 w 133797"/>
                <a:gd name="connsiteY14" fmla="*/ 74123 h 131166"/>
                <a:gd name="connsiteX15" fmla="*/ 124089 w 133797"/>
                <a:gd name="connsiteY15" fmla="*/ 130022 h 131166"/>
                <a:gd name="connsiteX16" fmla="*/ 128083 w 133797"/>
                <a:gd name="connsiteY16" fmla="*/ 131248 h 131166"/>
                <a:gd name="connsiteX17" fmla="*/ 134074 w 133797"/>
                <a:gd name="connsiteY17" fmla="*/ 125118 h 131166"/>
                <a:gd name="connsiteX18" fmla="*/ 132825 w 133797"/>
                <a:gd name="connsiteY18" fmla="*/ 121931 h 131166"/>
                <a:gd name="connsiteX19" fmla="*/ 75912 w 133797"/>
                <a:gd name="connsiteY19" fmla="*/ 65787 h 131166"/>
                <a:gd name="connsiteX20" fmla="*/ 130579 w 133797"/>
                <a:gd name="connsiteY20" fmla="*/ 12094 h 1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3797" h="131166">
                  <a:moveTo>
                    <a:pt x="130579" y="12094"/>
                  </a:moveTo>
                  <a:cubicBezTo>
                    <a:pt x="133325" y="9397"/>
                    <a:pt x="134074" y="7926"/>
                    <a:pt x="134074" y="6210"/>
                  </a:cubicBezTo>
                  <a:cubicBezTo>
                    <a:pt x="134074" y="2287"/>
                    <a:pt x="130829" y="81"/>
                    <a:pt x="128083" y="81"/>
                  </a:cubicBezTo>
                  <a:cubicBezTo>
                    <a:pt x="125586" y="81"/>
                    <a:pt x="124838" y="816"/>
                    <a:pt x="121842" y="3758"/>
                  </a:cubicBezTo>
                  <a:lnTo>
                    <a:pt x="67175" y="57206"/>
                  </a:lnTo>
                  <a:lnTo>
                    <a:pt x="12258" y="3513"/>
                  </a:lnTo>
                  <a:cubicBezTo>
                    <a:pt x="9762" y="1061"/>
                    <a:pt x="8764" y="81"/>
                    <a:pt x="6517" y="81"/>
                  </a:cubicBezTo>
                  <a:cubicBezTo>
                    <a:pt x="3022" y="81"/>
                    <a:pt x="277" y="2777"/>
                    <a:pt x="277" y="6210"/>
                  </a:cubicBezTo>
                  <a:cubicBezTo>
                    <a:pt x="277" y="8416"/>
                    <a:pt x="1025" y="9152"/>
                    <a:pt x="4021" y="12094"/>
                  </a:cubicBezTo>
                  <a:lnTo>
                    <a:pt x="58438" y="65541"/>
                  </a:lnTo>
                  <a:lnTo>
                    <a:pt x="4021" y="118989"/>
                  </a:lnTo>
                  <a:cubicBezTo>
                    <a:pt x="526" y="122421"/>
                    <a:pt x="277" y="123647"/>
                    <a:pt x="277" y="125118"/>
                  </a:cubicBezTo>
                  <a:cubicBezTo>
                    <a:pt x="277" y="128551"/>
                    <a:pt x="3022" y="131248"/>
                    <a:pt x="6517" y="131248"/>
                  </a:cubicBezTo>
                  <a:cubicBezTo>
                    <a:pt x="8764" y="131248"/>
                    <a:pt x="9513" y="130512"/>
                    <a:pt x="12258" y="127815"/>
                  </a:cubicBezTo>
                  <a:lnTo>
                    <a:pt x="67175" y="74123"/>
                  </a:lnTo>
                  <a:lnTo>
                    <a:pt x="124089" y="130022"/>
                  </a:lnTo>
                  <a:cubicBezTo>
                    <a:pt x="125337" y="130757"/>
                    <a:pt x="126585" y="131248"/>
                    <a:pt x="128083" y="131248"/>
                  </a:cubicBezTo>
                  <a:cubicBezTo>
                    <a:pt x="130829" y="131248"/>
                    <a:pt x="134074" y="129041"/>
                    <a:pt x="134074" y="125118"/>
                  </a:cubicBezTo>
                  <a:cubicBezTo>
                    <a:pt x="134074" y="123157"/>
                    <a:pt x="133574" y="122667"/>
                    <a:pt x="132825" y="121931"/>
                  </a:cubicBezTo>
                  <a:cubicBezTo>
                    <a:pt x="132326" y="120950"/>
                    <a:pt x="83900" y="73387"/>
                    <a:pt x="75912" y="65787"/>
                  </a:cubicBezTo>
                  <a:lnTo>
                    <a:pt x="130579" y="12094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2BA8CFE8-DCB9-D248-A0FC-61C425694374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2880837" y="7666125"/>
              <a:ext cx="128305" cy="172601"/>
            </a:xfrm>
            <a:custGeom>
              <a:avLst/>
              <a:gdLst>
                <a:gd name="connsiteX0" fmla="*/ 127590 w 128305"/>
                <a:gd name="connsiteY0" fmla="*/ 7436 h 172601"/>
                <a:gd name="connsiteX1" fmla="*/ 128588 w 128305"/>
                <a:gd name="connsiteY1" fmla="*/ 3513 h 172601"/>
                <a:gd name="connsiteX2" fmla="*/ 124594 w 128305"/>
                <a:gd name="connsiteY2" fmla="*/ 81 h 172601"/>
                <a:gd name="connsiteX3" fmla="*/ 92643 w 128305"/>
                <a:gd name="connsiteY3" fmla="*/ 2532 h 172601"/>
                <a:gd name="connsiteX4" fmla="*/ 87151 w 128305"/>
                <a:gd name="connsiteY4" fmla="*/ 8171 h 172601"/>
                <a:gd name="connsiteX5" fmla="*/ 93641 w 128305"/>
                <a:gd name="connsiteY5" fmla="*/ 11604 h 172601"/>
                <a:gd name="connsiteX6" fmla="*/ 105623 w 128305"/>
                <a:gd name="connsiteY6" fmla="*/ 15281 h 172601"/>
                <a:gd name="connsiteX7" fmla="*/ 104624 w 128305"/>
                <a:gd name="connsiteY7" fmla="*/ 20675 h 172601"/>
                <a:gd name="connsiteX8" fmla="*/ 90396 w 128305"/>
                <a:gd name="connsiteY8" fmla="*/ 76574 h 172601"/>
                <a:gd name="connsiteX9" fmla="*/ 64685 w 128305"/>
                <a:gd name="connsiteY9" fmla="*/ 62109 h 172601"/>
                <a:gd name="connsiteX10" fmla="*/ 283 w 128305"/>
                <a:gd name="connsiteY10" fmla="*/ 131983 h 172601"/>
                <a:gd name="connsiteX11" fmla="*/ 37976 w 128305"/>
                <a:gd name="connsiteY11" fmla="*/ 172682 h 172601"/>
                <a:gd name="connsiteX12" fmla="*/ 73422 w 128305"/>
                <a:gd name="connsiteY12" fmla="*/ 155520 h 172601"/>
                <a:gd name="connsiteX13" fmla="*/ 99133 w 128305"/>
                <a:gd name="connsiteY13" fmla="*/ 172682 h 172601"/>
                <a:gd name="connsiteX14" fmla="*/ 118853 w 128305"/>
                <a:gd name="connsiteY14" fmla="*/ 159688 h 172601"/>
                <a:gd name="connsiteX15" fmla="*/ 127590 w 128305"/>
                <a:gd name="connsiteY15" fmla="*/ 135170 h 172601"/>
                <a:gd name="connsiteX16" fmla="*/ 123596 w 128305"/>
                <a:gd name="connsiteY16" fmla="*/ 131983 h 172601"/>
                <a:gd name="connsiteX17" fmla="*/ 118104 w 128305"/>
                <a:gd name="connsiteY17" fmla="*/ 139583 h 172601"/>
                <a:gd name="connsiteX18" fmla="*/ 99882 w 128305"/>
                <a:gd name="connsiteY18" fmla="*/ 165817 h 172601"/>
                <a:gd name="connsiteX19" fmla="*/ 91644 w 128305"/>
                <a:gd name="connsiteY19" fmla="*/ 153803 h 172601"/>
                <a:gd name="connsiteX20" fmla="*/ 92892 w 128305"/>
                <a:gd name="connsiteY20" fmla="*/ 143751 h 172601"/>
                <a:gd name="connsiteX21" fmla="*/ 127590 w 128305"/>
                <a:gd name="connsiteY21" fmla="*/ 7436 h 172601"/>
                <a:gd name="connsiteX22" fmla="*/ 74420 w 128305"/>
                <a:gd name="connsiteY22" fmla="*/ 139583 h 172601"/>
                <a:gd name="connsiteX23" fmla="*/ 61690 w 128305"/>
                <a:gd name="connsiteY23" fmla="*/ 156010 h 172601"/>
                <a:gd name="connsiteX24" fmla="*/ 38724 w 128305"/>
                <a:gd name="connsiteY24" fmla="*/ 165817 h 172601"/>
                <a:gd name="connsiteX25" fmla="*/ 20502 w 128305"/>
                <a:gd name="connsiteY25" fmla="*/ 142035 h 172601"/>
                <a:gd name="connsiteX26" fmla="*/ 33482 w 128305"/>
                <a:gd name="connsiteY26" fmla="*/ 92265 h 172601"/>
                <a:gd name="connsiteX27" fmla="*/ 64685 w 128305"/>
                <a:gd name="connsiteY27" fmla="*/ 68974 h 172601"/>
                <a:gd name="connsiteX28" fmla="*/ 86901 w 128305"/>
                <a:gd name="connsiteY28" fmla="*/ 90304 h 172601"/>
                <a:gd name="connsiteX29" fmla="*/ 86153 w 128305"/>
                <a:gd name="connsiteY29" fmla="*/ 93736 h 172601"/>
                <a:gd name="connsiteX30" fmla="*/ 74420 w 128305"/>
                <a:gd name="connsiteY30" fmla="*/ 139583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90" y="7436"/>
                  </a:moveTo>
                  <a:cubicBezTo>
                    <a:pt x="127839" y="6945"/>
                    <a:pt x="128588" y="3758"/>
                    <a:pt x="128588" y="3513"/>
                  </a:cubicBezTo>
                  <a:cubicBezTo>
                    <a:pt x="128588" y="2287"/>
                    <a:pt x="127590" y="81"/>
                    <a:pt x="124594" y="81"/>
                  </a:cubicBezTo>
                  <a:cubicBezTo>
                    <a:pt x="119602" y="81"/>
                    <a:pt x="98883" y="2042"/>
                    <a:pt x="92643" y="2532"/>
                  </a:cubicBezTo>
                  <a:cubicBezTo>
                    <a:pt x="90646" y="2777"/>
                    <a:pt x="87151" y="3023"/>
                    <a:pt x="87151" y="8171"/>
                  </a:cubicBezTo>
                  <a:cubicBezTo>
                    <a:pt x="87151" y="11604"/>
                    <a:pt x="90646" y="11604"/>
                    <a:pt x="93641" y="11604"/>
                  </a:cubicBezTo>
                  <a:cubicBezTo>
                    <a:pt x="105623" y="11604"/>
                    <a:pt x="105623" y="13320"/>
                    <a:pt x="105623" y="15281"/>
                  </a:cubicBezTo>
                  <a:cubicBezTo>
                    <a:pt x="105623" y="16997"/>
                    <a:pt x="105124" y="18468"/>
                    <a:pt x="104624" y="20675"/>
                  </a:cubicBezTo>
                  <a:lnTo>
                    <a:pt x="90396" y="76574"/>
                  </a:lnTo>
                  <a:cubicBezTo>
                    <a:pt x="85154" y="68484"/>
                    <a:pt x="76667" y="62109"/>
                    <a:pt x="64685" y="62109"/>
                  </a:cubicBezTo>
                  <a:cubicBezTo>
                    <a:pt x="32734" y="62109"/>
                    <a:pt x="283" y="96678"/>
                    <a:pt x="283" y="131983"/>
                  </a:cubicBezTo>
                  <a:cubicBezTo>
                    <a:pt x="283" y="155765"/>
                    <a:pt x="16508" y="172682"/>
                    <a:pt x="37976" y="172682"/>
                  </a:cubicBezTo>
                  <a:cubicBezTo>
                    <a:pt x="51455" y="172682"/>
                    <a:pt x="63437" y="165081"/>
                    <a:pt x="73422" y="155520"/>
                  </a:cubicBezTo>
                  <a:cubicBezTo>
                    <a:pt x="78165" y="170230"/>
                    <a:pt x="92643" y="172682"/>
                    <a:pt x="99133" y="172682"/>
                  </a:cubicBezTo>
                  <a:cubicBezTo>
                    <a:pt x="108119" y="172682"/>
                    <a:pt x="114360" y="167288"/>
                    <a:pt x="118853" y="159688"/>
                  </a:cubicBezTo>
                  <a:cubicBezTo>
                    <a:pt x="124345" y="150126"/>
                    <a:pt x="127590" y="136151"/>
                    <a:pt x="127590" y="135170"/>
                  </a:cubicBezTo>
                  <a:cubicBezTo>
                    <a:pt x="127590" y="131983"/>
                    <a:pt x="124345" y="131983"/>
                    <a:pt x="123596" y="131983"/>
                  </a:cubicBezTo>
                  <a:cubicBezTo>
                    <a:pt x="120101" y="131983"/>
                    <a:pt x="119851" y="132964"/>
                    <a:pt x="118104" y="139583"/>
                  </a:cubicBezTo>
                  <a:cubicBezTo>
                    <a:pt x="115109" y="151352"/>
                    <a:pt x="110366" y="165817"/>
                    <a:pt x="99882" y="165817"/>
                  </a:cubicBezTo>
                  <a:cubicBezTo>
                    <a:pt x="93392" y="165817"/>
                    <a:pt x="91644" y="160423"/>
                    <a:pt x="91644" y="153803"/>
                  </a:cubicBezTo>
                  <a:cubicBezTo>
                    <a:pt x="91644" y="149145"/>
                    <a:pt x="92143" y="146939"/>
                    <a:pt x="92892" y="143751"/>
                  </a:cubicBezTo>
                  <a:lnTo>
                    <a:pt x="127590" y="7436"/>
                  </a:lnTo>
                  <a:close/>
                  <a:moveTo>
                    <a:pt x="74420" y="139583"/>
                  </a:moveTo>
                  <a:cubicBezTo>
                    <a:pt x="72673" y="146448"/>
                    <a:pt x="67181" y="151352"/>
                    <a:pt x="61690" y="156010"/>
                  </a:cubicBezTo>
                  <a:cubicBezTo>
                    <a:pt x="59443" y="157971"/>
                    <a:pt x="49458" y="165817"/>
                    <a:pt x="38724" y="165817"/>
                  </a:cubicBezTo>
                  <a:cubicBezTo>
                    <a:pt x="29488" y="165817"/>
                    <a:pt x="20502" y="159442"/>
                    <a:pt x="20502" y="142035"/>
                  </a:cubicBezTo>
                  <a:cubicBezTo>
                    <a:pt x="20502" y="129041"/>
                    <a:pt x="27741" y="102072"/>
                    <a:pt x="33482" y="92265"/>
                  </a:cubicBezTo>
                  <a:cubicBezTo>
                    <a:pt x="44965" y="72651"/>
                    <a:pt x="57696" y="68974"/>
                    <a:pt x="64685" y="68974"/>
                  </a:cubicBezTo>
                  <a:cubicBezTo>
                    <a:pt x="82159" y="68974"/>
                    <a:pt x="86901" y="87607"/>
                    <a:pt x="86901" y="90304"/>
                  </a:cubicBezTo>
                  <a:cubicBezTo>
                    <a:pt x="86901" y="91285"/>
                    <a:pt x="86402" y="93001"/>
                    <a:pt x="86153" y="93736"/>
                  </a:cubicBezTo>
                  <a:lnTo>
                    <a:pt x="74420" y="139583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D2E1FE69-25AC-CD6E-BED1-57C9E5B0BD0B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3039556" y="7754667"/>
              <a:ext cx="73281" cy="116631"/>
            </a:xfrm>
            <a:custGeom>
              <a:avLst/>
              <a:gdLst>
                <a:gd name="connsiteX0" fmla="*/ 45754 w 73281"/>
                <a:gd name="connsiteY0" fmla="*/ 5335 h 116631"/>
                <a:gd name="connsiteX1" fmla="*/ 39335 w 73281"/>
                <a:gd name="connsiteY1" fmla="*/ 82 h 116631"/>
                <a:gd name="connsiteX2" fmla="*/ 3318 w 73281"/>
                <a:gd name="connsiteY2" fmla="*/ 11289 h 116631"/>
                <a:gd name="connsiteX3" fmla="*/ 287 w 73281"/>
                <a:gd name="connsiteY3" fmla="*/ 11289 h 116631"/>
                <a:gd name="connsiteX4" fmla="*/ 287 w 73281"/>
                <a:gd name="connsiteY4" fmla="*/ 18995 h 116631"/>
                <a:gd name="connsiteX5" fmla="*/ 3318 w 73281"/>
                <a:gd name="connsiteY5" fmla="*/ 18995 h 116631"/>
                <a:gd name="connsiteX6" fmla="*/ 29350 w 73281"/>
                <a:gd name="connsiteY6" fmla="*/ 14091 h 116631"/>
                <a:gd name="connsiteX7" fmla="*/ 29350 w 73281"/>
                <a:gd name="connsiteY7" fmla="*/ 101653 h 116631"/>
                <a:gd name="connsiteX8" fmla="*/ 10450 w 73281"/>
                <a:gd name="connsiteY8" fmla="*/ 109008 h 116631"/>
                <a:gd name="connsiteX9" fmla="*/ 1535 w 73281"/>
                <a:gd name="connsiteY9" fmla="*/ 109008 h 116631"/>
                <a:gd name="connsiteX10" fmla="*/ 1535 w 73281"/>
                <a:gd name="connsiteY10" fmla="*/ 116713 h 116631"/>
                <a:gd name="connsiteX11" fmla="*/ 37552 w 73281"/>
                <a:gd name="connsiteY11" fmla="*/ 116013 h 116631"/>
                <a:gd name="connsiteX12" fmla="*/ 73569 w 73281"/>
                <a:gd name="connsiteY12" fmla="*/ 116713 h 116631"/>
                <a:gd name="connsiteX13" fmla="*/ 73569 w 73281"/>
                <a:gd name="connsiteY13" fmla="*/ 109008 h 116631"/>
                <a:gd name="connsiteX14" fmla="*/ 64654 w 73281"/>
                <a:gd name="connsiteY14" fmla="*/ 109008 h 116631"/>
                <a:gd name="connsiteX15" fmla="*/ 45754 w 73281"/>
                <a:gd name="connsiteY15" fmla="*/ 101653 h 116631"/>
                <a:gd name="connsiteX16" fmla="*/ 45754 w 73281"/>
                <a:gd name="connsiteY16" fmla="*/ 5335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281" h="116631">
                  <a:moveTo>
                    <a:pt x="45754" y="5335"/>
                  </a:moveTo>
                  <a:cubicBezTo>
                    <a:pt x="45754" y="82"/>
                    <a:pt x="45219" y="82"/>
                    <a:pt x="39335" y="82"/>
                  </a:cubicBezTo>
                  <a:cubicBezTo>
                    <a:pt x="26675" y="11289"/>
                    <a:pt x="6884" y="11289"/>
                    <a:pt x="3318" y="11289"/>
                  </a:cubicBezTo>
                  <a:lnTo>
                    <a:pt x="287" y="11289"/>
                  </a:lnTo>
                  <a:lnTo>
                    <a:pt x="287" y="18995"/>
                  </a:lnTo>
                  <a:lnTo>
                    <a:pt x="3318" y="18995"/>
                  </a:lnTo>
                  <a:cubicBezTo>
                    <a:pt x="7419" y="18995"/>
                    <a:pt x="19009" y="18469"/>
                    <a:pt x="29350" y="14091"/>
                  </a:cubicBezTo>
                  <a:lnTo>
                    <a:pt x="29350" y="101653"/>
                  </a:lnTo>
                  <a:cubicBezTo>
                    <a:pt x="29350" y="107082"/>
                    <a:pt x="29350" y="109008"/>
                    <a:pt x="10450" y="109008"/>
                  </a:cubicBezTo>
                  <a:lnTo>
                    <a:pt x="1535" y="109008"/>
                  </a:lnTo>
                  <a:lnTo>
                    <a:pt x="1535" y="116713"/>
                  </a:lnTo>
                  <a:cubicBezTo>
                    <a:pt x="11342" y="116013"/>
                    <a:pt x="27210" y="116013"/>
                    <a:pt x="37552" y="116013"/>
                  </a:cubicBezTo>
                  <a:cubicBezTo>
                    <a:pt x="47893" y="116013"/>
                    <a:pt x="63762" y="116013"/>
                    <a:pt x="73569" y="116713"/>
                  </a:cubicBezTo>
                  <a:lnTo>
                    <a:pt x="73569" y="109008"/>
                  </a:lnTo>
                  <a:lnTo>
                    <a:pt x="64654" y="109008"/>
                  </a:lnTo>
                  <a:cubicBezTo>
                    <a:pt x="45754" y="109008"/>
                    <a:pt x="45754" y="107082"/>
                    <a:pt x="45754" y="101653"/>
                  </a:cubicBezTo>
                  <a:lnTo>
                    <a:pt x="45754" y="5335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BE4070AC-918C-C755-662B-65F30279EC2E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9076156" y="8317826"/>
              <a:ext cx="264241" cy="312068"/>
            </a:xfrm>
            <a:custGeom>
              <a:avLst/>
              <a:gdLst>
                <a:gd name="connsiteX0" fmla="*/ 188462 w 264241"/>
                <a:gd name="connsiteY0" fmla="*/ 237918 h 312068"/>
                <a:gd name="connsiteX1" fmla="*/ 262279 w 264241"/>
                <a:gd name="connsiteY1" fmla="*/ 125489 h 312068"/>
                <a:gd name="connsiteX2" fmla="*/ 131406 w 264241"/>
                <a:gd name="connsiteY2" fmla="*/ 101 h 312068"/>
                <a:gd name="connsiteX3" fmla="*/ 176 w 264241"/>
                <a:gd name="connsiteY3" fmla="*/ 125489 h 312068"/>
                <a:gd name="connsiteX4" fmla="*/ 131406 w 264241"/>
                <a:gd name="connsiteY4" fmla="*/ 248075 h 312068"/>
                <a:gd name="connsiteX5" fmla="*/ 165283 w 264241"/>
                <a:gd name="connsiteY5" fmla="*/ 244923 h 312068"/>
                <a:gd name="connsiteX6" fmla="*/ 215564 w 264241"/>
                <a:gd name="connsiteY6" fmla="*/ 312170 h 312068"/>
                <a:gd name="connsiteX7" fmla="*/ 264418 w 264241"/>
                <a:gd name="connsiteY7" fmla="*/ 247024 h 312068"/>
                <a:gd name="connsiteX8" fmla="*/ 257999 w 264241"/>
                <a:gd name="connsiteY8" fmla="*/ 237918 h 312068"/>
                <a:gd name="connsiteX9" fmla="*/ 251581 w 264241"/>
                <a:gd name="connsiteY9" fmla="*/ 244923 h 312068"/>
                <a:gd name="connsiteX10" fmla="*/ 221269 w 264241"/>
                <a:gd name="connsiteY10" fmla="*/ 258583 h 312068"/>
                <a:gd name="connsiteX11" fmla="*/ 188462 w 264241"/>
                <a:gd name="connsiteY11" fmla="*/ 237918 h 312068"/>
                <a:gd name="connsiteX12" fmla="*/ 97529 w 264241"/>
                <a:gd name="connsiteY12" fmla="*/ 226360 h 312068"/>
                <a:gd name="connsiteX13" fmla="*/ 52597 w 264241"/>
                <a:gd name="connsiteY13" fmla="*/ 125139 h 312068"/>
                <a:gd name="connsiteX14" fmla="*/ 65791 w 264241"/>
                <a:gd name="connsiteY14" fmla="*/ 52988 h 312068"/>
                <a:gd name="connsiteX15" fmla="*/ 131049 w 264241"/>
                <a:gd name="connsiteY15" fmla="*/ 14111 h 312068"/>
                <a:gd name="connsiteX16" fmla="*/ 195238 w 264241"/>
                <a:gd name="connsiteY16" fmla="*/ 50887 h 312068"/>
                <a:gd name="connsiteX17" fmla="*/ 209858 w 264241"/>
                <a:gd name="connsiteY17" fmla="*/ 125139 h 312068"/>
                <a:gd name="connsiteX18" fmla="*/ 175624 w 264241"/>
                <a:gd name="connsiteY18" fmla="*/ 220056 h 312068"/>
                <a:gd name="connsiteX19" fmla="*/ 131049 w 264241"/>
                <a:gd name="connsiteY19" fmla="*/ 189934 h 312068"/>
                <a:gd name="connsiteX20" fmla="*/ 96459 w 264241"/>
                <a:gd name="connsiteY20" fmla="*/ 218655 h 312068"/>
                <a:gd name="connsiteX21" fmla="*/ 97529 w 264241"/>
                <a:gd name="connsiteY21" fmla="*/ 226360 h 312068"/>
                <a:gd name="connsiteX22" fmla="*/ 160647 w 264241"/>
                <a:gd name="connsiteY22" fmla="*/ 228461 h 312068"/>
                <a:gd name="connsiteX23" fmla="*/ 131406 w 264241"/>
                <a:gd name="connsiteY23" fmla="*/ 234065 h 312068"/>
                <a:gd name="connsiteX24" fmla="*/ 109296 w 264241"/>
                <a:gd name="connsiteY24" fmla="*/ 218655 h 312068"/>
                <a:gd name="connsiteX25" fmla="*/ 131406 w 264241"/>
                <a:gd name="connsiteY25" fmla="*/ 202543 h 312068"/>
                <a:gd name="connsiteX26" fmla="*/ 160647 w 264241"/>
                <a:gd name="connsiteY26" fmla="*/ 228461 h 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4241" h="312068">
                  <a:moveTo>
                    <a:pt x="188462" y="237918"/>
                  </a:moveTo>
                  <a:cubicBezTo>
                    <a:pt x="246945" y="215502"/>
                    <a:pt x="262279" y="163666"/>
                    <a:pt x="262279" y="125489"/>
                  </a:cubicBezTo>
                  <a:cubicBezTo>
                    <a:pt x="262279" y="49836"/>
                    <a:pt x="210571" y="101"/>
                    <a:pt x="131406" y="101"/>
                  </a:cubicBezTo>
                  <a:cubicBezTo>
                    <a:pt x="49744" y="101"/>
                    <a:pt x="176" y="51938"/>
                    <a:pt x="176" y="125489"/>
                  </a:cubicBezTo>
                  <a:cubicBezTo>
                    <a:pt x="176" y="196939"/>
                    <a:pt x="48674" y="248075"/>
                    <a:pt x="131406" y="248075"/>
                  </a:cubicBezTo>
                  <a:cubicBezTo>
                    <a:pt x="139251" y="248075"/>
                    <a:pt x="151019" y="247725"/>
                    <a:pt x="165283" y="244923"/>
                  </a:cubicBezTo>
                  <a:cubicBezTo>
                    <a:pt x="175268" y="284501"/>
                    <a:pt x="182400" y="312170"/>
                    <a:pt x="215564" y="312170"/>
                  </a:cubicBezTo>
                  <a:cubicBezTo>
                    <a:pt x="251937" y="312170"/>
                    <a:pt x="264418" y="270841"/>
                    <a:pt x="264418" y="247024"/>
                  </a:cubicBezTo>
                  <a:cubicBezTo>
                    <a:pt x="264418" y="244222"/>
                    <a:pt x="264418" y="237918"/>
                    <a:pt x="257999" y="237918"/>
                  </a:cubicBezTo>
                  <a:cubicBezTo>
                    <a:pt x="252650" y="237918"/>
                    <a:pt x="251937" y="242471"/>
                    <a:pt x="251581" y="244923"/>
                  </a:cubicBezTo>
                  <a:cubicBezTo>
                    <a:pt x="249441" y="258232"/>
                    <a:pt x="227332" y="258583"/>
                    <a:pt x="221269" y="258583"/>
                  </a:cubicBezTo>
                  <a:cubicBezTo>
                    <a:pt x="213068" y="258583"/>
                    <a:pt x="202370" y="258583"/>
                    <a:pt x="188462" y="237918"/>
                  </a:cubicBezTo>
                  <a:close/>
                  <a:moveTo>
                    <a:pt x="97529" y="226360"/>
                  </a:moveTo>
                  <a:cubicBezTo>
                    <a:pt x="53667" y="205695"/>
                    <a:pt x="52597" y="152458"/>
                    <a:pt x="52597" y="125139"/>
                  </a:cubicBezTo>
                  <a:cubicBezTo>
                    <a:pt x="52597" y="111129"/>
                    <a:pt x="52597" y="77856"/>
                    <a:pt x="65791" y="52988"/>
                  </a:cubicBezTo>
                  <a:cubicBezTo>
                    <a:pt x="84334" y="19365"/>
                    <a:pt x="115002" y="14111"/>
                    <a:pt x="131049" y="14111"/>
                  </a:cubicBezTo>
                  <a:cubicBezTo>
                    <a:pt x="150306" y="14111"/>
                    <a:pt x="178121" y="21116"/>
                    <a:pt x="195238" y="50887"/>
                  </a:cubicBezTo>
                  <a:cubicBezTo>
                    <a:pt x="208788" y="74353"/>
                    <a:pt x="209858" y="104474"/>
                    <a:pt x="209858" y="125139"/>
                  </a:cubicBezTo>
                  <a:cubicBezTo>
                    <a:pt x="209858" y="144753"/>
                    <a:pt x="209858" y="196939"/>
                    <a:pt x="175624" y="220056"/>
                  </a:cubicBezTo>
                  <a:cubicBezTo>
                    <a:pt x="167779" y="208497"/>
                    <a:pt x="154942" y="189934"/>
                    <a:pt x="131049" y="189934"/>
                  </a:cubicBezTo>
                  <a:cubicBezTo>
                    <a:pt x="112862" y="189934"/>
                    <a:pt x="96459" y="201843"/>
                    <a:pt x="96459" y="218655"/>
                  </a:cubicBezTo>
                  <a:cubicBezTo>
                    <a:pt x="96459" y="220756"/>
                    <a:pt x="96815" y="224609"/>
                    <a:pt x="97529" y="226360"/>
                  </a:cubicBezTo>
                  <a:close/>
                  <a:moveTo>
                    <a:pt x="160647" y="228461"/>
                  </a:moveTo>
                  <a:cubicBezTo>
                    <a:pt x="151732" y="232314"/>
                    <a:pt x="141034" y="234065"/>
                    <a:pt x="131406" y="234065"/>
                  </a:cubicBezTo>
                  <a:cubicBezTo>
                    <a:pt x="111793" y="234065"/>
                    <a:pt x="109296" y="222857"/>
                    <a:pt x="109296" y="218655"/>
                  </a:cubicBezTo>
                  <a:cubicBezTo>
                    <a:pt x="109296" y="209198"/>
                    <a:pt x="119638" y="202543"/>
                    <a:pt x="131406" y="202543"/>
                  </a:cubicBezTo>
                  <a:cubicBezTo>
                    <a:pt x="141391" y="202543"/>
                    <a:pt x="153515" y="206396"/>
                    <a:pt x="160647" y="228461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404648EA-9F77-06A9-BB64-1EABFE0466C1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9480420" y="8433407"/>
              <a:ext cx="237140" cy="81957"/>
            </a:xfrm>
            <a:custGeom>
              <a:avLst/>
              <a:gdLst>
                <a:gd name="connsiteX0" fmla="*/ 225203 w 237140"/>
                <a:gd name="connsiteY0" fmla="*/ 14111 h 81957"/>
                <a:gd name="connsiteX1" fmla="*/ 237328 w 237140"/>
                <a:gd name="connsiteY1" fmla="*/ 7106 h 81957"/>
                <a:gd name="connsiteX2" fmla="*/ 225560 w 237140"/>
                <a:gd name="connsiteY2" fmla="*/ 101 h 81957"/>
                <a:gd name="connsiteX3" fmla="*/ 11956 w 237140"/>
                <a:gd name="connsiteY3" fmla="*/ 101 h 81957"/>
                <a:gd name="connsiteX4" fmla="*/ 188 w 237140"/>
                <a:gd name="connsiteY4" fmla="*/ 7106 h 81957"/>
                <a:gd name="connsiteX5" fmla="*/ 12312 w 237140"/>
                <a:gd name="connsiteY5" fmla="*/ 14111 h 81957"/>
                <a:gd name="connsiteX6" fmla="*/ 225203 w 237140"/>
                <a:gd name="connsiteY6" fmla="*/ 14111 h 81957"/>
                <a:gd name="connsiteX7" fmla="*/ 225560 w 237140"/>
                <a:gd name="connsiteY7" fmla="*/ 82059 h 81957"/>
                <a:gd name="connsiteX8" fmla="*/ 237328 w 237140"/>
                <a:gd name="connsiteY8" fmla="*/ 75054 h 81957"/>
                <a:gd name="connsiteX9" fmla="*/ 225203 w 237140"/>
                <a:gd name="connsiteY9" fmla="*/ 68049 h 81957"/>
                <a:gd name="connsiteX10" fmla="*/ 12312 w 237140"/>
                <a:gd name="connsiteY10" fmla="*/ 68049 h 81957"/>
                <a:gd name="connsiteX11" fmla="*/ 188 w 237140"/>
                <a:gd name="connsiteY11" fmla="*/ 75054 h 81957"/>
                <a:gd name="connsiteX12" fmla="*/ 11956 w 237140"/>
                <a:gd name="connsiteY12" fmla="*/ 82059 h 81957"/>
                <a:gd name="connsiteX13" fmla="*/ 225560 w 237140"/>
                <a:gd name="connsiteY13" fmla="*/ 82059 h 8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140" h="81957">
                  <a:moveTo>
                    <a:pt x="225203" y="14111"/>
                  </a:moveTo>
                  <a:cubicBezTo>
                    <a:pt x="230552" y="14111"/>
                    <a:pt x="237328" y="14111"/>
                    <a:pt x="237328" y="7106"/>
                  </a:cubicBezTo>
                  <a:cubicBezTo>
                    <a:pt x="237328" y="101"/>
                    <a:pt x="230552" y="101"/>
                    <a:pt x="225560" y="101"/>
                  </a:cubicBezTo>
                  <a:lnTo>
                    <a:pt x="11956" y="101"/>
                  </a:lnTo>
                  <a:cubicBezTo>
                    <a:pt x="6963" y="101"/>
                    <a:pt x="188" y="101"/>
                    <a:pt x="188" y="7106"/>
                  </a:cubicBezTo>
                  <a:cubicBezTo>
                    <a:pt x="188" y="14111"/>
                    <a:pt x="6963" y="14111"/>
                    <a:pt x="12312" y="14111"/>
                  </a:cubicBezTo>
                  <a:lnTo>
                    <a:pt x="225203" y="14111"/>
                  </a:lnTo>
                  <a:close/>
                  <a:moveTo>
                    <a:pt x="225560" y="82059"/>
                  </a:moveTo>
                  <a:cubicBezTo>
                    <a:pt x="230552" y="82059"/>
                    <a:pt x="237328" y="82059"/>
                    <a:pt x="237328" y="75054"/>
                  </a:cubicBezTo>
                  <a:cubicBezTo>
                    <a:pt x="237328" y="68049"/>
                    <a:pt x="230552" y="68049"/>
                    <a:pt x="225203" y="68049"/>
                  </a:cubicBezTo>
                  <a:lnTo>
                    <a:pt x="12312" y="68049"/>
                  </a:lnTo>
                  <a:cubicBezTo>
                    <a:pt x="6963" y="68049"/>
                    <a:pt x="188" y="68049"/>
                    <a:pt x="188" y="75054"/>
                  </a:cubicBezTo>
                  <a:cubicBezTo>
                    <a:pt x="188" y="82059"/>
                    <a:pt x="6963" y="82059"/>
                    <a:pt x="11956" y="82059"/>
                  </a:cubicBezTo>
                  <a:lnTo>
                    <a:pt x="225560" y="82059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E212DA9C-A826-13C2-C98E-92E0011A1E66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9845420" y="8321679"/>
              <a:ext cx="406526" cy="243070"/>
            </a:xfrm>
            <a:custGeom>
              <a:avLst/>
              <a:gdLst>
                <a:gd name="connsiteX0" fmla="*/ 372847 w 406526"/>
                <a:gd name="connsiteY0" fmla="*/ 24969 h 243070"/>
                <a:gd name="connsiteX1" fmla="*/ 386398 w 406526"/>
                <a:gd name="connsiteY1" fmla="*/ 17263 h 243070"/>
                <a:gd name="connsiteX2" fmla="*/ 406724 w 406526"/>
                <a:gd name="connsiteY2" fmla="*/ 16563 h 243070"/>
                <a:gd name="connsiteX3" fmla="*/ 406724 w 406526"/>
                <a:gd name="connsiteY3" fmla="*/ 101 h 243070"/>
                <a:gd name="connsiteX4" fmla="*/ 368568 w 406526"/>
                <a:gd name="connsiteY4" fmla="*/ 1152 h 243070"/>
                <a:gd name="connsiteX5" fmla="*/ 320070 w 406526"/>
                <a:gd name="connsiteY5" fmla="*/ 101 h 243070"/>
                <a:gd name="connsiteX6" fmla="*/ 320070 w 406526"/>
                <a:gd name="connsiteY6" fmla="*/ 16563 h 243070"/>
                <a:gd name="connsiteX7" fmla="*/ 356443 w 406526"/>
                <a:gd name="connsiteY7" fmla="*/ 20415 h 243070"/>
                <a:gd name="connsiteX8" fmla="*/ 295108 w 406526"/>
                <a:gd name="connsiteY8" fmla="*/ 176975 h 243070"/>
                <a:gd name="connsiteX9" fmla="*/ 231989 w 406526"/>
                <a:gd name="connsiteY9" fmla="*/ 16563 h 243070"/>
                <a:gd name="connsiteX10" fmla="*/ 266223 w 406526"/>
                <a:gd name="connsiteY10" fmla="*/ 16563 h 243070"/>
                <a:gd name="connsiteX11" fmla="*/ 266223 w 406526"/>
                <a:gd name="connsiteY11" fmla="*/ 101 h 243070"/>
                <a:gd name="connsiteX12" fmla="*/ 203818 w 406526"/>
                <a:gd name="connsiteY12" fmla="*/ 1152 h 243070"/>
                <a:gd name="connsiteX13" fmla="*/ 149258 w 406526"/>
                <a:gd name="connsiteY13" fmla="*/ 101 h 243070"/>
                <a:gd name="connsiteX14" fmla="*/ 149258 w 406526"/>
                <a:gd name="connsiteY14" fmla="*/ 16563 h 243070"/>
                <a:gd name="connsiteX15" fmla="*/ 179926 w 406526"/>
                <a:gd name="connsiteY15" fmla="*/ 16563 h 243070"/>
                <a:gd name="connsiteX16" fmla="*/ 194546 w 406526"/>
                <a:gd name="connsiteY16" fmla="*/ 53689 h 243070"/>
                <a:gd name="connsiteX17" fmla="*/ 146048 w 406526"/>
                <a:gd name="connsiteY17" fmla="*/ 176975 h 243070"/>
                <a:gd name="connsiteX18" fmla="*/ 82930 w 406526"/>
                <a:gd name="connsiteY18" fmla="*/ 16563 h 243070"/>
                <a:gd name="connsiteX19" fmla="*/ 117164 w 406526"/>
                <a:gd name="connsiteY19" fmla="*/ 16563 h 243070"/>
                <a:gd name="connsiteX20" fmla="*/ 117164 w 406526"/>
                <a:gd name="connsiteY20" fmla="*/ 101 h 243070"/>
                <a:gd name="connsiteX21" fmla="*/ 54758 w 406526"/>
                <a:gd name="connsiteY21" fmla="*/ 1152 h 243070"/>
                <a:gd name="connsiteX22" fmla="*/ 198 w 406526"/>
                <a:gd name="connsiteY22" fmla="*/ 101 h 243070"/>
                <a:gd name="connsiteX23" fmla="*/ 198 w 406526"/>
                <a:gd name="connsiteY23" fmla="*/ 16563 h 243070"/>
                <a:gd name="connsiteX24" fmla="*/ 30866 w 406526"/>
                <a:gd name="connsiteY24" fmla="*/ 16563 h 243070"/>
                <a:gd name="connsiteX25" fmla="*/ 116450 w 406526"/>
                <a:gd name="connsiteY25" fmla="*/ 234065 h 243070"/>
                <a:gd name="connsiteX26" fmla="*/ 128931 w 406526"/>
                <a:gd name="connsiteY26" fmla="*/ 243172 h 243070"/>
                <a:gd name="connsiteX27" fmla="*/ 141413 w 406526"/>
                <a:gd name="connsiteY27" fmla="*/ 234065 h 243070"/>
                <a:gd name="connsiteX28" fmla="*/ 203461 w 406526"/>
                <a:gd name="connsiteY28" fmla="*/ 76455 h 243070"/>
                <a:gd name="connsiteX29" fmla="*/ 265510 w 406526"/>
                <a:gd name="connsiteY29" fmla="*/ 234065 h 243070"/>
                <a:gd name="connsiteX30" fmla="*/ 277991 w 406526"/>
                <a:gd name="connsiteY30" fmla="*/ 243172 h 243070"/>
                <a:gd name="connsiteX31" fmla="*/ 290472 w 406526"/>
                <a:gd name="connsiteY31" fmla="*/ 234065 h 243070"/>
                <a:gd name="connsiteX32" fmla="*/ 372847 w 406526"/>
                <a:gd name="connsiteY32" fmla="*/ 24969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47" y="24969"/>
                  </a:moveTo>
                  <a:cubicBezTo>
                    <a:pt x="374987" y="19014"/>
                    <a:pt x="375343" y="18314"/>
                    <a:pt x="386398" y="17263"/>
                  </a:cubicBezTo>
                  <a:cubicBezTo>
                    <a:pt x="393530" y="16563"/>
                    <a:pt x="401019" y="16563"/>
                    <a:pt x="406724" y="16563"/>
                  </a:cubicBezTo>
                  <a:lnTo>
                    <a:pt x="406724" y="101"/>
                  </a:lnTo>
                  <a:cubicBezTo>
                    <a:pt x="397096" y="451"/>
                    <a:pt x="384615" y="1152"/>
                    <a:pt x="368568" y="1152"/>
                  </a:cubicBezTo>
                  <a:cubicBezTo>
                    <a:pt x="355017" y="1152"/>
                    <a:pt x="332908" y="1152"/>
                    <a:pt x="320070" y="101"/>
                  </a:cubicBezTo>
                  <a:lnTo>
                    <a:pt x="320070" y="16563"/>
                  </a:lnTo>
                  <a:cubicBezTo>
                    <a:pt x="328985" y="16563"/>
                    <a:pt x="346102" y="16563"/>
                    <a:pt x="356443" y="20415"/>
                  </a:cubicBezTo>
                  <a:lnTo>
                    <a:pt x="295108" y="176975"/>
                  </a:lnTo>
                  <a:lnTo>
                    <a:pt x="231989" y="16563"/>
                  </a:lnTo>
                  <a:lnTo>
                    <a:pt x="266223" y="16563"/>
                  </a:lnTo>
                  <a:lnTo>
                    <a:pt x="266223" y="101"/>
                  </a:lnTo>
                  <a:cubicBezTo>
                    <a:pt x="252672" y="1152"/>
                    <a:pt x="219152" y="1152"/>
                    <a:pt x="203818" y="1152"/>
                  </a:cubicBezTo>
                  <a:cubicBezTo>
                    <a:pt x="189910" y="1152"/>
                    <a:pt x="161739" y="1152"/>
                    <a:pt x="149258" y="101"/>
                  </a:cubicBezTo>
                  <a:lnTo>
                    <a:pt x="149258" y="16563"/>
                  </a:lnTo>
                  <a:lnTo>
                    <a:pt x="179926" y="16563"/>
                  </a:lnTo>
                  <a:lnTo>
                    <a:pt x="194546" y="53689"/>
                  </a:lnTo>
                  <a:lnTo>
                    <a:pt x="146048" y="176975"/>
                  </a:lnTo>
                  <a:lnTo>
                    <a:pt x="82930" y="16563"/>
                  </a:lnTo>
                  <a:lnTo>
                    <a:pt x="117164" y="16563"/>
                  </a:lnTo>
                  <a:lnTo>
                    <a:pt x="117164" y="101"/>
                  </a:lnTo>
                  <a:cubicBezTo>
                    <a:pt x="103613" y="1152"/>
                    <a:pt x="70092" y="1152"/>
                    <a:pt x="54758" y="1152"/>
                  </a:cubicBezTo>
                  <a:cubicBezTo>
                    <a:pt x="40851" y="1152"/>
                    <a:pt x="12679" y="1152"/>
                    <a:pt x="198" y="101"/>
                  </a:cubicBezTo>
                  <a:lnTo>
                    <a:pt x="198" y="16563"/>
                  </a:lnTo>
                  <a:lnTo>
                    <a:pt x="30866" y="16563"/>
                  </a:lnTo>
                  <a:lnTo>
                    <a:pt x="116450" y="234065"/>
                  </a:lnTo>
                  <a:cubicBezTo>
                    <a:pt x="118590" y="239669"/>
                    <a:pt x="120016" y="243172"/>
                    <a:pt x="128931" y="243172"/>
                  </a:cubicBezTo>
                  <a:cubicBezTo>
                    <a:pt x="137847" y="243172"/>
                    <a:pt x="139273" y="239669"/>
                    <a:pt x="141413" y="234065"/>
                  </a:cubicBezTo>
                  <a:lnTo>
                    <a:pt x="203461" y="76455"/>
                  </a:lnTo>
                  <a:lnTo>
                    <a:pt x="265510" y="234065"/>
                  </a:lnTo>
                  <a:cubicBezTo>
                    <a:pt x="267650" y="239669"/>
                    <a:pt x="269076" y="243172"/>
                    <a:pt x="277991" y="243172"/>
                  </a:cubicBezTo>
                  <a:cubicBezTo>
                    <a:pt x="286906" y="243172"/>
                    <a:pt x="288333" y="239669"/>
                    <a:pt x="290472" y="234065"/>
                  </a:cubicBezTo>
                  <a:lnTo>
                    <a:pt x="372847" y="24969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D33BD399-5CDD-A8C7-F1E6-347E52D60AE5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0276046" y="8506363"/>
              <a:ext cx="112329" cy="155684"/>
            </a:xfrm>
            <a:custGeom>
              <a:avLst/>
              <a:gdLst>
                <a:gd name="connsiteX0" fmla="*/ 112040 w 112329"/>
                <a:gd name="connsiteY0" fmla="*/ 7213 h 155684"/>
                <a:gd name="connsiteX1" fmla="*/ 112540 w 112329"/>
                <a:gd name="connsiteY1" fmla="*/ 3535 h 155684"/>
                <a:gd name="connsiteX2" fmla="*/ 109295 w 112329"/>
                <a:gd name="connsiteY2" fmla="*/ 103 h 155684"/>
                <a:gd name="connsiteX3" fmla="*/ 91322 w 112329"/>
                <a:gd name="connsiteY3" fmla="*/ 16284 h 155684"/>
                <a:gd name="connsiteX4" fmla="*/ 64612 w 112329"/>
                <a:gd name="connsiteY4" fmla="*/ 103 h 155684"/>
                <a:gd name="connsiteX5" fmla="*/ 210 w 112329"/>
                <a:gd name="connsiteY5" fmla="*/ 69977 h 155684"/>
                <a:gd name="connsiteX6" fmla="*/ 37903 w 112329"/>
                <a:gd name="connsiteY6" fmla="*/ 110675 h 155684"/>
                <a:gd name="connsiteX7" fmla="*/ 69355 w 112329"/>
                <a:gd name="connsiteY7" fmla="*/ 97191 h 155684"/>
                <a:gd name="connsiteX8" fmla="*/ 60369 w 112329"/>
                <a:gd name="connsiteY8" fmla="*/ 132986 h 155684"/>
                <a:gd name="connsiteX9" fmla="*/ 41148 w 112329"/>
                <a:gd name="connsiteY9" fmla="*/ 146961 h 155684"/>
                <a:gd name="connsiteX10" fmla="*/ 34658 w 112329"/>
                <a:gd name="connsiteY10" fmla="*/ 152355 h 155684"/>
                <a:gd name="connsiteX11" fmla="*/ 38402 w 112329"/>
                <a:gd name="connsiteY11" fmla="*/ 155787 h 155684"/>
                <a:gd name="connsiteX12" fmla="*/ 64363 w 112329"/>
                <a:gd name="connsiteY12" fmla="*/ 154806 h 155684"/>
                <a:gd name="connsiteX13" fmla="*/ 91072 w 112329"/>
                <a:gd name="connsiteY13" fmla="*/ 155787 h 155684"/>
                <a:gd name="connsiteX14" fmla="*/ 96065 w 112329"/>
                <a:gd name="connsiteY14" fmla="*/ 150393 h 155684"/>
                <a:gd name="connsiteX15" fmla="*/ 89574 w 112329"/>
                <a:gd name="connsiteY15" fmla="*/ 146961 h 155684"/>
                <a:gd name="connsiteX16" fmla="*/ 77343 w 112329"/>
                <a:gd name="connsiteY16" fmla="*/ 144019 h 155684"/>
                <a:gd name="connsiteX17" fmla="*/ 78591 w 112329"/>
                <a:gd name="connsiteY17" fmla="*/ 138625 h 155684"/>
                <a:gd name="connsiteX18" fmla="*/ 112040 w 112329"/>
                <a:gd name="connsiteY18" fmla="*/ 7213 h 155684"/>
                <a:gd name="connsiteX19" fmla="*/ 74348 w 112329"/>
                <a:gd name="connsiteY19" fmla="*/ 77332 h 155684"/>
                <a:gd name="connsiteX20" fmla="*/ 69854 w 112329"/>
                <a:gd name="connsiteY20" fmla="*/ 85913 h 155684"/>
                <a:gd name="connsiteX21" fmla="*/ 38652 w 112329"/>
                <a:gd name="connsiteY21" fmla="*/ 103810 h 155684"/>
                <a:gd name="connsiteX22" fmla="*/ 20429 w 112329"/>
                <a:gd name="connsiteY22" fmla="*/ 80029 h 155684"/>
                <a:gd name="connsiteX23" fmla="*/ 33410 w 112329"/>
                <a:gd name="connsiteY23" fmla="*/ 30259 h 155684"/>
                <a:gd name="connsiteX24" fmla="*/ 64612 w 112329"/>
                <a:gd name="connsiteY24" fmla="*/ 6968 h 155684"/>
                <a:gd name="connsiteX25" fmla="*/ 86829 w 112329"/>
                <a:gd name="connsiteY25" fmla="*/ 28298 h 155684"/>
                <a:gd name="connsiteX26" fmla="*/ 86080 w 112329"/>
                <a:gd name="connsiteY26" fmla="*/ 31975 h 155684"/>
                <a:gd name="connsiteX27" fmla="*/ 74348 w 112329"/>
                <a:gd name="connsiteY27" fmla="*/ 77332 h 155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2329" h="155684">
                  <a:moveTo>
                    <a:pt x="112040" y="7213"/>
                  </a:moveTo>
                  <a:cubicBezTo>
                    <a:pt x="112290" y="6232"/>
                    <a:pt x="112540" y="4761"/>
                    <a:pt x="112540" y="3535"/>
                  </a:cubicBezTo>
                  <a:cubicBezTo>
                    <a:pt x="112540" y="2064"/>
                    <a:pt x="111541" y="103"/>
                    <a:pt x="109295" y="103"/>
                  </a:cubicBezTo>
                  <a:cubicBezTo>
                    <a:pt x="106798" y="103"/>
                    <a:pt x="96314" y="8439"/>
                    <a:pt x="91322" y="16284"/>
                  </a:cubicBezTo>
                  <a:cubicBezTo>
                    <a:pt x="88826" y="11381"/>
                    <a:pt x="80588" y="103"/>
                    <a:pt x="64612" y="103"/>
                  </a:cubicBezTo>
                  <a:cubicBezTo>
                    <a:pt x="32661" y="103"/>
                    <a:pt x="210" y="34672"/>
                    <a:pt x="210" y="69977"/>
                  </a:cubicBezTo>
                  <a:cubicBezTo>
                    <a:pt x="210" y="93758"/>
                    <a:pt x="16435" y="110675"/>
                    <a:pt x="37903" y="110675"/>
                  </a:cubicBezTo>
                  <a:cubicBezTo>
                    <a:pt x="52131" y="110675"/>
                    <a:pt x="63863" y="101849"/>
                    <a:pt x="69355" y="97191"/>
                  </a:cubicBezTo>
                  <a:cubicBezTo>
                    <a:pt x="69106" y="97926"/>
                    <a:pt x="61367" y="128818"/>
                    <a:pt x="60369" y="132986"/>
                  </a:cubicBezTo>
                  <a:cubicBezTo>
                    <a:pt x="56874" y="146470"/>
                    <a:pt x="56624" y="146716"/>
                    <a:pt x="41148" y="146961"/>
                  </a:cubicBezTo>
                  <a:cubicBezTo>
                    <a:pt x="38152" y="146961"/>
                    <a:pt x="34658" y="146961"/>
                    <a:pt x="34658" y="152355"/>
                  </a:cubicBezTo>
                  <a:cubicBezTo>
                    <a:pt x="34658" y="153826"/>
                    <a:pt x="35906" y="155787"/>
                    <a:pt x="38402" y="155787"/>
                  </a:cubicBezTo>
                  <a:cubicBezTo>
                    <a:pt x="46640" y="155787"/>
                    <a:pt x="55876" y="154806"/>
                    <a:pt x="64363" y="154806"/>
                  </a:cubicBezTo>
                  <a:cubicBezTo>
                    <a:pt x="72850" y="154806"/>
                    <a:pt x="83334" y="155787"/>
                    <a:pt x="91072" y="155787"/>
                  </a:cubicBezTo>
                  <a:cubicBezTo>
                    <a:pt x="93319" y="155787"/>
                    <a:pt x="96065" y="155051"/>
                    <a:pt x="96065" y="150393"/>
                  </a:cubicBezTo>
                  <a:cubicBezTo>
                    <a:pt x="96065" y="146961"/>
                    <a:pt x="92570" y="146961"/>
                    <a:pt x="89574" y="146961"/>
                  </a:cubicBezTo>
                  <a:cubicBezTo>
                    <a:pt x="84083" y="146961"/>
                    <a:pt x="77343" y="146961"/>
                    <a:pt x="77343" y="144019"/>
                  </a:cubicBezTo>
                  <a:cubicBezTo>
                    <a:pt x="77343" y="143283"/>
                    <a:pt x="77343" y="142793"/>
                    <a:pt x="78591" y="138625"/>
                  </a:cubicBezTo>
                  <a:lnTo>
                    <a:pt x="112040" y="7213"/>
                  </a:lnTo>
                  <a:close/>
                  <a:moveTo>
                    <a:pt x="74348" y="77332"/>
                  </a:moveTo>
                  <a:cubicBezTo>
                    <a:pt x="73099" y="81500"/>
                    <a:pt x="73099" y="81990"/>
                    <a:pt x="69854" y="85913"/>
                  </a:cubicBezTo>
                  <a:cubicBezTo>
                    <a:pt x="60119" y="97191"/>
                    <a:pt x="48387" y="103810"/>
                    <a:pt x="38652" y="103810"/>
                  </a:cubicBezTo>
                  <a:cubicBezTo>
                    <a:pt x="29416" y="103810"/>
                    <a:pt x="20429" y="97436"/>
                    <a:pt x="20429" y="80029"/>
                  </a:cubicBezTo>
                  <a:cubicBezTo>
                    <a:pt x="20429" y="67035"/>
                    <a:pt x="27668" y="40066"/>
                    <a:pt x="33410" y="30259"/>
                  </a:cubicBezTo>
                  <a:cubicBezTo>
                    <a:pt x="44892" y="10645"/>
                    <a:pt x="57623" y="6968"/>
                    <a:pt x="64612" y="6968"/>
                  </a:cubicBezTo>
                  <a:cubicBezTo>
                    <a:pt x="82086" y="6968"/>
                    <a:pt x="86829" y="25846"/>
                    <a:pt x="86829" y="28298"/>
                  </a:cubicBezTo>
                  <a:cubicBezTo>
                    <a:pt x="86829" y="29523"/>
                    <a:pt x="86329" y="30994"/>
                    <a:pt x="86080" y="31975"/>
                  </a:cubicBezTo>
                  <a:lnTo>
                    <a:pt x="74348" y="77332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F6895C76-B6E2-856A-51C2-038AFE8310A1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0432214" y="8323780"/>
              <a:ext cx="243915" cy="238167"/>
            </a:xfrm>
            <a:custGeom>
              <a:avLst/>
              <a:gdLst>
                <a:gd name="connsiteX0" fmla="*/ 244130 w 243915"/>
                <a:gd name="connsiteY0" fmla="*/ 142301 h 238167"/>
                <a:gd name="connsiteX1" fmla="*/ 227370 w 243915"/>
                <a:gd name="connsiteY1" fmla="*/ 142301 h 238167"/>
                <a:gd name="connsiteX2" fmla="*/ 143568 w 243915"/>
                <a:gd name="connsiteY2" fmla="*/ 221807 h 238167"/>
                <a:gd name="connsiteX3" fmla="*/ 89365 w 243915"/>
                <a:gd name="connsiteY3" fmla="*/ 221807 h 238167"/>
                <a:gd name="connsiteX4" fmla="*/ 89365 w 243915"/>
                <a:gd name="connsiteY4" fmla="*/ 123037 h 238167"/>
                <a:gd name="connsiteX5" fmla="*/ 108978 w 243915"/>
                <a:gd name="connsiteY5" fmla="*/ 123037 h 238167"/>
                <a:gd name="connsiteX6" fmla="*/ 146778 w 243915"/>
                <a:gd name="connsiteY6" fmla="*/ 164016 h 238167"/>
                <a:gd name="connsiteX7" fmla="*/ 163538 w 243915"/>
                <a:gd name="connsiteY7" fmla="*/ 164016 h 238167"/>
                <a:gd name="connsiteX8" fmla="*/ 163538 w 243915"/>
                <a:gd name="connsiteY8" fmla="*/ 65597 h 238167"/>
                <a:gd name="connsiteX9" fmla="*/ 146778 w 243915"/>
                <a:gd name="connsiteY9" fmla="*/ 65597 h 238167"/>
                <a:gd name="connsiteX10" fmla="*/ 108978 w 243915"/>
                <a:gd name="connsiteY10" fmla="*/ 106576 h 238167"/>
                <a:gd name="connsiteX11" fmla="*/ 89365 w 243915"/>
                <a:gd name="connsiteY11" fmla="*/ 106576 h 238167"/>
                <a:gd name="connsiteX12" fmla="*/ 89365 w 243915"/>
                <a:gd name="connsiteY12" fmla="*/ 16563 h 238167"/>
                <a:gd name="connsiteX13" fmla="*/ 143568 w 243915"/>
                <a:gd name="connsiteY13" fmla="*/ 16563 h 238167"/>
                <a:gd name="connsiteX14" fmla="*/ 215959 w 243915"/>
                <a:gd name="connsiteY14" fmla="*/ 84510 h 238167"/>
                <a:gd name="connsiteX15" fmla="*/ 232719 w 243915"/>
                <a:gd name="connsiteY15" fmla="*/ 84510 h 238167"/>
                <a:gd name="connsiteX16" fmla="*/ 221664 w 243915"/>
                <a:gd name="connsiteY16" fmla="*/ 101 h 238167"/>
                <a:gd name="connsiteX17" fmla="*/ 214 w 243915"/>
                <a:gd name="connsiteY17" fmla="*/ 101 h 238167"/>
                <a:gd name="connsiteX18" fmla="*/ 214 w 243915"/>
                <a:gd name="connsiteY18" fmla="*/ 16563 h 238167"/>
                <a:gd name="connsiteX19" fmla="*/ 38727 w 243915"/>
                <a:gd name="connsiteY19" fmla="*/ 16563 h 238167"/>
                <a:gd name="connsiteX20" fmla="*/ 38727 w 243915"/>
                <a:gd name="connsiteY20" fmla="*/ 221807 h 238167"/>
                <a:gd name="connsiteX21" fmla="*/ 214 w 243915"/>
                <a:gd name="connsiteY21" fmla="*/ 221807 h 238167"/>
                <a:gd name="connsiteX22" fmla="*/ 214 w 243915"/>
                <a:gd name="connsiteY22" fmla="*/ 238268 h 238167"/>
                <a:gd name="connsiteX23" fmla="*/ 227726 w 243915"/>
                <a:gd name="connsiteY23" fmla="*/ 238268 h 238167"/>
                <a:gd name="connsiteX24" fmla="*/ 244130 w 243915"/>
                <a:gd name="connsiteY24" fmla="*/ 142301 h 2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3915" h="238167">
                  <a:moveTo>
                    <a:pt x="244130" y="142301"/>
                  </a:moveTo>
                  <a:lnTo>
                    <a:pt x="227370" y="142301"/>
                  </a:lnTo>
                  <a:cubicBezTo>
                    <a:pt x="219525" y="190635"/>
                    <a:pt x="209540" y="221807"/>
                    <a:pt x="143568" y="221807"/>
                  </a:cubicBezTo>
                  <a:lnTo>
                    <a:pt x="89365" y="221807"/>
                  </a:lnTo>
                  <a:lnTo>
                    <a:pt x="89365" y="123037"/>
                  </a:lnTo>
                  <a:lnTo>
                    <a:pt x="108978" y="123037"/>
                  </a:lnTo>
                  <a:cubicBezTo>
                    <a:pt x="143212" y="123037"/>
                    <a:pt x="146778" y="138098"/>
                    <a:pt x="146778" y="164016"/>
                  </a:cubicBezTo>
                  <a:lnTo>
                    <a:pt x="163538" y="164016"/>
                  </a:lnTo>
                  <a:lnTo>
                    <a:pt x="163538" y="65597"/>
                  </a:lnTo>
                  <a:lnTo>
                    <a:pt x="146778" y="65597"/>
                  </a:lnTo>
                  <a:cubicBezTo>
                    <a:pt x="146778" y="91515"/>
                    <a:pt x="143568" y="106576"/>
                    <a:pt x="108978" y="106576"/>
                  </a:cubicBezTo>
                  <a:lnTo>
                    <a:pt x="89365" y="106576"/>
                  </a:lnTo>
                  <a:lnTo>
                    <a:pt x="89365" y="16563"/>
                  </a:lnTo>
                  <a:lnTo>
                    <a:pt x="143568" y="16563"/>
                  </a:lnTo>
                  <a:cubicBezTo>
                    <a:pt x="200981" y="16563"/>
                    <a:pt x="210253" y="42131"/>
                    <a:pt x="215959" y="84510"/>
                  </a:cubicBezTo>
                  <a:lnTo>
                    <a:pt x="232719" y="84510"/>
                  </a:lnTo>
                  <a:lnTo>
                    <a:pt x="221664" y="101"/>
                  </a:lnTo>
                  <a:lnTo>
                    <a:pt x="214" y="101"/>
                  </a:lnTo>
                  <a:lnTo>
                    <a:pt x="214" y="16563"/>
                  </a:lnTo>
                  <a:lnTo>
                    <a:pt x="38727" y="16563"/>
                  </a:lnTo>
                  <a:lnTo>
                    <a:pt x="38727" y="221807"/>
                  </a:lnTo>
                  <a:lnTo>
                    <a:pt x="214" y="221807"/>
                  </a:lnTo>
                  <a:lnTo>
                    <a:pt x="214" y="238268"/>
                  </a:lnTo>
                  <a:lnTo>
                    <a:pt x="227726" y="238268"/>
                  </a:lnTo>
                  <a:lnTo>
                    <a:pt x="244130" y="142301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57887067-B854-4C31-BC7A-BA7D5BCDEEA6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1052899" y="8321679"/>
              <a:ext cx="406526" cy="243070"/>
            </a:xfrm>
            <a:custGeom>
              <a:avLst/>
              <a:gdLst>
                <a:gd name="connsiteX0" fmla="*/ 372881 w 406526"/>
                <a:gd name="connsiteY0" fmla="*/ 24969 h 243070"/>
                <a:gd name="connsiteX1" fmla="*/ 386432 w 406526"/>
                <a:gd name="connsiteY1" fmla="*/ 17263 h 243070"/>
                <a:gd name="connsiteX2" fmla="*/ 406758 w 406526"/>
                <a:gd name="connsiteY2" fmla="*/ 16563 h 243070"/>
                <a:gd name="connsiteX3" fmla="*/ 406758 w 406526"/>
                <a:gd name="connsiteY3" fmla="*/ 101 h 243070"/>
                <a:gd name="connsiteX4" fmla="*/ 368602 w 406526"/>
                <a:gd name="connsiteY4" fmla="*/ 1152 h 243070"/>
                <a:gd name="connsiteX5" fmla="*/ 320104 w 406526"/>
                <a:gd name="connsiteY5" fmla="*/ 101 h 243070"/>
                <a:gd name="connsiteX6" fmla="*/ 320104 w 406526"/>
                <a:gd name="connsiteY6" fmla="*/ 16563 h 243070"/>
                <a:gd name="connsiteX7" fmla="*/ 356477 w 406526"/>
                <a:gd name="connsiteY7" fmla="*/ 20415 h 243070"/>
                <a:gd name="connsiteX8" fmla="*/ 295142 w 406526"/>
                <a:gd name="connsiteY8" fmla="*/ 176975 h 243070"/>
                <a:gd name="connsiteX9" fmla="*/ 232023 w 406526"/>
                <a:gd name="connsiteY9" fmla="*/ 16563 h 243070"/>
                <a:gd name="connsiteX10" fmla="*/ 266257 w 406526"/>
                <a:gd name="connsiteY10" fmla="*/ 16563 h 243070"/>
                <a:gd name="connsiteX11" fmla="*/ 266257 w 406526"/>
                <a:gd name="connsiteY11" fmla="*/ 101 h 243070"/>
                <a:gd name="connsiteX12" fmla="*/ 203852 w 406526"/>
                <a:gd name="connsiteY12" fmla="*/ 1152 h 243070"/>
                <a:gd name="connsiteX13" fmla="*/ 149292 w 406526"/>
                <a:gd name="connsiteY13" fmla="*/ 101 h 243070"/>
                <a:gd name="connsiteX14" fmla="*/ 149292 w 406526"/>
                <a:gd name="connsiteY14" fmla="*/ 16563 h 243070"/>
                <a:gd name="connsiteX15" fmla="*/ 179959 w 406526"/>
                <a:gd name="connsiteY15" fmla="*/ 16563 h 243070"/>
                <a:gd name="connsiteX16" fmla="*/ 194580 w 406526"/>
                <a:gd name="connsiteY16" fmla="*/ 53689 h 243070"/>
                <a:gd name="connsiteX17" fmla="*/ 146082 w 406526"/>
                <a:gd name="connsiteY17" fmla="*/ 176975 h 243070"/>
                <a:gd name="connsiteX18" fmla="*/ 82964 w 406526"/>
                <a:gd name="connsiteY18" fmla="*/ 16563 h 243070"/>
                <a:gd name="connsiteX19" fmla="*/ 117197 w 406526"/>
                <a:gd name="connsiteY19" fmla="*/ 16563 h 243070"/>
                <a:gd name="connsiteX20" fmla="*/ 117197 w 406526"/>
                <a:gd name="connsiteY20" fmla="*/ 101 h 243070"/>
                <a:gd name="connsiteX21" fmla="*/ 54792 w 406526"/>
                <a:gd name="connsiteY21" fmla="*/ 1152 h 243070"/>
                <a:gd name="connsiteX22" fmla="*/ 232 w 406526"/>
                <a:gd name="connsiteY22" fmla="*/ 101 h 243070"/>
                <a:gd name="connsiteX23" fmla="*/ 232 w 406526"/>
                <a:gd name="connsiteY23" fmla="*/ 16563 h 243070"/>
                <a:gd name="connsiteX24" fmla="*/ 30900 w 406526"/>
                <a:gd name="connsiteY24" fmla="*/ 16563 h 243070"/>
                <a:gd name="connsiteX25" fmla="*/ 116484 w 406526"/>
                <a:gd name="connsiteY25" fmla="*/ 234065 h 243070"/>
                <a:gd name="connsiteX26" fmla="*/ 128965 w 406526"/>
                <a:gd name="connsiteY26" fmla="*/ 243172 h 243070"/>
                <a:gd name="connsiteX27" fmla="*/ 141446 w 406526"/>
                <a:gd name="connsiteY27" fmla="*/ 234065 h 243070"/>
                <a:gd name="connsiteX28" fmla="*/ 203495 w 406526"/>
                <a:gd name="connsiteY28" fmla="*/ 76455 h 243070"/>
                <a:gd name="connsiteX29" fmla="*/ 265544 w 406526"/>
                <a:gd name="connsiteY29" fmla="*/ 234065 h 243070"/>
                <a:gd name="connsiteX30" fmla="*/ 278025 w 406526"/>
                <a:gd name="connsiteY30" fmla="*/ 243172 h 243070"/>
                <a:gd name="connsiteX31" fmla="*/ 290506 w 406526"/>
                <a:gd name="connsiteY31" fmla="*/ 234065 h 243070"/>
                <a:gd name="connsiteX32" fmla="*/ 372881 w 406526"/>
                <a:gd name="connsiteY32" fmla="*/ 24969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81" y="24969"/>
                  </a:moveTo>
                  <a:cubicBezTo>
                    <a:pt x="375020" y="19014"/>
                    <a:pt x="375377" y="18314"/>
                    <a:pt x="386432" y="17263"/>
                  </a:cubicBezTo>
                  <a:cubicBezTo>
                    <a:pt x="393564" y="16563"/>
                    <a:pt x="401052" y="16563"/>
                    <a:pt x="406758" y="16563"/>
                  </a:cubicBezTo>
                  <a:lnTo>
                    <a:pt x="406758" y="101"/>
                  </a:lnTo>
                  <a:cubicBezTo>
                    <a:pt x="397130" y="451"/>
                    <a:pt x="384649" y="1152"/>
                    <a:pt x="368602" y="1152"/>
                  </a:cubicBezTo>
                  <a:cubicBezTo>
                    <a:pt x="355051" y="1152"/>
                    <a:pt x="332942" y="1152"/>
                    <a:pt x="320104" y="101"/>
                  </a:cubicBezTo>
                  <a:lnTo>
                    <a:pt x="320104" y="16563"/>
                  </a:lnTo>
                  <a:cubicBezTo>
                    <a:pt x="329019" y="16563"/>
                    <a:pt x="346136" y="16563"/>
                    <a:pt x="356477" y="20415"/>
                  </a:cubicBezTo>
                  <a:lnTo>
                    <a:pt x="295142" y="176975"/>
                  </a:lnTo>
                  <a:lnTo>
                    <a:pt x="232023" y="16563"/>
                  </a:lnTo>
                  <a:lnTo>
                    <a:pt x="266257" y="16563"/>
                  </a:lnTo>
                  <a:lnTo>
                    <a:pt x="266257" y="101"/>
                  </a:lnTo>
                  <a:cubicBezTo>
                    <a:pt x="252706" y="1152"/>
                    <a:pt x="219185" y="1152"/>
                    <a:pt x="203852" y="1152"/>
                  </a:cubicBezTo>
                  <a:cubicBezTo>
                    <a:pt x="189944" y="1152"/>
                    <a:pt x="161773" y="1152"/>
                    <a:pt x="149292" y="101"/>
                  </a:cubicBezTo>
                  <a:lnTo>
                    <a:pt x="149292" y="16563"/>
                  </a:lnTo>
                  <a:lnTo>
                    <a:pt x="179959" y="16563"/>
                  </a:lnTo>
                  <a:lnTo>
                    <a:pt x="194580" y="53689"/>
                  </a:lnTo>
                  <a:lnTo>
                    <a:pt x="146082" y="176975"/>
                  </a:lnTo>
                  <a:lnTo>
                    <a:pt x="82964" y="16563"/>
                  </a:lnTo>
                  <a:lnTo>
                    <a:pt x="117197" y="16563"/>
                  </a:lnTo>
                  <a:lnTo>
                    <a:pt x="117197" y="101"/>
                  </a:lnTo>
                  <a:cubicBezTo>
                    <a:pt x="103646" y="1152"/>
                    <a:pt x="70126" y="1152"/>
                    <a:pt x="54792" y="1152"/>
                  </a:cubicBezTo>
                  <a:cubicBezTo>
                    <a:pt x="40885" y="1152"/>
                    <a:pt x="12713" y="1152"/>
                    <a:pt x="232" y="101"/>
                  </a:cubicBezTo>
                  <a:lnTo>
                    <a:pt x="232" y="16563"/>
                  </a:lnTo>
                  <a:lnTo>
                    <a:pt x="30900" y="16563"/>
                  </a:lnTo>
                  <a:lnTo>
                    <a:pt x="116484" y="234065"/>
                  </a:lnTo>
                  <a:cubicBezTo>
                    <a:pt x="118624" y="239669"/>
                    <a:pt x="120050" y="243172"/>
                    <a:pt x="128965" y="243172"/>
                  </a:cubicBezTo>
                  <a:cubicBezTo>
                    <a:pt x="137880" y="243172"/>
                    <a:pt x="139307" y="239669"/>
                    <a:pt x="141446" y="234065"/>
                  </a:cubicBezTo>
                  <a:lnTo>
                    <a:pt x="203495" y="76455"/>
                  </a:lnTo>
                  <a:lnTo>
                    <a:pt x="265544" y="234065"/>
                  </a:lnTo>
                  <a:cubicBezTo>
                    <a:pt x="267683" y="239669"/>
                    <a:pt x="269110" y="243172"/>
                    <a:pt x="278025" y="243172"/>
                  </a:cubicBezTo>
                  <a:cubicBezTo>
                    <a:pt x="286940" y="243172"/>
                    <a:pt x="288366" y="239669"/>
                    <a:pt x="290506" y="234065"/>
                  </a:cubicBezTo>
                  <a:lnTo>
                    <a:pt x="372881" y="24969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3CB6339F-C6FA-FE27-6F33-2CE6DDBE9581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1483525" y="8506363"/>
              <a:ext cx="112329" cy="155684"/>
            </a:xfrm>
            <a:custGeom>
              <a:avLst/>
              <a:gdLst>
                <a:gd name="connsiteX0" fmla="*/ 112074 w 112329"/>
                <a:gd name="connsiteY0" fmla="*/ 7213 h 155684"/>
                <a:gd name="connsiteX1" fmla="*/ 112573 w 112329"/>
                <a:gd name="connsiteY1" fmla="*/ 3535 h 155684"/>
                <a:gd name="connsiteX2" fmla="*/ 109328 w 112329"/>
                <a:gd name="connsiteY2" fmla="*/ 103 h 155684"/>
                <a:gd name="connsiteX3" fmla="*/ 91356 w 112329"/>
                <a:gd name="connsiteY3" fmla="*/ 16284 h 155684"/>
                <a:gd name="connsiteX4" fmla="*/ 64646 w 112329"/>
                <a:gd name="connsiteY4" fmla="*/ 103 h 155684"/>
                <a:gd name="connsiteX5" fmla="*/ 244 w 112329"/>
                <a:gd name="connsiteY5" fmla="*/ 69977 h 155684"/>
                <a:gd name="connsiteX6" fmla="*/ 37937 w 112329"/>
                <a:gd name="connsiteY6" fmla="*/ 110675 h 155684"/>
                <a:gd name="connsiteX7" fmla="*/ 69389 w 112329"/>
                <a:gd name="connsiteY7" fmla="*/ 97191 h 155684"/>
                <a:gd name="connsiteX8" fmla="*/ 60402 w 112329"/>
                <a:gd name="connsiteY8" fmla="*/ 132986 h 155684"/>
                <a:gd name="connsiteX9" fmla="*/ 41182 w 112329"/>
                <a:gd name="connsiteY9" fmla="*/ 146961 h 155684"/>
                <a:gd name="connsiteX10" fmla="*/ 34692 w 112329"/>
                <a:gd name="connsiteY10" fmla="*/ 152355 h 155684"/>
                <a:gd name="connsiteX11" fmla="*/ 38436 w 112329"/>
                <a:gd name="connsiteY11" fmla="*/ 155787 h 155684"/>
                <a:gd name="connsiteX12" fmla="*/ 64396 w 112329"/>
                <a:gd name="connsiteY12" fmla="*/ 154806 h 155684"/>
                <a:gd name="connsiteX13" fmla="*/ 91106 w 112329"/>
                <a:gd name="connsiteY13" fmla="*/ 155787 h 155684"/>
                <a:gd name="connsiteX14" fmla="*/ 96098 w 112329"/>
                <a:gd name="connsiteY14" fmla="*/ 150393 h 155684"/>
                <a:gd name="connsiteX15" fmla="*/ 89608 w 112329"/>
                <a:gd name="connsiteY15" fmla="*/ 146961 h 155684"/>
                <a:gd name="connsiteX16" fmla="*/ 77377 w 112329"/>
                <a:gd name="connsiteY16" fmla="*/ 144019 h 155684"/>
                <a:gd name="connsiteX17" fmla="*/ 78625 w 112329"/>
                <a:gd name="connsiteY17" fmla="*/ 138625 h 155684"/>
                <a:gd name="connsiteX18" fmla="*/ 112074 w 112329"/>
                <a:gd name="connsiteY18" fmla="*/ 7213 h 155684"/>
                <a:gd name="connsiteX19" fmla="*/ 74381 w 112329"/>
                <a:gd name="connsiteY19" fmla="*/ 77332 h 155684"/>
                <a:gd name="connsiteX20" fmla="*/ 69888 w 112329"/>
                <a:gd name="connsiteY20" fmla="*/ 85913 h 155684"/>
                <a:gd name="connsiteX21" fmla="*/ 38685 w 112329"/>
                <a:gd name="connsiteY21" fmla="*/ 103810 h 155684"/>
                <a:gd name="connsiteX22" fmla="*/ 20463 w 112329"/>
                <a:gd name="connsiteY22" fmla="*/ 80029 h 155684"/>
                <a:gd name="connsiteX23" fmla="*/ 33443 w 112329"/>
                <a:gd name="connsiteY23" fmla="*/ 30259 h 155684"/>
                <a:gd name="connsiteX24" fmla="*/ 64646 w 112329"/>
                <a:gd name="connsiteY24" fmla="*/ 6968 h 155684"/>
                <a:gd name="connsiteX25" fmla="*/ 86862 w 112329"/>
                <a:gd name="connsiteY25" fmla="*/ 28298 h 155684"/>
                <a:gd name="connsiteX26" fmla="*/ 86113 w 112329"/>
                <a:gd name="connsiteY26" fmla="*/ 31975 h 155684"/>
                <a:gd name="connsiteX27" fmla="*/ 74381 w 112329"/>
                <a:gd name="connsiteY27" fmla="*/ 77332 h 155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2329" h="155684">
                  <a:moveTo>
                    <a:pt x="112074" y="7213"/>
                  </a:moveTo>
                  <a:cubicBezTo>
                    <a:pt x="112324" y="6232"/>
                    <a:pt x="112573" y="4761"/>
                    <a:pt x="112573" y="3535"/>
                  </a:cubicBezTo>
                  <a:cubicBezTo>
                    <a:pt x="112573" y="2064"/>
                    <a:pt x="111575" y="103"/>
                    <a:pt x="109328" y="103"/>
                  </a:cubicBezTo>
                  <a:cubicBezTo>
                    <a:pt x="106832" y="103"/>
                    <a:pt x="96348" y="8439"/>
                    <a:pt x="91356" y="16284"/>
                  </a:cubicBezTo>
                  <a:cubicBezTo>
                    <a:pt x="88859" y="11381"/>
                    <a:pt x="80622" y="103"/>
                    <a:pt x="64646" y="103"/>
                  </a:cubicBezTo>
                  <a:cubicBezTo>
                    <a:pt x="32695" y="103"/>
                    <a:pt x="244" y="34672"/>
                    <a:pt x="244" y="69977"/>
                  </a:cubicBezTo>
                  <a:cubicBezTo>
                    <a:pt x="244" y="93758"/>
                    <a:pt x="16469" y="110675"/>
                    <a:pt x="37937" y="110675"/>
                  </a:cubicBezTo>
                  <a:cubicBezTo>
                    <a:pt x="52165" y="110675"/>
                    <a:pt x="63897" y="101849"/>
                    <a:pt x="69389" y="97191"/>
                  </a:cubicBezTo>
                  <a:cubicBezTo>
                    <a:pt x="69139" y="97926"/>
                    <a:pt x="61401" y="128818"/>
                    <a:pt x="60402" y="132986"/>
                  </a:cubicBezTo>
                  <a:cubicBezTo>
                    <a:pt x="56908" y="146470"/>
                    <a:pt x="56658" y="146716"/>
                    <a:pt x="41182" y="146961"/>
                  </a:cubicBezTo>
                  <a:cubicBezTo>
                    <a:pt x="38186" y="146961"/>
                    <a:pt x="34692" y="146961"/>
                    <a:pt x="34692" y="152355"/>
                  </a:cubicBezTo>
                  <a:cubicBezTo>
                    <a:pt x="34692" y="153826"/>
                    <a:pt x="35940" y="155787"/>
                    <a:pt x="38436" y="155787"/>
                  </a:cubicBezTo>
                  <a:cubicBezTo>
                    <a:pt x="46673" y="155787"/>
                    <a:pt x="55909" y="154806"/>
                    <a:pt x="64396" y="154806"/>
                  </a:cubicBezTo>
                  <a:cubicBezTo>
                    <a:pt x="72884" y="154806"/>
                    <a:pt x="83368" y="155787"/>
                    <a:pt x="91106" y="155787"/>
                  </a:cubicBezTo>
                  <a:cubicBezTo>
                    <a:pt x="93352" y="155787"/>
                    <a:pt x="96098" y="155051"/>
                    <a:pt x="96098" y="150393"/>
                  </a:cubicBezTo>
                  <a:cubicBezTo>
                    <a:pt x="96098" y="146961"/>
                    <a:pt x="92604" y="146961"/>
                    <a:pt x="89608" y="146961"/>
                  </a:cubicBezTo>
                  <a:cubicBezTo>
                    <a:pt x="84117" y="146961"/>
                    <a:pt x="77377" y="146961"/>
                    <a:pt x="77377" y="144019"/>
                  </a:cubicBezTo>
                  <a:cubicBezTo>
                    <a:pt x="77377" y="143283"/>
                    <a:pt x="77377" y="142793"/>
                    <a:pt x="78625" y="138625"/>
                  </a:cubicBezTo>
                  <a:lnTo>
                    <a:pt x="112074" y="7213"/>
                  </a:lnTo>
                  <a:close/>
                  <a:moveTo>
                    <a:pt x="74381" y="77332"/>
                  </a:moveTo>
                  <a:cubicBezTo>
                    <a:pt x="73133" y="81500"/>
                    <a:pt x="73133" y="81990"/>
                    <a:pt x="69888" y="85913"/>
                  </a:cubicBezTo>
                  <a:cubicBezTo>
                    <a:pt x="60153" y="97191"/>
                    <a:pt x="48421" y="103810"/>
                    <a:pt x="38685" y="103810"/>
                  </a:cubicBezTo>
                  <a:cubicBezTo>
                    <a:pt x="29449" y="103810"/>
                    <a:pt x="20463" y="97436"/>
                    <a:pt x="20463" y="80029"/>
                  </a:cubicBezTo>
                  <a:cubicBezTo>
                    <a:pt x="20463" y="67035"/>
                    <a:pt x="27702" y="40066"/>
                    <a:pt x="33443" y="30259"/>
                  </a:cubicBezTo>
                  <a:cubicBezTo>
                    <a:pt x="44926" y="10645"/>
                    <a:pt x="57657" y="6968"/>
                    <a:pt x="64646" y="6968"/>
                  </a:cubicBezTo>
                  <a:cubicBezTo>
                    <a:pt x="82120" y="6968"/>
                    <a:pt x="86862" y="25846"/>
                    <a:pt x="86862" y="28298"/>
                  </a:cubicBezTo>
                  <a:cubicBezTo>
                    <a:pt x="86862" y="29523"/>
                    <a:pt x="86363" y="30994"/>
                    <a:pt x="86113" y="31975"/>
                  </a:cubicBezTo>
                  <a:lnTo>
                    <a:pt x="74381" y="77332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B6B838DF-B7FE-702A-B5D2-985B32CD8F9D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1754437" y="8372815"/>
              <a:ext cx="178300" cy="203142"/>
            </a:xfrm>
            <a:custGeom>
              <a:avLst/>
              <a:gdLst>
                <a:gd name="connsiteX0" fmla="*/ 166071 w 178300"/>
                <a:gd name="connsiteY0" fmla="*/ 108677 h 203142"/>
                <a:gd name="connsiteX1" fmla="*/ 178552 w 178300"/>
                <a:gd name="connsiteY1" fmla="*/ 101672 h 203142"/>
                <a:gd name="connsiteX2" fmla="*/ 166071 w 178300"/>
                <a:gd name="connsiteY2" fmla="*/ 94668 h 203142"/>
                <a:gd name="connsiteX3" fmla="*/ 14872 w 178300"/>
                <a:gd name="connsiteY3" fmla="*/ 94668 h 203142"/>
                <a:gd name="connsiteX4" fmla="*/ 110441 w 178300"/>
                <a:gd name="connsiteY4" fmla="*/ 14111 h 203142"/>
                <a:gd name="connsiteX5" fmla="*/ 166071 w 178300"/>
                <a:gd name="connsiteY5" fmla="*/ 14111 h 203142"/>
                <a:gd name="connsiteX6" fmla="*/ 178552 w 178300"/>
                <a:gd name="connsiteY6" fmla="*/ 7106 h 203142"/>
                <a:gd name="connsiteX7" fmla="*/ 166071 w 178300"/>
                <a:gd name="connsiteY7" fmla="*/ 101 h 203142"/>
                <a:gd name="connsiteX8" fmla="*/ 109728 w 178300"/>
                <a:gd name="connsiteY8" fmla="*/ 101 h 203142"/>
                <a:gd name="connsiteX9" fmla="*/ 251 w 178300"/>
                <a:gd name="connsiteY9" fmla="*/ 101672 h 203142"/>
                <a:gd name="connsiteX10" fmla="*/ 109728 w 178300"/>
                <a:gd name="connsiteY10" fmla="*/ 203244 h 203142"/>
                <a:gd name="connsiteX11" fmla="*/ 166071 w 178300"/>
                <a:gd name="connsiteY11" fmla="*/ 203244 h 203142"/>
                <a:gd name="connsiteX12" fmla="*/ 178552 w 178300"/>
                <a:gd name="connsiteY12" fmla="*/ 196239 h 203142"/>
                <a:gd name="connsiteX13" fmla="*/ 166071 w 178300"/>
                <a:gd name="connsiteY13" fmla="*/ 189234 h 203142"/>
                <a:gd name="connsiteX14" fmla="*/ 110441 w 178300"/>
                <a:gd name="connsiteY14" fmla="*/ 189234 h 203142"/>
                <a:gd name="connsiteX15" fmla="*/ 14872 w 178300"/>
                <a:gd name="connsiteY15" fmla="*/ 108677 h 203142"/>
                <a:gd name="connsiteX16" fmla="*/ 166071 w 178300"/>
                <a:gd name="connsiteY16" fmla="*/ 108677 h 203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8300" h="203142">
                  <a:moveTo>
                    <a:pt x="166071" y="108677"/>
                  </a:moveTo>
                  <a:cubicBezTo>
                    <a:pt x="172133" y="108677"/>
                    <a:pt x="178552" y="108677"/>
                    <a:pt x="178552" y="101672"/>
                  </a:cubicBezTo>
                  <a:cubicBezTo>
                    <a:pt x="178552" y="94668"/>
                    <a:pt x="172133" y="94668"/>
                    <a:pt x="166071" y="94668"/>
                  </a:cubicBezTo>
                  <a:lnTo>
                    <a:pt x="14872" y="94668"/>
                  </a:lnTo>
                  <a:cubicBezTo>
                    <a:pt x="19151" y="47735"/>
                    <a:pt x="60160" y="14111"/>
                    <a:pt x="110441" y="14111"/>
                  </a:cubicBezTo>
                  <a:lnTo>
                    <a:pt x="166071" y="14111"/>
                  </a:lnTo>
                  <a:cubicBezTo>
                    <a:pt x="172133" y="14111"/>
                    <a:pt x="178552" y="14111"/>
                    <a:pt x="178552" y="7106"/>
                  </a:cubicBezTo>
                  <a:cubicBezTo>
                    <a:pt x="178552" y="101"/>
                    <a:pt x="172133" y="101"/>
                    <a:pt x="166071" y="101"/>
                  </a:cubicBezTo>
                  <a:lnTo>
                    <a:pt x="109728" y="101"/>
                  </a:lnTo>
                  <a:cubicBezTo>
                    <a:pt x="48749" y="101"/>
                    <a:pt x="251" y="45633"/>
                    <a:pt x="251" y="101672"/>
                  </a:cubicBezTo>
                  <a:cubicBezTo>
                    <a:pt x="251" y="157712"/>
                    <a:pt x="48749" y="203244"/>
                    <a:pt x="109728" y="203244"/>
                  </a:cubicBezTo>
                  <a:lnTo>
                    <a:pt x="166071" y="203244"/>
                  </a:lnTo>
                  <a:cubicBezTo>
                    <a:pt x="172133" y="203244"/>
                    <a:pt x="178552" y="203244"/>
                    <a:pt x="178552" y="196239"/>
                  </a:cubicBezTo>
                  <a:cubicBezTo>
                    <a:pt x="178552" y="189234"/>
                    <a:pt x="172133" y="189234"/>
                    <a:pt x="166071" y="189234"/>
                  </a:cubicBezTo>
                  <a:lnTo>
                    <a:pt x="110441" y="189234"/>
                  </a:lnTo>
                  <a:cubicBezTo>
                    <a:pt x="60160" y="189234"/>
                    <a:pt x="19151" y="155610"/>
                    <a:pt x="14872" y="108677"/>
                  </a:cubicBezTo>
                  <a:lnTo>
                    <a:pt x="166071" y="108677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54D2A1B5-78F0-BDC3-EF3F-558A876E9023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2067334" y="8322029"/>
              <a:ext cx="244985" cy="239918"/>
            </a:xfrm>
            <a:custGeom>
              <a:avLst/>
              <a:gdLst>
                <a:gd name="connsiteX0" fmla="*/ 90124 w 244985"/>
                <a:gd name="connsiteY0" fmla="*/ 130042 h 239918"/>
                <a:gd name="connsiteX1" fmla="*/ 102962 w 244985"/>
                <a:gd name="connsiteY1" fmla="*/ 130042 h 239918"/>
                <a:gd name="connsiteX2" fmla="*/ 156452 w 244985"/>
                <a:gd name="connsiteY2" fmla="*/ 211299 h 239918"/>
                <a:gd name="connsiteX3" fmla="*/ 172499 w 244985"/>
                <a:gd name="connsiteY3" fmla="*/ 235817 h 239918"/>
                <a:gd name="connsiteX4" fmla="*/ 184267 w 244985"/>
                <a:gd name="connsiteY4" fmla="*/ 240019 h 239918"/>
                <a:gd name="connsiteX5" fmla="*/ 233478 w 244985"/>
                <a:gd name="connsiteY5" fmla="*/ 240019 h 239918"/>
                <a:gd name="connsiteX6" fmla="*/ 245246 w 244985"/>
                <a:gd name="connsiteY6" fmla="*/ 233715 h 239918"/>
                <a:gd name="connsiteX7" fmla="*/ 239897 w 244985"/>
                <a:gd name="connsiteY7" fmla="*/ 227761 h 239918"/>
                <a:gd name="connsiteX8" fmla="*/ 200671 w 244985"/>
                <a:gd name="connsiteY8" fmla="*/ 190635 h 239918"/>
                <a:gd name="connsiteX9" fmla="*/ 156452 w 244985"/>
                <a:gd name="connsiteY9" fmla="*/ 126190 h 239918"/>
                <a:gd name="connsiteX10" fmla="*/ 218857 w 244985"/>
                <a:gd name="connsiteY10" fmla="*/ 65597 h 239918"/>
                <a:gd name="connsiteX11" fmla="*/ 124358 w 244985"/>
                <a:gd name="connsiteY11" fmla="*/ 101 h 239918"/>
                <a:gd name="connsiteX12" fmla="*/ 12385 w 244985"/>
                <a:gd name="connsiteY12" fmla="*/ 101 h 239918"/>
                <a:gd name="connsiteX13" fmla="*/ 260 w 244985"/>
                <a:gd name="connsiteY13" fmla="*/ 6406 h 239918"/>
                <a:gd name="connsiteX14" fmla="*/ 9889 w 244985"/>
                <a:gd name="connsiteY14" fmla="*/ 12360 h 239918"/>
                <a:gd name="connsiteX15" fmla="*/ 31998 w 244985"/>
                <a:gd name="connsiteY15" fmla="*/ 32324 h 239918"/>
                <a:gd name="connsiteX16" fmla="*/ 31998 w 244985"/>
                <a:gd name="connsiteY16" fmla="*/ 207797 h 239918"/>
                <a:gd name="connsiteX17" fmla="*/ 9889 w 244985"/>
                <a:gd name="connsiteY17" fmla="*/ 227761 h 239918"/>
                <a:gd name="connsiteX18" fmla="*/ 260 w 244985"/>
                <a:gd name="connsiteY18" fmla="*/ 233715 h 239918"/>
                <a:gd name="connsiteX19" fmla="*/ 12385 w 244985"/>
                <a:gd name="connsiteY19" fmla="*/ 240019 h 239918"/>
                <a:gd name="connsiteX20" fmla="*/ 110094 w 244985"/>
                <a:gd name="connsiteY20" fmla="*/ 240019 h 239918"/>
                <a:gd name="connsiteX21" fmla="*/ 121862 w 244985"/>
                <a:gd name="connsiteY21" fmla="*/ 233715 h 239918"/>
                <a:gd name="connsiteX22" fmla="*/ 111877 w 244985"/>
                <a:gd name="connsiteY22" fmla="*/ 227761 h 239918"/>
                <a:gd name="connsiteX23" fmla="*/ 90124 w 244985"/>
                <a:gd name="connsiteY23" fmla="*/ 207797 h 239918"/>
                <a:gd name="connsiteX24" fmla="*/ 90124 w 244985"/>
                <a:gd name="connsiteY24" fmla="*/ 130042 h 239918"/>
                <a:gd name="connsiteX25" fmla="*/ 158948 w 244985"/>
                <a:gd name="connsiteY25" fmla="*/ 112880 h 239918"/>
                <a:gd name="connsiteX26" fmla="*/ 170003 w 244985"/>
                <a:gd name="connsiteY26" fmla="*/ 65947 h 239918"/>
                <a:gd name="connsiteX27" fmla="*/ 156452 w 244985"/>
                <a:gd name="connsiteY27" fmla="*/ 16212 h 239918"/>
                <a:gd name="connsiteX28" fmla="*/ 206376 w 244985"/>
                <a:gd name="connsiteY28" fmla="*/ 65597 h 239918"/>
                <a:gd name="connsiteX29" fmla="*/ 158948 w 244985"/>
                <a:gd name="connsiteY29" fmla="*/ 112880 h 239918"/>
                <a:gd name="connsiteX30" fmla="*/ 90124 w 244985"/>
                <a:gd name="connsiteY30" fmla="*/ 31273 h 239918"/>
                <a:gd name="connsiteX31" fmla="*/ 112233 w 244985"/>
                <a:gd name="connsiteY31" fmla="*/ 12360 h 239918"/>
                <a:gd name="connsiteX32" fmla="*/ 157522 w 244985"/>
                <a:gd name="connsiteY32" fmla="*/ 65947 h 239918"/>
                <a:gd name="connsiteX33" fmla="*/ 90124 w 244985"/>
                <a:gd name="connsiteY33" fmla="*/ 117784 h 239918"/>
                <a:gd name="connsiteX34" fmla="*/ 90124 w 244985"/>
                <a:gd name="connsiteY34" fmla="*/ 31273 h 239918"/>
                <a:gd name="connsiteX35" fmla="*/ 41626 w 244985"/>
                <a:gd name="connsiteY35" fmla="*/ 227761 h 239918"/>
                <a:gd name="connsiteX36" fmla="*/ 44479 w 244985"/>
                <a:gd name="connsiteY36" fmla="*/ 208497 h 239918"/>
                <a:gd name="connsiteX37" fmla="*/ 44479 w 244985"/>
                <a:gd name="connsiteY37" fmla="*/ 31623 h 239918"/>
                <a:gd name="connsiteX38" fmla="*/ 41626 w 244985"/>
                <a:gd name="connsiteY38" fmla="*/ 12360 h 239918"/>
                <a:gd name="connsiteX39" fmla="*/ 82279 w 244985"/>
                <a:gd name="connsiteY39" fmla="*/ 12360 h 239918"/>
                <a:gd name="connsiteX40" fmla="*/ 77643 w 244985"/>
                <a:gd name="connsiteY40" fmla="*/ 30222 h 239918"/>
                <a:gd name="connsiteX41" fmla="*/ 77643 w 244985"/>
                <a:gd name="connsiteY41" fmla="*/ 208497 h 239918"/>
                <a:gd name="connsiteX42" fmla="*/ 80496 w 244985"/>
                <a:gd name="connsiteY42" fmla="*/ 227761 h 239918"/>
                <a:gd name="connsiteX43" fmla="*/ 41626 w 244985"/>
                <a:gd name="connsiteY43" fmla="*/ 227761 h 239918"/>
                <a:gd name="connsiteX44" fmla="*/ 117582 w 244985"/>
                <a:gd name="connsiteY44" fmla="*/ 130042 h 239918"/>
                <a:gd name="connsiteX45" fmla="*/ 124358 w 244985"/>
                <a:gd name="connsiteY45" fmla="*/ 129342 h 239918"/>
                <a:gd name="connsiteX46" fmla="*/ 142901 w 244985"/>
                <a:gd name="connsiteY46" fmla="*/ 127941 h 239918"/>
                <a:gd name="connsiteX47" fmla="*/ 216361 w 244985"/>
                <a:gd name="connsiteY47" fmla="*/ 227761 h 239918"/>
                <a:gd name="connsiteX48" fmla="*/ 181771 w 244985"/>
                <a:gd name="connsiteY48" fmla="*/ 227761 h 239918"/>
                <a:gd name="connsiteX49" fmla="*/ 117582 w 244985"/>
                <a:gd name="connsiteY49" fmla="*/ 130042 h 239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4985" h="239918">
                  <a:moveTo>
                    <a:pt x="90124" y="130042"/>
                  </a:moveTo>
                  <a:lnTo>
                    <a:pt x="102962" y="130042"/>
                  </a:lnTo>
                  <a:lnTo>
                    <a:pt x="156452" y="211299"/>
                  </a:lnTo>
                  <a:cubicBezTo>
                    <a:pt x="160018" y="216903"/>
                    <a:pt x="168576" y="230563"/>
                    <a:pt x="172499" y="235817"/>
                  </a:cubicBezTo>
                  <a:cubicBezTo>
                    <a:pt x="174995" y="240019"/>
                    <a:pt x="176065" y="240019"/>
                    <a:pt x="184267" y="240019"/>
                  </a:cubicBezTo>
                  <a:lnTo>
                    <a:pt x="233478" y="240019"/>
                  </a:lnTo>
                  <a:cubicBezTo>
                    <a:pt x="239897" y="240019"/>
                    <a:pt x="245246" y="240019"/>
                    <a:pt x="245246" y="233715"/>
                  </a:cubicBezTo>
                  <a:cubicBezTo>
                    <a:pt x="245246" y="230913"/>
                    <a:pt x="243106" y="228461"/>
                    <a:pt x="239897" y="227761"/>
                  </a:cubicBezTo>
                  <a:cubicBezTo>
                    <a:pt x="226703" y="224959"/>
                    <a:pt x="209229" y="201843"/>
                    <a:pt x="200671" y="190635"/>
                  </a:cubicBezTo>
                  <a:cubicBezTo>
                    <a:pt x="198174" y="187132"/>
                    <a:pt x="180344" y="164016"/>
                    <a:pt x="156452" y="126190"/>
                  </a:cubicBezTo>
                  <a:cubicBezTo>
                    <a:pt x="188190" y="120586"/>
                    <a:pt x="218857" y="107276"/>
                    <a:pt x="218857" y="65597"/>
                  </a:cubicBezTo>
                  <a:cubicBezTo>
                    <a:pt x="218857" y="16913"/>
                    <a:pt x="166437" y="101"/>
                    <a:pt x="124358" y="101"/>
                  </a:cubicBezTo>
                  <a:lnTo>
                    <a:pt x="12385" y="101"/>
                  </a:lnTo>
                  <a:cubicBezTo>
                    <a:pt x="5966" y="101"/>
                    <a:pt x="260" y="101"/>
                    <a:pt x="260" y="6406"/>
                  </a:cubicBezTo>
                  <a:cubicBezTo>
                    <a:pt x="260" y="12360"/>
                    <a:pt x="7036" y="12360"/>
                    <a:pt x="9889" y="12360"/>
                  </a:cubicBezTo>
                  <a:cubicBezTo>
                    <a:pt x="30215" y="12360"/>
                    <a:pt x="31998" y="14811"/>
                    <a:pt x="31998" y="32324"/>
                  </a:cubicBezTo>
                  <a:lnTo>
                    <a:pt x="31998" y="207797"/>
                  </a:lnTo>
                  <a:cubicBezTo>
                    <a:pt x="31998" y="225309"/>
                    <a:pt x="30215" y="227761"/>
                    <a:pt x="9889" y="227761"/>
                  </a:cubicBezTo>
                  <a:cubicBezTo>
                    <a:pt x="7036" y="227761"/>
                    <a:pt x="260" y="227761"/>
                    <a:pt x="260" y="233715"/>
                  </a:cubicBezTo>
                  <a:cubicBezTo>
                    <a:pt x="260" y="240019"/>
                    <a:pt x="5966" y="240019"/>
                    <a:pt x="12385" y="240019"/>
                  </a:cubicBezTo>
                  <a:lnTo>
                    <a:pt x="110094" y="240019"/>
                  </a:lnTo>
                  <a:cubicBezTo>
                    <a:pt x="116513" y="240019"/>
                    <a:pt x="121862" y="240019"/>
                    <a:pt x="121862" y="233715"/>
                  </a:cubicBezTo>
                  <a:cubicBezTo>
                    <a:pt x="121862" y="227761"/>
                    <a:pt x="115799" y="227761"/>
                    <a:pt x="111877" y="227761"/>
                  </a:cubicBezTo>
                  <a:cubicBezTo>
                    <a:pt x="91550" y="227761"/>
                    <a:pt x="90124" y="224959"/>
                    <a:pt x="90124" y="207797"/>
                  </a:cubicBezTo>
                  <a:lnTo>
                    <a:pt x="90124" y="130042"/>
                  </a:lnTo>
                  <a:close/>
                  <a:moveTo>
                    <a:pt x="158948" y="112880"/>
                  </a:moveTo>
                  <a:cubicBezTo>
                    <a:pt x="168933" y="99921"/>
                    <a:pt x="170003" y="81358"/>
                    <a:pt x="170003" y="65947"/>
                  </a:cubicBezTo>
                  <a:cubicBezTo>
                    <a:pt x="170003" y="49136"/>
                    <a:pt x="167863" y="30573"/>
                    <a:pt x="156452" y="16212"/>
                  </a:cubicBezTo>
                  <a:cubicBezTo>
                    <a:pt x="171073" y="19365"/>
                    <a:pt x="206376" y="30222"/>
                    <a:pt x="206376" y="65597"/>
                  </a:cubicBezTo>
                  <a:cubicBezTo>
                    <a:pt x="206376" y="88363"/>
                    <a:pt x="195678" y="106226"/>
                    <a:pt x="158948" y="112880"/>
                  </a:cubicBezTo>
                  <a:close/>
                  <a:moveTo>
                    <a:pt x="90124" y="31273"/>
                  </a:moveTo>
                  <a:cubicBezTo>
                    <a:pt x="90124" y="23918"/>
                    <a:pt x="90124" y="12360"/>
                    <a:pt x="112233" y="12360"/>
                  </a:cubicBezTo>
                  <a:cubicBezTo>
                    <a:pt x="142545" y="12360"/>
                    <a:pt x="157522" y="24618"/>
                    <a:pt x="157522" y="65947"/>
                  </a:cubicBezTo>
                  <a:cubicBezTo>
                    <a:pt x="157522" y="111129"/>
                    <a:pt x="146467" y="117784"/>
                    <a:pt x="90124" y="117784"/>
                  </a:cubicBezTo>
                  <a:lnTo>
                    <a:pt x="90124" y="31273"/>
                  </a:lnTo>
                  <a:close/>
                  <a:moveTo>
                    <a:pt x="41626" y="227761"/>
                  </a:moveTo>
                  <a:cubicBezTo>
                    <a:pt x="44479" y="221456"/>
                    <a:pt x="44479" y="211650"/>
                    <a:pt x="44479" y="208497"/>
                  </a:cubicBezTo>
                  <a:lnTo>
                    <a:pt x="44479" y="31623"/>
                  </a:lnTo>
                  <a:cubicBezTo>
                    <a:pt x="44479" y="28121"/>
                    <a:pt x="44479" y="18664"/>
                    <a:pt x="41626" y="12360"/>
                  </a:cubicBezTo>
                  <a:lnTo>
                    <a:pt x="82279" y="12360"/>
                  </a:lnTo>
                  <a:cubicBezTo>
                    <a:pt x="77643" y="17964"/>
                    <a:pt x="77643" y="24969"/>
                    <a:pt x="77643" y="30222"/>
                  </a:cubicBezTo>
                  <a:lnTo>
                    <a:pt x="77643" y="208497"/>
                  </a:lnTo>
                  <a:cubicBezTo>
                    <a:pt x="77643" y="212000"/>
                    <a:pt x="77643" y="221456"/>
                    <a:pt x="80496" y="227761"/>
                  </a:cubicBezTo>
                  <a:lnTo>
                    <a:pt x="41626" y="227761"/>
                  </a:lnTo>
                  <a:close/>
                  <a:moveTo>
                    <a:pt x="117582" y="130042"/>
                  </a:moveTo>
                  <a:cubicBezTo>
                    <a:pt x="120079" y="129692"/>
                    <a:pt x="121505" y="129342"/>
                    <a:pt x="124358" y="129342"/>
                  </a:cubicBezTo>
                  <a:cubicBezTo>
                    <a:pt x="129707" y="129342"/>
                    <a:pt x="137552" y="128641"/>
                    <a:pt x="142901" y="127941"/>
                  </a:cubicBezTo>
                  <a:cubicBezTo>
                    <a:pt x="148250" y="136347"/>
                    <a:pt x="186763" y="198690"/>
                    <a:pt x="216361" y="227761"/>
                  </a:cubicBezTo>
                  <a:lnTo>
                    <a:pt x="181771" y="227761"/>
                  </a:lnTo>
                  <a:lnTo>
                    <a:pt x="117582" y="130042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BFFD6BDA-8091-46C0-7E04-BC64849770A2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2334402" y="8247184"/>
              <a:ext cx="128305" cy="172601"/>
            </a:xfrm>
            <a:custGeom>
              <a:avLst/>
              <a:gdLst>
                <a:gd name="connsiteX0" fmla="*/ 127574 w 128305"/>
                <a:gd name="connsiteY0" fmla="*/ 7452 h 172601"/>
                <a:gd name="connsiteX1" fmla="*/ 128573 w 128305"/>
                <a:gd name="connsiteY1" fmla="*/ 3530 h 172601"/>
                <a:gd name="connsiteX2" fmla="*/ 124579 w 128305"/>
                <a:gd name="connsiteY2" fmla="*/ 97 h 172601"/>
                <a:gd name="connsiteX3" fmla="*/ 92627 w 128305"/>
                <a:gd name="connsiteY3" fmla="*/ 2549 h 172601"/>
                <a:gd name="connsiteX4" fmla="*/ 87136 w 128305"/>
                <a:gd name="connsiteY4" fmla="*/ 8188 h 172601"/>
                <a:gd name="connsiteX5" fmla="*/ 93626 w 128305"/>
                <a:gd name="connsiteY5" fmla="*/ 11620 h 172601"/>
                <a:gd name="connsiteX6" fmla="*/ 105608 w 128305"/>
                <a:gd name="connsiteY6" fmla="*/ 15298 h 172601"/>
                <a:gd name="connsiteX7" fmla="*/ 104609 w 128305"/>
                <a:gd name="connsiteY7" fmla="*/ 20692 h 172601"/>
                <a:gd name="connsiteX8" fmla="*/ 90381 w 128305"/>
                <a:gd name="connsiteY8" fmla="*/ 76591 h 172601"/>
                <a:gd name="connsiteX9" fmla="*/ 64670 w 128305"/>
                <a:gd name="connsiteY9" fmla="*/ 62126 h 172601"/>
                <a:gd name="connsiteX10" fmla="*/ 268 w 128305"/>
                <a:gd name="connsiteY10" fmla="*/ 132000 h 172601"/>
                <a:gd name="connsiteX11" fmla="*/ 37960 w 128305"/>
                <a:gd name="connsiteY11" fmla="*/ 172698 h 172601"/>
                <a:gd name="connsiteX12" fmla="*/ 73407 w 128305"/>
                <a:gd name="connsiteY12" fmla="*/ 155536 h 172601"/>
                <a:gd name="connsiteX13" fmla="*/ 99118 w 128305"/>
                <a:gd name="connsiteY13" fmla="*/ 172698 h 172601"/>
                <a:gd name="connsiteX14" fmla="*/ 118838 w 128305"/>
                <a:gd name="connsiteY14" fmla="*/ 159704 h 172601"/>
                <a:gd name="connsiteX15" fmla="*/ 127574 w 128305"/>
                <a:gd name="connsiteY15" fmla="*/ 135187 h 172601"/>
                <a:gd name="connsiteX16" fmla="*/ 123580 w 128305"/>
                <a:gd name="connsiteY16" fmla="*/ 132000 h 172601"/>
                <a:gd name="connsiteX17" fmla="*/ 118089 w 128305"/>
                <a:gd name="connsiteY17" fmla="*/ 139600 h 172601"/>
                <a:gd name="connsiteX18" fmla="*/ 99866 w 128305"/>
                <a:gd name="connsiteY18" fmla="*/ 165833 h 172601"/>
                <a:gd name="connsiteX19" fmla="*/ 91629 w 128305"/>
                <a:gd name="connsiteY19" fmla="*/ 153820 h 172601"/>
                <a:gd name="connsiteX20" fmla="*/ 92877 w 128305"/>
                <a:gd name="connsiteY20" fmla="*/ 143768 h 172601"/>
                <a:gd name="connsiteX21" fmla="*/ 127574 w 128305"/>
                <a:gd name="connsiteY21" fmla="*/ 7452 h 172601"/>
                <a:gd name="connsiteX22" fmla="*/ 74405 w 128305"/>
                <a:gd name="connsiteY22" fmla="*/ 139600 h 172601"/>
                <a:gd name="connsiteX23" fmla="*/ 61674 w 128305"/>
                <a:gd name="connsiteY23" fmla="*/ 156026 h 172601"/>
                <a:gd name="connsiteX24" fmla="*/ 38709 w 128305"/>
                <a:gd name="connsiteY24" fmla="*/ 165833 h 172601"/>
                <a:gd name="connsiteX25" fmla="*/ 20487 w 128305"/>
                <a:gd name="connsiteY25" fmla="*/ 142052 h 172601"/>
                <a:gd name="connsiteX26" fmla="*/ 33467 w 128305"/>
                <a:gd name="connsiteY26" fmla="*/ 92282 h 172601"/>
                <a:gd name="connsiteX27" fmla="*/ 64670 w 128305"/>
                <a:gd name="connsiteY27" fmla="*/ 68990 h 172601"/>
                <a:gd name="connsiteX28" fmla="*/ 86886 w 128305"/>
                <a:gd name="connsiteY28" fmla="*/ 90320 h 172601"/>
                <a:gd name="connsiteX29" fmla="*/ 86137 w 128305"/>
                <a:gd name="connsiteY29" fmla="*/ 93753 h 172601"/>
                <a:gd name="connsiteX30" fmla="*/ 74405 w 128305"/>
                <a:gd name="connsiteY30" fmla="*/ 139600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74" y="7452"/>
                  </a:moveTo>
                  <a:cubicBezTo>
                    <a:pt x="127824" y="6962"/>
                    <a:pt x="128573" y="3775"/>
                    <a:pt x="128573" y="3530"/>
                  </a:cubicBezTo>
                  <a:cubicBezTo>
                    <a:pt x="128573" y="2304"/>
                    <a:pt x="127574" y="97"/>
                    <a:pt x="124579" y="97"/>
                  </a:cubicBezTo>
                  <a:cubicBezTo>
                    <a:pt x="119587" y="97"/>
                    <a:pt x="98868" y="2058"/>
                    <a:pt x="92627" y="2549"/>
                  </a:cubicBezTo>
                  <a:cubicBezTo>
                    <a:pt x="90630" y="2794"/>
                    <a:pt x="87136" y="3039"/>
                    <a:pt x="87136" y="8188"/>
                  </a:cubicBezTo>
                  <a:cubicBezTo>
                    <a:pt x="87136" y="11620"/>
                    <a:pt x="90630" y="11620"/>
                    <a:pt x="93626" y="11620"/>
                  </a:cubicBezTo>
                  <a:cubicBezTo>
                    <a:pt x="105608" y="11620"/>
                    <a:pt x="105608" y="13336"/>
                    <a:pt x="105608" y="15298"/>
                  </a:cubicBezTo>
                  <a:cubicBezTo>
                    <a:pt x="105608" y="17014"/>
                    <a:pt x="105108" y="18485"/>
                    <a:pt x="104609" y="20692"/>
                  </a:cubicBezTo>
                  <a:lnTo>
                    <a:pt x="90381" y="76591"/>
                  </a:lnTo>
                  <a:cubicBezTo>
                    <a:pt x="85139" y="68500"/>
                    <a:pt x="76652" y="62126"/>
                    <a:pt x="64670" y="62126"/>
                  </a:cubicBezTo>
                  <a:cubicBezTo>
                    <a:pt x="32718" y="62126"/>
                    <a:pt x="268" y="96695"/>
                    <a:pt x="268" y="132000"/>
                  </a:cubicBezTo>
                  <a:cubicBezTo>
                    <a:pt x="268" y="155781"/>
                    <a:pt x="16493" y="172698"/>
                    <a:pt x="37960" y="172698"/>
                  </a:cubicBezTo>
                  <a:cubicBezTo>
                    <a:pt x="51440" y="172698"/>
                    <a:pt x="63422" y="165098"/>
                    <a:pt x="73407" y="155536"/>
                  </a:cubicBezTo>
                  <a:cubicBezTo>
                    <a:pt x="78149" y="170246"/>
                    <a:pt x="92627" y="172698"/>
                    <a:pt x="99118" y="172698"/>
                  </a:cubicBezTo>
                  <a:cubicBezTo>
                    <a:pt x="108104" y="172698"/>
                    <a:pt x="114344" y="167304"/>
                    <a:pt x="118838" y="159704"/>
                  </a:cubicBezTo>
                  <a:cubicBezTo>
                    <a:pt x="124329" y="150142"/>
                    <a:pt x="127574" y="136168"/>
                    <a:pt x="127574" y="135187"/>
                  </a:cubicBezTo>
                  <a:cubicBezTo>
                    <a:pt x="127574" y="132000"/>
                    <a:pt x="124329" y="132000"/>
                    <a:pt x="123580" y="132000"/>
                  </a:cubicBezTo>
                  <a:cubicBezTo>
                    <a:pt x="120086" y="132000"/>
                    <a:pt x="119836" y="132980"/>
                    <a:pt x="118089" y="139600"/>
                  </a:cubicBezTo>
                  <a:cubicBezTo>
                    <a:pt x="115093" y="151368"/>
                    <a:pt x="110351" y="165833"/>
                    <a:pt x="99866" y="165833"/>
                  </a:cubicBezTo>
                  <a:cubicBezTo>
                    <a:pt x="93376" y="165833"/>
                    <a:pt x="91629" y="160440"/>
                    <a:pt x="91629" y="153820"/>
                  </a:cubicBezTo>
                  <a:cubicBezTo>
                    <a:pt x="91629" y="149162"/>
                    <a:pt x="92128" y="146955"/>
                    <a:pt x="92877" y="143768"/>
                  </a:cubicBezTo>
                  <a:lnTo>
                    <a:pt x="127574" y="7452"/>
                  </a:lnTo>
                  <a:close/>
                  <a:moveTo>
                    <a:pt x="74405" y="139600"/>
                  </a:moveTo>
                  <a:cubicBezTo>
                    <a:pt x="72658" y="146465"/>
                    <a:pt x="67166" y="151368"/>
                    <a:pt x="61674" y="156026"/>
                  </a:cubicBezTo>
                  <a:cubicBezTo>
                    <a:pt x="59428" y="157988"/>
                    <a:pt x="49443" y="165833"/>
                    <a:pt x="38709" y="165833"/>
                  </a:cubicBezTo>
                  <a:cubicBezTo>
                    <a:pt x="29473" y="165833"/>
                    <a:pt x="20487" y="159459"/>
                    <a:pt x="20487" y="142052"/>
                  </a:cubicBezTo>
                  <a:cubicBezTo>
                    <a:pt x="20487" y="129058"/>
                    <a:pt x="27726" y="102089"/>
                    <a:pt x="33467" y="92282"/>
                  </a:cubicBezTo>
                  <a:cubicBezTo>
                    <a:pt x="44950" y="72668"/>
                    <a:pt x="57680" y="68990"/>
                    <a:pt x="64670" y="68990"/>
                  </a:cubicBezTo>
                  <a:cubicBezTo>
                    <a:pt x="82143" y="68990"/>
                    <a:pt x="86886" y="87623"/>
                    <a:pt x="86886" y="90320"/>
                  </a:cubicBezTo>
                  <a:cubicBezTo>
                    <a:pt x="86886" y="91301"/>
                    <a:pt x="86387" y="93017"/>
                    <a:pt x="86137" y="93753"/>
                  </a:cubicBezTo>
                  <a:lnTo>
                    <a:pt x="74405" y="139600"/>
                  </a:lnTo>
                  <a:close/>
                </a:path>
              </a:pathLst>
            </a:custGeom>
            <a:solidFill>
              <a:schemeClr val="accent2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4715246D-CA82-BFA5-DD76-274DA2900A8A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2483849" y="8335726"/>
              <a:ext cx="88793" cy="116631"/>
            </a:xfrm>
            <a:custGeom>
              <a:avLst/>
              <a:gdLst>
                <a:gd name="connsiteX0" fmla="*/ 89066 w 88793"/>
                <a:gd name="connsiteY0" fmla="*/ 82931 h 116631"/>
                <a:gd name="connsiteX1" fmla="*/ 81577 w 88793"/>
                <a:gd name="connsiteY1" fmla="*/ 82931 h 116631"/>
                <a:gd name="connsiteX2" fmla="*/ 76406 w 88793"/>
                <a:gd name="connsiteY2" fmla="*/ 98867 h 116631"/>
                <a:gd name="connsiteX3" fmla="*/ 57328 w 88793"/>
                <a:gd name="connsiteY3" fmla="*/ 99918 h 116631"/>
                <a:gd name="connsiteX4" fmla="*/ 22381 w 88793"/>
                <a:gd name="connsiteY4" fmla="*/ 99918 h 116631"/>
                <a:gd name="connsiteX5" fmla="*/ 58041 w 88793"/>
                <a:gd name="connsiteY5" fmla="*/ 74525 h 116631"/>
                <a:gd name="connsiteX6" fmla="*/ 89066 w 88793"/>
                <a:gd name="connsiteY6" fmla="*/ 34948 h 116631"/>
                <a:gd name="connsiteX7" fmla="*/ 41994 w 88793"/>
                <a:gd name="connsiteY7" fmla="*/ 98 h 116631"/>
                <a:gd name="connsiteX8" fmla="*/ 272 w 88793"/>
                <a:gd name="connsiteY8" fmla="*/ 30920 h 116631"/>
                <a:gd name="connsiteX9" fmla="*/ 10613 w 88793"/>
                <a:gd name="connsiteY9" fmla="*/ 41602 h 116631"/>
                <a:gd name="connsiteX10" fmla="*/ 21133 w 88793"/>
                <a:gd name="connsiteY10" fmla="*/ 31270 h 116631"/>
                <a:gd name="connsiteX11" fmla="*/ 10970 w 88793"/>
                <a:gd name="connsiteY11" fmla="*/ 20938 h 116631"/>
                <a:gd name="connsiteX12" fmla="*/ 38250 w 88793"/>
                <a:gd name="connsiteY12" fmla="*/ 7803 h 116631"/>
                <a:gd name="connsiteX13" fmla="*/ 69987 w 88793"/>
                <a:gd name="connsiteY13" fmla="*/ 35123 h 116631"/>
                <a:gd name="connsiteX14" fmla="*/ 45917 w 88793"/>
                <a:gd name="connsiteY14" fmla="*/ 72424 h 116631"/>
                <a:gd name="connsiteX15" fmla="*/ 2411 w 88793"/>
                <a:gd name="connsiteY15" fmla="*/ 108674 h 116631"/>
                <a:gd name="connsiteX16" fmla="*/ 272 w 88793"/>
                <a:gd name="connsiteY16" fmla="*/ 111476 h 116631"/>
                <a:gd name="connsiteX17" fmla="*/ 272 w 88793"/>
                <a:gd name="connsiteY17" fmla="*/ 116730 h 116631"/>
                <a:gd name="connsiteX18" fmla="*/ 83182 w 88793"/>
                <a:gd name="connsiteY18" fmla="*/ 116730 h 116631"/>
                <a:gd name="connsiteX19" fmla="*/ 89066 w 88793"/>
                <a:gd name="connsiteY19" fmla="*/ 82931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8793" h="116631">
                  <a:moveTo>
                    <a:pt x="89066" y="82931"/>
                  </a:moveTo>
                  <a:lnTo>
                    <a:pt x="81577" y="82931"/>
                  </a:lnTo>
                  <a:cubicBezTo>
                    <a:pt x="81042" y="86259"/>
                    <a:pt x="79259" y="97116"/>
                    <a:pt x="76406" y="98867"/>
                  </a:cubicBezTo>
                  <a:cubicBezTo>
                    <a:pt x="74980" y="99918"/>
                    <a:pt x="60002" y="99918"/>
                    <a:pt x="57328" y="99918"/>
                  </a:cubicBezTo>
                  <a:lnTo>
                    <a:pt x="22381" y="99918"/>
                  </a:lnTo>
                  <a:cubicBezTo>
                    <a:pt x="34149" y="91337"/>
                    <a:pt x="47343" y="81530"/>
                    <a:pt x="58041" y="74525"/>
                  </a:cubicBezTo>
                  <a:cubicBezTo>
                    <a:pt x="74088" y="63668"/>
                    <a:pt x="89066" y="53511"/>
                    <a:pt x="89066" y="34948"/>
                  </a:cubicBezTo>
                  <a:cubicBezTo>
                    <a:pt x="89066" y="12532"/>
                    <a:pt x="67491" y="98"/>
                    <a:pt x="41994" y="98"/>
                  </a:cubicBezTo>
                  <a:cubicBezTo>
                    <a:pt x="17923" y="98"/>
                    <a:pt x="272" y="13758"/>
                    <a:pt x="272" y="30920"/>
                  </a:cubicBezTo>
                  <a:cubicBezTo>
                    <a:pt x="272" y="40026"/>
                    <a:pt x="8117" y="41602"/>
                    <a:pt x="10613" y="41602"/>
                  </a:cubicBezTo>
                  <a:cubicBezTo>
                    <a:pt x="15427" y="41602"/>
                    <a:pt x="21133" y="38450"/>
                    <a:pt x="21133" y="31270"/>
                  </a:cubicBezTo>
                  <a:cubicBezTo>
                    <a:pt x="21133" y="24966"/>
                    <a:pt x="16497" y="21463"/>
                    <a:pt x="10970" y="20938"/>
                  </a:cubicBezTo>
                  <a:cubicBezTo>
                    <a:pt x="15962" y="13057"/>
                    <a:pt x="26304" y="7803"/>
                    <a:pt x="38250" y="7803"/>
                  </a:cubicBezTo>
                  <a:cubicBezTo>
                    <a:pt x="55545" y="7803"/>
                    <a:pt x="69987" y="17961"/>
                    <a:pt x="69987" y="35123"/>
                  </a:cubicBezTo>
                  <a:cubicBezTo>
                    <a:pt x="69987" y="49833"/>
                    <a:pt x="59646" y="61041"/>
                    <a:pt x="45917" y="72424"/>
                  </a:cubicBezTo>
                  <a:lnTo>
                    <a:pt x="2411" y="108674"/>
                  </a:lnTo>
                  <a:cubicBezTo>
                    <a:pt x="628" y="110250"/>
                    <a:pt x="450" y="110250"/>
                    <a:pt x="272" y="111476"/>
                  </a:cubicBezTo>
                  <a:lnTo>
                    <a:pt x="272" y="116730"/>
                  </a:lnTo>
                  <a:lnTo>
                    <a:pt x="83182" y="116730"/>
                  </a:lnTo>
                  <a:lnTo>
                    <a:pt x="89066" y="82931"/>
                  </a:lnTo>
                  <a:close/>
                </a:path>
              </a:pathLst>
            </a:custGeom>
            <a:solidFill>
              <a:schemeClr val="accent2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EAC9EA07-2E6F-6406-A8F8-F0AD2DDA80CC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2651232" y="8290335"/>
              <a:ext cx="133797" cy="131166"/>
            </a:xfrm>
            <a:custGeom>
              <a:avLst/>
              <a:gdLst>
                <a:gd name="connsiteX0" fmla="*/ 130578 w 133797"/>
                <a:gd name="connsiteY0" fmla="*/ 12111 h 131166"/>
                <a:gd name="connsiteX1" fmla="*/ 134073 w 133797"/>
                <a:gd name="connsiteY1" fmla="*/ 6226 h 131166"/>
                <a:gd name="connsiteX2" fmla="*/ 128082 w 133797"/>
                <a:gd name="connsiteY2" fmla="*/ 97 h 131166"/>
                <a:gd name="connsiteX3" fmla="*/ 121841 w 133797"/>
                <a:gd name="connsiteY3" fmla="*/ 3775 h 131166"/>
                <a:gd name="connsiteX4" fmla="*/ 67174 w 133797"/>
                <a:gd name="connsiteY4" fmla="*/ 57222 h 131166"/>
                <a:gd name="connsiteX5" fmla="*/ 12257 w 133797"/>
                <a:gd name="connsiteY5" fmla="*/ 3530 h 131166"/>
                <a:gd name="connsiteX6" fmla="*/ 6516 w 133797"/>
                <a:gd name="connsiteY6" fmla="*/ 97 h 131166"/>
                <a:gd name="connsiteX7" fmla="*/ 276 w 133797"/>
                <a:gd name="connsiteY7" fmla="*/ 6226 h 131166"/>
                <a:gd name="connsiteX8" fmla="*/ 4020 w 133797"/>
                <a:gd name="connsiteY8" fmla="*/ 12111 h 131166"/>
                <a:gd name="connsiteX9" fmla="*/ 58437 w 133797"/>
                <a:gd name="connsiteY9" fmla="*/ 65558 h 131166"/>
                <a:gd name="connsiteX10" fmla="*/ 4020 w 133797"/>
                <a:gd name="connsiteY10" fmla="*/ 119005 h 131166"/>
                <a:gd name="connsiteX11" fmla="*/ 276 w 133797"/>
                <a:gd name="connsiteY11" fmla="*/ 125135 h 131166"/>
                <a:gd name="connsiteX12" fmla="*/ 6516 w 133797"/>
                <a:gd name="connsiteY12" fmla="*/ 131264 h 131166"/>
                <a:gd name="connsiteX13" fmla="*/ 12257 w 133797"/>
                <a:gd name="connsiteY13" fmla="*/ 127832 h 131166"/>
                <a:gd name="connsiteX14" fmla="*/ 67174 w 133797"/>
                <a:gd name="connsiteY14" fmla="*/ 74139 h 131166"/>
                <a:gd name="connsiteX15" fmla="*/ 124088 w 133797"/>
                <a:gd name="connsiteY15" fmla="*/ 130038 h 131166"/>
                <a:gd name="connsiteX16" fmla="*/ 128082 w 133797"/>
                <a:gd name="connsiteY16" fmla="*/ 131264 h 131166"/>
                <a:gd name="connsiteX17" fmla="*/ 134073 w 133797"/>
                <a:gd name="connsiteY17" fmla="*/ 125135 h 131166"/>
                <a:gd name="connsiteX18" fmla="*/ 132824 w 133797"/>
                <a:gd name="connsiteY18" fmla="*/ 121948 h 131166"/>
                <a:gd name="connsiteX19" fmla="*/ 75911 w 133797"/>
                <a:gd name="connsiteY19" fmla="*/ 65803 h 131166"/>
                <a:gd name="connsiteX20" fmla="*/ 130578 w 133797"/>
                <a:gd name="connsiteY20" fmla="*/ 12111 h 1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3797" h="131166">
                  <a:moveTo>
                    <a:pt x="130578" y="12111"/>
                  </a:moveTo>
                  <a:cubicBezTo>
                    <a:pt x="133324" y="9414"/>
                    <a:pt x="134073" y="7943"/>
                    <a:pt x="134073" y="6226"/>
                  </a:cubicBezTo>
                  <a:cubicBezTo>
                    <a:pt x="134073" y="2304"/>
                    <a:pt x="130827" y="97"/>
                    <a:pt x="128082" y="97"/>
                  </a:cubicBezTo>
                  <a:cubicBezTo>
                    <a:pt x="125585" y="97"/>
                    <a:pt x="124837" y="833"/>
                    <a:pt x="121841" y="3775"/>
                  </a:cubicBezTo>
                  <a:lnTo>
                    <a:pt x="67174" y="57222"/>
                  </a:lnTo>
                  <a:lnTo>
                    <a:pt x="12257" y="3530"/>
                  </a:lnTo>
                  <a:cubicBezTo>
                    <a:pt x="9761" y="1078"/>
                    <a:pt x="8763" y="97"/>
                    <a:pt x="6516" y="97"/>
                  </a:cubicBezTo>
                  <a:cubicBezTo>
                    <a:pt x="3021" y="97"/>
                    <a:pt x="276" y="2794"/>
                    <a:pt x="276" y="6226"/>
                  </a:cubicBezTo>
                  <a:cubicBezTo>
                    <a:pt x="276" y="8433"/>
                    <a:pt x="1024" y="9168"/>
                    <a:pt x="4020" y="12111"/>
                  </a:cubicBezTo>
                  <a:lnTo>
                    <a:pt x="58437" y="65558"/>
                  </a:lnTo>
                  <a:lnTo>
                    <a:pt x="4020" y="119005"/>
                  </a:lnTo>
                  <a:cubicBezTo>
                    <a:pt x="525" y="122438"/>
                    <a:pt x="276" y="123664"/>
                    <a:pt x="276" y="125135"/>
                  </a:cubicBezTo>
                  <a:cubicBezTo>
                    <a:pt x="276" y="128567"/>
                    <a:pt x="3021" y="131264"/>
                    <a:pt x="6516" y="131264"/>
                  </a:cubicBezTo>
                  <a:cubicBezTo>
                    <a:pt x="8763" y="131264"/>
                    <a:pt x="9512" y="130529"/>
                    <a:pt x="12257" y="127832"/>
                  </a:cubicBezTo>
                  <a:lnTo>
                    <a:pt x="67174" y="74139"/>
                  </a:lnTo>
                  <a:lnTo>
                    <a:pt x="124088" y="130038"/>
                  </a:lnTo>
                  <a:cubicBezTo>
                    <a:pt x="125336" y="130774"/>
                    <a:pt x="126584" y="131264"/>
                    <a:pt x="128082" y="131264"/>
                  </a:cubicBezTo>
                  <a:cubicBezTo>
                    <a:pt x="130827" y="131264"/>
                    <a:pt x="134073" y="129058"/>
                    <a:pt x="134073" y="125135"/>
                  </a:cubicBezTo>
                  <a:cubicBezTo>
                    <a:pt x="134073" y="123173"/>
                    <a:pt x="133573" y="122683"/>
                    <a:pt x="132824" y="121948"/>
                  </a:cubicBezTo>
                  <a:cubicBezTo>
                    <a:pt x="132325" y="120967"/>
                    <a:pt x="83899" y="73403"/>
                    <a:pt x="75911" y="65803"/>
                  </a:cubicBezTo>
                  <a:lnTo>
                    <a:pt x="130578" y="12111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1E3B681B-A2B4-4F6C-FC5B-1565C1D590D7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2844903" y="8247184"/>
              <a:ext cx="128305" cy="172601"/>
            </a:xfrm>
            <a:custGeom>
              <a:avLst/>
              <a:gdLst>
                <a:gd name="connsiteX0" fmla="*/ 127589 w 128305"/>
                <a:gd name="connsiteY0" fmla="*/ 7452 h 172601"/>
                <a:gd name="connsiteX1" fmla="*/ 128587 w 128305"/>
                <a:gd name="connsiteY1" fmla="*/ 3530 h 172601"/>
                <a:gd name="connsiteX2" fmla="*/ 124593 w 128305"/>
                <a:gd name="connsiteY2" fmla="*/ 97 h 172601"/>
                <a:gd name="connsiteX3" fmla="*/ 92642 w 128305"/>
                <a:gd name="connsiteY3" fmla="*/ 2549 h 172601"/>
                <a:gd name="connsiteX4" fmla="*/ 87150 w 128305"/>
                <a:gd name="connsiteY4" fmla="*/ 8188 h 172601"/>
                <a:gd name="connsiteX5" fmla="*/ 93640 w 128305"/>
                <a:gd name="connsiteY5" fmla="*/ 11620 h 172601"/>
                <a:gd name="connsiteX6" fmla="*/ 105622 w 128305"/>
                <a:gd name="connsiteY6" fmla="*/ 15298 h 172601"/>
                <a:gd name="connsiteX7" fmla="*/ 104623 w 128305"/>
                <a:gd name="connsiteY7" fmla="*/ 20692 h 172601"/>
                <a:gd name="connsiteX8" fmla="*/ 90395 w 128305"/>
                <a:gd name="connsiteY8" fmla="*/ 76591 h 172601"/>
                <a:gd name="connsiteX9" fmla="*/ 64684 w 128305"/>
                <a:gd name="connsiteY9" fmla="*/ 62126 h 172601"/>
                <a:gd name="connsiteX10" fmla="*/ 282 w 128305"/>
                <a:gd name="connsiteY10" fmla="*/ 132000 h 172601"/>
                <a:gd name="connsiteX11" fmla="*/ 37975 w 128305"/>
                <a:gd name="connsiteY11" fmla="*/ 172698 h 172601"/>
                <a:gd name="connsiteX12" fmla="*/ 73421 w 128305"/>
                <a:gd name="connsiteY12" fmla="*/ 155536 h 172601"/>
                <a:gd name="connsiteX13" fmla="*/ 99132 w 128305"/>
                <a:gd name="connsiteY13" fmla="*/ 172698 h 172601"/>
                <a:gd name="connsiteX14" fmla="*/ 118852 w 128305"/>
                <a:gd name="connsiteY14" fmla="*/ 159704 h 172601"/>
                <a:gd name="connsiteX15" fmla="*/ 127589 w 128305"/>
                <a:gd name="connsiteY15" fmla="*/ 135187 h 172601"/>
                <a:gd name="connsiteX16" fmla="*/ 123595 w 128305"/>
                <a:gd name="connsiteY16" fmla="*/ 132000 h 172601"/>
                <a:gd name="connsiteX17" fmla="*/ 118103 w 128305"/>
                <a:gd name="connsiteY17" fmla="*/ 139600 h 172601"/>
                <a:gd name="connsiteX18" fmla="*/ 99881 w 128305"/>
                <a:gd name="connsiteY18" fmla="*/ 165833 h 172601"/>
                <a:gd name="connsiteX19" fmla="*/ 91643 w 128305"/>
                <a:gd name="connsiteY19" fmla="*/ 153820 h 172601"/>
                <a:gd name="connsiteX20" fmla="*/ 92891 w 128305"/>
                <a:gd name="connsiteY20" fmla="*/ 143768 h 172601"/>
                <a:gd name="connsiteX21" fmla="*/ 127589 w 128305"/>
                <a:gd name="connsiteY21" fmla="*/ 7452 h 172601"/>
                <a:gd name="connsiteX22" fmla="*/ 74419 w 128305"/>
                <a:gd name="connsiteY22" fmla="*/ 139600 h 172601"/>
                <a:gd name="connsiteX23" fmla="*/ 61689 w 128305"/>
                <a:gd name="connsiteY23" fmla="*/ 156026 h 172601"/>
                <a:gd name="connsiteX24" fmla="*/ 38723 w 128305"/>
                <a:gd name="connsiteY24" fmla="*/ 165833 h 172601"/>
                <a:gd name="connsiteX25" fmla="*/ 20501 w 128305"/>
                <a:gd name="connsiteY25" fmla="*/ 142052 h 172601"/>
                <a:gd name="connsiteX26" fmla="*/ 33481 w 128305"/>
                <a:gd name="connsiteY26" fmla="*/ 92282 h 172601"/>
                <a:gd name="connsiteX27" fmla="*/ 64684 w 128305"/>
                <a:gd name="connsiteY27" fmla="*/ 68990 h 172601"/>
                <a:gd name="connsiteX28" fmla="*/ 86900 w 128305"/>
                <a:gd name="connsiteY28" fmla="*/ 90320 h 172601"/>
                <a:gd name="connsiteX29" fmla="*/ 86152 w 128305"/>
                <a:gd name="connsiteY29" fmla="*/ 93753 h 172601"/>
                <a:gd name="connsiteX30" fmla="*/ 74419 w 128305"/>
                <a:gd name="connsiteY30" fmla="*/ 139600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89" y="7452"/>
                  </a:moveTo>
                  <a:cubicBezTo>
                    <a:pt x="127838" y="6962"/>
                    <a:pt x="128587" y="3775"/>
                    <a:pt x="128587" y="3530"/>
                  </a:cubicBezTo>
                  <a:cubicBezTo>
                    <a:pt x="128587" y="2304"/>
                    <a:pt x="127589" y="97"/>
                    <a:pt x="124593" y="97"/>
                  </a:cubicBezTo>
                  <a:cubicBezTo>
                    <a:pt x="119601" y="97"/>
                    <a:pt x="98882" y="2058"/>
                    <a:pt x="92642" y="2549"/>
                  </a:cubicBezTo>
                  <a:cubicBezTo>
                    <a:pt x="90645" y="2794"/>
                    <a:pt x="87150" y="3039"/>
                    <a:pt x="87150" y="8188"/>
                  </a:cubicBezTo>
                  <a:cubicBezTo>
                    <a:pt x="87150" y="11620"/>
                    <a:pt x="90645" y="11620"/>
                    <a:pt x="93640" y="11620"/>
                  </a:cubicBezTo>
                  <a:cubicBezTo>
                    <a:pt x="105622" y="11620"/>
                    <a:pt x="105622" y="13336"/>
                    <a:pt x="105622" y="15298"/>
                  </a:cubicBezTo>
                  <a:cubicBezTo>
                    <a:pt x="105622" y="17014"/>
                    <a:pt x="105123" y="18485"/>
                    <a:pt x="104623" y="20692"/>
                  </a:cubicBezTo>
                  <a:lnTo>
                    <a:pt x="90395" y="76591"/>
                  </a:lnTo>
                  <a:cubicBezTo>
                    <a:pt x="85153" y="68500"/>
                    <a:pt x="76666" y="62126"/>
                    <a:pt x="64684" y="62126"/>
                  </a:cubicBezTo>
                  <a:cubicBezTo>
                    <a:pt x="32733" y="62126"/>
                    <a:pt x="282" y="96695"/>
                    <a:pt x="282" y="132000"/>
                  </a:cubicBezTo>
                  <a:cubicBezTo>
                    <a:pt x="282" y="155781"/>
                    <a:pt x="16507" y="172698"/>
                    <a:pt x="37975" y="172698"/>
                  </a:cubicBezTo>
                  <a:cubicBezTo>
                    <a:pt x="51454" y="172698"/>
                    <a:pt x="63436" y="165098"/>
                    <a:pt x="73421" y="155536"/>
                  </a:cubicBezTo>
                  <a:cubicBezTo>
                    <a:pt x="78164" y="170246"/>
                    <a:pt x="92642" y="172698"/>
                    <a:pt x="99132" y="172698"/>
                  </a:cubicBezTo>
                  <a:cubicBezTo>
                    <a:pt x="108118" y="172698"/>
                    <a:pt x="114359" y="167304"/>
                    <a:pt x="118852" y="159704"/>
                  </a:cubicBezTo>
                  <a:cubicBezTo>
                    <a:pt x="124344" y="150142"/>
                    <a:pt x="127589" y="136168"/>
                    <a:pt x="127589" y="135187"/>
                  </a:cubicBezTo>
                  <a:cubicBezTo>
                    <a:pt x="127589" y="132000"/>
                    <a:pt x="124344" y="132000"/>
                    <a:pt x="123595" y="132000"/>
                  </a:cubicBezTo>
                  <a:cubicBezTo>
                    <a:pt x="120100" y="132000"/>
                    <a:pt x="119850" y="132980"/>
                    <a:pt x="118103" y="139600"/>
                  </a:cubicBezTo>
                  <a:cubicBezTo>
                    <a:pt x="115108" y="151368"/>
                    <a:pt x="110365" y="165833"/>
                    <a:pt x="99881" y="165833"/>
                  </a:cubicBezTo>
                  <a:cubicBezTo>
                    <a:pt x="93391" y="165833"/>
                    <a:pt x="91643" y="160440"/>
                    <a:pt x="91643" y="153820"/>
                  </a:cubicBezTo>
                  <a:cubicBezTo>
                    <a:pt x="91643" y="149162"/>
                    <a:pt x="92142" y="146955"/>
                    <a:pt x="92891" y="143768"/>
                  </a:cubicBezTo>
                  <a:lnTo>
                    <a:pt x="127589" y="7452"/>
                  </a:lnTo>
                  <a:close/>
                  <a:moveTo>
                    <a:pt x="74419" y="139600"/>
                  </a:moveTo>
                  <a:cubicBezTo>
                    <a:pt x="72672" y="146465"/>
                    <a:pt x="67180" y="151368"/>
                    <a:pt x="61689" y="156026"/>
                  </a:cubicBezTo>
                  <a:cubicBezTo>
                    <a:pt x="59442" y="157988"/>
                    <a:pt x="49457" y="165833"/>
                    <a:pt x="38723" y="165833"/>
                  </a:cubicBezTo>
                  <a:cubicBezTo>
                    <a:pt x="29487" y="165833"/>
                    <a:pt x="20501" y="159459"/>
                    <a:pt x="20501" y="142052"/>
                  </a:cubicBezTo>
                  <a:cubicBezTo>
                    <a:pt x="20501" y="129058"/>
                    <a:pt x="27740" y="102089"/>
                    <a:pt x="33481" y="92282"/>
                  </a:cubicBezTo>
                  <a:cubicBezTo>
                    <a:pt x="44964" y="72668"/>
                    <a:pt x="57695" y="68990"/>
                    <a:pt x="64684" y="68990"/>
                  </a:cubicBezTo>
                  <a:cubicBezTo>
                    <a:pt x="82158" y="68990"/>
                    <a:pt x="86900" y="87623"/>
                    <a:pt x="86900" y="90320"/>
                  </a:cubicBezTo>
                  <a:cubicBezTo>
                    <a:pt x="86900" y="91301"/>
                    <a:pt x="86401" y="93017"/>
                    <a:pt x="86152" y="93753"/>
                  </a:cubicBezTo>
                  <a:lnTo>
                    <a:pt x="74419" y="139600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76D1819-E833-17B0-C1C7-03EE59BBC7D9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3003622" y="8335726"/>
              <a:ext cx="73281" cy="116631"/>
            </a:xfrm>
            <a:custGeom>
              <a:avLst/>
              <a:gdLst>
                <a:gd name="connsiteX0" fmla="*/ 45753 w 73281"/>
                <a:gd name="connsiteY0" fmla="*/ 5352 h 116631"/>
                <a:gd name="connsiteX1" fmla="*/ 39334 w 73281"/>
                <a:gd name="connsiteY1" fmla="*/ 98 h 116631"/>
                <a:gd name="connsiteX2" fmla="*/ 3317 w 73281"/>
                <a:gd name="connsiteY2" fmla="*/ 11306 h 116631"/>
                <a:gd name="connsiteX3" fmla="*/ 286 w 73281"/>
                <a:gd name="connsiteY3" fmla="*/ 11306 h 116631"/>
                <a:gd name="connsiteX4" fmla="*/ 286 w 73281"/>
                <a:gd name="connsiteY4" fmla="*/ 19011 h 116631"/>
                <a:gd name="connsiteX5" fmla="*/ 3317 w 73281"/>
                <a:gd name="connsiteY5" fmla="*/ 19011 h 116631"/>
                <a:gd name="connsiteX6" fmla="*/ 29349 w 73281"/>
                <a:gd name="connsiteY6" fmla="*/ 14108 h 116631"/>
                <a:gd name="connsiteX7" fmla="*/ 29349 w 73281"/>
                <a:gd name="connsiteY7" fmla="*/ 101669 h 116631"/>
                <a:gd name="connsiteX8" fmla="*/ 10449 w 73281"/>
                <a:gd name="connsiteY8" fmla="*/ 109024 h 116631"/>
                <a:gd name="connsiteX9" fmla="*/ 1534 w 73281"/>
                <a:gd name="connsiteY9" fmla="*/ 109024 h 116631"/>
                <a:gd name="connsiteX10" fmla="*/ 1534 w 73281"/>
                <a:gd name="connsiteY10" fmla="*/ 116730 h 116631"/>
                <a:gd name="connsiteX11" fmla="*/ 37551 w 73281"/>
                <a:gd name="connsiteY11" fmla="*/ 116029 h 116631"/>
                <a:gd name="connsiteX12" fmla="*/ 73568 w 73281"/>
                <a:gd name="connsiteY12" fmla="*/ 116730 h 116631"/>
                <a:gd name="connsiteX13" fmla="*/ 73568 w 73281"/>
                <a:gd name="connsiteY13" fmla="*/ 109024 h 116631"/>
                <a:gd name="connsiteX14" fmla="*/ 64653 w 73281"/>
                <a:gd name="connsiteY14" fmla="*/ 109024 h 116631"/>
                <a:gd name="connsiteX15" fmla="*/ 45753 w 73281"/>
                <a:gd name="connsiteY15" fmla="*/ 101669 h 116631"/>
                <a:gd name="connsiteX16" fmla="*/ 45753 w 73281"/>
                <a:gd name="connsiteY16" fmla="*/ 5352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281" h="116631">
                  <a:moveTo>
                    <a:pt x="45753" y="5352"/>
                  </a:moveTo>
                  <a:cubicBezTo>
                    <a:pt x="45753" y="98"/>
                    <a:pt x="45218" y="98"/>
                    <a:pt x="39334" y="98"/>
                  </a:cubicBezTo>
                  <a:cubicBezTo>
                    <a:pt x="26674" y="11306"/>
                    <a:pt x="6883" y="11306"/>
                    <a:pt x="3317" y="11306"/>
                  </a:cubicBezTo>
                  <a:lnTo>
                    <a:pt x="286" y="11306"/>
                  </a:lnTo>
                  <a:lnTo>
                    <a:pt x="286" y="19011"/>
                  </a:lnTo>
                  <a:lnTo>
                    <a:pt x="3317" y="19011"/>
                  </a:lnTo>
                  <a:cubicBezTo>
                    <a:pt x="7418" y="19011"/>
                    <a:pt x="19008" y="18486"/>
                    <a:pt x="29349" y="14108"/>
                  </a:cubicBezTo>
                  <a:lnTo>
                    <a:pt x="29349" y="101669"/>
                  </a:lnTo>
                  <a:cubicBezTo>
                    <a:pt x="29349" y="107098"/>
                    <a:pt x="29349" y="109024"/>
                    <a:pt x="10449" y="109024"/>
                  </a:cubicBezTo>
                  <a:lnTo>
                    <a:pt x="1534" y="109024"/>
                  </a:lnTo>
                  <a:lnTo>
                    <a:pt x="1534" y="116730"/>
                  </a:lnTo>
                  <a:cubicBezTo>
                    <a:pt x="11341" y="116029"/>
                    <a:pt x="27209" y="116029"/>
                    <a:pt x="37551" y="116029"/>
                  </a:cubicBezTo>
                  <a:cubicBezTo>
                    <a:pt x="47892" y="116029"/>
                    <a:pt x="63761" y="116029"/>
                    <a:pt x="73568" y="116730"/>
                  </a:cubicBezTo>
                  <a:lnTo>
                    <a:pt x="73568" y="109024"/>
                  </a:lnTo>
                  <a:lnTo>
                    <a:pt x="64653" y="109024"/>
                  </a:lnTo>
                  <a:cubicBezTo>
                    <a:pt x="45753" y="109024"/>
                    <a:pt x="45753" y="107098"/>
                    <a:pt x="45753" y="101669"/>
                  </a:cubicBezTo>
                  <a:lnTo>
                    <a:pt x="45753" y="5352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6D8FD71E-9C10-94B9-3676-E42F86DB5E9F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9054928" y="8902738"/>
              <a:ext cx="290987" cy="243070"/>
            </a:xfrm>
            <a:custGeom>
              <a:avLst/>
              <a:gdLst>
                <a:gd name="connsiteX0" fmla="*/ 254790 w 290987"/>
                <a:gd name="connsiteY0" fmla="*/ 24285 h 243070"/>
                <a:gd name="connsiteX1" fmla="*/ 284388 w 290987"/>
                <a:gd name="connsiteY1" fmla="*/ 16579 h 243070"/>
                <a:gd name="connsiteX2" fmla="*/ 291163 w 290987"/>
                <a:gd name="connsiteY2" fmla="*/ 16579 h 243070"/>
                <a:gd name="connsiteX3" fmla="*/ 291163 w 290987"/>
                <a:gd name="connsiteY3" fmla="*/ 118 h 243070"/>
                <a:gd name="connsiteX4" fmla="*/ 250867 w 290987"/>
                <a:gd name="connsiteY4" fmla="*/ 1168 h 243070"/>
                <a:gd name="connsiteX5" fmla="*/ 204152 w 290987"/>
                <a:gd name="connsiteY5" fmla="*/ 118 h 243070"/>
                <a:gd name="connsiteX6" fmla="*/ 204152 w 290987"/>
                <a:gd name="connsiteY6" fmla="*/ 16579 h 243070"/>
                <a:gd name="connsiteX7" fmla="*/ 235533 w 290987"/>
                <a:gd name="connsiteY7" fmla="*/ 20782 h 243070"/>
                <a:gd name="connsiteX8" fmla="*/ 234107 w 290987"/>
                <a:gd name="connsiteY8" fmla="*/ 24985 h 243070"/>
                <a:gd name="connsiteX9" fmla="*/ 162073 w 290987"/>
                <a:gd name="connsiteY9" fmla="*/ 184347 h 243070"/>
                <a:gd name="connsiteX10" fmla="*/ 86117 w 290987"/>
                <a:gd name="connsiteY10" fmla="*/ 16579 h 243070"/>
                <a:gd name="connsiteX11" fmla="*/ 119638 w 290987"/>
                <a:gd name="connsiteY11" fmla="*/ 16579 h 243070"/>
                <a:gd name="connsiteX12" fmla="*/ 119638 w 290987"/>
                <a:gd name="connsiteY12" fmla="*/ 118 h 243070"/>
                <a:gd name="connsiteX13" fmla="*/ 56519 w 290987"/>
                <a:gd name="connsiteY13" fmla="*/ 1168 h 243070"/>
                <a:gd name="connsiteX14" fmla="*/ 176 w 290987"/>
                <a:gd name="connsiteY14" fmla="*/ 118 h 243070"/>
                <a:gd name="connsiteX15" fmla="*/ 176 w 290987"/>
                <a:gd name="connsiteY15" fmla="*/ 16579 h 243070"/>
                <a:gd name="connsiteX16" fmla="*/ 32983 w 290987"/>
                <a:gd name="connsiteY16" fmla="*/ 16579 h 243070"/>
                <a:gd name="connsiteX17" fmla="*/ 131406 w 290987"/>
                <a:gd name="connsiteY17" fmla="*/ 234082 h 243070"/>
                <a:gd name="connsiteX18" fmla="*/ 145670 w 290987"/>
                <a:gd name="connsiteY18" fmla="*/ 243188 h 243070"/>
                <a:gd name="connsiteX19" fmla="*/ 159934 w 290987"/>
                <a:gd name="connsiteY19" fmla="*/ 234782 h 243070"/>
                <a:gd name="connsiteX20" fmla="*/ 254790 w 290987"/>
                <a:gd name="connsiteY20" fmla="*/ 24285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90987" h="243070">
                  <a:moveTo>
                    <a:pt x="254790" y="24285"/>
                  </a:moveTo>
                  <a:cubicBezTo>
                    <a:pt x="256929" y="19732"/>
                    <a:pt x="258356" y="16579"/>
                    <a:pt x="284388" y="16579"/>
                  </a:cubicBezTo>
                  <a:lnTo>
                    <a:pt x="291163" y="16579"/>
                  </a:lnTo>
                  <a:lnTo>
                    <a:pt x="291163" y="118"/>
                  </a:lnTo>
                  <a:cubicBezTo>
                    <a:pt x="277612" y="468"/>
                    <a:pt x="260495" y="1168"/>
                    <a:pt x="250867" y="1168"/>
                  </a:cubicBezTo>
                  <a:cubicBezTo>
                    <a:pt x="236603" y="1168"/>
                    <a:pt x="218060" y="1168"/>
                    <a:pt x="204152" y="118"/>
                  </a:cubicBezTo>
                  <a:lnTo>
                    <a:pt x="204152" y="16579"/>
                  </a:lnTo>
                  <a:cubicBezTo>
                    <a:pt x="207362" y="16579"/>
                    <a:pt x="235533" y="16579"/>
                    <a:pt x="235533" y="20782"/>
                  </a:cubicBezTo>
                  <a:cubicBezTo>
                    <a:pt x="235533" y="22183"/>
                    <a:pt x="234463" y="23934"/>
                    <a:pt x="234107" y="24985"/>
                  </a:cubicBezTo>
                  <a:lnTo>
                    <a:pt x="162073" y="184347"/>
                  </a:lnTo>
                  <a:lnTo>
                    <a:pt x="86117" y="16579"/>
                  </a:lnTo>
                  <a:lnTo>
                    <a:pt x="119638" y="16579"/>
                  </a:lnTo>
                  <a:lnTo>
                    <a:pt x="119638" y="118"/>
                  </a:lnTo>
                  <a:cubicBezTo>
                    <a:pt x="106087" y="1168"/>
                    <a:pt x="71853" y="1168"/>
                    <a:pt x="56519" y="1168"/>
                  </a:cubicBezTo>
                  <a:cubicBezTo>
                    <a:pt x="42612" y="1168"/>
                    <a:pt x="12657" y="1168"/>
                    <a:pt x="176" y="118"/>
                  </a:cubicBezTo>
                  <a:lnTo>
                    <a:pt x="176" y="16579"/>
                  </a:lnTo>
                  <a:lnTo>
                    <a:pt x="32983" y="16579"/>
                  </a:lnTo>
                  <a:lnTo>
                    <a:pt x="131406" y="234082"/>
                  </a:lnTo>
                  <a:cubicBezTo>
                    <a:pt x="134258" y="240386"/>
                    <a:pt x="135685" y="243188"/>
                    <a:pt x="145670" y="243188"/>
                  </a:cubicBezTo>
                  <a:cubicBezTo>
                    <a:pt x="151375" y="243188"/>
                    <a:pt x="156011" y="243188"/>
                    <a:pt x="159934" y="234782"/>
                  </a:cubicBezTo>
                  <a:lnTo>
                    <a:pt x="254790" y="24285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3B63AD03-1F67-12ED-B5C5-55B72579153B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9480420" y="9014467"/>
              <a:ext cx="237140" cy="81957"/>
            </a:xfrm>
            <a:custGeom>
              <a:avLst/>
              <a:gdLst>
                <a:gd name="connsiteX0" fmla="*/ 225203 w 237140"/>
                <a:gd name="connsiteY0" fmla="*/ 14128 h 81957"/>
                <a:gd name="connsiteX1" fmla="*/ 237328 w 237140"/>
                <a:gd name="connsiteY1" fmla="*/ 7123 h 81957"/>
                <a:gd name="connsiteX2" fmla="*/ 225560 w 237140"/>
                <a:gd name="connsiteY2" fmla="*/ 118 h 81957"/>
                <a:gd name="connsiteX3" fmla="*/ 11956 w 237140"/>
                <a:gd name="connsiteY3" fmla="*/ 118 h 81957"/>
                <a:gd name="connsiteX4" fmla="*/ 188 w 237140"/>
                <a:gd name="connsiteY4" fmla="*/ 7123 h 81957"/>
                <a:gd name="connsiteX5" fmla="*/ 12312 w 237140"/>
                <a:gd name="connsiteY5" fmla="*/ 14128 h 81957"/>
                <a:gd name="connsiteX6" fmla="*/ 225203 w 237140"/>
                <a:gd name="connsiteY6" fmla="*/ 14128 h 81957"/>
                <a:gd name="connsiteX7" fmla="*/ 225560 w 237140"/>
                <a:gd name="connsiteY7" fmla="*/ 82075 h 81957"/>
                <a:gd name="connsiteX8" fmla="*/ 237328 w 237140"/>
                <a:gd name="connsiteY8" fmla="*/ 75070 h 81957"/>
                <a:gd name="connsiteX9" fmla="*/ 225203 w 237140"/>
                <a:gd name="connsiteY9" fmla="*/ 68065 h 81957"/>
                <a:gd name="connsiteX10" fmla="*/ 12312 w 237140"/>
                <a:gd name="connsiteY10" fmla="*/ 68065 h 81957"/>
                <a:gd name="connsiteX11" fmla="*/ 188 w 237140"/>
                <a:gd name="connsiteY11" fmla="*/ 75070 h 81957"/>
                <a:gd name="connsiteX12" fmla="*/ 11956 w 237140"/>
                <a:gd name="connsiteY12" fmla="*/ 82075 h 81957"/>
                <a:gd name="connsiteX13" fmla="*/ 225560 w 237140"/>
                <a:gd name="connsiteY13" fmla="*/ 82075 h 8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140" h="81957">
                  <a:moveTo>
                    <a:pt x="225203" y="14128"/>
                  </a:moveTo>
                  <a:cubicBezTo>
                    <a:pt x="230552" y="14128"/>
                    <a:pt x="237328" y="14128"/>
                    <a:pt x="237328" y="7123"/>
                  </a:cubicBezTo>
                  <a:cubicBezTo>
                    <a:pt x="237328" y="118"/>
                    <a:pt x="230552" y="118"/>
                    <a:pt x="225560" y="118"/>
                  </a:cubicBezTo>
                  <a:lnTo>
                    <a:pt x="11956" y="118"/>
                  </a:lnTo>
                  <a:cubicBezTo>
                    <a:pt x="6963" y="118"/>
                    <a:pt x="188" y="118"/>
                    <a:pt x="188" y="7123"/>
                  </a:cubicBezTo>
                  <a:cubicBezTo>
                    <a:pt x="188" y="14128"/>
                    <a:pt x="6963" y="14128"/>
                    <a:pt x="12312" y="14128"/>
                  </a:cubicBezTo>
                  <a:lnTo>
                    <a:pt x="225203" y="14128"/>
                  </a:lnTo>
                  <a:close/>
                  <a:moveTo>
                    <a:pt x="225560" y="82075"/>
                  </a:moveTo>
                  <a:cubicBezTo>
                    <a:pt x="230552" y="82075"/>
                    <a:pt x="237328" y="82075"/>
                    <a:pt x="237328" y="75070"/>
                  </a:cubicBezTo>
                  <a:cubicBezTo>
                    <a:pt x="237328" y="68065"/>
                    <a:pt x="230552" y="68065"/>
                    <a:pt x="225203" y="68065"/>
                  </a:cubicBezTo>
                  <a:lnTo>
                    <a:pt x="12312" y="68065"/>
                  </a:lnTo>
                  <a:cubicBezTo>
                    <a:pt x="6963" y="68065"/>
                    <a:pt x="188" y="68065"/>
                    <a:pt x="188" y="75070"/>
                  </a:cubicBezTo>
                  <a:cubicBezTo>
                    <a:pt x="188" y="82075"/>
                    <a:pt x="6963" y="82075"/>
                    <a:pt x="11956" y="82075"/>
                  </a:cubicBezTo>
                  <a:lnTo>
                    <a:pt x="225560" y="82075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326E5E18-1AAD-0347-80EF-B9C5C1616992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9845420" y="8902738"/>
              <a:ext cx="406526" cy="243070"/>
            </a:xfrm>
            <a:custGeom>
              <a:avLst/>
              <a:gdLst>
                <a:gd name="connsiteX0" fmla="*/ 372847 w 406526"/>
                <a:gd name="connsiteY0" fmla="*/ 24985 h 243070"/>
                <a:gd name="connsiteX1" fmla="*/ 386398 w 406526"/>
                <a:gd name="connsiteY1" fmla="*/ 17280 h 243070"/>
                <a:gd name="connsiteX2" fmla="*/ 406724 w 406526"/>
                <a:gd name="connsiteY2" fmla="*/ 16579 h 243070"/>
                <a:gd name="connsiteX3" fmla="*/ 406724 w 406526"/>
                <a:gd name="connsiteY3" fmla="*/ 118 h 243070"/>
                <a:gd name="connsiteX4" fmla="*/ 368568 w 406526"/>
                <a:gd name="connsiteY4" fmla="*/ 1168 h 243070"/>
                <a:gd name="connsiteX5" fmla="*/ 320070 w 406526"/>
                <a:gd name="connsiteY5" fmla="*/ 118 h 243070"/>
                <a:gd name="connsiteX6" fmla="*/ 320070 w 406526"/>
                <a:gd name="connsiteY6" fmla="*/ 16579 h 243070"/>
                <a:gd name="connsiteX7" fmla="*/ 356443 w 406526"/>
                <a:gd name="connsiteY7" fmla="*/ 20432 h 243070"/>
                <a:gd name="connsiteX8" fmla="*/ 295108 w 406526"/>
                <a:gd name="connsiteY8" fmla="*/ 176992 h 243070"/>
                <a:gd name="connsiteX9" fmla="*/ 231989 w 406526"/>
                <a:gd name="connsiteY9" fmla="*/ 16579 h 243070"/>
                <a:gd name="connsiteX10" fmla="*/ 266223 w 406526"/>
                <a:gd name="connsiteY10" fmla="*/ 16579 h 243070"/>
                <a:gd name="connsiteX11" fmla="*/ 266223 w 406526"/>
                <a:gd name="connsiteY11" fmla="*/ 118 h 243070"/>
                <a:gd name="connsiteX12" fmla="*/ 203818 w 406526"/>
                <a:gd name="connsiteY12" fmla="*/ 1168 h 243070"/>
                <a:gd name="connsiteX13" fmla="*/ 149258 w 406526"/>
                <a:gd name="connsiteY13" fmla="*/ 118 h 243070"/>
                <a:gd name="connsiteX14" fmla="*/ 149258 w 406526"/>
                <a:gd name="connsiteY14" fmla="*/ 16579 h 243070"/>
                <a:gd name="connsiteX15" fmla="*/ 179926 w 406526"/>
                <a:gd name="connsiteY15" fmla="*/ 16579 h 243070"/>
                <a:gd name="connsiteX16" fmla="*/ 194546 w 406526"/>
                <a:gd name="connsiteY16" fmla="*/ 53705 h 243070"/>
                <a:gd name="connsiteX17" fmla="*/ 146048 w 406526"/>
                <a:gd name="connsiteY17" fmla="*/ 176992 h 243070"/>
                <a:gd name="connsiteX18" fmla="*/ 82930 w 406526"/>
                <a:gd name="connsiteY18" fmla="*/ 16579 h 243070"/>
                <a:gd name="connsiteX19" fmla="*/ 117164 w 406526"/>
                <a:gd name="connsiteY19" fmla="*/ 16579 h 243070"/>
                <a:gd name="connsiteX20" fmla="*/ 117164 w 406526"/>
                <a:gd name="connsiteY20" fmla="*/ 118 h 243070"/>
                <a:gd name="connsiteX21" fmla="*/ 54758 w 406526"/>
                <a:gd name="connsiteY21" fmla="*/ 1168 h 243070"/>
                <a:gd name="connsiteX22" fmla="*/ 198 w 406526"/>
                <a:gd name="connsiteY22" fmla="*/ 118 h 243070"/>
                <a:gd name="connsiteX23" fmla="*/ 198 w 406526"/>
                <a:gd name="connsiteY23" fmla="*/ 16579 h 243070"/>
                <a:gd name="connsiteX24" fmla="*/ 30866 w 406526"/>
                <a:gd name="connsiteY24" fmla="*/ 16579 h 243070"/>
                <a:gd name="connsiteX25" fmla="*/ 116450 w 406526"/>
                <a:gd name="connsiteY25" fmla="*/ 234082 h 243070"/>
                <a:gd name="connsiteX26" fmla="*/ 128931 w 406526"/>
                <a:gd name="connsiteY26" fmla="*/ 243188 h 243070"/>
                <a:gd name="connsiteX27" fmla="*/ 141413 w 406526"/>
                <a:gd name="connsiteY27" fmla="*/ 234082 h 243070"/>
                <a:gd name="connsiteX28" fmla="*/ 203461 w 406526"/>
                <a:gd name="connsiteY28" fmla="*/ 76471 h 243070"/>
                <a:gd name="connsiteX29" fmla="*/ 265510 w 406526"/>
                <a:gd name="connsiteY29" fmla="*/ 234082 h 243070"/>
                <a:gd name="connsiteX30" fmla="*/ 277991 w 406526"/>
                <a:gd name="connsiteY30" fmla="*/ 243188 h 243070"/>
                <a:gd name="connsiteX31" fmla="*/ 290472 w 406526"/>
                <a:gd name="connsiteY31" fmla="*/ 234082 h 243070"/>
                <a:gd name="connsiteX32" fmla="*/ 372847 w 406526"/>
                <a:gd name="connsiteY32" fmla="*/ 24985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47" y="24985"/>
                  </a:moveTo>
                  <a:cubicBezTo>
                    <a:pt x="374987" y="19031"/>
                    <a:pt x="375343" y="18330"/>
                    <a:pt x="386398" y="17280"/>
                  </a:cubicBezTo>
                  <a:cubicBezTo>
                    <a:pt x="393530" y="16579"/>
                    <a:pt x="401019" y="16579"/>
                    <a:pt x="406724" y="16579"/>
                  </a:cubicBezTo>
                  <a:lnTo>
                    <a:pt x="406724" y="118"/>
                  </a:lnTo>
                  <a:cubicBezTo>
                    <a:pt x="397096" y="468"/>
                    <a:pt x="384615" y="1168"/>
                    <a:pt x="368568" y="1168"/>
                  </a:cubicBezTo>
                  <a:cubicBezTo>
                    <a:pt x="355017" y="1168"/>
                    <a:pt x="332908" y="1168"/>
                    <a:pt x="320070" y="118"/>
                  </a:cubicBezTo>
                  <a:lnTo>
                    <a:pt x="320070" y="16579"/>
                  </a:lnTo>
                  <a:cubicBezTo>
                    <a:pt x="328985" y="16579"/>
                    <a:pt x="346102" y="16579"/>
                    <a:pt x="356443" y="20432"/>
                  </a:cubicBezTo>
                  <a:lnTo>
                    <a:pt x="295108" y="176992"/>
                  </a:lnTo>
                  <a:lnTo>
                    <a:pt x="231989" y="16579"/>
                  </a:lnTo>
                  <a:lnTo>
                    <a:pt x="266223" y="16579"/>
                  </a:lnTo>
                  <a:lnTo>
                    <a:pt x="266223" y="118"/>
                  </a:lnTo>
                  <a:cubicBezTo>
                    <a:pt x="252672" y="1168"/>
                    <a:pt x="219152" y="1168"/>
                    <a:pt x="203818" y="1168"/>
                  </a:cubicBezTo>
                  <a:cubicBezTo>
                    <a:pt x="189910" y="1168"/>
                    <a:pt x="161739" y="1168"/>
                    <a:pt x="149258" y="118"/>
                  </a:cubicBezTo>
                  <a:lnTo>
                    <a:pt x="149258" y="16579"/>
                  </a:lnTo>
                  <a:lnTo>
                    <a:pt x="179926" y="16579"/>
                  </a:lnTo>
                  <a:lnTo>
                    <a:pt x="194546" y="53705"/>
                  </a:lnTo>
                  <a:lnTo>
                    <a:pt x="146048" y="176992"/>
                  </a:lnTo>
                  <a:lnTo>
                    <a:pt x="82930" y="16579"/>
                  </a:lnTo>
                  <a:lnTo>
                    <a:pt x="117164" y="16579"/>
                  </a:lnTo>
                  <a:lnTo>
                    <a:pt x="117164" y="118"/>
                  </a:lnTo>
                  <a:cubicBezTo>
                    <a:pt x="103613" y="1168"/>
                    <a:pt x="70092" y="1168"/>
                    <a:pt x="54758" y="1168"/>
                  </a:cubicBezTo>
                  <a:cubicBezTo>
                    <a:pt x="40851" y="1168"/>
                    <a:pt x="12679" y="1168"/>
                    <a:pt x="198" y="118"/>
                  </a:cubicBezTo>
                  <a:lnTo>
                    <a:pt x="198" y="16579"/>
                  </a:lnTo>
                  <a:lnTo>
                    <a:pt x="30866" y="16579"/>
                  </a:lnTo>
                  <a:lnTo>
                    <a:pt x="116450" y="234082"/>
                  </a:lnTo>
                  <a:cubicBezTo>
                    <a:pt x="118590" y="239686"/>
                    <a:pt x="120016" y="243188"/>
                    <a:pt x="128931" y="243188"/>
                  </a:cubicBezTo>
                  <a:cubicBezTo>
                    <a:pt x="137847" y="243188"/>
                    <a:pt x="139273" y="239686"/>
                    <a:pt x="141413" y="234082"/>
                  </a:cubicBezTo>
                  <a:lnTo>
                    <a:pt x="203461" y="76471"/>
                  </a:lnTo>
                  <a:lnTo>
                    <a:pt x="265510" y="234082"/>
                  </a:lnTo>
                  <a:cubicBezTo>
                    <a:pt x="267650" y="239686"/>
                    <a:pt x="269076" y="243188"/>
                    <a:pt x="277991" y="243188"/>
                  </a:cubicBezTo>
                  <a:cubicBezTo>
                    <a:pt x="286906" y="243188"/>
                    <a:pt x="288333" y="239686"/>
                    <a:pt x="290472" y="234082"/>
                  </a:cubicBezTo>
                  <a:lnTo>
                    <a:pt x="372847" y="24985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68674DD1-6823-8AD1-7C10-1FC9BC1AD463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0272552" y="9087177"/>
              <a:ext cx="121565" cy="110817"/>
            </a:xfrm>
            <a:custGeom>
              <a:avLst/>
              <a:gdLst>
                <a:gd name="connsiteX0" fmla="*/ 121776 w 121565"/>
                <a:gd name="connsiteY0" fmla="*/ 19488 h 110817"/>
                <a:gd name="connsiteX1" fmla="*/ 109295 w 121565"/>
                <a:gd name="connsiteY1" fmla="*/ 119 h 110817"/>
                <a:gd name="connsiteX2" fmla="*/ 95815 w 121565"/>
                <a:gd name="connsiteY2" fmla="*/ 13113 h 110817"/>
                <a:gd name="connsiteX3" fmla="*/ 100059 w 121565"/>
                <a:gd name="connsiteY3" fmla="*/ 20714 h 110817"/>
                <a:gd name="connsiteX4" fmla="*/ 109295 w 121565"/>
                <a:gd name="connsiteY4" fmla="*/ 40327 h 110817"/>
                <a:gd name="connsiteX5" fmla="*/ 63115 w 121565"/>
                <a:gd name="connsiteY5" fmla="*/ 104072 h 110817"/>
                <a:gd name="connsiteX6" fmla="*/ 42895 w 121565"/>
                <a:gd name="connsiteY6" fmla="*/ 82252 h 110817"/>
                <a:gd name="connsiteX7" fmla="*/ 56624 w 121565"/>
                <a:gd name="connsiteY7" fmla="*/ 34443 h 110817"/>
                <a:gd name="connsiteX8" fmla="*/ 60119 w 121565"/>
                <a:gd name="connsiteY8" fmla="*/ 21449 h 110817"/>
                <a:gd name="connsiteX9" fmla="*/ 36405 w 121565"/>
                <a:gd name="connsiteY9" fmla="*/ 364 h 110817"/>
                <a:gd name="connsiteX10" fmla="*/ 210 w 121565"/>
                <a:gd name="connsiteY10" fmla="*/ 37876 h 110817"/>
                <a:gd name="connsiteX11" fmla="*/ 4454 w 121565"/>
                <a:gd name="connsiteY11" fmla="*/ 41063 h 110817"/>
                <a:gd name="connsiteX12" fmla="*/ 8947 w 121565"/>
                <a:gd name="connsiteY12" fmla="*/ 37140 h 110817"/>
                <a:gd name="connsiteX13" fmla="*/ 35656 w 121565"/>
                <a:gd name="connsiteY13" fmla="*/ 7229 h 110817"/>
                <a:gd name="connsiteX14" fmla="*/ 41897 w 121565"/>
                <a:gd name="connsiteY14" fmla="*/ 15810 h 110817"/>
                <a:gd name="connsiteX15" fmla="*/ 37404 w 121565"/>
                <a:gd name="connsiteY15" fmla="*/ 32237 h 110817"/>
                <a:gd name="connsiteX16" fmla="*/ 23924 w 121565"/>
                <a:gd name="connsiteY16" fmla="*/ 78819 h 110817"/>
                <a:gd name="connsiteX17" fmla="*/ 62366 w 121565"/>
                <a:gd name="connsiteY17" fmla="*/ 110937 h 110817"/>
                <a:gd name="connsiteX18" fmla="*/ 121776 w 121565"/>
                <a:gd name="connsiteY18" fmla="*/ 19488 h 11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1565" h="110817">
                  <a:moveTo>
                    <a:pt x="121776" y="19488"/>
                  </a:moveTo>
                  <a:cubicBezTo>
                    <a:pt x="121776" y="364"/>
                    <a:pt x="110043" y="119"/>
                    <a:pt x="109295" y="119"/>
                  </a:cubicBezTo>
                  <a:cubicBezTo>
                    <a:pt x="102804" y="119"/>
                    <a:pt x="95815" y="6739"/>
                    <a:pt x="95815" y="13113"/>
                  </a:cubicBezTo>
                  <a:cubicBezTo>
                    <a:pt x="95815" y="17281"/>
                    <a:pt x="98311" y="19243"/>
                    <a:pt x="100059" y="20714"/>
                  </a:cubicBezTo>
                  <a:cubicBezTo>
                    <a:pt x="104302" y="24146"/>
                    <a:pt x="109295" y="30521"/>
                    <a:pt x="109295" y="40327"/>
                  </a:cubicBezTo>
                  <a:cubicBezTo>
                    <a:pt x="109295" y="51360"/>
                    <a:pt x="92820" y="104072"/>
                    <a:pt x="63115" y="104072"/>
                  </a:cubicBezTo>
                  <a:cubicBezTo>
                    <a:pt x="42895" y="104072"/>
                    <a:pt x="42895" y="86420"/>
                    <a:pt x="42895" y="82252"/>
                  </a:cubicBezTo>
                  <a:cubicBezTo>
                    <a:pt x="42895" y="70974"/>
                    <a:pt x="47388" y="57244"/>
                    <a:pt x="56624" y="34443"/>
                  </a:cubicBezTo>
                  <a:cubicBezTo>
                    <a:pt x="58621" y="29295"/>
                    <a:pt x="60119" y="25617"/>
                    <a:pt x="60119" y="21449"/>
                  </a:cubicBezTo>
                  <a:cubicBezTo>
                    <a:pt x="60119" y="8700"/>
                    <a:pt x="49136" y="364"/>
                    <a:pt x="36405" y="364"/>
                  </a:cubicBezTo>
                  <a:cubicBezTo>
                    <a:pt x="11443" y="364"/>
                    <a:pt x="210" y="33953"/>
                    <a:pt x="210" y="37876"/>
                  </a:cubicBezTo>
                  <a:cubicBezTo>
                    <a:pt x="210" y="41063"/>
                    <a:pt x="3705" y="41063"/>
                    <a:pt x="4454" y="41063"/>
                  </a:cubicBezTo>
                  <a:cubicBezTo>
                    <a:pt x="7948" y="41063"/>
                    <a:pt x="8198" y="39837"/>
                    <a:pt x="8947" y="37140"/>
                  </a:cubicBezTo>
                  <a:cubicBezTo>
                    <a:pt x="14938" y="17036"/>
                    <a:pt x="25671" y="7229"/>
                    <a:pt x="35656" y="7229"/>
                  </a:cubicBezTo>
                  <a:cubicBezTo>
                    <a:pt x="39900" y="7229"/>
                    <a:pt x="41897" y="9926"/>
                    <a:pt x="41897" y="15810"/>
                  </a:cubicBezTo>
                  <a:cubicBezTo>
                    <a:pt x="41897" y="21449"/>
                    <a:pt x="39900" y="26598"/>
                    <a:pt x="37404" y="32237"/>
                  </a:cubicBezTo>
                  <a:cubicBezTo>
                    <a:pt x="26670" y="59451"/>
                    <a:pt x="23924" y="69993"/>
                    <a:pt x="23924" y="78819"/>
                  </a:cubicBezTo>
                  <a:cubicBezTo>
                    <a:pt x="23924" y="103091"/>
                    <a:pt x="43395" y="110937"/>
                    <a:pt x="62366" y="110937"/>
                  </a:cubicBezTo>
                  <a:cubicBezTo>
                    <a:pt x="104302" y="110937"/>
                    <a:pt x="121776" y="39592"/>
                    <a:pt x="121776" y="19488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C3ED5263-B6DB-1067-7A02-31CBD9702658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0444155" y="8904840"/>
              <a:ext cx="243915" cy="238167"/>
            </a:xfrm>
            <a:custGeom>
              <a:avLst/>
              <a:gdLst>
                <a:gd name="connsiteX0" fmla="*/ 244130 w 243915"/>
                <a:gd name="connsiteY0" fmla="*/ 142317 h 238167"/>
                <a:gd name="connsiteX1" fmla="*/ 227370 w 243915"/>
                <a:gd name="connsiteY1" fmla="*/ 142317 h 238167"/>
                <a:gd name="connsiteX2" fmla="*/ 143569 w 243915"/>
                <a:gd name="connsiteY2" fmla="*/ 221823 h 238167"/>
                <a:gd name="connsiteX3" fmla="*/ 89365 w 243915"/>
                <a:gd name="connsiteY3" fmla="*/ 221823 h 238167"/>
                <a:gd name="connsiteX4" fmla="*/ 89365 w 243915"/>
                <a:gd name="connsiteY4" fmla="*/ 123054 h 238167"/>
                <a:gd name="connsiteX5" fmla="*/ 108978 w 243915"/>
                <a:gd name="connsiteY5" fmla="*/ 123054 h 238167"/>
                <a:gd name="connsiteX6" fmla="*/ 146778 w 243915"/>
                <a:gd name="connsiteY6" fmla="*/ 164033 h 238167"/>
                <a:gd name="connsiteX7" fmla="*/ 163538 w 243915"/>
                <a:gd name="connsiteY7" fmla="*/ 164033 h 238167"/>
                <a:gd name="connsiteX8" fmla="*/ 163538 w 243915"/>
                <a:gd name="connsiteY8" fmla="*/ 65614 h 238167"/>
                <a:gd name="connsiteX9" fmla="*/ 146778 w 243915"/>
                <a:gd name="connsiteY9" fmla="*/ 65614 h 238167"/>
                <a:gd name="connsiteX10" fmla="*/ 108978 w 243915"/>
                <a:gd name="connsiteY10" fmla="*/ 106592 h 238167"/>
                <a:gd name="connsiteX11" fmla="*/ 89365 w 243915"/>
                <a:gd name="connsiteY11" fmla="*/ 106592 h 238167"/>
                <a:gd name="connsiteX12" fmla="*/ 89365 w 243915"/>
                <a:gd name="connsiteY12" fmla="*/ 16579 h 238167"/>
                <a:gd name="connsiteX13" fmla="*/ 143569 w 243915"/>
                <a:gd name="connsiteY13" fmla="*/ 16579 h 238167"/>
                <a:gd name="connsiteX14" fmla="*/ 215959 w 243915"/>
                <a:gd name="connsiteY14" fmla="*/ 84527 h 238167"/>
                <a:gd name="connsiteX15" fmla="*/ 232719 w 243915"/>
                <a:gd name="connsiteY15" fmla="*/ 84527 h 238167"/>
                <a:gd name="connsiteX16" fmla="*/ 221665 w 243915"/>
                <a:gd name="connsiteY16" fmla="*/ 118 h 238167"/>
                <a:gd name="connsiteX17" fmla="*/ 215 w 243915"/>
                <a:gd name="connsiteY17" fmla="*/ 118 h 238167"/>
                <a:gd name="connsiteX18" fmla="*/ 215 w 243915"/>
                <a:gd name="connsiteY18" fmla="*/ 16579 h 238167"/>
                <a:gd name="connsiteX19" fmla="*/ 38728 w 243915"/>
                <a:gd name="connsiteY19" fmla="*/ 16579 h 238167"/>
                <a:gd name="connsiteX20" fmla="*/ 38728 w 243915"/>
                <a:gd name="connsiteY20" fmla="*/ 221823 h 238167"/>
                <a:gd name="connsiteX21" fmla="*/ 215 w 243915"/>
                <a:gd name="connsiteY21" fmla="*/ 221823 h 238167"/>
                <a:gd name="connsiteX22" fmla="*/ 215 w 243915"/>
                <a:gd name="connsiteY22" fmla="*/ 238285 h 238167"/>
                <a:gd name="connsiteX23" fmla="*/ 227727 w 243915"/>
                <a:gd name="connsiteY23" fmla="*/ 238285 h 238167"/>
                <a:gd name="connsiteX24" fmla="*/ 244130 w 243915"/>
                <a:gd name="connsiteY24" fmla="*/ 142317 h 2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3915" h="238167">
                  <a:moveTo>
                    <a:pt x="244130" y="142317"/>
                  </a:moveTo>
                  <a:lnTo>
                    <a:pt x="227370" y="142317"/>
                  </a:lnTo>
                  <a:cubicBezTo>
                    <a:pt x="219525" y="190651"/>
                    <a:pt x="209540" y="221823"/>
                    <a:pt x="143569" y="221823"/>
                  </a:cubicBezTo>
                  <a:lnTo>
                    <a:pt x="89365" y="221823"/>
                  </a:lnTo>
                  <a:lnTo>
                    <a:pt x="89365" y="123054"/>
                  </a:lnTo>
                  <a:lnTo>
                    <a:pt x="108978" y="123054"/>
                  </a:lnTo>
                  <a:cubicBezTo>
                    <a:pt x="143212" y="123054"/>
                    <a:pt x="146778" y="138115"/>
                    <a:pt x="146778" y="164033"/>
                  </a:cubicBezTo>
                  <a:lnTo>
                    <a:pt x="163538" y="164033"/>
                  </a:lnTo>
                  <a:lnTo>
                    <a:pt x="163538" y="65614"/>
                  </a:lnTo>
                  <a:lnTo>
                    <a:pt x="146778" y="65614"/>
                  </a:lnTo>
                  <a:cubicBezTo>
                    <a:pt x="146778" y="91532"/>
                    <a:pt x="143569" y="106592"/>
                    <a:pt x="108978" y="106592"/>
                  </a:cubicBezTo>
                  <a:lnTo>
                    <a:pt x="89365" y="106592"/>
                  </a:lnTo>
                  <a:lnTo>
                    <a:pt x="89365" y="16579"/>
                  </a:lnTo>
                  <a:lnTo>
                    <a:pt x="143569" y="16579"/>
                  </a:lnTo>
                  <a:cubicBezTo>
                    <a:pt x="200982" y="16579"/>
                    <a:pt x="210253" y="42147"/>
                    <a:pt x="215959" y="84527"/>
                  </a:cubicBezTo>
                  <a:lnTo>
                    <a:pt x="232719" y="84527"/>
                  </a:lnTo>
                  <a:lnTo>
                    <a:pt x="221665" y="118"/>
                  </a:lnTo>
                  <a:lnTo>
                    <a:pt x="215" y="118"/>
                  </a:lnTo>
                  <a:lnTo>
                    <a:pt x="215" y="16579"/>
                  </a:lnTo>
                  <a:lnTo>
                    <a:pt x="38728" y="16579"/>
                  </a:lnTo>
                  <a:lnTo>
                    <a:pt x="38728" y="221823"/>
                  </a:lnTo>
                  <a:lnTo>
                    <a:pt x="215" y="221823"/>
                  </a:lnTo>
                  <a:lnTo>
                    <a:pt x="215" y="238285"/>
                  </a:lnTo>
                  <a:lnTo>
                    <a:pt x="227727" y="238285"/>
                  </a:lnTo>
                  <a:lnTo>
                    <a:pt x="244130" y="142317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41559C5-0392-833B-E650-F2AB8F28E22D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1064840" y="8902738"/>
              <a:ext cx="406526" cy="243070"/>
            </a:xfrm>
            <a:custGeom>
              <a:avLst/>
              <a:gdLst>
                <a:gd name="connsiteX0" fmla="*/ 372881 w 406526"/>
                <a:gd name="connsiteY0" fmla="*/ 24985 h 243070"/>
                <a:gd name="connsiteX1" fmla="*/ 386432 w 406526"/>
                <a:gd name="connsiteY1" fmla="*/ 17280 h 243070"/>
                <a:gd name="connsiteX2" fmla="*/ 406758 w 406526"/>
                <a:gd name="connsiteY2" fmla="*/ 16579 h 243070"/>
                <a:gd name="connsiteX3" fmla="*/ 406758 w 406526"/>
                <a:gd name="connsiteY3" fmla="*/ 118 h 243070"/>
                <a:gd name="connsiteX4" fmla="*/ 368602 w 406526"/>
                <a:gd name="connsiteY4" fmla="*/ 1168 h 243070"/>
                <a:gd name="connsiteX5" fmla="*/ 320104 w 406526"/>
                <a:gd name="connsiteY5" fmla="*/ 118 h 243070"/>
                <a:gd name="connsiteX6" fmla="*/ 320104 w 406526"/>
                <a:gd name="connsiteY6" fmla="*/ 16579 h 243070"/>
                <a:gd name="connsiteX7" fmla="*/ 356478 w 406526"/>
                <a:gd name="connsiteY7" fmla="*/ 20432 h 243070"/>
                <a:gd name="connsiteX8" fmla="*/ 295142 w 406526"/>
                <a:gd name="connsiteY8" fmla="*/ 176992 h 243070"/>
                <a:gd name="connsiteX9" fmla="*/ 232023 w 406526"/>
                <a:gd name="connsiteY9" fmla="*/ 16579 h 243070"/>
                <a:gd name="connsiteX10" fmla="*/ 266257 w 406526"/>
                <a:gd name="connsiteY10" fmla="*/ 16579 h 243070"/>
                <a:gd name="connsiteX11" fmla="*/ 266257 w 406526"/>
                <a:gd name="connsiteY11" fmla="*/ 118 h 243070"/>
                <a:gd name="connsiteX12" fmla="*/ 203852 w 406526"/>
                <a:gd name="connsiteY12" fmla="*/ 1168 h 243070"/>
                <a:gd name="connsiteX13" fmla="*/ 149292 w 406526"/>
                <a:gd name="connsiteY13" fmla="*/ 118 h 243070"/>
                <a:gd name="connsiteX14" fmla="*/ 149292 w 406526"/>
                <a:gd name="connsiteY14" fmla="*/ 16579 h 243070"/>
                <a:gd name="connsiteX15" fmla="*/ 179960 w 406526"/>
                <a:gd name="connsiteY15" fmla="*/ 16579 h 243070"/>
                <a:gd name="connsiteX16" fmla="*/ 194580 w 406526"/>
                <a:gd name="connsiteY16" fmla="*/ 53705 h 243070"/>
                <a:gd name="connsiteX17" fmla="*/ 146082 w 406526"/>
                <a:gd name="connsiteY17" fmla="*/ 176992 h 243070"/>
                <a:gd name="connsiteX18" fmla="*/ 82964 w 406526"/>
                <a:gd name="connsiteY18" fmla="*/ 16579 h 243070"/>
                <a:gd name="connsiteX19" fmla="*/ 117198 w 406526"/>
                <a:gd name="connsiteY19" fmla="*/ 16579 h 243070"/>
                <a:gd name="connsiteX20" fmla="*/ 117198 w 406526"/>
                <a:gd name="connsiteY20" fmla="*/ 118 h 243070"/>
                <a:gd name="connsiteX21" fmla="*/ 54792 w 406526"/>
                <a:gd name="connsiteY21" fmla="*/ 1168 h 243070"/>
                <a:gd name="connsiteX22" fmla="*/ 232 w 406526"/>
                <a:gd name="connsiteY22" fmla="*/ 118 h 243070"/>
                <a:gd name="connsiteX23" fmla="*/ 232 w 406526"/>
                <a:gd name="connsiteY23" fmla="*/ 16579 h 243070"/>
                <a:gd name="connsiteX24" fmla="*/ 30900 w 406526"/>
                <a:gd name="connsiteY24" fmla="*/ 16579 h 243070"/>
                <a:gd name="connsiteX25" fmla="*/ 116484 w 406526"/>
                <a:gd name="connsiteY25" fmla="*/ 234082 h 243070"/>
                <a:gd name="connsiteX26" fmla="*/ 128966 w 406526"/>
                <a:gd name="connsiteY26" fmla="*/ 243188 h 243070"/>
                <a:gd name="connsiteX27" fmla="*/ 141447 w 406526"/>
                <a:gd name="connsiteY27" fmla="*/ 234082 h 243070"/>
                <a:gd name="connsiteX28" fmla="*/ 203495 w 406526"/>
                <a:gd name="connsiteY28" fmla="*/ 76471 h 243070"/>
                <a:gd name="connsiteX29" fmla="*/ 265544 w 406526"/>
                <a:gd name="connsiteY29" fmla="*/ 234082 h 243070"/>
                <a:gd name="connsiteX30" fmla="*/ 278025 w 406526"/>
                <a:gd name="connsiteY30" fmla="*/ 243188 h 243070"/>
                <a:gd name="connsiteX31" fmla="*/ 290506 w 406526"/>
                <a:gd name="connsiteY31" fmla="*/ 234082 h 243070"/>
                <a:gd name="connsiteX32" fmla="*/ 372881 w 406526"/>
                <a:gd name="connsiteY32" fmla="*/ 24985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81" y="24985"/>
                  </a:moveTo>
                  <a:cubicBezTo>
                    <a:pt x="375021" y="19031"/>
                    <a:pt x="375377" y="18330"/>
                    <a:pt x="386432" y="17280"/>
                  </a:cubicBezTo>
                  <a:cubicBezTo>
                    <a:pt x="393564" y="16579"/>
                    <a:pt x="401053" y="16579"/>
                    <a:pt x="406758" y="16579"/>
                  </a:cubicBezTo>
                  <a:lnTo>
                    <a:pt x="406758" y="118"/>
                  </a:lnTo>
                  <a:cubicBezTo>
                    <a:pt x="397130" y="468"/>
                    <a:pt x="384649" y="1168"/>
                    <a:pt x="368602" y="1168"/>
                  </a:cubicBezTo>
                  <a:cubicBezTo>
                    <a:pt x="355051" y="1168"/>
                    <a:pt x="332942" y="1168"/>
                    <a:pt x="320104" y="118"/>
                  </a:cubicBezTo>
                  <a:lnTo>
                    <a:pt x="320104" y="16579"/>
                  </a:lnTo>
                  <a:cubicBezTo>
                    <a:pt x="329019" y="16579"/>
                    <a:pt x="346136" y="16579"/>
                    <a:pt x="356478" y="20432"/>
                  </a:cubicBezTo>
                  <a:lnTo>
                    <a:pt x="295142" y="176992"/>
                  </a:lnTo>
                  <a:lnTo>
                    <a:pt x="232023" y="16579"/>
                  </a:lnTo>
                  <a:lnTo>
                    <a:pt x="266257" y="16579"/>
                  </a:lnTo>
                  <a:lnTo>
                    <a:pt x="266257" y="118"/>
                  </a:lnTo>
                  <a:cubicBezTo>
                    <a:pt x="252706" y="1168"/>
                    <a:pt x="219186" y="1168"/>
                    <a:pt x="203852" y="1168"/>
                  </a:cubicBezTo>
                  <a:cubicBezTo>
                    <a:pt x="189944" y="1168"/>
                    <a:pt x="161773" y="1168"/>
                    <a:pt x="149292" y="118"/>
                  </a:cubicBezTo>
                  <a:lnTo>
                    <a:pt x="149292" y="16579"/>
                  </a:lnTo>
                  <a:lnTo>
                    <a:pt x="179960" y="16579"/>
                  </a:lnTo>
                  <a:lnTo>
                    <a:pt x="194580" y="53705"/>
                  </a:lnTo>
                  <a:lnTo>
                    <a:pt x="146082" y="176992"/>
                  </a:lnTo>
                  <a:lnTo>
                    <a:pt x="82964" y="16579"/>
                  </a:lnTo>
                  <a:lnTo>
                    <a:pt x="117198" y="16579"/>
                  </a:lnTo>
                  <a:lnTo>
                    <a:pt x="117198" y="118"/>
                  </a:lnTo>
                  <a:cubicBezTo>
                    <a:pt x="103647" y="1168"/>
                    <a:pt x="70126" y="1168"/>
                    <a:pt x="54792" y="1168"/>
                  </a:cubicBezTo>
                  <a:cubicBezTo>
                    <a:pt x="40885" y="1168"/>
                    <a:pt x="12713" y="1168"/>
                    <a:pt x="232" y="118"/>
                  </a:cubicBezTo>
                  <a:lnTo>
                    <a:pt x="232" y="16579"/>
                  </a:lnTo>
                  <a:lnTo>
                    <a:pt x="30900" y="16579"/>
                  </a:lnTo>
                  <a:lnTo>
                    <a:pt x="116484" y="234082"/>
                  </a:lnTo>
                  <a:cubicBezTo>
                    <a:pt x="118624" y="239686"/>
                    <a:pt x="120050" y="243188"/>
                    <a:pt x="128966" y="243188"/>
                  </a:cubicBezTo>
                  <a:cubicBezTo>
                    <a:pt x="137881" y="243188"/>
                    <a:pt x="139307" y="239686"/>
                    <a:pt x="141447" y="234082"/>
                  </a:cubicBezTo>
                  <a:lnTo>
                    <a:pt x="203495" y="76471"/>
                  </a:lnTo>
                  <a:lnTo>
                    <a:pt x="265544" y="234082"/>
                  </a:lnTo>
                  <a:cubicBezTo>
                    <a:pt x="267684" y="239686"/>
                    <a:pt x="269110" y="243188"/>
                    <a:pt x="278025" y="243188"/>
                  </a:cubicBezTo>
                  <a:cubicBezTo>
                    <a:pt x="286940" y="243188"/>
                    <a:pt x="288367" y="239686"/>
                    <a:pt x="290506" y="234082"/>
                  </a:cubicBezTo>
                  <a:lnTo>
                    <a:pt x="372881" y="24985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30D3889-D519-5E0B-E489-875BE5ABCA03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1491971" y="9087177"/>
              <a:ext cx="121565" cy="110817"/>
            </a:xfrm>
            <a:custGeom>
              <a:avLst/>
              <a:gdLst>
                <a:gd name="connsiteX0" fmla="*/ 121810 w 121565"/>
                <a:gd name="connsiteY0" fmla="*/ 19488 h 110817"/>
                <a:gd name="connsiteX1" fmla="*/ 109329 w 121565"/>
                <a:gd name="connsiteY1" fmla="*/ 119 h 110817"/>
                <a:gd name="connsiteX2" fmla="*/ 95849 w 121565"/>
                <a:gd name="connsiteY2" fmla="*/ 13113 h 110817"/>
                <a:gd name="connsiteX3" fmla="*/ 100093 w 121565"/>
                <a:gd name="connsiteY3" fmla="*/ 20714 h 110817"/>
                <a:gd name="connsiteX4" fmla="*/ 109329 w 121565"/>
                <a:gd name="connsiteY4" fmla="*/ 40327 h 110817"/>
                <a:gd name="connsiteX5" fmla="*/ 63149 w 121565"/>
                <a:gd name="connsiteY5" fmla="*/ 104072 h 110817"/>
                <a:gd name="connsiteX6" fmla="*/ 42929 w 121565"/>
                <a:gd name="connsiteY6" fmla="*/ 82252 h 110817"/>
                <a:gd name="connsiteX7" fmla="*/ 56659 w 121565"/>
                <a:gd name="connsiteY7" fmla="*/ 34443 h 110817"/>
                <a:gd name="connsiteX8" fmla="*/ 60153 w 121565"/>
                <a:gd name="connsiteY8" fmla="*/ 21449 h 110817"/>
                <a:gd name="connsiteX9" fmla="*/ 36439 w 121565"/>
                <a:gd name="connsiteY9" fmla="*/ 364 h 110817"/>
                <a:gd name="connsiteX10" fmla="*/ 244 w 121565"/>
                <a:gd name="connsiteY10" fmla="*/ 37876 h 110817"/>
                <a:gd name="connsiteX11" fmla="*/ 4488 w 121565"/>
                <a:gd name="connsiteY11" fmla="*/ 41063 h 110817"/>
                <a:gd name="connsiteX12" fmla="*/ 8981 w 121565"/>
                <a:gd name="connsiteY12" fmla="*/ 37140 h 110817"/>
                <a:gd name="connsiteX13" fmla="*/ 35690 w 121565"/>
                <a:gd name="connsiteY13" fmla="*/ 7229 h 110817"/>
                <a:gd name="connsiteX14" fmla="*/ 41931 w 121565"/>
                <a:gd name="connsiteY14" fmla="*/ 15810 h 110817"/>
                <a:gd name="connsiteX15" fmla="*/ 37438 w 121565"/>
                <a:gd name="connsiteY15" fmla="*/ 32237 h 110817"/>
                <a:gd name="connsiteX16" fmla="*/ 23958 w 121565"/>
                <a:gd name="connsiteY16" fmla="*/ 78819 h 110817"/>
                <a:gd name="connsiteX17" fmla="*/ 62400 w 121565"/>
                <a:gd name="connsiteY17" fmla="*/ 110937 h 110817"/>
                <a:gd name="connsiteX18" fmla="*/ 121810 w 121565"/>
                <a:gd name="connsiteY18" fmla="*/ 19488 h 11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1565" h="110817">
                  <a:moveTo>
                    <a:pt x="121810" y="19488"/>
                  </a:moveTo>
                  <a:cubicBezTo>
                    <a:pt x="121810" y="364"/>
                    <a:pt x="110077" y="119"/>
                    <a:pt x="109329" y="119"/>
                  </a:cubicBezTo>
                  <a:cubicBezTo>
                    <a:pt x="102838" y="119"/>
                    <a:pt x="95849" y="6739"/>
                    <a:pt x="95849" y="13113"/>
                  </a:cubicBezTo>
                  <a:cubicBezTo>
                    <a:pt x="95849" y="17281"/>
                    <a:pt x="98345" y="19243"/>
                    <a:pt x="100093" y="20714"/>
                  </a:cubicBezTo>
                  <a:cubicBezTo>
                    <a:pt x="104336" y="24146"/>
                    <a:pt x="109329" y="30521"/>
                    <a:pt x="109329" y="40327"/>
                  </a:cubicBezTo>
                  <a:cubicBezTo>
                    <a:pt x="109329" y="51360"/>
                    <a:pt x="92854" y="104072"/>
                    <a:pt x="63149" y="104072"/>
                  </a:cubicBezTo>
                  <a:cubicBezTo>
                    <a:pt x="42929" y="104072"/>
                    <a:pt x="42929" y="86420"/>
                    <a:pt x="42929" y="82252"/>
                  </a:cubicBezTo>
                  <a:cubicBezTo>
                    <a:pt x="42929" y="70974"/>
                    <a:pt x="47423" y="57244"/>
                    <a:pt x="56659" y="34443"/>
                  </a:cubicBezTo>
                  <a:cubicBezTo>
                    <a:pt x="58655" y="29295"/>
                    <a:pt x="60153" y="25617"/>
                    <a:pt x="60153" y="21449"/>
                  </a:cubicBezTo>
                  <a:cubicBezTo>
                    <a:pt x="60153" y="8700"/>
                    <a:pt x="49170" y="364"/>
                    <a:pt x="36439" y="364"/>
                  </a:cubicBezTo>
                  <a:cubicBezTo>
                    <a:pt x="11477" y="364"/>
                    <a:pt x="244" y="33953"/>
                    <a:pt x="244" y="37876"/>
                  </a:cubicBezTo>
                  <a:cubicBezTo>
                    <a:pt x="244" y="41063"/>
                    <a:pt x="3739" y="41063"/>
                    <a:pt x="4488" y="41063"/>
                  </a:cubicBezTo>
                  <a:cubicBezTo>
                    <a:pt x="7982" y="41063"/>
                    <a:pt x="8232" y="39837"/>
                    <a:pt x="8981" y="37140"/>
                  </a:cubicBezTo>
                  <a:cubicBezTo>
                    <a:pt x="14972" y="17036"/>
                    <a:pt x="25705" y="7229"/>
                    <a:pt x="35690" y="7229"/>
                  </a:cubicBezTo>
                  <a:cubicBezTo>
                    <a:pt x="39934" y="7229"/>
                    <a:pt x="41931" y="9926"/>
                    <a:pt x="41931" y="15810"/>
                  </a:cubicBezTo>
                  <a:cubicBezTo>
                    <a:pt x="41931" y="21449"/>
                    <a:pt x="39934" y="26598"/>
                    <a:pt x="37438" y="32237"/>
                  </a:cubicBezTo>
                  <a:cubicBezTo>
                    <a:pt x="26704" y="59451"/>
                    <a:pt x="23958" y="69993"/>
                    <a:pt x="23958" y="78819"/>
                  </a:cubicBezTo>
                  <a:cubicBezTo>
                    <a:pt x="23958" y="103091"/>
                    <a:pt x="43429" y="110937"/>
                    <a:pt x="62400" y="110937"/>
                  </a:cubicBezTo>
                  <a:cubicBezTo>
                    <a:pt x="104336" y="110937"/>
                    <a:pt x="121810" y="39592"/>
                    <a:pt x="121810" y="19488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4E9DC7B5-60B6-C93E-E955-CF6F0D4A0040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1778319" y="8953874"/>
              <a:ext cx="178300" cy="203142"/>
            </a:xfrm>
            <a:custGeom>
              <a:avLst/>
              <a:gdLst>
                <a:gd name="connsiteX0" fmla="*/ 166071 w 178300"/>
                <a:gd name="connsiteY0" fmla="*/ 108694 h 203142"/>
                <a:gd name="connsiteX1" fmla="*/ 178553 w 178300"/>
                <a:gd name="connsiteY1" fmla="*/ 101689 h 203142"/>
                <a:gd name="connsiteX2" fmla="*/ 166071 w 178300"/>
                <a:gd name="connsiteY2" fmla="*/ 94684 h 203142"/>
                <a:gd name="connsiteX3" fmla="*/ 14872 w 178300"/>
                <a:gd name="connsiteY3" fmla="*/ 94684 h 203142"/>
                <a:gd name="connsiteX4" fmla="*/ 110442 w 178300"/>
                <a:gd name="connsiteY4" fmla="*/ 14128 h 203142"/>
                <a:gd name="connsiteX5" fmla="*/ 166071 w 178300"/>
                <a:gd name="connsiteY5" fmla="*/ 14128 h 203142"/>
                <a:gd name="connsiteX6" fmla="*/ 178553 w 178300"/>
                <a:gd name="connsiteY6" fmla="*/ 7123 h 203142"/>
                <a:gd name="connsiteX7" fmla="*/ 166071 w 178300"/>
                <a:gd name="connsiteY7" fmla="*/ 118 h 203142"/>
                <a:gd name="connsiteX8" fmla="*/ 109728 w 178300"/>
                <a:gd name="connsiteY8" fmla="*/ 118 h 203142"/>
                <a:gd name="connsiteX9" fmla="*/ 252 w 178300"/>
                <a:gd name="connsiteY9" fmla="*/ 101689 h 203142"/>
                <a:gd name="connsiteX10" fmla="*/ 109728 w 178300"/>
                <a:gd name="connsiteY10" fmla="*/ 203260 h 203142"/>
                <a:gd name="connsiteX11" fmla="*/ 166071 w 178300"/>
                <a:gd name="connsiteY11" fmla="*/ 203260 h 203142"/>
                <a:gd name="connsiteX12" fmla="*/ 178553 w 178300"/>
                <a:gd name="connsiteY12" fmla="*/ 196255 h 203142"/>
                <a:gd name="connsiteX13" fmla="*/ 166071 w 178300"/>
                <a:gd name="connsiteY13" fmla="*/ 189250 h 203142"/>
                <a:gd name="connsiteX14" fmla="*/ 110442 w 178300"/>
                <a:gd name="connsiteY14" fmla="*/ 189250 h 203142"/>
                <a:gd name="connsiteX15" fmla="*/ 14872 w 178300"/>
                <a:gd name="connsiteY15" fmla="*/ 108694 h 203142"/>
                <a:gd name="connsiteX16" fmla="*/ 166071 w 178300"/>
                <a:gd name="connsiteY16" fmla="*/ 108694 h 203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8300" h="203142">
                  <a:moveTo>
                    <a:pt x="166071" y="108694"/>
                  </a:moveTo>
                  <a:cubicBezTo>
                    <a:pt x="172134" y="108694"/>
                    <a:pt x="178553" y="108694"/>
                    <a:pt x="178553" y="101689"/>
                  </a:cubicBezTo>
                  <a:cubicBezTo>
                    <a:pt x="178553" y="94684"/>
                    <a:pt x="172134" y="94684"/>
                    <a:pt x="166071" y="94684"/>
                  </a:cubicBezTo>
                  <a:lnTo>
                    <a:pt x="14872" y="94684"/>
                  </a:lnTo>
                  <a:cubicBezTo>
                    <a:pt x="19151" y="47751"/>
                    <a:pt x="60161" y="14128"/>
                    <a:pt x="110442" y="14128"/>
                  </a:cubicBezTo>
                  <a:lnTo>
                    <a:pt x="166071" y="14128"/>
                  </a:lnTo>
                  <a:cubicBezTo>
                    <a:pt x="172134" y="14128"/>
                    <a:pt x="178553" y="14128"/>
                    <a:pt x="178553" y="7123"/>
                  </a:cubicBezTo>
                  <a:cubicBezTo>
                    <a:pt x="178553" y="118"/>
                    <a:pt x="172134" y="118"/>
                    <a:pt x="166071" y="118"/>
                  </a:cubicBezTo>
                  <a:lnTo>
                    <a:pt x="109728" y="118"/>
                  </a:lnTo>
                  <a:cubicBezTo>
                    <a:pt x="48749" y="118"/>
                    <a:pt x="252" y="45650"/>
                    <a:pt x="252" y="101689"/>
                  </a:cubicBezTo>
                  <a:cubicBezTo>
                    <a:pt x="252" y="157728"/>
                    <a:pt x="48749" y="203260"/>
                    <a:pt x="109728" y="203260"/>
                  </a:cubicBezTo>
                  <a:lnTo>
                    <a:pt x="166071" y="203260"/>
                  </a:lnTo>
                  <a:cubicBezTo>
                    <a:pt x="172134" y="203260"/>
                    <a:pt x="178553" y="203260"/>
                    <a:pt x="178553" y="196255"/>
                  </a:cubicBezTo>
                  <a:cubicBezTo>
                    <a:pt x="178553" y="189250"/>
                    <a:pt x="172134" y="189250"/>
                    <a:pt x="166071" y="189250"/>
                  </a:cubicBezTo>
                  <a:lnTo>
                    <a:pt x="110442" y="189250"/>
                  </a:lnTo>
                  <a:cubicBezTo>
                    <a:pt x="60161" y="189250"/>
                    <a:pt x="19151" y="155627"/>
                    <a:pt x="14872" y="108694"/>
                  </a:cubicBezTo>
                  <a:lnTo>
                    <a:pt x="166071" y="108694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A1829735-3762-29E2-6E83-AE983EE97378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2091216" y="8903089"/>
              <a:ext cx="244985" cy="239918"/>
            </a:xfrm>
            <a:custGeom>
              <a:avLst/>
              <a:gdLst>
                <a:gd name="connsiteX0" fmla="*/ 90125 w 244985"/>
                <a:gd name="connsiteY0" fmla="*/ 130059 h 239918"/>
                <a:gd name="connsiteX1" fmla="*/ 102962 w 244985"/>
                <a:gd name="connsiteY1" fmla="*/ 130059 h 239918"/>
                <a:gd name="connsiteX2" fmla="*/ 156453 w 244985"/>
                <a:gd name="connsiteY2" fmla="*/ 211316 h 239918"/>
                <a:gd name="connsiteX3" fmla="*/ 172500 w 244985"/>
                <a:gd name="connsiteY3" fmla="*/ 235833 h 239918"/>
                <a:gd name="connsiteX4" fmla="*/ 184268 w 244985"/>
                <a:gd name="connsiteY4" fmla="*/ 240036 h 239918"/>
                <a:gd name="connsiteX5" fmla="*/ 233479 w 244985"/>
                <a:gd name="connsiteY5" fmla="*/ 240036 h 239918"/>
                <a:gd name="connsiteX6" fmla="*/ 245247 w 244985"/>
                <a:gd name="connsiteY6" fmla="*/ 233732 h 239918"/>
                <a:gd name="connsiteX7" fmla="*/ 239897 w 244985"/>
                <a:gd name="connsiteY7" fmla="*/ 227777 h 239918"/>
                <a:gd name="connsiteX8" fmla="*/ 200671 w 244985"/>
                <a:gd name="connsiteY8" fmla="*/ 190651 h 239918"/>
                <a:gd name="connsiteX9" fmla="*/ 156453 w 244985"/>
                <a:gd name="connsiteY9" fmla="*/ 126206 h 239918"/>
                <a:gd name="connsiteX10" fmla="*/ 218858 w 244985"/>
                <a:gd name="connsiteY10" fmla="*/ 65614 h 239918"/>
                <a:gd name="connsiteX11" fmla="*/ 124358 w 244985"/>
                <a:gd name="connsiteY11" fmla="*/ 118 h 239918"/>
                <a:gd name="connsiteX12" fmla="*/ 12385 w 244985"/>
                <a:gd name="connsiteY12" fmla="*/ 118 h 239918"/>
                <a:gd name="connsiteX13" fmla="*/ 261 w 244985"/>
                <a:gd name="connsiteY13" fmla="*/ 6422 h 239918"/>
                <a:gd name="connsiteX14" fmla="*/ 9889 w 244985"/>
                <a:gd name="connsiteY14" fmla="*/ 12376 h 239918"/>
                <a:gd name="connsiteX15" fmla="*/ 31999 w 244985"/>
                <a:gd name="connsiteY15" fmla="*/ 32340 h 239918"/>
                <a:gd name="connsiteX16" fmla="*/ 31999 w 244985"/>
                <a:gd name="connsiteY16" fmla="*/ 207813 h 239918"/>
                <a:gd name="connsiteX17" fmla="*/ 9889 w 244985"/>
                <a:gd name="connsiteY17" fmla="*/ 227777 h 239918"/>
                <a:gd name="connsiteX18" fmla="*/ 261 w 244985"/>
                <a:gd name="connsiteY18" fmla="*/ 233732 h 239918"/>
                <a:gd name="connsiteX19" fmla="*/ 12385 w 244985"/>
                <a:gd name="connsiteY19" fmla="*/ 240036 h 239918"/>
                <a:gd name="connsiteX20" fmla="*/ 110094 w 244985"/>
                <a:gd name="connsiteY20" fmla="*/ 240036 h 239918"/>
                <a:gd name="connsiteX21" fmla="*/ 121862 w 244985"/>
                <a:gd name="connsiteY21" fmla="*/ 233732 h 239918"/>
                <a:gd name="connsiteX22" fmla="*/ 111877 w 244985"/>
                <a:gd name="connsiteY22" fmla="*/ 227777 h 239918"/>
                <a:gd name="connsiteX23" fmla="*/ 90125 w 244985"/>
                <a:gd name="connsiteY23" fmla="*/ 207813 h 239918"/>
                <a:gd name="connsiteX24" fmla="*/ 90125 w 244985"/>
                <a:gd name="connsiteY24" fmla="*/ 130059 h 239918"/>
                <a:gd name="connsiteX25" fmla="*/ 158949 w 244985"/>
                <a:gd name="connsiteY25" fmla="*/ 112897 h 239918"/>
                <a:gd name="connsiteX26" fmla="*/ 170004 w 244985"/>
                <a:gd name="connsiteY26" fmla="*/ 65964 h 239918"/>
                <a:gd name="connsiteX27" fmla="*/ 156453 w 244985"/>
                <a:gd name="connsiteY27" fmla="*/ 16229 h 239918"/>
                <a:gd name="connsiteX28" fmla="*/ 206377 w 244985"/>
                <a:gd name="connsiteY28" fmla="*/ 65614 h 239918"/>
                <a:gd name="connsiteX29" fmla="*/ 158949 w 244985"/>
                <a:gd name="connsiteY29" fmla="*/ 112897 h 239918"/>
                <a:gd name="connsiteX30" fmla="*/ 90125 w 244985"/>
                <a:gd name="connsiteY30" fmla="*/ 31290 h 239918"/>
                <a:gd name="connsiteX31" fmla="*/ 112234 w 244985"/>
                <a:gd name="connsiteY31" fmla="*/ 12376 h 239918"/>
                <a:gd name="connsiteX32" fmla="*/ 157522 w 244985"/>
                <a:gd name="connsiteY32" fmla="*/ 65964 h 239918"/>
                <a:gd name="connsiteX33" fmla="*/ 90125 w 244985"/>
                <a:gd name="connsiteY33" fmla="*/ 117800 h 239918"/>
                <a:gd name="connsiteX34" fmla="*/ 90125 w 244985"/>
                <a:gd name="connsiteY34" fmla="*/ 31290 h 239918"/>
                <a:gd name="connsiteX35" fmla="*/ 41627 w 244985"/>
                <a:gd name="connsiteY35" fmla="*/ 227777 h 239918"/>
                <a:gd name="connsiteX36" fmla="*/ 44480 w 244985"/>
                <a:gd name="connsiteY36" fmla="*/ 208514 h 239918"/>
                <a:gd name="connsiteX37" fmla="*/ 44480 w 244985"/>
                <a:gd name="connsiteY37" fmla="*/ 31640 h 239918"/>
                <a:gd name="connsiteX38" fmla="*/ 41627 w 244985"/>
                <a:gd name="connsiteY38" fmla="*/ 12376 h 239918"/>
                <a:gd name="connsiteX39" fmla="*/ 82279 w 244985"/>
                <a:gd name="connsiteY39" fmla="*/ 12376 h 239918"/>
                <a:gd name="connsiteX40" fmla="*/ 77644 w 244985"/>
                <a:gd name="connsiteY40" fmla="*/ 30239 h 239918"/>
                <a:gd name="connsiteX41" fmla="*/ 77644 w 244985"/>
                <a:gd name="connsiteY41" fmla="*/ 208514 h 239918"/>
                <a:gd name="connsiteX42" fmla="*/ 80496 w 244985"/>
                <a:gd name="connsiteY42" fmla="*/ 227777 h 239918"/>
                <a:gd name="connsiteX43" fmla="*/ 41627 w 244985"/>
                <a:gd name="connsiteY43" fmla="*/ 227777 h 239918"/>
                <a:gd name="connsiteX44" fmla="*/ 117583 w 244985"/>
                <a:gd name="connsiteY44" fmla="*/ 130059 h 239918"/>
                <a:gd name="connsiteX45" fmla="*/ 124358 w 244985"/>
                <a:gd name="connsiteY45" fmla="*/ 129358 h 239918"/>
                <a:gd name="connsiteX46" fmla="*/ 142902 w 244985"/>
                <a:gd name="connsiteY46" fmla="*/ 127957 h 239918"/>
                <a:gd name="connsiteX47" fmla="*/ 216362 w 244985"/>
                <a:gd name="connsiteY47" fmla="*/ 227777 h 239918"/>
                <a:gd name="connsiteX48" fmla="*/ 181771 w 244985"/>
                <a:gd name="connsiteY48" fmla="*/ 227777 h 239918"/>
                <a:gd name="connsiteX49" fmla="*/ 117583 w 244985"/>
                <a:gd name="connsiteY49" fmla="*/ 130059 h 239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4985" h="239918">
                  <a:moveTo>
                    <a:pt x="90125" y="130059"/>
                  </a:moveTo>
                  <a:lnTo>
                    <a:pt x="102962" y="130059"/>
                  </a:lnTo>
                  <a:lnTo>
                    <a:pt x="156453" y="211316"/>
                  </a:lnTo>
                  <a:cubicBezTo>
                    <a:pt x="160019" y="216920"/>
                    <a:pt x="168577" y="230579"/>
                    <a:pt x="172500" y="235833"/>
                  </a:cubicBezTo>
                  <a:cubicBezTo>
                    <a:pt x="174996" y="240036"/>
                    <a:pt x="176066" y="240036"/>
                    <a:pt x="184268" y="240036"/>
                  </a:cubicBezTo>
                  <a:lnTo>
                    <a:pt x="233479" y="240036"/>
                  </a:lnTo>
                  <a:cubicBezTo>
                    <a:pt x="239897" y="240036"/>
                    <a:pt x="245247" y="240036"/>
                    <a:pt x="245247" y="233732"/>
                  </a:cubicBezTo>
                  <a:cubicBezTo>
                    <a:pt x="245247" y="230930"/>
                    <a:pt x="243107" y="228478"/>
                    <a:pt x="239897" y="227777"/>
                  </a:cubicBezTo>
                  <a:cubicBezTo>
                    <a:pt x="226703" y="224975"/>
                    <a:pt x="209230" y="201859"/>
                    <a:pt x="200671" y="190651"/>
                  </a:cubicBezTo>
                  <a:cubicBezTo>
                    <a:pt x="198175" y="187149"/>
                    <a:pt x="180345" y="164033"/>
                    <a:pt x="156453" y="126206"/>
                  </a:cubicBezTo>
                  <a:cubicBezTo>
                    <a:pt x="188190" y="120602"/>
                    <a:pt x="218858" y="107293"/>
                    <a:pt x="218858" y="65614"/>
                  </a:cubicBezTo>
                  <a:cubicBezTo>
                    <a:pt x="218858" y="16930"/>
                    <a:pt x="166438" y="118"/>
                    <a:pt x="124358" y="118"/>
                  </a:cubicBezTo>
                  <a:lnTo>
                    <a:pt x="12385" y="118"/>
                  </a:lnTo>
                  <a:cubicBezTo>
                    <a:pt x="5967" y="118"/>
                    <a:pt x="261" y="118"/>
                    <a:pt x="261" y="6422"/>
                  </a:cubicBezTo>
                  <a:cubicBezTo>
                    <a:pt x="261" y="12376"/>
                    <a:pt x="7036" y="12376"/>
                    <a:pt x="9889" y="12376"/>
                  </a:cubicBezTo>
                  <a:cubicBezTo>
                    <a:pt x="30216" y="12376"/>
                    <a:pt x="31999" y="14828"/>
                    <a:pt x="31999" y="32340"/>
                  </a:cubicBezTo>
                  <a:lnTo>
                    <a:pt x="31999" y="207813"/>
                  </a:lnTo>
                  <a:cubicBezTo>
                    <a:pt x="31999" y="225326"/>
                    <a:pt x="30216" y="227777"/>
                    <a:pt x="9889" y="227777"/>
                  </a:cubicBezTo>
                  <a:cubicBezTo>
                    <a:pt x="7036" y="227777"/>
                    <a:pt x="261" y="227777"/>
                    <a:pt x="261" y="233732"/>
                  </a:cubicBezTo>
                  <a:cubicBezTo>
                    <a:pt x="261" y="240036"/>
                    <a:pt x="5967" y="240036"/>
                    <a:pt x="12385" y="240036"/>
                  </a:cubicBezTo>
                  <a:lnTo>
                    <a:pt x="110094" y="240036"/>
                  </a:lnTo>
                  <a:cubicBezTo>
                    <a:pt x="116513" y="240036"/>
                    <a:pt x="121862" y="240036"/>
                    <a:pt x="121862" y="233732"/>
                  </a:cubicBezTo>
                  <a:cubicBezTo>
                    <a:pt x="121862" y="227777"/>
                    <a:pt x="115800" y="227777"/>
                    <a:pt x="111877" y="227777"/>
                  </a:cubicBezTo>
                  <a:cubicBezTo>
                    <a:pt x="91551" y="227777"/>
                    <a:pt x="90125" y="224975"/>
                    <a:pt x="90125" y="207813"/>
                  </a:cubicBezTo>
                  <a:lnTo>
                    <a:pt x="90125" y="130059"/>
                  </a:lnTo>
                  <a:close/>
                  <a:moveTo>
                    <a:pt x="158949" y="112897"/>
                  </a:moveTo>
                  <a:cubicBezTo>
                    <a:pt x="168934" y="99938"/>
                    <a:pt x="170004" y="81375"/>
                    <a:pt x="170004" y="65964"/>
                  </a:cubicBezTo>
                  <a:cubicBezTo>
                    <a:pt x="170004" y="49152"/>
                    <a:pt x="167864" y="30589"/>
                    <a:pt x="156453" y="16229"/>
                  </a:cubicBezTo>
                  <a:cubicBezTo>
                    <a:pt x="171073" y="19381"/>
                    <a:pt x="206377" y="30239"/>
                    <a:pt x="206377" y="65614"/>
                  </a:cubicBezTo>
                  <a:cubicBezTo>
                    <a:pt x="206377" y="88380"/>
                    <a:pt x="195679" y="106242"/>
                    <a:pt x="158949" y="112897"/>
                  </a:cubicBezTo>
                  <a:close/>
                  <a:moveTo>
                    <a:pt x="90125" y="31290"/>
                  </a:moveTo>
                  <a:cubicBezTo>
                    <a:pt x="90125" y="23934"/>
                    <a:pt x="90125" y="12376"/>
                    <a:pt x="112234" y="12376"/>
                  </a:cubicBezTo>
                  <a:cubicBezTo>
                    <a:pt x="142545" y="12376"/>
                    <a:pt x="157522" y="24635"/>
                    <a:pt x="157522" y="65964"/>
                  </a:cubicBezTo>
                  <a:cubicBezTo>
                    <a:pt x="157522" y="111146"/>
                    <a:pt x="146468" y="117800"/>
                    <a:pt x="90125" y="117800"/>
                  </a:cubicBezTo>
                  <a:lnTo>
                    <a:pt x="90125" y="31290"/>
                  </a:lnTo>
                  <a:close/>
                  <a:moveTo>
                    <a:pt x="41627" y="227777"/>
                  </a:moveTo>
                  <a:cubicBezTo>
                    <a:pt x="44480" y="221473"/>
                    <a:pt x="44480" y="211666"/>
                    <a:pt x="44480" y="208514"/>
                  </a:cubicBezTo>
                  <a:lnTo>
                    <a:pt x="44480" y="31640"/>
                  </a:lnTo>
                  <a:cubicBezTo>
                    <a:pt x="44480" y="28137"/>
                    <a:pt x="44480" y="18681"/>
                    <a:pt x="41627" y="12376"/>
                  </a:cubicBezTo>
                  <a:lnTo>
                    <a:pt x="82279" y="12376"/>
                  </a:lnTo>
                  <a:cubicBezTo>
                    <a:pt x="77644" y="17980"/>
                    <a:pt x="77644" y="24985"/>
                    <a:pt x="77644" y="30239"/>
                  </a:cubicBezTo>
                  <a:lnTo>
                    <a:pt x="77644" y="208514"/>
                  </a:lnTo>
                  <a:cubicBezTo>
                    <a:pt x="77644" y="212016"/>
                    <a:pt x="77644" y="221473"/>
                    <a:pt x="80496" y="227777"/>
                  </a:cubicBezTo>
                  <a:lnTo>
                    <a:pt x="41627" y="227777"/>
                  </a:lnTo>
                  <a:close/>
                  <a:moveTo>
                    <a:pt x="117583" y="130059"/>
                  </a:moveTo>
                  <a:cubicBezTo>
                    <a:pt x="120079" y="129709"/>
                    <a:pt x="121506" y="129358"/>
                    <a:pt x="124358" y="129358"/>
                  </a:cubicBezTo>
                  <a:cubicBezTo>
                    <a:pt x="129708" y="129358"/>
                    <a:pt x="137553" y="128658"/>
                    <a:pt x="142902" y="127957"/>
                  </a:cubicBezTo>
                  <a:cubicBezTo>
                    <a:pt x="148251" y="136363"/>
                    <a:pt x="186764" y="198707"/>
                    <a:pt x="216362" y="227777"/>
                  </a:cubicBezTo>
                  <a:lnTo>
                    <a:pt x="181771" y="227777"/>
                  </a:lnTo>
                  <a:lnTo>
                    <a:pt x="117583" y="130059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EE4BDAB4-7321-8653-E3F7-40E4EA3B74B4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2358283" y="8828244"/>
              <a:ext cx="128305" cy="172601"/>
            </a:xfrm>
            <a:custGeom>
              <a:avLst/>
              <a:gdLst>
                <a:gd name="connsiteX0" fmla="*/ 127575 w 128305"/>
                <a:gd name="connsiteY0" fmla="*/ 7469 h 172601"/>
                <a:gd name="connsiteX1" fmla="*/ 128574 w 128305"/>
                <a:gd name="connsiteY1" fmla="*/ 3546 h 172601"/>
                <a:gd name="connsiteX2" fmla="*/ 124580 w 128305"/>
                <a:gd name="connsiteY2" fmla="*/ 114 h 172601"/>
                <a:gd name="connsiteX3" fmla="*/ 92628 w 128305"/>
                <a:gd name="connsiteY3" fmla="*/ 2565 h 172601"/>
                <a:gd name="connsiteX4" fmla="*/ 87136 w 128305"/>
                <a:gd name="connsiteY4" fmla="*/ 8204 h 172601"/>
                <a:gd name="connsiteX5" fmla="*/ 93627 w 128305"/>
                <a:gd name="connsiteY5" fmla="*/ 11637 h 172601"/>
                <a:gd name="connsiteX6" fmla="*/ 105608 w 128305"/>
                <a:gd name="connsiteY6" fmla="*/ 15314 h 172601"/>
                <a:gd name="connsiteX7" fmla="*/ 104610 w 128305"/>
                <a:gd name="connsiteY7" fmla="*/ 20708 h 172601"/>
                <a:gd name="connsiteX8" fmla="*/ 90381 w 128305"/>
                <a:gd name="connsiteY8" fmla="*/ 76607 h 172601"/>
                <a:gd name="connsiteX9" fmla="*/ 64671 w 128305"/>
                <a:gd name="connsiteY9" fmla="*/ 62142 h 172601"/>
                <a:gd name="connsiteX10" fmla="*/ 268 w 128305"/>
                <a:gd name="connsiteY10" fmla="*/ 132016 h 172601"/>
                <a:gd name="connsiteX11" fmla="*/ 37961 w 128305"/>
                <a:gd name="connsiteY11" fmla="*/ 172715 h 172601"/>
                <a:gd name="connsiteX12" fmla="*/ 73407 w 128305"/>
                <a:gd name="connsiteY12" fmla="*/ 155553 h 172601"/>
                <a:gd name="connsiteX13" fmla="*/ 99118 w 128305"/>
                <a:gd name="connsiteY13" fmla="*/ 172715 h 172601"/>
                <a:gd name="connsiteX14" fmla="*/ 118838 w 128305"/>
                <a:gd name="connsiteY14" fmla="*/ 159721 h 172601"/>
                <a:gd name="connsiteX15" fmla="*/ 127575 w 128305"/>
                <a:gd name="connsiteY15" fmla="*/ 135203 h 172601"/>
                <a:gd name="connsiteX16" fmla="*/ 123581 w 128305"/>
                <a:gd name="connsiteY16" fmla="*/ 132016 h 172601"/>
                <a:gd name="connsiteX17" fmla="*/ 118089 w 128305"/>
                <a:gd name="connsiteY17" fmla="*/ 139616 h 172601"/>
                <a:gd name="connsiteX18" fmla="*/ 99867 w 128305"/>
                <a:gd name="connsiteY18" fmla="*/ 165850 h 172601"/>
                <a:gd name="connsiteX19" fmla="*/ 91630 w 128305"/>
                <a:gd name="connsiteY19" fmla="*/ 153836 h 172601"/>
                <a:gd name="connsiteX20" fmla="*/ 92878 w 128305"/>
                <a:gd name="connsiteY20" fmla="*/ 143784 h 172601"/>
                <a:gd name="connsiteX21" fmla="*/ 127575 w 128305"/>
                <a:gd name="connsiteY21" fmla="*/ 7469 h 172601"/>
                <a:gd name="connsiteX22" fmla="*/ 74406 w 128305"/>
                <a:gd name="connsiteY22" fmla="*/ 139616 h 172601"/>
                <a:gd name="connsiteX23" fmla="*/ 61675 w 128305"/>
                <a:gd name="connsiteY23" fmla="*/ 156043 h 172601"/>
                <a:gd name="connsiteX24" fmla="*/ 38710 w 128305"/>
                <a:gd name="connsiteY24" fmla="*/ 165850 h 172601"/>
                <a:gd name="connsiteX25" fmla="*/ 20487 w 128305"/>
                <a:gd name="connsiteY25" fmla="*/ 142068 h 172601"/>
                <a:gd name="connsiteX26" fmla="*/ 33468 w 128305"/>
                <a:gd name="connsiteY26" fmla="*/ 92298 h 172601"/>
                <a:gd name="connsiteX27" fmla="*/ 64671 w 128305"/>
                <a:gd name="connsiteY27" fmla="*/ 69007 h 172601"/>
                <a:gd name="connsiteX28" fmla="*/ 86887 w 128305"/>
                <a:gd name="connsiteY28" fmla="*/ 90337 h 172601"/>
                <a:gd name="connsiteX29" fmla="*/ 86138 w 128305"/>
                <a:gd name="connsiteY29" fmla="*/ 93769 h 172601"/>
                <a:gd name="connsiteX30" fmla="*/ 74406 w 128305"/>
                <a:gd name="connsiteY30" fmla="*/ 139616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75" y="7469"/>
                  </a:moveTo>
                  <a:cubicBezTo>
                    <a:pt x="127825" y="6978"/>
                    <a:pt x="128574" y="3791"/>
                    <a:pt x="128574" y="3546"/>
                  </a:cubicBezTo>
                  <a:cubicBezTo>
                    <a:pt x="128574" y="2320"/>
                    <a:pt x="127575" y="114"/>
                    <a:pt x="124580" y="114"/>
                  </a:cubicBezTo>
                  <a:cubicBezTo>
                    <a:pt x="119587" y="114"/>
                    <a:pt x="98869" y="2075"/>
                    <a:pt x="92628" y="2565"/>
                  </a:cubicBezTo>
                  <a:cubicBezTo>
                    <a:pt x="90631" y="2811"/>
                    <a:pt x="87136" y="3056"/>
                    <a:pt x="87136" y="8204"/>
                  </a:cubicBezTo>
                  <a:cubicBezTo>
                    <a:pt x="87136" y="11637"/>
                    <a:pt x="90631" y="11637"/>
                    <a:pt x="93627" y="11637"/>
                  </a:cubicBezTo>
                  <a:cubicBezTo>
                    <a:pt x="105608" y="11637"/>
                    <a:pt x="105608" y="13353"/>
                    <a:pt x="105608" y="15314"/>
                  </a:cubicBezTo>
                  <a:cubicBezTo>
                    <a:pt x="105608" y="17031"/>
                    <a:pt x="105109" y="18502"/>
                    <a:pt x="104610" y="20708"/>
                  </a:cubicBezTo>
                  <a:lnTo>
                    <a:pt x="90381" y="76607"/>
                  </a:lnTo>
                  <a:cubicBezTo>
                    <a:pt x="85139" y="68517"/>
                    <a:pt x="76652" y="62142"/>
                    <a:pt x="64671" y="62142"/>
                  </a:cubicBezTo>
                  <a:cubicBezTo>
                    <a:pt x="32719" y="62142"/>
                    <a:pt x="268" y="96711"/>
                    <a:pt x="268" y="132016"/>
                  </a:cubicBezTo>
                  <a:cubicBezTo>
                    <a:pt x="268" y="155798"/>
                    <a:pt x="16494" y="172715"/>
                    <a:pt x="37961" y="172715"/>
                  </a:cubicBezTo>
                  <a:cubicBezTo>
                    <a:pt x="51441" y="172715"/>
                    <a:pt x="63422" y="165114"/>
                    <a:pt x="73407" y="155553"/>
                  </a:cubicBezTo>
                  <a:cubicBezTo>
                    <a:pt x="78150" y="170263"/>
                    <a:pt x="92628" y="172715"/>
                    <a:pt x="99118" y="172715"/>
                  </a:cubicBezTo>
                  <a:cubicBezTo>
                    <a:pt x="108105" y="172715"/>
                    <a:pt x="114345" y="167321"/>
                    <a:pt x="118838" y="159721"/>
                  </a:cubicBezTo>
                  <a:cubicBezTo>
                    <a:pt x="124330" y="150159"/>
                    <a:pt x="127575" y="136184"/>
                    <a:pt x="127575" y="135203"/>
                  </a:cubicBezTo>
                  <a:cubicBezTo>
                    <a:pt x="127575" y="132016"/>
                    <a:pt x="124330" y="132016"/>
                    <a:pt x="123581" y="132016"/>
                  </a:cubicBezTo>
                  <a:cubicBezTo>
                    <a:pt x="120086" y="132016"/>
                    <a:pt x="119837" y="132997"/>
                    <a:pt x="118089" y="139616"/>
                  </a:cubicBezTo>
                  <a:cubicBezTo>
                    <a:pt x="115094" y="151385"/>
                    <a:pt x="110351" y="165850"/>
                    <a:pt x="99867" y="165850"/>
                  </a:cubicBezTo>
                  <a:cubicBezTo>
                    <a:pt x="93377" y="165850"/>
                    <a:pt x="91630" y="160456"/>
                    <a:pt x="91630" y="153836"/>
                  </a:cubicBezTo>
                  <a:cubicBezTo>
                    <a:pt x="91630" y="149178"/>
                    <a:pt x="92129" y="146972"/>
                    <a:pt x="92878" y="143784"/>
                  </a:cubicBezTo>
                  <a:lnTo>
                    <a:pt x="127575" y="7469"/>
                  </a:lnTo>
                  <a:close/>
                  <a:moveTo>
                    <a:pt x="74406" y="139616"/>
                  </a:moveTo>
                  <a:cubicBezTo>
                    <a:pt x="72658" y="146481"/>
                    <a:pt x="67167" y="151385"/>
                    <a:pt x="61675" y="156043"/>
                  </a:cubicBezTo>
                  <a:cubicBezTo>
                    <a:pt x="59428" y="158004"/>
                    <a:pt x="49444" y="165850"/>
                    <a:pt x="38710" y="165850"/>
                  </a:cubicBezTo>
                  <a:cubicBezTo>
                    <a:pt x="29474" y="165850"/>
                    <a:pt x="20487" y="159475"/>
                    <a:pt x="20487" y="142068"/>
                  </a:cubicBezTo>
                  <a:cubicBezTo>
                    <a:pt x="20487" y="129074"/>
                    <a:pt x="27727" y="102105"/>
                    <a:pt x="33468" y="92298"/>
                  </a:cubicBezTo>
                  <a:cubicBezTo>
                    <a:pt x="44950" y="72685"/>
                    <a:pt x="57681" y="69007"/>
                    <a:pt x="64671" y="69007"/>
                  </a:cubicBezTo>
                  <a:cubicBezTo>
                    <a:pt x="82144" y="69007"/>
                    <a:pt x="86887" y="87640"/>
                    <a:pt x="86887" y="90337"/>
                  </a:cubicBezTo>
                  <a:cubicBezTo>
                    <a:pt x="86887" y="91318"/>
                    <a:pt x="86388" y="93034"/>
                    <a:pt x="86138" y="93769"/>
                  </a:cubicBezTo>
                  <a:lnTo>
                    <a:pt x="74406" y="139616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94BD326E-06B0-8CDA-3B4C-E2F4F4A7FABC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2505769" y="8916786"/>
              <a:ext cx="92716" cy="120484"/>
            </a:xfrm>
            <a:custGeom>
              <a:avLst/>
              <a:gdLst>
                <a:gd name="connsiteX0" fmla="*/ 44848 w 92716"/>
                <a:gd name="connsiteY0" fmla="*/ 58781 h 120484"/>
                <a:gd name="connsiteX1" fmla="*/ 72128 w 92716"/>
                <a:gd name="connsiteY1" fmla="*/ 86100 h 120484"/>
                <a:gd name="connsiteX2" fmla="*/ 45026 w 92716"/>
                <a:gd name="connsiteY2" fmla="*/ 113419 h 120484"/>
                <a:gd name="connsiteX3" fmla="*/ 12753 w 92716"/>
                <a:gd name="connsiteY3" fmla="*/ 104313 h 120484"/>
                <a:gd name="connsiteX4" fmla="*/ 22203 w 92716"/>
                <a:gd name="connsiteY4" fmla="*/ 93630 h 120484"/>
                <a:gd name="connsiteX5" fmla="*/ 11327 w 92716"/>
                <a:gd name="connsiteY5" fmla="*/ 82948 h 120484"/>
                <a:gd name="connsiteX6" fmla="*/ 272 w 92716"/>
                <a:gd name="connsiteY6" fmla="*/ 93980 h 120484"/>
                <a:gd name="connsiteX7" fmla="*/ 45561 w 92716"/>
                <a:gd name="connsiteY7" fmla="*/ 120599 h 120484"/>
                <a:gd name="connsiteX8" fmla="*/ 92989 w 92716"/>
                <a:gd name="connsiteY8" fmla="*/ 86275 h 120484"/>
                <a:gd name="connsiteX9" fmla="*/ 59647 w 92716"/>
                <a:gd name="connsiteY9" fmla="*/ 55103 h 120484"/>
                <a:gd name="connsiteX10" fmla="*/ 86748 w 92716"/>
                <a:gd name="connsiteY10" fmla="*/ 25157 h 120484"/>
                <a:gd name="connsiteX11" fmla="*/ 46096 w 92716"/>
                <a:gd name="connsiteY11" fmla="*/ 115 h 120484"/>
                <a:gd name="connsiteX12" fmla="*/ 6513 w 92716"/>
                <a:gd name="connsiteY12" fmla="*/ 24982 h 120484"/>
                <a:gd name="connsiteX13" fmla="*/ 16676 w 92716"/>
                <a:gd name="connsiteY13" fmla="*/ 35314 h 120484"/>
                <a:gd name="connsiteX14" fmla="*/ 26839 w 92716"/>
                <a:gd name="connsiteY14" fmla="*/ 25332 h 120484"/>
                <a:gd name="connsiteX15" fmla="*/ 18281 w 92716"/>
                <a:gd name="connsiteY15" fmla="*/ 15350 h 120484"/>
                <a:gd name="connsiteX16" fmla="*/ 45561 w 92716"/>
                <a:gd name="connsiteY16" fmla="*/ 6769 h 120484"/>
                <a:gd name="connsiteX17" fmla="*/ 67848 w 92716"/>
                <a:gd name="connsiteY17" fmla="*/ 25157 h 120484"/>
                <a:gd name="connsiteX18" fmla="*/ 42351 w 92716"/>
                <a:gd name="connsiteY18" fmla="*/ 52301 h 120484"/>
                <a:gd name="connsiteX19" fmla="*/ 32010 w 92716"/>
                <a:gd name="connsiteY19" fmla="*/ 52827 h 120484"/>
                <a:gd name="connsiteX20" fmla="*/ 28087 w 92716"/>
                <a:gd name="connsiteY20" fmla="*/ 55804 h 120484"/>
                <a:gd name="connsiteX21" fmla="*/ 33080 w 92716"/>
                <a:gd name="connsiteY21" fmla="*/ 58781 h 120484"/>
                <a:gd name="connsiteX22" fmla="*/ 44848 w 92716"/>
                <a:gd name="connsiteY22" fmla="*/ 58781 h 12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2716" h="120484">
                  <a:moveTo>
                    <a:pt x="44848" y="58781"/>
                  </a:moveTo>
                  <a:cubicBezTo>
                    <a:pt x="61251" y="58781"/>
                    <a:pt x="72128" y="68763"/>
                    <a:pt x="72128" y="86100"/>
                  </a:cubicBezTo>
                  <a:cubicBezTo>
                    <a:pt x="72128" y="103962"/>
                    <a:pt x="60895" y="113419"/>
                    <a:pt x="45026" y="113419"/>
                  </a:cubicBezTo>
                  <a:cubicBezTo>
                    <a:pt x="43065" y="113419"/>
                    <a:pt x="21847" y="113419"/>
                    <a:pt x="12753" y="104313"/>
                  </a:cubicBezTo>
                  <a:cubicBezTo>
                    <a:pt x="20064" y="103262"/>
                    <a:pt x="22203" y="97833"/>
                    <a:pt x="22203" y="93630"/>
                  </a:cubicBezTo>
                  <a:cubicBezTo>
                    <a:pt x="22203" y="87151"/>
                    <a:pt x="17211" y="82948"/>
                    <a:pt x="11327" y="82948"/>
                  </a:cubicBezTo>
                  <a:cubicBezTo>
                    <a:pt x="5621" y="82948"/>
                    <a:pt x="272" y="86625"/>
                    <a:pt x="272" y="93980"/>
                  </a:cubicBezTo>
                  <a:cubicBezTo>
                    <a:pt x="272" y="112193"/>
                    <a:pt x="21312" y="120599"/>
                    <a:pt x="45561" y="120599"/>
                  </a:cubicBezTo>
                  <a:cubicBezTo>
                    <a:pt x="74802" y="120599"/>
                    <a:pt x="92989" y="103262"/>
                    <a:pt x="92989" y="86275"/>
                  </a:cubicBezTo>
                  <a:cubicBezTo>
                    <a:pt x="92989" y="71915"/>
                    <a:pt x="79973" y="59656"/>
                    <a:pt x="59647" y="55103"/>
                  </a:cubicBezTo>
                  <a:cubicBezTo>
                    <a:pt x="81043" y="48273"/>
                    <a:pt x="86748" y="34964"/>
                    <a:pt x="86748" y="25157"/>
                  </a:cubicBezTo>
                  <a:cubicBezTo>
                    <a:pt x="86748" y="10797"/>
                    <a:pt x="68562" y="115"/>
                    <a:pt x="46096" y="115"/>
                  </a:cubicBezTo>
                  <a:cubicBezTo>
                    <a:pt x="24165" y="115"/>
                    <a:pt x="6513" y="9221"/>
                    <a:pt x="6513" y="24982"/>
                  </a:cubicBezTo>
                  <a:cubicBezTo>
                    <a:pt x="6513" y="33213"/>
                    <a:pt x="13288" y="35314"/>
                    <a:pt x="16676" y="35314"/>
                  </a:cubicBezTo>
                  <a:cubicBezTo>
                    <a:pt x="21847" y="35314"/>
                    <a:pt x="26839" y="31637"/>
                    <a:pt x="26839" y="25332"/>
                  </a:cubicBezTo>
                  <a:cubicBezTo>
                    <a:pt x="26839" y="21304"/>
                    <a:pt x="24700" y="16401"/>
                    <a:pt x="18281" y="15350"/>
                  </a:cubicBezTo>
                  <a:cubicBezTo>
                    <a:pt x="25948" y="7295"/>
                    <a:pt x="41816" y="6769"/>
                    <a:pt x="45561" y="6769"/>
                  </a:cubicBezTo>
                  <a:cubicBezTo>
                    <a:pt x="58577" y="6769"/>
                    <a:pt x="67848" y="13249"/>
                    <a:pt x="67848" y="25157"/>
                  </a:cubicBezTo>
                  <a:cubicBezTo>
                    <a:pt x="67848" y="35314"/>
                    <a:pt x="61073" y="51250"/>
                    <a:pt x="42351" y="52301"/>
                  </a:cubicBezTo>
                  <a:cubicBezTo>
                    <a:pt x="37359" y="52476"/>
                    <a:pt x="36646" y="52651"/>
                    <a:pt x="32010" y="52827"/>
                  </a:cubicBezTo>
                  <a:cubicBezTo>
                    <a:pt x="30049" y="53002"/>
                    <a:pt x="28087" y="53177"/>
                    <a:pt x="28087" y="55804"/>
                  </a:cubicBezTo>
                  <a:cubicBezTo>
                    <a:pt x="28087" y="58781"/>
                    <a:pt x="29870" y="58781"/>
                    <a:pt x="33080" y="58781"/>
                  </a:cubicBezTo>
                  <a:lnTo>
                    <a:pt x="44848" y="58781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376A0387-72F4-9DA8-CB27-4F76CFA2E364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2675114" y="8871394"/>
              <a:ext cx="133797" cy="131166"/>
            </a:xfrm>
            <a:custGeom>
              <a:avLst/>
              <a:gdLst>
                <a:gd name="connsiteX0" fmla="*/ 130579 w 133797"/>
                <a:gd name="connsiteY0" fmla="*/ 12127 h 131166"/>
                <a:gd name="connsiteX1" fmla="*/ 134073 w 133797"/>
                <a:gd name="connsiteY1" fmla="*/ 6243 h 131166"/>
                <a:gd name="connsiteX2" fmla="*/ 128082 w 133797"/>
                <a:gd name="connsiteY2" fmla="*/ 114 h 131166"/>
                <a:gd name="connsiteX3" fmla="*/ 121842 w 133797"/>
                <a:gd name="connsiteY3" fmla="*/ 3791 h 131166"/>
                <a:gd name="connsiteX4" fmla="*/ 67175 w 133797"/>
                <a:gd name="connsiteY4" fmla="*/ 57239 h 131166"/>
                <a:gd name="connsiteX5" fmla="*/ 12258 w 133797"/>
                <a:gd name="connsiteY5" fmla="*/ 3546 h 131166"/>
                <a:gd name="connsiteX6" fmla="*/ 6517 w 133797"/>
                <a:gd name="connsiteY6" fmla="*/ 114 h 131166"/>
                <a:gd name="connsiteX7" fmla="*/ 276 w 133797"/>
                <a:gd name="connsiteY7" fmla="*/ 6243 h 131166"/>
                <a:gd name="connsiteX8" fmla="*/ 4021 w 133797"/>
                <a:gd name="connsiteY8" fmla="*/ 12127 h 131166"/>
                <a:gd name="connsiteX9" fmla="*/ 58438 w 133797"/>
                <a:gd name="connsiteY9" fmla="*/ 65575 h 131166"/>
                <a:gd name="connsiteX10" fmla="*/ 4021 w 133797"/>
                <a:gd name="connsiteY10" fmla="*/ 119022 h 131166"/>
                <a:gd name="connsiteX11" fmla="*/ 276 w 133797"/>
                <a:gd name="connsiteY11" fmla="*/ 125151 h 131166"/>
                <a:gd name="connsiteX12" fmla="*/ 6517 w 133797"/>
                <a:gd name="connsiteY12" fmla="*/ 131281 h 131166"/>
                <a:gd name="connsiteX13" fmla="*/ 12258 w 133797"/>
                <a:gd name="connsiteY13" fmla="*/ 127848 h 131166"/>
                <a:gd name="connsiteX14" fmla="*/ 67175 w 133797"/>
                <a:gd name="connsiteY14" fmla="*/ 74156 h 131166"/>
                <a:gd name="connsiteX15" fmla="*/ 124088 w 133797"/>
                <a:gd name="connsiteY15" fmla="*/ 130055 h 131166"/>
                <a:gd name="connsiteX16" fmla="*/ 128082 w 133797"/>
                <a:gd name="connsiteY16" fmla="*/ 131281 h 131166"/>
                <a:gd name="connsiteX17" fmla="*/ 134073 w 133797"/>
                <a:gd name="connsiteY17" fmla="*/ 125151 h 131166"/>
                <a:gd name="connsiteX18" fmla="*/ 132825 w 133797"/>
                <a:gd name="connsiteY18" fmla="*/ 121964 h 131166"/>
                <a:gd name="connsiteX19" fmla="*/ 75911 w 133797"/>
                <a:gd name="connsiteY19" fmla="*/ 65820 h 131166"/>
                <a:gd name="connsiteX20" fmla="*/ 130579 w 133797"/>
                <a:gd name="connsiteY20" fmla="*/ 12127 h 1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3797" h="131166">
                  <a:moveTo>
                    <a:pt x="130579" y="12127"/>
                  </a:moveTo>
                  <a:cubicBezTo>
                    <a:pt x="133324" y="9430"/>
                    <a:pt x="134073" y="7959"/>
                    <a:pt x="134073" y="6243"/>
                  </a:cubicBezTo>
                  <a:cubicBezTo>
                    <a:pt x="134073" y="2320"/>
                    <a:pt x="130828" y="114"/>
                    <a:pt x="128082" y="114"/>
                  </a:cubicBezTo>
                  <a:cubicBezTo>
                    <a:pt x="125586" y="114"/>
                    <a:pt x="124837" y="849"/>
                    <a:pt x="121842" y="3791"/>
                  </a:cubicBezTo>
                  <a:lnTo>
                    <a:pt x="67175" y="57239"/>
                  </a:lnTo>
                  <a:lnTo>
                    <a:pt x="12258" y="3546"/>
                  </a:lnTo>
                  <a:cubicBezTo>
                    <a:pt x="9762" y="1094"/>
                    <a:pt x="8763" y="114"/>
                    <a:pt x="6517" y="114"/>
                  </a:cubicBezTo>
                  <a:cubicBezTo>
                    <a:pt x="3022" y="114"/>
                    <a:pt x="276" y="2811"/>
                    <a:pt x="276" y="6243"/>
                  </a:cubicBezTo>
                  <a:cubicBezTo>
                    <a:pt x="276" y="8449"/>
                    <a:pt x="1025" y="9185"/>
                    <a:pt x="4021" y="12127"/>
                  </a:cubicBezTo>
                  <a:lnTo>
                    <a:pt x="58438" y="65575"/>
                  </a:lnTo>
                  <a:lnTo>
                    <a:pt x="4021" y="119022"/>
                  </a:lnTo>
                  <a:cubicBezTo>
                    <a:pt x="526" y="122454"/>
                    <a:pt x="276" y="123680"/>
                    <a:pt x="276" y="125151"/>
                  </a:cubicBezTo>
                  <a:cubicBezTo>
                    <a:pt x="276" y="128584"/>
                    <a:pt x="3022" y="131281"/>
                    <a:pt x="6517" y="131281"/>
                  </a:cubicBezTo>
                  <a:cubicBezTo>
                    <a:pt x="8763" y="131281"/>
                    <a:pt x="9512" y="130545"/>
                    <a:pt x="12258" y="127848"/>
                  </a:cubicBezTo>
                  <a:lnTo>
                    <a:pt x="67175" y="74156"/>
                  </a:lnTo>
                  <a:lnTo>
                    <a:pt x="124088" y="130055"/>
                  </a:lnTo>
                  <a:cubicBezTo>
                    <a:pt x="125337" y="130790"/>
                    <a:pt x="126585" y="131281"/>
                    <a:pt x="128082" y="131281"/>
                  </a:cubicBezTo>
                  <a:cubicBezTo>
                    <a:pt x="130828" y="131281"/>
                    <a:pt x="134073" y="129074"/>
                    <a:pt x="134073" y="125151"/>
                  </a:cubicBezTo>
                  <a:cubicBezTo>
                    <a:pt x="134073" y="123190"/>
                    <a:pt x="133574" y="122700"/>
                    <a:pt x="132825" y="121964"/>
                  </a:cubicBezTo>
                  <a:cubicBezTo>
                    <a:pt x="132326" y="120983"/>
                    <a:pt x="83899" y="73420"/>
                    <a:pt x="75911" y="65820"/>
                  </a:cubicBezTo>
                  <a:lnTo>
                    <a:pt x="130579" y="12127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855BE03-EE94-296C-5FCB-DC83D1D0A6A0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2868785" y="8828244"/>
              <a:ext cx="128305" cy="172601"/>
            </a:xfrm>
            <a:custGeom>
              <a:avLst/>
              <a:gdLst>
                <a:gd name="connsiteX0" fmla="*/ 127589 w 128305"/>
                <a:gd name="connsiteY0" fmla="*/ 7469 h 172601"/>
                <a:gd name="connsiteX1" fmla="*/ 128588 w 128305"/>
                <a:gd name="connsiteY1" fmla="*/ 3546 h 172601"/>
                <a:gd name="connsiteX2" fmla="*/ 124594 w 128305"/>
                <a:gd name="connsiteY2" fmla="*/ 114 h 172601"/>
                <a:gd name="connsiteX3" fmla="*/ 92642 w 128305"/>
                <a:gd name="connsiteY3" fmla="*/ 2565 h 172601"/>
                <a:gd name="connsiteX4" fmla="*/ 87151 w 128305"/>
                <a:gd name="connsiteY4" fmla="*/ 8204 h 172601"/>
                <a:gd name="connsiteX5" fmla="*/ 93641 w 128305"/>
                <a:gd name="connsiteY5" fmla="*/ 11637 h 172601"/>
                <a:gd name="connsiteX6" fmla="*/ 105623 w 128305"/>
                <a:gd name="connsiteY6" fmla="*/ 15314 h 172601"/>
                <a:gd name="connsiteX7" fmla="*/ 104624 w 128305"/>
                <a:gd name="connsiteY7" fmla="*/ 20708 h 172601"/>
                <a:gd name="connsiteX8" fmla="*/ 90396 w 128305"/>
                <a:gd name="connsiteY8" fmla="*/ 76607 h 172601"/>
                <a:gd name="connsiteX9" fmla="*/ 64685 w 128305"/>
                <a:gd name="connsiteY9" fmla="*/ 62142 h 172601"/>
                <a:gd name="connsiteX10" fmla="*/ 282 w 128305"/>
                <a:gd name="connsiteY10" fmla="*/ 132016 h 172601"/>
                <a:gd name="connsiteX11" fmla="*/ 37975 w 128305"/>
                <a:gd name="connsiteY11" fmla="*/ 172715 h 172601"/>
                <a:gd name="connsiteX12" fmla="*/ 73421 w 128305"/>
                <a:gd name="connsiteY12" fmla="*/ 155553 h 172601"/>
                <a:gd name="connsiteX13" fmla="*/ 99133 w 128305"/>
                <a:gd name="connsiteY13" fmla="*/ 172715 h 172601"/>
                <a:gd name="connsiteX14" fmla="*/ 118853 w 128305"/>
                <a:gd name="connsiteY14" fmla="*/ 159721 h 172601"/>
                <a:gd name="connsiteX15" fmla="*/ 127589 w 128305"/>
                <a:gd name="connsiteY15" fmla="*/ 135203 h 172601"/>
                <a:gd name="connsiteX16" fmla="*/ 123595 w 128305"/>
                <a:gd name="connsiteY16" fmla="*/ 132016 h 172601"/>
                <a:gd name="connsiteX17" fmla="*/ 118104 w 128305"/>
                <a:gd name="connsiteY17" fmla="*/ 139616 h 172601"/>
                <a:gd name="connsiteX18" fmla="*/ 99881 w 128305"/>
                <a:gd name="connsiteY18" fmla="*/ 165850 h 172601"/>
                <a:gd name="connsiteX19" fmla="*/ 91644 w 128305"/>
                <a:gd name="connsiteY19" fmla="*/ 153836 h 172601"/>
                <a:gd name="connsiteX20" fmla="*/ 92892 w 128305"/>
                <a:gd name="connsiteY20" fmla="*/ 143784 h 172601"/>
                <a:gd name="connsiteX21" fmla="*/ 127589 w 128305"/>
                <a:gd name="connsiteY21" fmla="*/ 7469 h 172601"/>
                <a:gd name="connsiteX22" fmla="*/ 74420 w 128305"/>
                <a:gd name="connsiteY22" fmla="*/ 139616 h 172601"/>
                <a:gd name="connsiteX23" fmla="*/ 61689 w 128305"/>
                <a:gd name="connsiteY23" fmla="*/ 156043 h 172601"/>
                <a:gd name="connsiteX24" fmla="*/ 38724 w 128305"/>
                <a:gd name="connsiteY24" fmla="*/ 165850 h 172601"/>
                <a:gd name="connsiteX25" fmla="*/ 20502 w 128305"/>
                <a:gd name="connsiteY25" fmla="*/ 142068 h 172601"/>
                <a:gd name="connsiteX26" fmla="*/ 33482 w 128305"/>
                <a:gd name="connsiteY26" fmla="*/ 92298 h 172601"/>
                <a:gd name="connsiteX27" fmla="*/ 64685 w 128305"/>
                <a:gd name="connsiteY27" fmla="*/ 69007 h 172601"/>
                <a:gd name="connsiteX28" fmla="*/ 86901 w 128305"/>
                <a:gd name="connsiteY28" fmla="*/ 90337 h 172601"/>
                <a:gd name="connsiteX29" fmla="*/ 86152 w 128305"/>
                <a:gd name="connsiteY29" fmla="*/ 93769 h 172601"/>
                <a:gd name="connsiteX30" fmla="*/ 74420 w 128305"/>
                <a:gd name="connsiteY30" fmla="*/ 139616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89" y="7469"/>
                  </a:moveTo>
                  <a:cubicBezTo>
                    <a:pt x="127839" y="6978"/>
                    <a:pt x="128588" y="3791"/>
                    <a:pt x="128588" y="3546"/>
                  </a:cubicBezTo>
                  <a:cubicBezTo>
                    <a:pt x="128588" y="2320"/>
                    <a:pt x="127589" y="114"/>
                    <a:pt x="124594" y="114"/>
                  </a:cubicBezTo>
                  <a:cubicBezTo>
                    <a:pt x="119601" y="114"/>
                    <a:pt x="98883" y="2075"/>
                    <a:pt x="92642" y="2565"/>
                  </a:cubicBezTo>
                  <a:cubicBezTo>
                    <a:pt x="90645" y="2811"/>
                    <a:pt x="87151" y="3056"/>
                    <a:pt x="87151" y="8204"/>
                  </a:cubicBezTo>
                  <a:cubicBezTo>
                    <a:pt x="87151" y="11637"/>
                    <a:pt x="90645" y="11637"/>
                    <a:pt x="93641" y="11637"/>
                  </a:cubicBezTo>
                  <a:cubicBezTo>
                    <a:pt x="105623" y="11637"/>
                    <a:pt x="105623" y="13353"/>
                    <a:pt x="105623" y="15314"/>
                  </a:cubicBezTo>
                  <a:cubicBezTo>
                    <a:pt x="105623" y="17031"/>
                    <a:pt x="105123" y="18502"/>
                    <a:pt x="104624" y="20708"/>
                  </a:cubicBezTo>
                  <a:lnTo>
                    <a:pt x="90396" y="76607"/>
                  </a:lnTo>
                  <a:cubicBezTo>
                    <a:pt x="85154" y="68517"/>
                    <a:pt x="76667" y="62142"/>
                    <a:pt x="64685" y="62142"/>
                  </a:cubicBezTo>
                  <a:cubicBezTo>
                    <a:pt x="32733" y="62142"/>
                    <a:pt x="282" y="96711"/>
                    <a:pt x="282" y="132016"/>
                  </a:cubicBezTo>
                  <a:cubicBezTo>
                    <a:pt x="282" y="155798"/>
                    <a:pt x="16508" y="172715"/>
                    <a:pt x="37975" y="172715"/>
                  </a:cubicBezTo>
                  <a:cubicBezTo>
                    <a:pt x="51455" y="172715"/>
                    <a:pt x="63437" y="165114"/>
                    <a:pt x="73421" y="155553"/>
                  </a:cubicBezTo>
                  <a:cubicBezTo>
                    <a:pt x="78164" y="170263"/>
                    <a:pt x="92642" y="172715"/>
                    <a:pt x="99133" y="172715"/>
                  </a:cubicBezTo>
                  <a:cubicBezTo>
                    <a:pt x="108119" y="172715"/>
                    <a:pt x="114359" y="167321"/>
                    <a:pt x="118853" y="159721"/>
                  </a:cubicBezTo>
                  <a:cubicBezTo>
                    <a:pt x="124344" y="150159"/>
                    <a:pt x="127589" y="136184"/>
                    <a:pt x="127589" y="135203"/>
                  </a:cubicBezTo>
                  <a:cubicBezTo>
                    <a:pt x="127589" y="132016"/>
                    <a:pt x="124344" y="132016"/>
                    <a:pt x="123595" y="132016"/>
                  </a:cubicBezTo>
                  <a:cubicBezTo>
                    <a:pt x="120101" y="132016"/>
                    <a:pt x="119851" y="132997"/>
                    <a:pt x="118104" y="139616"/>
                  </a:cubicBezTo>
                  <a:cubicBezTo>
                    <a:pt x="115108" y="151385"/>
                    <a:pt x="110365" y="165850"/>
                    <a:pt x="99881" y="165850"/>
                  </a:cubicBezTo>
                  <a:cubicBezTo>
                    <a:pt x="93391" y="165850"/>
                    <a:pt x="91644" y="160456"/>
                    <a:pt x="91644" y="153836"/>
                  </a:cubicBezTo>
                  <a:cubicBezTo>
                    <a:pt x="91644" y="149178"/>
                    <a:pt x="92143" y="146972"/>
                    <a:pt x="92892" y="143784"/>
                  </a:cubicBezTo>
                  <a:lnTo>
                    <a:pt x="127589" y="7469"/>
                  </a:lnTo>
                  <a:close/>
                  <a:moveTo>
                    <a:pt x="74420" y="139616"/>
                  </a:moveTo>
                  <a:cubicBezTo>
                    <a:pt x="72673" y="146481"/>
                    <a:pt x="67181" y="151385"/>
                    <a:pt x="61689" y="156043"/>
                  </a:cubicBezTo>
                  <a:cubicBezTo>
                    <a:pt x="59443" y="158004"/>
                    <a:pt x="49458" y="165850"/>
                    <a:pt x="38724" y="165850"/>
                  </a:cubicBezTo>
                  <a:cubicBezTo>
                    <a:pt x="29488" y="165850"/>
                    <a:pt x="20502" y="159475"/>
                    <a:pt x="20502" y="142068"/>
                  </a:cubicBezTo>
                  <a:cubicBezTo>
                    <a:pt x="20502" y="129074"/>
                    <a:pt x="27741" y="102105"/>
                    <a:pt x="33482" y="92298"/>
                  </a:cubicBezTo>
                  <a:cubicBezTo>
                    <a:pt x="44965" y="72685"/>
                    <a:pt x="57695" y="69007"/>
                    <a:pt x="64685" y="69007"/>
                  </a:cubicBezTo>
                  <a:cubicBezTo>
                    <a:pt x="82158" y="69007"/>
                    <a:pt x="86901" y="87640"/>
                    <a:pt x="86901" y="90337"/>
                  </a:cubicBezTo>
                  <a:cubicBezTo>
                    <a:pt x="86901" y="91318"/>
                    <a:pt x="86402" y="93034"/>
                    <a:pt x="86152" y="93769"/>
                  </a:cubicBezTo>
                  <a:lnTo>
                    <a:pt x="74420" y="139616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0D63ECD5-AA78-7C6E-E733-5A0F4E2ABCB4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3027504" y="8916786"/>
              <a:ext cx="73281" cy="116631"/>
            </a:xfrm>
            <a:custGeom>
              <a:avLst/>
              <a:gdLst>
                <a:gd name="connsiteX0" fmla="*/ 45753 w 73281"/>
                <a:gd name="connsiteY0" fmla="*/ 5368 h 116631"/>
                <a:gd name="connsiteX1" fmla="*/ 39335 w 73281"/>
                <a:gd name="connsiteY1" fmla="*/ 115 h 116631"/>
                <a:gd name="connsiteX2" fmla="*/ 3318 w 73281"/>
                <a:gd name="connsiteY2" fmla="*/ 11322 h 116631"/>
                <a:gd name="connsiteX3" fmla="*/ 287 w 73281"/>
                <a:gd name="connsiteY3" fmla="*/ 11322 h 116631"/>
                <a:gd name="connsiteX4" fmla="*/ 287 w 73281"/>
                <a:gd name="connsiteY4" fmla="*/ 19028 h 116631"/>
                <a:gd name="connsiteX5" fmla="*/ 3318 w 73281"/>
                <a:gd name="connsiteY5" fmla="*/ 19028 h 116631"/>
                <a:gd name="connsiteX6" fmla="*/ 29350 w 73281"/>
                <a:gd name="connsiteY6" fmla="*/ 14124 h 116631"/>
                <a:gd name="connsiteX7" fmla="*/ 29350 w 73281"/>
                <a:gd name="connsiteY7" fmla="*/ 101686 h 116631"/>
                <a:gd name="connsiteX8" fmla="*/ 10450 w 73281"/>
                <a:gd name="connsiteY8" fmla="*/ 109041 h 116631"/>
                <a:gd name="connsiteX9" fmla="*/ 1535 w 73281"/>
                <a:gd name="connsiteY9" fmla="*/ 109041 h 116631"/>
                <a:gd name="connsiteX10" fmla="*/ 1535 w 73281"/>
                <a:gd name="connsiteY10" fmla="*/ 116746 h 116631"/>
                <a:gd name="connsiteX11" fmla="*/ 37552 w 73281"/>
                <a:gd name="connsiteY11" fmla="*/ 116046 h 116631"/>
                <a:gd name="connsiteX12" fmla="*/ 73568 w 73281"/>
                <a:gd name="connsiteY12" fmla="*/ 116746 h 116631"/>
                <a:gd name="connsiteX13" fmla="*/ 73568 w 73281"/>
                <a:gd name="connsiteY13" fmla="*/ 109041 h 116631"/>
                <a:gd name="connsiteX14" fmla="*/ 64653 w 73281"/>
                <a:gd name="connsiteY14" fmla="*/ 109041 h 116631"/>
                <a:gd name="connsiteX15" fmla="*/ 45753 w 73281"/>
                <a:gd name="connsiteY15" fmla="*/ 101686 h 116631"/>
                <a:gd name="connsiteX16" fmla="*/ 45753 w 73281"/>
                <a:gd name="connsiteY16" fmla="*/ 5368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281" h="116631">
                  <a:moveTo>
                    <a:pt x="45753" y="5368"/>
                  </a:moveTo>
                  <a:cubicBezTo>
                    <a:pt x="45753" y="115"/>
                    <a:pt x="45218" y="115"/>
                    <a:pt x="39335" y="115"/>
                  </a:cubicBezTo>
                  <a:cubicBezTo>
                    <a:pt x="26675" y="11322"/>
                    <a:pt x="6884" y="11322"/>
                    <a:pt x="3318" y="11322"/>
                  </a:cubicBezTo>
                  <a:lnTo>
                    <a:pt x="287" y="11322"/>
                  </a:lnTo>
                  <a:lnTo>
                    <a:pt x="287" y="19028"/>
                  </a:lnTo>
                  <a:lnTo>
                    <a:pt x="3318" y="19028"/>
                  </a:lnTo>
                  <a:cubicBezTo>
                    <a:pt x="7419" y="19028"/>
                    <a:pt x="19008" y="18502"/>
                    <a:pt x="29350" y="14124"/>
                  </a:cubicBezTo>
                  <a:lnTo>
                    <a:pt x="29350" y="101686"/>
                  </a:lnTo>
                  <a:cubicBezTo>
                    <a:pt x="29350" y="107115"/>
                    <a:pt x="29350" y="109041"/>
                    <a:pt x="10450" y="109041"/>
                  </a:cubicBezTo>
                  <a:lnTo>
                    <a:pt x="1535" y="109041"/>
                  </a:lnTo>
                  <a:lnTo>
                    <a:pt x="1535" y="116746"/>
                  </a:lnTo>
                  <a:cubicBezTo>
                    <a:pt x="11341" y="116046"/>
                    <a:pt x="27210" y="116046"/>
                    <a:pt x="37552" y="116046"/>
                  </a:cubicBezTo>
                  <a:cubicBezTo>
                    <a:pt x="47893" y="116046"/>
                    <a:pt x="63762" y="116046"/>
                    <a:pt x="73568" y="116746"/>
                  </a:cubicBezTo>
                  <a:lnTo>
                    <a:pt x="73568" y="109041"/>
                  </a:lnTo>
                  <a:lnTo>
                    <a:pt x="64653" y="109041"/>
                  </a:lnTo>
                  <a:cubicBezTo>
                    <a:pt x="45753" y="109041"/>
                    <a:pt x="45753" y="107115"/>
                    <a:pt x="45753" y="101686"/>
                  </a:cubicBezTo>
                  <a:lnTo>
                    <a:pt x="45753" y="5368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D54B93C-49C4-67E7-141D-3939C7148E2D}"/>
              </a:ext>
            </a:extLst>
          </p:cNvPr>
          <p:cNvGrpSpPr/>
          <p:nvPr/>
        </p:nvGrpSpPr>
        <p:grpSpPr>
          <a:xfrm>
            <a:off x="3976743" y="4613360"/>
            <a:ext cx="4001648" cy="830997"/>
            <a:chOff x="2754922" y="4519613"/>
            <a:chExt cx="3601438" cy="830997"/>
          </a:xfrm>
        </p:grpSpPr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52D056C8-70CD-5D1B-7B38-6E9E4BBE744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754922" y="4755404"/>
              <a:ext cx="1832474" cy="478266"/>
            </a:xfrm>
            <a:prstGeom prst="straightConnector1">
              <a:avLst/>
            </a:prstGeom>
            <a:ln w="57150">
              <a:solidFill>
                <a:srgbClr val="2683C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663A687-95A3-F099-2E32-0D5855897057}"/>
                </a:ext>
              </a:extLst>
            </p:cNvPr>
            <p:cNvSpPr txBox="1"/>
            <p:nvPr/>
          </p:nvSpPr>
          <p:spPr>
            <a:xfrm>
              <a:off x="4617544" y="4519613"/>
              <a:ext cx="1738816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CA" sz="2400" dirty="0">
                  <a:solidFill>
                    <a:srgbClr val="2683C6"/>
                  </a:solidFill>
                  <a:latin typeface="Nunito" pitchFamily="2" charset="0"/>
                </a:rPr>
                <a:t>Trainable parameters</a:t>
              </a:r>
            </a:p>
          </p:txBody>
        </p:sp>
      </p:grp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9BAF0872-E994-E6F4-D2C4-37AD23F00FDB}"/>
              </a:ext>
            </a:extLst>
          </p:cNvPr>
          <p:cNvCxnSpPr>
            <a:cxnSpLocks/>
          </p:cNvCxnSpPr>
          <p:nvPr/>
        </p:nvCxnSpPr>
        <p:spPr>
          <a:xfrm flipH="1">
            <a:off x="3946765" y="5344965"/>
            <a:ext cx="2066086" cy="25639"/>
          </a:xfrm>
          <a:prstGeom prst="straightConnector1">
            <a:avLst/>
          </a:prstGeom>
          <a:ln w="57150">
            <a:solidFill>
              <a:srgbClr val="2683C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9CCD8F49-1063-32F2-F8D5-FC986E4EDBFE}"/>
              </a:ext>
            </a:extLst>
          </p:cNvPr>
          <p:cNvCxnSpPr>
            <a:cxnSpLocks/>
          </p:cNvCxnSpPr>
          <p:nvPr/>
        </p:nvCxnSpPr>
        <p:spPr>
          <a:xfrm flipH="1">
            <a:off x="3946765" y="5350791"/>
            <a:ext cx="2087231" cy="492574"/>
          </a:xfrm>
          <a:prstGeom prst="straightConnector1">
            <a:avLst/>
          </a:prstGeom>
          <a:ln w="57150">
            <a:solidFill>
              <a:srgbClr val="2683C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2851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6B62E-223E-EB5F-11FB-DB37B89FE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Transformer Encoder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8D06F3-5A4E-06B9-E76A-55AB8FD64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27</a:t>
            </a:fld>
            <a:endParaRPr lang="en-CA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E6901E9-317D-8EA1-399C-67D86C89F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7801"/>
            <a:ext cx="10515600" cy="4351338"/>
          </a:xfrm>
        </p:spPr>
        <p:txBody>
          <a:bodyPr/>
          <a:lstStyle/>
          <a:p>
            <a:endParaRPr lang="en-CA" dirty="0"/>
          </a:p>
          <a:p>
            <a:endParaRPr lang="en-CA" dirty="0"/>
          </a:p>
        </p:txBody>
      </p:sp>
      <p:grpSp>
        <p:nvGrpSpPr>
          <p:cNvPr id="6" name="Group 5" descr="\documentclass{article}&#10;\usepackage{amsmath,amssymb}&#10;\pagestyle{empty}&#10;\begin{document}&#10;&#10;\newcommand{\score}{\textrm{score}}&#10;\newcommand{\classify}{\textrm{classify}}&#10;\newcommand{\bx}{\mathbf{x}}&#10;&#10;\begin{align*}&#10;\mathbf{E} &amp;= (\textit{emb}(w_1), \ldots, \textit{emb}(w_k)) \in \mathbb{R}^{d_1\times k} \\&#10;\mathbf{K} &amp;= \mathbf{W}_k\mathbf{E} \quad \mathbf{W}_k \in \mathbb{R}^{d_2 \times d_1}, \mathbf{K} \in \mathbb{R}^{d_2\times k}\\&#10;\mathbf{Q} &amp;= \mathbf{W}_q\mathbf{E} \quad \mathbf{W}_q \in \mathbb{R}^{d_2 \times d_1}, \mathbf{Q} \in \mathbb{R}^{d_2\times k}\\&#10;\mathbf{V} &amp;= \mathbf{W}_v\mathbf{E} \quad \mathbf{W}_v \in \mathbb{R}^{d_3 \times d_1}, \mathbf{V} \in \mathbb{R}^{d_3\times k}&#10;\end{align*}&#10;&#10;&#10;\end{document}" title="IguanaTex Vector Display">
            <a:extLst>
              <a:ext uri="{FF2B5EF4-FFF2-40B4-BE49-F238E27FC236}">
                <a16:creationId xmlns:a16="http://schemas.microsoft.com/office/drawing/2014/main" id="{A33F6659-AAB9-C7A4-BA67-FBDFF3F99E7A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3187700" y="1337871"/>
            <a:ext cx="5886030" cy="2176846"/>
            <a:chOff x="8521349" y="4706999"/>
            <a:chExt cx="5886030" cy="2176846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D641292-AA0D-4A51-AF00-A6C07C1AB72B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8572859" y="4785444"/>
              <a:ext cx="241595" cy="243916"/>
            </a:xfrm>
            <a:custGeom>
              <a:avLst/>
              <a:gdLst>
                <a:gd name="connsiteX0" fmla="*/ 241747 w 241595"/>
                <a:gd name="connsiteY0" fmla="*/ 145717 h 243916"/>
                <a:gd name="connsiteX1" fmla="*/ 225146 w 241595"/>
                <a:gd name="connsiteY1" fmla="*/ 145717 h 243916"/>
                <a:gd name="connsiteX2" fmla="*/ 142142 w 241595"/>
                <a:gd name="connsiteY2" fmla="*/ 227142 h 243916"/>
                <a:gd name="connsiteX3" fmla="*/ 88454 w 241595"/>
                <a:gd name="connsiteY3" fmla="*/ 227142 h 243916"/>
                <a:gd name="connsiteX4" fmla="*/ 88454 w 241595"/>
                <a:gd name="connsiteY4" fmla="*/ 125988 h 243916"/>
                <a:gd name="connsiteX5" fmla="*/ 107881 w 241595"/>
                <a:gd name="connsiteY5" fmla="*/ 125988 h 243916"/>
                <a:gd name="connsiteX6" fmla="*/ 145321 w 241595"/>
                <a:gd name="connsiteY6" fmla="*/ 167956 h 243916"/>
                <a:gd name="connsiteX7" fmla="*/ 161922 w 241595"/>
                <a:gd name="connsiteY7" fmla="*/ 167956 h 243916"/>
                <a:gd name="connsiteX8" fmla="*/ 161922 w 241595"/>
                <a:gd name="connsiteY8" fmla="*/ 67162 h 243916"/>
                <a:gd name="connsiteX9" fmla="*/ 145321 w 241595"/>
                <a:gd name="connsiteY9" fmla="*/ 67162 h 243916"/>
                <a:gd name="connsiteX10" fmla="*/ 107881 w 241595"/>
                <a:gd name="connsiteY10" fmla="*/ 109129 h 243916"/>
                <a:gd name="connsiteX11" fmla="*/ 88454 w 241595"/>
                <a:gd name="connsiteY11" fmla="*/ 109129 h 243916"/>
                <a:gd name="connsiteX12" fmla="*/ 88454 w 241595"/>
                <a:gd name="connsiteY12" fmla="*/ 16944 h 243916"/>
                <a:gd name="connsiteX13" fmla="*/ 142142 w 241595"/>
                <a:gd name="connsiteY13" fmla="*/ 16944 h 243916"/>
                <a:gd name="connsiteX14" fmla="*/ 213844 w 241595"/>
                <a:gd name="connsiteY14" fmla="*/ 86531 h 243916"/>
                <a:gd name="connsiteX15" fmla="*/ 230445 w 241595"/>
                <a:gd name="connsiteY15" fmla="*/ 86531 h 243916"/>
                <a:gd name="connsiteX16" fmla="*/ 219495 w 241595"/>
                <a:gd name="connsiteY16" fmla="*/ 85 h 243916"/>
                <a:gd name="connsiteX17" fmla="*/ 151 w 241595"/>
                <a:gd name="connsiteY17" fmla="*/ 85 h 243916"/>
                <a:gd name="connsiteX18" fmla="*/ 151 w 241595"/>
                <a:gd name="connsiteY18" fmla="*/ 16944 h 243916"/>
                <a:gd name="connsiteX19" fmla="*/ 38298 w 241595"/>
                <a:gd name="connsiteY19" fmla="*/ 16944 h 243916"/>
                <a:gd name="connsiteX20" fmla="*/ 38298 w 241595"/>
                <a:gd name="connsiteY20" fmla="*/ 227142 h 243916"/>
                <a:gd name="connsiteX21" fmla="*/ 151 w 241595"/>
                <a:gd name="connsiteY21" fmla="*/ 227142 h 243916"/>
                <a:gd name="connsiteX22" fmla="*/ 151 w 241595"/>
                <a:gd name="connsiteY22" fmla="*/ 244001 h 243916"/>
                <a:gd name="connsiteX23" fmla="*/ 225500 w 241595"/>
                <a:gd name="connsiteY23" fmla="*/ 244001 h 243916"/>
                <a:gd name="connsiteX24" fmla="*/ 241747 w 241595"/>
                <a:gd name="connsiteY24" fmla="*/ 145717 h 243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1595" h="243916">
                  <a:moveTo>
                    <a:pt x="241747" y="145717"/>
                  </a:moveTo>
                  <a:lnTo>
                    <a:pt x="225146" y="145717"/>
                  </a:lnTo>
                  <a:cubicBezTo>
                    <a:pt x="217376" y="195217"/>
                    <a:pt x="207486" y="227142"/>
                    <a:pt x="142142" y="227142"/>
                  </a:cubicBezTo>
                  <a:lnTo>
                    <a:pt x="88454" y="227142"/>
                  </a:lnTo>
                  <a:lnTo>
                    <a:pt x="88454" y="125988"/>
                  </a:lnTo>
                  <a:lnTo>
                    <a:pt x="107881" y="125988"/>
                  </a:lnTo>
                  <a:cubicBezTo>
                    <a:pt x="141789" y="125988"/>
                    <a:pt x="145321" y="141412"/>
                    <a:pt x="145321" y="167956"/>
                  </a:cubicBezTo>
                  <a:lnTo>
                    <a:pt x="161922" y="167956"/>
                  </a:lnTo>
                  <a:lnTo>
                    <a:pt x="161922" y="67162"/>
                  </a:lnTo>
                  <a:lnTo>
                    <a:pt x="145321" y="67162"/>
                  </a:lnTo>
                  <a:cubicBezTo>
                    <a:pt x="145321" y="93705"/>
                    <a:pt x="142142" y="109129"/>
                    <a:pt x="107881" y="109129"/>
                  </a:cubicBezTo>
                  <a:lnTo>
                    <a:pt x="88454" y="109129"/>
                  </a:lnTo>
                  <a:lnTo>
                    <a:pt x="88454" y="16944"/>
                  </a:lnTo>
                  <a:lnTo>
                    <a:pt x="142142" y="16944"/>
                  </a:lnTo>
                  <a:cubicBezTo>
                    <a:pt x="199009" y="16944"/>
                    <a:pt x="208192" y="43129"/>
                    <a:pt x="213844" y="86531"/>
                  </a:cubicBezTo>
                  <a:lnTo>
                    <a:pt x="230445" y="86531"/>
                  </a:lnTo>
                  <a:lnTo>
                    <a:pt x="219495" y="85"/>
                  </a:lnTo>
                  <a:lnTo>
                    <a:pt x="151" y="85"/>
                  </a:lnTo>
                  <a:lnTo>
                    <a:pt x="151" y="16944"/>
                  </a:lnTo>
                  <a:lnTo>
                    <a:pt x="38298" y="16944"/>
                  </a:lnTo>
                  <a:lnTo>
                    <a:pt x="38298" y="227142"/>
                  </a:lnTo>
                  <a:lnTo>
                    <a:pt x="151" y="227142"/>
                  </a:lnTo>
                  <a:lnTo>
                    <a:pt x="151" y="244001"/>
                  </a:lnTo>
                  <a:lnTo>
                    <a:pt x="225500" y="244001"/>
                  </a:lnTo>
                  <a:lnTo>
                    <a:pt x="241747" y="145717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519BA02-6511-7973-DEE1-281D1A25F645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8943843" y="4897717"/>
              <a:ext cx="234884" cy="83935"/>
            </a:xfrm>
            <a:custGeom>
              <a:avLst/>
              <a:gdLst>
                <a:gd name="connsiteX0" fmla="*/ 223038 w 234884"/>
                <a:gd name="connsiteY0" fmla="*/ 14433 h 83935"/>
                <a:gd name="connsiteX1" fmla="*/ 235047 w 234884"/>
                <a:gd name="connsiteY1" fmla="*/ 7259 h 83935"/>
                <a:gd name="connsiteX2" fmla="*/ 223391 w 234884"/>
                <a:gd name="connsiteY2" fmla="*/ 85 h 83935"/>
                <a:gd name="connsiteX3" fmla="*/ 11818 w 234884"/>
                <a:gd name="connsiteY3" fmla="*/ 85 h 83935"/>
                <a:gd name="connsiteX4" fmla="*/ 162 w 234884"/>
                <a:gd name="connsiteY4" fmla="*/ 7259 h 83935"/>
                <a:gd name="connsiteX5" fmla="*/ 12171 w 234884"/>
                <a:gd name="connsiteY5" fmla="*/ 14433 h 83935"/>
                <a:gd name="connsiteX6" fmla="*/ 223038 w 234884"/>
                <a:gd name="connsiteY6" fmla="*/ 14433 h 83935"/>
                <a:gd name="connsiteX7" fmla="*/ 223391 w 234884"/>
                <a:gd name="connsiteY7" fmla="*/ 84021 h 83935"/>
                <a:gd name="connsiteX8" fmla="*/ 235047 w 234884"/>
                <a:gd name="connsiteY8" fmla="*/ 76846 h 83935"/>
                <a:gd name="connsiteX9" fmla="*/ 223038 w 234884"/>
                <a:gd name="connsiteY9" fmla="*/ 69672 h 83935"/>
                <a:gd name="connsiteX10" fmla="*/ 12171 w 234884"/>
                <a:gd name="connsiteY10" fmla="*/ 69672 h 83935"/>
                <a:gd name="connsiteX11" fmla="*/ 162 w 234884"/>
                <a:gd name="connsiteY11" fmla="*/ 76846 h 83935"/>
                <a:gd name="connsiteX12" fmla="*/ 11818 w 234884"/>
                <a:gd name="connsiteY12" fmla="*/ 84021 h 83935"/>
                <a:gd name="connsiteX13" fmla="*/ 223391 w 234884"/>
                <a:gd name="connsiteY13" fmla="*/ 84021 h 83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884" h="83935">
                  <a:moveTo>
                    <a:pt x="223038" y="14433"/>
                  </a:moveTo>
                  <a:cubicBezTo>
                    <a:pt x="228336" y="14433"/>
                    <a:pt x="235047" y="14433"/>
                    <a:pt x="235047" y="7259"/>
                  </a:cubicBezTo>
                  <a:cubicBezTo>
                    <a:pt x="235047" y="85"/>
                    <a:pt x="228336" y="85"/>
                    <a:pt x="223391" y="85"/>
                  </a:cubicBezTo>
                  <a:lnTo>
                    <a:pt x="11818" y="85"/>
                  </a:lnTo>
                  <a:cubicBezTo>
                    <a:pt x="6873" y="85"/>
                    <a:pt x="162" y="85"/>
                    <a:pt x="162" y="7259"/>
                  </a:cubicBezTo>
                  <a:cubicBezTo>
                    <a:pt x="162" y="14433"/>
                    <a:pt x="6873" y="14433"/>
                    <a:pt x="12171" y="14433"/>
                  </a:cubicBezTo>
                  <a:lnTo>
                    <a:pt x="223038" y="14433"/>
                  </a:lnTo>
                  <a:close/>
                  <a:moveTo>
                    <a:pt x="223391" y="84021"/>
                  </a:moveTo>
                  <a:cubicBezTo>
                    <a:pt x="228336" y="84021"/>
                    <a:pt x="235047" y="84021"/>
                    <a:pt x="235047" y="76846"/>
                  </a:cubicBezTo>
                  <a:cubicBezTo>
                    <a:pt x="235047" y="69672"/>
                    <a:pt x="228336" y="69672"/>
                    <a:pt x="223038" y="69672"/>
                  </a:cubicBezTo>
                  <a:lnTo>
                    <a:pt x="12171" y="69672"/>
                  </a:lnTo>
                  <a:cubicBezTo>
                    <a:pt x="6873" y="69672"/>
                    <a:pt x="162" y="69672"/>
                    <a:pt x="162" y="76846"/>
                  </a:cubicBezTo>
                  <a:cubicBezTo>
                    <a:pt x="162" y="84021"/>
                    <a:pt x="6873" y="84021"/>
                    <a:pt x="11818" y="84021"/>
                  </a:cubicBezTo>
                  <a:lnTo>
                    <a:pt x="223391" y="84021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FD445FC-1BE5-99DB-E794-09C8C1A861F8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9331863" y="4760335"/>
              <a:ext cx="81944" cy="358700"/>
            </a:xfrm>
            <a:custGeom>
              <a:avLst/>
              <a:gdLst>
                <a:gd name="connsiteX0" fmla="*/ 82117 w 81944"/>
                <a:gd name="connsiteY0" fmla="*/ 355198 h 358700"/>
                <a:gd name="connsiteX1" fmla="*/ 76112 w 81944"/>
                <a:gd name="connsiteY1" fmla="*/ 347306 h 358700"/>
                <a:gd name="connsiteX2" fmla="*/ 20658 w 81944"/>
                <a:gd name="connsiteY2" fmla="*/ 179435 h 358700"/>
                <a:gd name="connsiteX3" fmla="*/ 77525 w 81944"/>
                <a:gd name="connsiteY3" fmla="*/ 9770 h 358700"/>
                <a:gd name="connsiteX4" fmla="*/ 82117 w 81944"/>
                <a:gd name="connsiteY4" fmla="*/ 3672 h 358700"/>
                <a:gd name="connsiteX5" fmla="*/ 78585 w 81944"/>
                <a:gd name="connsiteY5" fmla="*/ 85 h 358700"/>
                <a:gd name="connsiteX6" fmla="*/ 22424 w 81944"/>
                <a:gd name="connsiteY6" fmla="*/ 70031 h 358700"/>
                <a:gd name="connsiteX7" fmla="*/ 172 w 81944"/>
                <a:gd name="connsiteY7" fmla="*/ 179435 h 358700"/>
                <a:gd name="connsiteX8" fmla="*/ 23484 w 81944"/>
                <a:gd name="connsiteY8" fmla="*/ 291349 h 358700"/>
                <a:gd name="connsiteX9" fmla="*/ 78585 w 81944"/>
                <a:gd name="connsiteY9" fmla="*/ 358785 h 358700"/>
                <a:gd name="connsiteX10" fmla="*/ 82117 w 81944"/>
                <a:gd name="connsiteY10" fmla="*/ 355198 h 358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944" h="358700">
                  <a:moveTo>
                    <a:pt x="82117" y="355198"/>
                  </a:moveTo>
                  <a:cubicBezTo>
                    <a:pt x="82117" y="354122"/>
                    <a:pt x="82117" y="353404"/>
                    <a:pt x="76112" y="347306"/>
                  </a:cubicBezTo>
                  <a:cubicBezTo>
                    <a:pt x="31961" y="302110"/>
                    <a:pt x="20658" y="234316"/>
                    <a:pt x="20658" y="179435"/>
                  </a:cubicBezTo>
                  <a:cubicBezTo>
                    <a:pt x="20658" y="117021"/>
                    <a:pt x="34080" y="54607"/>
                    <a:pt x="77525" y="9770"/>
                  </a:cubicBezTo>
                  <a:cubicBezTo>
                    <a:pt x="82117" y="5465"/>
                    <a:pt x="82117" y="4748"/>
                    <a:pt x="82117" y="3672"/>
                  </a:cubicBezTo>
                  <a:cubicBezTo>
                    <a:pt x="82117" y="1161"/>
                    <a:pt x="80704" y="85"/>
                    <a:pt x="78585" y="85"/>
                  </a:cubicBezTo>
                  <a:cubicBezTo>
                    <a:pt x="75053" y="85"/>
                    <a:pt x="43264" y="24476"/>
                    <a:pt x="22424" y="70031"/>
                  </a:cubicBezTo>
                  <a:cubicBezTo>
                    <a:pt x="4411" y="109488"/>
                    <a:pt x="172" y="149304"/>
                    <a:pt x="172" y="179435"/>
                  </a:cubicBezTo>
                  <a:cubicBezTo>
                    <a:pt x="172" y="207413"/>
                    <a:pt x="4058" y="250816"/>
                    <a:pt x="23484" y="291349"/>
                  </a:cubicBezTo>
                  <a:cubicBezTo>
                    <a:pt x="44677" y="335469"/>
                    <a:pt x="75053" y="358785"/>
                    <a:pt x="78585" y="358785"/>
                  </a:cubicBezTo>
                  <a:cubicBezTo>
                    <a:pt x="80704" y="358785"/>
                    <a:pt x="82117" y="357709"/>
                    <a:pt x="82117" y="355198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7AE0D928-1CDC-9944-04BE-B9C6A97018B4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9474522" y="4870814"/>
              <a:ext cx="125036" cy="162491"/>
            </a:xfrm>
            <a:custGeom>
              <a:avLst/>
              <a:gdLst>
                <a:gd name="connsiteX0" fmla="*/ 44327 w 125036"/>
                <a:gd name="connsiteY0" fmla="*/ 75770 h 162491"/>
                <a:gd name="connsiteX1" fmla="*/ 95543 w 125036"/>
                <a:gd name="connsiteY1" fmla="*/ 67879 h 162491"/>
                <a:gd name="connsiteX2" fmla="*/ 123447 w 125036"/>
                <a:gd name="connsiteY2" fmla="*/ 30574 h 162491"/>
                <a:gd name="connsiteX3" fmla="*/ 87772 w 125036"/>
                <a:gd name="connsiteY3" fmla="*/ 85 h 162491"/>
                <a:gd name="connsiteX4" fmla="*/ 176 w 125036"/>
                <a:gd name="connsiteY4" fmla="*/ 99803 h 162491"/>
                <a:gd name="connsiteX5" fmla="*/ 50685 w 125036"/>
                <a:gd name="connsiteY5" fmla="*/ 162576 h 162491"/>
                <a:gd name="connsiteX6" fmla="*/ 125213 w 125036"/>
                <a:gd name="connsiteY6" fmla="*/ 121325 h 162491"/>
                <a:gd name="connsiteX7" fmla="*/ 119561 w 125036"/>
                <a:gd name="connsiteY7" fmla="*/ 115586 h 162491"/>
                <a:gd name="connsiteX8" fmla="*/ 114969 w 125036"/>
                <a:gd name="connsiteY8" fmla="*/ 119532 h 162491"/>
                <a:gd name="connsiteX9" fmla="*/ 51392 w 125036"/>
                <a:gd name="connsiteY9" fmla="*/ 154684 h 162491"/>
                <a:gd name="connsiteX10" fmla="*/ 24548 w 125036"/>
                <a:gd name="connsiteY10" fmla="*/ 115227 h 162491"/>
                <a:gd name="connsiteX11" fmla="*/ 30552 w 125036"/>
                <a:gd name="connsiteY11" fmla="*/ 75770 h 162491"/>
                <a:gd name="connsiteX12" fmla="*/ 44327 w 125036"/>
                <a:gd name="connsiteY12" fmla="*/ 75770 h 162491"/>
                <a:gd name="connsiteX13" fmla="*/ 32671 w 125036"/>
                <a:gd name="connsiteY13" fmla="*/ 67879 h 162491"/>
                <a:gd name="connsiteX14" fmla="*/ 87772 w 125036"/>
                <a:gd name="connsiteY14" fmla="*/ 7976 h 162491"/>
                <a:gd name="connsiteX15" fmla="*/ 110025 w 125036"/>
                <a:gd name="connsiteY15" fmla="*/ 29857 h 162491"/>
                <a:gd name="connsiteX16" fmla="*/ 40089 w 125036"/>
                <a:gd name="connsiteY16" fmla="*/ 67879 h 162491"/>
                <a:gd name="connsiteX17" fmla="*/ 32671 w 125036"/>
                <a:gd name="connsiteY17" fmla="*/ 67879 h 162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5036" h="162491">
                  <a:moveTo>
                    <a:pt x="44327" y="75770"/>
                  </a:moveTo>
                  <a:cubicBezTo>
                    <a:pt x="54924" y="75770"/>
                    <a:pt x="78589" y="74694"/>
                    <a:pt x="95543" y="67879"/>
                  </a:cubicBezTo>
                  <a:cubicBezTo>
                    <a:pt x="123447" y="56401"/>
                    <a:pt x="123447" y="33085"/>
                    <a:pt x="123447" y="30574"/>
                  </a:cubicBezTo>
                  <a:cubicBezTo>
                    <a:pt x="123447" y="14074"/>
                    <a:pt x="110378" y="85"/>
                    <a:pt x="87772" y="85"/>
                  </a:cubicBezTo>
                  <a:cubicBezTo>
                    <a:pt x="50685" y="85"/>
                    <a:pt x="176" y="36313"/>
                    <a:pt x="176" y="99803"/>
                  </a:cubicBezTo>
                  <a:cubicBezTo>
                    <a:pt x="176" y="132086"/>
                    <a:pt x="17130" y="162576"/>
                    <a:pt x="50685" y="162576"/>
                  </a:cubicBezTo>
                  <a:cubicBezTo>
                    <a:pt x="95896" y="162576"/>
                    <a:pt x="125213" y="126706"/>
                    <a:pt x="125213" y="121325"/>
                  </a:cubicBezTo>
                  <a:cubicBezTo>
                    <a:pt x="125213" y="119532"/>
                    <a:pt x="122387" y="115586"/>
                    <a:pt x="119561" y="115586"/>
                  </a:cubicBezTo>
                  <a:cubicBezTo>
                    <a:pt x="118148" y="115586"/>
                    <a:pt x="117795" y="115945"/>
                    <a:pt x="114969" y="119532"/>
                  </a:cubicBezTo>
                  <a:cubicBezTo>
                    <a:pt x="88832" y="153250"/>
                    <a:pt x="57396" y="154684"/>
                    <a:pt x="51392" y="154684"/>
                  </a:cubicBezTo>
                  <a:cubicBezTo>
                    <a:pt x="28433" y="154684"/>
                    <a:pt x="24548" y="129217"/>
                    <a:pt x="24548" y="115227"/>
                  </a:cubicBezTo>
                  <a:cubicBezTo>
                    <a:pt x="24548" y="101597"/>
                    <a:pt x="28080" y="85455"/>
                    <a:pt x="30552" y="75770"/>
                  </a:cubicBezTo>
                  <a:lnTo>
                    <a:pt x="44327" y="75770"/>
                  </a:lnTo>
                  <a:close/>
                  <a:moveTo>
                    <a:pt x="32671" y="67879"/>
                  </a:moveTo>
                  <a:cubicBezTo>
                    <a:pt x="47859" y="9052"/>
                    <a:pt x="84240" y="7976"/>
                    <a:pt x="87772" y="7976"/>
                  </a:cubicBezTo>
                  <a:cubicBezTo>
                    <a:pt x="101901" y="7976"/>
                    <a:pt x="110025" y="17661"/>
                    <a:pt x="110025" y="29857"/>
                  </a:cubicBezTo>
                  <a:cubicBezTo>
                    <a:pt x="110025" y="67879"/>
                    <a:pt x="51745" y="67879"/>
                    <a:pt x="40089" y="67879"/>
                  </a:cubicBezTo>
                  <a:lnTo>
                    <a:pt x="32671" y="67879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93905-FCC2-7243-9F96-57C4721306D4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9626048" y="4870814"/>
              <a:ext cx="268086" cy="162491"/>
            </a:xfrm>
            <a:custGeom>
              <a:avLst/>
              <a:gdLst>
                <a:gd name="connsiteX0" fmla="*/ 52103 w 268086"/>
                <a:gd name="connsiteY0" fmla="*/ 95858 h 162491"/>
                <a:gd name="connsiteX1" fmla="*/ 57754 w 268086"/>
                <a:gd name="connsiteY1" fmla="*/ 72542 h 162491"/>
                <a:gd name="connsiteX2" fmla="*/ 66584 w 268086"/>
                <a:gd name="connsiteY2" fmla="*/ 46716 h 162491"/>
                <a:gd name="connsiteX3" fmla="*/ 116387 w 268086"/>
                <a:gd name="connsiteY3" fmla="*/ 7976 h 162491"/>
                <a:gd name="connsiteX4" fmla="*/ 132635 w 268086"/>
                <a:gd name="connsiteY4" fmla="*/ 31650 h 162491"/>
                <a:gd name="connsiteX5" fmla="*/ 129456 w 268086"/>
                <a:gd name="connsiteY5" fmla="*/ 54966 h 162491"/>
                <a:gd name="connsiteX6" fmla="*/ 106497 w 268086"/>
                <a:gd name="connsiteY6" fmla="*/ 148228 h 162491"/>
                <a:gd name="connsiteX7" fmla="*/ 105437 w 268086"/>
                <a:gd name="connsiteY7" fmla="*/ 153250 h 162491"/>
                <a:gd name="connsiteX8" fmla="*/ 115327 w 268086"/>
                <a:gd name="connsiteY8" fmla="*/ 162576 h 162491"/>
                <a:gd name="connsiteX9" fmla="*/ 128043 w 268086"/>
                <a:gd name="connsiteY9" fmla="*/ 153250 h 162491"/>
                <a:gd name="connsiteX10" fmla="*/ 142171 w 268086"/>
                <a:gd name="connsiteY10" fmla="*/ 95858 h 162491"/>
                <a:gd name="connsiteX11" fmla="*/ 147823 w 268086"/>
                <a:gd name="connsiteY11" fmla="*/ 72542 h 162491"/>
                <a:gd name="connsiteX12" fmla="*/ 156653 w 268086"/>
                <a:gd name="connsiteY12" fmla="*/ 46716 h 162491"/>
                <a:gd name="connsiteX13" fmla="*/ 206456 w 268086"/>
                <a:gd name="connsiteY13" fmla="*/ 7976 h 162491"/>
                <a:gd name="connsiteX14" fmla="*/ 222703 w 268086"/>
                <a:gd name="connsiteY14" fmla="*/ 31650 h 162491"/>
                <a:gd name="connsiteX15" fmla="*/ 202217 w 268086"/>
                <a:gd name="connsiteY15" fmla="*/ 110923 h 162491"/>
                <a:gd name="connsiteX16" fmla="*/ 196566 w 268086"/>
                <a:gd name="connsiteY16" fmla="*/ 133880 h 162491"/>
                <a:gd name="connsiteX17" fmla="*/ 223410 w 268086"/>
                <a:gd name="connsiteY17" fmla="*/ 162576 h 162491"/>
                <a:gd name="connsiteX18" fmla="*/ 268267 w 268086"/>
                <a:gd name="connsiteY18" fmla="*/ 107336 h 162491"/>
                <a:gd name="connsiteX19" fmla="*/ 262969 w 268086"/>
                <a:gd name="connsiteY19" fmla="*/ 103749 h 162491"/>
                <a:gd name="connsiteX20" fmla="*/ 256965 w 268086"/>
                <a:gd name="connsiteY20" fmla="*/ 109847 h 162491"/>
                <a:gd name="connsiteX21" fmla="*/ 224116 w 268086"/>
                <a:gd name="connsiteY21" fmla="*/ 154684 h 162491"/>
                <a:gd name="connsiteX22" fmla="*/ 216346 w 268086"/>
                <a:gd name="connsiteY22" fmla="*/ 144282 h 162491"/>
                <a:gd name="connsiteX23" fmla="*/ 222703 w 268086"/>
                <a:gd name="connsiteY23" fmla="*/ 117380 h 162491"/>
                <a:gd name="connsiteX24" fmla="*/ 244249 w 268086"/>
                <a:gd name="connsiteY24" fmla="*/ 37390 h 162491"/>
                <a:gd name="connsiteX25" fmla="*/ 207162 w 268086"/>
                <a:gd name="connsiteY25" fmla="*/ 85 h 162491"/>
                <a:gd name="connsiteX26" fmla="*/ 154180 w 268086"/>
                <a:gd name="connsiteY26" fmla="*/ 31650 h 162491"/>
                <a:gd name="connsiteX27" fmla="*/ 117093 w 268086"/>
                <a:gd name="connsiteY27" fmla="*/ 85 h 162491"/>
                <a:gd name="connsiteX28" fmla="*/ 66584 w 268086"/>
                <a:gd name="connsiteY28" fmla="*/ 28422 h 162491"/>
                <a:gd name="connsiteX29" fmla="*/ 36915 w 268086"/>
                <a:gd name="connsiteY29" fmla="*/ 85 h 162491"/>
                <a:gd name="connsiteX30" fmla="*/ 11483 w 268086"/>
                <a:gd name="connsiteY30" fmla="*/ 19096 h 162491"/>
                <a:gd name="connsiteX31" fmla="*/ 181 w 268086"/>
                <a:gd name="connsiteY31" fmla="*/ 55325 h 162491"/>
                <a:gd name="connsiteX32" fmla="*/ 5479 w 268086"/>
                <a:gd name="connsiteY32" fmla="*/ 58912 h 162491"/>
                <a:gd name="connsiteX33" fmla="*/ 12190 w 268086"/>
                <a:gd name="connsiteY33" fmla="*/ 50661 h 162491"/>
                <a:gd name="connsiteX34" fmla="*/ 36208 w 268086"/>
                <a:gd name="connsiteY34" fmla="*/ 7976 h 162491"/>
                <a:gd name="connsiteX35" fmla="*/ 45392 w 268086"/>
                <a:gd name="connsiteY35" fmla="*/ 22324 h 162491"/>
                <a:gd name="connsiteX36" fmla="*/ 42919 w 268086"/>
                <a:gd name="connsiteY36" fmla="*/ 40618 h 162491"/>
                <a:gd name="connsiteX37" fmla="*/ 16428 w 268086"/>
                <a:gd name="connsiteY37" fmla="*/ 148228 h 162491"/>
                <a:gd name="connsiteX38" fmla="*/ 15369 w 268086"/>
                <a:gd name="connsiteY38" fmla="*/ 153250 h 162491"/>
                <a:gd name="connsiteX39" fmla="*/ 25259 w 268086"/>
                <a:gd name="connsiteY39" fmla="*/ 162576 h 162491"/>
                <a:gd name="connsiteX40" fmla="*/ 37974 w 268086"/>
                <a:gd name="connsiteY40" fmla="*/ 153250 h 162491"/>
                <a:gd name="connsiteX41" fmla="*/ 52103 w 268086"/>
                <a:gd name="connsiteY41" fmla="*/ 95858 h 162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68086" h="162491">
                  <a:moveTo>
                    <a:pt x="52103" y="95858"/>
                  </a:moveTo>
                  <a:cubicBezTo>
                    <a:pt x="53869" y="87966"/>
                    <a:pt x="55988" y="80433"/>
                    <a:pt x="57754" y="72542"/>
                  </a:cubicBezTo>
                  <a:cubicBezTo>
                    <a:pt x="62346" y="54966"/>
                    <a:pt x="62346" y="54248"/>
                    <a:pt x="66584" y="46716"/>
                  </a:cubicBezTo>
                  <a:cubicBezTo>
                    <a:pt x="76827" y="28781"/>
                    <a:pt x="92015" y="7976"/>
                    <a:pt x="116387" y="7976"/>
                  </a:cubicBezTo>
                  <a:cubicBezTo>
                    <a:pt x="132635" y="7976"/>
                    <a:pt x="132635" y="26270"/>
                    <a:pt x="132635" y="31650"/>
                  </a:cubicBezTo>
                  <a:cubicBezTo>
                    <a:pt x="132635" y="41335"/>
                    <a:pt x="130162" y="51737"/>
                    <a:pt x="129456" y="54966"/>
                  </a:cubicBezTo>
                  <a:lnTo>
                    <a:pt x="106497" y="148228"/>
                  </a:lnTo>
                  <a:cubicBezTo>
                    <a:pt x="105791" y="150380"/>
                    <a:pt x="105437" y="152174"/>
                    <a:pt x="105437" y="153250"/>
                  </a:cubicBezTo>
                  <a:cubicBezTo>
                    <a:pt x="105437" y="157195"/>
                    <a:pt x="108263" y="162576"/>
                    <a:pt x="115327" y="162576"/>
                  </a:cubicBezTo>
                  <a:cubicBezTo>
                    <a:pt x="119566" y="162576"/>
                    <a:pt x="125570" y="160065"/>
                    <a:pt x="128043" y="153250"/>
                  </a:cubicBezTo>
                  <a:lnTo>
                    <a:pt x="142171" y="95858"/>
                  </a:lnTo>
                  <a:cubicBezTo>
                    <a:pt x="143937" y="87966"/>
                    <a:pt x="146057" y="80433"/>
                    <a:pt x="147823" y="72542"/>
                  </a:cubicBezTo>
                  <a:cubicBezTo>
                    <a:pt x="152414" y="54966"/>
                    <a:pt x="152414" y="54248"/>
                    <a:pt x="156653" y="46716"/>
                  </a:cubicBezTo>
                  <a:cubicBezTo>
                    <a:pt x="166896" y="28781"/>
                    <a:pt x="182084" y="7976"/>
                    <a:pt x="206456" y="7976"/>
                  </a:cubicBezTo>
                  <a:cubicBezTo>
                    <a:pt x="222703" y="7976"/>
                    <a:pt x="222703" y="26270"/>
                    <a:pt x="222703" y="31650"/>
                  </a:cubicBezTo>
                  <a:cubicBezTo>
                    <a:pt x="222703" y="53890"/>
                    <a:pt x="207162" y="96575"/>
                    <a:pt x="202217" y="110923"/>
                  </a:cubicBezTo>
                  <a:cubicBezTo>
                    <a:pt x="197625" y="123119"/>
                    <a:pt x="196566" y="126347"/>
                    <a:pt x="196566" y="133880"/>
                  </a:cubicBezTo>
                  <a:cubicBezTo>
                    <a:pt x="196566" y="149663"/>
                    <a:pt x="206456" y="162576"/>
                    <a:pt x="223410" y="162576"/>
                  </a:cubicBezTo>
                  <a:cubicBezTo>
                    <a:pt x="256258" y="162576"/>
                    <a:pt x="268267" y="109130"/>
                    <a:pt x="268267" y="107336"/>
                  </a:cubicBezTo>
                  <a:cubicBezTo>
                    <a:pt x="268267" y="103749"/>
                    <a:pt x="265442" y="103749"/>
                    <a:pt x="262969" y="103749"/>
                  </a:cubicBezTo>
                  <a:cubicBezTo>
                    <a:pt x="258378" y="103749"/>
                    <a:pt x="258378" y="104466"/>
                    <a:pt x="256965" y="109847"/>
                  </a:cubicBezTo>
                  <a:cubicBezTo>
                    <a:pt x="254139" y="119532"/>
                    <a:pt x="244602" y="154684"/>
                    <a:pt x="224116" y="154684"/>
                  </a:cubicBezTo>
                  <a:cubicBezTo>
                    <a:pt x="216699" y="154684"/>
                    <a:pt x="216346" y="149304"/>
                    <a:pt x="216346" y="144282"/>
                  </a:cubicBezTo>
                  <a:cubicBezTo>
                    <a:pt x="216346" y="135315"/>
                    <a:pt x="219878" y="125988"/>
                    <a:pt x="222703" y="117380"/>
                  </a:cubicBezTo>
                  <a:cubicBezTo>
                    <a:pt x="229767" y="98368"/>
                    <a:pt x="244249" y="58194"/>
                    <a:pt x="244249" y="37390"/>
                  </a:cubicBezTo>
                  <a:cubicBezTo>
                    <a:pt x="244249" y="7259"/>
                    <a:pt x="223763" y="85"/>
                    <a:pt x="207162" y="85"/>
                  </a:cubicBezTo>
                  <a:cubicBezTo>
                    <a:pt x="182437" y="85"/>
                    <a:pt x="164777" y="15867"/>
                    <a:pt x="154180" y="31650"/>
                  </a:cubicBezTo>
                  <a:cubicBezTo>
                    <a:pt x="151355" y="6900"/>
                    <a:pt x="132988" y="85"/>
                    <a:pt x="117093" y="85"/>
                  </a:cubicBezTo>
                  <a:cubicBezTo>
                    <a:pt x="95901" y="85"/>
                    <a:pt x="78593" y="11922"/>
                    <a:pt x="66584" y="28422"/>
                  </a:cubicBezTo>
                  <a:cubicBezTo>
                    <a:pt x="64112" y="10846"/>
                    <a:pt x="52103" y="85"/>
                    <a:pt x="36915" y="85"/>
                  </a:cubicBezTo>
                  <a:cubicBezTo>
                    <a:pt x="24199" y="85"/>
                    <a:pt x="17135" y="8335"/>
                    <a:pt x="11483" y="19096"/>
                  </a:cubicBezTo>
                  <a:cubicBezTo>
                    <a:pt x="4772" y="33444"/>
                    <a:pt x="181" y="54607"/>
                    <a:pt x="181" y="55325"/>
                  </a:cubicBezTo>
                  <a:cubicBezTo>
                    <a:pt x="181" y="58912"/>
                    <a:pt x="3713" y="58912"/>
                    <a:pt x="5479" y="58912"/>
                  </a:cubicBezTo>
                  <a:cubicBezTo>
                    <a:pt x="10071" y="58912"/>
                    <a:pt x="10424" y="58553"/>
                    <a:pt x="12190" y="50661"/>
                  </a:cubicBezTo>
                  <a:cubicBezTo>
                    <a:pt x="18548" y="25552"/>
                    <a:pt x="25259" y="7976"/>
                    <a:pt x="36208" y="7976"/>
                  </a:cubicBezTo>
                  <a:cubicBezTo>
                    <a:pt x="45392" y="7976"/>
                    <a:pt x="45392" y="18378"/>
                    <a:pt x="45392" y="22324"/>
                  </a:cubicBezTo>
                  <a:cubicBezTo>
                    <a:pt x="45392" y="28063"/>
                    <a:pt x="44332" y="34879"/>
                    <a:pt x="42919" y="40618"/>
                  </a:cubicBezTo>
                  <a:lnTo>
                    <a:pt x="16428" y="148228"/>
                  </a:lnTo>
                  <a:cubicBezTo>
                    <a:pt x="15722" y="150380"/>
                    <a:pt x="15369" y="152174"/>
                    <a:pt x="15369" y="153250"/>
                  </a:cubicBezTo>
                  <a:cubicBezTo>
                    <a:pt x="15369" y="157195"/>
                    <a:pt x="18194" y="162576"/>
                    <a:pt x="25259" y="162576"/>
                  </a:cubicBezTo>
                  <a:cubicBezTo>
                    <a:pt x="29497" y="162576"/>
                    <a:pt x="35502" y="160065"/>
                    <a:pt x="37974" y="153250"/>
                  </a:cubicBezTo>
                  <a:lnTo>
                    <a:pt x="52103" y="95858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52AFEA3-4C65-9DBC-A18D-9BD7501AEC9F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9926197" y="4780422"/>
              <a:ext cx="121504" cy="252883"/>
            </a:xfrm>
            <a:custGeom>
              <a:avLst/>
              <a:gdLst>
                <a:gd name="connsiteX0" fmla="*/ 66592 w 121504"/>
                <a:gd name="connsiteY0" fmla="*/ 9052 h 252883"/>
                <a:gd name="connsiteX1" fmla="*/ 67652 w 121504"/>
                <a:gd name="connsiteY1" fmla="*/ 4389 h 252883"/>
                <a:gd name="connsiteX2" fmla="*/ 62707 w 121504"/>
                <a:gd name="connsiteY2" fmla="*/ 85 h 252883"/>
                <a:gd name="connsiteX3" fmla="*/ 57056 w 121504"/>
                <a:gd name="connsiteY3" fmla="*/ 802 h 252883"/>
                <a:gd name="connsiteX4" fmla="*/ 22088 w 121504"/>
                <a:gd name="connsiteY4" fmla="*/ 3672 h 252883"/>
                <a:gd name="connsiteX5" fmla="*/ 13964 w 121504"/>
                <a:gd name="connsiteY5" fmla="*/ 11204 h 252883"/>
                <a:gd name="connsiteX6" fmla="*/ 22441 w 121504"/>
                <a:gd name="connsiteY6" fmla="*/ 15150 h 252883"/>
                <a:gd name="connsiteX7" fmla="*/ 40102 w 121504"/>
                <a:gd name="connsiteY7" fmla="*/ 21248 h 252883"/>
                <a:gd name="connsiteX8" fmla="*/ 39042 w 121504"/>
                <a:gd name="connsiteY8" fmla="*/ 27346 h 252883"/>
                <a:gd name="connsiteX9" fmla="*/ 4074 w 121504"/>
                <a:gd name="connsiteY9" fmla="*/ 169032 h 252883"/>
                <a:gd name="connsiteX10" fmla="*/ 189 w 121504"/>
                <a:gd name="connsiteY10" fmla="*/ 198446 h 252883"/>
                <a:gd name="connsiteX11" fmla="*/ 40808 w 121504"/>
                <a:gd name="connsiteY11" fmla="*/ 252968 h 252883"/>
                <a:gd name="connsiteX12" fmla="*/ 121693 w 121504"/>
                <a:gd name="connsiteY12" fmla="*/ 146434 h 252883"/>
                <a:gd name="connsiteX13" fmla="*/ 79308 w 121504"/>
                <a:gd name="connsiteY13" fmla="*/ 90477 h 252883"/>
                <a:gd name="connsiteX14" fmla="*/ 41868 w 121504"/>
                <a:gd name="connsiteY14" fmla="*/ 109488 h 252883"/>
                <a:gd name="connsiteX15" fmla="*/ 66592 w 121504"/>
                <a:gd name="connsiteY15" fmla="*/ 9052 h 252883"/>
                <a:gd name="connsiteX16" fmla="*/ 40808 w 121504"/>
                <a:gd name="connsiteY16" fmla="*/ 245077 h 252883"/>
                <a:gd name="connsiteX17" fmla="*/ 20322 w 121504"/>
                <a:gd name="connsiteY17" fmla="*/ 210642 h 252883"/>
                <a:gd name="connsiteX18" fmla="*/ 33744 w 121504"/>
                <a:gd name="connsiteY18" fmla="*/ 141413 h 252883"/>
                <a:gd name="connsiteX19" fmla="*/ 41514 w 121504"/>
                <a:gd name="connsiteY19" fmla="*/ 124912 h 252883"/>
                <a:gd name="connsiteX20" fmla="*/ 78602 w 121504"/>
                <a:gd name="connsiteY20" fmla="*/ 98368 h 252883"/>
                <a:gd name="connsiteX21" fmla="*/ 98028 w 121504"/>
                <a:gd name="connsiteY21" fmla="*/ 130293 h 252883"/>
                <a:gd name="connsiteX22" fmla="*/ 78248 w 121504"/>
                <a:gd name="connsiteY22" fmla="*/ 211000 h 252883"/>
                <a:gd name="connsiteX23" fmla="*/ 40808 w 121504"/>
                <a:gd name="connsiteY23" fmla="*/ 245077 h 252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1504" h="252883">
                  <a:moveTo>
                    <a:pt x="66592" y="9052"/>
                  </a:moveTo>
                  <a:cubicBezTo>
                    <a:pt x="66946" y="7976"/>
                    <a:pt x="67652" y="5106"/>
                    <a:pt x="67652" y="4389"/>
                  </a:cubicBezTo>
                  <a:cubicBezTo>
                    <a:pt x="67652" y="1161"/>
                    <a:pt x="65533" y="85"/>
                    <a:pt x="62707" y="85"/>
                  </a:cubicBezTo>
                  <a:cubicBezTo>
                    <a:pt x="61647" y="85"/>
                    <a:pt x="58115" y="443"/>
                    <a:pt x="57056" y="802"/>
                  </a:cubicBezTo>
                  <a:lnTo>
                    <a:pt x="22088" y="3672"/>
                  </a:lnTo>
                  <a:cubicBezTo>
                    <a:pt x="17849" y="4030"/>
                    <a:pt x="13964" y="4389"/>
                    <a:pt x="13964" y="11204"/>
                  </a:cubicBezTo>
                  <a:cubicBezTo>
                    <a:pt x="13964" y="15150"/>
                    <a:pt x="17496" y="15150"/>
                    <a:pt x="22441" y="15150"/>
                  </a:cubicBezTo>
                  <a:cubicBezTo>
                    <a:pt x="39395" y="15150"/>
                    <a:pt x="40102" y="17661"/>
                    <a:pt x="40102" y="21248"/>
                  </a:cubicBezTo>
                  <a:cubicBezTo>
                    <a:pt x="40102" y="22324"/>
                    <a:pt x="39042" y="26987"/>
                    <a:pt x="39042" y="27346"/>
                  </a:cubicBezTo>
                  <a:lnTo>
                    <a:pt x="4074" y="169032"/>
                  </a:lnTo>
                  <a:cubicBezTo>
                    <a:pt x="3721" y="170108"/>
                    <a:pt x="189" y="184815"/>
                    <a:pt x="189" y="198446"/>
                  </a:cubicBezTo>
                  <a:cubicBezTo>
                    <a:pt x="189" y="228577"/>
                    <a:pt x="15024" y="252968"/>
                    <a:pt x="40808" y="252968"/>
                  </a:cubicBezTo>
                  <a:cubicBezTo>
                    <a:pt x="80368" y="252968"/>
                    <a:pt x="121693" y="199163"/>
                    <a:pt x="121693" y="146434"/>
                  </a:cubicBezTo>
                  <a:cubicBezTo>
                    <a:pt x="121693" y="108053"/>
                    <a:pt x="100501" y="90477"/>
                    <a:pt x="79308" y="90477"/>
                  </a:cubicBezTo>
                  <a:cubicBezTo>
                    <a:pt x="65886" y="90477"/>
                    <a:pt x="53877" y="98010"/>
                    <a:pt x="41868" y="109488"/>
                  </a:cubicBezTo>
                  <a:lnTo>
                    <a:pt x="66592" y="9052"/>
                  </a:lnTo>
                  <a:close/>
                  <a:moveTo>
                    <a:pt x="40808" y="245077"/>
                  </a:moveTo>
                  <a:cubicBezTo>
                    <a:pt x="31978" y="245077"/>
                    <a:pt x="20322" y="237544"/>
                    <a:pt x="20322" y="210642"/>
                  </a:cubicBezTo>
                  <a:cubicBezTo>
                    <a:pt x="20322" y="194859"/>
                    <a:pt x="23501" y="182304"/>
                    <a:pt x="33744" y="141413"/>
                  </a:cubicBezTo>
                  <a:cubicBezTo>
                    <a:pt x="36216" y="132804"/>
                    <a:pt x="36216" y="132086"/>
                    <a:pt x="41514" y="124912"/>
                  </a:cubicBezTo>
                  <a:cubicBezTo>
                    <a:pt x="51758" y="110564"/>
                    <a:pt x="65180" y="98368"/>
                    <a:pt x="78602" y="98368"/>
                  </a:cubicBezTo>
                  <a:cubicBezTo>
                    <a:pt x="94496" y="98368"/>
                    <a:pt x="98028" y="118814"/>
                    <a:pt x="98028" y="130293"/>
                  </a:cubicBezTo>
                  <a:cubicBezTo>
                    <a:pt x="98028" y="145358"/>
                    <a:pt x="88491" y="188043"/>
                    <a:pt x="78248" y="211000"/>
                  </a:cubicBezTo>
                  <a:cubicBezTo>
                    <a:pt x="74010" y="219968"/>
                    <a:pt x="58822" y="245077"/>
                    <a:pt x="40808" y="245077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8D92015-C0FC-8B17-9B00-7445EA45992D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0083021" y="4760335"/>
              <a:ext cx="81944" cy="358700"/>
            </a:xfrm>
            <a:custGeom>
              <a:avLst/>
              <a:gdLst>
                <a:gd name="connsiteX0" fmla="*/ 82138 w 81944"/>
                <a:gd name="connsiteY0" fmla="*/ 355198 h 358700"/>
                <a:gd name="connsiteX1" fmla="*/ 76134 w 81944"/>
                <a:gd name="connsiteY1" fmla="*/ 347306 h 358700"/>
                <a:gd name="connsiteX2" fmla="*/ 20680 w 81944"/>
                <a:gd name="connsiteY2" fmla="*/ 179435 h 358700"/>
                <a:gd name="connsiteX3" fmla="*/ 77547 w 81944"/>
                <a:gd name="connsiteY3" fmla="*/ 9770 h 358700"/>
                <a:gd name="connsiteX4" fmla="*/ 82138 w 81944"/>
                <a:gd name="connsiteY4" fmla="*/ 3672 h 358700"/>
                <a:gd name="connsiteX5" fmla="*/ 78606 w 81944"/>
                <a:gd name="connsiteY5" fmla="*/ 85 h 358700"/>
                <a:gd name="connsiteX6" fmla="*/ 22446 w 81944"/>
                <a:gd name="connsiteY6" fmla="*/ 70031 h 358700"/>
                <a:gd name="connsiteX7" fmla="*/ 193 w 81944"/>
                <a:gd name="connsiteY7" fmla="*/ 179435 h 358700"/>
                <a:gd name="connsiteX8" fmla="*/ 23505 w 81944"/>
                <a:gd name="connsiteY8" fmla="*/ 291349 h 358700"/>
                <a:gd name="connsiteX9" fmla="*/ 78606 w 81944"/>
                <a:gd name="connsiteY9" fmla="*/ 358785 h 358700"/>
                <a:gd name="connsiteX10" fmla="*/ 82138 w 81944"/>
                <a:gd name="connsiteY10" fmla="*/ 355198 h 358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944" h="358700">
                  <a:moveTo>
                    <a:pt x="82138" y="355198"/>
                  </a:moveTo>
                  <a:cubicBezTo>
                    <a:pt x="82138" y="354122"/>
                    <a:pt x="82138" y="353404"/>
                    <a:pt x="76134" y="347306"/>
                  </a:cubicBezTo>
                  <a:cubicBezTo>
                    <a:pt x="31982" y="302110"/>
                    <a:pt x="20680" y="234316"/>
                    <a:pt x="20680" y="179435"/>
                  </a:cubicBezTo>
                  <a:cubicBezTo>
                    <a:pt x="20680" y="117021"/>
                    <a:pt x="34102" y="54607"/>
                    <a:pt x="77547" y="9770"/>
                  </a:cubicBezTo>
                  <a:cubicBezTo>
                    <a:pt x="82138" y="5465"/>
                    <a:pt x="82138" y="4748"/>
                    <a:pt x="82138" y="3672"/>
                  </a:cubicBezTo>
                  <a:cubicBezTo>
                    <a:pt x="82138" y="1161"/>
                    <a:pt x="80725" y="85"/>
                    <a:pt x="78606" y="85"/>
                  </a:cubicBezTo>
                  <a:cubicBezTo>
                    <a:pt x="75074" y="85"/>
                    <a:pt x="43285" y="24476"/>
                    <a:pt x="22446" y="70031"/>
                  </a:cubicBezTo>
                  <a:cubicBezTo>
                    <a:pt x="4432" y="109488"/>
                    <a:pt x="193" y="149304"/>
                    <a:pt x="193" y="179435"/>
                  </a:cubicBezTo>
                  <a:cubicBezTo>
                    <a:pt x="193" y="207413"/>
                    <a:pt x="4079" y="250816"/>
                    <a:pt x="23505" y="291349"/>
                  </a:cubicBezTo>
                  <a:cubicBezTo>
                    <a:pt x="44698" y="335469"/>
                    <a:pt x="75074" y="358785"/>
                    <a:pt x="78606" y="358785"/>
                  </a:cubicBezTo>
                  <a:cubicBezTo>
                    <a:pt x="80725" y="358785"/>
                    <a:pt x="82138" y="357709"/>
                    <a:pt x="82138" y="355198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F359D58-0AC5-00D9-36A3-7AF66830AEDC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0195656" y="4870814"/>
              <a:ext cx="233825" cy="162491"/>
            </a:xfrm>
            <a:custGeom>
              <a:avLst/>
              <a:gdLst>
                <a:gd name="connsiteX0" fmla="*/ 153137 w 233825"/>
                <a:gd name="connsiteY0" fmla="*/ 37031 h 162491"/>
                <a:gd name="connsiteX1" fmla="*/ 158436 w 233825"/>
                <a:gd name="connsiteY1" fmla="*/ 13715 h 162491"/>
                <a:gd name="connsiteX2" fmla="*/ 148192 w 233825"/>
                <a:gd name="connsiteY2" fmla="*/ 4030 h 162491"/>
                <a:gd name="connsiteX3" fmla="*/ 135124 w 233825"/>
                <a:gd name="connsiteY3" fmla="*/ 14074 h 162491"/>
                <a:gd name="connsiteX4" fmla="*/ 114991 w 233825"/>
                <a:gd name="connsiteY4" fmla="*/ 94423 h 162491"/>
                <a:gd name="connsiteX5" fmla="*/ 111812 w 233825"/>
                <a:gd name="connsiteY5" fmla="*/ 118097 h 162491"/>
                <a:gd name="connsiteX6" fmla="*/ 112165 w 233825"/>
                <a:gd name="connsiteY6" fmla="*/ 124554 h 162491"/>
                <a:gd name="connsiteX7" fmla="*/ 79670 w 233825"/>
                <a:gd name="connsiteY7" fmla="*/ 154684 h 162491"/>
                <a:gd name="connsiteX8" fmla="*/ 51413 w 233825"/>
                <a:gd name="connsiteY8" fmla="*/ 122043 h 162491"/>
                <a:gd name="connsiteX9" fmla="*/ 69780 w 233825"/>
                <a:gd name="connsiteY9" fmla="*/ 52455 h 162491"/>
                <a:gd name="connsiteX10" fmla="*/ 75784 w 233825"/>
                <a:gd name="connsiteY10" fmla="*/ 29498 h 162491"/>
                <a:gd name="connsiteX11" fmla="*/ 46821 w 233825"/>
                <a:gd name="connsiteY11" fmla="*/ 85 h 162491"/>
                <a:gd name="connsiteX12" fmla="*/ 197 w 233825"/>
                <a:gd name="connsiteY12" fmla="*/ 55325 h 162491"/>
                <a:gd name="connsiteX13" fmla="*/ 4436 w 233825"/>
                <a:gd name="connsiteY13" fmla="*/ 58912 h 162491"/>
                <a:gd name="connsiteX14" fmla="*/ 10087 w 233825"/>
                <a:gd name="connsiteY14" fmla="*/ 52455 h 162491"/>
                <a:gd name="connsiteX15" fmla="*/ 45761 w 233825"/>
                <a:gd name="connsiteY15" fmla="*/ 7976 h 162491"/>
                <a:gd name="connsiteX16" fmla="*/ 54592 w 233825"/>
                <a:gd name="connsiteY16" fmla="*/ 19813 h 162491"/>
                <a:gd name="connsiteX17" fmla="*/ 48234 w 233825"/>
                <a:gd name="connsiteY17" fmla="*/ 44922 h 162491"/>
                <a:gd name="connsiteX18" fmla="*/ 28454 w 233825"/>
                <a:gd name="connsiteY18" fmla="*/ 117380 h 162491"/>
                <a:gd name="connsiteX19" fmla="*/ 78610 w 233825"/>
                <a:gd name="connsiteY19" fmla="*/ 162576 h 162491"/>
                <a:gd name="connsiteX20" fmla="*/ 115344 w 233825"/>
                <a:gd name="connsiteY20" fmla="*/ 137467 h 162491"/>
                <a:gd name="connsiteX21" fmla="*/ 159495 w 233825"/>
                <a:gd name="connsiteY21" fmla="*/ 162576 h 162491"/>
                <a:gd name="connsiteX22" fmla="*/ 210711 w 233825"/>
                <a:gd name="connsiteY22" fmla="*/ 118456 h 162491"/>
                <a:gd name="connsiteX23" fmla="*/ 234023 w 233825"/>
                <a:gd name="connsiteY23" fmla="*/ 25194 h 162491"/>
                <a:gd name="connsiteX24" fmla="*/ 218481 w 233825"/>
                <a:gd name="connsiteY24" fmla="*/ 85 h 162491"/>
                <a:gd name="connsiteX25" fmla="*/ 200821 w 233825"/>
                <a:gd name="connsiteY25" fmla="*/ 17302 h 162491"/>
                <a:gd name="connsiteX26" fmla="*/ 206119 w 233825"/>
                <a:gd name="connsiteY26" fmla="*/ 26987 h 162491"/>
                <a:gd name="connsiteX27" fmla="*/ 218835 w 233825"/>
                <a:gd name="connsiteY27" fmla="*/ 57477 h 162491"/>
                <a:gd name="connsiteX28" fmla="*/ 199408 w 233825"/>
                <a:gd name="connsiteY28" fmla="*/ 123119 h 162491"/>
                <a:gd name="connsiteX29" fmla="*/ 160555 w 233825"/>
                <a:gd name="connsiteY29" fmla="*/ 154684 h 162491"/>
                <a:gd name="connsiteX30" fmla="*/ 134417 w 233825"/>
                <a:gd name="connsiteY30" fmla="*/ 123478 h 162491"/>
                <a:gd name="connsiteX31" fmla="*/ 138303 w 233825"/>
                <a:gd name="connsiteY31" fmla="*/ 97292 h 162491"/>
                <a:gd name="connsiteX32" fmla="*/ 153137 w 233825"/>
                <a:gd name="connsiteY32" fmla="*/ 37031 h 162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3825" h="162491">
                  <a:moveTo>
                    <a:pt x="153137" y="37031"/>
                  </a:moveTo>
                  <a:cubicBezTo>
                    <a:pt x="154903" y="29139"/>
                    <a:pt x="158436" y="15867"/>
                    <a:pt x="158436" y="13715"/>
                  </a:cubicBezTo>
                  <a:cubicBezTo>
                    <a:pt x="158436" y="7259"/>
                    <a:pt x="153491" y="4030"/>
                    <a:pt x="148192" y="4030"/>
                  </a:cubicBezTo>
                  <a:cubicBezTo>
                    <a:pt x="143954" y="4030"/>
                    <a:pt x="137596" y="6900"/>
                    <a:pt x="135124" y="14074"/>
                  </a:cubicBezTo>
                  <a:cubicBezTo>
                    <a:pt x="134064" y="16585"/>
                    <a:pt x="117463" y="85097"/>
                    <a:pt x="114991" y="94423"/>
                  </a:cubicBezTo>
                  <a:cubicBezTo>
                    <a:pt x="112518" y="105184"/>
                    <a:pt x="111812" y="111640"/>
                    <a:pt x="111812" y="118097"/>
                  </a:cubicBezTo>
                  <a:cubicBezTo>
                    <a:pt x="111812" y="122043"/>
                    <a:pt x="111812" y="122760"/>
                    <a:pt x="112165" y="124554"/>
                  </a:cubicBezTo>
                  <a:cubicBezTo>
                    <a:pt x="104041" y="143565"/>
                    <a:pt x="93445" y="154684"/>
                    <a:pt x="79670" y="154684"/>
                  </a:cubicBezTo>
                  <a:cubicBezTo>
                    <a:pt x="51413" y="154684"/>
                    <a:pt x="51413" y="128141"/>
                    <a:pt x="51413" y="122043"/>
                  </a:cubicBezTo>
                  <a:cubicBezTo>
                    <a:pt x="51413" y="110564"/>
                    <a:pt x="53179" y="96575"/>
                    <a:pt x="69780" y="52455"/>
                  </a:cubicBezTo>
                  <a:cubicBezTo>
                    <a:pt x="73665" y="41694"/>
                    <a:pt x="75784" y="36672"/>
                    <a:pt x="75784" y="29498"/>
                  </a:cubicBezTo>
                  <a:cubicBezTo>
                    <a:pt x="75784" y="13357"/>
                    <a:pt x="64128" y="85"/>
                    <a:pt x="46821" y="85"/>
                  </a:cubicBezTo>
                  <a:cubicBezTo>
                    <a:pt x="13266" y="85"/>
                    <a:pt x="197" y="52096"/>
                    <a:pt x="197" y="55325"/>
                  </a:cubicBezTo>
                  <a:cubicBezTo>
                    <a:pt x="197" y="58912"/>
                    <a:pt x="3729" y="58912"/>
                    <a:pt x="4436" y="58912"/>
                  </a:cubicBezTo>
                  <a:cubicBezTo>
                    <a:pt x="7968" y="58912"/>
                    <a:pt x="8321" y="58194"/>
                    <a:pt x="10087" y="52455"/>
                  </a:cubicBezTo>
                  <a:cubicBezTo>
                    <a:pt x="19624" y="19096"/>
                    <a:pt x="33399" y="7976"/>
                    <a:pt x="45761" y="7976"/>
                  </a:cubicBezTo>
                  <a:cubicBezTo>
                    <a:pt x="48940" y="7976"/>
                    <a:pt x="54592" y="8335"/>
                    <a:pt x="54592" y="19813"/>
                  </a:cubicBezTo>
                  <a:cubicBezTo>
                    <a:pt x="54592" y="28781"/>
                    <a:pt x="50706" y="38824"/>
                    <a:pt x="48234" y="44922"/>
                  </a:cubicBezTo>
                  <a:cubicBezTo>
                    <a:pt x="32693" y="87249"/>
                    <a:pt x="28454" y="103749"/>
                    <a:pt x="28454" y="117380"/>
                  </a:cubicBezTo>
                  <a:cubicBezTo>
                    <a:pt x="28454" y="150021"/>
                    <a:pt x="52119" y="162576"/>
                    <a:pt x="78610" y="162576"/>
                  </a:cubicBezTo>
                  <a:cubicBezTo>
                    <a:pt x="84615" y="162576"/>
                    <a:pt x="101215" y="162576"/>
                    <a:pt x="115344" y="137467"/>
                  </a:cubicBezTo>
                  <a:cubicBezTo>
                    <a:pt x="124527" y="160424"/>
                    <a:pt x="148899" y="162576"/>
                    <a:pt x="159495" y="162576"/>
                  </a:cubicBezTo>
                  <a:cubicBezTo>
                    <a:pt x="185986" y="162576"/>
                    <a:pt x="201527" y="139978"/>
                    <a:pt x="210711" y="118456"/>
                  </a:cubicBezTo>
                  <a:cubicBezTo>
                    <a:pt x="222720" y="90477"/>
                    <a:pt x="234023" y="42411"/>
                    <a:pt x="234023" y="25194"/>
                  </a:cubicBezTo>
                  <a:cubicBezTo>
                    <a:pt x="234023" y="5465"/>
                    <a:pt x="224486" y="85"/>
                    <a:pt x="218481" y="85"/>
                  </a:cubicBezTo>
                  <a:cubicBezTo>
                    <a:pt x="209651" y="85"/>
                    <a:pt x="200821" y="9411"/>
                    <a:pt x="200821" y="17302"/>
                  </a:cubicBezTo>
                  <a:cubicBezTo>
                    <a:pt x="200821" y="21965"/>
                    <a:pt x="202940" y="24118"/>
                    <a:pt x="206119" y="26987"/>
                  </a:cubicBezTo>
                  <a:cubicBezTo>
                    <a:pt x="210004" y="30933"/>
                    <a:pt x="218835" y="40259"/>
                    <a:pt x="218835" y="57477"/>
                  </a:cubicBezTo>
                  <a:cubicBezTo>
                    <a:pt x="218835" y="69672"/>
                    <a:pt x="208591" y="104825"/>
                    <a:pt x="199408" y="123119"/>
                  </a:cubicBezTo>
                  <a:cubicBezTo>
                    <a:pt x="190225" y="142130"/>
                    <a:pt x="177862" y="154684"/>
                    <a:pt x="160555" y="154684"/>
                  </a:cubicBezTo>
                  <a:cubicBezTo>
                    <a:pt x="143954" y="154684"/>
                    <a:pt x="134417" y="143923"/>
                    <a:pt x="134417" y="123478"/>
                  </a:cubicBezTo>
                  <a:cubicBezTo>
                    <a:pt x="134417" y="113434"/>
                    <a:pt x="136890" y="102314"/>
                    <a:pt x="138303" y="97292"/>
                  </a:cubicBezTo>
                  <a:lnTo>
                    <a:pt x="153137" y="37031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14B381F-8AC8-1964-0CE5-12EE640948B1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0465232" y="4916441"/>
              <a:ext cx="89998" cy="166723"/>
            </a:xfrm>
            <a:custGeom>
              <a:avLst/>
              <a:gdLst>
                <a:gd name="connsiteX0" fmla="*/ 56082 w 89998"/>
                <a:gd name="connsiteY0" fmla="*/ 7117 h 166723"/>
                <a:gd name="connsiteX1" fmla="*/ 48665 w 89998"/>
                <a:gd name="connsiteY1" fmla="*/ 86 h 166723"/>
                <a:gd name="connsiteX2" fmla="*/ 204 w 89998"/>
                <a:gd name="connsiteY2" fmla="*/ 16156 h 166723"/>
                <a:gd name="connsiteX3" fmla="*/ 204 w 89998"/>
                <a:gd name="connsiteY3" fmla="*/ 25195 h 166723"/>
                <a:gd name="connsiteX4" fmla="*/ 36055 w 89998"/>
                <a:gd name="connsiteY4" fmla="*/ 18165 h 166723"/>
                <a:gd name="connsiteX5" fmla="*/ 36055 w 89998"/>
                <a:gd name="connsiteY5" fmla="*/ 146221 h 166723"/>
                <a:gd name="connsiteX6" fmla="*/ 11331 w 89998"/>
                <a:gd name="connsiteY6" fmla="*/ 157771 h 166723"/>
                <a:gd name="connsiteX7" fmla="*/ 1935 w 89998"/>
                <a:gd name="connsiteY7" fmla="*/ 157771 h 166723"/>
                <a:gd name="connsiteX8" fmla="*/ 1935 w 89998"/>
                <a:gd name="connsiteY8" fmla="*/ 166810 h 166723"/>
                <a:gd name="connsiteX9" fmla="*/ 45945 w 89998"/>
                <a:gd name="connsiteY9" fmla="*/ 165806 h 166723"/>
                <a:gd name="connsiteX10" fmla="*/ 90202 w 89998"/>
                <a:gd name="connsiteY10" fmla="*/ 166810 h 166723"/>
                <a:gd name="connsiteX11" fmla="*/ 90202 w 89998"/>
                <a:gd name="connsiteY11" fmla="*/ 157771 h 166723"/>
                <a:gd name="connsiteX12" fmla="*/ 80807 w 89998"/>
                <a:gd name="connsiteY12" fmla="*/ 157771 h 166723"/>
                <a:gd name="connsiteX13" fmla="*/ 56082 w 89998"/>
                <a:gd name="connsiteY13" fmla="*/ 146221 h 166723"/>
                <a:gd name="connsiteX14" fmla="*/ 56082 w 89998"/>
                <a:gd name="connsiteY14" fmla="*/ 7117 h 166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9998" h="166723">
                  <a:moveTo>
                    <a:pt x="56082" y="7117"/>
                  </a:moveTo>
                  <a:cubicBezTo>
                    <a:pt x="56082" y="337"/>
                    <a:pt x="55588" y="86"/>
                    <a:pt x="48665" y="86"/>
                  </a:cubicBezTo>
                  <a:cubicBezTo>
                    <a:pt x="32841" y="15905"/>
                    <a:pt x="10342" y="16156"/>
                    <a:pt x="204" y="16156"/>
                  </a:cubicBezTo>
                  <a:lnTo>
                    <a:pt x="204" y="25195"/>
                  </a:lnTo>
                  <a:cubicBezTo>
                    <a:pt x="6138" y="25195"/>
                    <a:pt x="22457" y="25195"/>
                    <a:pt x="36055" y="18165"/>
                  </a:cubicBezTo>
                  <a:lnTo>
                    <a:pt x="36055" y="146221"/>
                  </a:lnTo>
                  <a:cubicBezTo>
                    <a:pt x="36055" y="154507"/>
                    <a:pt x="36055" y="157771"/>
                    <a:pt x="11331" y="157771"/>
                  </a:cubicBezTo>
                  <a:lnTo>
                    <a:pt x="1935" y="157771"/>
                  </a:lnTo>
                  <a:lnTo>
                    <a:pt x="1935" y="166810"/>
                  </a:lnTo>
                  <a:cubicBezTo>
                    <a:pt x="6386" y="166559"/>
                    <a:pt x="36797" y="165806"/>
                    <a:pt x="45945" y="165806"/>
                  </a:cubicBezTo>
                  <a:cubicBezTo>
                    <a:pt x="53610" y="165806"/>
                    <a:pt x="84763" y="166559"/>
                    <a:pt x="90202" y="166810"/>
                  </a:cubicBezTo>
                  <a:lnTo>
                    <a:pt x="90202" y="157771"/>
                  </a:lnTo>
                  <a:lnTo>
                    <a:pt x="80807" y="157771"/>
                  </a:lnTo>
                  <a:cubicBezTo>
                    <a:pt x="56082" y="157771"/>
                    <a:pt x="56082" y="154507"/>
                    <a:pt x="56082" y="146221"/>
                  </a:cubicBezTo>
                  <a:lnTo>
                    <a:pt x="56082" y="7117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11F2338-C5ED-A75D-6E80-1DDAF0FB7180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0616870" y="4760335"/>
              <a:ext cx="81944" cy="358700"/>
            </a:xfrm>
            <a:custGeom>
              <a:avLst/>
              <a:gdLst>
                <a:gd name="connsiteX0" fmla="*/ 82154 w 81944"/>
                <a:gd name="connsiteY0" fmla="*/ 179435 h 358700"/>
                <a:gd name="connsiteX1" fmla="*/ 58842 w 81944"/>
                <a:gd name="connsiteY1" fmla="*/ 67520 h 358700"/>
                <a:gd name="connsiteX2" fmla="*/ 3741 w 81944"/>
                <a:gd name="connsiteY2" fmla="*/ 85 h 358700"/>
                <a:gd name="connsiteX3" fmla="*/ 209 w 81944"/>
                <a:gd name="connsiteY3" fmla="*/ 3672 h 358700"/>
                <a:gd name="connsiteX4" fmla="*/ 6920 w 81944"/>
                <a:gd name="connsiteY4" fmla="*/ 11922 h 358700"/>
                <a:gd name="connsiteX5" fmla="*/ 61668 w 81944"/>
                <a:gd name="connsiteY5" fmla="*/ 179435 h 358700"/>
                <a:gd name="connsiteX6" fmla="*/ 4801 w 81944"/>
                <a:gd name="connsiteY6" fmla="*/ 349100 h 358700"/>
                <a:gd name="connsiteX7" fmla="*/ 209 w 81944"/>
                <a:gd name="connsiteY7" fmla="*/ 355198 h 358700"/>
                <a:gd name="connsiteX8" fmla="*/ 3741 w 81944"/>
                <a:gd name="connsiteY8" fmla="*/ 358785 h 358700"/>
                <a:gd name="connsiteX9" fmla="*/ 59901 w 81944"/>
                <a:gd name="connsiteY9" fmla="*/ 288838 h 358700"/>
                <a:gd name="connsiteX10" fmla="*/ 82154 w 81944"/>
                <a:gd name="connsiteY10" fmla="*/ 179435 h 358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944" h="358700">
                  <a:moveTo>
                    <a:pt x="82154" y="179435"/>
                  </a:moveTo>
                  <a:cubicBezTo>
                    <a:pt x="82154" y="151456"/>
                    <a:pt x="78268" y="108053"/>
                    <a:pt x="58842" y="67520"/>
                  </a:cubicBezTo>
                  <a:cubicBezTo>
                    <a:pt x="37649" y="23400"/>
                    <a:pt x="7273" y="85"/>
                    <a:pt x="3741" y="85"/>
                  </a:cubicBezTo>
                  <a:cubicBezTo>
                    <a:pt x="1622" y="85"/>
                    <a:pt x="209" y="1519"/>
                    <a:pt x="209" y="3672"/>
                  </a:cubicBezTo>
                  <a:cubicBezTo>
                    <a:pt x="209" y="4748"/>
                    <a:pt x="209" y="5465"/>
                    <a:pt x="6920" y="11922"/>
                  </a:cubicBezTo>
                  <a:cubicBezTo>
                    <a:pt x="41535" y="47433"/>
                    <a:pt x="61668" y="104466"/>
                    <a:pt x="61668" y="179435"/>
                  </a:cubicBezTo>
                  <a:cubicBezTo>
                    <a:pt x="61668" y="240772"/>
                    <a:pt x="48599" y="303904"/>
                    <a:pt x="4801" y="349100"/>
                  </a:cubicBezTo>
                  <a:cubicBezTo>
                    <a:pt x="209" y="353404"/>
                    <a:pt x="209" y="354122"/>
                    <a:pt x="209" y="355198"/>
                  </a:cubicBezTo>
                  <a:cubicBezTo>
                    <a:pt x="209" y="357350"/>
                    <a:pt x="1622" y="358785"/>
                    <a:pt x="3741" y="358785"/>
                  </a:cubicBezTo>
                  <a:cubicBezTo>
                    <a:pt x="7273" y="358785"/>
                    <a:pt x="39062" y="334393"/>
                    <a:pt x="59901" y="288838"/>
                  </a:cubicBezTo>
                  <a:cubicBezTo>
                    <a:pt x="77915" y="249381"/>
                    <a:pt x="82154" y="209566"/>
                    <a:pt x="82154" y="179435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9220A3F8-395B-8E30-BB5D-D14BD01FFD64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0764473" y="4991338"/>
              <a:ext cx="41325" cy="107251"/>
            </a:xfrm>
            <a:custGeom>
              <a:avLst/>
              <a:gdLst>
                <a:gd name="connsiteX0" fmla="*/ 41538 w 41325"/>
                <a:gd name="connsiteY0" fmla="*/ 37748 h 107251"/>
                <a:gd name="connsiteX1" fmla="*/ 18933 w 41325"/>
                <a:gd name="connsiteY1" fmla="*/ 85 h 107251"/>
                <a:gd name="connsiteX2" fmla="*/ 213 w 41325"/>
                <a:gd name="connsiteY2" fmla="*/ 19096 h 107251"/>
                <a:gd name="connsiteX3" fmla="*/ 18933 w 41325"/>
                <a:gd name="connsiteY3" fmla="*/ 38107 h 107251"/>
                <a:gd name="connsiteX4" fmla="*/ 31295 w 41325"/>
                <a:gd name="connsiteY4" fmla="*/ 33444 h 107251"/>
                <a:gd name="connsiteX5" fmla="*/ 33061 w 41325"/>
                <a:gd name="connsiteY5" fmla="*/ 32368 h 107251"/>
                <a:gd name="connsiteX6" fmla="*/ 33768 w 41325"/>
                <a:gd name="connsiteY6" fmla="*/ 37748 h 107251"/>
                <a:gd name="connsiteX7" fmla="*/ 9749 w 41325"/>
                <a:gd name="connsiteY7" fmla="*/ 97651 h 107251"/>
                <a:gd name="connsiteX8" fmla="*/ 5864 w 41325"/>
                <a:gd name="connsiteY8" fmla="*/ 103390 h 107251"/>
                <a:gd name="connsiteX9" fmla="*/ 9396 w 41325"/>
                <a:gd name="connsiteY9" fmla="*/ 107336 h 107251"/>
                <a:gd name="connsiteX10" fmla="*/ 41538 w 41325"/>
                <a:gd name="connsiteY10" fmla="*/ 37748 h 107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25" h="107251">
                  <a:moveTo>
                    <a:pt x="41538" y="37748"/>
                  </a:moveTo>
                  <a:cubicBezTo>
                    <a:pt x="41538" y="14074"/>
                    <a:pt x="32708" y="85"/>
                    <a:pt x="18933" y="85"/>
                  </a:cubicBezTo>
                  <a:cubicBezTo>
                    <a:pt x="7277" y="85"/>
                    <a:pt x="213" y="9052"/>
                    <a:pt x="213" y="19096"/>
                  </a:cubicBezTo>
                  <a:cubicBezTo>
                    <a:pt x="213" y="28781"/>
                    <a:pt x="7277" y="38107"/>
                    <a:pt x="18933" y="38107"/>
                  </a:cubicBezTo>
                  <a:cubicBezTo>
                    <a:pt x="23171" y="38107"/>
                    <a:pt x="27763" y="36672"/>
                    <a:pt x="31295" y="33444"/>
                  </a:cubicBezTo>
                  <a:cubicBezTo>
                    <a:pt x="32355" y="32726"/>
                    <a:pt x="32708" y="32368"/>
                    <a:pt x="33061" y="32368"/>
                  </a:cubicBezTo>
                  <a:cubicBezTo>
                    <a:pt x="33415" y="32368"/>
                    <a:pt x="33768" y="32726"/>
                    <a:pt x="33768" y="37748"/>
                  </a:cubicBezTo>
                  <a:cubicBezTo>
                    <a:pt x="33768" y="64292"/>
                    <a:pt x="21405" y="85814"/>
                    <a:pt x="9749" y="97651"/>
                  </a:cubicBezTo>
                  <a:cubicBezTo>
                    <a:pt x="5864" y="101597"/>
                    <a:pt x="5864" y="102314"/>
                    <a:pt x="5864" y="103390"/>
                  </a:cubicBezTo>
                  <a:cubicBezTo>
                    <a:pt x="5864" y="105901"/>
                    <a:pt x="7630" y="107336"/>
                    <a:pt x="9396" y="107336"/>
                  </a:cubicBezTo>
                  <a:cubicBezTo>
                    <a:pt x="13282" y="107336"/>
                    <a:pt x="41538" y="79716"/>
                    <a:pt x="41538" y="37748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859FD0B7-7DA8-EE84-6A3D-C386F269FA65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0921455" y="4991338"/>
              <a:ext cx="37440" cy="38022"/>
            </a:xfrm>
            <a:custGeom>
              <a:avLst/>
              <a:gdLst>
                <a:gd name="connsiteX0" fmla="*/ 37657 w 37440"/>
                <a:gd name="connsiteY0" fmla="*/ 19096 h 38022"/>
                <a:gd name="connsiteX1" fmla="*/ 18937 w 37440"/>
                <a:gd name="connsiteY1" fmla="*/ 85 h 38022"/>
                <a:gd name="connsiteX2" fmla="*/ 217 w 37440"/>
                <a:gd name="connsiteY2" fmla="*/ 19096 h 38022"/>
                <a:gd name="connsiteX3" fmla="*/ 18937 w 37440"/>
                <a:gd name="connsiteY3" fmla="*/ 38107 h 38022"/>
                <a:gd name="connsiteX4" fmla="*/ 37657 w 37440"/>
                <a:gd name="connsiteY4" fmla="*/ 19096 h 38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440" h="38022">
                  <a:moveTo>
                    <a:pt x="37657" y="19096"/>
                  </a:moveTo>
                  <a:cubicBezTo>
                    <a:pt x="37657" y="8694"/>
                    <a:pt x="29180" y="85"/>
                    <a:pt x="18937" y="85"/>
                  </a:cubicBezTo>
                  <a:cubicBezTo>
                    <a:pt x="8694" y="85"/>
                    <a:pt x="217" y="8694"/>
                    <a:pt x="217" y="19096"/>
                  </a:cubicBezTo>
                  <a:cubicBezTo>
                    <a:pt x="217" y="29498"/>
                    <a:pt x="8694" y="38107"/>
                    <a:pt x="18937" y="38107"/>
                  </a:cubicBezTo>
                  <a:cubicBezTo>
                    <a:pt x="29180" y="38107"/>
                    <a:pt x="37657" y="29498"/>
                    <a:pt x="37657" y="19096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3C533A3C-DDDC-563A-0FCA-A8C0B7D42188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1078436" y="4991338"/>
              <a:ext cx="37440" cy="38022"/>
            </a:xfrm>
            <a:custGeom>
              <a:avLst/>
              <a:gdLst>
                <a:gd name="connsiteX0" fmla="*/ 37662 w 37440"/>
                <a:gd name="connsiteY0" fmla="*/ 19096 h 38022"/>
                <a:gd name="connsiteX1" fmla="*/ 18942 w 37440"/>
                <a:gd name="connsiteY1" fmla="*/ 85 h 38022"/>
                <a:gd name="connsiteX2" fmla="*/ 222 w 37440"/>
                <a:gd name="connsiteY2" fmla="*/ 19096 h 38022"/>
                <a:gd name="connsiteX3" fmla="*/ 18942 w 37440"/>
                <a:gd name="connsiteY3" fmla="*/ 38107 h 38022"/>
                <a:gd name="connsiteX4" fmla="*/ 37662 w 37440"/>
                <a:gd name="connsiteY4" fmla="*/ 19096 h 38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440" h="38022">
                  <a:moveTo>
                    <a:pt x="37662" y="19096"/>
                  </a:moveTo>
                  <a:cubicBezTo>
                    <a:pt x="37662" y="8694"/>
                    <a:pt x="29185" y="85"/>
                    <a:pt x="18942" y="85"/>
                  </a:cubicBezTo>
                  <a:cubicBezTo>
                    <a:pt x="8699" y="85"/>
                    <a:pt x="222" y="8694"/>
                    <a:pt x="222" y="19096"/>
                  </a:cubicBezTo>
                  <a:cubicBezTo>
                    <a:pt x="222" y="29498"/>
                    <a:pt x="8699" y="38107"/>
                    <a:pt x="18942" y="38107"/>
                  </a:cubicBezTo>
                  <a:cubicBezTo>
                    <a:pt x="29185" y="38107"/>
                    <a:pt x="37662" y="29498"/>
                    <a:pt x="37662" y="19096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4F8D2A9-EC0F-5122-5520-1FD31FC9DB66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1235417" y="4991338"/>
              <a:ext cx="37440" cy="38022"/>
            </a:xfrm>
            <a:custGeom>
              <a:avLst/>
              <a:gdLst>
                <a:gd name="connsiteX0" fmla="*/ 37666 w 37440"/>
                <a:gd name="connsiteY0" fmla="*/ 19096 h 38022"/>
                <a:gd name="connsiteX1" fmla="*/ 18946 w 37440"/>
                <a:gd name="connsiteY1" fmla="*/ 85 h 38022"/>
                <a:gd name="connsiteX2" fmla="*/ 226 w 37440"/>
                <a:gd name="connsiteY2" fmla="*/ 19096 h 38022"/>
                <a:gd name="connsiteX3" fmla="*/ 18946 w 37440"/>
                <a:gd name="connsiteY3" fmla="*/ 38107 h 38022"/>
                <a:gd name="connsiteX4" fmla="*/ 37666 w 37440"/>
                <a:gd name="connsiteY4" fmla="*/ 19096 h 38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440" h="38022">
                  <a:moveTo>
                    <a:pt x="37666" y="19096"/>
                  </a:moveTo>
                  <a:cubicBezTo>
                    <a:pt x="37666" y="8694"/>
                    <a:pt x="29189" y="85"/>
                    <a:pt x="18946" y="85"/>
                  </a:cubicBezTo>
                  <a:cubicBezTo>
                    <a:pt x="8703" y="85"/>
                    <a:pt x="226" y="8694"/>
                    <a:pt x="226" y="19096"/>
                  </a:cubicBezTo>
                  <a:cubicBezTo>
                    <a:pt x="226" y="29498"/>
                    <a:pt x="8703" y="38107"/>
                    <a:pt x="18946" y="38107"/>
                  </a:cubicBezTo>
                  <a:cubicBezTo>
                    <a:pt x="29189" y="38107"/>
                    <a:pt x="37666" y="29498"/>
                    <a:pt x="37666" y="19096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B28C6D0-3842-7FC4-47D9-6AD985D81328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1392399" y="4991338"/>
              <a:ext cx="41325" cy="107251"/>
            </a:xfrm>
            <a:custGeom>
              <a:avLst/>
              <a:gdLst>
                <a:gd name="connsiteX0" fmla="*/ 41556 w 41325"/>
                <a:gd name="connsiteY0" fmla="*/ 37748 h 107251"/>
                <a:gd name="connsiteX1" fmla="*/ 18951 w 41325"/>
                <a:gd name="connsiteY1" fmla="*/ 85 h 107251"/>
                <a:gd name="connsiteX2" fmla="*/ 230 w 41325"/>
                <a:gd name="connsiteY2" fmla="*/ 19096 h 107251"/>
                <a:gd name="connsiteX3" fmla="*/ 18951 w 41325"/>
                <a:gd name="connsiteY3" fmla="*/ 38107 h 107251"/>
                <a:gd name="connsiteX4" fmla="*/ 31313 w 41325"/>
                <a:gd name="connsiteY4" fmla="*/ 33444 h 107251"/>
                <a:gd name="connsiteX5" fmla="*/ 33079 w 41325"/>
                <a:gd name="connsiteY5" fmla="*/ 32368 h 107251"/>
                <a:gd name="connsiteX6" fmla="*/ 33785 w 41325"/>
                <a:gd name="connsiteY6" fmla="*/ 37748 h 107251"/>
                <a:gd name="connsiteX7" fmla="*/ 9767 w 41325"/>
                <a:gd name="connsiteY7" fmla="*/ 97651 h 107251"/>
                <a:gd name="connsiteX8" fmla="*/ 5882 w 41325"/>
                <a:gd name="connsiteY8" fmla="*/ 103390 h 107251"/>
                <a:gd name="connsiteX9" fmla="*/ 9414 w 41325"/>
                <a:gd name="connsiteY9" fmla="*/ 107336 h 107251"/>
                <a:gd name="connsiteX10" fmla="*/ 41556 w 41325"/>
                <a:gd name="connsiteY10" fmla="*/ 37748 h 107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25" h="107251">
                  <a:moveTo>
                    <a:pt x="41556" y="37748"/>
                  </a:moveTo>
                  <a:cubicBezTo>
                    <a:pt x="41556" y="14074"/>
                    <a:pt x="32726" y="85"/>
                    <a:pt x="18951" y="85"/>
                  </a:cubicBezTo>
                  <a:cubicBezTo>
                    <a:pt x="7295" y="85"/>
                    <a:pt x="230" y="9052"/>
                    <a:pt x="230" y="19096"/>
                  </a:cubicBezTo>
                  <a:cubicBezTo>
                    <a:pt x="230" y="28781"/>
                    <a:pt x="7295" y="38107"/>
                    <a:pt x="18951" y="38107"/>
                  </a:cubicBezTo>
                  <a:cubicBezTo>
                    <a:pt x="23189" y="38107"/>
                    <a:pt x="27781" y="36672"/>
                    <a:pt x="31313" y="33444"/>
                  </a:cubicBezTo>
                  <a:cubicBezTo>
                    <a:pt x="32373" y="32726"/>
                    <a:pt x="32726" y="32368"/>
                    <a:pt x="33079" y="32368"/>
                  </a:cubicBezTo>
                  <a:cubicBezTo>
                    <a:pt x="33432" y="32368"/>
                    <a:pt x="33785" y="32726"/>
                    <a:pt x="33785" y="37748"/>
                  </a:cubicBezTo>
                  <a:cubicBezTo>
                    <a:pt x="33785" y="64292"/>
                    <a:pt x="21423" y="85814"/>
                    <a:pt x="9767" y="97651"/>
                  </a:cubicBezTo>
                  <a:cubicBezTo>
                    <a:pt x="5882" y="101597"/>
                    <a:pt x="5882" y="102314"/>
                    <a:pt x="5882" y="103390"/>
                  </a:cubicBezTo>
                  <a:cubicBezTo>
                    <a:pt x="5882" y="105901"/>
                    <a:pt x="7648" y="107336"/>
                    <a:pt x="9414" y="107336"/>
                  </a:cubicBezTo>
                  <a:cubicBezTo>
                    <a:pt x="13299" y="107336"/>
                    <a:pt x="41556" y="79716"/>
                    <a:pt x="41556" y="37748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138A0D95-2FF9-2CEA-1A3B-D050090FCA52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1559270" y="4870814"/>
              <a:ext cx="125036" cy="162491"/>
            </a:xfrm>
            <a:custGeom>
              <a:avLst/>
              <a:gdLst>
                <a:gd name="connsiteX0" fmla="*/ 44386 w 125036"/>
                <a:gd name="connsiteY0" fmla="*/ 75770 h 162491"/>
                <a:gd name="connsiteX1" fmla="*/ 95602 w 125036"/>
                <a:gd name="connsiteY1" fmla="*/ 67879 h 162491"/>
                <a:gd name="connsiteX2" fmla="*/ 123505 w 125036"/>
                <a:gd name="connsiteY2" fmla="*/ 30574 h 162491"/>
                <a:gd name="connsiteX3" fmla="*/ 87831 w 125036"/>
                <a:gd name="connsiteY3" fmla="*/ 85 h 162491"/>
                <a:gd name="connsiteX4" fmla="*/ 235 w 125036"/>
                <a:gd name="connsiteY4" fmla="*/ 99803 h 162491"/>
                <a:gd name="connsiteX5" fmla="*/ 50744 w 125036"/>
                <a:gd name="connsiteY5" fmla="*/ 162576 h 162491"/>
                <a:gd name="connsiteX6" fmla="*/ 125271 w 125036"/>
                <a:gd name="connsiteY6" fmla="*/ 121325 h 162491"/>
                <a:gd name="connsiteX7" fmla="*/ 119620 w 125036"/>
                <a:gd name="connsiteY7" fmla="*/ 115586 h 162491"/>
                <a:gd name="connsiteX8" fmla="*/ 115028 w 125036"/>
                <a:gd name="connsiteY8" fmla="*/ 119532 h 162491"/>
                <a:gd name="connsiteX9" fmla="*/ 51450 w 125036"/>
                <a:gd name="connsiteY9" fmla="*/ 154684 h 162491"/>
                <a:gd name="connsiteX10" fmla="*/ 24606 w 125036"/>
                <a:gd name="connsiteY10" fmla="*/ 115227 h 162491"/>
                <a:gd name="connsiteX11" fmla="*/ 30611 w 125036"/>
                <a:gd name="connsiteY11" fmla="*/ 75770 h 162491"/>
                <a:gd name="connsiteX12" fmla="*/ 44386 w 125036"/>
                <a:gd name="connsiteY12" fmla="*/ 75770 h 162491"/>
                <a:gd name="connsiteX13" fmla="*/ 32730 w 125036"/>
                <a:gd name="connsiteY13" fmla="*/ 67879 h 162491"/>
                <a:gd name="connsiteX14" fmla="*/ 87831 w 125036"/>
                <a:gd name="connsiteY14" fmla="*/ 7976 h 162491"/>
                <a:gd name="connsiteX15" fmla="*/ 110083 w 125036"/>
                <a:gd name="connsiteY15" fmla="*/ 29857 h 162491"/>
                <a:gd name="connsiteX16" fmla="*/ 40148 w 125036"/>
                <a:gd name="connsiteY16" fmla="*/ 67879 h 162491"/>
                <a:gd name="connsiteX17" fmla="*/ 32730 w 125036"/>
                <a:gd name="connsiteY17" fmla="*/ 67879 h 162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5036" h="162491">
                  <a:moveTo>
                    <a:pt x="44386" y="75770"/>
                  </a:moveTo>
                  <a:cubicBezTo>
                    <a:pt x="54983" y="75770"/>
                    <a:pt x="78648" y="74694"/>
                    <a:pt x="95602" y="67879"/>
                  </a:cubicBezTo>
                  <a:cubicBezTo>
                    <a:pt x="123505" y="56401"/>
                    <a:pt x="123505" y="33085"/>
                    <a:pt x="123505" y="30574"/>
                  </a:cubicBezTo>
                  <a:cubicBezTo>
                    <a:pt x="123505" y="14074"/>
                    <a:pt x="110437" y="85"/>
                    <a:pt x="87831" y="85"/>
                  </a:cubicBezTo>
                  <a:cubicBezTo>
                    <a:pt x="50744" y="85"/>
                    <a:pt x="235" y="36313"/>
                    <a:pt x="235" y="99803"/>
                  </a:cubicBezTo>
                  <a:cubicBezTo>
                    <a:pt x="235" y="132086"/>
                    <a:pt x="17189" y="162576"/>
                    <a:pt x="50744" y="162576"/>
                  </a:cubicBezTo>
                  <a:cubicBezTo>
                    <a:pt x="95955" y="162576"/>
                    <a:pt x="125271" y="126706"/>
                    <a:pt x="125271" y="121325"/>
                  </a:cubicBezTo>
                  <a:cubicBezTo>
                    <a:pt x="125271" y="119532"/>
                    <a:pt x="122446" y="115586"/>
                    <a:pt x="119620" y="115586"/>
                  </a:cubicBezTo>
                  <a:cubicBezTo>
                    <a:pt x="118207" y="115586"/>
                    <a:pt x="117854" y="115945"/>
                    <a:pt x="115028" y="119532"/>
                  </a:cubicBezTo>
                  <a:cubicBezTo>
                    <a:pt x="88891" y="153250"/>
                    <a:pt x="57455" y="154684"/>
                    <a:pt x="51450" y="154684"/>
                  </a:cubicBezTo>
                  <a:cubicBezTo>
                    <a:pt x="28492" y="154684"/>
                    <a:pt x="24606" y="129217"/>
                    <a:pt x="24606" y="115227"/>
                  </a:cubicBezTo>
                  <a:cubicBezTo>
                    <a:pt x="24606" y="101597"/>
                    <a:pt x="28139" y="85455"/>
                    <a:pt x="30611" y="75770"/>
                  </a:cubicBezTo>
                  <a:lnTo>
                    <a:pt x="44386" y="75770"/>
                  </a:lnTo>
                  <a:close/>
                  <a:moveTo>
                    <a:pt x="32730" y="67879"/>
                  </a:moveTo>
                  <a:cubicBezTo>
                    <a:pt x="47918" y="9052"/>
                    <a:pt x="84299" y="7976"/>
                    <a:pt x="87831" y="7976"/>
                  </a:cubicBezTo>
                  <a:cubicBezTo>
                    <a:pt x="101960" y="7976"/>
                    <a:pt x="110083" y="17661"/>
                    <a:pt x="110083" y="29857"/>
                  </a:cubicBezTo>
                  <a:cubicBezTo>
                    <a:pt x="110083" y="67879"/>
                    <a:pt x="51804" y="67879"/>
                    <a:pt x="40148" y="67879"/>
                  </a:cubicBezTo>
                  <a:lnTo>
                    <a:pt x="32730" y="67879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8842E62-5A4E-90B1-3A5A-1741B93C7F20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1710796" y="4870814"/>
              <a:ext cx="268086" cy="162491"/>
            </a:xfrm>
            <a:custGeom>
              <a:avLst/>
              <a:gdLst>
                <a:gd name="connsiteX0" fmla="*/ 52161 w 268086"/>
                <a:gd name="connsiteY0" fmla="*/ 95858 h 162491"/>
                <a:gd name="connsiteX1" fmla="*/ 57813 w 268086"/>
                <a:gd name="connsiteY1" fmla="*/ 72542 h 162491"/>
                <a:gd name="connsiteX2" fmla="*/ 66643 w 268086"/>
                <a:gd name="connsiteY2" fmla="*/ 46716 h 162491"/>
                <a:gd name="connsiteX3" fmla="*/ 116446 w 268086"/>
                <a:gd name="connsiteY3" fmla="*/ 7976 h 162491"/>
                <a:gd name="connsiteX4" fmla="*/ 132693 w 268086"/>
                <a:gd name="connsiteY4" fmla="*/ 31650 h 162491"/>
                <a:gd name="connsiteX5" fmla="*/ 129515 w 268086"/>
                <a:gd name="connsiteY5" fmla="*/ 54966 h 162491"/>
                <a:gd name="connsiteX6" fmla="*/ 106556 w 268086"/>
                <a:gd name="connsiteY6" fmla="*/ 148228 h 162491"/>
                <a:gd name="connsiteX7" fmla="*/ 105496 w 268086"/>
                <a:gd name="connsiteY7" fmla="*/ 153250 h 162491"/>
                <a:gd name="connsiteX8" fmla="*/ 115386 w 268086"/>
                <a:gd name="connsiteY8" fmla="*/ 162576 h 162491"/>
                <a:gd name="connsiteX9" fmla="*/ 128102 w 268086"/>
                <a:gd name="connsiteY9" fmla="*/ 153250 h 162491"/>
                <a:gd name="connsiteX10" fmla="*/ 142230 w 268086"/>
                <a:gd name="connsiteY10" fmla="*/ 95858 h 162491"/>
                <a:gd name="connsiteX11" fmla="*/ 147881 w 268086"/>
                <a:gd name="connsiteY11" fmla="*/ 72542 h 162491"/>
                <a:gd name="connsiteX12" fmla="*/ 156712 w 268086"/>
                <a:gd name="connsiteY12" fmla="*/ 46716 h 162491"/>
                <a:gd name="connsiteX13" fmla="*/ 206514 w 268086"/>
                <a:gd name="connsiteY13" fmla="*/ 7976 h 162491"/>
                <a:gd name="connsiteX14" fmla="*/ 222762 w 268086"/>
                <a:gd name="connsiteY14" fmla="*/ 31650 h 162491"/>
                <a:gd name="connsiteX15" fmla="*/ 202276 w 268086"/>
                <a:gd name="connsiteY15" fmla="*/ 110923 h 162491"/>
                <a:gd name="connsiteX16" fmla="*/ 196625 w 268086"/>
                <a:gd name="connsiteY16" fmla="*/ 133880 h 162491"/>
                <a:gd name="connsiteX17" fmla="*/ 223469 w 268086"/>
                <a:gd name="connsiteY17" fmla="*/ 162576 h 162491"/>
                <a:gd name="connsiteX18" fmla="*/ 268326 w 268086"/>
                <a:gd name="connsiteY18" fmla="*/ 107336 h 162491"/>
                <a:gd name="connsiteX19" fmla="*/ 263028 w 268086"/>
                <a:gd name="connsiteY19" fmla="*/ 103749 h 162491"/>
                <a:gd name="connsiteX20" fmla="*/ 257024 w 268086"/>
                <a:gd name="connsiteY20" fmla="*/ 109847 h 162491"/>
                <a:gd name="connsiteX21" fmla="*/ 224175 w 268086"/>
                <a:gd name="connsiteY21" fmla="*/ 154684 h 162491"/>
                <a:gd name="connsiteX22" fmla="*/ 216404 w 268086"/>
                <a:gd name="connsiteY22" fmla="*/ 144282 h 162491"/>
                <a:gd name="connsiteX23" fmla="*/ 222762 w 268086"/>
                <a:gd name="connsiteY23" fmla="*/ 117380 h 162491"/>
                <a:gd name="connsiteX24" fmla="*/ 244308 w 268086"/>
                <a:gd name="connsiteY24" fmla="*/ 37390 h 162491"/>
                <a:gd name="connsiteX25" fmla="*/ 207221 w 268086"/>
                <a:gd name="connsiteY25" fmla="*/ 85 h 162491"/>
                <a:gd name="connsiteX26" fmla="*/ 154239 w 268086"/>
                <a:gd name="connsiteY26" fmla="*/ 31650 h 162491"/>
                <a:gd name="connsiteX27" fmla="*/ 117152 w 268086"/>
                <a:gd name="connsiteY27" fmla="*/ 85 h 162491"/>
                <a:gd name="connsiteX28" fmla="*/ 66643 w 268086"/>
                <a:gd name="connsiteY28" fmla="*/ 28422 h 162491"/>
                <a:gd name="connsiteX29" fmla="*/ 36973 w 268086"/>
                <a:gd name="connsiteY29" fmla="*/ 85 h 162491"/>
                <a:gd name="connsiteX30" fmla="*/ 11542 w 268086"/>
                <a:gd name="connsiteY30" fmla="*/ 19096 h 162491"/>
                <a:gd name="connsiteX31" fmla="*/ 239 w 268086"/>
                <a:gd name="connsiteY31" fmla="*/ 55325 h 162491"/>
                <a:gd name="connsiteX32" fmla="*/ 5538 w 268086"/>
                <a:gd name="connsiteY32" fmla="*/ 58912 h 162491"/>
                <a:gd name="connsiteX33" fmla="*/ 12249 w 268086"/>
                <a:gd name="connsiteY33" fmla="*/ 50661 h 162491"/>
                <a:gd name="connsiteX34" fmla="*/ 36267 w 268086"/>
                <a:gd name="connsiteY34" fmla="*/ 7976 h 162491"/>
                <a:gd name="connsiteX35" fmla="*/ 45450 w 268086"/>
                <a:gd name="connsiteY35" fmla="*/ 22324 h 162491"/>
                <a:gd name="connsiteX36" fmla="*/ 42978 w 268086"/>
                <a:gd name="connsiteY36" fmla="*/ 40618 h 162491"/>
                <a:gd name="connsiteX37" fmla="*/ 16487 w 268086"/>
                <a:gd name="connsiteY37" fmla="*/ 148228 h 162491"/>
                <a:gd name="connsiteX38" fmla="*/ 15428 w 268086"/>
                <a:gd name="connsiteY38" fmla="*/ 153250 h 162491"/>
                <a:gd name="connsiteX39" fmla="*/ 25317 w 268086"/>
                <a:gd name="connsiteY39" fmla="*/ 162576 h 162491"/>
                <a:gd name="connsiteX40" fmla="*/ 38033 w 268086"/>
                <a:gd name="connsiteY40" fmla="*/ 153250 h 162491"/>
                <a:gd name="connsiteX41" fmla="*/ 52161 w 268086"/>
                <a:gd name="connsiteY41" fmla="*/ 95858 h 162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68086" h="162491">
                  <a:moveTo>
                    <a:pt x="52161" y="95858"/>
                  </a:moveTo>
                  <a:cubicBezTo>
                    <a:pt x="53927" y="87966"/>
                    <a:pt x="56047" y="80433"/>
                    <a:pt x="57813" y="72542"/>
                  </a:cubicBezTo>
                  <a:cubicBezTo>
                    <a:pt x="62405" y="54966"/>
                    <a:pt x="62405" y="54248"/>
                    <a:pt x="66643" y="46716"/>
                  </a:cubicBezTo>
                  <a:cubicBezTo>
                    <a:pt x="76886" y="28781"/>
                    <a:pt x="92074" y="7976"/>
                    <a:pt x="116446" y="7976"/>
                  </a:cubicBezTo>
                  <a:cubicBezTo>
                    <a:pt x="132693" y="7976"/>
                    <a:pt x="132693" y="26270"/>
                    <a:pt x="132693" y="31650"/>
                  </a:cubicBezTo>
                  <a:cubicBezTo>
                    <a:pt x="132693" y="41335"/>
                    <a:pt x="130221" y="51737"/>
                    <a:pt x="129515" y="54966"/>
                  </a:cubicBezTo>
                  <a:lnTo>
                    <a:pt x="106556" y="148228"/>
                  </a:lnTo>
                  <a:cubicBezTo>
                    <a:pt x="105849" y="150380"/>
                    <a:pt x="105496" y="152174"/>
                    <a:pt x="105496" y="153250"/>
                  </a:cubicBezTo>
                  <a:cubicBezTo>
                    <a:pt x="105496" y="157195"/>
                    <a:pt x="108322" y="162576"/>
                    <a:pt x="115386" y="162576"/>
                  </a:cubicBezTo>
                  <a:cubicBezTo>
                    <a:pt x="119625" y="162576"/>
                    <a:pt x="125629" y="160065"/>
                    <a:pt x="128102" y="153250"/>
                  </a:cubicBezTo>
                  <a:lnTo>
                    <a:pt x="142230" y="95858"/>
                  </a:lnTo>
                  <a:cubicBezTo>
                    <a:pt x="143996" y="87966"/>
                    <a:pt x="146115" y="80433"/>
                    <a:pt x="147881" y="72542"/>
                  </a:cubicBezTo>
                  <a:cubicBezTo>
                    <a:pt x="152473" y="54966"/>
                    <a:pt x="152473" y="54248"/>
                    <a:pt x="156712" y="46716"/>
                  </a:cubicBezTo>
                  <a:cubicBezTo>
                    <a:pt x="166955" y="28781"/>
                    <a:pt x="182143" y="7976"/>
                    <a:pt x="206514" y="7976"/>
                  </a:cubicBezTo>
                  <a:cubicBezTo>
                    <a:pt x="222762" y="7976"/>
                    <a:pt x="222762" y="26270"/>
                    <a:pt x="222762" y="31650"/>
                  </a:cubicBezTo>
                  <a:cubicBezTo>
                    <a:pt x="222762" y="53890"/>
                    <a:pt x="207221" y="96575"/>
                    <a:pt x="202276" y="110923"/>
                  </a:cubicBezTo>
                  <a:cubicBezTo>
                    <a:pt x="197684" y="123119"/>
                    <a:pt x="196625" y="126347"/>
                    <a:pt x="196625" y="133880"/>
                  </a:cubicBezTo>
                  <a:cubicBezTo>
                    <a:pt x="196625" y="149663"/>
                    <a:pt x="206514" y="162576"/>
                    <a:pt x="223469" y="162576"/>
                  </a:cubicBezTo>
                  <a:cubicBezTo>
                    <a:pt x="256317" y="162576"/>
                    <a:pt x="268326" y="109130"/>
                    <a:pt x="268326" y="107336"/>
                  </a:cubicBezTo>
                  <a:cubicBezTo>
                    <a:pt x="268326" y="103749"/>
                    <a:pt x="265501" y="103749"/>
                    <a:pt x="263028" y="103749"/>
                  </a:cubicBezTo>
                  <a:cubicBezTo>
                    <a:pt x="258436" y="103749"/>
                    <a:pt x="258436" y="104466"/>
                    <a:pt x="257024" y="109847"/>
                  </a:cubicBezTo>
                  <a:cubicBezTo>
                    <a:pt x="254198" y="119532"/>
                    <a:pt x="244661" y="154684"/>
                    <a:pt x="224175" y="154684"/>
                  </a:cubicBezTo>
                  <a:cubicBezTo>
                    <a:pt x="216758" y="154684"/>
                    <a:pt x="216404" y="149304"/>
                    <a:pt x="216404" y="144282"/>
                  </a:cubicBezTo>
                  <a:cubicBezTo>
                    <a:pt x="216404" y="135315"/>
                    <a:pt x="219936" y="125988"/>
                    <a:pt x="222762" y="117380"/>
                  </a:cubicBezTo>
                  <a:cubicBezTo>
                    <a:pt x="229826" y="98368"/>
                    <a:pt x="244308" y="58194"/>
                    <a:pt x="244308" y="37390"/>
                  </a:cubicBezTo>
                  <a:cubicBezTo>
                    <a:pt x="244308" y="7259"/>
                    <a:pt x="223822" y="85"/>
                    <a:pt x="207221" y="85"/>
                  </a:cubicBezTo>
                  <a:cubicBezTo>
                    <a:pt x="182496" y="85"/>
                    <a:pt x="164836" y="15867"/>
                    <a:pt x="154239" y="31650"/>
                  </a:cubicBezTo>
                  <a:cubicBezTo>
                    <a:pt x="151414" y="6900"/>
                    <a:pt x="133047" y="85"/>
                    <a:pt x="117152" y="85"/>
                  </a:cubicBezTo>
                  <a:cubicBezTo>
                    <a:pt x="95960" y="85"/>
                    <a:pt x="78652" y="11922"/>
                    <a:pt x="66643" y="28422"/>
                  </a:cubicBezTo>
                  <a:cubicBezTo>
                    <a:pt x="64171" y="10846"/>
                    <a:pt x="52161" y="85"/>
                    <a:pt x="36973" y="85"/>
                  </a:cubicBezTo>
                  <a:cubicBezTo>
                    <a:pt x="24258" y="85"/>
                    <a:pt x="17194" y="8335"/>
                    <a:pt x="11542" y="19096"/>
                  </a:cubicBezTo>
                  <a:cubicBezTo>
                    <a:pt x="4831" y="33444"/>
                    <a:pt x="239" y="54607"/>
                    <a:pt x="239" y="55325"/>
                  </a:cubicBezTo>
                  <a:cubicBezTo>
                    <a:pt x="239" y="58912"/>
                    <a:pt x="3772" y="58912"/>
                    <a:pt x="5538" y="58912"/>
                  </a:cubicBezTo>
                  <a:cubicBezTo>
                    <a:pt x="10129" y="58912"/>
                    <a:pt x="10483" y="58553"/>
                    <a:pt x="12249" y="50661"/>
                  </a:cubicBezTo>
                  <a:cubicBezTo>
                    <a:pt x="18606" y="25552"/>
                    <a:pt x="25317" y="7976"/>
                    <a:pt x="36267" y="7976"/>
                  </a:cubicBezTo>
                  <a:cubicBezTo>
                    <a:pt x="45450" y="7976"/>
                    <a:pt x="45450" y="18378"/>
                    <a:pt x="45450" y="22324"/>
                  </a:cubicBezTo>
                  <a:cubicBezTo>
                    <a:pt x="45450" y="28063"/>
                    <a:pt x="44391" y="34879"/>
                    <a:pt x="42978" y="40618"/>
                  </a:cubicBezTo>
                  <a:lnTo>
                    <a:pt x="16487" y="148228"/>
                  </a:lnTo>
                  <a:cubicBezTo>
                    <a:pt x="15781" y="150380"/>
                    <a:pt x="15428" y="152174"/>
                    <a:pt x="15428" y="153250"/>
                  </a:cubicBezTo>
                  <a:cubicBezTo>
                    <a:pt x="15428" y="157195"/>
                    <a:pt x="18253" y="162576"/>
                    <a:pt x="25317" y="162576"/>
                  </a:cubicBezTo>
                  <a:cubicBezTo>
                    <a:pt x="29556" y="162576"/>
                    <a:pt x="35561" y="160065"/>
                    <a:pt x="38033" y="153250"/>
                  </a:cubicBezTo>
                  <a:lnTo>
                    <a:pt x="52161" y="95858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FFE573AA-461D-559E-B0DF-BDF5F99EE33C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2010945" y="4780422"/>
              <a:ext cx="121504" cy="252883"/>
            </a:xfrm>
            <a:custGeom>
              <a:avLst/>
              <a:gdLst>
                <a:gd name="connsiteX0" fmla="*/ 66651 w 121504"/>
                <a:gd name="connsiteY0" fmla="*/ 9052 h 252883"/>
                <a:gd name="connsiteX1" fmla="*/ 67711 w 121504"/>
                <a:gd name="connsiteY1" fmla="*/ 4389 h 252883"/>
                <a:gd name="connsiteX2" fmla="*/ 62766 w 121504"/>
                <a:gd name="connsiteY2" fmla="*/ 85 h 252883"/>
                <a:gd name="connsiteX3" fmla="*/ 57115 w 121504"/>
                <a:gd name="connsiteY3" fmla="*/ 802 h 252883"/>
                <a:gd name="connsiteX4" fmla="*/ 22147 w 121504"/>
                <a:gd name="connsiteY4" fmla="*/ 3672 h 252883"/>
                <a:gd name="connsiteX5" fmla="*/ 14023 w 121504"/>
                <a:gd name="connsiteY5" fmla="*/ 11204 h 252883"/>
                <a:gd name="connsiteX6" fmla="*/ 22500 w 121504"/>
                <a:gd name="connsiteY6" fmla="*/ 15150 h 252883"/>
                <a:gd name="connsiteX7" fmla="*/ 40160 w 121504"/>
                <a:gd name="connsiteY7" fmla="*/ 21248 h 252883"/>
                <a:gd name="connsiteX8" fmla="*/ 39101 w 121504"/>
                <a:gd name="connsiteY8" fmla="*/ 27346 h 252883"/>
                <a:gd name="connsiteX9" fmla="*/ 4133 w 121504"/>
                <a:gd name="connsiteY9" fmla="*/ 169032 h 252883"/>
                <a:gd name="connsiteX10" fmla="*/ 248 w 121504"/>
                <a:gd name="connsiteY10" fmla="*/ 198446 h 252883"/>
                <a:gd name="connsiteX11" fmla="*/ 40867 w 121504"/>
                <a:gd name="connsiteY11" fmla="*/ 252968 h 252883"/>
                <a:gd name="connsiteX12" fmla="*/ 121752 w 121504"/>
                <a:gd name="connsiteY12" fmla="*/ 146434 h 252883"/>
                <a:gd name="connsiteX13" fmla="*/ 79367 w 121504"/>
                <a:gd name="connsiteY13" fmla="*/ 90477 h 252883"/>
                <a:gd name="connsiteX14" fmla="*/ 41926 w 121504"/>
                <a:gd name="connsiteY14" fmla="*/ 109488 h 252883"/>
                <a:gd name="connsiteX15" fmla="*/ 66651 w 121504"/>
                <a:gd name="connsiteY15" fmla="*/ 9052 h 252883"/>
                <a:gd name="connsiteX16" fmla="*/ 40867 w 121504"/>
                <a:gd name="connsiteY16" fmla="*/ 245077 h 252883"/>
                <a:gd name="connsiteX17" fmla="*/ 20381 w 121504"/>
                <a:gd name="connsiteY17" fmla="*/ 210642 h 252883"/>
                <a:gd name="connsiteX18" fmla="*/ 33803 w 121504"/>
                <a:gd name="connsiteY18" fmla="*/ 141413 h 252883"/>
                <a:gd name="connsiteX19" fmla="*/ 41573 w 121504"/>
                <a:gd name="connsiteY19" fmla="*/ 124912 h 252883"/>
                <a:gd name="connsiteX20" fmla="*/ 78660 w 121504"/>
                <a:gd name="connsiteY20" fmla="*/ 98368 h 252883"/>
                <a:gd name="connsiteX21" fmla="*/ 98087 w 121504"/>
                <a:gd name="connsiteY21" fmla="*/ 130293 h 252883"/>
                <a:gd name="connsiteX22" fmla="*/ 78307 w 121504"/>
                <a:gd name="connsiteY22" fmla="*/ 211000 h 252883"/>
                <a:gd name="connsiteX23" fmla="*/ 40867 w 121504"/>
                <a:gd name="connsiteY23" fmla="*/ 245077 h 252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1504" h="252883">
                  <a:moveTo>
                    <a:pt x="66651" y="9052"/>
                  </a:moveTo>
                  <a:cubicBezTo>
                    <a:pt x="67004" y="7976"/>
                    <a:pt x="67711" y="5106"/>
                    <a:pt x="67711" y="4389"/>
                  </a:cubicBezTo>
                  <a:cubicBezTo>
                    <a:pt x="67711" y="1161"/>
                    <a:pt x="65592" y="85"/>
                    <a:pt x="62766" y="85"/>
                  </a:cubicBezTo>
                  <a:cubicBezTo>
                    <a:pt x="61706" y="85"/>
                    <a:pt x="58174" y="443"/>
                    <a:pt x="57115" y="802"/>
                  </a:cubicBezTo>
                  <a:lnTo>
                    <a:pt x="22147" y="3672"/>
                  </a:lnTo>
                  <a:cubicBezTo>
                    <a:pt x="17908" y="4030"/>
                    <a:pt x="14023" y="4389"/>
                    <a:pt x="14023" y="11204"/>
                  </a:cubicBezTo>
                  <a:cubicBezTo>
                    <a:pt x="14023" y="15150"/>
                    <a:pt x="17555" y="15150"/>
                    <a:pt x="22500" y="15150"/>
                  </a:cubicBezTo>
                  <a:cubicBezTo>
                    <a:pt x="39454" y="15150"/>
                    <a:pt x="40160" y="17661"/>
                    <a:pt x="40160" y="21248"/>
                  </a:cubicBezTo>
                  <a:cubicBezTo>
                    <a:pt x="40160" y="22324"/>
                    <a:pt x="39101" y="26987"/>
                    <a:pt x="39101" y="27346"/>
                  </a:cubicBezTo>
                  <a:lnTo>
                    <a:pt x="4133" y="169032"/>
                  </a:lnTo>
                  <a:cubicBezTo>
                    <a:pt x="3780" y="170108"/>
                    <a:pt x="248" y="184815"/>
                    <a:pt x="248" y="198446"/>
                  </a:cubicBezTo>
                  <a:cubicBezTo>
                    <a:pt x="248" y="228577"/>
                    <a:pt x="15082" y="252968"/>
                    <a:pt x="40867" y="252968"/>
                  </a:cubicBezTo>
                  <a:cubicBezTo>
                    <a:pt x="80426" y="252968"/>
                    <a:pt x="121752" y="199163"/>
                    <a:pt x="121752" y="146434"/>
                  </a:cubicBezTo>
                  <a:cubicBezTo>
                    <a:pt x="121752" y="108053"/>
                    <a:pt x="100559" y="90477"/>
                    <a:pt x="79367" y="90477"/>
                  </a:cubicBezTo>
                  <a:cubicBezTo>
                    <a:pt x="65945" y="90477"/>
                    <a:pt x="53936" y="98010"/>
                    <a:pt x="41926" y="109488"/>
                  </a:cubicBezTo>
                  <a:lnTo>
                    <a:pt x="66651" y="9052"/>
                  </a:lnTo>
                  <a:close/>
                  <a:moveTo>
                    <a:pt x="40867" y="245077"/>
                  </a:moveTo>
                  <a:cubicBezTo>
                    <a:pt x="32037" y="245077"/>
                    <a:pt x="20381" y="237544"/>
                    <a:pt x="20381" y="210642"/>
                  </a:cubicBezTo>
                  <a:cubicBezTo>
                    <a:pt x="20381" y="194859"/>
                    <a:pt x="23560" y="182304"/>
                    <a:pt x="33803" y="141413"/>
                  </a:cubicBezTo>
                  <a:cubicBezTo>
                    <a:pt x="36275" y="132804"/>
                    <a:pt x="36275" y="132086"/>
                    <a:pt x="41573" y="124912"/>
                  </a:cubicBezTo>
                  <a:cubicBezTo>
                    <a:pt x="51816" y="110564"/>
                    <a:pt x="65238" y="98368"/>
                    <a:pt x="78660" y="98368"/>
                  </a:cubicBezTo>
                  <a:cubicBezTo>
                    <a:pt x="94555" y="98368"/>
                    <a:pt x="98087" y="118814"/>
                    <a:pt x="98087" y="130293"/>
                  </a:cubicBezTo>
                  <a:cubicBezTo>
                    <a:pt x="98087" y="145358"/>
                    <a:pt x="88550" y="188043"/>
                    <a:pt x="78307" y="211000"/>
                  </a:cubicBezTo>
                  <a:cubicBezTo>
                    <a:pt x="74069" y="219968"/>
                    <a:pt x="58881" y="245077"/>
                    <a:pt x="40867" y="245077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6FB1C01-770F-0DAC-1ED0-B33BB5402786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2167769" y="4760335"/>
              <a:ext cx="81944" cy="358700"/>
            </a:xfrm>
            <a:custGeom>
              <a:avLst/>
              <a:gdLst>
                <a:gd name="connsiteX0" fmla="*/ 82197 w 81944"/>
                <a:gd name="connsiteY0" fmla="*/ 355198 h 358700"/>
                <a:gd name="connsiteX1" fmla="*/ 76192 w 81944"/>
                <a:gd name="connsiteY1" fmla="*/ 347306 h 358700"/>
                <a:gd name="connsiteX2" fmla="*/ 20738 w 81944"/>
                <a:gd name="connsiteY2" fmla="*/ 179435 h 358700"/>
                <a:gd name="connsiteX3" fmla="*/ 77605 w 81944"/>
                <a:gd name="connsiteY3" fmla="*/ 9770 h 358700"/>
                <a:gd name="connsiteX4" fmla="*/ 82197 w 81944"/>
                <a:gd name="connsiteY4" fmla="*/ 3672 h 358700"/>
                <a:gd name="connsiteX5" fmla="*/ 78665 w 81944"/>
                <a:gd name="connsiteY5" fmla="*/ 85 h 358700"/>
                <a:gd name="connsiteX6" fmla="*/ 22504 w 81944"/>
                <a:gd name="connsiteY6" fmla="*/ 70031 h 358700"/>
                <a:gd name="connsiteX7" fmla="*/ 252 w 81944"/>
                <a:gd name="connsiteY7" fmla="*/ 179435 h 358700"/>
                <a:gd name="connsiteX8" fmla="*/ 23564 w 81944"/>
                <a:gd name="connsiteY8" fmla="*/ 291349 h 358700"/>
                <a:gd name="connsiteX9" fmla="*/ 78665 w 81944"/>
                <a:gd name="connsiteY9" fmla="*/ 358785 h 358700"/>
                <a:gd name="connsiteX10" fmla="*/ 82197 w 81944"/>
                <a:gd name="connsiteY10" fmla="*/ 355198 h 358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944" h="358700">
                  <a:moveTo>
                    <a:pt x="82197" y="355198"/>
                  </a:moveTo>
                  <a:cubicBezTo>
                    <a:pt x="82197" y="354122"/>
                    <a:pt x="82197" y="353404"/>
                    <a:pt x="76192" y="347306"/>
                  </a:cubicBezTo>
                  <a:cubicBezTo>
                    <a:pt x="32041" y="302110"/>
                    <a:pt x="20738" y="234316"/>
                    <a:pt x="20738" y="179435"/>
                  </a:cubicBezTo>
                  <a:cubicBezTo>
                    <a:pt x="20738" y="117021"/>
                    <a:pt x="34160" y="54607"/>
                    <a:pt x="77605" y="9770"/>
                  </a:cubicBezTo>
                  <a:cubicBezTo>
                    <a:pt x="82197" y="5465"/>
                    <a:pt x="82197" y="4748"/>
                    <a:pt x="82197" y="3672"/>
                  </a:cubicBezTo>
                  <a:cubicBezTo>
                    <a:pt x="82197" y="1161"/>
                    <a:pt x="80784" y="85"/>
                    <a:pt x="78665" y="85"/>
                  </a:cubicBezTo>
                  <a:cubicBezTo>
                    <a:pt x="75133" y="85"/>
                    <a:pt x="43344" y="24476"/>
                    <a:pt x="22504" y="70031"/>
                  </a:cubicBezTo>
                  <a:cubicBezTo>
                    <a:pt x="4491" y="109488"/>
                    <a:pt x="252" y="149304"/>
                    <a:pt x="252" y="179435"/>
                  </a:cubicBezTo>
                  <a:cubicBezTo>
                    <a:pt x="252" y="207413"/>
                    <a:pt x="4138" y="250816"/>
                    <a:pt x="23564" y="291349"/>
                  </a:cubicBezTo>
                  <a:cubicBezTo>
                    <a:pt x="44757" y="335469"/>
                    <a:pt x="75133" y="358785"/>
                    <a:pt x="78665" y="358785"/>
                  </a:cubicBezTo>
                  <a:cubicBezTo>
                    <a:pt x="80784" y="358785"/>
                    <a:pt x="82197" y="357709"/>
                    <a:pt x="82197" y="355198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18AD16E4-BAC7-3205-638C-C1EA69ED2C0E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2280404" y="4870814"/>
              <a:ext cx="233825" cy="162491"/>
            </a:xfrm>
            <a:custGeom>
              <a:avLst/>
              <a:gdLst>
                <a:gd name="connsiteX0" fmla="*/ 153196 w 233825"/>
                <a:gd name="connsiteY0" fmla="*/ 37031 h 162491"/>
                <a:gd name="connsiteX1" fmla="*/ 158494 w 233825"/>
                <a:gd name="connsiteY1" fmla="*/ 13715 h 162491"/>
                <a:gd name="connsiteX2" fmla="*/ 148251 w 233825"/>
                <a:gd name="connsiteY2" fmla="*/ 4030 h 162491"/>
                <a:gd name="connsiteX3" fmla="*/ 135182 w 233825"/>
                <a:gd name="connsiteY3" fmla="*/ 14074 h 162491"/>
                <a:gd name="connsiteX4" fmla="*/ 115049 w 233825"/>
                <a:gd name="connsiteY4" fmla="*/ 94423 h 162491"/>
                <a:gd name="connsiteX5" fmla="*/ 111871 w 233825"/>
                <a:gd name="connsiteY5" fmla="*/ 118097 h 162491"/>
                <a:gd name="connsiteX6" fmla="*/ 112224 w 233825"/>
                <a:gd name="connsiteY6" fmla="*/ 124554 h 162491"/>
                <a:gd name="connsiteX7" fmla="*/ 79728 w 233825"/>
                <a:gd name="connsiteY7" fmla="*/ 154684 h 162491"/>
                <a:gd name="connsiteX8" fmla="*/ 51472 w 233825"/>
                <a:gd name="connsiteY8" fmla="*/ 122043 h 162491"/>
                <a:gd name="connsiteX9" fmla="*/ 69839 w 233825"/>
                <a:gd name="connsiteY9" fmla="*/ 52455 h 162491"/>
                <a:gd name="connsiteX10" fmla="*/ 75843 w 233825"/>
                <a:gd name="connsiteY10" fmla="*/ 29498 h 162491"/>
                <a:gd name="connsiteX11" fmla="*/ 46880 w 233825"/>
                <a:gd name="connsiteY11" fmla="*/ 85 h 162491"/>
                <a:gd name="connsiteX12" fmla="*/ 256 w 233825"/>
                <a:gd name="connsiteY12" fmla="*/ 55325 h 162491"/>
                <a:gd name="connsiteX13" fmla="*/ 4495 w 233825"/>
                <a:gd name="connsiteY13" fmla="*/ 58912 h 162491"/>
                <a:gd name="connsiteX14" fmla="*/ 10146 w 233825"/>
                <a:gd name="connsiteY14" fmla="*/ 52455 h 162491"/>
                <a:gd name="connsiteX15" fmla="*/ 45820 w 233825"/>
                <a:gd name="connsiteY15" fmla="*/ 7976 h 162491"/>
                <a:gd name="connsiteX16" fmla="*/ 54650 w 233825"/>
                <a:gd name="connsiteY16" fmla="*/ 19813 h 162491"/>
                <a:gd name="connsiteX17" fmla="*/ 48293 w 233825"/>
                <a:gd name="connsiteY17" fmla="*/ 44922 h 162491"/>
                <a:gd name="connsiteX18" fmla="*/ 28513 w 233825"/>
                <a:gd name="connsiteY18" fmla="*/ 117380 h 162491"/>
                <a:gd name="connsiteX19" fmla="*/ 78669 w 233825"/>
                <a:gd name="connsiteY19" fmla="*/ 162576 h 162491"/>
                <a:gd name="connsiteX20" fmla="*/ 115403 w 233825"/>
                <a:gd name="connsiteY20" fmla="*/ 137467 h 162491"/>
                <a:gd name="connsiteX21" fmla="*/ 159554 w 233825"/>
                <a:gd name="connsiteY21" fmla="*/ 162576 h 162491"/>
                <a:gd name="connsiteX22" fmla="*/ 210770 w 233825"/>
                <a:gd name="connsiteY22" fmla="*/ 118456 h 162491"/>
                <a:gd name="connsiteX23" fmla="*/ 234081 w 233825"/>
                <a:gd name="connsiteY23" fmla="*/ 25194 h 162491"/>
                <a:gd name="connsiteX24" fmla="*/ 218540 w 233825"/>
                <a:gd name="connsiteY24" fmla="*/ 85 h 162491"/>
                <a:gd name="connsiteX25" fmla="*/ 200880 w 233825"/>
                <a:gd name="connsiteY25" fmla="*/ 17302 h 162491"/>
                <a:gd name="connsiteX26" fmla="*/ 206178 w 233825"/>
                <a:gd name="connsiteY26" fmla="*/ 26987 h 162491"/>
                <a:gd name="connsiteX27" fmla="*/ 218893 w 233825"/>
                <a:gd name="connsiteY27" fmla="*/ 57477 h 162491"/>
                <a:gd name="connsiteX28" fmla="*/ 199467 w 233825"/>
                <a:gd name="connsiteY28" fmla="*/ 123119 h 162491"/>
                <a:gd name="connsiteX29" fmla="*/ 160614 w 233825"/>
                <a:gd name="connsiteY29" fmla="*/ 154684 h 162491"/>
                <a:gd name="connsiteX30" fmla="*/ 134476 w 233825"/>
                <a:gd name="connsiteY30" fmla="*/ 123478 h 162491"/>
                <a:gd name="connsiteX31" fmla="*/ 138361 w 233825"/>
                <a:gd name="connsiteY31" fmla="*/ 97292 h 162491"/>
                <a:gd name="connsiteX32" fmla="*/ 153196 w 233825"/>
                <a:gd name="connsiteY32" fmla="*/ 37031 h 162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3825" h="162491">
                  <a:moveTo>
                    <a:pt x="153196" y="37031"/>
                  </a:moveTo>
                  <a:cubicBezTo>
                    <a:pt x="154962" y="29139"/>
                    <a:pt x="158494" y="15867"/>
                    <a:pt x="158494" y="13715"/>
                  </a:cubicBezTo>
                  <a:cubicBezTo>
                    <a:pt x="158494" y="7259"/>
                    <a:pt x="153549" y="4030"/>
                    <a:pt x="148251" y="4030"/>
                  </a:cubicBezTo>
                  <a:cubicBezTo>
                    <a:pt x="144013" y="4030"/>
                    <a:pt x="137655" y="6900"/>
                    <a:pt x="135182" y="14074"/>
                  </a:cubicBezTo>
                  <a:cubicBezTo>
                    <a:pt x="134123" y="16585"/>
                    <a:pt x="117522" y="85097"/>
                    <a:pt x="115049" y="94423"/>
                  </a:cubicBezTo>
                  <a:cubicBezTo>
                    <a:pt x="112577" y="105184"/>
                    <a:pt x="111871" y="111640"/>
                    <a:pt x="111871" y="118097"/>
                  </a:cubicBezTo>
                  <a:cubicBezTo>
                    <a:pt x="111871" y="122043"/>
                    <a:pt x="111871" y="122760"/>
                    <a:pt x="112224" y="124554"/>
                  </a:cubicBezTo>
                  <a:cubicBezTo>
                    <a:pt x="104100" y="143565"/>
                    <a:pt x="93504" y="154684"/>
                    <a:pt x="79728" y="154684"/>
                  </a:cubicBezTo>
                  <a:cubicBezTo>
                    <a:pt x="51472" y="154684"/>
                    <a:pt x="51472" y="128141"/>
                    <a:pt x="51472" y="122043"/>
                  </a:cubicBezTo>
                  <a:cubicBezTo>
                    <a:pt x="51472" y="110564"/>
                    <a:pt x="53238" y="96575"/>
                    <a:pt x="69839" y="52455"/>
                  </a:cubicBezTo>
                  <a:cubicBezTo>
                    <a:pt x="73724" y="41694"/>
                    <a:pt x="75843" y="36672"/>
                    <a:pt x="75843" y="29498"/>
                  </a:cubicBezTo>
                  <a:cubicBezTo>
                    <a:pt x="75843" y="13357"/>
                    <a:pt x="64187" y="85"/>
                    <a:pt x="46880" y="85"/>
                  </a:cubicBezTo>
                  <a:cubicBezTo>
                    <a:pt x="13325" y="85"/>
                    <a:pt x="256" y="52096"/>
                    <a:pt x="256" y="55325"/>
                  </a:cubicBezTo>
                  <a:cubicBezTo>
                    <a:pt x="256" y="58912"/>
                    <a:pt x="3788" y="58912"/>
                    <a:pt x="4495" y="58912"/>
                  </a:cubicBezTo>
                  <a:cubicBezTo>
                    <a:pt x="8027" y="58912"/>
                    <a:pt x="8380" y="58194"/>
                    <a:pt x="10146" y="52455"/>
                  </a:cubicBezTo>
                  <a:cubicBezTo>
                    <a:pt x="19683" y="19096"/>
                    <a:pt x="33458" y="7976"/>
                    <a:pt x="45820" y="7976"/>
                  </a:cubicBezTo>
                  <a:cubicBezTo>
                    <a:pt x="48999" y="7976"/>
                    <a:pt x="54650" y="8335"/>
                    <a:pt x="54650" y="19813"/>
                  </a:cubicBezTo>
                  <a:cubicBezTo>
                    <a:pt x="54650" y="28781"/>
                    <a:pt x="50765" y="38824"/>
                    <a:pt x="48293" y="44922"/>
                  </a:cubicBezTo>
                  <a:cubicBezTo>
                    <a:pt x="32751" y="87249"/>
                    <a:pt x="28513" y="103749"/>
                    <a:pt x="28513" y="117380"/>
                  </a:cubicBezTo>
                  <a:cubicBezTo>
                    <a:pt x="28513" y="150021"/>
                    <a:pt x="52178" y="162576"/>
                    <a:pt x="78669" y="162576"/>
                  </a:cubicBezTo>
                  <a:cubicBezTo>
                    <a:pt x="84673" y="162576"/>
                    <a:pt x="101274" y="162576"/>
                    <a:pt x="115403" y="137467"/>
                  </a:cubicBezTo>
                  <a:cubicBezTo>
                    <a:pt x="124586" y="160424"/>
                    <a:pt x="148958" y="162576"/>
                    <a:pt x="159554" y="162576"/>
                  </a:cubicBezTo>
                  <a:cubicBezTo>
                    <a:pt x="186045" y="162576"/>
                    <a:pt x="201586" y="139978"/>
                    <a:pt x="210770" y="118456"/>
                  </a:cubicBezTo>
                  <a:cubicBezTo>
                    <a:pt x="222779" y="90477"/>
                    <a:pt x="234081" y="42411"/>
                    <a:pt x="234081" y="25194"/>
                  </a:cubicBezTo>
                  <a:cubicBezTo>
                    <a:pt x="234081" y="5465"/>
                    <a:pt x="224545" y="85"/>
                    <a:pt x="218540" y="85"/>
                  </a:cubicBezTo>
                  <a:cubicBezTo>
                    <a:pt x="209710" y="85"/>
                    <a:pt x="200880" y="9411"/>
                    <a:pt x="200880" y="17302"/>
                  </a:cubicBezTo>
                  <a:cubicBezTo>
                    <a:pt x="200880" y="21965"/>
                    <a:pt x="202999" y="24118"/>
                    <a:pt x="206178" y="26987"/>
                  </a:cubicBezTo>
                  <a:cubicBezTo>
                    <a:pt x="210063" y="30933"/>
                    <a:pt x="218893" y="40259"/>
                    <a:pt x="218893" y="57477"/>
                  </a:cubicBezTo>
                  <a:cubicBezTo>
                    <a:pt x="218893" y="69672"/>
                    <a:pt x="208650" y="104825"/>
                    <a:pt x="199467" y="123119"/>
                  </a:cubicBezTo>
                  <a:cubicBezTo>
                    <a:pt x="190283" y="142130"/>
                    <a:pt x="177921" y="154684"/>
                    <a:pt x="160614" y="154684"/>
                  </a:cubicBezTo>
                  <a:cubicBezTo>
                    <a:pt x="144013" y="154684"/>
                    <a:pt x="134476" y="143923"/>
                    <a:pt x="134476" y="123478"/>
                  </a:cubicBezTo>
                  <a:cubicBezTo>
                    <a:pt x="134476" y="113434"/>
                    <a:pt x="136949" y="102314"/>
                    <a:pt x="138361" y="97292"/>
                  </a:cubicBezTo>
                  <a:lnTo>
                    <a:pt x="153196" y="37031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5600CD1F-8146-8DD1-F273-3CB5970B09F7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2541574" y="4908908"/>
              <a:ext cx="121645" cy="176767"/>
            </a:xfrm>
            <a:custGeom>
              <a:avLst/>
              <a:gdLst>
                <a:gd name="connsiteX0" fmla="*/ 59108 w 121645"/>
                <a:gd name="connsiteY0" fmla="*/ 7619 h 176767"/>
                <a:gd name="connsiteX1" fmla="*/ 60097 w 121645"/>
                <a:gd name="connsiteY1" fmla="*/ 3601 h 176767"/>
                <a:gd name="connsiteX2" fmla="*/ 56141 w 121645"/>
                <a:gd name="connsiteY2" fmla="*/ 86 h 176767"/>
                <a:gd name="connsiteX3" fmla="*/ 24493 w 121645"/>
                <a:gd name="connsiteY3" fmla="*/ 2597 h 176767"/>
                <a:gd name="connsiteX4" fmla="*/ 19054 w 121645"/>
                <a:gd name="connsiteY4" fmla="*/ 8372 h 176767"/>
                <a:gd name="connsiteX5" fmla="*/ 25482 w 121645"/>
                <a:gd name="connsiteY5" fmla="*/ 11887 h 176767"/>
                <a:gd name="connsiteX6" fmla="*/ 37350 w 121645"/>
                <a:gd name="connsiteY6" fmla="*/ 15654 h 176767"/>
                <a:gd name="connsiteX7" fmla="*/ 36361 w 121645"/>
                <a:gd name="connsiteY7" fmla="*/ 21178 h 176767"/>
                <a:gd name="connsiteX8" fmla="*/ 1499 w 121645"/>
                <a:gd name="connsiteY8" fmla="*/ 163295 h 176767"/>
                <a:gd name="connsiteX9" fmla="*/ 263 w 121645"/>
                <a:gd name="connsiteY9" fmla="*/ 168819 h 176767"/>
                <a:gd name="connsiteX10" fmla="*/ 8670 w 121645"/>
                <a:gd name="connsiteY10" fmla="*/ 176854 h 176767"/>
                <a:gd name="connsiteX11" fmla="*/ 20043 w 121645"/>
                <a:gd name="connsiteY11" fmla="*/ 166308 h 176767"/>
                <a:gd name="connsiteX12" fmla="*/ 32158 w 121645"/>
                <a:gd name="connsiteY12" fmla="*/ 117596 h 176767"/>
                <a:gd name="connsiteX13" fmla="*/ 63806 w 121645"/>
                <a:gd name="connsiteY13" fmla="*/ 138186 h 176767"/>
                <a:gd name="connsiteX14" fmla="*/ 63311 w 121645"/>
                <a:gd name="connsiteY14" fmla="*/ 143208 h 176767"/>
                <a:gd name="connsiteX15" fmla="*/ 62322 w 121645"/>
                <a:gd name="connsiteY15" fmla="*/ 150991 h 176767"/>
                <a:gd name="connsiteX16" fmla="*/ 88530 w 121645"/>
                <a:gd name="connsiteY16" fmla="*/ 176854 h 176767"/>
                <a:gd name="connsiteX17" fmla="*/ 119931 w 121645"/>
                <a:gd name="connsiteY17" fmla="*/ 138437 h 176767"/>
                <a:gd name="connsiteX18" fmla="*/ 115975 w 121645"/>
                <a:gd name="connsiteY18" fmla="*/ 135173 h 176767"/>
                <a:gd name="connsiteX19" fmla="*/ 111030 w 121645"/>
                <a:gd name="connsiteY19" fmla="*/ 141199 h 176767"/>
                <a:gd name="connsiteX20" fmla="*/ 89272 w 121645"/>
                <a:gd name="connsiteY20" fmla="*/ 169823 h 176767"/>
                <a:gd name="connsiteX21" fmla="*/ 80619 w 121645"/>
                <a:gd name="connsiteY21" fmla="*/ 156766 h 176767"/>
                <a:gd name="connsiteX22" fmla="*/ 82102 w 121645"/>
                <a:gd name="connsiteY22" fmla="*/ 145467 h 176767"/>
                <a:gd name="connsiteX23" fmla="*/ 83338 w 121645"/>
                <a:gd name="connsiteY23" fmla="*/ 137684 h 176767"/>
                <a:gd name="connsiteX24" fmla="*/ 43284 w 121645"/>
                <a:gd name="connsiteY24" fmla="*/ 111068 h 176767"/>
                <a:gd name="connsiteX25" fmla="*/ 63806 w 121645"/>
                <a:gd name="connsiteY25" fmla="*/ 94496 h 176767"/>
                <a:gd name="connsiteX26" fmla="*/ 102624 w 121645"/>
                <a:gd name="connsiteY26" fmla="*/ 70643 h 176767"/>
                <a:gd name="connsiteX27" fmla="*/ 110783 w 121645"/>
                <a:gd name="connsiteY27" fmla="*/ 73907 h 176767"/>
                <a:gd name="connsiteX28" fmla="*/ 97926 w 121645"/>
                <a:gd name="connsiteY28" fmla="*/ 87968 h 176767"/>
                <a:gd name="connsiteX29" fmla="*/ 107816 w 121645"/>
                <a:gd name="connsiteY29" fmla="*/ 97258 h 176767"/>
                <a:gd name="connsiteX30" fmla="*/ 121909 w 121645"/>
                <a:gd name="connsiteY30" fmla="*/ 81188 h 176767"/>
                <a:gd name="connsiteX31" fmla="*/ 102871 w 121645"/>
                <a:gd name="connsiteY31" fmla="*/ 63612 h 176767"/>
                <a:gd name="connsiteX32" fmla="*/ 63311 w 121645"/>
                <a:gd name="connsiteY32" fmla="*/ 85708 h 176767"/>
                <a:gd name="connsiteX33" fmla="*/ 34631 w 121645"/>
                <a:gd name="connsiteY33" fmla="*/ 107804 h 176767"/>
                <a:gd name="connsiteX34" fmla="*/ 59108 w 121645"/>
                <a:gd name="connsiteY34" fmla="*/ 7619 h 176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645" h="176767">
                  <a:moveTo>
                    <a:pt x="59108" y="7619"/>
                  </a:moveTo>
                  <a:cubicBezTo>
                    <a:pt x="59355" y="7117"/>
                    <a:pt x="60097" y="3853"/>
                    <a:pt x="60097" y="3601"/>
                  </a:cubicBezTo>
                  <a:cubicBezTo>
                    <a:pt x="60097" y="2346"/>
                    <a:pt x="59108" y="86"/>
                    <a:pt x="56141" y="86"/>
                  </a:cubicBezTo>
                  <a:cubicBezTo>
                    <a:pt x="51196" y="86"/>
                    <a:pt x="30675" y="2095"/>
                    <a:pt x="24493" y="2597"/>
                  </a:cubicBezTo>
                  <a:cubicBezTo>
                    <a:pt x="22515" y="2848"/>
                    <a:pt x="19054" y="3099"/>
                    <a:pt x="19054" y="8372"/>
                  </a:cubicBezTo>
                  <a:cubicBezTo>
                    <a:pt x="19054" y="11887"/>
                    <a:pt x="22515" y="11887"/>
                    <a:pt x="25482" y="11887"/>
                  </a:cubicBezTo>
                  <a:cubicBezTo>
                    <a:pt x="37350" y="11887"/>
                    <a:pt x="37350" y="13645"/>
                    <a:pt x="37350" y="15654"/>
                  </a:cubicBezTo>
                  <a:cubicBezTo>
                    <a:pt x="37350" y="17411"/>
                    <a:pt x="36856" y="18918"/>
                    <a:pt x="36361" y="21178"/>
                  </a:cubicBezTo>
                  <a:lnTo>
                    <a:pt x="1499" y="163295"/>
                  </a:lnTo>
                  <a:cubicBezTo>
                    <a:pt x="263" y="167814"/>
                    <a:pt x="263" y="168317"/>
                    <a:pt x="263" y="168819"/>
                  </a:cubicBezTo>
                  <a:cubicBezTo>
                    <a:pt x="263" y="172585"/>
                    <a:pt x="3230" y="176854"/>
                    <a:pt x="8670" y="176854"/>
                  </a:cubicBezTo>
                  <a:cubicBezTo>
                    <a:pt x="15345" y="176854"/>
                    <a:pt x="18559" y="171832"/>
                    <a:pt x="20043" y="166308"/>
                  </a:cubicBezTo>
                  <a:cubicBezTo>
                    <a:pt x="20537" y="165303"/>
                    <a:pt x="31169" y="121112"/>
                    <a:pt x="32158" y="117596"/>
                  </a:cubicBezTo>
                  <a:cubicBezTo>
                    <a:pt x="49713" y="119354"/>
                    <a:pt x="63806" y="125129"/>
                    <a:pt x="63806" y="138186"/>
                  </a:cubicBezTo>
                  <a:cubicBezTo>
                    <a:pt x="63806" y="139441"/>
                    <a:pt x="63806" y="140697"/>
                    <a:pt x="63311" y="143208"/>
                  </a:cubicBezTo>
                  <a:cubicBezTo>
                    <a:pt x="62322" y="146974"/>
                    <a:pt x="62322" y="148229"/>
                    <a:pt x="62322" y="150991"/>
                  </a:cubicBezTo>
                  <a:cubicBezTo>
                    <a:pt x="62322" y="168819"/>
                    <a:pt x="76663" y="176854"/>
                    <a:pt x="88530" y="176854"/>
                  </a:cubicBezTo>
                  <a:cubicBezTo>
                    <a:pt x="112514" y="176854"/>
                    <a:pt x="119931" y="138688"/>
                    <a:pt x="119931" y="138437"/>
                  </a:cubicBezTo>
                  <a:cubicBezTo>
                    <a:pt x="119931" y="135173"/>
                    <a:pt x="116717" y="135173"/>
                    <a:pt x="115975" y="135173"/>
                  </a:cubicBezTo>
                  <a:cubicBezTo>
                    <a:pt x="112514" y="135173"/>
                    <a:pt x="112266" y="136428"/>
                    <a:pt x="111030" y="141199"/>
                  </a:cubicBezTo>
                  <a:cubicBezTo>
                    <a:pt x="108063" y="151996"/>
                    <a:pt x="101387" y="169823"/>
                    <a:pt x="89272" y="169823"/>
                  </a:cubicBezTo>
                  <a:cubicBezTo>
                    <a:pt x="82597" y="169823"/>
                    <a:pt x="80619" y="163546"/>
                    <a:pt x="80619" y="156766"/>
                  </a:cubicBezTo>
                  <a:cubicBezTo>
                    <a:pt x="80619" y="152498"/>
                    <a:pt x="80619" y="151996"/>
                    <a:pt x="82102" y="145467"/>
                  </a:cubicBezTo>
                  <a:cubicBezTo>
                    <a:pt x="82349" y="144714"/>
                    <a:pt x="83338" y="140446"/>
                    <a:pt x="83338" y="137684"/>
                  </a:cubicBezTo>
                  <a:cubicBezTo>
                    <a:pt x="83338" y="115337"/>
                    <a:pt x="53669" y="111821"/>
                    <a:pt x="43284" y="111068"/>
                  </a:cubicBezTo>
                  <a:cubicBezTo>
                    <a:pt x="50454" y="106548"/>
                    <a:pt x="59603" y="98262"/>
                    <a:pt x="63806" y="94496"/>
                  </a:cubicBezTo>
                  <a:cubicBezTo>
                    <a:pt x="76415" y="82444"/>
                    <a:pt x="88778" y="70643"/>
                    <a:pt x="102624" y="70643"/>
                  </a:cubicBezTo>
                  <a:cubicBezTo>
                    <a:pt x="105591" y="70643"/>
                    <a:pt x="108805" y="71396"/>
                    <a:pt x="110783" y="73907"/>
                  </a:cubicBezTo>
                  <a:cubicBezTo>
                    <a:pt x="100151" y="75664"/>
                    <a:pt x="97926" y="84201"/>
                    <a:pt x="97926" y="87968"/>
                  </a:cubicBezTo>
                  <a:cubicBezTo>
                    <a:pt x="97926" y="93492"/>
                    <a:pt x="102129" y="97258"/>
                    <a:pt x="107816" y="97258"/>
                  </a:cubicBezTo>
                  <a:cubicBezTo>
                    <a:pt x="114491" y="97258"/>
                    <a:pt x="121909" y="91734"/>
                    <a:pt x="121909" y="81188"/>
                  </a:cubicBezTo>
                  <a:cubicBezTo>
                    <a:pt x="121909" y="72902"/>
                    <a:pt x="115975" y="63612"/>
                    <a:pt x="102871" y="63612"/>
                  </a:cubicBezTo>
                  <a:cubicBezTo>
                    <a:pt x="88778" y="63612"/>
                    <a:pt x="75921" y="73907"/>
                    <a:pt x="63311" y="85708"/>
                  </a:cubicBezTo>
                  <a:cubicBezTo>
                    <a:pt x="52927" y="95752"/>
                    <a:pt x="44768" y="103535"/>
                    <a:pt x="34631" y="107804"/>
                  </a:cubicBezTo>
                  <a:lnTo>
                    <a:pt x="59108" y="7619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9089DA3-4284-DCC9-AF8F-B7065E64AFA5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2716949" y="4760335"/>
              <a:ext cx="81944" cy="358700"/>
            </a:xfrm>
            <a:custGeom>
              <a:avLst/>
              <a:gdLst>
                <a:gd name="connsiteX0" fmla="*/ 82213 w 81944"/>
                <a:gd name="connsiteY0" fmla="*/ 179435 h 358700"/>
                <a:gd name="connsiteX1" fmla="*/ 58901 w 81944"/>
                <a:gd name="connsiteY1" fmla="*/ 67520 h 358700"/>
                <a:gd name="connsiteX2" fmla="*/ 3800 w 81944"/>
                <a:gd name="connsiteY2" fmla="*/ 85 h 358700"/>
                <a:gd name="connsiteX3" fmla="*/ 268 w 81944"/>
                <a:gd name="connsiteY3" fmla="*/ 3672 h 358700"/>
                <a:gd name="connsiteX4" fmla="*/ 6979 w 81944"/>
                <a:gd name="connsiteY4" fmla="*/ 11922 h 358700"/>
                <a:gd name="connsiteX5" fmla="*/ 61727 w 81944"/>
                <a:gd name="connsiteY5" fmla="*/ 179435 h 358700"/>
                <a:gd name="connsiteX6" fmla="*/ 4860 w 81944"/>
                <a:gd name="connsiteY6" fmla="*/ 349100 h 358700"/>
                <a:gd name="connsiteX7" fmla="*/ 268 w 81944"/>
                <a:gd name="connsiteY7" fmla="*/ 355198 h 358700"/>
                <a:gd name="connsiteX8" fmla="*/ 3800 w 81944"/>
                <a:gd name="connsiteY8" fmla="*/ 358785 h 358700"/>
                <a:gd name="connsiteX9" fmla="*/ 59961 w 81944"/>
                <a:gd name="connsiteY9" fmla="*/ 288838 h 358700"/>
                <a:gd name="connsiteX10" fmla="*/ 82213 w 81944"/>
                <a:gd name="connsiteY10" fmla="*/ 179435 h 358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944" h="358700">
                  <a:moveTo>
                    <a:pt x="82213" y="179435"/>
                  </a:moveTo>
                  <a:cubicBezTo>
                    <a:pt x="82213" y="151456"/>
                    <a:pt x="78328" y="108053"/>
                    <a:pt x="58901" y="67520"/>
                  </a:cubicBezTo>
                  <a:cubicBezTo>
                    <a:pt x="37708" y="23400"/>
                    <a:pt x="7332" y="85"/>
                    <a:pt x="3800" y="85"/>
                  </a:cubicBezTo>
                  <a:cubicBezTo>
                    <a:pt x="1681" y="85"/>
                    <a:pt x="268" y="1519"/>
                    <a:pt x="268" y="3672"/>
                  </a:cubicBezTo>
                  <a:cubicBezTo>
                    <a:pt x="268" y="4748"/>
                    <a:pt x="268" y="5465"/>
                    <a:pt x="6979" y="11922"/>
                  </a:cubicBezTo>
                  <a:cubicBezTo>
                    <a:pt x="41594" y="47433"/>
                    <a:pt x="61727" y="104466"/>
                    <a:pt x="61727" y="179435"/>
                  </a:cubicBezTo>
                  <a:cubicBezTo>
                    <a:pt x="61727" y="240772"/>
                    <a:pt x="48658" y="303904"/>
                    <a:pt x="4860" y="349100"/>
                  </a:cubicBezTo>
                  <a:cubicBezTo>
                    <a:pt x="268" y="353404"/>
                    <a:pt x="268" y="354122"/>
                    <a:pt x="268" y="355198"/>
                  </a:cubicBezTo>
                  <a:cubicBezTo>
                    <a:pt x="268" y="357350"/>
                    <a:pt x="1681" y="358785"/>
                    <a:pt x="3800" y="358785"/>
                  </a:cubicBezTo>
                  <a:cubicBezTo>
                    <a:pt x="7332" y="358785"/>
                    <a:pt x="39121" y="334393"/>
                    <a:pt x="59961" y="288838"/>
                  </a:cubicBezTo>
                  <a:cubicBezTo>
                    <a:pt x="77974" y="249381"/>
                    <a:pt x="82213" y="209566"/>
                    <a:pt x="82213" y="179435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26DCF7-AF71-073A-A7D3-F3074C203F9B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2854309" y="4760335"/>
              <a:ext cx="81944" cy="358700"/>
            </a:xfrm>
            <a:custGeom>
              <a:avLst/>
              <a:gdLst>
                <a:gd name="connsiteX0" fmla="*/ 82217 w 81944"/>
                <a:gd name="connsiteY0" fmla="*/ 179435 h 358700"/>
                <a:gd name="connsiteX1" fmla="*/ 58905 w 81944"/>
                <a:gd name="connsiteY1" fmla="*/ 67520 h 358700"/>
                <a:gd name="connsiteX2" fmla="*/ 3804 w 81944"/>
                <a:gd name="connsiteY2" fmla="*/ 85 h 358700"/>
                <a:gd name="connsiteX3" fmla="*/ 272 w 81944"/>
                <a:gd name="connsiteY3" fmla="*/ 3672 h 358700"/>
                <a:gd name="connsiteX4" fmla="*/ 6983 w 81944"/>
                <a:gd name="connsiteY4" fmla="*/ 11922 h 358700"/>
                <a:gd name="connsiteX5" fmla="*/ 61731 w 81944"/>
                <a:gd name="connsiteY5" fmla="*/ 179435 h 358700"/>
                <a:gd name="connsiteX6" fmla="*/ 4864 w 81944"/>
                <a:gd name="connsiteY6" fmla="*/ 349100 h 358700"/>
                <a:gd name="connsiteX7" fmla="*/ 272 w 81944"/>
                <a:gd name="connsiteY7" fmla="*/ 355198 h 358700"/>
                <a:gd name="connsiteX8" fmla="*/ 3804 w 81944"/>
                <a:gd name="connsiteY8" fmla="*/ 358785 h 358700"/>
                <a:gd name="connsiteX9" fmla="*/ 59965 w 81944"/>
                <a:gd name="connsiteY9" fmla="*/ 288838 h 358700"/>
                <a:gd name="connsiteX10" fmla="*/ 82217 w 81944"/>
                <a:gd name="connsiteY10" fmla="*/ 179435 h 358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944" h="358700">
                  <a:moveTo>
                    <a:pt x="82217" y="179435"/>
                  </a:moveTo>
                  <a:cubicBezTo>
                    <a:pt x="82217" y="151456"/>
                    <a:pt x="78332" y="108053"/>
                    <a:pt x="58905" y="67520"/>
                  </a:cubicBezTo>
                  <a:cubicBezTo>
                    <a:pt x="37712" y="23400"/>
                    <a:pt x="7336" y="85"/>
                    <a:pt x="3804" y="85"/>
                  </a:cubicBezTo>
                  <a:cubicBezTo>
                    <a:pt x="1685" y="85"/>
                    <a:pt x="272" y="1519"/>
                    <a:pt x="272" y="3672"/>
                  </a:cubicBezTo>
                  <a:cubicBezTo>
                    <a:pt x="272" y="4748"/>
                    <a:pt x="272" y="5465"/>
                    <a:pt x="6983" y="11922"/>
                  </a:cubicBezTo>
                  <a:cubicBezTo>
                    <a:pt x="41598" y="47433"/>
                    <a:pt x="61731" y="104466"/>
                    <a:pt x="61731" y="179435"/>
                  </a:cubicBezTo>
                  <a:cubicBezTo>
                    <a:pt x="61731" y="240772"/>
                    <a:pt x="48662" y="303904"/>
                    <a:pt x="4864" y="349100"/>
                  </a:cubicBezTo>
                  <a:cubicBezTo>
                    <a:pt x="272" y="353404"/>
                    <a:pt x="272" y="354122"/>
                    <a:pt x="272" y="355198"/>
                  </a:cubicBezTo>
                  <a:cubicBezTo>
                    <a:pt x="272" y="357350"/>
                    <a:pt x="1685" y="358785"/>
                    <a:pt x="3804" y="358785"/>
                  </a:cubicBezTo>
                  <a:cubicBezTo>
                    <a:pt x="7336" y="358785"/>
                    <a:pt x="39125" y="334393"/>
                    <a:pt x="59965" y="288838"/>
                  </a:cubicBezTo>
                  <a:cubicBezTo>
                    <a:pt x="77978" y="249381"/>
                    <a:pt x="82217" y="209566"/>
                    <a:pt x="82217" y="179435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24CF0392-7661-1647-EC42-CD3A2C827735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3098964" y="4835662"/>
              <a:ext cx="176605" cy="208046"/>
            </a:xfrm>
            <a:custGeom>
              <a:avLst/>
              <a:gdLst>
                <a:gd name="connsiteX0" fmla="*/ 164522 w 176605"/>
                <a:gd name="connsiteY0" fmla="*/ 111282 h 208046"/>
                <a:gd name="connsiteX1" fmla="*/ 176884 w 176605"/>
                <a:gd name="connsiteY1" fmla="*/ 104108 h 208046"/>
                <a:gd name="connsiteX2" fmla="*/ 164522 w 176605"/>
                <a:gd name="connsiteY2" fmla="*/ 96934 h 208046"/>
                <a:gd name="connsiteX3" fmla="*/ 14760 w 176605"/>
                <a:gd name="connsiteY3" fmla="*/ 96934 h 208046"/>
                <a:gd name="connsiteX4" fmla="*/ 109421 w 176605"/>
                <a:gd name="connsiteY4" fmla="*/ 14433 h 208046"/>
                <a:gd name="connsiteX5" fmla="*/ 164522 w 176605"/>
                <a:gd name="connsiteY5" fmla="*/ 14433 h 208046"/>
                <a:gd name="connsiteX6" fmla="*/ 176884 w 176605"/>
                <a:gd name="connsiteY6" fmla="*/ 7259 h 208046"/>
                <a:gd name="connsiteX7" fmla="*/ 164522 w 176605"/>
                <a:gd name="connsiteY7" fmla="*/ 85 h 208046"/>
                <a:gd name="connsiteX8" fmla="*/ 108714 w 176605"/>
                <a:gd name="connsiteY8" fmla="*/ 85 h 208046"/>
                <a:gd name="connsiteX9" fmla="*/ 279 w 176605"/>
                <a:gd name="connsiteY9" fmla="*/ 104108 h 208046"/>
                <a:gd name="connsiteX10" fmla="*/ 108714 w 176605"/>
                <a:gd name="connsiteY10" fmla="*/ 208131 h 208046"/>
                <a:gd name="connsiteX11" fmla="*/ 164522 w 176605"/>
                <a:gd name="connsiteY11" fmla="*/ 208131 h 208046"/>
                <a:gd name="connsiteX12" fmla="*/ 176884 w 176605"/>
                <a:gd name="connsiteY12" fmla="*/ 200957 h 208046"/>
                <a:gd name="connsiteX13" fmla="*/ 164522 w 176605"/>
                <a:gd name="connsiteY13" fmla="*/ 193783 h 208046"/>
                <a:gd name="connsiteX14" fmla="*/ 109421 w 176605"/>
                <a:gd name="connsiteY14" fmla="*/ 193783 h 208046"/>
                <a:gd name="connsiteX15" fmla="*/ 14760 w 176605"/>
                <a:gd name="connsiteY15" fmla="*/ 111282 h 208046"/>
                <a:gd name="connsiteX16" fmla="*/ 164522 w 176605"/>
                <a:gd name="connsiteY16" fmla="*/ 111282 h 20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6605" h="208046">
                  <a:moveTo>
                    <a:pt x="164522" y="111282"/>
                  </a:moveTo>
                  <a:cubicBezTo>
                    <a:pt x="170526" y="111282"/>
                    <a:pt x="176884" y="111282"/>
                    <a:pt x="176884" y="104108"/>
                  </a:cubicBezTo>
                  <a:cubicBezTo>
                    <a:pt x="176884" y="96934"/>
                    <a:pt x="170526" y="96934"/>
                    <a:pt x="164522" y="96934"/>
                  </a:cubicBezTo>
                  <a:lnTo>
                    <a:pt x="14760" y="96934"/>
                  </a:lnTo>
                  <a:cubicBezTo>
                    <a:pt x="18999" y="48868"/>
                    <a:pt x="59618" y="14433"/>
                    <a:pt x="109421" y="14433"/>
                  </a:cubicBezTo>
                  <a:lnTo>
                    <a:pt x="164522" y="14433"/>
                  </a:lnTo>
                  <a:cubicBezTo>
                    <a:pt x="170526" y="14433"/>
                    <a:pt x="176884" y="14433"/>
                    <a:pt x="176884" y="7259"/>
                  </a:cubicBezTo>
                  <a:cubicBezTo>
                    <a:pt x="176884" y="85"/>
                    <a:pt x="170526" y="85"/>
                    <a:pt x="164522" y="85"/>
                  </a:cubicBezTo>
                  <a:lnTo>
                    <a:pt x="108714" y="85"/>
                  </a:lnTo>
                  <a:cubicBezTo>
                    <a:pt x="48315" y="85"/>
                    <a:pt x="279" y="46716"/>
                    <a:pt x="279" y="104108"/>
                  </a:cubicBezTo>
                  <a:cubicBezTo>
                    <a:pt x="279" y="161500"/>
                    <a:pt x="48315" y="208131"/>
                    <a:pt x="108714" y="208131"/>
                  </a:cubicBezTo>
                  <a:lnTo>
                    <a:pt x="164522" y="208131"/>
                  </a:lnTo>
                  <a:cubicBezTo>
                    <a:pt x="170526" y="208131"/>
                    <a:pt x="176884" y="208131"/>
                    <a:pt x="176884" y="200957"/>
                  </a:cubicBezTo>
                  <a:cubicBezTo>
                    <a:pt x="176884" y="193783"/>
                    <a:pt x="170526" y="193783"/>
                    <a:pt x="164522" y="193783"/>
                  </a:cubicBezTo>
                  <a:lnTo>
                    <a:pt x="109421" y="193783"/>
                  </a:lnTo>
                  <a:cubicBezTo>
                    <a:pt x="59618" y="193783"/>
                    <a:pt x="18999" y="159348"/>
                    <a:pt x="14760" y="111282"/>
                  </a:cubicBezTo>
                  <a:lnTo>
                    <a:pt x="164522" y="111282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BE1D4033-64A2-A5E2-8C07-D5353EA5FAD4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3408885" y="4783650"/>
              <a:ext cx="242655" cy="245709"/>
            </a:xfrm>
            <a:custGeom>
              <a:avLst/>
              <a:gdLst>
                <a:gd name="connsiteX0" fmla="*/ 89297 w 242655"/>
                <a:gd name="connsiteY0" fmla="*/ 133162 h 245709"/>
                <a:gd name="connsiteX1" fmla="*/ 102013 w 242655"/>
                <a:gd name="connsiteY1" fmla="*/ 133162 h 245709"/>
                <a:gd name="connsiteX2" fmla="*/ 154994 w 242655"/>
                <a:gd name="connsiteY2" fmla="*/ 216381 h 245709"/>
                <a:gd name="connsiteX3" fmla="*/ 170889 w 242655"/>
                <a:gd name="connsiteY3" fmla="*/ 241490 h 245709"/>
                <a:gd name="connsiteX4" fmla="*/ 182545 w 242655"/>
                <a:gd name="connsiteY4" fmla="*/ 245794 h 245709"/>
                <a:gd name="connsiteX5" fmla="*/ 231288 w 242655"/>
                <a:gd name="connsiteY5" fmla="*/ 245794 h 245709"/>
                <a:gd name="connsiteX6" fmla="*/ 242944 w 242655"/>
                <a:gd name="connsiteY6" fmla="*/ 239338 h 245709"/>
                <a:gd name="connsiteX7" fmla="*/ 237645 w 242655"/>
                <a:gd name="connsiteY7" fmla="*/ 233240 h 245709"/>
                <a:gd name="connsiteX8" fmla="*/ 198792 w 242655"/>
                <a:gd name="connsiteY8" fmla="*/ 195218 h 245709"/>
                <a:gd name="connsiteX9" fmla="*/ 154994 w 242655"/>
                <a:gd name="connsiteY9" fmla="*/ 129217 h 245709"/>
                <a:gd name="connsiteX10" fmla="*/ 216806 w 242655"/>
                <a:gd name="connsiteY10" fmla="*/ 67162 h 245709"/>
                <a:gd name="connsiteX11" fmla="*/ 123205 w 242655"/>
                <a:gd name="connsiteY11" fmla="*/ 85 h 245709"/>
                <a:gd name="connsiteX12" fmla="*/ 12297 w 242655"/>
                <a:gd name="connsiteY12" fmla="*/ 85 h 245709"/>
                <a:gd name="connsiteX13" fmla="*/ 288 w 242655"/>
                <a:gd name="connsiteY13" fmla="*/ 6541 h 245709"/>
                <a:gd name="connsiteX14" fmla="*/ 9825 w 242655"/>
                <a:gd name="connsiteY14" fmla="*/ 12639 h 245709"/>
                <a:gd name="connsiteX15" fmla="*/ 31724 w 242655"/>
                <a:gd name="connsiteY15" fmla="*/ 33085 h 245709"/>
                <a:gd name="connsiteX16" fmla="*/ 31724 w 242655"/>
                <a:gd name="connsiteY16" fmla="*/ 212794 h 245709"/>
                <a:gd name="connsiteX17" fmla="*/ 9825 w 242655"/>
                <a:gd name="connsiteY17" fmla="*/ 233240 h 245709"/>
                <a:gd name="connsiteX18" fmla="*/ 288 w 242655"/>
                <a:gd name="connsiteY18" fmla="*/ 239338 h 245709"/>
                <a:gd name="connsiteX19" fmla="*/ 12297 w 242655"/>
                <a:gd name="connsiteY19" fmla="*/ 245794 h 245709"/>
                <a:gd name="connsiteX20" fmla="*/ 109077 w 242655"/>
                <a:gd name="connsiteY20" fmla="*/ 245794 h 245709"/>
                <a:gd name="connsiteX21" fmla="*/ 120733 w 242655"/>
                <a:gd name="connsiteY21" fmla="*/ 239338 h 245709"/>
                <a:gd name="connsiteX22" fmla="*/ 110843 w 242655"/>
                <a:gd name="connsiteY22" fmla="*/ 233240 h 245709"/>
                <a:gd name="connsiteX23" fmla="*/ 89297 w 242655"/>
                <a:gd name="connsiteY23" fmla="*/ 212794 h 245709"/>
                <a:gd name="connsiteX24" fmla="*/ 89297 w 242655"/>
                <a:gd name="connsiteY24" fmla="*/ 133162 h 245709"/>
                <a:gd name="connsiteX25" fmla="*/ 157467 w 242655"/>
                <a:gd name="connsiteY25" fmla="*/ 115586 h 245709"/>
                <a:gd name="connsiteX26" fmla="*/ 168416 w 242655"/>
                <a:gd name="connsiteY26" fmla="*/ 67520 h 245709"/>
                <a:gd name="connsiteX27" fmla="*/ 154994 w 242655"/>
                <a:gd name="connsiteY27" fmla="*/ 16585 h 245709"/>
                <a:gd name="connsiteX28" fmla="*/ 204444 w 242655"/>
                <a:gd name="connsiteY28" fmla="*/ 67162 h 245709"/>
                <a:gd name="connsiteX29" fmla="*/ 157467 w 242655"/>
                <a:gd name="connsiteY29" fmla="*/ 115586 h 245709"/>
                <a:gd name="connsiteX30" fmla="*/ 89297 w 242655"/>
                <a:gd name="connsiteY30" fmla="*/ 32009 h 245709"/>
                <a:gd name="connsiteX31" fmla="*/ 111196 w 242655"/>
                <a:gd name="connsiteY31" fmla="*/ 12639 h 245709"/>
                <a:gd name="connsiteX32" fmla="*/ 156054 w 242655"/>
                <a:gd name="connsiteY32" fmla="*/ 67520 h 245709"/>
                <a:gd name="connsiteX33" fmla="*/ 89297 w 242655"/>
                <a:gd name="connsiteY33" fmla="*/ 120608 h 245709"/>
                <a:gd name="connsiteX34" fmla="*/ 89297 w 242655"/>
                <a:gd name="connsiteY34" fmla="*/ 32009 h 245709"/>
                <a:gd name="connsiteX35" fmla="*/ 41260 w 242655"/>
                <a:gd name="connsiteY35" fmla="*/ 233240 h 245709"/>
                <a:gd name="connsiteX36" fmla="*/ 44086 w 242655"/>
                <a:gd name="connsiteY36" fmla="*/ 213511 h 245709"/>
                <a:gd name="connsiteX37" fmla="*/ 44086 w 242655"/>
                <a:gd name="connsiteY37" fmla="*/ 32368 h 245709"/>
                <a:gd name="connsiteX38" fmla="*/ 41260 w 242655"/>
                <a:gd name="connsiteY38" fmla="*/ 12639 h 245709"/>
                <a:gd name="connsiteX39" fmla="*/ 81526 w 242655"/>
                <a:gd name="connsiteY39" fmla="*/ 12639 h 245709"/>
                <a:gd name="connsiteX40" fmla="*/ 76935 w 242655"/>
                <a:gd name="connsiteY40" fmla="*/ 30933 h 245709"/>
                <a:gd name="connsiteX41" fmla="*/ 76935 w 242655"/>
                <a:gd name="connsiteY41" fmla="*/ 213511 h 245709"/>
                <a:gd name="connsiteX42" fmla="*/ 79760 w 242655"/>
                <a:gd name="connsiteY42" fmla="*/ 233240 h 245709"/>
                <a:gd name="connsiteX43" fmla="*/ 41260 w 242655"/>
                <a:gd name="connsiteY43" fmla="*/ 233240 h 245709"/>
                <a:gd name="connsiteX44" fmla="*/ 116494 w 242655"/>
                <a:gd name="connsiteY44" fmla="*/ 133162 h 245709"/>
                <a:gd name="connsiteX45" fmla="*/ 123205 w 242655"/>
                <a:gd name="connsiteY45" fmla="*/ 132445 h 245709"/>
                <a:gd name="connsiteX46" fmla="*/ 141572 w 242655"/>
                <a:gd name="connsiteY46" fmla="*/ 131010 h 245709"/>
                <a:gd name="connsiteX47" fmla="*/ 214334 w 242655"/>
                <a:gd name="connsiteY47" fmla="*/ 233240 h 245709"/>
                <a:gd name="connsiteX48" fmla="*/ 180072 w 242655"/>
                <a:gd name="connsiteY48" fmla="*/ 233240 h 245709"/>
                <a:gd name="connsiteX49" fmla="*/ 116494 w 242655"/>
                <a:gd name="connsiteY49" fmla="*/ 133162 h 245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2655" h="245709">
                  <a:moveTo>
                    <a:pt x="89297" y="133162"/>
                  </a:moveTo>
                  <a:lnTo>
                    <a:pt x="102013" y="133162"/>
                  </a:lnTo>
                  <a:lnTo>
                    <a:pt x="154994" y="216381"/>
                  </a:lnTo>
                  <a:cubicBezTo>
                    <a:pt x="158526" y="222120"/>
                    <a:pt x="167003" y="236109"/>
                    <a:pt x="170889" y="241490"/>
                  </a:cubicBezTo>
                  <a:cubicBezTo>
                    <a:pt x="173361" y="245794"/>
                    <a:pt x="174421" y="245794"/>
                    <a:pt x="182545" y="245794"/>
                  </a:cubicBezTo>
                  <a:lnTo>
                    <a:pt x="231288" y="245794"/>
                  </a:lnTo>
                  <a:cubicBezTo>
                    <a:pt x="237645" y="245794"/>
                    <a:pt x="242944" y="245794"/>
                    <a:pt x="242944" y="239338"/>
                  </a:cubicBezTo>
                  <a:cubicBezTo>
                    <a:pt x="242944" y="236468"/>
                    <a:pt x="240824" y="233957"/>
                    <a:pt x="237645" y="233240"/>
                  </a:cubicBezTo>
                  <a:cubicBezTo>
                    <a:pt x="224577" y="230370"/>
                    <a:pt x="207269" y="206696"/>
                    <a:pt x="198792" y="195218"/>
                  </a:cubicBezTo>
                  <a:cubicBezTo>
                    <a:pt x="196320" y="191630"/>
                    <a:pt x="178659" y="167956"/>
                    <a:pt x="154994" y="129217"/>
                  </a:cubicBezTo>
                  <a:cubicBezTo>
                    <a:pt x="186430" y="123477"/>
                    <a:pt x="216806" y="109847"/>
                    <a:pt x="216806" y="67162"/>
                  </a:cubicBezTo>
                  <a:cubicBezTo>
                    <a:pt x="216806" y="17302"/>
                    <a:pt x="164884" y="85"/>
                    <a:pt x="123205" y="85"/>
                  </a:cubicBezTo>
                  <a:lnTo>
                    <a:pt x="12297" y="85"/>
                  </a:lnTo>
                  <a:cubicBezTo>
                    <a:pt x="5939" y="85"/>
                    <a:pt x="288" y="85"/>
                    <a:pt x="288" y="6541"/>
                  </a:cubicBezTo>
                  <a:cubicBezTo>
                    <a:pt x="288" y="12639"/>
                    <a:pt x="6999" y="12639"/>
                    <a:pt x="9825" y="12639"/>
                  </a:cubicBezTo>
                  <a:cubicBezTo>
                    <a:pt x="29958" y="12639"/>
                    <a:pt x="31724" y="15150"/>
                    <a:pt x="31724" y="33085"/>
                  </a:cubicBezTo>
                  <a:lnTo>
                    <a:pt x="31724" y="212794"/>
                  </a:lnTo>
                  <a:cubicBezTo>
                    <a:pt x="31724" y="230729"/>
                    <a:pt x="29958" y="233240"/>
                    <a:pt x="9825" y="233240"/>
                  </a:cubicBezTo>
                  <a:cubicBezTo>
                    <a:pt x="6999" y="233240"/>
                    <a:pt x="288" y="233240"/>
                    <a:pt x="288" y="239338"/>
                  </a:cubicBezTo>
                  <a:cubicBezTo>
                    <a:pt x="288" y="245794"/>
                    <a:pt x="5939" y="245794"/>
                    <a:pt x="12297" y="245794"/>
                  </a:cubicBezTo>
                  <a:lnTo>
                    <a:pt x="109077" y="245794"/>
                  </a:lnTo>
                  <a:cubicBezTo>
                    <a:pt x="115435" y="245794"/>
                    <a:pt x="120733" y="245794"/>
                    <a:pt x="120733" y="239338"/>
                  </a:cubicBezTo>
                  <a:cubicBezTo>
                    <a:pt x="120733" y="233240"/>
                    <a:pt x="114728" y="233240"/>
                    <a:pt x="110843" y="233240"/>
                  </a:cubicBezTo>
                  <a:cubicBezTo>
                    <a:pt x="90710" y="233240"/>
                    <a:pt x="89297" y="230370"/>
                    <a:pt x="89297" y="212794"/>
                  </a:cubicBezTo>
                  <a:lnTo>
                    <a:pt x="89297" y="133162"/>
                  </a:lnTo>
                  <a:close/>
                  <a:moveTo>
                    <a:pt x="157467" y="115586"/>
                  </a:moveTo>
                  <a:cubicBezTo>
                    <a:pt x="167357" y="102314"/>
                    <a:pt x="168416" y="83303"/>
                    <a:pt x="168416" y="67520"/>
                  </a:cubicBezTo>
                  <a:cubicBezTo>
                    <a:pt x="168416" y="50303"/>
                    <a:pt x="166297" y="31292"/>
                    <a:pt x="154994" y="16585"/>
                  </a:cubicBezTo>
                  <a:cubicBezTo>
                    <a:pt x="169476" y="19813"/>
                    <a:pt x="204444" y="30933"/>
                    <a:pt x="204444" y="67162"/>
                  </a:cubicBezTo>
                  <a:cubicBezTo>
                    <a:pt x="204444" y="90477"/>
                    <a:pt x="193847" y="108771"/>
                    <a:pt x="157467" y="115586"/>
                  </a:cubicBezTo>
                  <a:close/>
                  <a:moveTo>
                    <a:pt x="89297" y="32009"/>
                  </a:moveTo>
                  <a:cubicBezTo>
                    <a:pt x="89297" y="24476"/>
                    <a:pt x="89297" y="12639"/>
                    <a:pt x="111196" y="12639"/>
                  </a:cubicBezTo>
                  <a:cubicBezTo>
                    <a:pt x="141219" y="12639"/>
                    <a:pt x="156054" y="25194"/>
                    <a:pt x="156054" y="67520"/>
                  </a:cubicBezTo>
                  <a:cubicBezTo>
                    <a:pt x="156054" y="113793"/>
                    <a:pt x="145104" y="120608"/>
                    <a:pt x="89297" y="120608"/>
                  </a:cubicBezTo>
                  <a:lnTo>
                    <a:pt x="89297" y="32009"/>
                  </a:lnTo>
                  <a:close/>
                  <a:moveTo>
                    <a:pt x="41260" y="233240"/>
                  </a:moveTo>
                  <a:cubicBezTo>
                    <a:pt x="44086" y="226783"/>
                    <a:pt x="44086" y="216739"/>
                    <a:pt x="44086" y="213511"/>
                  </a:cubicBezTo>
                  <a:lnTo>
                    <a:pt x="44086" y="32368"/>
                  </a:lnTo>
                  <a:cubicBezTo>
                    <a:pt x="44086" y="28781"/>
                    <a:pt x="44086" y="19096"/>
                    <a:pt x="41260" y="12639"/>
                  </a:cubicBezTo>
                  <a:lnTo>
                    <a:pt x="81526" y="12639"/>
                  </a:lnTo>
                  <a:cubicBezTo>
                    <a:pt x="76935" y="18378"/>
                    <a:pt x="76935" y="25552"/>
                    <a:pt x="76935" y="30933"/>
                  </a:cubicBezTo>
                  <a:lnTo>
                    <a:pt x="76935" y="213511"/>
                  </a:lnTo>
                  <a:cubicBezTo>
                    <a:pt x="76935" y="217098"/>
                    <a:pt x="76935" y="226783"/>
                    <a:pt x="79760" y="233240"/>
                  </a:cubicBezTo>
                  <a:lnTo>
                    <a:pt x="41260" y="233240"/>
                  </a:lnTo>
                  <a:close/>
                  <a:moveTo>
                    <a:pt x="116494" y="133162"/>
                  </a:moveTo>
                  <a:cubicBezTo>
                    <a:pt x="118967" y="132804"/>
                    <a:pt x="120380" y="132445"/>
                    <a:pt x="123205" y="132445"/>
                  </a:cubicBezTo>
                  <a:cubicBezTo>
                    <a:pt x="128503" y="132445"/>
                    <a:pt x="136274" y="131728"/>
                    <a:pt x="141572" y="131010"/>
                  </a:cubicBezTo>
                  <a:cubicBezTo>
                    <a:pt x="146870" y="139619"/>
                    <a:pt x="185017" y="203468"/>
                    <a:pt x="214334" y="233240"/>
                  </a:cubicBezTo>
                  <a:lnTo>
                    <a:pt x="180072" y="233240"/>
                  </a:lnTo>
                  <a:lnTo>
                    <a:pt x="116494" y="133162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FF5B5C4A-A74C-29FE-396E-F726873DA589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3673413" y="4706999"/>
              <a:ext cx="127085" cy="176767"/>
            </a:xfrm>
            <a:custGeom>
              <a:avLst/>
              <a:gdLst>
                <a:gd name="connsiteX0" fmla="*/ 126391 w 127085"/>
                <a:gd name="connsiteY0" fmla="*/ 7613 h 176767"/>
                <a:gd name="connsiteX1" fmla="*/ 127380 w 127085"/>
                <a:gd name="connsiteY1" fmla="*/ 3596 h 176767"/>
                <a:gd name="connsiteX2" fmla="*/ 123424 w 127085"/>
                <a:gd name="connsiteY2" fmla="*/ 81 h 176767"/>
                <a:gd name="connsiteX3" fmla="*/ 91777 w 127085"/>
                <a:gd name="connsiteY3" fmla="*/ 2591 h 176767"/>
                <a:gd name="connsiteX4" fmla="*/ 86337 w 127085"/>
                <a:gd name="connsiteY4" fmla="*/ 8367 h 176767"/>
                <a:gd name="connsiteX5" fmla="*/ 92766 w 127085"/>
                <a:gd name="connsiteY5" fmla="*/ 11882 h 176767"/>
                <a:gd name="connsiteX6" fmla="*/ 104634 w 127085"/>
                <a:gd name="connsiteY6" fmla="*/ 15648 h 176767"/>
                <a:gd name="connsiteX7" fmla="*/ 103645 w 127085"/>
                <a:gd name="connsiteY7" fmla="*/ 21172 h 176767"/>
                <a:gd name="connsiteX8" fmla="*/ 89552 w 127085"/>
                <a:gd name="connsiteY8" fmla="*/ 78421 h 176767"/>
                <a:gd name="connsiteX9" fmla="*/ 64085 w 127085"/>
                <a:gd name="connsiteY9" fmla="*/ 63606 h 176767"/>
                <a:gd name="connsiteX10" fmla="*/ 295 w 127085"/>
                <a:gd name="connsiteY10" fmla="*/ 135167 h 176767"/>
                <a:gd name="connsiteX11" fmla="*/ 37630 w 127085"/>
                <a:gd name="connsiteY11" fmla="*/ 176848 h 176767"/>
                <a:gd name="connsiteX12" fmla="*/ 72739 w 127085"/>
                <a:gd name="connsiteY12" fmla="*/ 159272 h 176767"/>
                <a:gd name="connsiteX13" fmla="*/ 98205 w 127085"/>
                <a:gd name="connsiteY13" fmla="*/ 176848 h 176767"/>
                <a:gd name="connsiteX14" fmla="*/ 117738 w 127085"/>
                <a:gd name="connsiteY14" fmla="*/ 163540 h 176767"/>
                <a:gd name="connsiteX15" fmla="*/ 126391 w 127085"/>
                <a:gd name="connsiteY15" fmla="*/ 138431 h 176767"/>
                <a:gd name="connsiteX16" fmla="*/ 122435 w 127085"/>
                <a:gd name="connsiteY16" fmla="*/ 135167 h 176767"/>
                <a:gd name="connsiteX17" fmla="*/ 116996 w 127085"/>
                <a:gd name="connsiteY17" fmla="*/ 142951 h 176767"/>
                <a:gd name="connsiteX18" fmla="*/ 98947 w 127085"/>
                <a:gd name="connsiteY18" fmla="*/ 169817 h 176767"/>
                <a:gd name="connsiteX19" fmla="*/ 90788 w 127085"/>
                <a:gd name="connsiteY19" fmla="*/ 157514 h 176767"/>
                <a:gd name="connsiteX20" fmla="*/ 92024 w 127085"/>
                <a:gd name="connsiteY20" fmla="*/ 147219 h 176767"/>
                <a:gd name="connsiteX21" fmla="*/ 126391 w 127085"/>
                <a:gd name="connsiteY21" fmla="*/ 7613 h 176767"/>
                <a:gd name="connsiteX22" fmla="*/ 73728 w 127085"/>
                <a:gd name="connsiteY22" fmla="*/ 142951 h 176767"/>
                <a:gd name="connsiteX23" fmla="*/ 61118 w 127085"/>
                <a:gd name="connsiteY23" fmla="*/ 159774 h 176767"/>
                <a:gd name="connsiteX24" fmla="*/ 38371 w 127085"/>
                <a:gd name="connsiteY24" fmla="*/ 169817 h 176767"/>
                <a:gd name="connsiteX25" fmla="*/ 20322 w 127085"/>
                <a:gd name="connsiteY25" fmla="*/ 145462 h 176767"/>
                <a:gd name="connsiteX26" fmla="*/ 33179 w 127085"/>
                <a:gd name="connsiteY26" fmla="*/ 94490 h 176767"/>
                <a:gd name="connsiteX27" fmla="*/ 64085 w 127085"/>
                <a:gd name="connsiteY27" fmla="*/ 70637 h 176767"/>
                <a:gd name="connsiteX28" fmla="*/ 86090 w 127085"/>
                <a:gd name="connsiteY28" fmla="*/ 92482 h 176767"/>
                <a:gd name="connsiteX29" fmla="*/ 85348 w 127085"/>
                <a:gd name="connsiteY29" fmla="*/ 95997 h 176767"/>
                <a:gd name="connsiteX30" fmla="*/ 73728 w 127085"/>
                <a:gd name="connsiteY30" fmla="*/ 142951 h 176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7085" h="176767">
                  <a:moveTo>
                    <a:pt x="126391" y="7613"/>
                  </a:moveTo>
                  <a:cubicBezTo>
                    <a:pt x="126639" y="7111"/>
                    <a:pt x="127380" y="3847"/>
                    <a:pt x="127380" y="3596"/>
                  </a:cubicBezTo>
                  <a:cubicBezTo>
                    <a:pt x="127380" y="2340"/>
                    <a:pt x="126391" y="81"/>
                    <a:pt x="123424" y="81"/>
                  </a:cubicBezTo>
                  <a:cubicBezTo>
                    <a:pt x="118479" y="81"/>
                    <a:pt x="97958" y="2089"/>
                    <a:pt x="91777" y="2591"/>
                  </a:cubicBezTo>
                  <a:cubicBezTo>
                    <a:pt x="89799" y="2843"/>
                    <a:pt x="86337" y="3094"/>
                    <a:pt x="86337" y="8367"/>
                  </a:cubicBezTo>
                  <a:cubicBezTo>
                    <a:pt x="86337" y="11882"/>
                    <a:pt x="89799" y="11882"/>
                    <a:pt x="92766" y="11882"/>
                  </a:cubicBezTo>
                  <a:cubicBezTo>
                    <a:pt x="104634" y="11882"/>
                    <a:pt x="104634" y="13639"/>
                    <a:pt x="104634" y="15648"/>
                  </a:cubicBezTo>
                  <a:cubicBezTo>
                    <a:pt x="104634" y="17406"/>
                    <a:pt x="104139" y="18912"/>
                    <a:pt x="103645" y="21172"/>
                  </a:cubicBezTo>
                  <a:lnTo>
                    <a:pt x="89552" y="78421"/>
                  </a:lnTo>
                  <a:cubicBezTo>
                    <a:pt x="84359" y="70135"/>
                    <a:pt x="75953" y="63606"/>
                    <a:pt x="64085" y="63606"/>
                  </a:cubicBezTo>
                  <a:cubicBezTo>
                    <a:pt x="32437" y="63606"/>
                    <a:pt x="295" y="99010"/>
                    <a:pt x="295" y="135167"/>
                  </a:cubicBezTo>
                  <a:cubicBezTo>
                    <a:pt x="295" y="159523"/>
                    <a:pt x="16366" y="176848"/>
                    <a:pt x="37630" y="176848"/>
                  </a:cubicBezTo>
                  <a:cubicBezTo>
                    <a:pt x="50981" y="176848"/>
                    <a:pt x="62849" y="169064"/>
                    <a:pt x="72739" y="159272"/>
                  </a:cubicBezTo>
                  <a:cubicBezTo>
                    <a:pt x="77436" y="174337"/>
                    <a:pt x="91777" y="176848"/>
                    <a:pt x="98205" y="176848"/>
                  </a:cubicBezTo>
                  <a:cubicBezTo>
                    <a:pt x="107106" y="176848"/>
                    <a:pt x="113287" y="171324"/>
                    <a:pt x="117738" y="163540"/>
                  </a:cubicBezTo>
                  <a:cubicBezTo>
                    <a:pt x="123177" y="153748"/>
                    <a:pt x="126391" y="139436"/>
                    <a:pt x="126391" y="138431"/>
                  </a:cubicBezTo>
                  <a:cubicBezTo>
                    <a:pt x="126391" y="135167"/>
                    <a:pt x="123177" y="135167"/>
                    <a:pt x="122435" y="135167"/>
                  </a:cubicBezTo>
                  <a:cubicBezTo>
                    <a:pt x="118974" y="135167"/>
                    <a:pt x="118727" y="136171"/>
                    <a:pt x="116996" y="142951"/>
                  </a:cubicBezTo>
                  <a:cubicBezTo>
                    <a:pt x="114029" y="155003"/>
                    <a:pt x="109331" y="169817"/>
                    <a:pt x="98947" y="169817"/>
                  </a:cubicBezTo>
                  <a:cubicBezTo>
                    <a:pt x="92518" y="169817"/>
                    <a:pt x="90788" y="164293"/>
                    <a:pt x="90788" y="157514"/>
                  </a:cubicBezTo>
                  <a:cubicBezTo>
                    <a:pt x="90788" y="152743"/>
                    <a:pt x="91282" y="150484"/>
                    <a:pt x="92024" y="147219"/>
                  </a:cubicBezTo>
                  <a:lnTo>
                    <a:pt x="126391" y="7613"/>
                  </a:lnTo>
                  <a:close/>
                  <a:moveTo>
                    <a:pt x="73728" y="142951"/>
                  </a:moveTo>
                  <a:cubicBezTo>
                    <a:pt x="71997" y="149981"/>
                    <a:pt x="66558" y="155003"/>
                    <a:pt x="61118" y="159774"/>
                  </a:cubicBezTo>
                  <a:cubicBezTo>
                    <a:pt x="58893" y="161783"/>
                    <a:pt x="49003" y="169817"/>
                    <a:pt x="38371" y="169817"/>
                  </a:cubicBezTo>
                  <a:cubicBezTo>
                    <a:pt x="29223" y="169817"/>
                    <a:pt x="20322" y="163289"/>
                    <a:pt x="20322" y="145462"/>
                  </a:cubicBezTo>
                  <a:cubicBezTo>
                    <a:pt x="20322" y="132154"/>
                    <a:pt x="27492" y="104534"/>
                    <a:pt x="33179" y="94490"/>
                  </a:cubicBezTo>
                  <a:cubicBezTo>
                    <a:pt x="44553" y="74403"/>
                    <a:pt x="57162" y="70637"/>
                    <a:pt x="64085" y="70637"/>
                  </a:cubicBezTo>
                  <a:cubicBezTo>
                    <a:pt x="81392" y="70637"/>
                    <a:pt x="86090" y="89720"/>
                    <a:pt x="86090" y="92482"/>
                  </a:cubicBezTo>
                  <a:cubicBezTo>
                    <a:pt x="86090" y="93486"/>
                    <a:pt x="85596" y="95244"/>
                    <a:pt x="85348" y="95997"/>
                  </a:cubicBezTo>
                  <a:lnTo>
                    <a:pt x="73728" y="142951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C39CBDC7-19F8-0247-E6D7-DD034202FE21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3830623" y="4797678"/>
              <a:ext cx="72584" cy="119447"/>
            </a:xfrm>
            <a:custGeom>
              <a:avLst/>
              <a:gdLst>
                <a:gd name="connsiteX0" fmla="*/ 45334 w 72584"/>
                <a:gd name="connsiteY0" fmla="*/ 5462 h 119447"/>
                <a:gd name="connsiteX1" fmla="*/ 38976 w 72584"/>
                <a:gd name="connsiteY1" fmla="*/ 82 h 119447"/>
                <a:gd name="connsiteX2" fmla="*/ 3302 w 72584"/>
                <a:gd name="connsiteY2" fmla="*/ 11560 h 119447"/>
                <a:gd name="connsiteX3" fmla="*/ 299 w 72584"/>
                <a:gd name="connsiteY3" fmla="*/ 11560 h 119447"/>
                <a:gd name="connsiteX4" fmla="*/ 299 w 72584"/>
                <a:gd name="connsiteY4" fmla="*/ 19451 h 119447"/>
                <a:gd name="connsiteX5" fmla="*/ 3302 w 72584"/>
                <a:gd name="connsiteY5" fmla="*/ 19451 h 119447"/>
                <a:gd name="connsiteX6" fmla="*/ 29086 w 72584"/>
                <a:gd name="connsiteY6" fmla="*/ 14430 h 119447"/>
                <a:gd name="connsiteX7" fmla="*/ 29086 w 72584"/>
                <a:gd name="connsiteY7" fmla="*/ 104105 h 119447"/>
                <a:gd name="connsiteX8" fmla="*/ 10366 w 72584"/>
                <a:gd name="connsiteY8" fmla="*/ 111637 h 119447"/>
                <a:gd name="connsiteX9" fmla="*/ 1536 w 72584"/>
                <a:gd name="connsiteY9" fmla="*/ 111637 h 119447"/>
                <a:gd name="connsiteX10" fmla="*/ 1536 w 72584"/>
                <a:gd name="connsiteY10" fmla="*/ 119529 h 119447"/>
                <a:gd name="connsiteX11" fmla="*/ 37210 w 72584"/>
                <a:gd name="connsiteY11" fmla="*/ 118811 h 119447"/>
                <a:gd name="connsiteX12" fmla="*/ 72884 w 72584"/>
                <a:gd name="connsiteY12" fmla="*/ 119529 h 119447"/>
                <a:gd name="connsiteX13" fmla="*/ 72884 w 72584"/>
                <a:gd name="connsiteY13" fmla="*/ 111637 h 119447"/>
                <a:gd name="connsiteX14" fmla="*/ 64054 w 72584"/>
                <a:gd name="connsiteY14" fmla="*/ 111637 h 119447"/>
                <a:gd name="connsiteX15" fmla="*/ 45334 w 72584"/>
                <a:gd name="connsiteY15" fmla="*/ 104105 h 119447"/>
                <a:gd name="connsiteX16" fmla="*/ 45334 w 72584"/>
                <a:gd name="connsiteY16" fmla="*/ 5462 h 119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584" h="119447">
                  <a:moveTo>
                    <a:pt x="45334" y="5462"/>
                  </a:moveTo>
                  <a:cubicBezTo>
                    <a:pt x="45334" y="82"/>
                    <a:pt x="44804" y="82"/>
                    <a:pt x="38976" y="82"/>
                  </a:cubicBezTo>
                  <a:cubicBezTo>
                    <a:pt x="26437" y="11560"/>
                    <a:pt x="6834" y="11560"/>
                    <a:pt x="3302" y="11560"/>
                  </a:cubicBezTo>
                  <a:lnTo>
                    <a:pt x="299" y="11560"/>
                  </a:lnTo>
                  <a:lnTo>
                    <a:pt x="299" y="19451"/>
                  </a:lnTo>
                  <a:lnTo>
                    <a:pt x="3302" y="19451"/>
                  </a:lnTo>
                  <a:cubicBezTo>
                    <a:pt x="7364" y="19451"/>
                    <a:pt x="18843" y="18913"/>
                    <a:pt x="29086" y="14430"/>
                  </a:cubicBezTo>
                  <a:lnTo>
                    <a:pt x="29086" y="104105"/>
                  </a:lnTo>
                  <a:cubicBezTo>
                    <a:pt x="29086" y="109664"/>
                    <a:pt x="29086" y="111637"/>
                    <a:pt x="10366" y="111637"/>
                  </a:cubicBezTo>
                  <a:lnTo>
                    <a:pt x="1536" y="111637"/>
                  </a:lnTo>
                  <a:lnTo>
                    <a:pt x="1536" y="119529"/>
                  </a:lnTo>
                  <a:cubicBezTo>
                    <a:pt x="11249" y="118811"/>
                    <a:pt x="26967" y="118811"/>
                    <a:pt x="37210" y="118811"/>
                  </a:cubicBezTo>
                  <a:cubicBezTo>
                    <a:pt x="47453" y="118811"/>
                    <a:pt x="63171" y="118811"/>
                    <a:pt x="72884" y="119529"/>
                  </a:cubicBezTo>
                  <a:lnTo>
                    <a:pt x="72884" y="111637"/>
                  </a:lnTo>
                  <a:lnTo>
                    <a:pt x="64054" y="111637"/>
                  </a:lnTo>
                  <a:cubicBezTo>
                    <a:pt x="45334" y="111637"/>
                    <a:pt x="45334" y="109664"/>
                    <a:pt x="45334" y="104105"/>
                  </a:cubicBezTo>
                  <a:lnTo>
                    <a:pt x="45334" y="5462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CFBFE332-9E73-FC83-06DB-3876DEEA5ACA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13987230" y="4751191"/>
              <a:ext cx="132524" cy="134333"/>
            </a:xfrm>
            <a:custGeom>
              <a:avLst/>
              <a:gdLst>
                <a:gd name="connsiteX0" fmla="*/ 129366 w 132524"/>
                <a:gd name="connsiteY0" fmla="*/ 12384 h 134333"/>
                <a:gd name="connsiteX1" fmla="*/ 132828 w 132524"/>
                <a:gd name="connsiteY1" fmla="*/ 6358 h 134333"/>
                <a:gd name="connsiteX2" fmla="*/ 126894 w 132524"/>
                <a:gd name="connsiteY2" fmla="*/ 81 h 134333"/>
                <a:gd name="connsiteX3" fmla="*/ 120713 w 132524"/>
                <a:gd name="connsiteY3" fmla="*/ 3847 h 134333"/>
                <a:gd name="connsiteX4" fmla="*/ 66566 w 132524"/>
                <a:gd name="connsiteY4" fmla="*/ 58585 h 134333"/>
                <a:gd name="connsiteX5" fmla="*/ 12171 w 132524"/>
                <a:gd name="connsiteY5" fmla="*/ 3596 h 134333"/>
                <a:gd name="connsiteX6" fmla="*/ 6484 w 132524"/>
                <a:gd name="connsiteY6" fmla="*/ 81 h 134333"/>
                <a:gd name="connsiteX7" fmla="*/ 303 w 132524"/>
                <a:gd name="connsiteY7" fmla="*/ 6358 h 134333"/>
                <a:gd name="connsiteX8" fmla="*/ 4012 w 132524"/>
                <a:gd name="connsiteY8" fmla="*/ 12384 h 134333"/>
                <a:gd name="connsiteX9" fmla="*/ 57912 w 132524"/>
                <a:gd name="connsiteY9" fmla="*/ 67122 h 134333"/>
                <a:gd name="connsiteX10" fmla="*/ 4012 w 132524"/>
                <a:gd name="connsiteY10" fmla="*/ 121859 h 134333"/>
                <a:gd name="connsiteX11" fmla="*/ 303 w 132524"/>
                <a:gd name="connsiteY11" fmla="*/ 128136 h 134333"/>
                <a:gd name="connsiteX12" fmla="*/ 6484 w 132524"/>
                <a:gd name="connsiteY12" fmla="*/ 134414 h 134333"/>
                <a:gd name="connsiteX13" fmla="*/ 12171 w 132524"/>
                <a:gd name="connsiteY13" fmla="*/ 130898 h 134333"/>
                <a:gd name="connsiteX14" fmla="*/ 66566 w 132524"/>
                <a:gd name="connsiteY14" fmla="*/ 75910 h 134333"/>
                <a:gd name="connsiteX15" fmla="*/ 122938 w 132524"/>
                <a:gd name="connsiteY15" fmla="*/ 133158 h 134333"/>
                <a:gd name="connsiteX16" fmla="*/ 126894 w 132524"/>
                <a:gd name="connsiteY16" fmla="*/ 134414 h 134333"/>
                <a:gd name="connsiteX17" fmla="*/ 132828 w 132524"/>
                <a:gd name="connsiteY17" fmla="*/ 128136 h 134333"/>
                <a:gd name="connsiteX18" fmla="*/ 131592 w 132524"/>
                <a:gd name="connsiteY18" fmla="*/ 124872 h 134333"/>
                <a:gd name="connsiteX19" fmla="*/ 75219 w 132524"/>
                <a:gd name="connsiteY19" fmla="*/ 67373 h 134333"/>
                <a:gd name="connsiteX20" fmla="*/ 129366 w 132524"/>
                <a:gd name="connsiteY20" fmla="*/ 12384 h 134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2524" h="134333">
                  <a:moveTo>
                    <a:pt x="129366" y="12384"/>
                  </a:moveTo>
                  <a:cubicBezTo>
                    <a:pt x="132086" y="9622"/>
                    <a:pt x="132828" y="8115"/>
                    <a:pt x="132828" y="6358"/>
                  </a:cubicBezTo>
                  <a:cubicBezTo>
                    <a:pt x="132828" y="2340"/>
                    <a:pt x="129614" y="81"/>
                    <a:pt x="126894" y="81"/>
                  </a:cubicBezTo>
                  <a:cubicBezTo>
                    <a:pt x="124421" y="81"/>
                    <a:pt x="123680" y="834"/>
                    <a:pt x="120713" y="3847"/>
                  </a:cubicBezTo>
                  <a:lnTo>
                    <a:pt x="66566" y="58585"/>
                  </a:lnTo>
                  <a:lnTo>
                    <a:pt x="12171" y="3596"/>
                  </a:lnTo>
                  <a:cubicBezTo>
                    <a:pt x="9699" y="1085"/>
                    <a:pt x="8710" y="81"/>
                    <a:pt x="6484" y="81"/>
                  </a:cubicBezTo>
                  <a:cubicBezTo>
                    <a:pt x="3023" y="81"/>
                    <a:pt x="303" y="2843"/>
                    <a:pt x="303" y="6358"/>
                  </a:cubicBezTo>
                  <a:cubicBezTo>
                    <a:pt x="303" y="8618"/>
                    <a:pt x="1045" y="9371"/>
                    <a:pt x="4012" y="12384"/>
                  </a:cubicBezTo>
                  <a:lnTo>
                    <a:pt x="57912" y="67122"/>
                  </a:lnTo>
                  <a:lnTo>
                    <a:pt x="4012" y="121859"/>
                  </a:lnTo>
                  <a:cubicBezTo>
                    <a:pt x="551" y="125374"/>
                    <a:pt x="303" y="126630"/>
                    <a:pt x="303" y="128136"/>
                  </a:cubicBezTo>
                  <a:cubicBezTo>
                    <a:pt x="303" y="131652"/>
                    <a:pt x="3023" y="134414"/>
                    <a:pt x="6484" y="134414"/>
                  </a:cubicBezTo>
                  <a:cubicBezTo>
                    <a:pt x="8710" y="134414"/>
                    <a:pt x="9451" y="133660"/>
                    <a:pt x="12171" y="130898"/>
                  </a:cubicBezTo>
                  <a:lnTo>
                    <a:pt x="66566" y="75910"/>
                  </a:lnTo>
                  <a:lnTo>
                    <a:pt x="122938" y="133158"/>
                  </a:lnTo>
                  <a:cubicBezTo>
                    <a:pt x="124174" y="133912"/>
                    <a:pt x="125410" y="134414"/>
                    <a:pt x="126894" y="134414"/>
                  </a:cubicBezTo>
                  <a:cubicBezTo>
                    <a:pt x="129614" y="134414"/>
                    <a:pt x="132828" y="132154"/>
                    <a:pt x="132828" y="128136"/>
                  </a:cubicBezTo>
                  <a:cubicBezTo>
                    <a:pt x="132828" y="126128"/>
                    <a:pt x="132333" y="125626"/>
                    <a:pt x="131592" y="124872"/>
                  </a:cubicBezTo>
                  <a:cubicBezTo>
                    <a:pt x="131097" y="123868"/>
                    <a:pt x="83131" y="75156"/>
                    <a:pt x="75219" y="67373"/>
                  </a:cubicBezTo>
                  <a:lnTo>
                    <a:pt x="129366" y="12384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E15829C3-6076-6E95-D714-6F629C6ED8D9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14182521" y="4706999"/>
              <a:ext cx="121645" cy="176767"/>
            </a:xfrm>
            <a:custGeom>
              <a:avLst/>
              <a:gdLst>
                <a:gd name="connsiteX0" fmla="*/ 59154 w 121645"/>
                <a:gd name="connsiteY0" fmla="*/ 7613 h 176767"/>
                <a:gd name="connsiteX1" fmla="*/ 60143 w 121645"/>
                <a:gd name="connsiteY1" fmla="*/ 3596 h 176767"/>
                <a:gd name="connsiteX2" fmla="*/ 56187 w 121645"/>
                <a:gd name="connsiteY2" fmla="*/ 81 h 176767"/>
                <a:gd name="connsiteX3" fmla="*/ 24540 w 121645"/>
                <a:gd name="connsiteY3" fmla="*/ 2591 h 176767"/>
                <a:gd name="connsiteX4" fmla="*/ 19100 w 121645"/>
                <a:gd name="connsiteY4" fmla="*/ 8367 h 176767"/>
                <a:gd name="connsiteX5" fmla="*/ 25529 w 121645"/>
                <a:gd name="connsiteY5" fmla="*/ 11882 h 176767"/>
                <a:gd name="connsiteX6" fmla="*/ 37397 w 121645"/>
                <a:gd name="connsiteY6" fmla="*/ 15648 h 176767"/>
                <a:gd name="connsiteX7" fmla="*/ 36408 w 121645"/>
                <a:gd name="connsiteY7" fmla="*/ 21172 h 176767"/>
                <a:gd name="connsiteX8" fmla="*/ 1546 w 121645"/>
                <a:gd name="connsiteY8" fmla="*/ 163289 h 176767"/>
                <a:gd name="connsiteX9" fmla="*/ 309 w 121645"/>
                <a:gd name="connsiteY9" fmla="*/ 168813 h 176767"/>
                <a:gd name="connsiteX10" fmla="*/ 8716 w 121645"/>
                <a:gd name="connsiteY10" fmla="*/ 176848 h 176767"/>
                <a:gd name="connsiteX11" fmla="*/ 20089 w 121645"/>
                <a:gd name="connsiteY11" fmla="*/ 166302 h 176767"/>
                <a:gd name="connsiteX12" fmla="*/ 32204 w 121645"/>
                <a:gd name="connsiteY12" fmla="*/ 117591 h 176767"/>
                <a:gd name="connsiteX13" fmla="*/ 63852 w 121645"/>
                <a:gd name="connsiteY13" fmla="*/ 138180 h 176767"/>
                <a:gd name="connsiteX14" fmla="*/ 63358 w 121645"/>
                <a:gd name="connsiteY14" fmla="*/ 143202 h 176767"/>
                <a:gd name="connsiteX15" fmla="*/ 62369 w 121645"/>
                <a:gd name="connsiteY15" fmla="*/ 150986 h 176767"/>
                <a:gd name="connsiteX16" fmla="*/ 88577 w 121645"/>
                <a:gd name="connsiteY16" fmla="*/ 176848 h 176767"/>
                <a:gd name="connsiteX17" fmla="*/ 119977 w 121645"/>
                <a:gd name="connsiteY17" fmla="*/ 138431 h 176767"/>
                <a:gd name="connsiteX18" fmla="*/ 116021 w 121645"/>
                <a:gd name="connsiteY18" fmla="*/ 135167 h 176767"/>
                <a:gd name="connsiteX19" fmla="*/ 111076 w 121645"/>
                <a:gd name="connsiteY19" fmla="*/ 141193 h 176767"/>
                <a:gd name="connsiteX20" fmla="*/ 89319 w 121645"/>
                <a:gd name="connsiteY20" fmla="*/ 169817 h 176767"/>
                <a:gd name="connsiteX21" fmla="*/ 80665 w 121645"/>
                <a:gd name="connsiteY21" fmla="*/ 156761 h 176767"/>
                <a:gd name="connsiteX22" fmla="*/ 82148 w 121645"/>
                <a:gd name="connsiteY22" fmla="*/ 145462 h 176767"/>
                <a:gd name="connsiteX23" fmla="*/ 83385 w 121645"/>
                <a:gd name="connsiteY23" fmla="*/ 137678 h 176767"/>
                <a:gd name="connsiteX24" fmla="*/ 43331 w 121645"/>
                <a:gd name="connsiteY24" fmla="*/ 111062 h 176767"/>
                <a:gd name="connsiteX25" fmla="*/ 63852 w 121645"/>
                <a:gd name="connsiteY25" fmla="*/ 94490 h 176767"/>
                <a:gd name="connsiteX26" fmla="*/ 102670 w 121645"/>
                <a:gd name="connsiteY26" fmla="*/ 70637 h 176767"/>
                <a:gd name="connsiteX27" fmla="*/ 110829 w 121645"/>
                <a:gd name="connsiteY27" fmla="*/ 73901 h 176767"/>
                <a:gd name="connsiteX28" fmla="*/ 97972 w 121645"/>
                <a:gd name="connsiteY28" fmla="*/ 87962 h 176767"/>
                <a:gd name="connsiteX29" fmla="*/ 107862 w 121645"/>
                <a:gd name="connsiteY29" fmla="*/ 97252 h 176767"/>
                <a:gd name="connsiteX30" fmla="*/ 121955 w 121645"/>
                <a:gd name="connsiteY30" fmla="*/ 81183 h 176767"/>
                <a:gd name="connsiteX31" fmla="*/ 102917 w 121645"/>
                <a:gd name="connsiteY31" fmla="*/ 63606 h 176767"/>
                <a:gd name="connsiteX32" fmla="*/ 63358 w 121645"/>
                <a:gd name="connsiteY32" fmla="*/ 85702 h 176767"/>
                <a:gd name="connsiteX33" fmla="*/ 34677 w 121645"/>
                <a:gd name="connsiteY33" fmla="*/ 107798 h 176767"/>
                <a:gd name="connsiteX34" fmla="*/ 59154 w 121645"/>
                <a:gd name="connsiteY34" fmla="*/ 7613 h 176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645" h="176767">
                  <a:moveTo>
                    <a:pt x="59154" y="7613"/>
                  </a:moveTo>
                  <a:cubicBezTo>
                    <a:pt x="59402" y="7111"/>
                    <a:pt x="60143" y="3847"/>
                    <a:pt x="60143" y="3596"/>
                  </a:cubicBezTo>
                  <a:cubicBezTo>
                    <a:pt x="60143" y="2340"/>
                    <a:pt x="59154" y="81"/>
                    <a:pt x="56187" y="81"/>
                  </a:cubicBezTo>
                  <a:cubicBezTo>
                    <a:pt x="51242" y="81"/>
                    <a:pt x="30721" y="2089"/>
                    <a:pt x="24540" y="2591"/>
                  </a:cubicBezTo>
                  <a:cubicBezTo>
                    <a:pt x="22562" y="2843"/>
                    <a:pt x="19100" y="3094"/>
                    <a:pt x="19100" y="8367"/>
                  </a:cubicBezTo>
                  <a:cubicBezTo>
                    <a:pt x="19100" y="11882"/>
                    <a:pt x="22562" y="11882"/>
                    <a:pt x="25529" y="11882"/>
                  </a:cubicBezTo>
                  <a:cubicBezTo>
                    <a:pt x="37397" y="11882"/>
                    <a:pt x="37397" y="13639"/>
                    <a:pt x="37397" y="15648"/>
                  </a:cubicBezTo>
                  <a:cubicBezTo>
                    <a:pt x="37397" y="17406"/>
                    <a:pt x="36902" y="18912"/>
                    <a:pt x="36408" y="21172"/>
                  </a:cubicBezTo>
                  <a:lnTo>
                    <a:pt x="1546" y="163289"/>
                  </a:lnTo>
                  <a:cubicBezTo>
                    <a:pt x="309" y="167809"/>
                    <a:pt x="309" y="168311"/>
                    <a:pt x="309" y="168813"/>
                  </a:cubicBezTo>
                  <a:cubicBezTo>
                    <a:pt x="309" y="172579"/>
                    <a:pt x="3276" y="176848"/>
                    <a:pt x="8716" y="176848"/>
                  </a:cubicBezTo>
                  <a:cubicBezTo>
                    <a:pt x="15392" y="176848"/>
                    <a:pt x="18606" y="171826"/>
                    <a:pt x="20089" y="166302"/>
                  </a:cubicBezTo>
                  <a:cubicBezTo>
                    <a:pt x="20584" y="165298"/>
                    <a:pt x="31215" y="121106"/>
                    <a:pt x="32204" y="117591"/>
                  </a:cubicBezTo>
                  <a:cubicBezTo>
                    <a:pt x="49759" y="119348"/>
                    <a:pt x="63852" y="125123"/>
                    <a:pt x="63852" y="138180"/>
                  </a:cubicBezTo>
                  <a:cubicBezTo>
                    <a:pt x="63852" y="139436"/>
                    <a:pt x="63852" y="140691"/>
                    <a:pt x="63358" y="143202"/>
                  </a:cubicBezTo>
                  <a:cubicBezTo>
                    <a:pt x="62369" y="146968"/>
                    <a:pt x="62369" y="148224"/>
                    <a:pt x="62369" y="150986"/>
                  </a:cubicBezTo>
                  <a:cubicBezTo>
                    <a:pt x="62369" y="168813"/>
                    <a:pt x="76709" y="176848"/>
                    <a:pt x="88577" y="176848"/>
                  </a:cubicBezTo>
                  <a:cubicBezTo>
                    <a:pt x="112560" y="176848"/>
                    <a:pt x="119977" y="138682"/>
                    <a:pt x="119977" y="138431"/>
                  </a:cubicBezTo>
                  <a:cubicBezTo>
                    <a:pt x="119977" y="135167"/>
                    <a:pt x="116763" y="135167"/>
                    <a:pt x="116021" y="135167"/>
                  </a:cubicBezTo>
                  <a:cubicBezTo>
                    <a:pt x="112560" y="135167"/>
                    <a:pt x="112313" y="136422"/>
                    <a:pt x="111076" y="141193"/>
                  </a:cubicBezTo>
                  <a:cubicBezTo>
                    <a:pt x="108109" y="151990"/>
                    <a:pt x="101434" y="169817"/>
                    <a:pt x="89319" y="169817"/>
                  </a:cubicBezTo>
                  <a:cubicBezTo>
                    <a:pt x="82643" y="169817"/>
                    <a:pt x="80665" y="163540"/>
                    <a:pt x="80665" y="156761"/>
                  </a:cubicBezTo>
                  <a:cubicBezTo>
                    <a:pt x="80665" y="152492"/>
                    <a:pt x="80665" y="151990"/>
                    <a:pt x="82148" y="145462"/>
                  </a:cubicBezTo>
                  <a:cubicBezTo>
                    <a:pt x="82396" y="144708"/>
                    <a:pt x="83385" y="140440"/>
                    <a:pt x="83385" y="137678"/>
                  </a:cubicBezTo>
                  <a:cubicBezTo>
                    <a:pt x="83385" y="115331"/>
                    <a:pt x="53715" y="111816"/>
                    <a:pt x="43331" y="111062"/>
                  </a:cubicBezTo>
                  <a:cubicBezTo>
                    <a:pt x="50501" y="106543"/>
                    <a:pt x="59649" y="98257"/>
                    <a:pt x="63852" y="94490"/>
                  </a:cubicBezTo>
                  <a:cubicBezTo>
                    <a:pt x="76462" y="82438"/>
                    <a:pt x="88824" y="70637"/>
                    <a:pt x="102670" y="70637"/>
                  </a:cubicBezTo>
                  <a:cubicBezTo>
                    <a:pt x="105637" y="70637"/>
                    <a:pt x="108851" y="71390"/>
                    <a:pt x="110829" y="73901"/>
                  </a:cubicBezTo>
                  <a:cubicBezTo>
                    <a:pt x="100197" y="75659"/>
                    <a:pt x="97972" y="84196"/>
                    <a:pt x="97972" y="87962"/>
                  </a:cubicBezTo>
                  <a:cubicBezTo>
                    <a:pt x="97972" y="93486"/>
                    <a:pt x="102175" y="97252"/>
                    <a:pt x="107862" y="97252"/>
                  </a:cubicBezTo>
                  <a:cubicBezTo>
                    <a:pt x="114538" y="97252"/>
                    <a:pt x="121955" y="91728"/>
                    <a:pt x="121955" y="81183"/>
                  </a:cubicBezTo>
                  <a:cubicBezTo>
                    <a:pt x="121955" y="72897"/>
                    <a:pt x="116021" y="63606"/>
                    <a:pt x="102917" y="63606"/>
                  </a:cubicBezTo>
                  <a:cubicBezTo>
                    <a:pt x="88824" y="63606"/>
                    <a:pt x="75967" y="73901"/>
                    <a:pt x="63358" y="85702"/>
                  </a:cubicBezTo>
                  <a:cubicBezTo>
                    <a:pt x="52973" y="95746"/>
                    <a:pt x="44814" y="103530"/>
                    <a:pt x="34677" y="107798"/>
                  </a:cubicBezTo>
                  <a:lnTo>
                    <a:pt x="59154" y="7613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D1F4CD27-CADF-2673-E8AE-7B841577EF3B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8521349" y="5378377"/>
              <a:ext cx="287160" cy="246068"/>
            </a:xfrm>
            <a:custGeom>
              <a:avLst/>
              <a:gdLst>
                <a:gd name="connsiteX0" fmla="*/ 157682 w 287160"/>
                <a:gd name="connsiteY0" fmla="*/ 95157 h 246068"/>
                <a:gd name="connsiteX1" fmla="*/ 242452 w 287160"/>
                <a:gd name="connsiteY1" fmla="*/ 23417 h 246068"/>
                <a:gd name="connsiteX2" fmla="*/ 275654 w 287160"/>
                <a:gd name="connsiteY2" fmla="*/ 16960 h 246068"/>
                <a:gd name="connsiteX3" fmla="*/ 281659 w 287160"/>
                <a:gd name="connsiteY3" fmla="*/ 16960 h 246068"/>
                <a:gd name="connsiteX4" fmla="*/ 281659 w 287160"/>
                <a:gd name="connsiteY4" fmla="*/ 101 h 246068"/>
                <a:gd name="connsiteX5" fmla="*/ 245631 w 287160"/>
                <a:gd name="connsiteY5" fmla="*/ 1177 h 246068"/>
                <a:gd name="connsiteX6" fmla="*/ 194063 w 287160"/>
                <a:gd name="connsiteY6" fmla="*/ 101 h 246068"/>
                <a:gd name="connsiteX7" fmla="*/ 194063 w 287160"/>
                <a:gd name="connsiteY7" fmla="*/ 16960 h 246068"/>
                <a:gd name="connsiteX8" fmla="*/ 214549 w 287160"/>
                <a:gd name="connsiteY8" fmla="*/ 18754 h 246068"/>
                <a:gd name="connsiteX9" fmla="*/ 219140 w 287160"/>
                <a:gd name="connsiteY9" fmla="*/ 20906 h 246068"/>
                <a:gd name="connsiteX10" fmla="*/ 88453 w 287160"/>
                <a:gd name="connsiteY10" fmla="*/ 131744 h 246068"/>
                <a:gd name="connsiteX11" fmla="*/ 88453 w 287160"/>
                <a:gd name="connsiteY11" fmla="*/ 16960 h 246068"/>
                <a:gd name="connsiteX12" fmla="*/ 126599 w 287160"/>
                <a:gd name="connsiteY12" fmla="*/ 16960 h 246068"/>
                <a:gd name="connsiteX13" fmla="*/ 126599 w 287160"/>
                <a:gd name="connsiteY13" fmla="*/ 101 h 246068"/>
                <a:gd name="connsiteX14" fmla="*/ 63375 w 287160"/>
                <a:gd name="connsiteY14" fmla="*/ 1177 h 246068"/>
                <a:gd name="connsiteX15" fmla="*/ 150 w 287160"/>
                <a:gd name="connsiteY15" fmla="*/ 101 h 246068"/>
                <a:gd name="connsiteX16" fmla="*/ 150 w 287160"/>
                <a:gd name="connsiteY16" fmla="*/ 16960 h 246068"/>
                <a:gd name="connsiteX17" fmla="*/ 38297 w 287160"/>
                <a:gd name="connsiteY17" fmla="*/ 16960 h 246068"/>
                <a:gd name="connsiteX18" fmla="*/ 38297 w 287160"/>
                <a:gd name="connsiteY18" fmla="*/ 229311 h 246068"/>
                <a:gd name="connsiteX19" fmla="*/ 150 w 287160"/>
                <a:gd name="connsiteY19" fmla="*/ 229311 h 246068"/>
                <a:gd name="connsiteX20" fmla="*/ 150 w 287160"/>
                <a:gd name="connsiteY20" fmla="*/ 246169 h 246068"/>
                <a:gd name="connsiteX21" fmla="*/ 63375 w 287160"/>
                <a:gd name="connsiteY21" fmla="*/ 245093 h 246068"/>
                <a:gd name="connsiteX22" fmla="*/ 126599 w 287160"/>
                <a:gd name="connsiteY22" fmla="*/ 246169 h 246068"/>
                <a:gd name="connsiteX23" fmla="*/ 126599 w 287160"/>
                <a:gd name="connsiteY23" fmla="*/ 229311 h 246068"/>
                <a:gd name="connsiteX24" fmla="*/ 88453 w 287160"/>
                <a:gd name="connsiteY24" fmla="*/ 229311 h 246068"/>
                <a:gd name="connsiteX25" fmla="*/ 88453 w 287160"/>
                <a:gd name="connsiteY25" fmla="*/ 153984 h 246068"/>
                <a:gd name="connsiteX26" fmla="*/ 123774 w 287160"/>
                <a:gd name="connsiteY26" fmla="*/ 124211 h 246068"/>
                <a:gd name="connsiteX27" fmla="*/ 196535 w 287160"/>
                <a:gd name="connsiteY27" fmla="*/ 221419 h 246068"/>
                <a:gd name="connsiteX28" fmla="*/ 199361 w 287160"/>
                <a:gd name="connsiteY28" fmla="*/ 226441 h 246068"/>
                <a:gd name="connsiteX29" fmla="*/ 173576 w 287160"/>
                <a:gd name="connsiteY29" fmla="*/ 229311 h 246068"/>
                <a:gd name="connsiteX30" fmla="*/ 173576 w 287160"/>
                <a:gd name="connsiteY30" fmla="*/ 246169 h 246068"/>
                <a:gd name="connsiteX31" fmla="*/ 235741 w 287160"/>
                <a:gd name="connsiteY31" fmla="*/ 245093 h 246068"/>
                <a:gd name="connsiteX32" fmla="*/ 287310 w 287160"/>
                <a:gd name="connsiteY32" fmla="*/ 246169 h 246068"/>
                <a:gd name="connsiteX33" fmla="*/ 287310 w 287160"/>
                <a:gd name="connsiteY33" fmla="*/ 229311 h 246068"/>
                <a:gd name="connsiteX34" fmla="*/ 277067 w 287160"/>
                <a:gd name="connsiteY34" fmla="*/ 229311 h 246068"/>
                <a:gd name="connsiteX35" fmla="*/ 253049 w 287160"/>
                <a:gd name="connsiteY35" fmla="*/ 222137 h 246068"/>
                <a:gd name="connsiteX36" fmla="*/ 157682 w 287160"/>
                <a:gd name="connsiteY36" fmla="*/ 95157 h 246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7160" h="246068">
                  <a:moveTo>
                    <a:pt x="157682" y="95157"/>
                  </a:moveTo>
                  <a:lnTo>
                    <a:pt x="242452" y="23417"/>
                  </a:lnTo>
                  <a:cubicBezTo>
                    <a:pt x="250223" y="16960"/>
                    <a:pt x="265058" y="16960"/>
                    <a:pt x="275654" y="16960"/>
                  </a:cubicBezTo>
                  <a:lnTo>
                    <a:pt x="281659" y="16960"/>
                  </a:lnTo>
                  <a:lnTo>
                    <a:pt x="281659" y="101"/>
                  </a:lnTo>
                  <a:cubicBezTo>
                    <a:pt x="267530" y="1177"/>
                    <a:pt x="247397" y="1177"/>
                    <a:pt x="245631" y="1177"/>
                  </a:cubicBezTo>
                  <a:cubicBezTo>
                    <a:pt x="232209" y="1177"/>
                    <a:pt x="206778" y="1177"/>
                    <a:pt x="194063" y="101"/>
                  </a:cubicBezTo>
                  <a:lnTo>
                    <a:pt x="194063" y="16960"/>
                  </a:lnTo>
                  <a:cubicBezTo>
                    <a:pt x="198654" y="16960"/>
                    <a:pt x="205718" y="16960"/>
                    <a:pt x="214549" y="18754"/>
                  </a:cubicBezTo>
                  <a:cubicBezTo>
                    <a:pt x="220200" y="20188"/>
                    <a:pt x="215962" y="19830"/>
                    <a:pt x="219140" y="20906"/>
                  </a:cubicBezTo>
                  <a:lnTo>
                    <a:pt x="88453" y="131744"/>
                  </a:lnTo>
                  <a:lnTo>
                    <a:pt x="88453" y="16960"/>
                  </a:lnTo>
                  <a:lnTo>
                    <a:pt x="126599" y="16960"/>
                  </a:lnTo>
                  <a:lnTo>
                    <a:pt x="126599" y="101"/>
                  </a:lnTo>
                  <a:cubicBezTo>
                    <a:pt x="113177" y="1177"/>
                    <a:pt x="78563" y="1177"/>
                    <a:pt x="63375" y="1177"/>
                  </a:cubicBezTo>
                  <a:cubicBezTo>
                    <a:pt x="48187" y="1177"/>
                    <a:pt x="13572" y="1177"/>
                    <a:pt x="150" y="101"/>
                  </a:cubicBezTo>
                  <a:lnTo>
                    <a:pt x="150" y="16960"/>
                  </a:lnTo>
                  <a:lnTo>
                    <a:pt x="38297" y="16960"/>
                  </a:lnTo>
                  <a:lnTo>
                    <a:pt x="38297" y="229311"/>
                  </a:lnTo>
                  <a:lnTo>
                    <a:pt x="150" y="229311"/>
                  </a:lnTo>
                  <a:lnTo>
                    <a:pt x="150" y="246169"/>
                  </a:lnTo>
                  <a:cubicBezTo>
                    <a:pt x="13572" y="245093"/>
                    <a:pt x="48187" y="245093"/>
                    <a:pt x="63375" y="245093"/>
                  </a:cubicBezTo>
                  <a:cubicBezTo>
                    <a:pt x="78563" y="245093"/>
                    <a:pt x="113177" y="245093"/>
                    <a:pt x="126599" y="246169"/>
                  </a:cubicBezTo>
                  <a:lnTo>
                    <a:pt x="126599" y="229311"/>
                  </a:lnTo>
                  <a:lnTo>
                    <a:pt x="88453" y="229311"/>
                  </a:lnTo>
                  <a:lnTo>
                    <a:pt x="88453" y="153984"/>
                  </a:lnTo>
                  <a:lnTo>
                    <a:pt x="123774" y="124211"/>
                  </a:lnTo>
                  <a:lnTo>
                    <a:pt x="196535" y="221419"/>
                  </a:lnTo>
                  <a:cubicBezTo>
                    <a:pt x="198301" y="223571"/>
                    <a:pt x="198301" y="224289"/>
                    <a:pt x="199361" y="226441"/>
                  </a:cubicBezTo>
                  <a:cubicBezTo>
                    <a:pt x="193003" y="229311"/>
                    <a:pt x="185939" y="229311"/>
                    <a:pt x="173576" y="229311"/>
                  </a:cubicBezTo>
                  <a:lnTo>
                    <a:pt x="173576" y="246169"/>
                  </a:lnTo>
                  <a:cubicBezTo>
                    <a:pt x="188058" y="245093"/>
                    <a:pt x="219847" y="245093"/>
                    <a:pt x="235741" y="245093"/>
                  </a:cubicBezTo>
                  <a:cubicBezTo>
                    <a:pt x="249870" y="245093"/>
                    <a:pt x="274241" y="245093"/>
                    <a:pt x="287310" y="246169"/>
                  </a:cubicBezTo>
                  <a:lnTo>
                    <a:pt x="287310" y="229311"/>
                  </a:lnTo>
                  <a:lnTo>
                    <a:pt x="277067" y="229311"/>
                  </a:lnTo>
                  <a:cubicBezTo>
                    <a:pt x="258347" y="229311"/>
                    <a:pt x="257287" y="227876"/>
                    <a:pt x="253049" y="222137"/>
                  </a:cubicBezTo>
                  <a:lnTo>
                    <a:pt x="157682" y="95157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37862176-7C8B-94E7-A7CE-F34E866F1C60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8943843" y="5492802"/>
              <a:ext cx="234884" cy="83935"/>
            </a:xfrm>
            <a:custGeom>
              <a:avLst/>
              <a:gdLst>
                <a:gd name="connsiteX0" fmla="*/ 223038 w 234884"/>
                <a:gd name="connsiteY0" fmla="*/ 14449 h 83935"/>
                <a:gd name="connsiteX1" fmla="*/ 235047 w 234884"/>
                <a:gd name="connsiteY1" fmla="*/ 7275 h 83935"/>
                <a:gd name="connsiteX2" fmla="*/ 223391 w 234884"/>
                <a:gd name="connsiteY2" fmla="*/ 101 h 83935"/>
                <a:gd name="connsiteX3" fmla="*/ 11818 w 234884"/>
                <a:gd name="connsiteY3" fmla="*/ 101 h 83935"/>
                <a:gd name="connsiteX4" fmla="*/ 162 w 234884"/>
                <a:gd name="connsiteY4" fmla="*/ 7275 h 83935"/>
                <a:gd name="connsiteX5" fmla="*/ 12171 w 234884"/>
                <a:gd name="connsiteY5" fmla="*/ 14449 h 83935"/>
                <a:gd name="connsiteX6" fmla="*/ 223038 w 234884"/>
                <a:gd name="connsiteY6" fmla="*/ 14449 h 83935"/>
                <a:gd name="connsiteX7" fmla="*/ 223391 w 234884"/>
                <a:gd name="connsiteY7" fmla="*/ 84037 h 83935"/>
                <a:gd name="connsiteX8" fmla="*/ 235047 w 234884"/>
                <a:gd name="connsiteY8" fmla="*/ 76863 h 83935"/>
                <a:gd name="connsiteX9" fmla="*/ 223038 w 234884"/>
                <a:gd name="connsiteY9" fmla="*/ 69689 h 83935"/>
                <a:gd name="connsiteX10" fmla="*/ 12171 w 234884"/>
                <a:gd name="connsiteY10" fmla="*/ 69689 h 83935"/>
                <a:gd name="connsiteX11" fmla="*/ 162 w 234884"/>
                <a:gd name="connsiteY11" fmla="*/ 76863 h 83935"/>
                <a:gd name="connsiteX12" fmla="*/ 11818 w 234884"/>
                <a:gd name="connsiteY12" fmla="*/ 84037 h 83935"/>
                <a:gd name="connsiteX13" fmla="*/ 223391 w 234884"/>
                <a:gd name="connsiteY13" fmla="*/ 84037 h 83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884" h="83935">
                  <a:moveTo>
                    <a:pt x="223038" y="14449"/>
                  </a:moveTo>
                  <a:cubicBezTo>
                    <a:pt x="228336" y="14449"/>
                    <a:pt x="235047" y="14449"/>
                    <a:pt x="235047" y="7275"/>
                  </a:cubicBezTo>
                  <a:cubicBezTo>
                    <a:pt x="235047" y="101"/>
                    <a:pt x="228336" y="101"/>
                    <a:pt x="223391" y="101"/>
                  </a:cubicBezTo>
                  <a:lnTo>
                    <a:pt x="11818" y="101"/>
                  </a:lnTo>
                  <a:cubicBezTo>
                    <a:pt x="6873" y="101"/>
                    <a:pt x="162" y="101"/>
                    <a:pt x="162" y="7275"/>
                  </a:cubicBezTo>
                  <a:cubicBezTo>
                    <a:pt x="162" y="14449"/>
                    <a:pt x="6873" y="14449"/>
                    <a:pt x="12171" y="14449"/>
                  </a:cubicBezTo>
                  <a:lnTo>
                    <a:pt x="223038" y="14449"/>
                  </a:lnTo>
                  <a:close/>
                  <a:moveTo>
                    <a:pt x="223391" y="84037"/>
                  </a:moveTo>
                  <a:cubicBezTo>
                    <a:pt x="228336" y="84037"/>
                    <a:pt x="235047" y="84037"/>
                    <a:pt x="235047" y="76863"/>
                  </a:cubicBezTo>
                  <a:cubicBezTo>
                    <a:pt x="235047" y="69689"/>
                    <a:pt x="228336" y="69689"/>
                    <a:pt x="223038" y="69689"/>
                  </a:cubicBezTo>
                  <a:lnTo>
                    <a:pt x="12171" y="69689"/>
                  </a:lnTo>
                  <a:cubicBezTo>
                    <a:pt x="6873" y="69689"/>
                    <a:pt x="162" y="69689"/>
                    <a:pt x="162" y="76863"/>
                  </a:cubicBezTo>
                  <a:cubicBezTo>
                    <a:pt x="162" y="84037"/>
                    <a:pt x="6873" y="84037"/>
                    <a:pt x="11818" y="84037"/>
                  </a:cubicBezTo>
                  <a:lnTo>
                    <a:pt x="223391" y="84037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3EB0057-A4B8-436D-E45B-83E30F6FE162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9305373" y="5378377"/>
              <a:ext cx="402659" cy="248937"/>
            </a:xfrm>
            <a:custGeom>
              <a:avLst/>
              <a:gdLst>
                <a:gd name="connsiteX0" fmla="*/ 369277 w 402659"/>
                <a:gd name="connsiteY0" fmla="*/ 25569 h 248937"/>
                <a:gd name="connsiteX1" fmla="*/ 382699 w 402659"/>
                <a:gd name="connsiteY1" fmla="*/ 17678 h 248937"/>
                <a:gd name="connsiteX2" fmla="*/ 402832 w 402659"/>
                <a:gd name="connsiteY2" fmla="*/ 16960 h 248937"/>
                <a:gd name="connsiteX3" fmla="*/ 402832 w 402659"/>
                <a:gd name="connsiteY3" fmla="*/ 101 h 248937"/>
                <a:gd name="connsiteX4" fmla="*/ 365039 w 402659"/>
                <a:gd name="connsiteY4" fmla="*/ 1177 h 248937"/>
                <a:gd name="connsiteX5" fmla="*/ 317002 w 402659"/>
                <a:gd name="connsiteY5" fmla="*/ 101 h 248937"/>
                <a:gd name="connsiteX6" fmla="*/ 317002 w 402659"/>
                <a:gd name="connsiteY6" fmla="*/ 16960 h 248937"/>
                <a:gd name="connsiteX7" fmla="*/ 353030 w 402659"/>
                <a:gd name="connsiteY7" fmla="*/ 20906 h 248937"/>
                <a:gd name="connsiteX8" fmla="*/ 292277 w 402659"/>
                <a:gd name="connsiteY8" fmla="*/ 181245 h 248937"/>
                <a:gd name="connsiteX9" fmla="*/ 229759 w 402659"/>
                <a:gd name="connsiteY9" fmla="*/ 16960 h 248937"/>
                <a:gd name="connsiteX10" fmla="*/ 263667 w 402659"/>
                <a:gd name="connsiteY10" fmla="*/ 16960 h 248937"/>
                <a:gd name="connsiteX11" fmla="*/ 263667 w 402659"/>
                <a:gd name="connsiteY11" fmla="*/ 101 h 248937"/>
                <a:gd name="connsiteX12" fmla="*/ 201855 w 402659"/>
                <a:gd name="connsiteY12" fmla="*/ 1177 h 248937"/>
                <a:gd name="connsiteX13" fmla="*/ 147814 w 402659"/>
                <a:gd name="connsiteY13" fmla="*/ 101 h 248937"/>
                <a:gd name="connsiteX14" fmla="*/ 147814 w 402659"/>
                <a:gd name="connsiteY14" fmla="*/ 16960 h 248937"/>
                <a:gd name="connsiteX15" fmla="*/ 178190 w 402659"/>
                <a:gd name="connsiteY15" fmla="*/ 16960 h 248937"/>
                <a:gd name="connsiteX16" fmla="*/ 192672 w 402659"/>
                <a:gd name="connsiteY16" fmla="*/ 54982 h 248937"/>
                <a:gd name="connsiteX17" fmla="*/ 144635 w 402659"/>
                <a:gd name="connsiteY17" fmla="*/ 181245 h 248937"/>
                <a:gd name="connsiteX18" fmla="*/ 82117 w 402659"/>
                <a:gd name="connsiteY18" fmla="*/ 16960 h 248937"/>
                <a:gd name="connsiteX19" fmla="*/ 116025 w 402659"/>
                <a:gd name="connsiteY19" fmla="*/ 16960 h 248937"/>
                <a:gd name="connsiteX20" fmla="*/ 116025 w 402659"/>
                <a:gd name="connsiteY20" fmla="*/ 101 h 248937"/>
                <a:gd name="connsiteX21" fmla="*/ 54213 w 402659"/>
                <a:gd name="connsiteY21" fmla="*/ 1177 h 248937"/>
                <a:gd name="connsiteX22" fmla="*/ 172 w 402659"/>
                <a:gd name="connsiteY22" fmla="*/ 101 h 248937"/>
                <a:gd name="connsiteX23" fmla="*/ 172 w 402659"/>
                <a:gd name="connsiteY23" fmla="*/ 16960 h 248937"/>
                <a:gd name="connsiteX24" fmla="*/ 30548 w 402659"/>
                <a:gd name="connsiteY24" fmla="*/ 16960 h 248937"/>
                <a:gd name="connsiteX25" fmla="*/ 115319 w 402659"/>
                <a:gd name="connsiteY25" fmla="*/ 239713 h 248937"/>
                <a:gd name="connsiteX26" fmla="*/ 127681 w 402659"/>
                <a:gd name="connsiteY26" fmla="*/ 249039 h 248937"/>
                <a:gd name="connsiteX27" fmla="*/ 140044 w 402659"/>
                <a:gd name="connsiteY27" fmla="*/ 239713 h 248937"/>
                <a:gd name="connsiteX28" fmla="*/ 201502 w 402659"/>
                <a:gd name="connsiteY28" fmla="*/ 78298 h 248937"/>
                <a:gd name="connsiteX29" fmla="*/ 262961 w 402659"/>
                <a:gd name="connsiteY29" fmla="*/ 239713 h 248937"/>
                <a:gd name="connsiteX30" fmla="*/ 275323 w 402659"/>
                <a:gd name="connsiteY30" fmla="*/ 249039 h 248937"/>
                <a:gd name="connsiteX31" fmla="*/ 287686 w 402659"/>
                <a:gd name="connsiteY31" fmla="*/ 239713 h 248937"/>
                <a:gd name="connsiteX32" fmla="*/ 369277 w 402659"/>
                <a:gd name="connsiteY32" fmla="*/ 25569 h 248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2659" h="248937">
                  <a:moveTo>
                    <a:pt x="369277" y="25569"/>
                  </a:moveTo>
                  <a:cubicBezTo>
                    <a:pt x="371396" y="19471"/>
                    <a:pt x="371750" y="18754"/>
                    <a:pt x="382699" y="17678"/>
                  </a:cubicBezTo>
                  <a:cubicBezTo>
                    <a:pt x="389763" y="16960"/>
                    <a:pt x="397181" y="16960"/>
                    <a:pt x="402832" y="16960"/>
                  </a:cubicBezTo>
                  <a:lnTo>
                    <a:pt x="402832" y="101"/>
                  </a:lnTo>
                  <a:cubicBezTo>
                    <a:pt x="393296" y="460"/>
                    <a:pt x="380933" y="1177"/>
                    <a:pt x="365039" y="1177"/>
                  </a:cubicBezTo>
                  <a:cubicBezTo>
                    <a:pt x="351617" y="1177"/>
                    <a:pt x="329718" y="1177"/>
                    <a:pt x="317002" y="101"/>
                  </a:cubicBezTo>
                  <a:lnTo>
                    <a:pt x="317002" y="16960"/>
                  </a:lnTo>
                  <a:cubicBezTo>
                    <a:pt x="325832" y="16960"/>
                    <a:pt x="342786" y="16960"/>
                    <a:pt x="353030" y="20906"/>
                  </a:cubicBezTo>
                  <a:lnTo>
                    <a:pt x="292277" y="181245"/>
                  </a:lnTo>
                  <a:lnTo>
                    <a:pt x="229759" y="16960"/>
                  </a:lnTo>
                  <a:lnTo>
                    <a:pt x="263667" y="16960"/>
                  </a:lnTo>
                  <a:lnTo>
                    <a:pt x="263667" y="101"/>
                  </a:lnTo>
                  <a:cubicBezTo>
                    <a:pt x="250245" y="1177"/>
                    <a:pt x="217043" y="1177"/>
                    <a:pt x="201855" y="1177"/>
                  </a:cubicBezTo>
                  <a:cubicBezTo>
                    <a:pt x="188080" y="1177"/>
                    <a:pt x="160177" y="1177"/>
                    <a:pt x="147814" y="101"/>
                  </a:cubicBezTo>
                  <a:lnTo>
                    <a:pt x="147814" y="16960"/>
                  </a:lnTo>
                  <a:lnTo>
                    <a:pt x="178190" y="16960"/>
                  </a:lnTo>
                  <a:lnTo>
                    <a:pt x="192672" y="54982"/>
                  </a:lnTo>
                  <a:lnTo>
                    <a:pt x="144635" y="181245"/>
                  </a:lnTo>
                  <a:lnTo>
                    <a:pt x="82117" y="16960"/>
                  </a:lnTo>
                  <a:lnTo>
                    <a:pt x="116025" y="16960"/>
                  </a:lnTo>
                  <a:lnTo>
                    <a:pt x="116025" y="101"/>
                  </a:lnTo>
                  <a:cubicBezTo>
                    <a:pt x="102603" y="1177"/>
                    <a:pt x="69401" y="1177"/>
                    <a:pt x="54213" y="1177"/>
                  </a:cubicBezTo>
                  <a:cubicBezTo>
                    <a:pt x="40438" y="1177"/>
                    <a:pt x="12535" y="1177"/>
                    <a:pt x="172" y="101"/>
                  </a:cubicBezTo>
                  <a:lnTo>
                    <a:pt x="172" y="16960"/>
                  </a:lnTo>
                  <a:lnTo>
                    <a:pt x="30548" y="16960"/>
                  </a:lnTo>
                  <a:lnTo>
                    <a:pt x="115319" y="239713"/>
                  </a:lnTo>
                  <a:cubicBezTo>
                    <a:pt x="117438" y="245452"/>
                    <a:pt x="118851" y="249039"/>
                    <a:pt x="127681" y="249039"/>
                  </a:cubicBezTo>
                  <a:cubicBezTo>
                    <a:pt x="136511" y="249039"/>
                    <a:pt x="137924" y="245452"/>
                    <a:pt x="140044" y="239713"/>
                  </a:cubicBezTo>
                  <a:lnTo>
                    <a:pt x="201502" y="78298"/>
                  </a:lnTo>
                  <a:lnTo>
                    <a:pt x="262961" y="239713"/>
                  </a:lnTo>
                  <a:cubicBezTo>
                    <a:pt x="265080" y="245452"/>
                    <a:pt x="266493" y="249039"/>
                    <a:pt x="275323" y="249039"/>
                  </a:cubicBezTo>
                  <a:cubicBezTo>
                    <a:pt x="284153" y="249039"/>
                    <a:pt x="285566" y="245452"/>
                    <a:pt x="287686" y="239713"/>
                  </a:cubicBezTo>
                  <a:lnTo>
                    <a:pt x="369277" y="25569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23386321-E0C1-F348-059F-1E475F75D738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9735365" y="5503993"/>
              <a:ext cx="121645" cy="176767"/>
            </a:xfrm>
            <a:custGeom>
              <a:avLst/>
              <a:gdLst>
                <a:gd name="connsiteX0" fmla="*/ 59029 w 121645"/>
                <a:gd name="connsiteY0" fmla="*/ 7635 h 176767"/>
                <a:gd name="connsiteX1" fmla="*/ 60018 w 121645"/>
                <a:gd name="connsiteY1" fmla="*/ 3618 h 176767"/>
                <a:gd name="connsiteX2" fmla="*/ 56062 w 121645"/>
                <a:gd name="connsiteY2" fmla="*/ 103 h 176767"/>
                <a:gd name="connsiteX3" fmla="*/ 24414 w 121645"/>
                <a:gd name="connsiteY3" fmla="*/ 2614 h 176767"/>
                <a:gd name="connsiteX4" fmla="*/ 18975 w 121645"/>
                <a:gd name="connsiteY4" fmla="*/ 8389 h 176767"/>
                <a:gd name="connsiteX5" fmla="*/ 25403 w 121645"/>
                <a:gd name="connsiteY5" fmla="*/ 11904 h 176767"/>
                <a:gd name="connsiteX6" fmla="*/ 37271 w 121645"/>
                <a:gd name="connsiteY6" fmla="*/ 15670 h 176767"/>
                <a:gd name="connsiteX7" fmla="*/ 36282 w 121645"/>
                <a:gd name="connsiteY7" fmla="*/ 21194 h 176767"/>
                <a:gd name="connsiteX8" fmla="*/ 1420 w 121645"/>
                <a:gd name="connsiteY8" fmla="*/ 163311 h 176767"/>
                <a:gd name="connsiteX9" fmla="*/ 184 w 121645"/>
                <a:gd name="connsiteY9" fmla="*/ 168835 h 176767"/>
                <a:gd name="connsiteX10" fmla="*/ 8590 w 121645"/>
                <a:gd name="connsiteY10" fmla="*/ 176870 h 176767"/>
                <a:gd name="connsiteX11" fmla="*/ 19964 w 121645"/>
                <a:gd name="connsiteY11" fmla="*/ 166324 h 176767"/>
                <a:gd name="connsiteX12" fmla="*/ 32079 w 121645"/>
                <a:gd name="connsiteY12" fmla="*/ 117613 h 176767"/>
                <a:gd name="connsiteX13" fmla="*/ 63727 w 121645"/>
                <a:gd name="connsiteY13" fmla="*/ 138202 h 176767"/>
                <a:gd name="connsiteX14" fmla="*/ 63232 w 121645"/>
                <a:gd name="connsiteY14" fmla="*/ 143224 h 176767"/>
                <a:gd name="connsiteX15" fmla="*/ 62243 w 121645"/>
                <a:gd name="connsiteY15" fmla="*/ 151008 h 176767"/>
                <a:gd name="connsiteX16" fmla="*/ 88451 w 121645"/>
                <a:gd name="connsiteY16" fmla="*/ 176870 h 176767"/>
                <a:gd name="connsiteX17" fmla="*/ 119852 w 121645"/>
                <a:gd name="connsiteY17" fmla="*/ 138453 h 176767"/>
                <a:gd name="connsiteX18" fmla="*/ 115896 w 121645"/>
                <a:gd name="connsiteY18" fmla="*/ 135189 h 176767"/>
                <a:gd name="connsiteX19" fmla="*/ 110951 w 121645"/>
                <a:gd name="connsiteY19" fmla="*/ 141215 h 176767"/>
                <a:gd name="connsiteX20" fmla="*/ 89193 w 121645"/>
                <a:gd name="connsiteY20" fmla="*/ 169840 h 176767"/>
                <a:gd name="connsiteX21" fmla="*/ 80539 w 121645"/>
                <a:gd name="connsiteY21" fmla="*/ 156783 h 176767"/>
                <a:gd name="connsiteX22" fmla="*/ 82023 w 121645"/>
                <a:gd name="connsiteY22" fmla="*/ 145484 h 176767"/>
                <a:gd name="connsiteX23" fmla="*/ 83259 w 121645"/>
                <a:gd name="connsiteY23" fmla="*/ 137700 h 176767"/>
                <a:gd name="connsiteX24" fmla="*/ 43205 w 121645"/>
                <a:gd name="connsiteY24" fmla="*/ 111085 h 176767"/>
                <a:gd name="connsiteX25" fmla="*/ 63727 w 121645"/>
                <a:gd name="connsiteY25" fmla="*/ 94513 h 176767"/>
                <a:gd name="connsiteX26" fmla="*/ 102544 w 121645"/>
                <a:gd name="connsiteY26" fmla="*/ 70659 h 176767"/>
                <a:gd name="connsiteX27" fmla="*/ 110704 w 121645"/>
                <a:gd name="connsiteY27" fmla="*/ 73923 h 176767"/>
                <a:gd name="connsiteX28" fmla="*/ 97847 w 121645"/>
                <a:gd name="connsiteY28" fmla="*/ 87984 h 176767"/>
                <a:gd name="connsiteX29" fmla="*/ 107737 w 121645"/>
                <a:gd name="connsiteY29" fmla="*/ 97275 h 176767"/>
                <a:gd name="connsiteX30" fmla="*/ 121830 w 121645"/>
                <a:gd name="connsiteY30" fmla="*/ 81205 h 176767"/>
                <a:gd name="connsiteX31" fmla="*/ 102792 w 121645"/>
                <a:gd name="connsiteY31" fmla="*/ 63628 h 176767"/>
                <a:gd name="connsiteX32" fmla="*/ 63232 w 121645"/>
                <a:gd name="connsiteY32" fmla="*/ 85724 h 176767"/>
                <a:gd name="connsiteX33" fmla="*/ 34551 w 121645"/>
                <a:gd name="connsiteY33" fmla="*/ 107820 h 176767"/>
                <a:gd name="connsiteX34" fmla="*/ 59029 w 121645"/>
                <a:gd name="connsiteY34" fmla="*/ 7635 h 176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645" h="176767">
                  <a:moveTo>
                    <a:pt x="59029" y="7635"/>
                  </a:moveTo>
                  <a:cubicBezTo>
                    <a:pt x="59276" y="7133"/>
                    <a:pt x="60018" y="3869"/>
                    <a:pt x="60018" y="3618"/>
                  </a:cubicBezTo>
                  <a:cubicBezTo>
                    <a:pt x="60018" y="2363"/>
                    <a:pt x="59029" y="103"/>
                    <a:pt x="56062" y="103"/>
                  </a:cubicBezTo>
                  <a:cubicBezTo>
                    <a:pt x="51117" y="103"/>
                    <a:pt x="30595" y="2111"/>
                    <a:pt x="24414" y="2614"/>
                  </a:cubicBezTo>
                  <a:cubicBezTo>
                    <a:pt x="22436" y="2865"/>
                    <a:pt x="18975" y="3116"/>
                    <a:pt x="18975" y="8389"/>
                  </a:cubicBezTo>
                  <a:cubicBezTo>
                    <a:pt x="18975" y="11904"/>
                    <a:pt x="22436" y="11904"/>
                    <a:pt x="25403" y="11904"/>
                  </a:cubicBezTo>
                  <a:cubicBezTo>
                    <a:pt x="37271" y="11904"/>
                    <a:pt x="37271" y="13662"/>
                    <a:pt x="37271" y="15670"/>
                  </a:cubicBezTo>
                  <a:cubicBezTo>
                    <a:pt x="37271" y="17428"/>
                    <a:pt x="36777" y="18934"/>
                    <a:pt x="36282" y="21194"/>
                  </a:cubicBezTo>
                  <a:lnTo>
                    <a:pt x="1420" y="163311"/>
                  </a:lnTo>
                  <a:cubicBezTo>
                    <a:pt x="184" y="167831"/>
                    <a:pt x="184" y="168333"/>
                    <a:pt x="184" y="168835"/>
                  </a:cubicBezTo>
                  <a:cubicBezTo>
                    <a:pt x="184" y="172602"/>
                    <a:pt x="3151" y="176870"/>
                    <a:pt x="8590" y="176870"/>
                  </a:cubicBezTo>
                  <a:cubicBezTo>
                    <a:pt x="15266" y="176870"/>
                    <a:pt x="18480" y="171848"/>
                    <a:pt x="19964" y="166324"/>
                  </a:cubicBezTo>
                  <a:cubicBezTo>
                    <a:pt x="20458" y="165320"/>
                    <a:pt x="31090" y="121128"/>
                    <a:pt x="32079" y="117613"/>
                  </a:cubicBezTo>
                  <a:cubicBezTo>
                    <a:pt x="49634" y="119370"/>
                    <a:pt x="63727" y="125146"/>
                    <a:pt x="63727" y="138202"/>
                  </a:cubicBezTo>
                  <a:cubicBezTo>
                    <a:pt x="63727" y="139458"/>
                    <a:pt x="63727" y="140713"/>
                    <a:pt x="63232" y="143224"/>
                  </a:cubicBezTo>
                  <a:cubicBezTo>
                    <a:pt x="62243" y="146990"/>
                    <a:pt x="62243" y="148246"/>
                    <a:pt x="62243" y="151008"/>
                  </a:cubicBezTo>
                  <a:cubicBezTo>
                    <a:pt x="62243" y="168835"/>
                    <a:pt x="76583" y="176870"/>
                    <a:pt x="88451" y="176870"/>
                  </a:cubicBezTo>
                  <a:cubicBezTo>
                    <a:pt x="112434" y="176870"/>
                    <a:pt x="119852" y="138704"/>
                    <a:pt x="119852" y="138453"/>
                  </a:cubicBezTo>
                  <a:cubicBezTo>
                    <a:pt x="119852" y="135189"/>
                    <a:pt x="116638" y="135189"/>
                    <a:pt x="115896" y="135189"/>
                  </a:cubicBezTo>
                  <a:cubicBezTo>
                    <a:pt x="112434" y="135189"/>
                    <a:pt x="112187" y="136445"/>
                    <a:pt x="110951" y="141215"/>
                  </a:cubicBezTo>
                  <a:cubicBezTo>
                    <a:pt x="107984" y="152012"/>
                    <a:pt x="101308" y="169840"/>
                    <a:pt x="89193" y="169840"/>
                  </a:cubicBezTo>
                  <a:cubicBezTo>
                    <a:pt x="82517" y="169840"/>
                    <a:pt x="80539" y="163562"/>
                    <a:pt x="80539" y="156783"/>
                  </a:cubicBezTo>
                  <a:cubicBezTo>
                    <a:pt x="80539" y="152514"/>
                    <a:pt x="80539" y="152012"/>
                    <a:pt x="82023" y="145484"/>
                  </a:cubicBezTo>
                  <a:cubicBezTo>
                    <a:pt x="82270" y="144731"/>
                    <a:pt x="83259" y="140462"/>
                    <a:pt x="83259" y="137700"/>
                  </a:cubicBezTo>
                  <a:cubicBezTo>
                    <a:pt x="83259" y="115353"/>
                    <a:pt x="53589" y="111838"/>
                    <a:pt x="43205" y="111085"/>
                  </a:cubicBezTo>
                  <a:cubicBezTo>
                    <a:pt x="50375" y="106565"/>
                    <a:pt x="59523" y="98279"/>
                    <a:pt x="63727" y="94513"/>
                  </a:cubicBezTo>
                  <a:cubicBezTo>
                    <a:pt x="76336" y="82460"/>
                    <a:pt x="88699" y="70659"/>
                    <a:pt x="102544" y="70659"/>
                  </a:cubicBezTo>
                  <a:cubicBezTo>
                    <a:pt x="105511" y="70659"/>
                    <a:pt x="108726" y="71412"/>
                    <a:pt x="110704" y="73923"/>
                  </a:cubicBezTo>
                  <a:cubicBezTo>
                    <a:pt x="100072" y="75681"/>
                    <a:pt x="97847" y="84218"/>
                    <a:pt x="97847" y="87984"/>
                  </a:cubicBezTo>
                  <a:cubicBezTo>
                    <a:pt x="97847" y="93508"/>
                    <a:pt x="102050" y="97275"/>
                    <a:pt x="107737" y="97275"/>
                  </a:cubicBezTo>
                  <a:cubicBezTo>
                    <a:pt x="114412" y="97275"/>
                    <a:pt x="121830" y="91751"/>
                    <a:pt x="121830" y="81205"/>
                  </a:cubicBezTo>
                  <a:cubicBezTo>
                    <a:pt x="121830" y="72919"/>
                    <a:pt x="115896" y="63628"/>
                    <a:pt x="102792" y="63628"/>
                  </a:cubicBezTo>
                  <a:cubicBezTo>
                    <a:pt x="88699" y="63628"/>
                    <a:pt x="75842" y="73923"/>
                    <a:pt x="63232" y="85724"/>
                  </a:cubicBezTo>
                  <a:cubicBezTo>
                    <a:pt x="52848" y="95768"/>
                    <a:pt x="44689" y="103552"/>
                    <a:pt x="34551" y="107820"/>
                  </a:cubicBezTo>
                  <a:lnTo>
                    <a:pt x="59029" y="7635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7CF2A8FE-02ED-516A-B5AF-278AC20B147F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9904382" y="5380529"/>
              <a:ext cx="241595" cy="243916"/>
            </a:xfrm>
            <a:custGeom>
              <a:avLst/>
              <a:gdLst>
                <a:gd name="connsiteX0" fmla="*/ 241785 w 241595"/>
                <a:gd name="connsiteY0" fmla="*/ 145733 h 243916"/>
                <a:gd name="connsiteX1" fmla="*/ 225184 w 241595"/>
                <a:gd name="connsiteY1" fmla="*/ 145733 h 243916"/>
                <a:gd name="connsiteX2" fmla="*/ 142180 w 241595"/>
                <a:gd name="connsiteY2" fmla="*/ 227158 h 243916"/>
                <a:gd name="connsiteX3" fmla="*/ 88492 w 241595"/>
                <a:gd name="connsiteY3" fmla="*/ 227158 h 243916"/>
                <a:gd name="connsiteX4" fmla="*/ 88492 w 241595"/>
                <a:gd name="connsiteY4" fmla="*/ 126005 h 243916"/>
                <a:gd name="connsiteX5" fmla="*/ 107918 w 241595"/>
                <a:gd name="connsiteY5" fmla="*/ 126005 h 243916"/>
                <a:gd name="connsiteX6" fmla="*/ 145358 w 241595"/>
                <a:gd name="connsiteY6" fmla="*/ 167973 h 243916"/>
                <a:gd name="connsiteX7" fmla="*/ 161959 w 241595"/>
                <a:gd name="connsiteY7" fmla="*/ 167973 h 243916"/>
                <a:gd name="connsiteX8" fmla="*/ 161959 w 241595"/>
                <a:gd name="connsiteY8" fmla="*/ 67178 h 243916"/>
                <a:gd name="connsiteX9" fmla="*/ 145358 w 241595"/>
                <a:gd name="connsiteY9" fmla="*/ 67178 h 243916"/>
                <a:gd name="connsiteX10" fmla="*/ 107918 w 241595"/>
                <a:gd name="connsiteY10" fmla="*/ 109146 h 243916"/>
                <a:gd name="connsiteX11" fmla="*/ 88492 w 241595"/>
                <a:gd name="connsiteY11" fmla="*/ 109146 h 243916"/>
                <a:gd name="connsiteX12" fmla="*/ 88492 w 241595"/>
                <a:gd name="connsiteY12" fmla="*/ 16960 h 243916"/>
                <a:gd name="connsiteX13" fmla="*/ 142180 w 241595"/>
                <a:gd name="connsiteY13" fmla="*/ 16960 h 243916"/>
                <a:gd name="connsiteX14" fmla="*/ 213881 w 241595"/>
                <a:gd name="connsiteY14" fmla="*/ 86548 h 243916"/>
                <a:gd name="connsiteX15" fmla="*/ 230482 w 241595"/>
                <a:gd name="connsiteY15" fmla="*/ 86548 h 243916"/>
                <a:gd name="connsiteX16" fmla="*/ 219533 w 241595"/>
                <a:gd name="connsiteY16" fmla="*/ 101 h 243916"/>
                <a:gd name="connsiteX17" fmla="*/ 189 w 241595"/>
                <a:gd name="connsiteY17" fmla="*/ 101 h 243916"/>
                <a:gd name="connsiteX18" fmla="*/ 189 w 241595"/>
                <a:gd name="connsiteY18" fmla="*/ 16960 h 243916"/>
                <a:gd name="connsiteX19" fmla="*/ 38336 w 241595"/>
                <a:gd name="connsiteY19" fmla="*/ 16960 h 243916"/>
                <a:gd name="connsiteX20" fmla="*/ 38336 w 241595"/>
                <a:gd name="connsiteY20" fmla="*/ 227158 h 243916"/>
                <a:gd name="connsiteX21" fmla="*/ 189 w 241595"/>
                <a:gd name="connsiteY21" fmla="*/ 227158 h 243916"/>
                <a:gd name="connsiteX22" fmla="*/ 189 w 241595"/>
                <a:gd name="connsiteY22" fmla="*/ 244017 h 243916"/>
                <a:gd name="connsiteX23" fmla="*/ 225537 w 241595"/>
                <a:gd name="connsiteY23" fmla="*/ 244017 h 243916"/>
                <a:gd name="connsiteX24" fmla="*/ 241785 w 241595"/>
                <a:gd name="connsiteY24" fmla="*/ 145733 h 243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1595" h="243916">
                  <a:moveTo>
                    <a:pt x="241785" y="145733"/>
                  </a:moveTo>
                  <a:lnTo>
                    <a:pt x="225184" y="145733"/>
                  </a:lnTo>
                  <a:cubicBezTo>
                    <a:pt x="217413" y="195234"/>
                    <a:pt x="207524" y="227158"/>
                    <a:pt x="142180" y="227158"/>
                  </a:cubicBezTo>
                  <a:lnTo>
                    <a:pt x="88492" y="227158"/>
                  </a:lnTo>
                  <a:lnTo>
                    <a:pt x="88492" y="126005"/>
                  </a:lnTo>
                  <a:lnTo>
                    <a:pt x="107918" y="126005"/>
                  </a:lnTo>
                  <a:cubicBezTo>
                    <a:pt x="141826" y="126005"/>
                    <a:pt x="145358" y="141429"/>
                    <a:pt x="145358" y="167973"/>
                  </a:cubicBezTo>
                  <a:lnTo>
                    <a:pt x="161959" y="167973"/>
                  </a:lnTo>
                  <a:lnTo>
                    <a:pt x="161959" y="67178"/>
                  </a:lnTo>
                  <a:lnTo>
                    <a:pt x="145358" y="67178"/>
                  </a:lnTo>
                  <a:cubicBezTo>
                    <a:pt x="145358" y="93722"/>
                    <a:pt x="142180" y="109146"/>
                    <a:pt x="107918" y="109146"/>
                  </a:cubicBezTo>
                  <a:lnTo>
                    <a:pt x="88492" y="109146"/>
                  </a:lnTo>
                  <a:lnTo>
                    <a:pt x="88492" y="16960"/>
                  </a:lnTo>
                  <a:lnTo>
                    <a:pt x="142180" y="16960"/>
                  </a:lnTo>
                  <a:cubicBezTo>
                    <a:pt x="199046" y="16960"/>
                    <a:pt x="208230" y="43145"/>
                    <a:pt x="213881" y="86548"/>
                  </a:cubicBezTo>
                  <a:lnTo>
                    <a:pt x="230482" y="86548"/>
                  </a:lnTo>
                  <a:lnTo>
                    <a:pt x="219533" y="101"/>
                  </a:lnTo>
                  <a:lnTo>
                    <a:pt x="189" y="101"/>
                  </a:lnTo>
                  <a:lnTo>
                    <a:pt x="189" y="16960"/>
                  </a:lnTo>
                  <a:lnTo>
                    <a:pt x="38336" y="16960"/>
                  </a:lnTo>
                  <a:lnTo>
                    <a:pt x="38336" y="227158"/>
                  </a:lnTo>
                  <a:lnTo>
                    <a:pt x="189" y="227158"/>
                  </a:lnTo>
                  <a:lnTo>
                    <a:pt x="189" y="244017"/>
                  </a:lnTo>
                  <a:lnTo>
                    <a:pt x="225537" y="244017"/>
                  </a:lnTo>
                  <a:lnTo>
                    <a:pt x="241785" y="145733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E3AB67B4-F110-E96F-BD83-A865B1E30E24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10519164" y="5378377"/>
              <a:ext cx="402659" cy="248937"/>
            </a:xfrm>
            <a:custGeom>
              <a:avLst/>
              <a:gdLst>
                <a:gd name="connsiteX0" fmla="*/ 369311 w 402659"/>
                <a:gd name="connsiteY0" fmla="*/ 25569 h 248937"/>
                <a:gd name="connsiteX1" fmla="*/ 382733 w 402659"/>
                <a:gd name="connsiteY1" fmla="*/ 17678 h 248937"/>
                <a:gd name="connsiteX2" fmla="*/ 402866 w 402659"/>
                <a:gd name="connsiteY2" fmla="*/ 16960 h 248937"/>
                <a:gd name="connsiteX3" fmla="*/ 402866 w 402659"/>
                <a:gd name="connsiteY3" fmla="*/ 101 h 248937"/>
                <a:gd name="connsiteX4" fmla="*/ 365073 w 402659"/>
                <a:gd name="connsiteY4" fmla="*/ 1177 h 248937"/>
                <a:gd name="connsiteX5" fmla="*/ 317036 w 402659"/>
                <a:gd name="connsiteY5" fmla="*/ 101 h 248937"/>
                <a:gd name="connsiteX6" fmla="*/ 317036 w 402659"/>
                <a:gd name="connsiteY6" fmla="*/ 16960 h 248937"/>
                <a:gd name="connsiteX7" fmla="*/ 353064 w 402659"/>
                <a:gd name="connsiteY7" fmla="*/ 20906 h 248937"/>
                <a:gd name="connsiteX8" fmla="*/ 292312 w 402659"/>
                <a:gd name="connsiteY8" fmla="*/ 181245 h 248937"/>
                <a:gd name="connsiteX9" fmla="*/ 229793 w 402659"/>
                <a:gd name="connsiteY9" fmla="*/ 16960 h 248937"/>
                <a:gd name="connsiteX10" fmla="*/ 263702 w 402659"/>
                <a:gd name="connsiteY10" fmla="*/ 16960 h 248937"/>
                <a:gd name="connsiteX11" fmla="*/ 263702 w 402659"/>
                <a:gd name="connsiteY11" fmla="*/ 101 h 248937"/>
                <a:gd name="connsiteX12" fmla="*/ 201890 w 402659"/>
                <a:gd name="connsiteY12" fmla="*/ 1177 h 248937"/>
                <a:gd name="connsiteX13" fmla="*/ 147848 w 402659"/>
                <a:gd name="connsiteY13" fmla="*/ 101 h 248937"/>
                <a:gd name="connsiteX14" fmla="*/ 147848 w 402659"/>
                <a:gd name="connsiteY14" fmla="*/ 16960 h 248937"/>
                <a:gd name="connsiteX15" fmla="*/ 178225 w 402659"/>
                <a:gd name="connsiteY15" fmla="*/ 16960 h 248937"/>
                <a:gd name="connsiteX16" fmla="*/ 192706 w 402659"/>
                <a:gd name="connsiteY16" fmla="*/ 54982 h 248937"/>
                <a:gd name="connsiteX17" fmla="*/ 144670 w 402659"/>
                <a:gd name="connsiteY17" fmla="*/ 181245 h 248937"/>
                <a:gd name="connsiteX18" fmla="*/ 82151 w 402659"/>
                <a:gd name="connsiteY18" fmla="*/ 16960 h 248937"/>
                <a:gd name="connsiteX19" fmla="*/ 116059 w 402659"/>
                <a:gd name="connsiteY19" fmla="*/ 16960 h 248937"/>
                <a:gd name="connsiteX20" fmla="*/ 116059 w 402659"/>
                <a:gd name="connsiteY20" fmla="*/ 101 h 248937"/>
                <a:gd name="connsiteX21" fmla="*/ 54248 w 402659"/>
                <a:gd name="connsiteY21" fmla="*/ 1177 h 248937"/>
                <a:gd name="connsiteX22" fmla="*/ 206 w 402659"/>
                <a:gd name="connsiteY22" fmla="*/ 101 h 248937"/>
                <a:gd name="connsiteX23" fmla="*/ 206 w 402659"/>
                <a:gd name="connsiteY23" fmla="*/ 16960 h 248937"/>
                <a:gd name="connsiteX24" fmla="*/ 30583 w 402659"/>
                <a:gd name="connsiteY24" fmla="*/ 16960 h 248937"/>
                <a:gd name="connsiteX25" fmla="*/ 115353 w 402659"/>
                <a:gd name="connsiteY25" fmla="*/ 239713 h 248937"/>
                <a:gd name="connsiteX26" fmla="*/ 127715 w 402659"/>
                <a:gd name="connsiteY26" fmla="*/ 249039 h 248937"/>
                <a:gd name="connsiteX27" fmla="*/ 140078 w 402659"/>
                <a:gd name="connsiteY27" fmla="*/ 239713 h 248937"/>
                <a:gd name="connsiteX28" fmla="*/ 201536 w 402659"/>
                <a:gd name="connsiteY28" fmla="*/ 78298 h 248937"/>
                <a:gd name="connsiteX29" fmla="*/ 262995 w 402659"/>
                <a:gd name="connsiteY29" fmla="*/ 239713 h 248937"/>
                <a:gd name="connsiteX30" fmla="*/ 275357 w 402659"/>
                <a:gd name="connsiteY30" fmla="*/ 249039 h 248937"/>
                <a:gd name="connsiteX31" fmla="*/ 287720 w 402659"/>
                <a:gd name="connsiteY31" fmla="*/ 239713 h 248937"/>
                <a:gd name="connsiteX32" fmla="*/ 369311 w 402659"/>
                <a:gd name="connsiteY32" fmla="*/ 25569 h 248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2659" h="248937">
                  <a:moveTo>
                    <a:pt x="369311" y="25569"/>
                  </a:moveTo>
                  <a:cubicBezTo>
                    <a:pt x="371431" y="19471"/>
                    <a:pt x="371784" y="18754"/>
                    <a:pt x="382733" y="17678"/>
                  </a:cubicBezTo>
                  <a:cubicBezTo>
                    <a:pt x="389798" y="16960"/>
                    <a:pt x="397215" y="16960"/>
                    <a:pt x="402866" y="16960"/>
                  </a:cubicBezTo>
                  <a:lnTo>
                    <a:pt x="402866" y="101"/>
                  </a:lnTo>
                  <a:cubicBezTo>
                    <a:pt x="393330" y="460"/>
                    <a:pt x="380967" y="1177"/>
                    <a:pt x="365073" y="1177"/>
                  </a:cubicBezTo>
                  <a:cubicBezTo>
                    <a:pt x="351651" y="1177"/>
                    <a:pt x="329752" y="1177"/>
                    <a:pt x="317036" y="101"/>
                  </a:cubicBezTo>
                  <a:lnTo>
                    <a:pt x="317036" y="16960"/>
                  </a:lnTo>
                  <a:cubicBezTo>
                    <a:pt x="325867" y="16960"/>
                    <a:pt x="342821" y="16960"/>
                    <a:pt x="353064" y="20906"/>
                  </a:cubicBezTo>
                  <a:lnTo>
                    <a:pt x="292312" y="181245"/>
                  </a:lnTo>
                  <a:lnTo>
                    <a:pt x="229793" y="16960"/>
                  </a:lnTo>
                  <a:lnTo>
                    <a:pt x="263702" y="16960"/>
                  </a:lnTo>
                  <a:lnTo>
                    <a:pt x="263702" y="101"/>
                  </a:lnTo>
                  <a:cubicBezTo>
                    <a:pt x="250280" y="1177"/>
                    <a:pt x="217078" y="1177"/>
                    <a:pt x="201890" y="1177"/>
                  </a:cubicBezTo>
                  <a:cubicBezTo>
                    <a:pt x="188114" y="1177"/>
                    <a:pt x="160211" y="1177"/>
                    <a:pt x="147848" y="101"/>
                  </a:cubicBezTo>
                  <a:lnTo>
                    <a:pt x="147848" y="16960"/>
                  </a:lnTo>
                  <a:lnTo>
                    <a:pt x="178225" y="16960"/>
                  </a:lnTo>
                  <a:lnTo>
                    <a:pt x="192706" y="54982"/>
                  </a:lnTo>
                  <a:lnTo>
                    <a:pt x="144670" y="181245"/>
                  </a:lnTo>
                  <a:lnTo>
                    <a:pt x="82151" y="16960"/>
                  </a:lnTo>
                  <a:lnTo>
                    <a:pt x="116059" y="16960"/>
                  </a:lnTo>
                  <a:lnTo>
                    <a:pt x="116059" y="101"/>
                  </a:lnTo>
                  <a:cubicBezTo>
                    <a:pt x="102638" y="1177"/>
                    <a:pt x="69436" y="1177"/>
                    <a:pt x="54248" y="1177"/>
                  </a:cubicBezTo>
                  <a:cubicBezTo>
                    <a:pt x="40472" y="1177"/>
                    <a:pt x="12569" y="1177"/>
                    <a:pt x="206" y="101"/>
                  </a:cubicBezTo>
                  <a:lnTo>
                    <a:pt x="206" y="16960"/>
                  </a:lnTo>
                  <a:lnTo>
                    <a:pt x="30583" y="16960"/>
                  </a:lnTo>
                  <a:lnTo>
                    <a:pt x="115353" y="239713"/>
                  </a:lnTo>
                  <a:cubicBezTo>
                    <a:pt x="117472" y="245452"/>
                    <a:pt x="118885" y="249039"/>
                    <a:pt x="127715" y="249039"/>
                  </a:cubicBezTo>
                  <a:cubicBezTo>
                    <a:pt x="136546" y="249039"/>
                    <a:pt x="137959" y="245452"/>
                    <a:pt x="140078" y="239713"/>
                  </a:cubicBezTo>
                  <a:lnTo>
                    <a:pt x="201536" y="78298"/>
                  </a:lnTo>
                  <a:lnTo>
                    <a:pt x="262995" y="239713"/>
                  </a:lnTo>
                  <a:cubicBezTo>
                    <a:pt x="265114" y="245452"/>
                    <a:pt x="266527" y="249039"/>
                    <a:pt x="275357" y="249039"/>
                  </a:cubicBezTo>
                  <a:cubicBezTo>
                    <a:pt x="284188" y="249039"/>
                    <a:pt x="285601" y="245452"/>
                    <a:pt x="287720" y="239713"/>
                  </a:cubicBezTo>
                  <a:lnTo>
                    <a:pt x="369311" y="25569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A636F6F3-4DED-51D0-22DD-E204FD27788A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0949156" y="5503993"/>
              <a:ext cx="121645" cy="176767"/>
            </a:xfrm>
            <a:custGeom>
              <a:avLst/>
              <a:gdLst>
                <a:gd name="connsiteX0" fmla="*/ 59063 w 121645"/>
                <a:gd name="connsiteY0" fmla="*/ 7635 h 176767"/>
                <a:gd name="connsiteX1" fmla="*/ 60052 w 121645"/>
                <a:gd name="connsiteY1" fmla="*/ 3618 h 176767"/>
                <a:gd name="connsiteX2" fmla="*/ 56096 w 121645"/>
                <a:gd name="connsiteY2" fmla="*/ 103 h 176767"/>
                <a:gd name="connsiteX3" fmla="*/ 24449 w 121645"/>
                <a:gd name="connsiteY3" fmla="*/ 2614 h 176767"/>
                <a:gd name="connsiteX4" fmla="*/ 19009 w 121645"/>
                <a:gd name="connsiteY4" fmla="*/ 8389 h 176767"/>
                <a:gd name="connsiteX5" fmla="*/ 25438 w 121645"/>
                <a:gd name="connsiteY5" fmla="*/ 11904 h 176767"/>
                <a:gd name="connsiteX6" fmla="*/ 37305 w 121645"/>
                <a:gd name="connsiteY6" fmla="*/ 15670 h 176767"/>
                <a:gd name="connsiteX7" fmla="*/ 36316 w 121645"/>
                <a:gd name="connsiteY7" fmla="*/ 21194 h 176767"/>
                <a:gd name="connsiteX8" fmla="*/ 1455 w 121645"/>
                <a:gd name="connsiteY8" fmla="*/ 163311 h 176767"/>
                <a:gd name="connsiteX9" fmla="*/ 218 w 121645"/>
                <a:gd name="connsiteY9" fmla="*/ 168835 h 176767"/>
                <a:gd name="connsiteX10" fmla="*/ 8625 w 121645"/>
                <a:gd name="connsiteY10" fmla="*/ 176870 h 176767"/>
                <a:gd name="connsiteX11" fmla="*/ 19998 w 121645"/>
                <a:gd name="connsiteY11" fmla="*/ 166324 h 176767"/>
                <a:gd name="connsiteX12" fmla="*/ 32113 w 121645"/>
                <a:gd name="connsiteY12" fmla="*/ 117613 h 176767"/>
                <a:gd name="connsiteX13" fmla="*/ 63761 w 121645"/>
                <a:gd name="connsiteY13" fmla="*/ 138202 h 176767"/>
                <a:gd name="connsiteX14" fmla="*/ 63266 w 121645"/>
                <a:gd name="connsiteY14" fmla="*/ 143224 h 176767"/>
                <a:gd name="connsiteX15" fmla="*/ 62277 w 121645"/>
                <a:gd name="connsiteY15" fmla="*/ 151008 h 176767"/>
                <a:gd name="connsiteX16" fmla="*/ 88486 w 121645"/>
                <a:gd name="connsiteY16" fmla="*/ 176870 h 176767"/>
                <a:gd name="connsiteX17" fmla="*/ 119886 w 121645"/>
                <a:gd name="connsiteY17" fmla="*/ 138453 h 176767"/>
                <a:gd name="connsiteX18" fmla="*/ 115930 w 121645"/>
                <a:gd name="connsiteY18" fmla="*/ 135189 h 176767"/>
                <a:gd name="connsiteX19" fmla="*/ 110985 w 121645"/>
                <a:gd name="connsiteY19" fmla="*/ 141215 h 176767"/>
                <a:gd name="connsiteX20" fmla="*/ 89227 w 121645"/>
                <a:gd name="connsiteY20" fmla="*/ 169840 h 176767"/>
                <a:gd name="connsiteX21" fmla="*/ 80574 w 121645"/>
                <a:gd name="connsiteY21" fmla="*/ 156783 h 176767"/>
                <a:gd name="connsiteX22" fmla="*/ 82057 w 121645"/>
                <a:gd name="connsiteY22" fmla="*/ 145484 h 176767"/>
                <a:gd name="connsiteX23" fmla="*/ 83293 w 121645"/>
                <a:gd name="connsiteY23" fmla="*/ 137700 h 176767"/>
                <a:gd name="connsiteX24" fmla="*/ 43239 w 121645"/>
                <a:gd name="connsiteY24" fmla="*/ 111085 h 176767"/>
                <a:gd name="connsiteX25" fmla="*/ 63761 w 121645"/>
                <a:gd name="connsiteY25" fmla="*/ 94513 h 176767"/>
                <a:gd name="connsiteX26" fmla="*/ 102579 w 121645"/>
                <a:gd name="connsiteY26" fmla="*/ 70659 h 176767"/>
                <a:gd name="connsiteX27" fmla="*/ 110738 w 121645"/>
                <a:gd name="connsiteY27" fmla="*/ 73923 h 176767"/>
                <a:gd name="connsiteX28" fmla="*/ 97881 w 121645"/>
                <a:gd name="connsiteY28" fmla="*/ 87984 h 176767"/>
                <a:gd name="connsiteX29" fmla="*/ 107771 w 121645"/>
                <a:gd name="connsiteY29" fmla="*/ 97275 h 176767"/>
                <a:gd name="connsiteX30" fmla="*/ 121864 w 121645"/>
                <a:gd name="connsiteY30" fmla="*/ 81205 h 176767"/>
                <a:gd name="connsiteX31" fmla="*/ 102826 w 121645"/>
                <a:gd name="connsiteY31" fmla="*/ 63628 h 176767"/>
                <a:gd name="connsiteX32" fmla="*/ 63266 w 121645"/>
                <a:gd name="connsiteY32" fmla="*/ 85724 h 176767"/>
                <a:gd name="connsiteX33" fmla="*/ 34586 w 121645"/>
                <a:gd name="connsiteY33" fmla="*/ 107820 h 176767"/>
                <a:gd name="connsiteX34" fmla="*/ 59063 w 121645"/>
                <a:gd name="connsiteY34" fmla="*/ 7635 h 176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645" h="176767">
                  <a:moveTo>
                    <a:pt x="59063" y="7635"/>
                  </a:moveTo>
                  <a:cubicBezTo>
                    <a:pt x="59310" y="7133"/>
                    <a:pt x="60052" y="3869"/>
                    <a:pt x="60052" y="3618"/>
                  </a:cubicBezTo>
                  <a:cubicBezTo>
                    <a:pt x="60052" y="2363"/>
                    <a:pt x="59063" y="103"/>
                    <a:pt x="56096" y="103"/>
                  </a:cubicBezTo>
                  <a:cubicBezTo>
                    <a:pt x="51151" y="103"/>
                    <a:pt x="30630" y="2111"/>
                    <a:pt x="24449" y="2614"/>
                  </a:cubicBezTo>
                  <a:cubicBezTo>
                    <a:pt x="22471" y="2865"/>
                    <a:pt x="19009" y="3116"/>
                    <a:pt x="19009" y="8389"/>
                  </a:cubicBezTo>
                  <a:cubicBezTo>
                    <a:pt x="19009" y="11904"/>
                    <a:pt x="22471" y="11904"/>
                    <a:pt x="25438" y="11904"/>
                  </a:cubicBezTo>
                  <a:cubicBezTo>
                    <a:pt x="37305" y="11904"/>
                    <a:pt x="37305" y="13662"/>
                    <a:pt x="37305" y="15670"/>
                  </a:cubicBezTo>
                  <a:cubicBezTo>
                    <a:pt x="37305" y="17428"/>
                    <a:pt x="36811" y="18934"/>
                    <a:pt x="36316" y="21194"/>
                  </a:cubicBezTo>
                  <a:lnTo>
                    <a:pt x="1455" y="163311"/>
                  </a:lnTo>
                  <a:cubicBezTo>
                    <a:pt x="218" y="167831"/>
                    <a:pt x="218" y="168333"/>
                    <a:pt x="218" y="168835"/>
                  </a:cubicBezTo>
                  <a:cubicBezTo>
                    <a:pt x="218" y="172602"/>
                    <a:pt x="3185" y="176870"/>
                    <a:pt x="8625" y="176870"/>
                  </a:cubicBezTo>
                  <a:cubicBezTo>
                    <a:pt x="15300" y="176870"/>
                    <a:pt x="18515" y="171848"/>
                    <a:pt x="19998" y="166324"/>
                  </a:cubicBezTo>
                  <a:cubicBezTo>
                    <a:pt x="20493" y="165320"/>
                    <a:pt x="31124" y="121128"/>
                    <a:pt x="32113" y="117613"/>
                  </a:cubicBezTo>
                  <a:cubicBezTo>
                    <a:pt x="49668" y="119370"/>
                    <a:pt x="63761" y="125146"/>
                    <a:pt x="63761" y="138202"/>
                  </a:cubicBezTo>
                  <a:cubicBezTo>
                    <a:pt x="63761" y="139458"/>
                    <a:pt x="63761" y="140713"/>
                    <a:pt x="63266" y="143224"/>
                  </a:cubicBezTo>
                  <a:cubicBezTo>
                    <a:pt x="62277" y="146990"/>
                    <a:pt x="62277" y="148246"/>
                    <a:pt x="62277" y="151008"/>
                  </a:cubicBezTo>
                  <a:cubicBezTo>
                    <a:pt x="62277" y="168835"/>
                    <a:pt x="76618" y="176870"/>
                    <a:pt x="88486" y="176870"/>
                  </a:cubicBezTo>
                  <a:cubicBezTo>
                    <a:pt x="112469" y="176870"/>
                    <a:pt x="119886" y="138704"/>
                    <a:pt x="119886" y="138453"/>
                  </a:cubicBezTo>
                  <a:cubicBezTo>
                    <a:pt x="119886" y="135189"/>
                    <a:pt x="116672" y="135189"/>
                    <a:pt x="115930" y="135189"/>
                  </a:cubicBezTo>
                  <a:cubicBezTo>
                    <a:pt x="112469" y="135189"/>
                    <a:pt x="112221" y="136445"/>
                    <a:pt x="110985" y="141215"/>
                  </a:cubicBezTo>
                  <a:cubicBezTo>
                    <a:pt x="108018" y="152012"/>
                    <a:pt x="101342" y="169840"/>
                    <a:pt x="89227" y="169840"/>
                  </a:cubicBezTo>
                  <a:cubicBezTo>
                    <a:pt x="82552" y="169840"/>
                    <a:pt x="80574" y="163562"/>
                    <a:pt x="80574" y="156783"/>
                  </a:cubicBezTo>
                  <a:cubicBezTo>
                    <a:pt x="80574" y="152514"/>
                    <a:pt x="80574" y="152012"/>
                    <a:pt x="82057" y="145484"/>
                  </a:cubicBezTo>
                  <a:cubicBezTo>
                    <a:pt x="82304" y="144731"/>
                    <a:pt x="83293" y="140462"/>
                    <a:pt x="83293" y="137700"/>
                  </a:cubicBezTo>
                  <a:cubicBezTo>
                    <a:pt x="83293" y="115353"/>
                    <a:pt x="53624" y="111838"/>
                    <a:pt x="43239" y="111085"/>
                  </a:cubicBezTo>
                  <a:cubicBezTo>
                    <a:pt x="50409" y="106565"/>
                    <a:pt x="59558" y="98279"/>
                    <a:pt x="63761" y="94513"/>
                  </a:cubicBezTo>
                  <a:cubicBezTo>
                    <a:pt x="76370" y="82460"/>
                    <a:pt x="88733" y="70659"/>
                    <a:pt x="102579" y="70659"/>
                  </a:cubicBezTo>
                  <a:cubicBezTo>
                    <a:pt x="105546" y="70659"/>
                    <a:pt x="108760" y="71412"/>
                    <a:pt x="110738" y="73923"/>
                  </a:cubicBezTo>
                  <a:cubicBezTo>
                    <a:pt x="100106" y="75681"/>
                    <a:pt x="97881" y="84218"/>
                    <a:pt x="97881" y="87984"/>
                  </a:cubicBezTo>
                  <a:cubicBezTo>
                    <a:pt x="97881" y="93508"/>
                    <a:pt x="102084" y="97275"/>
                    <a:pt x="107771" y="97275"/>
                  </a:cubicBezTo>
                  <a:cubicBezTo>
                    <a:pt x="114447" y="97275"/>
                    <a:pt x="121864" y="91751"/>
                    <a:pt x="121864" y="81205"/>
                  </a:cubicBezTo>
                  <a:cubicBezTo>
                    <a:pt x="121864" y="72919"/>
                    <a:pt x="115930" y="63628"/>
                    <a:pt x="102826" y="63628"/>
                  </a:cubicBezTo>
                  <a:cubicBezTo>
                    <a:pt x="88733" y="63628"/>
                    <a:pt x="75876" y="73923"/>
                    <a:pt x="63266" y="85724"/>
                  </a:cubicBezTo>
                  <a:cubicBezTo>
                    <a:pt x="52882" y="95768"/>
                    <a:pt x="44723" y="103552"/>
                    <a:pt x="34586" y="107820"/>
                  </a:cubicBezTo>
                  <a:lnTo>
                    <a:pt x="59063" y="7635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17249D54-435A-B5CA-6F0E-4D9F1C06C97C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1231826" y="5430747"/>
              <a:ext cx="176605" cy="208046"/>
            </a:xfrm>
            <a:custGeom>
              <a:avLst/>
              <a:gdLst>
                <a:gd name="connsiteX0" fmla="*/ 164469 w 176605"/>
                <a:gd name="connsiteY0" fmla="*/ 111298 h 208046"/>
                <a:gd name="connsiteX1" fmla="*/ 176831 w 176605"/>
                <a:gd name="connsiteY1" fmla="*/ 104124 h 208046"/>
                <a:gd name="connsiteX2" fmla="*/ 164469 w 176605"/>
                <a:gd name="connsiteY2" fmla="*/ 96950 h 208046"/>
                <a:gd name="connsiteX3" fmla="*/ 14708 w 176605"/>
                <a:gd name="connsiteY3" fmla="*/ 96950 h 208046"/>
                <a:gd name="connsiteX4" fmla="*/ 109368 w 176605"/>
                <a:gd name="connsiteY4" fmla="*/ 14449 h 208046"/>
                <a:gd name="connsiteX5" fmla="*/ 164469 w 176605"/>
                <a:gd name="connsiteY5" fmla="*/ 14449 h 208046"/>
                <a:gd name="connsiteX6" fmla="*/ 176831 w 176605"/>
                <a:gd name="connsiteY6" fmla="*/ 7275 h 208046"/>
                <a:gd name="connsiteX7" fmla="*/ 164469 w 176605"/>
                <a:gd name="connsiteY7" fmla="*/ 101 h 208046"/>
                <a:gd name="connsiteX8" fmla="*/ 108662 w 176605"/>
                <a:gd name="connsiteY8" fmla="*/ 101 h 208046"/>
                <a:gd name="connsiteX9" fmla="*/ 226 w 176605"/>
                <a:gd name="connsiteY9" fmla="*/ 104124 h 208046"/>
                <a:gd name="connsiteX10" fmla="*/ 108662 w 176605"/>
                <a:gd name="connsiteY10" fmla="*/ 208147 h 208046"/>
                <a:gd name="connsiteX11" fmla="*/ 164469 w 176605"/>
                <a:gd name="connsiteY11" fmla="*/ 208147 h 208046"/>
                <a:gd name="connsiteX12" fmla="*/ 176831 w 176605"/>
                <a:gd name="connsiteY12" fmla="*/ 200973 h 208046"/>
                <a:gd name="connsiteX13" fmla="*/ 164469 w 176605"/>
                <a:gd name="connsiteY13" fmla="*/ 193799 h 208046"/>
                <a:gd name="connsiteX14" fmla="*/ 109368 w 176605"/>
                <a:gd name="connsiteY14" fmla="*/ 193799 h 208046"/>
                <a:gd name="connsiteX15" fmla="*/ 14708 w 176605"/>
                <a:gd name="connsiteY15" fmla="*/ 111298 h 208046"/>
                <a:gd name="connsiteX16" fmla="*/ 164469 w 176605"/>
                <a:gd name="connsiteY16" fmla="*/ 111298 h 20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6605" h="208046">
                  <a:moveTo>
                    <a:pt x="164469" y="111298"/>
                  </a:moveTo>
                  <a:cubicBezTo>
                    <a:pt x="170473" y="111298"/>
                    <a:pt x="176831" y="111298"/>
                    <a:pt x="176831" y="104124"/>
                  </a:cubicBezTo>
                  <a:cubicBezTo>
                    <a:pt x="176831" y="96950"/>
                    <a:pt x="170473" y="96950"/>
                    <a:pt x="164469" y="96950"/>
                  </a:cubicBezTo>
                  <a:lnTo>
                    <a:pt x="14708" y="96950"/>
                  </a:lnTo>
                  <a:cubicBezTo>
                    <a:pt x="18946" y="48884"/>
                    <a:pt x="59565" y="14449"/>
                    <a:pt x="109368" y="14449"/>
                  </a:cubicBezTo>
                  <a:lnTo>
                    <a:pt x="164469" y="14449"/>
                  </a:lnTo>
                  <a:cubicBezTo>
                    <a:pt x="170473" y="14449"/>
                    <a:pt x="176831" y="14449"/>
                    <a:pt x="176831" y="7275"/>
                  </a:cubicBezTo>
                  <a:cubicBezTo>
                    <a:pt x="176831" y="101"/>
                    <a:pt x="170473" y="101"/>
                    <a:pt x="164469" y="101"/>
                  </a:cubicBezTo>
                  <a:lnTo>
                    <a:pt x="108662" y="101"/>
                  </a:lnTo>
                  <a:cubicBezTo>
                    <a:pt x="48263" y="101"/>
                    <a:pt x="226" y="46732"/>
                    <a:pt x="226" y="104124"/>
                  </a:cubicBezTo>
                  <a:cubicBezTo>
                    <a:pt x="226" y="161516"/>
                    <a:pt x="48263" y="208147"/>
                    <a:pt x="108662" y="208147"/>
                  </a:cubicBezTo>
                  <a:lnTo>
                    <a:pt x="164469" y="208147"/>
                  </a:lnTo>
                  <a:cubicBezTo>
                    <a:pt x="170473" y="208147"/>
                    <a:pt x="176831" y="208147"/>
                    <a:pt x="176831" y="200973"/>
                  </a:cubicBezTo>
                  <a:cubicBezTo>
                    <a:pt x="176831" y="193799"/>
                    <a:pt x="170473" y="193799"/>
                    <a:pt x="164469" y="193799"/>
                  </a:cubicBezTo>
                  <a:lnTo>
                    <a:pt x="109368" y="193799"/>
                  </a:lnTo>
                  <a:cubicBezTo>
                    <a:pt x="59565" y="193799"/>
                    <a:pt x="18946" y="159364"/>
                    <a:pt x="14708" y="111298"/>
                  </a:cubicBezTo>
                  <a:lnTo>
                    <a:pt x="164469" y="111298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EB0B254F-4F8A-3EC7-D28E-1072F37CF038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11541747" y="5378736"/>
              <a:ext cx="242655" cy="245709"/>
            </a:xfrm>
            <a:custGeom>
              <a:avLst/>
              <a:gdLst>
                <a:gd name="connsiteX0" fmla="*/ 89244 w 242655"/>
                <a:gd name="connsiteY0" fmla="*/ 133179 h 245709"/>
                <a:gd name="connsiteX1" fmla="*/ 101960 w 242655"/>
                <a:gd name="connsiteY1" fmla="*/ 133179 h 245709"/>
                <a:gd name="connsiteX2" fmla="*/ 154942 w 242655"/>
                <a:gd name="connsiteY2" fmla="*/ 216397 h 245709"/>
                <a:gd name="connsiteX3" fmla="*/ 170836 w 242655"/>
                <a:gd name="connsiteY3" fmla="*/ 241506 h 245709"/>
                <a:gd name="connsiteX4" fmla="*/ 182492 w 242655"/>
                <a:gd name="connsiteY4" fmla="*/ 245811 h 245709"/>
                <a:gd name="connsiteX5" fmla="*/ 231235 w 242655"/>
                <a:gd name="connsiteY5" fmla="*/ 245811 h 245709"/>
                <a:gd name="connsiteX6" fmla="*/ 242891 w 242655"/>
                <a:gd name="connsiteY6" fmla="*/ 239354 h 245709"/>
                <a:gd name="connsiteX7" fmla="*/ 237593 w 242655"/>
                <a:gd name="connsiteY7" fmla="*/ 233256 h 245709"/>
                <a:gd name="connsiteX8" fmla="*/ 198740 w 242655"/>
                <a:gd name="connsiteY8" fmla="*/ 195234 h 245709"/>
                <a:gd name="connsiteX9" fmla="*/ 154942 w 242655"/>
                <a:gd name="connsiteY9" fmla="*/ 129233 h 245709"/>
                <a:gd name="connsiteX10" fmla="*/ 216753 w 242655"/>
                <a:gd name="connsiteY10" fmla="*/ 67178 h 245709"/>
                <a:gd name="connsiteX11" fmla="*/ 123153 w 242655"/>
                <a:gd name="connsiteY11" fmla="*/ 101 h 245709"/>
                <a:gd name="connsiteX12" fmla="*/ 12245 w 242655"/>
                <a:gd name="connsiteY12" fmla="*/ 101 h 245709"/>
                <a:gd name="connsiteX13" fmla="*/ 235 w 242655"/>
                <a:gd name="connsiteY13" fmla="*/ 6558 h 245709"/>
                <a:gd name="connsiteX14" fmla="*/ 9772 w 242655"/>
                <a:gd name="connsiteY14" fmla="*/ 12656 h 245709"/>
                <a:gd name="connsiteX15" fmla="*/ 31671 w 242655"/>
                <a:gd name="connsiteY15" fmla="*/ 33102 h 245709"/>
                <a:gd name="connsiteX16" fmla="*/ 31671 w 242655"/>
                <a:gd name="connsiteY16" fmla="*/ 212810 h 245709"/>
                <a:gd name="connsiteX17" fmla="*/ 9772 w 242655"/>
                <a:gd name="connsiteY17" fmla="*/ 233256 h 245709"/>
                <a:gd name="connsiteX18" fmla="*/ 235 w 242655"/>
                <a:gd name="connsiteY18" fmla="*/ 239354 h 245709"/>
                <a:gd name="connsiteX19" fmla="*/ 12245 w 242655"/>
                <a:gd name="connsiteY19" fmla="*/ 245811 h 245709"/>
                <a:gd name="connsiteX20" fmla="*/ 109024 w 242655"/>
                <a:gd name="connsiteY20" fmla="*/ 245811 h 245709"/>
                <a:gd name="connsiteX21" fmla="*/ 120680 w 242655"/>
                <a:gd name="connsiteY21" fmla="*/ 239354 h 245709"/>
                <a:gd name="connsiteX22" fmla="*/ 110790 w 242655"/>
                <a:gd name="connsiteY22" fmla="*/ 233256 h 245709"/>
                <a:gd name="connsiteX23" fmla="*/ 89244 w 242655"/>
                <a:gd name="connsiteY23" fmla="*/ 212810 h 245709"/>
                <a:gd name="connsiteX24" fmla="*/ 89244 w 242655"/>
                <a:gd name="connsiteY24" fmla="*/ 133179 h 245709"/>
                <a:gd name="connsiteX25" fmla="*/ 157414 w 242655"/>
                <a:gd name="connsiteY25" fmla="*/ 115603 h 245709"/>
                <a:gd name="connsiteX26" fmla="*/ 168364 w 242655"/>
                <a:gd name="connsiteY26" fmla="*/ 67537 h 245709"/>
                <a:gd name="connsiteX27" fmla="*/ 154942 w 242655"/>
                <a:gd name="connsiteY27" fmla="*/ 16601 h 245709"/>
                <a:gd name="connsiteX28" fmla="*/ 204391 w 242655"/>
                <a:gd name="connsiteY28" fmla="*/ 67178 h 245709"/>
                <a:gd name="connsiteX29" fmla="*/ 157414 w 242655"/>
                <a:gd name="connsiteY29" fmla="*/ 115603 h 245709"/>
                <a:gd name="connsiteX30" fmla="*/ 89244 w 242655"/>
                <a:gd name="connsiteY30" fmla="*/ 32026 h 245709"/>
                <a:gd name="connsiteX31" fmla="*/ 111143 w 242655"/>
                <a:gd name="connsiteY31" fmla="*/ 12656 h 245709"/>
                <a:gd name="connsiteX32" fmla="*/ 156001 w 242655"/>
                <a:gd name="connsiteY32" fmla="*/ 67537 h 245709"/>
                <a:gd name="connsiteX33" fmla="*/ 89244 w 242655"/>
                <a:gd name="connsiteY33" fmla="*/ 120624 h 245709"/>
                <a:gd name="connsiteX34" fmla="*/ 89244 w 242655"/>
                <a:gd name="connsiteY34" fmla="*/ 32026 h 245709"/>
                <a:gd name="connsiteX35" fmla="*/ 41208 w 242655"/>
                <a:gd name="connsiteY35" fmla="*/ 233256 h 245709"/>
                <a:gd name="connsiteX36" fmla="*/ 44033 w 242655"/>
                <a:gd name="connsiteY36" fmla="*/ 213528 h 245709"/>
                <a:gd name="connsiteX37" fmla="*/ 44033 w 242655"/>
                <a:gd name="connsiteY37" fmla="*/ 32384 h 245709"/>
                <a:gd name="connsiteX38" fmla="*/ 41208 w 242655"/>
                <a:gd name="connsiteY38" fmla="*/ 12656 h 245709"/>
                <a:gd name="connsiteX39" fmla="*/ 81474 w 242655"/>
                <a:gd name="connsiteY39" fmla="*/ 12656 h 245709"/>
                <a:gd name="connsiteX40" fmla="*/ 76882 w 242655"/>
                <a:gd name="connsiteY40" fmla="*/ 30949 h 245709"/>
                <a:gd name="connsiteX41" fmla="*/ 76882 w 242655"/>
                <a:gd name="connsiteY41" fmla="*/ 213528 h 245709"/>
                <a:gd name="connsiteX42" fmla="*/ 79708 w 242655"/>
                <a:gd name="connsiteY42" fmla="*/ 233256 h 245709"/>
                <a:gd name="connsiteX43" fmla="*/ 41208 w 242655"/>
                <a:gd name="connsiteY43" fmla="*/ 233256 h 245709"/>
                <a:gd name="connsiteX44" fmla="*/ 116442 w 242655"/>
                <a:gd name="connsiteY44" fmla="*/ 133179 h 245709"/>
                <a:gd name="connsiteX45" fmla="*/ 123153 w 242655"/>
                <a:gd name="connsiteY45" fmla="*/ 132462 h 245709"/>
                <a:gd name="connsiteX46" fmla="*/ 141520 w 242655"/>
                <a:gd name="connsiteY46" fmla="*/ 131027 h 245709"/>
                <a:gd name="connsiteX47" fmla="*/ 214281 w 242655"/>
                <a:gd name="connsiteY47" fmla="*/ 233256 h 245709"/>
                <a:gd name="connsiteX48" fmla="*/ 180020 w 242655"/>
                <a:gd name="connsiteY48" fmla="*/ 233256 h 245709"/>
                <a:gd name="connsiteX49" fmla="*/ 116442 w 242655"/>
                <a:gd name="connsiteY49" fmla="*/ 133179 h 245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2655" h="245709">
                  <a:moveTo>
                    <a:pt x="89244" y="133179"/>
                  </a:moveTo>
                  <a:lnTo>
                    <a:pt x="101960" y="133179"/>
                  </a:lnTo>
                  <a:lnTo>
                    <a:pt x="154942" y="216397"/>
                  </a:lnTo>
                  <a:cubicBezTo>
                    <a:pt x="158474" y="222137"/>
                    <a:pt x="166951" y="236126"/>
                    <a:pt x="170836" y="241506"/>
                  </a:cubicBezTo>
                  <a:cubicBezTo>
                    <a:pt x="173309" y="245811"/>
                    <a:pt x="174368" y="245811"/>
                    <a:pt x="182492" y="245811"/>
                  </a:cubicBezTo>
                  <a:lnTo>
                    <a:pt x="231235" y="245811"/>
                  </a:lnTo>
                  <a:cubicBezTo>
                    <a:pt x="237593" y="245811"/>
                    <a:pt x="242891" y="245811"/>
                    <a:pt x="242891" y="239354"/>
                  </a:cubicBezTo>
                  <a:cubicBezTo>
                    <a:pt x="242891" y="236485"/>
                    <a:pt x="240772" y="233974"/>
                    <a:pt x="237593" y="233256"/>
                  </a:cubicBezTo>
                  <a:cubicBezTo>
                    <a:pt x="224524" y="230387"/>
                    <a:pt x="207217" y="206712"/>
                    <a:pt x="198740" y="195234"/>
                  </a:cubicBezTo>
                  <a:cubicBezTo>
                    <a:pt x="196267" y="191647"/>
                    <a:pt x="178607" y="167973"/>
                    <a:pt x="154942" y="129233"/>
                  </a:cubicBezTo>
                  <a:cubicBezTo>
                    <a:pt x="186377" y="123494"/>
                    <a:pt x="216753" y="109863"/>
                    <a:pt x="216753" y="67178"/>
                  </a:cubicBezTo>
                  <a:cubicBezTo>
                    <a:pt x="216753" y="17319"/>
                    <a:pt x="164831" y="101"/>
                    <a:pt x="123153" y="101"/>
                  </a:cubicBezTo>
                  <a:lnTo>
                    <a:pt x="12245" y="101"/>
                  </a:lnTo>
                  <a:cubicBezTo>
                    <a:pt x="5887" y="101"/>
                    <a:pt x="235" y="101"/>
                    <a:pt x="235" y="6558"/>
                  </a:cubicBezTo>
                  <a:cubicBezTo>
                    <a:pt x="235" y="12656"/>
                    <a:pt x="6946" y="12656"/>
                    <a:pt x="9772" y="12656"/>
                  </a:cubicBezTo>
                  <a:cubicBezTo>
                    <a:pt x="29905" y="12656"/>
                    <a:pt x="31671" y="15167"/>
                    <a:pt x="31671" y="33102"/>
                  </a:cubicBezTo>
                  <a:lnTo>
                    <a:pt x="31671" y="212810"/>
                  </a:lnTo>
                  <a:cubicBezTo>
                    <a:pt x="31671" y="230745"/>
                    <a:pt x="29905" y="233256"/>
                    <a:pt x="9772" y="233256"/>
                  </a:cubicBezTo>
                  <a:cubicBezTo>
                    <a:pt x="6946" y="233256"/>
                    <a:pt x="235" y="233256"/>
                    <a:pt x="235" y="239354"/>
                  </a:cubicBezTo>
                  <a:cubicBezTo>
                    <a:pt x="235" y="245811"/>
                    <a:pt x="5887" y="245811"/>
                    <a:pt x="12245" y="245811"/>
                  </a:cubicBezTo>
                  <a:lnTo>
                    <a:pt x="109024" y="245811"/>
                  </a:lnTo>
                  <a:cubicBezTo>
                    <a:pt x="115382" y="245811"/>
                    <a:pt x="120680" y="245811"/>
                    <a:pt x="120680" y="239354"/>
                  </a:cubicBezTo>
                  <a:cubicBezTo>
                    <a:pt x="120680" y="233256"/>
                    <a:pt x="114676" y="233256"/>
                    <a:pt x="110790" y="233256"/>
                  </a:cubicBezTo>
                  <a:cubicBezTo>
                    <a:pt x="90657" y="233256"/>
                    <a:pt x="89244" y="230387"/>
                    <a:pt x="89244" y="212810"/>
                  </a:cubicBezTo>
                  <a:lnTo>
                    <a:pt x="89244" y="133179"/>
                  </a:lnTo>
                  <a:close/>
                  <a:moveTo>
                    <a:pt x="157414" y="115603"/>
                  </a:moveTo>
                  <a:cubicBezTo>
                    <a:pt x="167304" y="102331"/>
                    <a:pt x="168364" y="83320"/>
                    <a:pt x="168364" y="67537"/>
                  </a:cubicBezTo>
                  <a:cubicBezTo>
                    <a:pt x="168364" y="50319"/>
                    <a:pt x="166244" y="31308"/>
                    <a:pt x="154942" y="16601"/>
                  </a:cubicBezTo>
                  <a:cubicBezTo>
                    <a:pt x="169423" y="19830"/>
                    <a:pt x="204391" y="30949"/>
                    <a:pt x="204391" y="67178"/>
                  </a:cubicBezTo>
                  <a:cubicBezTo>
                    <a:pt x="204391" y="90494"/>
                    <a:pt x="193795" y="108787"/>
                    <a:pt x="157414" y="115603"/>
                  </a:cubicBezTo>
                  <a:close/>
                  <a:moveTo>
                    <a:pt x="89244" y="32026"/>
                  </a:moveTo>
                  <a:cubicBezTo>
                    <a:pt x="89244" y="24493"/>
                    <a:pt x="89244" y="12656"/>
                    <a:pt x="111143" y="12656"/>
                  </a:cubicBezTo>
                  <a:cubicBezTo>
                    <a:pt x="141166" y="12656"/>
                    <a:pt x="156001" y="25210"/>
                    <a:pt x="156001" y="67537"/>
                  </a:cubicBezTo>
                  <a:cubicBezTo>
                    <a:pt x="156001" y="113809"/>
                    <a:pt x="145052" y="120624"/>
                    <a:pt x="89244" y="120624"/>
                  </a:cubicBezTo>
                  <a:lnTo>
                    <a:pt x="89244" y="32026"/>
                  </a:lnTo>
                  <a:close/>
                  <a:moveTo>
                    <a:pt x="41208" y="233256"/>
                  </a:moveTo>
                  <a:cubicBezTo>
                    <a:pt x="44033" y="226800"/>
                    <a:pt x="44033" y="216756"/>
                    <a:pt x="44033" y="213528"/>
                  </a:cubicBezTo>
                  <a:lnTo>
                    <a:pt x="44033" y="32384"/>
                  </a:lnTo>
                  <a:cubicBezTo>
                    <a:pt x="44033" y="28797"/>
                    <a:pt x="44033" y="19112"/>
                    <a:pt x="41208" y="12656"/>
                  </a:cubicBezTo>
                  <a:lnTo>
                    <a:pt x="81474" y="12656"/>
                  </a:lnTo>
                  <a:cubicBezTo>
                    <a:pt x="76882" y="18395"/>
                    <a:pt x="76882" y="25569"/>
                    <a:pt x="76882" y="30949"/>
                  </a:cubicBezTo>
                  <a:lnTo>
                    <a:pt x="76882" y="213528"/>
                  </a:lnTo>
                  <a:cubicBezTo>
                    <a:pt x="76882" y="217115"/>
                    <a:pt x="76882" y="226800"/>
                    <a:pt x="79708" y="233256"/>
                  </a:cubicBezTo>
                  <a:lnTo>
                    <a:pt x="41208" y="233256"/>
                  </a:lnTo>
                  <a:close/>
                  <a:moveTo>
                    <a:pt x="116442" y="133179"/>
                  </a:moveTo>
                  <a:cubicBezTo>
                    <a:pt x="118914" y="132820"/>
                    <a:pt x="120327" y="132462"/>
                    <a:pt x="123153" y="132462"/>
                  </a:cubicBezTo>
                  <a:cubicBezTo>
                    <a:pt x="128451" y="132462"/>
                    <a:pt x="136221" y="131744"/>
                    <a:pt x="141520" y="131027"/>
                  </a:cubicBezTo>
                  <a:cubicBezTo>
                    <a:pt x="146818" y="139636"/>
                    <a:pt x="184964" y="203484"/>
                    <a:pt x="214281" y="233256"/>
                  </a:cubicBezTo>
                  <a:lnTo>
                    <a:pt x="180020" y="233256"/>
                  </a:lnTo>
                  <a:lnTo>
                    <a:pt x="116442" y="133179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42A2DFA3-1180-792B-025A-22D0578F4E53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11806275" y="5302084"/>
              <a:ext cx="127085" cy="176767"/>
            </a:xfrm>
            <a:custGeom>
              <a:avLst/>
              <a:gdLst>
                <a:gd name="connsiteX0" fmla="*/ 126339 w 127085"/>
                <a:gd name="connsiteY0" fmla="*/ 7630 h 176767"/>
                <a:gd name="connsiteX1" fmla="*/ 127328 w 127085"/>
                <a:gd name="connsiteY1" fmla="*/ 3612 h 176767"/>
                <a:gd name="connsiteX2" fmla="*/ 123372 w 127085"/>
                <a:gd name="connsiteY2" fmla="*/ 97 h 176767"/>
                <a:gd name="connsiteX3" fmla="*/ 91724 w 127085"/>
                <a:gd name="connsiteY3" fmla="*/ 2608 h 176767"/>
                <a:gd name="connsiteX4" fmla="*/ 86285 w 127085"/>
                <a:gd name="connsiteY4" fmla="*/ 8383 h 176767"/>
                <a:gd name="connsiteX5" fmla="*/ 92713 w 127085"/>
                <a:gd name="connsiteY5" fmla="*/ 11898 h 176767"/>
                <a:gd name="connsiteX6" fmla="*/ 104581 w 127085"/>
                <a:gd name="connsiteY6" fmla="*/ 15665 h 176767"/>
                <a:gd name="connsiteX7" fmla="*/ 103592 w 127085"/>
                <a:gd name="connsiteY7" fmla="*/ 21189 h 176767"/>
                <a:gd name="connsiteX8" fmla="*/ 89499 w 127085"/>
                <a:gd name="connsiteY8" fmla="*/ 78437 h 176767"/>
                <a:gd name="connsiteX9" fmla="*/ 64032 w 127085"/>
                <a:gd name="connsiteY9" fmla="*/ 63623 h 176767"/>
                <a:gd name="connsiteX10" fmla="*/ 243 w 127085"/>
                <a:gd name="connsiteY10" fmla="*/ 135184 h 176767"/>
                <a:gd name="connsiteX11" fmla="*/ 37577 w 127085"/>
                <a:gd name="connsiteY11" fmla="*/ 176864 h 176767"/>
                <a:gd name="connsiteX12" fmla="*/ 72686 w 127085"/>
                <a:gd name="connsiteY12" fmla="*/ 159288 h 176767"/>
                <a:gd name="connsiteX13" fmla="*/ 98153 w 127085"/>
                <a:gd name="connsiteY13" fmla="*/ 176864 h 176767"/>
                <a:gd name="connsiteX14" fmla="*/ 117685 w 127085"/>
                <a:gd name="connsiteY14" fmla="*/ 163557 h 176767"/>
                <a:gd name="connsiteX15" fmla="*/ 126339 w 127085"/>
                <a:gd name="connsiteY15" fmla="*/ 138448 h 176767"/>
                <a:gd name="connsiteX16" fmla="*/ 122383 w 127085"/>
                <a:gd name="connsiteY16" fmla="*/ 135184 h 176767"/>
                <a:gd name="connsiteX17" fmla="*/ 116943 w 127085"/>
                <a:gd name="connsiteY17" fmla="*/ 142967 h 176767"/>
                <a:gd name="connsiteX18" fmla="*/ 98894 w 127085"/>
                <a:gd name="connsiteY18" fmla="*/ 169834 h 176767"/>
                <a:gd name="connsiteX19" fmla="*/ 90735 w 127085"/>
                <a:gd name="connsiteY19" fmla="*/ 157531 h 176767"/>
                <a:gd name="connsiteX20" fmla="*/ 91971 w 127085"/>
                <a:gd name="connsiteY20" fmla="*/ 147236 h 176767"/>
                <a:gd name="connsiteX21" fmla="*/ 126339 w 127085"/>
                <a:gd name="connsiteY21" fmla="*/ 7630 h 176767"/>
                <a:gd name="connsiteX22" fmla="*/ 73675 w 127085"/>
                <a:gd name="connsiteY22" fmla="*/ 142967 h 176767"/>
                <a:gd name="connsiteX23" fmla="*/ 61065 w 127085"/>
                <a:gd name="connsiteY23" fmla="*/ 159790 h 176767"/>
                <a:gd name="connsiteX24" fmla="*/ 38319 w 127085"/>
                <a:gd name="connsiteY24" fmla="*/ 169834 h 176767"/>
                <a:gd name="connsiteX25" fmla="*/ 20270 w 127085"/>
                <a:gd name="connsiteY25" fmla="*/ 145478 h 176767"/>
                <a:gd name="connsiteX26" fmla="*/ 33126 w 127085"/>
                <a:gd name="connsiteY26" fmla="*/ 94507 h 176767"/>
                <a:gd name="connsiteX27" fmla="*/ 64032 w 127085"/>
                <a:gd name="connsiteY27" fmla="*/ 70653 h 176767"/>
                <a:gd name="connsiteX28" fmla="*/ 86037 w 127085"/>
                <a:gd name="connsiteY28" fmla="*/ 92498 h 176767"/>
                <a:gd name="connsiteX29" fmla="*/ 85296 w 127085"/>
                <a:gd name="connsiteY29" fmla="*/ 96013 h 176767"/>
                <a:gd name="connsiteX30" fmla="*/ 73675 w 127085"/>
                <a:gd name="connsiteY30" fmla="*/ 142967 h 176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7085" h="176767">
                  <a:moveTo>
                    <a:pt x="126339" y="7630"/>
                  </a:moveTo>
                  <a:cubicBezTo>
                    <a:pt x="126586" y="7128"/>
                    <a:pt x="127328" y="3863"/>
                    <a:pt x="127328" y="3612"/>
                  </a:cubicBezTo>
                  <a:cubicBezTo>
                    <a:pt x="127328" y="2357"/>
                    <a:pt x="126339" y="97"/>
                    <a:pt x="123372" y="97"/>
                  </a:cubicBezTo>
                  <a:cubicBezTo>
                    <a:pt x="118427" y="97"/>
                    <a:pt x="97905" y="2106"/>
                    <a:pt x="91724" y="2608"/>
                  </a:cubicBezTo>
                  <a:cubicBezTo>
                    <a:pt x="89746" y="2859"/>
                    <a:pt x="86285" y="3110"/>
                    <a:pt x="86285" y="8383"/>
                  </a:cubicBezTo>
                  <a:cubicBezTo>
                    <a:pt x="86285" y="11898"/>
                    <a:pt x="89746" y="11898"/>
                    <a:pt x="92713" y="11898"/>
                  </a:cubicBezTo>
                  <a:cubicBezTo>
                    <a:pt x="104581" y="11898"/>
                    <a:pt x="104581" y="13656"/>
                    <a:pt x="104581" y="15665"/>
                  </a:cubicBezTo>
                  <a:cubicBezTo>
                    <a:pt x="104581" y="17422"/>
                    <a:pt x="104086" y="18929"/>
                    <a:pt x="103592" y="21189"/>
                  </a:cubicBezTo>
                  <a:lnTo>
                    <a:pt x="89499" y="78437"/>
                  </a:lnTo>
                  <a:cubicBezTo>
                    <a:pt x="84307" y="70151"/>
                    <a:pt x="75900" y="63623"/>
                    <a:pt x="64032" y="63623"/>
                  </a:cubicBezTo>
                  <a:cubicBezTo>
                    <a:pt x="32385" y="63623"/>
                    <a:pt x="243" y="99027"/>
                    <a:pt x="243" y="135184"/>
                  </a:cubicBezTo>
                  <a:cubicBezTo>
                    <a:pt x="243" y="159539"/>
                    <a:pt x="16314" y="176864"/>
                    <a:pt x="37577" y="176864"/>
                  </a:cubicBezTo>
                  <a:cubicBezTo>
                    <a:pt x="50928" y="176864"/>
                    <a:pt x="62796" y="169081"/>
                    <a:pt x="72686" y="159288"/>
                  </a:cubicBezTo>
                  <a:cubicBezTo>
                    <a:pt x="77384" y="174354"/>
                    <a:pt x="91724" y="176864"/>
                    <a:pt x="98153" y="176864"/>
                  </a:cubicBezTo>
                  <a:cubicBezTo>
                    <a:pt x="107053" y="176864"/>
                    <a:pt x="113235" y="171341"/>
                    <a:pt x="117685" y="163557"/>
                  </a:cubicBezTo>
                  <a:cubicBezTo>
                    <a:pt x="123124" y="153764"/>
                    <a:pt x="126339" y="139452"/>
                    <a:pt x="126339" y="138448"/>
                  </a:cubicBezTo>
                  <a:cubicBezTo>
                    <a:pt x="126339" y="135184"/>
                    <a:pt x="123124" y="135184"/>
                    <a:pt x="122383" y="135184"/>
                  </a:cubicBezTo>
                  <a:cubicBezTo>
                    <a:pt x="118921" y="135184"/>
                    <a:pt x="118674" y="136188"/>
                    <a:pt x="116943" y="142967"/>
                  </a:cubicBezTo>
                  <a:cubicBezTo>
                    <a:pt x="113976" y="155020"/>
                    <a:pt x="109279" y="169834"/>
                    <a:pt x="98894" y="169834"/>
                  </a:cubicBezTo>
                  <a:cubicBezTo>
                    <a:pt x="92466" y="169834"/>
                    <a:pt x="90735" y="164310"/>
                    <a:pt x="90735" y="157531"/>
                  </a:cubicBezTo>
                  <a:cubicBezTo>
                    <a:pt x="90735" y="152760"/>
                    <a:pt x="91230" y="150500"/>
                    <a:pt x="91971" y="147236"/>
                  </a:cubicBezTo>
                  <a:lnTo>
                    <a:pt x="126339" y="7630"/>
                  </a:lnTo>
                  <a:close/>
                  <a:moveTo>
                    <a:pt x="73675" y="142967"/>
                  </a:moveTo>
                  <a:cubicBezTo>
                    <a:pt x="71944" y="149998"/>
                    <a:pt x="66505" y="155020"/>
                    <a:pt x="61065" y="159790"/>
                  </a:cubicBezTo>
                  <a:cubicBezTo>
                    <a:pt x="58840" y="161799"/>
                    <a:pt x="48950" y="169834"/>
                    <a:pt x="38319" y="169834"/>
                  </a:cubicBezTo>
                  <a:cubicBezTo>
                    <a:pt x="29170" y="169834"/>
                    <a:pt x="20270" y="163306"/>
                    <a:pt x="20270" y="145478"/>
                  </a:cubicBezTo>
                  <a:cubicBezTo>
                    <a:pt x="20270" y="132170"/>
                    <a:pt x="27440" y="104551"/>
                    <a:pt x="33126" y="94507"/>
                  </a:cubicBezTo>
                  <a:cubicBezTo>
                    <a:pt x="44500" y="74420"/>
                    <a:pt x="57109" y="70653"/>
                    <a:pt x="64032" y="70653"/>
                  </a:cubicBezTo>
                  <a:cubicBezTo>
                    <a:pt x="81340" y="70653"/>
                    <a:pt x="86037" y="89736"/>
                    <a:pt x="86037" y="92498"/>
                  </a:cubicBezTo>
                  <a:cubicBezTo>
                    <a:pt x="86037" y="93503"/>
                    <a:pt x="85543" y="95260"/>
                    <a:pt x="85296" y="96013"/>
                  </a:cubicBezTo>
                  <a:lnTo>
                    <a:pt x="73675" y="142967"/>
                  </a:lnTo>
                  <a:close/>
                </a:path>
              </a:pathLst>
            </a:custGeom>
            <a:solidFill>
              <a:schemeClr val="accent2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E57A65D9-A99C-C49F-8C15-250313ABC8B0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11954301" y="5392764"/>
              <a:ext cx="87949" cy="119447"/>
            </a:xfrm>
            <a:custGeom>
              <a:avLst/>
              <a:gdLst>
                <a:gd name="connsiteX0" fmla="*/ 88196 w 87949"/>
                <a:gd name="connsiteY0" fmla="*/ 84931 h 119447"/>
                <a:gd name="connsiteX1" fmla="*/ 80779 w 87949"/>
                <a:gd name="connsiteY1" fmla="*/ 84931 h 119447"/>
                <a:gd name="connsiteX2" fmla="*/ 75657 w 87949"/>
                <a:gd name="connsiteY2" fmla="*/ 101251 h 119447"/>
                <a:gd name="connsiteX3" fmla="*/ 56760 w 87949"/>
                <a:gd name="connsiteY3" fmla="*/ 102328 h 119447"/>
                <a:gd name="connsiteX4" fmla="*/ 22146 w 87949"/>
                <a:gd name="connsiteY4" fmla="*/ 102328 h 119447"/>
                <a:gd name="connsiteX5" fmla="*/ 57467 w 87949"/>
                <a:gd name="connsiteY5" fmla="*/ 76322 h 119447"/>
                <a:gd name="connsiteX6" fmla="*/ 88196 w 87949"/>
                <a:gd name="connsiteY6" fmla="*/ 35789 h 119447"/>
                <a:gd name="connsiteX7" fmla="*/ 41572 w 87949"/>
                <a:gd name="connsiteY7" fmla="*/ 98 h 119447"/>
                <a:gd name="connsiteX8" fmla="*/ 247 w 87949"/>
                <a:gd name="connsiteY8" fmla="*/ 31664 h 119447"/>
                <a:gd name="connsiteX9" fmla="*/ 10490 w 87949"/>
                <a:gd name="connsiteY9" fmla="*/ 42604 h 119447"/>
                <a:gd name="connsiteX10" fmla="*/ 20910 w 87949"/>
                <a:gd name="connsiteY10" fmla="*/ 32022 h 119447"/>
                <a:gd name="connsiteX11" fmla="*/ 10843 w 87949"/>
                <a:gd name="connsiteY11" fmla="*/ 21441 h 119447"/>
                <a:gd name="connsiteX12" fmla="*/ 37864 w 87949"/>
                <a:gd name="connsiteY12" fmla="*/ 7989 h 119447"/>
                <a:gd name="connsiteX13" fmla="*/ 69299 w 87949"/>
                <a:gd name="connsiteY13" fmla="*/ 35968 h 119447"/>
                <a:gd name="connsiteX14" fmla="*/ 45458 w 87949"/>
                <a:gd name="connsiteY14" fmla="*/ 74170 h 119447"/>
                <a:gd name="connsiteX15" fmla="*/ 2366 w 87949"/>
                <a:gd name="connsiteY15" fmla="*/ 111295 h 119447"/>
                <a:gd name="connsiteX16" fmla="*/ 247 w 87949"/>
                <a:gd name="connsiteY16" fmla="*/ 114165 h 119447"/>
                <a:gd name="connsiteX17" fmla="*/ 247 w 87949"/>
                <a:gd name="connsiteY17" fmla="*/ 119545 h 119447"/>
                <a:gd name="connsiteX18" fmla="*/ 82368 w 87949"/>
                <a:gd name="connsiteY18" fmla="*/ 119545 h 119447"/>
                <a:gd name="connsiteX19" fmla="*/ 88196 w 87949"/>
                <a:gd name="connsiteY19" fmla="*/ 84931 h 119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7949" h="119447">
                  <a:moveTo>
                    <a:pt x="88196" y="84931"/>
                  </a:moveTo>
                  <a:lnTo>
                    <a:pt x="80779" y="84931"/>
                  </a:lnTo>
                  <a:cubicBezTo>
                    <a:pt x="80249" y="88338"/>
                    <a:pt x="78483" y="99458"/>
                    <a:pt x="75657" y="101251"/>
                  </a:cubicBezTo>
                  <a:cubicBezTo>
                    <a:pt x="74244" y="102328"/>
                    <a:pt x="59409" y="102328"/>
                    <a:pt x="56760" y="102328"/>
                  </a:cubicBezTo>
                  <a:lnTo>
                    <a:pt x="22146" y="102328"/>
                  </a:lnTo>
                  <a:cubicBezTo>
                    <a:pt x="33802" y="93539"/>
                    <a:pt x="46871" y="83496"/>
                    <a:pt x="57467" y="76322"/>
                  </a:cubicBezTo>
                  <a:cubicBezTo>
                    <a:pt x="73361" y="65202"/>
                    <a:pt x="88196" y="54800"/>
                    <a:pt x="88196" y="35789"/>
                  </a:cubicBezTo>
                  <a:cubicBezTo>
                    <a:pt x="88196" y="12832"/>
                    <a:pt x="66827" y="98"/>
                    <a:pt x="41572" y="98"/>
                  </a:cubicBezTo>
                  <a:cubicBezTo>
                    <a:pt x="17731" y="98"/>
                    <a:pt x="247" y="14087"/>
                    <a:pt x="247" y="31664"/>
                  </a:cubicBezTo>
                  <a:cubicBezTo>
                    <a:pt x="247" y="40990"/>
                    <a:pt x="8017" y="42604"/>
                    <a:pt x="10490" y="42604"/>
                  </a:cubicBezTo>
                  <a:cubicBezTo>
                    <a:pt x="15258" y="42604"/>
                    <a:pt x="20910" y="39376"/>
                    <a:pt x="20910" y="32022"/>
                  </a:cubicBezTo>
                  <a:cubicBezTo>
                    <a:pt x="20910" y="25566"/>
                    <a:pt x="16318" y="21979"/>
                    <a:pt x="10843" y="21441"/>
                  </a:cubicBezTo>
                  <a:cubicBezTo>
                    <a:pt x="15788" y="13370"/>
                    <a:pt x="26031" y="7989"/>
                    <a:pt x="37864" y="7989"/>
                  </a:cubicBezTo>
                  <a:cubicBezTo>
                    <a:pt x="54994" y="7989"/>
                    <a:pt x="69299" y="18392"/>
                    <a:pt x="69299" y="35968"/>
                  </a:cubicBezTo>
                  <a:cubicBezTo>
                    <a:pt x="69299" y="51034"/>
                    <a:pt x="59056" y="62512"/>
                    <a:pt x="45458" y="74170"/>
                  </a:cubicBezTo>
                  <a:lnTo>
                    <a:pt x="2366" y="111295"/>
                  </a:lnTo>
                  <a:cubicBezTo>
                    <a:pt x="600" y="112909"/>
                    <a:pt x="423" y="112909"/>
                    <a:pt x="247" y="114165"/>
                  </a:cubicBezTo>
                  <a:lnTo>
                    <a:pt x="247" y="119545"/>
                  </a:lnTo>
                  <a:lnTo>
                    <a:pt x="82368" y="119545"/>
                  </a:lnTo>
                  <a:lnTo>
                    <a:pt x="88196" y="84931"/>
                  </a:lnTo>
                  <a:close/>
                </a:path>
              </a:pathLst>
            </a:custGeom>
            <a:solidFill>
              <a:schemeClr val="accent2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54637E1-D7D2-0172-0184-3D0E41420221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12120092" y="5346276"/>
              <a:ext cx="132524" cy="134333"/>
            </a:xfrm>
            <a:custGeom>
              <a:avLst/>
              <a:gdLst>
                <a:gd name="connsiteX0" fmla="*/ 129314 w 132524"/>
                <a:gd name="connsiteY0" fmla="*/ 12400 h 134333"/>
                <a:gd name="connsiteX1" fmla="*/ 132775 w 132524"/>
                <a:gd name="connsiteY1" fmla="*/ 6374 h 134333"/>
                <a:gd name="connsiteX2" fmla="*/ 126841 w 132524"/>
                <a:gd name="connsiteY2" fmla="*/ 97 h 134333"/>
                <a:gd name="connsiteX3" fmla="*/ 120660 w 132524"/>
                <a:gd name="connsiteY3" fmla="*/ 3863 h 134333"/>
                <a:gd name="connsiteX4" fmla="*/ 66513 w 132524"/>
                <a:gd name="connsiteY4" fmla="*/ 58601 h 134333"/>
                <a:gd name="connsiteX5" fmla="*/ 12118 w 132524"/>
                <a:gd name="connsiteY5" fmla="*/ 3612 h 134333"/>
                <a:gd name="connsiteX6" fmla="*/ 6432 w 132524"/>
                <a:gd name="connsiteY6" fmla="*/ 97 h 134333"/>
                <a:gd name="connsiteX7" fmla="*/ 251 w 132524"/>
                <a:gd name="connsiteY7" fmla="*/ 6374 h 134333"/>
                <a:gd name="connsiteX8" fmla="*/ 3959 w 132524"/>
                <a:gd name="connsiteY8" fmla="*/ 12400 h 134333"/>
                <a:gd name="connsiteX9" fmla="*/ 57859 w 132524"/>
                <a:gd name="connsiteY9" fmla="*/ 67138 h 134333"/>
                <a:gd name="connsiteX10" fmla="*/ 3959 w 132524"/>
                <a:gd name="connsiteY10" fmla="*/ 121876 h 134333"/>
                <a:gd name="connsiteX11" fmla="*/ 251 w 132524"/>
                <a:gd name="connsiteY11" fmla="*/ 128153 h 134333"/>
                <a:gd name="connsiteX12" fmla="*/ 6432 w 132524"/>
                <a:gd name="connsiteY12" fmla="*/ 134430 h 134333"/>
                <a:gd name="connsiteX13" fmla="*/ 12118 w 132524"/>
                <a:gd name="connsiteY13" fmla="*/ 130915 h 134333"/>
                <a:gd name="connsiteX14" fmla="*/ 66513 w 132524"/>
                <a:gd name="connsiteY14" fmla="*/ 75926 h 134333"/>
                <a:gd name="connsiteX15" fmla="*/ 122885 w 132524"/>
                <a:gd name="connsiteY15" fmla="*/ 133175 h 134333"/>
                <a:gd name="connsiteX16" fmla="*/ 126841 w 132524"/>
                <a:gd name="connsiteY16" fmla="*/ 134430 h 134333"/>
                <a:gd name="connsiteX17" fmla="*/ 132775 w 132524"/>
                <a:gd name="connsiteY17" fmla="*/ 128153 h 134333"/>
                <a:gd name="connsiteX18" fmla="*/ 131539 w 132524"/>
                <a:gd name="connsiteY18" fmla="*/ 124889 h 134333"/>
                <a:gd name="connsiteX19" fmla="*/ 75167 w 132524"/>
                <a:gd name="connsiteY19" fmla="*/ 67389 h 134333"/>
                <a:gd name="connsiteX20" fmla="*/ 129314 w 132524"/>
                <a:gd name="connsiteY20" fmla="*/ 12400 h 134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2524" h="134333">
                  <a:moveTo>
                    <a:pt x="129314" y="12400"/>
                  </a:moveTo>
                  <a:cubicBezTo>
                    <a:pt x="132033" y="9639"/>
                    <a:pt x="132775" y="8132"/>
                    <a:pt x="132775" y="6374"/>
                  </a:cubicBezTo>
                  <a:cubicBezTo>
                    <a:pt x="132775" y="2357"/>
                    <a:pt x="129561" y="97"/>
                    <a:pt x="126841" y="97"/>
                  </a:cubicBezTo>
                  <a:cubicBezTo>
                    <a:pt x="124369" y="97"/>
                    <a:pt x="123627" y="850"/>
                    <a:pt x="120660" y="3863"/>
                  </a:cubicBezTo>
                  <a:lnTo>
                    <a:pt x="66513" y="58601"/>
                  </a:lnTo>
                  <a:lnTo>
                    <a:pt x="12118" y="3612"/>
                  </a:lnTo>
                  <a:cubicBezTo>
                    <a:pt x="9646" y="1101"/>
                    <a:pt x="8657" y="97"/>
                    <a:pt x="6432" y="97"/>
                  </a:cubicBezTo>
                  <a:cubicBezTo>
                    <a:pt x="2970" y="97"/>
                    <a:pt x="251" y="2859"/>
                    <a:pt x="251" y="6374"/>
                  </a:cubicBezTo>
                  <a:cubicBezTo>
                    <a:pt x="251" y="8634"/>
                    <a:pt x="992" y="9387"/>
                    <a:pt x="3959" y="12400"/>
                  </a:cubicBezTo>
                  <a:lnTo>
                    <a:pt x="57859" y="67138"/>
                  </a:lnTo>
                  <a:lnTo>
                    <a:pt x="3959" y="121876"/>
                  </a:lnTo>
                  <a:cubicBezTo>
                    <a:pt x="498" y="125391"/>
                    <a:pt x="251" y="126646"/>
                    <a:pt x="251" y="128153"/>
                  </a:cubicBezTo>
                  <a:cubicBezTo>
                    <a:pt x="251" y="131668"/>
                    <a:pt x="2970" y="134430"/>
                    <a:pt x="6432" y="134430"/>
                  </a:cubicBezTo>
                  <a:cubicBezTo>
                    <a:pt x="8657" y="134430"/>
                    <a:pt x="9399" y="133677"/>
                    <a:pt x="12118" y="130915"/>
                  </a:cubicBezTo>
                  <a:lnTo>
                    <a:pt x="66513" y="75926"/>
                  </a:lnTo>
                  <a:lnTo>
                    <a:pt x="122885" y="133175"/>
                  </a:lnTo>
                  <a:cubicBezTo>
                    <a:pt x="124122" y="133928"/>
                    <a:pt x="125358" y="134430"/>
                    <a:pt x="126841" y="134430"/>
                  </a:cubicBezTo>
                  <a:cubicBezTo>
                    <a:pt x="129561" y="134430"/>
                    <a:pt x="132775" y="132170"/>
                    <a:pt x="132775" y="128153"/>
                  </a:cubicBezTo>
                  <a:cubicBezTo>
                    <a:pt x="132775" y="126144"/>
                    <a:pt x="132281" y="125642"/>
                    <a:pt x="131539" y="124889"/>
                  </a:cubicBezTo>
                  <a:cubicBezTo>
                    <a:pt x="131044" y="123884"/>
                    <a:pt x="83078" y="75173"/>
                    <a:pt x="75167" y="67389"/>
                  </a:cubicBezTo>
                  <a:lnTo>
                    <a:pt x="129314" y="12400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75D302AE-7866-DA69-25D6-2F1ADAF37F0D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12311922" y="5302084"/>
              <a:ext cx="127085" cy="176767"/>
            </a:xfrm>
            <a:custGeom>
              <a:avLst/>
              <a:gdLst>
                <a:gd name="connsiteX0" fmla="*/ 126353 w 127085"/>
                <a:gd name="connsiteY0" fmla="*/ 7630 h 176767"/>
                <a:gd name="connsiteX1" fmla="*/ 127342 w 127085"/>
                <a:gd name="connsiteY1" fmla="*/ 3612 h 176767"/>
                <a:gd name="connsiteX2" fmla="*/ 123386 w 127085"/>
                <a:gd name="connsiteY2" fmla="*/ 97 h 176767"/>
                <a:gd name="connsiteX3" fmla="*/ 91738 w 127085"/>
                <a:gd name="connsiteY3" fmla="*/ 2608 h 176767"/>
                <a:gd name="connsiteX4" fmla="*/ 86299 w 127085"/>
                <a:gd name="connsiteY4" fmla="*/ 8383 h 176767"/>
                <a:gd name="connsiteX5" fmla="*/ 92727 w 127085"/>
                <a:gd name="connsiteY5" fmla="*/ 11898 h 176767"/>
                <a:gd name="connsiteX6" fmla="*/ 104595 w 127085"/>
                <a:gd name="connsiteY6" fmla="*/ 15665 h 176767"/>
                <a:gd name="connsiteX7" fmla="*/ 103606 w 127085"/>
                <a:gd name="connsiteY7" fmla="*/ 21189 h 176767"/>
                <a:gd name="connsiteX8" fmla="*/ 89513 w 127085"/>
                <a:gd name="connsiteY8" fmla="*/ 78437 h 176767"/>
                <a:gd name="connsiteX9" fmla="*/ 64047 w 127085"/>
                <a:gd name="connsiteY9" fmla="*/ 63623 h 176767"/>
                <a:gd name="connsiteX10" fmla="*/ 257 w 127085"/>
                <a:gd name="connsiteY10" fmla="*/ 135184 h 176767"/>
                <a:gd name="connsiteX11" fmla="*/ 37591 w 127085"/>
                <a:gd name="connsiteY11" fmla="*/ 176864 h 176767"/>
                <a:gd name="connsiteX12" fmla="*/ 72700 w 127085"/>
                <a:gd name="connsiteY12" fmla="*/ 159288 h 176767"/>
                <a:gd name="connsiteX13" fmla="*/ 98167 w 127085"/>
                <a:gd name="connsiteY13" fmla="*/ 176864 h 176767"/>
                <a:gd name="connsiteX14" fmla="*/ 117699 w 127085"/>
                <a:gd name="connsiteY14" fmla="*/ 163557 h 176767"/>
                <a:gd name="connsiteX15" fmla="*/ 126353 w 127085"/>
                <a:gd name="connsiteY15" fmla="*/ 138448 h 176767"/>
                <a:gd name="connsiteX16" fmla="*/ 122397 w 127085"/>
                <a:gd name="connsiteY16" fmla="*/ 135184 h 176767"/>
                <a:gd name="connsiteX17" fmla="*/ 116958 w 127085"/>
                <a:gd name="connsiteY17" fmla="*/ 142967 h 176767"/>
                <a:gd name="connsiteX18" fmla="*/ 98909 w 127085"/>
                <a:gd name="connsiteY18" fmla="*/ 169834 h 176767"/>
                <a:gd name="connsiteX19" fmla="*/ 90749 w 127085"/>
                <a:gd name="connsiteY19" fmla="*/ 157531 h 176767"/>
                <a:gd name="connsiteX20" fmla="*/ 91986 w 127085"/>
                <a:gd name="connsiteY20" fmla="*/ 147236 h 176767"/>
                <a:gd name="connsiteX21" fmla="*/ 126353 w 127085"/>
                <a:gd name="connsiteY21" fmla="*/ 7630 h 176767"/>
                <a:gd name="connsiteX22" fmla="*/ 73689 w 127085"/>
                <a:gd name="connsiteY22" fmla="*/ 142967 h 176767"/>
                <a:gd name="connsiteX23" fmla="*/ 61080 w 127085"/>
                <a:gd name="connsiteY23" fmla="*/ 159790 h 176767"/>
                <a:gd name="connsiteX24" fmla="*/ 38333 w 127085"/>
                <a:gd name="connsiteY24" fmla="*/ 169834 h 176767"/>
                <a:gd name="connsiteX25" fmla="*/ 20284 w 127085"/>
                <a:gd name="connsiteY25" fmla="*/ 145478 h 176767"/>
                <a:gd name="connsiteX26" fmla="*/ 33141 w 127085"/>
                <a:gd name="connsiteY26" fmla="*/ 94507 h 176767"/>
                <a:gd name="connsiteX27" fmla="*/ 64047 w 127085"/>
                <a:gd name="connsiteY27" fmla="*/ 70653 h 176767"/>
                <a:gd name="connsiteX28" fmla="*/ 86052 w 127085"/>
                <a:gd name="connsiteY28" fmla="*/ 92498 h 176767"/>
                <a:gd name="connsiteX29" fmla="*/ 85310 w 127085"/>
                <a:gd name="connsiteY29" fmla="*/ 96013 h 176767"/>
                <a:gd name="connsiteX30" fmla="*/ 73689 w 127085"/>
                <a:gd name="connsiteY30" fmla="*/ 142967 h 176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7085" h="176767">
                  <a:moveTo>
                    <a:pt x="126353" y="7630"/>
                  </a:moveTo>
                  <a:cubicBezTo>
                    <a:pt x="126600" y="7128"/>
                    <a:pt x="127342" y="3863"/>
                    <a:pt x="127342" y="3612"/>
                  </a:cubicBezTo>
                  <a:cubicBezTo>
                    <a:pt x="127342" y="2357"/>
                    <a:pt x="126353" y="97"/>
                    <a:pt x="123386" y="97"/>
                  </a:cubicBezTo>
                  <a:cubicBezTo>
                    <a:pt x="118441" y="97"/>
                    <a:pt x="97920" y="2106"/>
                    <a:pt x="91738" y="2608"/>
                  </a:cubicBezTo>
                  <a:cubicBezTo>
                    <a:pt x="89760" y="2859"/>
                    <a:pt x="86299" y="3110"/>
                    <a:pt x="86299" y="8383"/>
                  </a:cubicBezTo>
                  <a:cubicBezTo>
                    <a:pt x="86299" y="11898"/>
                    <a:pt x="89760" y="11898"/>
                    <a:pt x="92727" y="11898"/>
                  </a:cubicBezTo>
                  <a:cubicBezTo>
                    <a:pt x="104595" y="11898"/>
                    <a:pt x="104595" y="13656"/>
                    <a:pt x="104595" y="15665"/>
                  </a:cubicBezTo>
                  <a:cubicBezTo>
                    <a:pt x="104595" y="17422"/>
                    <a:pt x="104101" y="18929"/>
                    <a:pt x="103606" y="21189"/>
                  </a:cubicBezTo>
                  <a:lnTo>
                    <a:pt x="89513" y="78437"/>
                  </a:lnTo>
                  <a:cubicBezTo>
                    <a:pt x="84321" y="70151"/>
                    <a:pt x="75914" y="63623"/>
                    <a:pt x="64047" y="63623"/>
                  </a:cubicBezTo>
                  <a:cubicBezTo>
                    <a:pt x="32399" y="63623"/>
                    <a:pt x="257" y="99027"/>
                    <a:pt x="257" y="135184"/>
                  </a:cubicBezTo>
                  <a:cubicBezTo>
                    <a:pt x="257" y="159539"/>
                    <a:pt x="16328" y="176864"/>
                    <a:pt x="37591" y="176864"/>
                  </a:cubicBezTo>
                  <a:cubicBezTo>
                    <a:pt x="50943" y="176864"/>
                    <a:pt x="62810" y="169081"/>
                    <a:pt x="72700" y="159288"/>
                  </a:cubicBezTo>
                  <a:cubicBezTo>
                    <a:pt x="77398" y="174354"/>
                    <a:pt x="91738" y="176864"/>
                    <a:pt x="98167" y="176864"/>
                  </a:cubicBezTo>
                  <a:cubicBezTo>
                    <a:pt x="107068" y="176864"/>
                    <a:pt x="113249" y="171341"/>
                    <a:pt x="117699" y="163557"/>
                  </a:cubicBezTo>
                  <a:cubicBezTo>
                    <a:pt x="123139" y="153764"/>
                    <a:pt x="126353" y="139452"/>
                    <a:pt x="126353" y="138448"/>
                  </a:cubicBezTo>
                  <a:cubicBezTo>
                    <a:pt x="126353" y="135184"/>
                    <a:pt x="123139" y="135184"/>
                    <a:pt x="122397" y="135184"/>
                  </a:cubicBezTo>
                  <a:cubicBezTo>
                    <a:pt x="118936" y="135184"/>
                    <a:pt x="118688" y="136188"/>
                    <a:pt x="116958" y="142967"/>
                  </a:cubicBezTo>
                  <a:cubicBezTo>
                    <a:pt x="113991" y="155020"/>
                    <a:pt x="109293" y="169834"/>
                    <a:pt x="98909" y="169834"/>
                  </a:cubicBezTo>
                  <a:cubicBezTo>
                    <a:pt x="92480" y="169834"/>
                    <a:pt x="90749" y="164310"/>
                    <a:pt x="90749" y="157531"/>
                  </a:cubicBezTo>
                  <a:cubicBezTo>
                    <a:pt x="90749" y="152760"/>
                    <a:pt x="91244" y="150500"/>
                    <a:pt x="91986" y="147236"/>
                  </a:cubicBezTo>
                  <a:lnTo>
                    <a:pt x="126353" y="7630"/>
                  </a:lnTo>
                  <a:close/>
                  <a:moveTo>
                    <a:pt x="73689" y="142967"/>
                  </a:moveTo>
                  <a:cubicBezTo>
                    <a:pt x="71959" y="149998"/>
                    <a:pt x="66519" y="155020"/>
                    <a:pt x="61080" y="159790"/>
                  </a:cubicBezTo>
                  <a:cubicBezTo>
                    <a:pt x="58854" y="161799"/>
                    <a:pt x="48965" y="169834"/>
                    <a:pt x="38333" y="169834"/>
                  </a:cubicBezTo>
                  <a:cubicBezTo>
                    <a:pt x="29185" y="169834"/>
                    <a:pt x="20284" y="163306"/>
                    <a:pt x="20284" y="145478"/>
                  </a:cubicBezTo>
                  <a:cubicBezTo>
                    <a:pt x="20284" y="132170"/>
                    <a:pt x="27454" y="104551"/>
                    <a:pt x="33141" y="94507"/>
                  </a:cubicBezTo>
                  <a:cubicBezTo>
                    <a:pt x="44514" y="74420"/>
                    <a:pt x="57124" y="70653"/>
                    <a:pt x="64047" y="70653"/>
                  </a:cubicBezTo>
                  <a:cubicBezTo>
                    <a:pt x="81354" y="70653"/>
                    <a:pt x="86052" y="89736"/>
                    <a:pt x="86052" y="92498"/>
                  </a:cubicBezTo>
                  <a:cubicBezTo>
                    <a:pt x="86052" y="93503"/>
                    <a:pt x="85557" y="95260"/>
                    <a:pt x="85310" y="96013"/>
                  </a:cubicBezTo>
                  <a:lnTo>
                    <a:pt x="73689" y="142967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1DAA69A-475D-B760-AB46-80652A68585A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12469131" y="5392764"/>
              <a:ext cx="72584" cy="119447"/>
            </a:xfrm>
            <a:custGeom>
              <a:avLst/>
              <a:gdLst>
                <a:gd name="connsiteX0" fmla="*/ 45295 w 72584"/>
                <a:gd name="connsiteY0" fmla="*/ 5479 h 119447"/>
                <a:gd name="connsiteX1" fmla="*/ 38938 w 72584"/>
                <a:gd name="connsiteY1" fmla="*/ 98 h 119447"/>
                <a:gd name="connsiteX2" fmla="*/ 3263 w 72584"/>
                <a:gd name="connsiteY2" fmla="*/ 11576 h 119447"/>
                <a:gd name="connsiteX3" fmla="*/ 261 w 72584"/>
                <a:gd name="connsiteY3" fmla="*/ 11576 h 119447"/>
                <a:gd name="connsiteX4" fmla="*/ 261 w 72584"/>
                <a:gd name="connsiteY4" fmla="*/ 19468 h 119447"/>
                <a:gd name="connsiteX5" fmla="*/ 3263 w 72584"/>
                <a:gd name="connsiteY5" fmla="*/ 19468 h 119447"/>
                <a:gd name="connsiteX6" fmla="*/ 29048 w 72584"/>
                <a:gd name="connsiteY6" fmla="*/ 14446 h 119447"/>
                <a:gd name="connsiteX7" fmla="*/ 29048 w 72584"/>
                <a:gd name="connsiteY7" fmla="*/ 104121 h 119447"/>
                <a:gd name="connsiteX8" fmla="*/ 10327 w 72584"/>
                <a:gd name="connsiteY8" fmla="*/ 111654 h 119447"/>
                <a:gd name="connsiteX9" fmla="*/ 1497 w 72584"/>
                <a:gd name="connsiteY9" fmla="*/ 111654 h 119447"/>
                <a:gd name="connsiteX10" fmla="*/ 1497 w 72584"/>
                <a:gd name="connsiteY10" fmla="*/ 119545 h 119447"/>
                <a:gd name="connsiteX11" fmla="*/ 37171 w 72584"/>
                <a:gd name="connsiteY11" fmla="*/ 118828 h 119447"/>
                <a:gd name="connsiteX12" fmla="*/ 72846 w 72584"/>
                <a:gd name="connsiteY12" fmla="*/ 119545 h 119447"/>
                <a:gd name="connsiteX13" fmla="*/ 72846 w 72584"/>
                <a:gd name="connsiteY13" fmla="*/ 111654 h 119447"/>
                <a:gd name="connsiteX14" fmla="*/ 64015 w 72584"/>
                <a:gd name="connsiteY14" fmla="*/ 111654 h 119447"/>
                <a:gd name="connsiteX15" fmla="*/ 45295 w 72584"/>
                <a:gd name="connsiteY15" fmla="*/ 104121 h 119447"/>
                <a:gd name="connsiteX16" fmla="*/ 45295 w 72584"/>
                <a:gd name="connsiteY16" fmla="*/ 5479 h 119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584" h="119447">
                  <a:moveTo>
                    <a:pt x="45295" y="5479"/>
                  </a:moveTo>
                  <a:cubicBezTo>
                    <a:pt x="45295" y="98"/>
                    <a:pt x="44765" y="98"/>
                    <a:pt x="38938" y="98"/>
                  </a:cubicBezTo>
                  <a:cubicBezTo>
                    <a:pt x="26399" y="11576"/>
                    <a:pt x="6795" y="11576"/>
                    <a:pt x="3263" y="11576"/>
                  </a:cubicBezTo>
                  <a:lnTo>
                    <a:pt x="261" y="11576"/>
                  </a:lnTo>
                  <a:lnTo>
                    <a:pt x="261" y="19468"/>
                  </a:lnTo>
                  <a:lnTo>
                    <a:pt x="3263" y="19468"/>
                  </a:lnTo>
                  <a:cubicBezTo>
                    <a:pt x="7325" y="19468"/>
                    <a:pt x="18805" y="18930"/>
                    <a:pt x="29048" y="14446"/>
                  </a:cubicBezTo>
                  <a:lnTo>
                    <a:pt x="29048" y="104121"/>
                  </a:lnTo>
                  <a:cubicBezTo>
                    <a:pt x="29048" y="109681"/>
                    <a:pt x="29048" y="111654"/>
                    <a:pt x="10327" y="111654"/>
                  </a:cubicBezTo>
                  <a:lnTo>
                    <a:pt x="1497" y="111654"/>
                  </a:lnTo>
                  <a:lnTo>
                    <a:pt x="1497" y="119545"/>
                  </a:lnTo>
                  <a:cubicBezTo>
                    <a:pt x="11211" y="118828"/>
                    <a:pt x="26928" y="118828"/>
                    <a:pt x="37171" y="118828"/>
                  </a:cubicBezTo>
                  <a:cubicBezTo>
                    <a:pt x="47415" y="118828"/>
                    <a:pt x="63132" y="118828"/>
                    <a:pt x="72846" y="119545"/>
                  </a:cubicBezTo>
                  <a:lnTo>
                    <a:pt x="72846" y="111654"/>
                  </a:lnTo>
                  <a:lnTo>
                    <a:pt x="64015" y="111654"/>
                  </a:lnTo>
                  <a:cubicBezTo>
                    <a:pt x="45295" y="111654"/>
                    <a:pt x="45295" y="109681"/>
                    <a:pt x="45295" y="104121"/>
                  </a:cubicBezTo>
                  <a:lnTo>
                    <a:pt x="45295" y="5479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0DFE7BE-1659-A342-3BC2-2A94F5C38B13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12629765" y="5586423"/>
              <a:ext cx="41325" cy="107251"/>
            </a:xfrm>
            <a:custGeom>
              <a:avLst/>
              <a:gdLst>
                <a:gd name="connsiteX0" fmla="*/ 41591 w 41325"/>
                <a:gd name="connsiteY0" fmla="*/ 37765 h 107251"/>
                <a:gd name="connsiteX1" fmla="*/ 18986 w 41325"/>
                <a:gd name="connsiteY1" fmla="*/ 101 h 107251"/>
                <a:gd name="connsiteX2" fmla="*/ 265 w 41325"/>
                <a:gd name="connsiteY2" fmla="*/ 19112 h 107251"/>
                <a:gd name="connsiteX3" fmla="*/ 18986 w 41325"/>
                <a:gd name="connsiteY3" fmla="*/ 38123 h 107251"/>
                <a:gd name="connsiteX4" fmla="*/ 31348 w 41325"/>
                <a:gd name="connsiteY4" fmla="*/ 33460 h 107251"/>
                <a:gd name="connsiteX5" fmla="*/ 33114 w 41325"/>
                <a:gd name="connsiteY5" fmla="*/ 32384 h 107251"/>
                <a:gd name="connsiteX6" fmla="*/ 33820 w 41325"/>
                <a:gd name="connsiteY6" fmla="*/ 37765 h 107251"/>
                <a:gd name="connsiteX7" fmla="*/ 9802 w 41325"/>
                <a:gd name="connsiteY7" fmla="*/ 97668 h 107251"/>
                <a:gd name="connsiteX8" fmla="*/ 5917 w 41325"/>
                <a:gd name="connsiteY8" fmla="*/ 103407 h 107251"/>
                <a:gd name="connsiteX9" fmla="*/ 9449 w 41325"/>
                <a:gd name="connsiteY9" fmla="*/ 107353 h 107251"/>
                <a:gd name="connsiteX10" fmla="*/ 41591 w 41325"/>
                <a:gd name="connsiteY10" fmla="*/ 37765 h 107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25" h="107251">
                  <a:moveTo>
                    <a:pt x="41591" y="37765"/>
                  </a:moveTo>
                  <a:cubicBezTo>
                    <a:pt x="41591" y="14091"/>
                    <a:pt x="32761" y="101"/>
                    <a:pt x="18986" y="101"/>
                  </a:cubicBezTo>
                  <a:cubicBezTo>
                    <a:pt x="7330" y="101"/>
                    <a:pt x="265" y="9069"/>
                    <a:pt x="265" y="19112"/>
                  </a:cubicBezTo>
                  <a:cubicBezTo>
                    <a:pt x="265" y="28797"/>
                    <a:pt x="7330" y="38123"/>
                    <a:pt x="18986" y="38123"/>
                  </a:cubicBezTo>
                  <a:cubicBezTo>
                    <a:pt x="23224" y="38123"/>
                    <a:pt x="27816" y="36689"/>
                    <a:pt x="31348" y="33460"/>
                  </a:cubicBezTo>
                  <a:cubicBezTo>
                    <a:pt x="32408" y="32743"/>
                    <a:pt x="32761" y="32384"/>
                    <a:pt x="33114" y="32384"/>
                  </a:cubicBezTo>
                  <a:cubicBezTo>
                    <a:pt x="33467" y="32384"/>
                    <a:pt x="33820" y="32743"/>
                    <a:pt x="33820" y="37765"/>
                  </a:cubicBezTo>
                  <a:cubicBezTo>
                    <a:pt x="33820" y="64309"/>
                    <a:pt x="21458" y="85831"/>
                    <a:pt x="9802" y="97668"/>
                  </a:cubicBezTo>
                  <a:cubicBezTo>
                    <a:pt x="5917" y="101613"/>
                    <a:pt x="5917" y="102331"/>
                    <a:pt x="5917" y="103407"/>
                  </a:cubicBezTo>
                  <a:cubicBezTo>
                    <a:pt x="5917" y="105918"/>
                    <a:pt x="7683" y="107353"/>
                    <a:pt x="9449" y="107353"/>
                  </a:cubicBezTo>
                  <a:cubicBezTo>
                    <a:pt x="13334" y="107353"/>
                    <a:pt x="41591" y="79733"/>
                    <a:pt x="41591" y="37765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1FFBCBE6-A912-350E-BAB9-85A793B65711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12770145" y="5378377"/>
              <a:ext cx="287160" cy="246068"/>
            </a:xfrm>
            <a:custGeom>
              <a:avLst/>
              <a:gdLst>
                <a:gd name="connsiteX0" fmla="*/ 157802 w 287160"/>
                <a:gd name="connsiteY0" fmla="*/ 95157 h 246068"/>
                <a:gd name="connsiteX1" fmla="*/ 242572 w 287160"/>
                <a:gd name="connsiteY1" fmla="*/ 23417 h 246068"/>
                <a:gd name="connsiteX2" fmla="*/ 275774 w 287160"/>
                <a:gd name="connsiteY2" fmla="*/ 16960 h 246068"/>
                <a:gd name="connsiteX3" fmla="*/ 281779 w 287160"/>
                <a:gd name="connsiteY3" fmla="*/ 16960 h 246068"/>
                <a:gd name="connsiteX4" fmla="*/ 281779 w 287160"/>
                <a:gd name="connsiteY4" fmla="*/ 101 h 246068"/>
                <a:gd name="connsiteX5" fmla="*/ 245751 w 287160"/>
                <a:gd name="connsiteY5" fmla="*/ 1177 h 246068"/>
                <a:gd name="connsiteX6" fmla="*/ 194182 w 287160"/>
                <a:gd name="connsiteY6" fmla="*/ 101 h 246068"/>
                <a:gd name="connsiteX7" fmla="*/ 194182 w 287160"/>
                <a:gd name="connsiteY7" fmla="*/ 16960 h 246068"/>
                <a:gd name="connsiteX8" fmla="*/ 214669 w 287160"/>
                <a:gd name="connsiteY8" fmla="*/ 18754 h 246068"/>
                <a:gd name="connsiteX9" fmla="*/ 219260 w 287160"/>
                <a:gd name="connsiteY9" fmla="*/ 20906 h 246068"/>
                <a:gd name="connsiteX10" fmla="*/ 88572 w 287160"/>
                <a:gd name="connsiteY10" fmla="*/ 131744 h 246068"/>
                <a:gd name="connsiteX11" fmla="*/ 88572 w 287160"/>
                <a:gd name="connsiteY11" fmla="*/ 16960 h 246068"/>
                <a:gd name="connsiteX12" fmla="*/ 126719 w 287160"/>
                <a:gd name="connsiteY12" fmla="*/ 16960 h 246068"/>
                <a:gd name="connsiteX13" fmla="*/ 126719 w 287160"/>
                <a:gd name="connsiteY13" fmla="*/ 101 h 246068"/>
                <a:gd name="connsiteX14" fmla="*/ 63494 w 287160"/>
                <a:gd name="connsiteY14" fmla="*/ 1177 h 246068"/>
                <a:gd name="connsiteX15" fmla="*/ 270 w 287160"/>
                <a:gd name="connsiteY15" fmla="*/ 101 h 246068"/>
                <a:gd name="connsiteX16" fmla="*/ 270 w 287160"/>
                <a:gd name="connsiteY16" fmla="*/ 16960 h 246068"/>
                <a:gd name="connsiteX17" fmla="*/ 38417 w 287160"/>
                <a:gd name="connsiteY17" fmla="*/ 16960 h 246068"/>
                <a:gd name="connsiteX18" fmla="*/ 38417 w 287160"/>
                <a:gd name="connsiteY18" fmla="*/ 229311 h 246068"/>
                <a:gd name="connsiteX19" fmla="*/ 270 w 287160"/>
                <a:gd name="connsiteY19" fmla="*/ 229311 h 246068"/>
                <a:gd name="connsiteX20" fmla="*/ 270 w 287160"/>
                <a:gd name="connsiteY20" fmla="*/ 246169 h 246068"/>
                <a:gd name="connsiteX21" fmla="*/ 63494 w 287160"/>
                <a:gd name="connsiteY21" fmla="*/ 245093 h 246068"/>
                <a:gd name="connsiteX22" fmla="*/ 126719 w 287160"/>
                <a:gd name="connsiteY22" fmla="*/ 246169 h 246068"/>
                <a:gd name="connsiteX23" fmla="*/ 126719 w 287160"/>
                <a:gd name="connsiteY23" fmla="*/ 229311 h 246068"/>
                <a:gd name="connsiteX24" fmla="*/ 88572 w 287160"/>
                <a:gd name="connsiteY24" fmla="*/ 229311 h 246068"/>
                <a:gd name="connsiteX25" fmla="*/ 88572 w 287160"/>
                <a:gd name="connsiteY25" fmla="*/ 153984 h 246068"/>
                <a:gd name="connsiteX26" fmla="*/ 123893 w 287160"/>
                <a:gd name="connsiteY26" fmla="*/ 124211 h 246068"/>
                <a:gd name="connsiteX27" fmla="*/ 196655 w 287160"/>
                <a:gd name="connsiteY27" fmla="*/ 221419 h 246068"/>
                <a:gd name="connsiteX28" fmla="*/ 199481 w 287160"/>
                <a:gd name="connsiteY28" fmla="*/ 226441 h 246068"/>
                <a:gd name="connsiteX29" fmla="*/ 173696 w 287160"/>
                <a:gd name="connsiteY29" fmla="*/ 229311 h 246068"/>
                <a:gd name="connsiteX30" fmla="*/ 173696 w 287160"/>
                <a:gd name="connsiteY30" fmla="*/ 246169 h 246068"/>
                <a:gd name="connsiteX31" fmla="*/ 235861 w 287160"/>
                <a:gd name="connsiteY31" fmla="*/ 245093 h 246068"/>
                <a:gd name="connsiteX32" fmla="*/ 287430 w 287160"/>
                <a:gd name="connsiteY32" fmla="*/ 246169 h 246068"/>
                <a:gd name="connsiteX33" fmla="*/ 287430 w 287160"/>
                <a:gd name="connsiteY33" fmla="*/ 229311 h 246068"/>
                <a:gd name="connsiteX34" fmla="*/ 277187 w 287160"/>
                <a:gd name="connsiteY34" fmla="*/ 229311 h 246068"/>
                <a:gd name="connsiteX35" fmla="*/ 253168 w 287160"/>
                <a:gd name="connsiteY35" fmla="*/ 222137 h 246068"/>
                <a:gd name="connsiteX36" fmla="*/ 157802 w 287160"/>
                <a:gd name="connsiteY36" fmla="*/ 95157 h 246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7160" h="246068">
                  <a:moveTo>
                    <a:pt x="157802" y="95157"/>
                  </a:moveTo>
                  <a:lnTo>
                    <a:pt x="242572" y="23417"/>
                  </a:lnTo>
                  <a:cubicBezTo>
                    <a:pt x="250343" y="16960"/>
                    <a:pt x="265178" y="16960"/>
                    <a:pt x="275774" y="16960"/>
                  </a:cubicBezTo>
                  <a:lnTo>
                    <a:pt x="281779" y="16960"/>
                  </a:lnTo>
                  <a:lnTo>
                    <a:pt x="281779" y="101"/>
                  </a:lnTo>
                  <a:cubicBezTo>
                    <a:pt x="267650" y="1177"/>
                    <a:pt x="247517" y="1177"/>
                    <a:pt x="245751" y="1177"/>
                  </a:cubicBezTo>
                  <a:cubicBezTo>
                    <a:pt x="232329" y="1177"/>
                    <a:pt x="206898" y="1177"/>
                    <a:pt x="194182" y="101"/>
                  </a:cubicBezTo>
                  <a:lnTo>
                    <a:pt x="194182" y="16960"/>
                  </a:lnTo>
                  <a:cubicBezTo>
                    <a:pt x="198774" y="16960"/>
                    <a:pt x="205838" y="16960"/>
                    <a:pt x="214669" y="18754"/>
                  </a:cubicBezTo>
                  <a:cubicBezTo>
                    <a:pt x="220320" y="20188"/>
                    <a:pt x="216081" y="19830"/>
                    <a:pt x="219260" y="20906"/>
                  </a:cubicBezTo>
                  <a:lnTo>
                    <a:pt x="88572" y="131744"/>
                  </a:lnTo>
                  <a:lnTo>
                    <a:pt x="88572" y="16960"/>
                  </a:lnTo>
                  <a:lnTo>
                    <a:pt x="126719" y="16960"/>
                  </a:lnTo>
                  <a:lnTo>
                    <a:pt x="126719" y="101"/>
                  </a:lnTo>
                  <a:cubicBezTo>
                    <a:pt x="113297" y="1177"/>
                    <a:pt x="78683" y="1177"/>
                    <a:pt x="63494" y="1177"/>
                  </a:cubicBezTo>
                  <a:cubicBezTo>
                    <a:pt x="48306" y="1177"/>
                    <a:pt x="13692" y="1177"/>
                    <a:pt x="270" y="101"/>
                  </a:cubicBezTo>
                  <a:lnTo>
                    <a:pt x="270" y="16960"/>
                  </a:lnTo>
                  <a:lnTo>
                    <a:pt x="38417" y="16960"/>
                  </a:lnTo>
                  <a:lnTo>
                    <a:pt x="38417" y="229311"/>
                  </a:lnTo>
                  <a:lnTo>
                    <a:pt x="270" y="229311"/>
                  </a:lnTo>
                  <a:lnTo>
                    <a:pt x="270" y="246169"/>
                  </a:lnTo>
                  <a:cubicBezTo>
                    <a:pt x="13692" y="245093"/>
                    <a:pt x="48306" y="245093"/>
                    <a:pt x="63494" y="245093"/>
                  </a:cubicBezTo>
                  <a:cubicBezTo>
                    <a:pt x="78683" y="245093"/>
                    <a:pt x="113297" y="245093"/>
                    <a:pt x="126719" y="246169"/>
                  </a:cubicBezTo>
                  <a:lnTo>
                    <a:pt x="126719" y="229311"/>
                  </a:lnTo>
                  <a:lnTo>
                    <a:pt x="88572" y="229311"/>
                  </a:lnTo>
                  <a:lnTo>
                    <a:pt x="88572" y="153984"/>
                  </a:lnTo>
                  <a:lnTo>
                    <a:pt x="123893" y="124211"/>
                  </a:lnTo>
                  <a:lnTo>
                    <a:pt x="196655" y="221419"/>
                  </a:lnTo>
                  <a:cubicBezTo>
                    <a:pt x="198421" y="223571"/>
                    <a:pt x="198421" y="224289"/>
                    <a:pt x="199481" y="226441"/>
                  </a:cubicBezTo>
                  <a:cubicBezTo>
                    <a:pt x="193123" y="229311"/>
                    <a:pt x="186059" y="229311"/>
                    <a:pt x="173696" y="229311"/>
                  </a:cubicBezTo>
                  <a:lnTo>
                    <a:pt x="173696" y="246169"/>
                  </a:lnTo>
                  <a:cubicBezTo>
                    <a:pt x="188178" y="245093"/>
                    <a:pt x="219967" y="245093"/>
                    <a:pt x="235861" y="245093"/>
                  </a:cubicBezTo>
                  <a:cubicBezTo>
                    <a:pt x="249990" y="245093"/>
                    <a:pt x="274361" y="245093"/>
                    <a:pt x="287430" y="246169"/>
                  </a:cubicBezTo>
                  <a:lnTo>
                    <a:pt x="287430" y="229311"/>
                  </a:lnTo>
                  <a:lnTo>
                    <a:pt x="277187" y="229311"/>
                  </a:lnTo>
                  <a:cubicBezTo>
                    <a:pt x="258467" y="229311"/>
                    <a:pt x="257407" y="227876"/>
                    <a:pt x="253168" y="222137"/>
                  </a:cubicBezTo>
                  <a:lnTo>
                    <a:pt x="157802" y="95157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3966F5EA-3347-284A-C8B8-B50A9098F166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13202176" y="5430747"/>
              <a:ext cx="176605" cy="208046"/>
            </a:xfrm>
            <a:custGeom>
              <a:avLst/>
              <a:gdLst>
                <a:gd name="connsiteX0" fmla="*/ 164524 w 176605"/>
                <a:gd name="connsiteY0" fmla="*/ 111298 h 208046"/>
                <a:gd name="connsiteX1" fmla="*/ 176887 w 176605"/>
                <a:gd name="connsiteY1" fmla="*/ 104124 h 208046"/>
                <a:gd name="connsiteX2" fmla="*/ 164524 w 176605"/>
                <a:gd name="connsiteY2" fmla="*/ 96950 h 208046"/>
                <a:gd name="connsiteX3" fmla="*/ 14763 w 176605"/>
                <a:gd name="connsiteY3" fmla="*/ 96950 h 208046"/>
                <a:gd name="connsiteX4" fmla="*/ 109424 w 176605"/>
                <a:gd name="connsiteY4" fmla="*/ 14449 h 208046"/>
                <a:gd name="connsiteX5" fmla="*/ 164524 w 176605"/>
                <a:gd name="connsiteY5" fmla="*/ 14449 h 208046"/>
                <a:gd name="connsiteX6" fmla="*/ 176887 w 176605"/>
                <a:gd name="connsiteY6" fmla="*/ 7275 h 208046"/>
                <a:gd name="connsiteX7" fmla="*/ 164524 w 176605"/>
                <a:gd name="connsiteY7" fmla="*/ 101 h 208046"/>
                <a:gd name="connsiteX8" fmla="*/ 108717 w 176605"/>
                <a:gd name="connsiteY8" fmla="*/ 101 h 208046"/>
                <a:gd name="connsiteX9" fmla="*/ 282 w 176605"/>
                <a:gd name="connsiteY9" fmla="*/ 104124 h 208046"/>
                <a:gd name="connsiteX10" fmla="*/ 108717 w 176605"/>
                <a:gd name="connsiteY10" fmla="*/ 208147 h 208046"/>
                <a:gd name="connsiteX11" fmla="*/ 164524 w 176605"/>
                <a:gd name="connsiteY11" fmla="*/ 208147 h 208046"/>
                <a:gd name="connsiteX12" fmla="*/ 176887 w 176605"/>
                <a:gd name="connsiteY12" fmla="*/ 200973 h 208046"/>
                <a:gd name="connsiteX13" fmla="*/ 164524 w 176605"/>
                <a:gd name="connsiteY13" fmla="*/ 193799 h 208046"/>
                <a:gd name="connsiteX14" fmla="*/ 109424 w 176605"/>
                <a:gd name="connsiteY14" fmla="*/ 193799 h 208046"/>
                <a:gd name="connsiteX15" fmla="*/ 14763 w 176605"/>
                <a:gd name="connsiteY15" fmla="*/ 111298 h 208046"/>
                <a:gd name="connsiteX16" fmla="*/ 164524 w 176605"/>
                <a:gd name="connsiteY16" fmla="*/ 111298 h 20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6605" h="208046">
                  <a:moveTo>
                    <a:pt x="164524" y="111298"/>
                  </a:moveTo>
                  <a:cubicBezTo>
                    <a:pt x="170529" y="111298"/>
                    <a:pt x="176887" y="111298"/>
                    <a:pt x="176887" y="104124"/>
                  </a:cubicBezTo>
                  <a:cubicBezTo>
                    <a:pt x="176887" y="96950"/>
                    <a:pt x="170529" y="96950"/>
                    <a:pt x="164524" y="96950"/>
                  </a:cubicBezTo>
                  <a:lnTo>
                    <a:pt x="14763" y="96950"/>
                  </a:lnTo>
                  <a:cubicBezTo>
                    <a:pt x="19002" y="48884"/>
                    <a:pt x="59621" y="14449"/>
                    <a:pt x="109424" y="14449"/>
                  </a:cubicBezTo>
                  <a:lnTo>
                    <a:pt x="164524" y="14449"/>
                  </a:lnTo>
                  <a:cubicBezTo>
                    <a:pt x="170529" y="14449"/>
                    <a:pt x="176887" y="14449"/>
                    <a:pt x="176887" y="7275"/>
                  </a:cubicBezTo>
                  <a:cubicBezTo>
                    <a:pt x="176887" y="101"/>
                    <a:pt x="170529" y="101"/>
                    <a:pt x="164524" y="101"/>
                  </a:cubicBezTo>
                  <a:lnTo>
                    <a:pt x="108717" y="101"/>
                  </a:lnTo>
                  <a:cubicBezTo>
                    <a:pt x="48318" y="101"/>
                    <a:pt x="282" y="46732"/>
                    <a:pt x="282" y="104124"/>
                  </a:cubicBezTo>
                  <a:cubicBezTo>
                    <a:pt x="282" y="161516"/>
                    <a:pt x="48318" y="208147"/>
                    <a:pt x="108717" y="208147"/>
                  </a:cubicBezTo>
                  <a:lnTo>
                    <a:pt x="164524" y="208147"/>
                  </a:lnTo>
                  <a:cubicBezTo>
                    <a:pt x="170529" y="208147"/>
                    <a:pt x="176887" y="208147"/>
                    <a:pt x="176887" y="200973"/>
                  </a:cubicBezTo>
                  <a:cubicBezTo>
                    <a:pt x="176887" y="193799"/>
                    <a:pt x="170529" y="193799"/>
                    <a:pt x="164524" y="193799"/>
                  </a:cubicBezTo>
                  <a:lnTo>
                    <a:pt x="109424" y="193799"/>
                  </a:lnTo>
                  <a:cubicBezTo>
                    <a:pt x="59621" y="193799"/>
                    <a:pt x="19002" y="159364"/>
                    <a:pt x="14763" y="111298"/>
                  </a:cubicBezTo>
                  <a:lnTo>
                    <a:pt x="164524" y="111298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721ABBFC-DF54-C88B-B560-5546588BDB56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13512097" y="5378736"/>
              <a:ext cx="242655" cy="245709"/>
            </a:xfrm>
            <a:custGeom>
              <a:avLst/>
              <a:gdLst>
                <a:gd name="connsiteX0" fmla="*/ 89300 w 242655"/>
                <a:gd name="connsiteY0" fmla="*/ 133179 h 245709"/>
                <a:gd name="connsiteX1" fmla="*/ 102016 w 242655"/>
                <a:gd name="connsiteY1" fmla="*/ 133179 h 245709"/>
                <a:gd name="connsiteX2" fmla="*/ 154997 w 242655"/>
                <a:gd name="connsiteY2" fmla="*/ 216397 h 245709"/>
                <a:gd name="connsiteX3" fmla="*/ 170892 w 242655"/>
                <a:gd name="connsiteY3" fmla="*/ 241506 h 245709"/>
                <a:gd name="connsiteX4" fmla="*/ 182548 w 242655"/>
                <a:gd name="connsiteY4" fmla="*/ 245811 h 245709"/>
                <a:gd name="connsiteX5" fmla="*/ 231291 w 242655"/>
                <a:gd name="connsiteY5" fmla="*/ 245811 h 245709"/>
                <a:gd name="connsiteX6" fmla="*/ 242947 w 242655"/>
                <a:gd name="connsiteY6" fmla="*/ 239354 h 245709"/>
                <a:gd name="connsiteX7" fmla="*/ 237648 w 242655"/>
                <a:gd name="connsiteY7" fmla="*/ 233256 h 245709"/>
                <a:gd name="connsiteX8" fmla="*/ 198795 w 242655"/>
                <a:gd name="connsiteY8" fmla="*/ 195234 h 245709"/>
                <a:gd name="connsiteX9" fmla="*/ 154997 w 242655"/>
                <a:gd name="connsiteY9" fmla="*/ 129233 h 245709"/>
                <a:gd name="connsiteX10" fmla="*/ 216809 w 242655"/>
                <a:gd name="connsiteY10" fmla="*/ 67178 h 245709"/>
                <a:gd name="connsiteX11" fmla="*/ 123208 w 242655"/>
                <a:gd name="connsiteY11" fmla="*/ 101 h 245709"/>
                <a:gd name="connsiteX12" fmla="*/ 12300 w 242655"/>
                <a:gd name="connsiteY12" fmla="*/ 101 h 245709"/>
                <a:gd name="connsiteX13" fmla="*/ 291 w 242655"/>
                <a:gd name="connsiteY13" fmla="*/ 6558 h 245709"/>
                <a:gd name="connsiteX14" fmla="*/ 9828 w 242655"/>
                <a:gd name="connsiteY14" fmla="*/ 12656 h 245709"/>
                <a:gd name="connsiteX15" fmla="*/ 31727 w 242655"/>
                <a:gd name="connsiteY15" fmla="*/ 33102 h 245709"/>
                <a:gd name="connsiteX16" fmla="*/ 31727 w 242655"/>
                <a:gd name="connsiteY16" fmla="*/ 212810 h 245709"/>
                <a:gd name="connsiteX17" fmla="*/ 9828 w 242655"/>
                <a:gd name="connsiteY17" fmla="*/ 233256 h 245709"/>
                <a:gd name="connsiteX18" fmla="*/ 291 w 242655"/>
                <a:gd name="connsiteY18" fmla="*/ 239354 h 245709"/>
                <a:gd name="connsiteX19" fmla="*/ 12300 w 242655"/>
                <a:gd name="connsiteY19" fmla="*/ 245811 h 245709"/>
                <a:gd name="connsiteX20" fmla="*/ 109080 w 242655"/>
                <a:gd name="connsiteY20" fmla="*/ 245811 h 245709"/>
                <a:gd name="connsiteX21" fmla="*/ 120736 w 242655"/>
                <a:gd name="connsiteY21" fmla="*/ 239354 h 245709"/>
                <a:gd name="connsiteX22" fmla="*/ 110846 w 242655"/>
                <a:gd name="connsiteY22" fmla="*/ 233256 h 245709"/>
                <a:gd name="connsiteX23" fmla="*/ 89300 w 242655"/>
                <a:gd name="connsiteY23" fmla="*/ 212810 h 245709"/>
                <a:gd name="connsiteX24" fmla="*/ 89300 w 242655"/>
                <a:gd name="connsiteY24" fmla="*/ 133179 h 245709"/>
                <a:gd name="connsiteX25" fmla="*/ 157470 w 242655"/>
                <a:gd name="connsiteY25" fmla="*/ 115603 h 245709"/>
                <a:gd name="connsiteX26" fmla="*/ 168419 w 242655"/>
                <a:gd name="connsiteY26" fmla="*/ 67537 h 245709"/>
                <a:gd name="connsiteX27" fmla="*/ 154997 w 242655"/>
                <a:gd name="connsiteY27" fmla="*/ 16601 h 245709"/>
                <a:gd name="connsiteX28" fmla="*/ 204447 w 242655"/>
                <a:gd name="connsiteY28" fmla="*/ 67178 h 245709"/>
                <a:gd name="connsiteX29" fmla="*/ 157470 w 242655"/>
                <a:gd name="connsiteY29" fmla="*/ 115603 h 245709"/>
                <a:gd name="connsiteX30" fmla="*/ 89300 w 242655"/>
                <a:gd name="connsiteY30" fmla="*/ 32026 h 245709"/>
                <a:gd name="connsiteX31" fmla="*/ 111199 w 242655"/>
                <a:gd name="connsiteY31" fmla="*/ 12656 h 245709"/>
                <a:gd name="connsiteX32" fmla="*/ 156057 w 242655"/>
                <a:gd name="connsiteY32" fmla="*/ 67537 h 245709"/>
                <a:gd name="connsiteX33" fmla="*/ 89300 w 242655"/>
                <a:gd name="connsiteY33" fmla="*/ 120624 h 245709"/>
                <a:gd name="connsiteX34" fmla="*/ 89300 w 242655"/>
                <a:gd name="connsiteY34" fmla="*/ 32026 h 245709"/>
                <a:gd name="connsiteX35" fmla="*/ 41263 w 242655"/>
                <a:gd name="connsiteY35" fmla="*/ 233256 h 245709"/>
                <a:gd name="connsiteX36" fmla="*/ 44089 w 242655"/>
                <a:gd name="connsiteY36" fmla="*/ 213528 h 245709"/>
                <a:gd name="connsiteX37" fmla="*/ 44089 w 242655"/>
                <a:gd name="connsiteY37" fmla="*/ 32384 h 245709"/>
                <a:gd name="connsiteX38" fmla="*/ 41263 w 242655"/>
                <a:gd name="connsiteY38" fmla="*/ 12656 h 245709"/>
                <a:gd name="connsiteX39" fmla="*/ 81529 w 242655"/>
                <a:gd name="connsiteY39" fmla="*/ 12656 h 245709"/>
                <a:gd name="connsiteX40" fmla="*/ 76938 w 242655"/>
                <a:gd name="connsiteY40" fmla="*/ 30949 h 245709"/>
                <a:gd name="connsiteX41" fmla="*/ 76938 w 242655"/>
                <a:gd name="connsiteY41" fmla="*/ 213528 h 245709"/>
                <a:gd name="connsiteX42" fmla="*/ 79763 w 242655"/>
                <a:gd name="connsiteY42" fmla="*/ 233256 h 245709"/>
                <a:gd name="connsiteX43" fmla="*/ 41263 w 242655"/>
                <a:gd name="connsiteY43" fmla="*/ 233256 h 245709"/>
                <a:gd name="connsiteX44" fmla="*/ 116497 w 242655"/>
                <a:gd name="connsiteY44" fmla="*/ 133179 h 245709"/>
                <a:gd name="connsiteX45" fmla="*/ 123208 w 242655"/>
                <a:gd name="connsiteY45" fmla="*/ 132462 h 245709"/>
                <a:gd name="connsiteX46" fmla="*/ 141575 w 242655"/>
                <a:gd name="connsiteY46" fmla="*/ 131027 h 245709"/>
                <a:gd name="connsiteX47" fmla="*/ 214337 w 242655"/>
                <a:gd name="connsiteY47" fmla="*/ 233256 h 245709"/>
                <a:gd name="connsiteX48" fmla="*/ 180075 w 242655"/>
                <a:gd name="connsiteY48" fmla="*/ 233256 h 245709"/>
                <a:gd name="connsiteX49" fmla="*/ 116497 w 242655"/>
                <a:gd name="connsiteY49" fmla="*/ 133179 h 245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2655" h="245709">
                  <a:moveTo>
                    <a:pt x="89300" y="133179"/>
                  </a:moveTo>
                  <a:lnTo>
                    <a:pt x="102016" y="133179"/>
                  </a:lnTo>
                  <a:lnTo>
                    <a:pt x="154997" y="216397"/>
                  </a:lnTo>
                  <a:cubicBezTo>
                    <a:pt x="158529" y="222137"/>
                    <a:pt x="167006" y="236126"/>
                    <a:pt x="170892" y="241506"/>
                  </a:cubicBezTo>
                  <a:cubicBezTo>
                    <a:pt x="173364" y="245811"/>
                    <a:pt x="174424" y="245811"/>
                    <a:pt x="182548" y="245811"/>
                  </a:cubicBezTo>
                  <a:lnTo>
                    <a:pt x="231291" y="245811"/>
                  </a:lnTo>
                  <a:cubicBezTo>
                    <a:pt x="237648" y="245811"/>
                    <a:pt x="242947" y="245811"/>
                    <a:pt x="242947" y="239354"/>
                  </a:cubicBezTo>
                  <a:cubicBezTo>
                    <a:pt x="242947" y="236485"/>
                    <a:pt x="240827" y="233974"/>
                    <a:pt x="237648" y="233256"/>
                  </a:cubicBezTo>
                  <a:cubicBezTo>
                    <a:pt x="224580" y="230387"/>
                    <a:pt x="207272" y="206712"/>
                    <a:pt x="198795" y="195234"/>
                  </a:cubicBezTo>
                  <a:cubicBezTo>
                    <a:pt x="196323" y="191647"/>
                    <a:pt x="178662" y="167973"/>
                    <a:pt x="154997" y="129233"/>
                  </a:cubicBezTo>
                  <a:cubicBezTo>
                    <a:pt x="186433" y="123494"/>
                    <a:pt x="216809" y="109863"/>
                    <a:pt x="216809" y="67178"/>
                  </a:cubicBezTo>
                  <a:cubicBezTo>
                    <a:pt x="216809" y="17319"/>
                    <a:pt x="164887" y="101"/>
                    <a:pt x="123208" y="101"/>
                  </a:cubicBezTo>
                  <a:lnTo>
                    <a:pt x="12300" y="101"/>
                  </a:lnTo>
                  <a:cubicBezTo>
                    <a:pt x="5942" y="101"/>
                    <a:pt x="291" y="101"/>
                    <a:pt x="291" y="6558"/>
                  </a:cubicBezTo>
                  <a:cubicBezTo>
                    <a:pt x="291" y="12656"/>
                    <a:pt x="7002" y="12656"/>
                    <a:pt x="9828" y="12656"/>
                  </a:cubicBezTo>
                  <a:cubicBezTo>
                    <a:pt x="29961" y="12656"/>
                    <a:pt x="31727" y="15167"/>
                    <a:pt x="31727" y="33102"/>
                  </a:cubicBezTo>
                  <a:lnTo>
                    <a:pt x="31727" y="212810"/>
                  </a:lnTo>
                  <a:cubicBezTo>
                    <a:pt x="31727" y="230745"/>
                    <a:pt x="29961" y="233256"/>
                    <a:pt x="9828" y="233256"/>
                  </a:cubicBezTo>
                  <a:cubicBezTo>
                    <a:pt x="7002" y="233256"/>
                    <a:pt x="291" y="233256"/>
                    <a:pt x="291" y="239354"/>
                  </a:cubicBezTo>
                  <a:cubicBezTo>
                    <a:pt x="291" y="245811"/>
                    <a:pt x="5942" y="245811"/>
                    <a:pt x="12300" y="245811"/>
                  </a:cubicBezTo>
                  <a:lnTo>
                    <a:pt x="109080" y="245811"/>
                  </a:lnTo>
                  <a:cubicBezTo>
                    <a:pt x="115438" y="245811"/>
                    <a:pt x="120736" y="245811"/>
                    <a:pt x="120736" y="239354"/>
                  </a:cubicBezTo>
                  <a:cubicBezTo>
                    <a:pt x="120736" y="233256"/>
                    <a:pt x="114731" y="233256"/>
                    <a:pt x="110846" y="233256"/>
                  </a:cubicBezTo>
                  <a:cubicBezTo>
                    <a:pt x="90713" y="233256"/>
                    <a:pt x="89300" y="230387"/>
                    <a:pt x="89300" y="212810"/>
                  </a:cubicBezTo>
                  <a:lnTo>
                    <a:pt x="89300" y="133179"/>
                  </a:lnTo>
                  <a:close/>
                  <a:moveTo>
                    <a:pt x="157470" y="115603"/>
                  </a:moveTo>
                  <a:cubicBezTo>
                    <a:pt x="167360" y="102331"/>
                    <a:pt x="168419" y="83320"/>
                    <a:pt x="168419" y="67537"/>
                  </a:cubicBezTo>
                  <a:cubicBezTo>
                    <a:pt x="168419" y="50319"/>
                    <a:pt x="166300" y="31308"/>
                    <a:pt x="154997" y="16601"/>
                  </a:cubicBezTo>
                  <a:cubicBezTo>
                    <a:pt x="169479" y="19830"/>
                    <a:pt x="204447" y="30949"/>
                    <a:pt x="204447" y="67178"/>
                  </a:cubicBezTo>
                  <a:cubicBezTo>
                    <a:pt x="204447" y="90494"/>
                    <a:pt x="193850" y="108787"/>
                    <a:pt x="157470" y="115603"/>
                  </a:cubicBezTo>
                  <a:close/>
                  <a:moveTo>
                    <a:pt x="89300" y="32026"/>
                  </a:moveTo>
                  <a:cubicBezTo>
                    <a:pt x="89300" y="24493"/>
                    <a:pt x="89300" y="12656"/>
                    <a:pt x="111199" y="12656"/>
                  </a:cubicBezTo>
                  <a:cubicBezTo>
                    <a:pt x="141222" y="12656"/>
                    <a:pt x="156057" y="25210"/>
                    <a:pt x="156057" y="67537"/>
                  </a:cubicBezTo>
                  <a:cubicBezTo>
                    <a:pt x="156057" y="113809"/>
                    <a:pt x="145107" y="120624"/>
                    <a:pt x="89300" y="120624"/>
                  </a:cubicBezTo>
                  <a:lnTo>
                    <a:pt x="89300" y="32026"/>
                  </a:lnTo>
                  <a:close/>
                  <a:moveTo>
                    <a:pt x="41263" y="233256"/>
                  </a:moveTo>
                  <a:cubicBezTo>
                    <a:pt x="44089" y="226800"/>
                    <a:pt x="44089" y="216756"/>
                    <a:pt x="44089" y="213528"/>
                  </a:cubicBezTo>
                  <a:lnTo>
                    <a:pt x="44089" y="32384"/>
                  </a:lnTo>
                  <a:cubicBezTo>
                    <a:pt x="44089" y="28797"/>
                    <a:pt x="44089" y="19112"/>
                    <a:pt x="41263" y="12656"/>
                  </a:cubicBezTo>
                  <a:lnTo>
                    <a:pt x="81529" y="12656"/>
                  </a:lnTo>
                  <a:cubicBezTo>
                    <a:pt x="76938" y="18395"/>
                    <a:pt x="76938" y="25569"/>
                    <a:pt x="76938" y="30949"/>
                  </a:cubicBezTo>
                  <a:lnTo>
                    <a:pt x="76938" y="213528"/>
                  </a:lnTo>
                  <a:cubicBezTo>
                    <a:pt x="76938" y="217115"/>
                    <a:pt x="76938" y="226800"/>
                    <a:pt x="79763" y="233256"/>
                  </a:cubicBezTo>
                  <a:lnTo>
                    <a:pt x="41263" y="233256"/>
                  </a:lnTo>
                  <a:close/>
                  <a:moveTo>
                    <a:pt x="116497" y="133179"/>
                  </a:moveTo>
                  <a:cubicBezTo>
                    <a:pt x="118970" y="132820"/>
                    <a:pt x="120383" y="132462"/>
                    <a:pt x="123208" y="132462"/>
                  </a:cubicBezTo>
                  <a:cubicBezTo>
                    <a:pt x="128506" y="132462"/>
                    <a:pt x="136277" y="131744"/>
                    <a:pt x="141575" y="131027"/>
                  </a:cubicBezTo>
                  <a:cubicBezTo>
                    <a:pt x="146873" y="139636"/>
                    <a:pt x="185020" y="203484"/>
                    <a:pt x="214337" y="233256"/>
                  </a:cubicBezTo>
                  <a:lnTo>
                    <a:pt x="180075" y="233256"/>
                  </a:lnTo>
                  <a:lnTo>
                    <a:pt x="116497" y="133179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F1143DC4-23BD-CCB1-86DC-0C2D6183BC63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13776625" y="5302084"/>
              <a:ext cx="127085" cy="176767"/>
            </a:xfrm>
            <a:custGeom>
              <a:avLst/>
              <a:gdLst>
                <a:gd name="connsiteX0" fmla="*/ 126394 w 127085"/>
                <a:gd name="connsiteY0" fmla="*/ 7630 h 176767"/>
                <a:gd name="connsiteX1" fmla="*/ 127383 w 127085"/>
                <a:gd name="connsiteY1" fmla="*/ 3612 h 176767"/>
                <a:gd name="connsiteX2" fmla="*/ 123427 w 127085"/>
                <a:gd name="connsiteY2" fmla="*/ 97 h 176767"/>
                <a:gd name="connsiteX3" fmla="*/ 91780 w 127085"/>
                <a:gd name="connsiteY3" fmla="*/ 2608 h 176767"/>
                <a:gd name="connsiteX4" fmla="*/ 86340 w 127085"/>
                <a:gd name="connsiteY4" fmla="*/ 8383 h 176767"/>
                <a:gd name="connsiteX5" fmla="*/ 92769 w 127085"/>
                <a:gd name="connsiteY5" fmla="*/ 11898 h 176767"/>
                <a:gd name="connsiteX6" fmla="*/ 104637 w 127085"/>
                <a:gd name="connsiteY6" fmla="*/ 15665 h 176767"/>
                <a:gd name="connsiteX7" fmla="*/ 103648 w 127085"/>
                <a:gd name="connsiteY7" fmla="*/ 21189 h 176767"/>
                <a:gd name="connsiteX8" fmla="*/ 89554 w 127085"/>
                <a:gd name="connsiteY8" fmla="*/ 78437 h 176767"/>
                <a:gd name="connsiteX9" fmla="*/ 64088 w 127085"/>
                <a:gd name="connsiteY9" fmla="*/ 63623 h 176767"/>
                <a:gd name="connsiteX10" fmla="*/ 298 w 127085"/>
                <a:gd name="connsiteY10" fmla="*/ 135184 h 176767"/>
                <a:gd name="connsiteX11" fmla="*/ 37632 w 127085"/>
                <a:gd name="connsiteY11" fmla="*/ 176864 h 176767"/>
                <a:gd name="connsiteX12" fmla="*/ 72742 w 127085"/>
                <a:gd name="connsiteY12" fmla="*/ 159288 h 176767"/>
                <a:gd name="connsiteX13" fmla="*/ 98208 w 127085"/>
                <a:gd name="connsiteY13" fmla="*/ 176864 h 176767"/>
                <a:gd name="connsiteX14" fmla="*/ 117741 w 127085"/>
                <a:gd name="connsiteY14" fmla="*/ 163557 h 176767"/>
                <a:gd name="connsiteX15" fmla="*/ 126394 w 127085"/>
                <a:gd name="connsiteY15" fmla="*/ 138448 h 176767"/>
                <a:gd name="connsiteX16" fmla="*/ 122438 w 127085"/>
                <a:gd name="connsiteY16" fmla="*/ 135184 h 176767"/>
                <a:gd name="connsiteX17" fmla="*/ 116999 w 127085"/>
                <a:gd name="connsiteY17" fmla="*/ 142967 h 176767"/>
                <a:gd name="connsiteX18" fmla="*/ 98950 w 127085"/>
                <a:gd name="connsiteY18" fmla="*/ 169834 h 176767"/>
                <a:gd name="connsiteX19" fmla="*/ 90791 w 127085"/>
                <a:gd name="connsiteY19" fmla="*/ 157531 h 176767"/>
                <a:gd name="connsiteX20" fmla="*/ 92027 w 127085"/>
                <a:gd name="connsiteY20" fmla="*/ 147236 h 176767"/>
                <a:gd name="connsiteX21" fmla="*/ 126394 w 127085"/>
                <a:gd name="connsiteY21" fmla="*/ 7630 h 176767"/>
                <a:gd name="connsiteX22" fmla="*/ 73731 w 127085"/>
                <a:gd name="connsiteY22" fmla="*/ 142967 h 176767"/>
                <a:gd name="connsiteX23" fmla="*/ 61121 w 127085"/>
                <a:gd name="connsiteY23" fmla="*/ 159790 h 176767"/>
                <a:gd name="connsiteX24" fmla="*/ 38374 w 127085"/>
                <a:gd name="connsiteY24" fmla="*/ 169834 h 176767"/>
                <a:gd name="connsiteX25" fmla="*/ 20325 w 127085"/>
                <a:gd name="connsiteY25" fmla="*/ 145478 h 176767"/>
                <a:gd name="connsiteX26" fmla="*/ 33182 w 127085"/>
                <a:gd name="connsiteY26" fmla="*/ 94507 h 176767"/>
                <a:gd name="connsiteX27" fmla="*/ 64088 w 127085"/>
                <a:gd name="connsiteY27" fmla="*/ 70653 h 176767"/>
                <a:gd name="connsiteX28" fmla="*/ 86093 w 127085"/>
                <a:gd name="connsiteY28" fmla="*/ 92498 h 176767"/>
                <a:gd name="connsiteX29" fmla="*/ 85351 w 127085"/>
                <a:gd name="connsiteY29" fmla="*/ 96013 h 176767"/>
                <a:gd name="connsiteX30" fmla="*/ 73731 w 127085"/>
                <a:gd name="connsiteY30" fmla="*/ 142967 h 176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7085" h="176767">
                  <a:moveTo>
                    <a:pt x="126394" y="7630"/>
                  </a:moveTo>
                  <a:cubicBezTo>
                    <a:pt x="126642" y="7128"/>
                    <a:pt x="127383" y="3863"/>
                    <a:pt x="127383" y="3612"/>
                  </a:cubicBezTo>
                  <a:cubicBezTo>
                    <a:pt x="127383" y="2357"/>
                    <a:pt x="126394" y="97"/>
                    <a:pt x="123427" y="97"/>
                  </a:cubicBezTo>
                  <a:cubicBezTo>
                    <a:pt x="118482" y="97"/>
                    <a:pt x="97961" y="2106"/>
                    <a:pt x="91780" y="2608"/>
                  </a:cubicBezTo>
                  <a:cubicBezTo>
                    <a:pt x="89802" y="2859"/>
                    <a:pt x="86340" y="3110"/>
                    <a:pt x="86340" y="8383"/>
                  </a:cubicBezTo>
                  <a:cubicBezTo>
                    <a:pt x="86340" y="11898"/>
                    <a:pt x="89802" y="11898"/>
                    <a:pt x="92769" y="11898"/>
                  </a:cubicBezTo>
                  <a:cubicBezTo>
                    <a:pt x="104637" y="11898"/>
                    <a:pt x="104637" y="13656"/>
                    <a:pt x="104637" y="15665"/>
                  </a:cubicBezTo>
                  <a:cubicBezTo>
                    <a:pt x="104637" y="17422"/>
                    <a:pt x="104142" y="18929"/>
                    <a:pt x="103648" y="21189"/>
                  </a:cubicBezTo>
                  <a:lnTo>
                    <a:pt x="89554" y="78437"/>
                  </a:lnTo>
                  <a:cubicBezTo>
                    <a:pt x="84362" y="70151"/>
                    <a:pt x="75956" y="63623"/>
                    <a:pt x="64088" y="63623"/>
                  </a:cubicBezTo>
                  <a:cubicBezTo>
                    <a:pt x="32440" y="63623"/>
                    <a:pt x="298" y="99027"/>
                    <a:pt x="298" y="135184"/>
                  </a:cubicBezTo>
                  <a:cubicBezTo>
                    <a:pt x="298" y="159539"/>
                    <a:pt x="16369" y="176864"/>
                    <a:pt x="37632" y="176864"/>
                  </a:cubicBezTo>
                  <a:cubicBezTo>
                    <a:pt x="50984" y="176864"/>
                    <a:pt x="62852" y="169081"/>
                    <a:pt x="72742" y="159288"/>
                  </a:cubicBezTo>
                  <a:cubicBezTo>
                    <a:pt x="77439" y="174354"/>
                    <a:pt x="91780" y="176864"/>
                    <a:pt x="98208" y="176864"/>
                  </a:cubicBezTo>
                  <a:cubicBezTo>
                    <a:pt x="107109" y="176864"/>
                    <a:pt x="113290" y="171341"/>
                    <a:pt x="117741" y="163557"/>
                  </a:cubicBezTo>
                  <a:cubicBezTo>
                    <a:pt x="123180" y="153764"/>
                    <a:pt x="126394" y="139452"/>
                    <a:pt x="126394" y="138448"/>
                  </a:cubicBezTo>
                  <a:cubicBezTo>
                    <a:pt x="126394" y="135184"/>
                    <a:pt x="123180" y="135184"/>
                    <a:pt x="122438" y="135184"/>
                  </a:cubicBezTo>
                  <a:cubicBezTo>
                    <a:pt x="118977" y="135184"/>
                    <a:pt x="118730" y="136188"/>
                    <a:pt x="116999" y="142967"/>
                  </a:cubicBezTo>
                  <a:cubicBezTo>
                    <a:pt x="114032" y="155020"/>
                    <a:pt x="109334" y="169834"/>
                    <a:pt x="98950" y="169834"/>
                  </a:cubicBezTo>
                  <a:cubicBezTo>
                    <a:pt x="92521" y="169834"/>
                    <a:pt x="90791" y="164310"/>
                    <a:pt x="90791" y="157531"/>
                  </a:cubicBezTo>
                  <a:cubicBezTo>
                    <a:pt x="90791" y="152760"/>
                    <a:pt x="91285" y="150500"/>
                    <a:pt x="92027" y="147236"/>
                  </a:cubicBezTo>
                  <a:lnTo>
                    <a:pt x="126394" y="7630"/>
                  </a:lnTo>
                  <a:close/>
                  <a:moveTo>
                    <a:pt x="73731" y="142967"/>
                  </a:moveTo>
                  <a:cubicBezTo>
                    <a:pt x="72000" y="149998"/>
                    <a:pt x="66560" y="155020"/>
                    <a:pt x="61121" y="159790"/>
                  </a:cubicBezTo>
                  <a:cubicBezTo>
                    <a:pt x="58896" y="161799"/>
                    <a:pt x="49006" y="169834"/>
                    <a:pt x="38374" y="169834"/>
                  </a:cubicBezTo>
                  <a:cubicBezTo>
                    <a:pt x="29226" y="169834"/>
                    <a:pt x="20325" y="163306"/>
                    <a:pt x="20325" y="145478"/>
                  </a:cubicBezTo>
                  <a:cubicBezTo>
                    <a:pt x="20325" y="132170"/>
                    <a:pt x="27495" y="104551"/>
                    <a:pt x="33182" y="94507"/>
                  </a:cubicBezTo>
                  <a:cubicBezTo>
                    <a:pt x="44555" y="74420"/>
                    <a:pt x="57165" y="70653"/>
                    <a:pt x="64088" y="70653"/>
                  </a:cubicBezTo>
                  <a:cubicBezTo>
                    <a:pt x="81395" y="70653"/>
                    <a:pt x="86093" y="89736"/>
                    <a:pt x="86093" y="92498"/>
                  </a:cubicBezTo>
                  <a:cubicBezTo>
                    <a:pt x="86093" y="93503"/>
                    <a:pt x="85598" y="95260"/>
                    <a:pt x="85351" y="96013"/>
                  </a:cubicBezTo>
                  <a:lnTo>
                    <a:pt x="73731" y="142967"/>
                  </a:lnTo>
                  <a:close/>
                </a:path>
              </a:pathLst>
            </a:custGeom>
            <a:solidFill>
              <a:schemeClr val="accent2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FCA00A05-8C7F-3EFC-147E-BEF6178938D2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13924651" y="5392764"/>
              <a:ext cx="87949" cy="119447"/>
            </a:xfrm>
            <a:custGeom>
              <a:avLst/>
              <a:gdLst>
                <a:gd name="connsiteX0" fmla="*/ 88252 w 87949"/>
                <a:gd name="connsiteY0" fmla="*/ 84931 h 119447"/>
                <a:gd name="connsiteX1" fmla="*/ 80834 w 87949"/>
                <a:gd name="connsiteY1" fmla="*/ 84931 h 119447"/>
                <a:gd name="connsiteX2" fmla="*/ 75713 w 87949"/>
                <a:gd name="connsiteY2" fmla="*/ 101251 h 119447"/>
                <a:gd name="connsiteX3" fmla="*/ 56816 w 87949"/>
                <a:gd name="connsiteY3" fmla="*/ 102328 h 119447"/>
                <a:gd name="connsiteX4" fmla="*/ 22201 w 87949"/>
                <a:gd name="connsiteY4" fmla="*/ 102328 h 119447"/>
                <a:gd name="connsiteX5" fmla="*/ 57522 w 87949"/>
                <a:gd name="connsiteY5" fmla="*/ 76322 h 119447"/>
                <a:gd name="connsiteX6" fmla="*/ 88252 w 87949"/>
                <a:gd name="connsiteY6" fmla="*/ 35789 h 119447"/>
                <a:gd name="connsiteX7" fmla="*/ 41628 w 87949"/>
                <a:gd name="connsiteY7" fmla="*/ 98 h 119447"/>
                <a:gd name="connsiteX8" fmla="*/ 302 w 87949"/>
                <a:gd name="connsiteY8" fmla="*/ 31664 h 119447"/>
                <a:gd name="connsiteX9" fmla="*/ 10545 w 87949"/>
                <a:gd name="connsiteY9" fmla="*/ 42604 h 119447"/>
                <a:gd name="connsiteX10" fmla="*/ 20965 w 87949"/>
                <a:gd name="connsiteY10" fmla="*/ 32022 h 119447"/>
                <a:gd name="connsiteX11" fmla="*/ 10899 w 87949"/>
                <a:gd name="connsiteY11" fmla="*/ 21441 h 119447"/>
                <a:gd name="connsiteX12" fmla="*/ 37919 w 87949"/>
                <a:gd name="connsiteY12" fmla="*/ 7989 h 119447"/>
                <a:gd name="connsiteX13" fmla="*/ 69355 w 87949"/>
                <a:gd name="connsiteY13" fmla="*/ 35968 h 119447"/>
                <a:gd name="connsiteX14" fmla="*/ 45513 w 87949"/>
                <a:gd name="connsiteY14" fmla="*/ 74170 h 119447"/>
                <a:gd name="connsiteX15" fmla="*/ 2422 w 87949"/>
                <a:gd name="connsiteY15" fmla="*/ 111295 h 119447"/>
                <a:gd name="connsiteX16" fmla="*/ 302 w 87949"/>
                <a:gd name="connsiteY16" fmla="*/ 114165 h 119447"/>
                <a:gd name="connsiteX17" fmla="*/ 302 w 87949"/>
                <a:gd name="connsiteY17" fmla="*/ 119545 h 119447"/>
                <a:gd name="connsiteX18" fmla="*/ 82424 w 87949"/>
                <a:gd name="connsiteY18" fmla="*/ 119545 h 119447"/>
                <a:gd name="connsiteX19" fmla="*/ 88252 w 87949"/>
                <a:gd name="connsiteY19" fmla="*/ 84931 h 119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7949" h="119447">
                  <a:moveTo>
                    <a:pt x="88252" y="84931"/>
                  </a:moveTo>
                  <a:lnTo>
                    <a:pt x="80834" y="84931"/>
                  </a:lnTo>
                  <a:cubicBezTo>
                    <a:pt x="80304" y="88338"/>
                    <a:pt x="78538" y="99458"/>
                    <a:pt x="75713" y="101251"/>
                  </a:cubicBezTo>
                  <a:cubicBezTo>
                    <a:pt x="74300" y="102328"/>
                    <a:pt x="59465" y="102328"/>
                    <a:pt x="56816" y="102328"/>
                  </a:cubicBezTo>
                  <a:lnTo>
                    <a:pt x="22201" y="102328"/>
                  </a:lnTo>
                  <a:cubicBezTo>
                    <a:pt x="33857" y="93539"/>
                    <a:pt x="46926" y="83496"/>
                    <a:pt x="57522" y="76322"/>
                  </a:cubicBezTo>
                  <a:cubicBezTo>
                    <a:pt x="73417" y="65202"/>
                    <a:pt x="88252" y="54800"/>
                    <a:pt x="88252" y="35789"/>
                  </a:cubicBezTo>
                  <a:cubicBezTo>
                    <a:pt x="88252" y="12832"/>
                    <a:pt x="66882" y="98"/>
                    <a:pt x="41628" y="98"/>
                  </a:cubicBezTo>
                  <a:cubicBezTo>
                    <a:pt x="17786" y="98"/>
                    <a:pt x="302" y="14087"/>
                    <a:pt x="302" y="31664"/>
                  </a:cubicBezTo>
                  <a:cubicBezTo>
                    <a:pt x="302" y="40990"/>
                    <a:pt x="8073" y="42604"/>
                    <a:pt x="10545" y="42604"/>
                  </a:cubicBezTo>
                  <a:cubicBezTo>
                    <a:pt x="15314" y="42604"/>
                    <a:pt x="20965" y="39376"/>
                    <a:pt x="20965" y="32022"/>
                  </a:cubicBezTo>
                  <a:cubicBezTo>
                    <a:pt x="20965" y="25566"/>
                    <a:pt x="16373" y="21979"/>
                    <a:pt x="10899" y="21441"/>
                  </a:cubicBezTo>
                  <a:cubicBezTo>
                    <a:pt x="15844" y="13370"/>
                    <a:pt x="26087" y="7989"/>
                    <a:pt x="37919" y="7989"/>
                  </a:cubicBezTo>
                  <a:cubicBezTo>
                    <a:pt x="55050" y="7989"/>
                    <a:pt x="69355" y="18392"/>
                    <a:pt x="69355" y="35968"/>
                  </a:cubicBezTo>
                  <a:cubicBezTo>
                    <a:pt x="69355" y="51034"/>
                    <a:pt x="59112" y="62512"/>
                    <a:pt x="45513" y="74170"/>
                  </a:cubicBezTo>
                  <a:lnTo>
                    <a:pt x="2422" y="111295"/>
                  </a:lnTo>
                  <a:cubicBezTo>
                    <a:pt x="656" y="112909"/>
                    <a:pt x="479" y="112909"/>
                    <a:pt x="302" y="114165"/>
                  </a:cubicBezTo>
                  <a:lnTo>
                    <a:pt x="302" y="119545"/>
                  </a:lnTo>
                  <a:lnTo>
                    <a:pt x="82424" y="119545"/>
                  </a:lnTo>
                  <a:lnTo>
                    <a:pt x="88252" y="84931"/>
                  </a:lnTo>
                  <a:close/>
                </a:path>
              </a:pathLst>
            </a:custGeom>
            <a:solidFill>
              <a:schemeClr val="accent2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10526767-7B1E-516C-2A3B-590C40489347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4090442" y="5346276"/>
              <a:ext cx="132524" cy="134333"/>
            </a:xfrm>
            <a:custGeom>
              <a:avLst/>
              <a:gdLst>
                <a:gd name="connsiteX0" fmla="*/ 129369 w 132524"/>
                <a:gd name="connsiteY0" fmla="*/ 12400 h 134333"/>
                <a:gd name="connsiteX1" fmla="*/ 132831 w 132524"/>
                <a:gd name="connsiteY1" fmla="*/ 6374 h 134333"/>
                <a:gd name="connsiteX2" fmla="*/ 126897 w 132524"/>
                <a:gd name="connsiteY2" fmla="*/ 97 h 134333"/>
                <a:gd name="connsiteX3" fmla="*/ 120716 w 132524"/>
                <a:gd name="connsiteY3" fmla="*/ 3863 h 134333"/>
                <a:gd name="connsiteX4" fmla="*/ 66568 w 132524"/>
                <a:gd name="connsiteY4" fmla="*/ 58601 h 134333"/>
                <a:gd name="connsiteX5" fmla="*/ 12174 w 132524"/>
                <a:gd name="connsiteY5" fmla="*/ 3612 h 134333"/>
                <a:gd name="connsiteX6" fmla="*/ 6487 w 132524"/>
                <a:gd name="connsiteY6" fmla="*/ 97 h 134333"/>
                <a:gd name="connsiteX7" fmla="*/ 306 w 132524"/>
                <a:gd name="connsiteY7" fmla="*/ 6374 h 134333"/>
                <a:gd name="connsiteX8" fmla="*/ 4015 w 132524"/>
                <a:gd name="connsiteY8" fmla="*/ 12400 h 134333"/>
                <a:gd name="connsiteX9" fmla="*/ 57915 w 132524"/>
                <a:gd name="connsiteY9" fmla="*/ 67138 h 134333"/>
                <a:gd name="connsiteX10" fmla="*/ 4015 w 132524"/>
                <a:gd name="connsiteY10" fmla="*/ 121876 h 134333"/>
                <a:gd name="connsiteX11" fmla="*/ 306 w 132524"/>
                <a:gd name="connsiteY11" fmla="*/ 128153 h 134333"/>
                <a:gd name="connsiteX12" fmla="*/ 6487 w 132524"/>
                <a:gd name="connsiteY12" fmla="*/ 134430 h 134333"/>
                <a:gd name="connsiteX13" fmla="*/ 12174 w 132524"/>
                <a:gd name="connsiteY13" fmla="*/ 130915 h 134333"/>
                <a:gd name="connsiteX14" fmla="*/ 66568 w 132524"/>
                <a:gd name="connsiteY14" fmla="*/ 75926 h 134333"/>
                <a:gd name="connsiteX15" fmla="*/ 122941 w 132524"/>
                <a:gd name="connsiteY15" fmla="*/ 133175 h 134333"/>
                <a:gd name="connsiteX16" fmla="*/ 126897 w 132524"/>
                <a:gd name="connsiteY16" fmla="*/ 134430 h 134333"/>
                <a:gd name="connsiteX17" fmla="*/ 132831 w 132524"/>
                <a:gd name="connsiteY17" fmla="*/ 128153 h 134333"/>
                <a:gd name="connsiteX18" fmla="*/ 131595 w 132524"/>
                <a:gd name="connsiteY18" fmla="*/ 124889 h 134333"/>
                <a:gd name="connsiteX19" fmla="*/ 75222 w 132524"/>
                <a:gd name="connsiteY19" fmla="*/ 67389 h 134333"/>
                <a:gd name="connsiteX20" fmla="*/ 129369 w 132524"/>
                <a:gd name="connsiteY20" fmla="*/ 12400 h 134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2524" h="134333">
                  <a:moveTo>
                    <a:pt x="129369" y="12400"/>
                  </a:moveTo>
                  <a:cubicBezTo>
                    <a:pt x="132089" y="9639"/>
                    <a:pt x="132831" y="8132"/>
                    <a:pt x="132831" y="6374"/>
                  </a:cubicBezTo>
                  <a:cubicBezTo>
                    <a:pt x="132831" y="2357"/>
                    <a:pt x="129617" y="97"/>
                    <a:pt x="126897" y="97"/>
                  </a:cubicBezTo>
                  <a:cubicBezTo>
                    <a:pt x="124424" y="97"/>
                    <a:pt x="123683" y="850"/>
                    <a:pt x="120716" y="3863"/>
                  </a:cubicBezTo>
                  <a:lnTo>
                    <a:pt x="66568" y="58601"/>
                  </a:lnTo>
                  <a:lnTo>
                    <a:pt x="12174" y="3612"/>
                  </a:lnTo>
                  <a:cubicBezTo>
                    <a:pt x="9702" y="1101"/>
                    <a:pt x="8713" y="97"/>
                    <a:pt x="6487" y="97"/>
                  </a:cubicBezTo>
                  <a:cubicBezTo>
                    <a:pt x="3026" y="97"/>
                    <a:pt x="306" y="2859"/>
                    <a:pt x="306" y="6374"/>
                  </a:cubicBezTo>
                  <a:cubicBezTo>
                    <a:pt x="306" y="8634"/>
                    <a:pt x="1048" y="9387"/>
                    <a:pt x="4015" y="12400"/>
                  </a:cubicBezTo>
                  <a:lnTo>
                    <a:pt x="57915" y="67138"/>
                  </a:lnTo>
                  <a:lnTo>
                    <a:pt x="4015" y="121876"/>
                  </a:lnTo>
                  <a:cubicBezTo>
                    <a:pt x="553" y="125391"/>
                    <a:pt x="306" y="126646"/>
                    <a:pt x="306" y="128153"/>
                  </a:cubicBezTo>
                  <a:cubicBezTo>
                    <a:pt x="306" y="131668"/>
                    <a:pt x="3026" y="134430"/>
                    <a:pt x="6487" y="134430"/>
                  </a:cubicBezTo>
                  <a:cubicBezTo>
                    <a:pt x="8713" y="134430"/>
                    <a:pt x="9454" y="133677"/>
                    <a:pt x="12174" y="130915"/>
                  </a:cubicBezTo>
                  <a:lnTo>
                    <a:pt x="66568" y="75926"/>
                  </a:lnTo>
                  <a:lnTo>
                    <a:pt x="122941" y="133175"/>
                  </a:lnTo>
                  <a:cubicBezTo>
                    <a:pt x="124177" y="133928"/>
                    <a:pt x="125413" y="134430"/>
                    <a:pt x="126897" y="134430"/>
                  </a:cubicBezTo>
                  <a:cubicBezTo>
                    <a:pt x="129617" y="134430"/>
                    <a:pt x="132831" y="132170"/>
                    <a:pt x="132831" y="128153"/>
                  </a:cubicBezTo>
                  <a:cubicBezTo>
                    <a:pt x="132831" y="126144"/>
                    <a:pt x="132336" y="125642"/>
                    <a:pt x="131595" y="124889"/>
                  </a:cubicBezTo>
                  <a:cubicBezTo>
                    <a:pt x="131100" y="123884"/>
                    <a:pt x="83134" y="75173"/>
                    <a:pt x="75222" y="67389"/>
                  </a:cubicBezTo>
                  <a:lnTo>
                    <a:pt x="129369" y="12400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D484B287-6F50-D0DB-6C3F-5F48FDBA337B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14285734" y="5302084"/>
              <a:ext cx="121645" cy="176767"/>
            </a:xfrm>
            <a:custGeom>
              <a:avLst/>
              <a:gdLst>
                <a:gd name="connsiteX0" fmla="*/ 59157 w 121645"/>
                <a:gd name="connsiteY0" fmla="*/ 7630 h 176767"/>
                <a:gd name="connsiteX1" fmla="*/ 60146 w 121645"/>
                <a:gd name="connsiteY1" fmla="*/ 3612 h 176767"/>
                <a:gd name="connsiteX2" fmla="*/ 56190 w 121645"/>
                <a:gd name="connsiteY2" fmla="*/ 97 h 176767"/>
                <a:gd name="connsiteX3" fmla="*/ 24543 w 121645"/>
                <a:gd name="connsiteY3" fmla="*/ 2608 h 176767"/>
                <a:gd name="connsiteX4" fmla="*/ 19103 w 121645"/>
                <a:gd name="connsiteY4" fmla="*/ 8383 h 176767"/>
                <a:gd name="connsiteX5" fmla="*/ 25532 w 121645"/>
                <a:gd name="connsiteY5" fmla="*/ 11898 h 176767"/>
                <a:gd name="connsiteX6" fmla="*/ 37399 w 121645"/>
                <a:gd name="connsiteY6" fmla="*/ 15665 h 176767"/>
                <a:gd name="connsiteX7" fmla="*/ 36410 w 121645"/>
                <a:gd name="connsiteY7" fmla="*/ 21189 h 176767"/>
                <a:gd name="connsiteX8" fmla="*/ 1549 w 121645"/>
                <a:gd name="connsiteY8" fmla="*/ 163306 h 176767"/>
                <a:gd name="connsiteX9" fmla="*/ 312 w 121645"/>
                <a:gd name="connsiteY9" fmla="*/ 168830 h 176767"/>
                <a:gd name="connsiteX10" fmla="*/ 8719 w 121645"/>
                <a:gd name="connsiteY10" fmla="*/ 176864 h 176767"/>
                <a:gd name="connsiteX11" fmla="*/ 20092 w 121645"/>
                <a:gd name="connsiteY11" fmla="*/ 166319 h 176767"/>
                <a:gd name="connsiteX12" fmla="*/ 32207 w 121645"/>
                <a:gd name="connsiteY12" fmla="*/ 117607 h 176767"/>
                <a:gd name="connsiteX13" fmla="*/ 63855 w 121645"/>
                <a:gd name="connsiteY13" fmla="*/ 138197 h 176767"/>
                <a:gd name="connsiteX14" fmla="*/ 63360 w 121645"/>
                <a:gd name="connsiteY14" fmla="*/ 143218 h 176767"/>
                <a:gd name="connsiteX15" fmla="*/ 62371 w 121645"/>
                <a:gd name="connsiteY15" fmla="*/ 151002 h 176767"/>
                <a:gd name="connsiteX16" fmla="*/ 88580 w 121645"/>
                <a:gd name="connsiteY16" fmla="*/ 176864 h 176767"/>
                <a:gd name="connsiteX17" fmla="*/ 119980 w 121645"/>
                <a:gd name="connsiteY17" fmla="*/ 138448 h 176767"/>
                <a:gd name="connsiteX18" fmla="*/ 116024 w 121645"/>
                <a:gd name="connsiteY18" fmla="*/ 135184 h 176767"/>
                <a:gd name="connsiteX19" fmla="*/ 111079 w 121645"/>
                <a:gd name="connsiteY19" fmla="*/ 141210 h 176767"/>
                <a:gd name="connsiteX20" fmla="*/ 89321 w 121645"/>
                <a:gd name="connsiteY20" fmla="*/ 169834 h 176767"/>
                <a:gd name="connsiteX21" fmla="*/ 80668 w 121645"/>
                <a:gd name="connsiteY21" fmla="*/ 156777 h 176767"/>
                <a:gd name="connsiteX22" fmla="*/ 82151 w 121645"/>
                <a:gd name="connsiteY22" fmla="*/ 145478 h 176767"/>
                <a:gd name="connsiteX23" fmla="*/ 83388 w 121645"/>
                <a:gd name="connsiteY23" fmla="*/ 137694 h 176767"/>
                <a:gd name="connsiteX24" fmla="*/ 43333 w 121645"/>
                <a:gd name="connsiteY24" fmla="*/ 111079 h 176767"/>
                <a:gd name="connsiteX25" fmla="*/ 63855 w 121645"/>
                <a:gd name="connsiteY25" fmla="*/ 94507 h 176767"/>
                <a:gd name="connsiteX26" fmla="*/ 102673 w 121645"/>
                <a:gd name="connsiteY26" fmla="*/ 70653 h 176767"/>
                <a:gd name="connsiteX27" fmla="*/ 110832 w 121645"/>
                <a:gd name="connsiteY27" fmla="*/ 73918 h 176767"/>
                <a:gd name="connsiteX28" fmla="*/ 97975 w 121645"/>
                <a:gd name="connsiteY28" fmla="*/ 87979 h 176767"/>
                <a:gd name="connsiteX29" fmla="*/ 107865 w 121645"/>
                <a:gd name="connsiteY29" fmla="*/ 97269 h 176767"/>
                <a:gd name="connsiteX30" fmla="*/ 121958 w 121645"/>
                <a:gd name="connsiteY30" fmla="*/ 81199 h 176767"/>
                <a:gd name="connsiteX31" fmla="*/ 102920 w 121645"/>
                <a:gd name="connsiteY31" fmla="*/ 63623 h 176767"/>
                <a:gd name="connsiteX32" fmla="*/ 63360 w 121645"/>
                <a:gd name="connsiteY32" fmla="*/ 85719 h 176767"/>
                <a:gd name="connsiteX33" fmla="*/ 34680 w 121645"/>
                <a:gd name="connsiteY33" fmla="*/ 107815 h 176767"/>
                <a:gd name="connsiteX34" fmla="*/ 59157 w 121645"/>
                <a:gd name="connsiteY34" fmla="*/ 7630 h 176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645" h="176767">
                  <a:moveTo>
                    <a:pt x="59157" y="7630"/>
                  </a:moveTo>
                  <a:cubicBezTo>
                    <a:pt x="59404" y="7128"/>
                    <a:pt x="60146" y="3863"/>
                    <a:pt x="60146" y="3612"/>
                  </a:cubicBezTo>
                  <a:cubicBezTo>
                    <a:pt x="60146" y="2357"/>
                    <a:pt x="59157" y="97"/>
                    <a:pt x="56190" y="97"/>
                  </a:cubicBezTo>
                  <a:cubicBezTo>
                    <a:pt x="51245" y="97"/>
                    <a:pt x="30724" y="2106"/>
                    <a:pt x="24543" y="2608"/>
                  </a:cubicBezTo>
                  <a:cubicBezTo>
                    <a:pt x="22565" y="2859"/>
                    <a:pt x="19103" y="3110"/>
                    <a:pt x="19103" y="8383"/>
                  </a:cubicBezTo>
                  <a:cubicBezTo>
                    <a:pt x="19103" y="11898"/>
                    <a:pt x="22565" y="11898"/>
                    <a:pt x="25532" y="11898"/>
                  </a:cubicBezTo>
                  <a:cubicBezTo>
                    <a:pt x="37399" y="11898"/>
                    <a:pt x="37399" y="13656"/>
                    <a:pt x="37399" y="15665"/>
                  </a:cubicBezTo>
                  <a:cubicBezTo>
                    <a:pt x="37399" y="17422"/>
                    <a:pt x="36905" y="18929"/>
                    <a:pt x="36410" y="21189"/>
                  </a:cubicBezTo>
                  <a:lnTo>
                    <a:pt x="1549" y="163306"/>
                  </a:lnTo>
                  <a:cubicBezTo>
                    <a:pt x="312" y="167825"/>
                    <a:pt x="312" y="168327"/>
                    <a:pt x="312" y="168830"/>
                  </a:cubicBezTo>
                  <a:cubicBezTo>
                    <a:pt x="312" y="172596"/>
                    <a:pt x="3279" y="176864"/>
                    <a:pt x="8719" y="176864"/>
                  </a:cubicBezTo>
                  <a:cubicBezTo>
                    <a:pt x="15394" y="176864"/>
                    <a:pt x="18609" y="171843"/>
                    <a:pt x="20092" y="166319"/>
                  </a:cubicBezTo>
                  <a:cubicBezTo>
                    <a:pt x="20587" y="165314"/>
                    <a:pt x="31218" y="121122"/>
                    <a:pt x="32207" y="117607"/>
                  </a:cubicBezTo>
                  <a:cubicBezTo>
                    <a:pt x="49762" y="119365"/>
                    <a:pt x="63855" y="125140"/>
                    <a:pt x="63855" y="138197"/>
                  </a:cubicBezTo>
                  <a:cubicBezTo>
                    <a:pt x="63855" y="139452"/>
                    <a:pt x="63855" y="140708"/>
                    <a:pt x="63360" y="143218"/>
                  </a:cubicBezTo>
                  <a:cubicBezTo>
                    <a:pt x="62371" y="146985"/>
                    <a:pt x="62371" y="148240"/>
                    <a:pt x="62371" y="151002"/>
                  </a:cubicBezTo>
                  <a:cubicBezTo>
                    <a:pt x="62371" y="168830"/>
                    <a:pt x="76712" y="176864"/>
                    <a:pt x="88580" y="176864"/>
                  </a:cubicBezTo>
                  <a:cubicBezTo>
                    <a:pt x="112563" y="176864"/>
                    <a:pt x="119980" y="138699"/>
                    <a:pt x="119980" y="138448"/>
                  </a:cubicBezTo>
                  <a:cubicBezTo>
                    <a:pt x="119980" y="135184"/>
                    <a:pt x="116766" y="135184"/>
                    <a:pt x="116024" y="135184"/>
                  </a:cubicBezTo>
                  <a:cubicBezTo>
                    <a:pt x="112563" y="135184"/>
                    <a:pt x="112315" y="136439"/>
                    <a:pt x="111079" y="141210"/>
                  </a:cubicBezTo>
                  <a:cubicBezTo>
                    <a:pt x="108112" y="152007"/>
                    <a:pt x="101437" y="169834"/>
                    <a:pt x="89321" y="169834"/>
                  </a:cubicBezTo>
                  <a:cubicBezTo>
                    <a:pt x="82646" y="169834"/>
                    <a:pt x="80668" y="163557"/>
                    <a:pt x="80668" y="156777"/>
                  </a:cubicBezTo>
                  <a:cubicBezTo>
                    <a:pt x="80668" y="152509"/>
                    <a:pt x="80668" y="152007"/>
                    <a:pt x="82151" y="145478"/>
                  </a:cubicBezTo>
                  <a:cubicBezTo>
                    <a:pt x="82399" y="144725"/>
                    <a:pt x="83388" y="140456"/>
                    <a:pt x="83388" y="137694"/>
                  </a:cubicBezTo>
                  <a:cubicBezTo>
                    <a:pt x="83388" y="115347"/>
                    <a:pt x="53718" y="111832"/>
                    <a:pt x="43333" y="111079"/>
                  </a:cubicBezTo>
                  <a:cubicBezTo>
                    <a:pt x="50504" y="106559"/>
                    <a:pt x="59652" y="98273"/>
                    <a:pt x="63855" y="94507"/>
                  </a:cubicBezTo>
                  <a:cubicBezTo>
                    <a:pt x="76465" y="82455"/>
                    <a:pt x="88827" y="70653"/>
                    <a:pt x="102673" y="70653"/>
                  </a:cubicBezTo>
                  <a:cubicBezTo>
                    <a:pt x="105640" y="70653"/>
                    <a:pt x="108854" y="71407"/>
                    <a:pt x="110832" y="73918"/>
                  </a:cubicBezTo>
                  <a:cubicBezTo>
                    <a:pt x="100200" y="75675"/>
                    <a:pt x="97975" y="84212"/>
                    <a:pt x="97975" y="87979"/>
                  </a:cubicBezTo>
                  <a:cubicBezTo>
                    <a:pt x="97975" y="93503"/>
                    <a:pt x="102178" y="97269"/>
                    <a:pt x="107865" y="97269"/>
                  </a:cubicBezTo>
                  <a:cubicBezTo>
                    <a:pt x="114541" y="97269"/>
                    <a:pt x="121958" y="91745"/>
                    <a:pt x="121958" y="81199"/>
                  </a:cubicBezTo>
                  <a:cubicBezTo>
                    <a:pt x="121958" y="72913"/>
                    <a:pt x="116024" y="63623"/>
                    <a:pt x="102920" y="63623"/>
                  </a:cubicBezTo>
                  <a:cubicBezTo>
                    <a:pt x="88827" y="63623"/>
                    <a:pt x="75970" y="73918"/>
                    <a:pt x="63360" y="85719"/>
                  </a:cubicBezTo>
                  <a:cubicBezTo>
                    <a:pt x="52976" y="95762"/>
                    <a:pt x="44817" y="103546"/>
                    <a:pt x="34680" y="107815"/>
                  </a:cubicBezTo>
                  <a:lnTo>
                    <a:pt x="59157" y="7630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533AE25-0D8E-4732-2521-734320BF324D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8543425" y="5969517"/>
              <a:ext cx="261728" cy="319601"/>
            </a:xfrm>
            <a:custGeom>
              <a:avLst/>
              <a:gdLst>
                <a:gd name="connsiteX0" fmla="*/ 186645 w 261728"/>
                <a:gd name="connsiteY0" fmla="*/ 243675 h 319601"/>
                <a:gd name="connsiteX1" fmla="*/ 259760 w 261728"/>
                <a:gd name="connsiteY1" fmla="*/ 128532 h 319601"/>
                <a:gd name="connsiteX2" fmla="*/ 130132 w 261728"/>
                <a:gd name="connsiteY2" fmla="*/ 118 h 319601"/>
                <a:gd name="connsiteX3" fmla="*/ 150 w 261728"/>
                <a:gd name="connsiteY3" fmla="*/ 128532 h 319601"/>
                <a:gd name="connsiteX4" fmla="*/ 130132 w 261728"/>
                <a:gd name="connsiteY4" fmla="*/ 254077 h 319601"/>
                <a:gd name="connsiteX5" fmla="*/ 163687 w 261728"/>
                <a:gd name="connsiteY5" fmla="*/ 250849 h 319601"/>
                <a:gd name="connsiteX6" fmla="*/ 213489 w 261728"/>
                <a:gd name="connsiteY6" fmla="*/ 319719 h 319601"/>
                <a:gd name="connsiteX7" fmla="*/ 261879 w 261728"/>
                <a:gd name="connsiteY7" fmla="*/ 253001 h 319601"/>
                <a:gd name="connsiteX8" fmla="*/ 255522 w 261728"/>
                <a:gd name="connsiteY8" fmla="*/ 243675 h 319601"/>
                <a:gd name="connsiteX9" fmla="*/ 249164 w 261728"/>
                <a:gd name="connsiteY9" fmla="*/ 250849 h 319601"/>
                <a:gd name="connsiteX10" fmla="*/ 219141 w 261728"/>
                <a:gd name="connsiteY10" fmla="*/ 264838 h 319601"/>
                <a:gd name="connsiteX11" fmla="*/ 186645 w 261728"/>
                <a:gd name="connsiteY11" fmla="*/ 243675 h 319601"/>
                <a:gd name="connsiteX12" fmla="*/ 96577 w 261728"/>
                <a:gd name="connsiteY12" fmla="*/ 231838 h 319601"/>
                <a:gd name="connsiteX13" fmla="*/ 52072 w 261728"/>
                <a:gd name="connsiteY13" fmla="*/ 128174 h 319601"/>
                <a:gd name="connsiteX14" fmla="*/ 65141 w 261728"/>
                <a:gd name="connsiteY14" fmla="*/ 54281 h 319601"/>
                <a:gd name="connsiteX15" fmla="*/ 129779 w 261728"/>
                <a:gd name="connsiteY15" fmla="*/ 14466 h 319601"/>
                <a:gd name="connsiteX16" fmla="*/ 193356 w 261728"/>
                <a:gd name="connsiteY16" fmla="*/ 52129 h 319601"/>
                <a:gd name="connsiteX17" fmla="*/ 207838 w 261728"/>
                <a:gd name="connsiteY17" fmla="*/ 128174 h 319601"/>
                <a:gd name="connsiteX18" fmla="*/ 173930 w 261728"/>
                <a:gd name="connsiteY18" fmla="*/ 225381 h 319601"/>
                <a:gd name="connsiteX19" fmla="*/ 129779 w 261728"/>
                <a:gd name="connsiteY19" fmla="*/ 194533 h 319601"/>
                <a:gd name="connsiteX20" fmla="*/ 95517 w 261728"/>
                <a:gd name="connsiteY20" fmla="*/ 223947 h 319601"/>
                <a:gd name="connsiteX21" fmla="*/ 96577 w 261728"/>
                <a:gd name="connsiteY21" fmla="*/ 231838 h 319601"/>
                <a:gd name="connsiteX22" fmla="*/ 159095 w 261728"/>
                <a:gd name="connsiteY22" fmla="*/ 233990 h 319601"/>
                <a:gd name="connsiteX23" fmla="*/ 130132 w 261728"/>
                <a:gd name="connsiteY23" fmla="*/ 239729 h 319601"/>
                <a:gd name="connsiteX24" fmla="*/ 108233 w 261728"/>
                <a:gd name="connsiteY24" fmla="*/ 223947 h 319601"/>
                <a:gd name="connsiteX25" fmla="*/ 130132 w 261728"/>
                <a:gd name="connsiteY25" fmla="*/ 207446 h 319601"/>
                <a:gd name="connsiteX26" fmla="*/ 159095 w 261728"/>
                <a:gd name="connsiteY26" fmla="*/ 233990 h 319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728" h="319601">
                  <a:moveTo>
                    <a:pt x="186645" y="243675"/>
                  </a:moveTo>
                  <a:cubicBezTo>
                    <a:pt x="244572" y="220718"/>
                    <a:pt x="259760" y="167631"/>
                    <a:pt x="259760" y="128532"/>
                  </a:cubicBezTo>
                  <a:cubicBezTo>
                    <a:pt x="259760" y="51053"/>
                    <a:pt x="208545" y="118"/>
                    <a:pt x="130132" y="118"/>
                  </a:cubicBezTo>
                  <a:cubicBezTo>
                    <a:pt x="49247" y="118"/>
                    <a:pt x="150" y="53205"/>
                    <a:pt x="150" y="128532"/>
                  </a:cubicBezTo>
                  <a:cubicBezTo>
                    <a:pt x="150" y="201707"/>
                    <a:pt x="48187" y="254077"/>
                    <a:pt x="130132" y="254077"/>
                  </a:cubicBezTo>
                  <a:cubicBezTo>
                    <a:pt x="137902" y="254077"/>
                    <a:pt x="149558" y="253719"/>
                    <a:pt x="163687" y="250849"/>
                  </a:cubicBezTo>
                  <a:cubicBezTo>
                    <a:pt x="173577" y="291382"/>
                    <a:pt x="180641" y="319719"/>
                    <a:pt x="213489" y="319719"/>
                  </a:cubicBezTo>
                  <a:cubicBezTo>
                    <a:pt x="249517" y="319719"/>
                    <a:pt x="261879" y="277393"/>
                    <a:pt x="261879" y="253001"/>
                  </a:cubicBezTo>
                  <a:cubicBezTo>
                    <a:pt x="261879" y="250132"/>
                    <a:pt x="261879" y="243675"/>
                    <a:pt x="255522" y="243675"/>
                  </a:cubicBezTo>
                  <a:cubicBezTo>
                    <a:pt x="250223" y="243675"/>
                    <a:pt x="249517" y="248338"/>
                    <a:pt x="249164" y="250849"/>
                  </a:cubicBezTo>
                  <a:cubicBezTo>
                    <a:pt x="247044" y="264480"/>
                    <a:pt x="225145" y="264838"/>
                    <a:pt x="219141" y="264838"/>
                  </a:cubicBezTo>
                  <a:cubicBezTo>
                    <a:pt x="211017" y="264838"/>
                    <a:pt x="200421" y="264838"/>
                    <a:pt x="186645" y="243675"/>
                  </a:cubicBezTo>
                  <a:close/>
                  <a:moveTo>
                    <a:pt x="96577" y="231838"/>
                  </a:moveTo>
                  <a:cubicBezTo>
                    <a:pt x="53132" y="210675"/>
                    <a:pt x="52072" y="156152"/>
                    <a:pt x="52072" y="128174"/>
                  </a:cubicBezTo>
                  <a:cubicBezTo>
                    <a:pt x="52072" y="113826"/>
                    <a:pt x="52072" y="79749"/>
                    <a:pt x="65141" y="54281"/>
                  </a:cubicBezTo>
                  <a:cubicBezTo>
                    <a:pt x="83508" y="19846"/>
                    <a:pt x="113884" y="14466"/>
                    <a:pt x="129779" y="14466"/>
                  </a:cubicBezTo>
                  <a:cubicBezTo>
                    <a:pt x="148852" y="14466"/>
                    <a:pt x="176402" y="21640"/>
                    <a:pt x="193356" y="52129"/>
                  </a:cubicBezTo>
                  <a:cubicBezTo>
                    <a:pt x="206778" y="76162"/>
                    <a:pt x="207838" y="107010"/>
                    <a:pt x="207838" y="128174"/>
                  </a:cubicBezTo>
                  <a:cubicBezTo>
                    <a:pt x="207838" y="148261"/>
                    <a:pt x="207838" y="201707"/>
                    <a:pt x="173930" y="225381"/>
                  </a:cubicBezTo>
                  <a:cubicBezTo>
                    <a:pt x="166159" y="213544"/>
                    <a:pt x="153444" y="194533"/>
                    <a:pt x="129779" y="194533"/>
                  </a:cubicBezTo>
                  <a:cubicBezTo>
                    <a:pt x="111765" y="194533"/>
                    <a:pt x="95517" y="206729"/>
                    <a:pt x="95517" y="223947"/>
                  </a:cubicBezTo>
                  <a:cubicBezTo>
                    <a:pt x="95517" y="226099"/>
                    <a:pt x="95870" y="230044"/>
                    <a:pt x="96577" y="231838"/>
                  </a:cubicBezTo>
                  <a:close/>
                  <a:moveTo>
                    <a:pt x="159095" y="233990"/>
                  </a:moveTo>
                  <a:cubicBezTo>
                    <a:pt x="150265" y="237936"/>
                    <a:pt x="139668" y="239729"/>
                    <a:pt x="130132" y="239729"/>
                  </a:cubicBezTo>
                  <a:cubicBezTo>
                    <a:pt x="110705" y="239729"/>
                    <a:pt x="108233" y="228251"/>
                    <a:pt x="108233" y="223947"/>
                  </a:cubicBezTo>
                  <a:cubicBezTo>
                    <a:pt x="108233" y="214262"/>
                    <a:pt x="118476" y="207446"/>
                    <a:pt x="130132" y="207446"/>
                  </a:cubicBezTo>
                  <a:cubicBezTo>
                    <a:pt x="140022" y="207446"/>
                    <a:pt x="152031" y="211392"/>
                    <a:pt x="159095" y="233990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E7FFB21-B799-B3D0-8102-01A6AC751D07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8943843" y="6087888"/>
              <a:ext cx="234884" cy="83935"/>
            </a:xfrm>
            <a:custGeom>
              <a:avLst/>
              <a:gdLst>
                <a:gd name="connsiteX0" fmla="*/ 223038 w 234884"/>
                <a:gd name="connsiteY0" fmla="*/ 14466 h 83935"/>
                <a:gd name="connsiteX1" fmla="*/ 235047 w 234884"/>
                <a:gd name="connsiteY1" fmla="*/ 7292 h 83935"/>
                <a:gd name="connsiteX2" fmla="*/ 223391 w 234884"/>
                <a:gd name="connsiteY2" fmla="*/ 118 h 83935"/>
                <a:gd name="connsiteX3" fmla="*/ 11818 w 234884"/>
                <a:gd name="connsiteY3" fmla="*/ 118 h 83935"/>
                <a:gd name="connsiteX4" fmla="*/ 162 w 234884"/>
                <a:gd name="connsiteY4" fmla="*/ 7292 h 83935"/>
                <a:gd name="connsiteX5" fmla="*/ 12171 w 234884"/>
                <a:gd name="connsiteY5" fmla="*/ 14466 h 83935"/>
                <a:gd name="connsiteX6" fmla="*/ 223038 w 234884"/>
                <a:gd name="connsiteY6" fmla="*/ 14466 h 83935"/>
                <a:gd name="connsiteX7" fmla="*/ 223391 w 234884"/>
                <a:gd name="connsiteY7" fmla="*/ 84054 h 83935"/>
                <a:gd name="connsiteX8" fmla="*/ 235047 w 234884"/>
                <a:gd name="connsiteY8" fmla="*/ 76880 h 83935"/>
                <a:gd name="connsiteX9" fmla="*/ 223038 w 234884"/>
                <a:gd name="connsiteY9" fmla="*/ 69706 h 83935"/>
                <a:gd name="connsiteX10" fmla="*/ 12171 w 234884"/>
                <a:gd name="connsiteY10" fmla="*/ 69706 h 83935"/>
                <a:gd name="connsiteX11" fmla="*/ 162 w 234884"/>
                <a:gd name="connsiteY11" fmla="*/ 76880 h 83935"/>
                <a:gd name="connsiteX12" fmla="*/ 11818 w 234884"/>
                <a:gd name="connsiteY12" fmla="*/ 84054 h 83935"/>
                <a:gd name="connsiteX13" fmla="*/ 223391 w 234884"/>
                <a:gd name="connsiteY13" fmla="*/ 84054 h 83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884" h="83935">
                  <a:moveTo>
                    <a:pt x="223038" y="14466"/>
                  </a:moveTo>
                  <a:cubicBezTo>
                    <a:pt x="228336" y="14466"/>
                    <a:pt x="235047" y="14466"/>
                    <a:pt x="235047" y="7292"/>
                  </a:cubicBezTo>
                  <a:cubicBezTo>
                    <a:pt x="235047" y="118"/>
                    <a:pt x="228336" y="118"/>
                    <a:pt x="223391" y="118"/>
                  </a:cubicBezTo>
                  <a:lnTo>
                    <a:pt x="11818" y="118"/>
                  </a:lnTo>
                  <a:cubicBezTo>
                    <a:pt x="6873" y="118"/>
                    <a:pt x="162" y="118"/>
                    <a:pt x="162" y="7292"/>
                  </a:cubicBezTo>
                  <a:cubicBezTo>
                    <a:pt x="162" y="14466"/>
                    <a:pt x="6873" y="14466"/>
                    <a:pt x="12171" y="14466"/>
                  </a:cubicBezTo>
                  <a:lnTo>
                    <a:pt x="223038" y="14466"/>
                  </a:lnTo>
                  <a:close/>
                  <a:moveTo>
                    <a:pt x="223391" y="84054"/>
                  </a:moveTo>
                  <a:cubicBezTo>
                    <a:pt x="228336" y="84054"/>
                    <a:pt x="235047" y="84054"/>
                    <a:pt x="235047" y="76880"/>
                  </a:cubicBezTo>
                  <a:cubicBezTo>
                    <a:pt x="235047" y="69706"/>
                    <a:pt x="228336" y="69706"/>
                    <a:pt x="223038" y="69706"/>
                  </a:cubicBezTo>
                  <a:lnTo>
                    <a:pt x="12171" y="69706"/>
                  </a:lnTo>
                  <a:cubicBezTo>
                    <a:pt x="6873" y="69706"/>
                    <a:pt x="162" y="69706"/>
                    <a:pt x="162" y="76880"/>
                  </a:cubicBezTo>
                  <a:cubicBezTo>
                    <a:pt x="162" y="84054"/>
                    <a:pt x="6873" y="84054"/>
                    <a:pt x="11818" y="84054"/>
                  </a:cubicBezTo>
                  <a:lnTo>
                    <a:pt x="223391" y="84054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F5DDE1E0-26F5-04ED-A242-18755E1BA8A8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9305373" y="5973462"/>
              <a:ext cx="402659" cy="248937"/>
            </a:xfrm>
            <a:custGeom>
              <a:avLst/>
              <a:gdLst>
                <a:gd name="connsiteX0" fmla="*/ 369277 w 402659"/>
                <a:gd name="connsiteY0" fmla="*/ 25585 h 248937"/>
                <a:gd name="connsiteX1" fmla="*/ 382699 w 402659"/>
                <a:gd name="connsiteY1" fmla="*/ 17694 h 248937"/>
                <a:gd name="connsiteX2" fmla="*/ 402832 w 402659"/>
                <a:gd name="connsiteY2" fmla="*/ 16977 h 248937"/>
                <a:gd name="connsiteX3" fmla="*/ 402832 w 402659"/>
                <a:gd name="connsiteY3" fmla="*/ 118 h 248937"/>
                <a:gd name="connsiteX4" fmla="*/ 365039 w 402659"/>
                <a:gd name="connsiteY4" fmla="*/ 1194 h 248937"/>
                <a:gd name="connsiteX5" fmla="*/ 317002 w 402659"/>
                <a:gd name="connsiteY5" fmla="*/ 118 h 248937"/>
                <a:gd name="connsiteX6" fmla="*/ 317002 w 402659"/>
                <a:gd name="connsiteY6" fmla="*/ 16977 h 248937"/>
                <a:gd name="connsiteX7" fmla="*/ 353030 w 402659"/>
                <a:gd name="connsiteY7" fmla="*/ 20922 h 248937"/>
                <a:gd name="connsiteX8" fmla="*/ 292277 w 402659"/>
                <a:gd name="connsiteY8" fmla="*/ 181261 h 248937"/>
                <a:gd name="connsiteX9" fmla="*/ 229759 w 402659"/>
                <a:gd name="connsiteY9" fmla="*/ 16977 h 248937"/>
                <a:gd name="connsiteX10" fmla="*/ 263667 w 402659"/>
                <a:gd name="connsiteY10" fmla="*/ 16977 h 248937"/>
                <a:gd name="connsiteX11" fmla="*/ 263667 w 402659"/>
                <a:gd name="connsiteY11" fmla="*/ 118 h 248937"/>
                <a:gd name="connsiteX12" fmla="*/ 201855 w 402659"/>
                <a:gd name="connsiteY12" fmla="*/ 1194 h 248937"/>
                <a:gd name="connsiteX13" fmla="*/ 147814 w 402659"/>
                <a:gd name="connsiteY13" fmla="*/ 118 h 248937"/>
                <a:gd name="connsiteX14" fmla="*/ 147814 w 402659"/>
                <a:gd name="connsiteY14" fmla="*/ 16977 h 248937"/>
                <a:gd name="connsiteX15" fmla="*/ 178190 w 402659"/>
                <a:gd name="connsiteY15" fmla="*/ 16977 h 248937"/>
                <a:gd name="connsiteX16" fmla="*/ 192672 w 402659"/>
                <a:gd name="connsiteY16" fmla="*/ 54999 h 248937"/>
                <a:gd name="connsiteX17" fmla="*/ 144635 w 402659"/>
                <a:gd name="connsiteY17" fmla="*/ 181261 h 248937"/>
                <a:gd name="connsiteX18" fmla="*/ 82117 w 402659"/>
                <a:gd name="connsiteY18" fmla="*/ 16977 h 248937"/>
                <a:gd name="connsiteX19" fmla="*/ 116025 w 402659"/>
                <a:gd name="connsiteY19" fmla="*/ 16977 h 248937"/>
                <a:gd name="connsiteX20" fmla="*/ 116025 w 402659"/>
                <a:gd name="connsiteY20" fmla="*/ 118 h 248937"/>
                <a:gd name="connsiteX21" fmla="*/ 54213 w 402659"/>
                <a:gd name="connsiteY21" fmla="*/ 1194 h 248937"/>
                <a:gd name="connsiteX22" fmla="*/ 172 w 402659"/>
                <a:gd name="connsiteY22" fmla="*/ 118 h 248937"/>
                <a:gd name="connsiteX23" fmla="*/ 172 w 402659"/>
                <a:gd name="connsiteY23" fmla="*/ 16977 h 248937"/>
                <a:gd name="connsiteX24" fmla="*/ 30548 w 402659"/>
                <a:gd name="connsiteY24" fmla="*/ 16977 h 248937"/>
                <a:gd name="connsiteX25" fmla="*/ 115319 w 402659"/>
                <a:gd name="connsiteY25" fmla="*/ 239729 h 248937"/>
                <a:gd name="connsiteX26" fmla="*/ 127681 w 402659"/>
                <a:gd name="connsiteY26" fmla="*/ 249056 h 248937"/>
                <a:gd name="connsiteX27" fmla="*/ 140044 w 402659"/>
                <a:gd name="connsiteY27" fmla="*/ 239729 h 248937"/>
                <a:gd name="connsiteX28" fmla="*/ 201502 w 402659"/>
                <a:gd name="connsiteY28" fmla="*/ 78314 h 248937"/>
                <a:gd name="connsiteX29" fmla="*/ 262961 w 402659"/>
                <a:gd name="connsiteY29" fmla="*/ 239729 h 248937"/>
                <a:gd name="connsiteX30" fmla="*/ 275323 w 402659"/>
                <a:gd name="connsiteY30" fmla="*/ 249056 h 248937"/>
                <a:gd name="connsiteX31" fmla="*/ 287686 w 402659"/>
                <a:gd name="connsiteY31" fmla="*/ 239729 h 248937"/>
                <a:gd name="connsiteX32" fmla="*/ 369277 w 402659"/>
                <a:gd name="connsiteY32" fmla="*/ 25585 h 248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2659" h="248937">
                  <a:moveTo>
                    <a:pt x="369277" y="25585"/>
                  </a:moveTo>
                  <a:cubicBezTo>
                    <a:pt x="371396" y="19488"/>
                    <a:pt x="371750" y="18770"/>
                    <a:pt x="382699" y="17694"/>
                  </a:cubicBezTo>
                  <a:cubicBezTo>
                    <a:pt x="389763" y="16977"/>
                    <a:pt x="397181" y="16977"/>
                    <a:pt x="402832" y="16977"/>
                  </a:cubicBezTo>
                  <a:lnTo>
                    <a:pt x="402832" y="118"/>
                  </a:lnTo>
                  <a:cubicBezTo>
                    <a:pt x="393296" y="476"/>
                    <a:pt x="380933" y="1194"/>
                    <a:pt x="365039" y="1194"/>
                  </a:cubicBezTo>
                  <a:cubicBezTo>
                    <a:pt x="351617" y="1194"/>
                    <a:pt x="329718" y="1194"/>
                    <a:pt x="317002" y="118"/>
                  </a:cubicBezTo>
                  <a:lnTo>
                    <a:pt x="317002" y="16977"/>
                  </a:lnTo>
                  <a:cubicBezTo>
                    <a:pt x="325832" y="16977"/>
                    <a:pt x="342786" y="16977"/>
                    <a:pt x="353030" y="20922"/>
                  </a:cubicBezTo>
                  <a:lnTo>
                    <a:pt x="292277" y="181261"/>
                  </a:lnTo>
                  <a:lnTo>
                    <a:pt x="229759" y="16977"/>
                  </a:lnTo>
                  <a:lnTo>
                    <a:pt x="263667" y="16977"/>
                  </a:lnTo>
                  <a:lnTo>
                    <a:pt x="263667" y="118"/>
                  </a:lnTo>
                  <a:cubicBezTo>
                    <a:pt x="250245" y="1194"/>
                    <a:pt x="217043" y="1194"/>
                    <a:pt x="201855" y="1194"/>
                  </a:cubicBezTo>
                  <a:cubicBezTo>
                    <a:pt x="188080" y="1194"/>
                    <a:pt x="160177" y="1194"/>
                    <a:pt x="147814" y="118"/>
                  </a:cubicBezTo>
                  <a:lnTo>
                    <a:pt x="147814" y="16977"/>
                  </a:lnTo>
                  <a:lnTo>
                    <a:pt x="178190" y="16977"/>
                  </a:lnTo>
                  <a:lnTo>
                    <a:pt x="192672" y="54999"/>
                  </a:lnTo>
                  <a:lnTo>
                    <a:pt x="144635" y="181261"/>
                  </a:lnTo>
                  <a:lnTo>
                    <a:pt x="82117" y="16977"/>
                  </a:lnTo>
                  <a:lnTo>
                    <a:pt x="116025" y="16977"/>
                  </a:lnTo>
                  <a:lnTo>
                    <a:pt x="116025" y="118"/>
                  </a:lnTo>
                  <a:cubicBezTo>
                    <a:pt x="102603" y="1194"/>
                    <a:pt x="69401" y="1194"/>
                    <a:pt x="54213" y="1194"/>
                  </a:cubicBezTo>
                  <a:cubicBezTo>
                    <a:pt x="40438" y="1194"/>
                    <a:pt x="12535" y="1194"/>
                    <a:pt x="172" y="118"/>
                  </a:cubicBezTo>
                  <a:lnTo>
                    <a:pt x="172" y="16977"/>
                  </a:lnTo>
                  <a:lnTo>
                    <a:pt x="30548" y="16977"/>
                  </a:lnTo>
                  <a:lnTo>
                    <a:pt x="115319" y="239729"/>
                  </a:lnTo>
                  <a:cubicBezTo>
                    <a:pt x="117438" y="245469"/>
                    <a:pt x="118851" y="249056"/>
                    <a:pt x="127681" y="249056"/>
                  </a:cubicBezTo>
                  <a:cubicBezTo>
                    <a:pt x="136511" y="249056"/>
                    <a:pt x="137924" y="245469"/>
                    <a:pt x="140044" y="239729"/>
                  </a:cubicBezTo>
                  <a:lnTo>
                    <a:pt x="201502" y="78314"/>
                  </a:lnTo>
                  <a:lnTo>
                    <a:pt x="262961" y="239729"/>
                  </a:lnTo>
                  <a:cubicBezTo>
                    <a:pt x="265080" y="245469"/>
                    <a:pt x="266493" y="249056"/>
                    <a:pt x="275323" y="249056"/>
                  </a:cubicBezTo>
                  <a:cubicBezTo>
                    <a:pt x="284153" y="249056"/>
                    <a:pt x="285566" y="245469"/>
                    <a:pt x="287686" y="239729"/>
                  </a:cubicBezTo>
                  <a:lnTo>
                    <a:pt x="369277" y="25585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61F663B-2C6B-715B-C3B7-2AF0F3CAE530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9731904" y="6162604"/>
              <a:ext cx="111261" cy="159442"/>
            </a:xfrm>
            <a:custGeom>
              <a:avLst/>
              <a:gdLst>
                <a:gd name="connsiteX0" fmla="*/ 110951 w 111261"/>
                <a:gd name="connsiteY0" fmla="*/ 7401 h 159442"/>
                <a:gd name="connsiteX1" fmla="*/ 111445 w 111261"/>
                <a:gd name="connsiteY1" fmla="*/ 3635 h 159442"/>
                <a:gd name="connsiteX2" fmla="*/ 108231 w 111261"/>
                <a:gd name="connsiteY2" fmla="*/ 119 h 159442"/>
                <a:gd name="connsiteX3" fmla="*/ 90429 w 111261"/>
                <a:gd name="connsiteY3" fmla="*/ 16691 h 159442"/>
                <a:gd name="connsiteX4" fmla="*/ 63974 w 111261"/>
                <a:gd name="connsiteY4" fmla="*/ 119 h 159442"/>
                <a:gd name="connsiteX5" fmla="*/ 184 w 111261"/>
                <a:gd name="connsiteY5" fmla="*/ 71680 h 159442"/>
                <a:gd name="connsiteX6" fmla="*/ 37518 w 111261"/>
                <a:gd name="connsiteY6" fmla="*/ 113361 h 159442"/>
                <a:gd name="connsiteX7" fmla="*/ 68672 w 111261"/>
                <a:gd name="connsiteY7" fmla="*/ 99551 h 159442"/>
                <a:gd name="connsiteX8" fmla="*/ 59771 w 111261"/>
                <a:gd name="connsiteY8" fmla="*/ 136210 h 159442"/>
                <a:gd name="connsiteX9" fmla="*/ 40733 w 111261"/>
                <a:gd name="connsiteY9" fmla="*/ 150522 h 159442"/>
                <a:gd name="connsiteX10" fmla="*/ 34304 w 111261"/>
                <a:gd name="connsiteY10" fmla="*/ 156046 h 159442"/>
                <a:gd name="connsiteX11" fmla="*/ 38013 w 111261"/>
                <a:gd name="connsiteY11" fmla="*/ 159561 h 159442"/>
                <a:gd name="connsiteX12" fmla="*/ 63727 w 111261"/>
                <a:gd name="connsiteY12" fmla="*/ 158557 h 159442"/>
                <a:gd name="connsiteX13" fmla="*/ 90182 w 111261"/>
                <a:gd name="connsiteY13" fmla="*/ 159561 h 159442"/>
                <a:gd name="connsiteX14" fmla="*/ 95127 w 111261"/>
                <a:gd name="connsiteY14" fmla="*/ 154037 h 159442"/>
                <a:gd name="connsiteX15" fmla="*/ 88699 w 111261"/>
                <a:gd name="connsiteY15" fmla="*/ 150522 h 159442"/>
                <a:gd name="connsiteX16" fmla="*/ 76583 w 111261"/>
                <a:gd name="connsiteY16" fmla="*/ 147509 h 159442"/>
                <a:gd name="connsiteX17" fmla="*/ 77820 w 111261"/>
                <a:gd name="connsiteY17" fmla="*/ 141985 h 159442"/>
                <a:gd name="connsiteX18" fmla="*/ 110951 w 111261"/>
                <a:gd name="connsiteY18" fmla="*/ 7401 h 159442"/>
                <a:gd name="connsiteX19" fmla="*/ 73617 w 111261"/>
                <a:gd name="connsiteY19" fmla="*/ 79213 h 159442"/>
                <a:gd name="connsiteX20" fmla="*/ 69166 w 111261"/>
                <a:gd name="connsiteY20" fmla="*/ 88001 h 159442"/>
                <a:gd name="connsiteX21" fmla="*/ 38260 w 111261"/>
                <a:gd name="connsiteY21" fmla="*/ 106330 h 159442"/>
                <a:gd name="connsiteX22" fmla="*/ 20211 w 111261"/>
                <a:gd name="connsiteY22" fmla="*/ 81975 h 159442"/>
                <a:gd name="connsiteX23" fmla="*/ 33068 w 111261"/>
                <a:gd name="connsiteY23" fmla="*/ 31003 h 159442"/>
                <a:gd name="connsiteX24" fmla="*/ 63974 w 111261"/>
                <a:gd name="connsiteY24" fmla="*/ 7150 h 159442"/>
                <a:gd name="connsiteX25" fmla="*/ 85979 w 111261"/>
                <a:gd name="connsiteY25" fmla="*/ 28995 h 159442"/>
                <a:gd name="connsiteX26" fmla="*/ 85237 w 111261"/>
                <a:gd name="connsiteY26" fmla="*/ 32761 h 159442"/>
                <a:gd name="connsiteX27" fmla="*/ 73617 w 111261"/>
                <a:gd name="connsiteY27" fmla="*/ 79213 h 159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1261" h="159442">
                  <a:moveTo>
                    <a:pt x="110951" y="7401"/>
                  </a:moveTo>
                  <a:cubicBezTo>
                    <a:pt x="111198" y="6396"/>
                    <a:pt x="111445" y="4890"/>
                    <a:pt x="111445" y="3635"/>
                  </a:cubicBezTo>
                  <a:cubicBezTo>
                    <a:pt x="111445" y="2128"/>
                    <a:pt x="110456" y="119"/>
                    <a:pt x="108231" y="119"/>
                  </a:cubicBezTo>
                  <a:cubicBezTo>
                    <a:pt x="105759" y="119"/>
                    <a:pt x="95374" y="8656"/>
                    <a:pt x="90429" y="16691"/>
                  </a:cubicBezTo>
                  <a:cubicBezTo>
                    <a:pt x="87957" y="11669"/>
                    <a:pt x="79798" y="119"/>
                    <a:pt x="63974" y="119"/>
                  </a:cubicBezTo>
                  <a:cubicBezTo>
                    <a:pt x="32326" y="119"/>
                    <a:pt x="184" y="35523"/>
                    <a:pt x="184" y="71680"/>
                  </a:cubicBezTo>
                  <a:cubicBezTo>
                    <a:pt x="184" y="96036"/>
                    <a:pt x="16255" y="113361"/>
                    <a:pt x="37518" y="113361"/>
                  </a:cubicBezTo>
                  <a:cubicBezTo>
                    <a:pt x="51611" y="113361"/>
                    <a:pt x="63232" y="104322"/>
                    <a:pt x="68672" y="99551"/>
                  </a:cubicBezTo>
                  <a:cubicBezTo>
                    <a:pt x="68424" y="100304"/>
                    <a:pt x="60760" y="131942"/>
                    <a:pt x="59771" y="136210"/>
                  </a:cubicBezTo>
                  <a:cubicBezTo>
                    <a:pt x="56309" y="150020"/>
                    <a:pt x="56062" y="150271"/>
                    <a:pt x="40733" y="150522"/>
                  </a:cubicBezTo>
                  <a:cubicBezTo>
                    <a:pt x="37766" y="150522"/>
                    <a:pt x="34304" y="150522"/>
                    <a:pt x="34304" y="156046"/>
                  </a:cubicBezTo>
                  <a:cubicBezTo>
                    <a:pt x="34304" y="157553"/>
                    <a:pt x="35540" y="159561"/>
                    <a:pt x="38013" y="159561"/>
                  </a:cubicBezTo>
                  <a:cubicBezTo>
                    <a:pt x="46172" y="159561"/>
                    <a:pt x="55320" y="158557"/>
                    <a:pt x="63727" y="158557"/>
                  </a:cubicBezTo>
                  <a:cubicBezTo>
                    <a:pt x="72133" y="158557"/>
                    <a:pt x="82517" y="159561"/>
                    <a:pt x="90182" y="159561"/>
                  </a:cubicBezTo>
                  <a:cubicBezTo>
                    <a:pt x="92407" y="159561"/>
                    <a:pt x="95127" y="158808"/>
                    <a:pt x="95127" y="154037"/>
                  </a:cubicBezTo>
                  <a:cubicBezTo>
                    <a:pt x="95127" y="150522"/>
                    <a:pt x="91666" y="150522"/>
                    <a:pt x="88699" y="150522"/>
                  </a:cubicBezTo>
                  <a:cubicBezTo>
                    <a:pt x="83259" y="150522"/>
                    <a:pt x="76583" y="150522"/>
                    <a:pt x="76583" y="147509"/>
                  </a:cubicBezTo>
                  <a:cubicBezTo>
                    <a:pt x="76583" y="146756"/>
                    <a:pt x="76583" y="146254"/>
                    <a:pt x="77820" y="141985"/>
                  </a:cubicBezTo>
                  <a:lnTo>
                    <a:pt x="110951" y="7401"/>
                  </a:lnTo>
                  <a:close/>
                  <a:moveTo>
                    <a:pt x="73617" y="79213"/>
                  </a:moveTo>
                  <a:cubicBezTo>
                    <a:pt x="72380" y="83481"/>
                    <a:pt x="72380" y="83983"/>
                    <a:pt x="69166" y="88001"/>
                  </a:cubicBezTo>
                  <a:cubicBezTo>
                    <a:pt x="59523" y="99551"/>
                    <a:pt x="47903" y="106330"/>
                    <a:pt x="38260" y="106330"/>
                  </a:cubicBezTo>
                  <a:cubicBezTo>
                    <a:pt x="29112" y="106330"/>
                    <a:pt x="20211" y="99802"/>
                    <a:pt x="20211" y="81975"/>
                  </a:cubicBezTo>
                  <a:cubicBezTo>
                    <a:pt x="20211" y="68667"/>
                    <a:pt x="27381" y="41047"/>
                    <a:pt x="33068" y="31003"/>
                  </a:cubicBezTo>
                  <a:cubicBezTo>
                    <a:pt x="44441" y="10916"/>
                    <a:pt x="57051" y="7150"/>
                    <a:pt x="63974" y="7150"/>
                  </a:cubicBezTo>
                  <a:cubicBezTo>
                    <a:pt x="81281" y="7150"/>
                    <a:pt x="85979" y="26484"/>
                    <a:pt x="85979" y="28995"/>
                  </a:cubicBezTo>
                  <a:cubicBezTo>
                    <a:pt x="85979" y="30250"/>
                    <a:pt x="85484" y="31757"/>
                    <a:pt x="85237" y="32761"/>
                  </a:cubicBezTo>
                  <a:lnTo>
                    <a:pt x="73617" y="79213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403DD1B-EB34-12A8-E727-086055C13D4B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9886586" y="5975615"/>
              <a:ext cx="241595" cy="243916"/>
            </a:xfrm>
            <a:custGeom>
              <a:avLst/>
              <a:gdLst>
                <a:gd name="connsiteX0" fmla="*/ 241784 w 241595"/>
                <a:gd name="connsiteY0" fmla="*/ 145750 h 243916"/>
                <a:gd name="connsiteX1" fmla="*/ 225184 w 241595"/>
                <a:gd name="connsiteY1" fmla="*/ 145750 h 243916"/>
                <a:gd name="connsiteX2" fmla="*/ 142179 w 241595"/>
                <a:gd name="connsiteY2" fmla="*/ 227175 h 243916"/>
                <a:gd name="connsiteX3" fmla="*/ 88491 w 241595"/>
                <a:gd name="connsiteY3" fmla="*/ 227175 h 243916"/>
                <a:gd name="connsiteX4" fmla="*/ 88491 w 241595"/>
                <a:gd name="connsiteY4" fmla="*/ 126021 h 243916"/>
                <a:gd name="connsiteX5" fmla="*/ 107918 w 241595"/>
                <a:gd name="connsiteY5" fmla="*/ 126021 h 243916"/>
                <a:gd name="connsiteX6" fmla="*/ 145358 w 241595"/>
                <a:gd name="connsiteY6" fmla="*/ 167989 h 243916"/>
                <a:gd name="connsiteX7" fmla="*/ 161959 w 241595"/>
                <a:gd name="connsiteY7" fmla="*/ 167989 h 243916"/>
                <a:gd name="connsiteX8" fmla="*/ 161959 w 241595"/>
                <a:gd name="connsiteY8" fmla="*/ 67195 h 243916"/>
                <a:gd name="connsiteX9" fmla="*/ 145358 w 241595"/>
                <a:gd name="connsiteY9" fmla="*/ 67195 h 243916"/>
                <a:gd name="connsiteX10" fmla="*/ 107918 w 241595"/>
                <a:gd name="connsiteY10" fmla="*/ 109163 h 243916"/>
                <a:gd name="connsiteX11" fmla="*/ 88491 w 241595"/>
                <a:gd name="connsiteY11" fmla="*/ 109163 h 243916"/>
                <a:gd name="connsiteX12" fmla="*/ 88491 w 241595"/>
                <a:gd name="connsiteY12" fmla="*/ 16977 h 243916"/>
                <a:gd name="connsiteX13" fmla="*/ 142179 w 241595"/>
                <a:gd name="connsiteY13" fmla="*/ 16977 h 243916"/>
                <a:gd name="connsiteX14" fmla="*/ 213881 w 241595"/>
                <a:gd name="connsiteY14" fmla="*/ 86564 h 243916"/>
                <a:gd name="connsiteX15" fmla="*/ 230482 w 241595"/>
                <a:gd name="connsiteY15" fmla="*/ 86564 h 243916"/>
                <a:gd name="connsiteX16" fmla="*/ 219532 w 241595"/>
                <a:gd name="connsiteY16" fmla="*/ 118 h 243916"/>
                <a:gd name="connsiteX17" fmla="*/ 188 w 241595"/>
                <a:gd name="connsiteY17" fmla="*/ 118 h 243916"/>
                <a:gd name="connsiteX18" fmla="*/ 188 w 241595"/>
                <a:gd name="connsiteY18" fmla="*/ 16977 h 243916"/>
                <a:gd name="connsiteX19" fmla="*/ 38335 w 241595"/>
                <a:gd name="connsiteY19" fmla="*/ 16977 h 243916"/>
                <a:gd name="connsiteX20" fmla="*/ 38335 w 241595"/>
                <a:gd name="connsiteY20" fmla="*/ 227175 h 243916"/>
                <a:gd name="connsiteX21" fmla="*/ 188 w 241595"/>
                <a:gd name="connsiteY21" fmla="*/ 227175 h 243916"/>
                <a:gd name="connsiteX22" fmla="*/ 188 w 241595"/>
                <a:gd name="connsiteY22" fmla="*/ 244034 h 243916"/>
                <a:gd name="connsiteX23" fmla="*/ 225537 w 241595"/>
                <a:gd name="connsiteY23" fmla="*/ 244034 h 243916"/>
                <a:gd name="connsiteX24" fmla="*/ 241784 w 241595"/>
                <a:gd name="connsiteY24" fmla="*/ 145750 h 243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1595" h="243916">
                  <a:moveTo>
                    <a:pt x="241784" y="145750"/>
                  </a:moveTo>
                  <a:lnTo>
                    <a:pt x="225184" y="145750"/>
                  </a:lnTo>
                  <a:cubicBezTo>
                    <a:pt x="217413" y="195251"/>
                    <a:pt x="207523" y="227175"/>
                    <a:pt x="142179" y="227175"/>
                  </a:cubicBezTo>
                  <a:lnTo>
                    <a:pt x="88491" y="227175"/>
                  </a:lnTo>
                  <a:lnTo>
                    <a:pt x="88491" y="126021"/>
                  </a:lnTo>
                  <a:lnTo>
                    <a:pt x="107918" y="126021"/>
                  </a:lnTo>
                  <a:cubicBezTo>
                    <a:pt x="141826" y="126021"/>
                    <a:pt x="145358" y="141446"/>
                    <a:pt x="145358" y="167989"/>
                  </a:cubicBezTo>
                  <a:lnTo>
                    <a:pt x="161959" y="167989"/>
                  </a:lnTo>
                  <a:lnTo>
                    <a:pt x="161959" y="67195"/>
                  </a:lnTo>
                  <a:lnTo>
                    <a:pt x="145358" y="67195"/>
                  </a:lnTo>
                  <a:cubicBezTo>
                    <a:pt x="145358" y="93738"/>
                    <a:pt x="142179" y="109163"/>
                    <a:pt x="107918" y="109163"/>
                  </a:cubicBezTo>
                  <a:lnTo>
                    <a:pt x="88491" y="109163"/>
                  </a:lnTo>
                  <a:lnTo>
                    <a:pt x="88491" y="16977"/>
                  </a:lnTo>
                  <a:lnTo>
                    <a:pt x="142179" y="16977"/>
                  </a:lnTo>
                  <a:cubicBezTo>
                    <a:pt x="199046" y="16977"/>
                    <a:pt x="208229" y="43162"/>
                    <a:pt x="213881" y="86564"/>
                  </a:cubicBezTo>
                  <a:lnTo>
                    <a:pt x="230482" y="86564"/>
                  </a:lnTo>
                  <a:lnTo>
                    <a:pt x="219532" y="118"/>
                  </a:lnTo>
                  <a:lnTo>
                    <a:pt x="188" y="118"/>
                  </a:lnTo>
                  <a:lnTo>
                    <a:pt x="188" y="16977"/>
                  </a:lnTo>
                  <a:lnTo>
                    <a:pt x="38335" y="16977"/>
                  </a:lnTo>
                  <a:lnTo>
                    <a:pt x="38335" y="227175"/>
                  </a:lnTo>
                  <a:lnTo>
                    <a:pt x="188" y="227175"/>
                  </a:lnTo>
                  <a:lnTo>
                    <a:pt x="188" y="244034"/>
                  </a:lnTo>
                  <a:lnTo>
                    <a:pt x="225537" y="244034"/>
                  </a:lnTo>
                  <a:lnTo>
                    <a:pt x="241784" y="145750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7C26AE75-F02A-612A-F944-D2B028F1ED94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10501368" y="5973462"/>
              <a:ext cx="402659" cy="248937"/>
            </a:xfrm>
            <a:custGeom>
              <a:avLst/>
              <a:gdLst>
                <a:gd name="connsiteX0" fmla="*/ 369311 w 402659"/>
                <a:gd name="connsiteY0" fmla="*/ 25585 h 248937"/>
                <a:gd name="connsiteX1" fmla="*/ 382733 w 402659"/>
                <a:gd name="connsiteY1" fmla="*/ 17694 h 248937"/>
                <a:gd name="connsiteX2" fmla="*/ 402866 w 402659"/>
                <a:gd name="connsiteY2" fmla="*/ 16977 h 248937"/>
                <a:gd name="connsiteX3" fmla="*/ 402866 w 402659"/>
                <a:gd name="connsiteY3" fmla="*/ 118 h 248937"/>
                <a:gd name="connsiteX4" fmla="*/ 365072 w 402659"/>
                <a:gd name="connsiteY4" fmla="*/ 1194 h 248937"/>
                <a:gd name="connsiteX5" fmla="*/ 317036 w 402659"/>
                <a:gd name="connsiteY5" fmla="*/ 118 h 248937"/>
                <a:gd name="connsiteX6" fmla="*/ 317036 w 402659"/>
                <a:gd name="connsiteY6" fmla="*/ 16977 h 248937"/>
                <a:gd name="connsiteX7" fmla="*/ 353063 w 402659"/>
                <a:gd name="connsiteY7" fmla="*/ 20922 h 248937"/>
                <a:gd name="connsiteX8" fmla="*/ 292311 w 402659"/>
                <a:gd name="connsiteY8" fmla="*/ 181261 h 248937"/>
                <a:gd name="connsiteX9" fmla="*/ 229793 w 402659"/>
                <a:gd name="connsiteY9" fmla="*/ 16977 h 248937"/>
                <a:gd name="connsiteX10" fmla="*/ 263701 w 402659"/>
                <a:gd name="connsiteY10" fmla="*/ 16977 h 248937"/>
                <a:gd name="connsiteX11" fmla="*/ 263701 w 402659"/>
                <a:gd name="connsiteY11" fmla="*/ 118 h 248937"/>
                <a:gd name="connsiteX12" fmla="*/ 201889 w 402659"/>
                <a:gd name="connsiteY12" fmla="*/ 1194 h 248937"/>
                <a:gd name="connsiteX13" fmla="*/ 147848 w 402659"/>
                <a:gd name="connsiteY13" fmla="*/ 118 h 248937"/>
                <a:gd name="connsiteX14" fmla="*/ 147848 w 402659"/>
                <a:gd name="connsiteY14" fmla="*/ 16977 h 248937"/>
                <a:gd name="connsiteX15" fmla="*/ 178224 w 402659"/>
                <a:gd name="connsiteY15" fmla="*/ 16977 h 248937"/>
                <a:gd name="connsiteX16" fmla="*/ 192706 w 402659"/>
                <a:gd name="connsiteY16" fmla="*/ 54999 h 248937"/>
                <a:gd name="connsiteX17" fmla="*/ 144669 w 402659"/>
                <a:gd name="connsiteY17" fmla="*/ 181261 h 248937"/>
                <a:gd name="connsiteX18" fmla="*/ 82151 w 402659"/>
                <a:gd name="connsiteY18" fmla="*/ 16977 h 248937"/>
                <a:gd name="connsiteX19" fmla="*/ 116059 w 402659"/>
                <a:gd name="connsiteY19" fmla="*/ 16977 h 248937"/>
                <a:gd name="connsiteX20" fmla="*/ 116059 w 402659"/>
                <a:gd name="connsiteY20" fmla="*/ 118 h 248937"/>
                <a:gd name="connsiteX21" fmla="*/ 54247 w 402659"/>
                <a:gd name="connsiteY21" fmla="*/ 1194 h 248937"/>
                <a:gd name="connsiteX22" fmla="*/ 206 w 402659"/>
                <a:gd name="connsiteY22" fmla="*/ 118 h 248937"/>
                <a:gd name="connsiteX23" fmla="*/ 206 w 402659"/>
                <a:gd name="connsiteY23" fmla="*/ 16977 h 248937"/>
                <a:gd name="connsiteX24" fmla="*/ 30582 w 402659"/>
                <a:gd name="connsiteY24" fmla="*/ 16977 h 248937"/>
                <a:gd name="connsiteX25" fmla="*/ 115353 w 402659"/>
                <a:gd name="connsiteY25" fmla="*/ 239729 h 248937"/>
                <a:gd name="connsiteX26" fmla="*/ 127715 w 402659"/>
                <a:gd name="connsiteY26" fmla="*/ 249056 h 248937"/>
                <a:gd name="connsiteX27" fmla="*/ 140077 w 402659"/>
                <a:gd name="connsiteY27" fmla="*/ 239729 h 248937"/>
                <a:gd name="connsiteX28" fmla="*/ 201536 w 402659"/>
                <a:gd name="connsiteY28" fmla="*/ 78314 h 248937"/>
                <a:gd name="connsiteX29" fmla="*/ 262995 w 402659"/>
                <a:gd name="connsiteY29" fmla="*/ 239729 h 248937"/>
                <a:gd name="connsiteX30" fmla="*/ 275357 w 402659"/>
                <a:gd name="connsiteY30" fmla="*/ 249056 h 248937"/>
                <a:gd name="connsiteX31" fmla="*/ 287719 w 402659"/>
                <a:gd name="connsiteY31" fmla="*/ 239729 h 248937"/>
                <a:gd name="connsiteX32" fmla="*/ 369311 w 402659"/>
                <a:gd name="connsiteY32" fmla="*/ 25585 h 248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2659" h="248937">
                  <a:moveTo>
                    <a:pt x="369311" y="25585"/>
                  </a:moveTo>
                  <a:cubicBezTo>
                    <a:pt x="371430" y="19488"/>
                    <a:pt x="371783" y="18770"/>
                    <a:pt x="382733" y="17694"/>
                  </a:cubicBezTo>
                  <a:cubicBezTo>
                    <a:pt x="389797" y="16977"/>
                    <a:pt x="397215" y="16977"/>
                    <a:pt x="402866" y="16977"/>
                  </a:cubicBezTo>
                  <a:lnTo>
                    <a:pt x="402866" y="118"/>
                  </a:lnTo>
                  <a:cubicBezTo>
                    <a:pt x="393329" y="476"/>
                    <a:pt x="380967" y="1194"/>
                    <a:pt x="365072" y="1194"/>
                  </a:cubicBezTo>
                  <a:cubicBezTo>
                    <a:pt x="351650" y="1194"/>
                    <a:pt x="329751" y="1194"/>
                    <a:pt x="317036" y="118"/>
                  </a:cubicBezTo>
                  <a:lnTo>
                    <a:pt x="317036" y="16977"/>
                  </a:lnTo>
                  <a:cubicBezTo>
                    <a:pt x="325866" y="16977"/>
                    <a:pt x="342820" y="16977"/>
                    <a:pt x="353063" y="20922"/>
                  </a:cubicBezTo>
                  <a:lnTo>
                    <a:pt x="292311" y="181261"/>
                  </a:lnTo>
                  <a:lnTo>
                    <a:pt x="229793" y="16977"/>
                  </a:lnTo>
                  <a:lnTo>
                    <a:pt x="263701" y="16977"/>
                  </a:lnTo>
                  <a:lnTo>
                    <a:pt x="263701" y="118"/>
                  </a:lnTo>
                  <a:cubicBezTo>
                    <a:pt x="250279" y="1194"/>
                    <a:pt x="217077" y="1194"/>
                    <a:pt x="201889" y="1194"/>
                  </a:cubicBezTo>
                  <a:cubicBezTo>
                    <a:pt x="188114" y="1194"/>
                    <a:pt x="160210" y="1194"/>
                    <a:pt x="147848" y="118"/>
                  </a:cubicBezTo>
                  <a:lnTo>
                    <a:pt x="147848" y="16977"/>
                  </a:lnTo>
                  <a:lnTo>
                    <a:pt x="178224" y="16977"/>
                  </a:lnTo>
                  <a:lnTo>
                    <a:pt x="192706" y="54999"/>
                  </a:lnTo>
                  <a:lnTo>
                    <a:pt x="144669" y="181261"/>
                  </a:lnTo>
                  <a:lnTo>
                    <a:pt x="82151" y="16977"/>
                  </a:lnTo>
                  <a:lnTo>
                    <a:pt x="116059" y="16977"/>
                  </a:lnTo>
                  <a:lnTo>
                    <a:pt x="116059" y="118"/>
                  </a:lnTo>
                  <a:cubicBezTo>
                    <a:pt x="102637" y="1194"/>
                    <a:pt x="69435" y="1194"/>
                    <a:pt x="54247" y="1194"/>
                  </a:cubicBezTo>
                  <a:cubicBezTo>
                    <a:pt x="40472" y="1194"/>
                    <a:pt x="12568" y="1194"/>
                    <a:pt x="206" y="118"/>
                  </a:cubicBezTo>
                  <a:lnTo>
                    <a:pt x="206" y="16977"/>
                  </a:lnTo>
                  <a:lnTo>
                    <a:pt x="30582" y="16977"/>
                  </a:lnTo>
                  <a:lnTo>
                    <a:pt x="115353" y="239729"/>
                  </a:lnTo>
                  <a:cubicBezTo>
                    <a:pt x="117472" y="245469"/>
                    <a:pt x="118885" y="249056"/>
                    <a:pt x="127715" y="249056"/>
                  </a:cubicBezTo>
                  <a:cubicBezTo>
                    <a:pt x="136545" y="249056"/>
                    <a:pt x="137958" y="245469"/>
                    <a:pt x="140077" y="239729"/>
                  </a:cubicBezTo>
                  <a:lnTo>
                    <a:pt x="201536" y="78314"/>
                  </a:lnTo>
                  <a:lnTo>
                    <a:pt x="262995" y="239729"/>
                  </a:lnTo>
                  <a:cubicBezTo>
                    <a:pt x="265114" y="245469"/>
                    <a:pt x="266527" y="249056"/>
                    <a:pt x="275357" y="249056"/>
                  </a:cubicBezTo>
                  <a:cubicBezTo>
                    <a:pt x="284187" y="249056"/>
                    <a:pt x="285600" y="245469"/>
                    <a:pt x="287719" y="239729"/>
                  </a:cubicBezTo>
                  <a:lnTo>
                    <a:pt x="369311" y="25585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3131D159-A330-3D87-7931-11ACFD9B62DD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10927899" y="6162604"/>
              <a:ext cx="111261" cy="159442"/>
            </a:xfrm>
            <a:custGeom>
              <a:avLst/>
              <a:gdLst>
                <a:gd name="connsiteX0" fmla="*/ 110985 w 111261"/>
                <a:gd name="connsiteY0" fmla="*/ 7401 h 159442"/>
                <a:gd name="connsiteX1" fmla="*/ 111479 w 111261"/>
                <a:gd name="connsiteY1" fmla="*/ 3635 h 159442"/>
                <a:gd name="connsiteX2" fmla="*/ 108265 w 111261"/>
                <a:gd name="connsiteY2" fmla="*/ 119 h 159442"/>
                <a:gd name="connsiteX3" fmla="*/ 90463 w 111261"/>
                <a:gd name="connsiteY3" fmla="*/ 16691 h 159442"/>
                <a:gd name="connsiteX4" fmla="*/ 64008 w 111261"/>
                <a:gd name="connsiteY4" fmla="*/ 119 h 159442"/>
                <a:gd name="connsiteX5" fmla="*/ 218 w 111261"/>
                <a:gd name="connsiteY5" fmla="*/ 71680 h 159442"/>
                <a:gd name="connsiteX6" fmla="*/ 37552 w 111261"/>
                <a:gd name="connsiteY6" fmla="*/ 113361 h 159442"/>
                <a:gd name="connsiteX7" fmla="*/ 68705 w 111261"/>
                <a:gd name="connsiteY7" fmla="*/ 99551 h 159442"/>
                <a:gd name="connsiteX8" fmla="*/ 59804 w 111261"/>
                <a:gd name="connsiteY8" fmla="*/ 136210 h 159442"/>
                <a:gd name="connsiteX9" fmla="*/ 40766 w 111261"/>
                <a:gd name="connsiteY9" fmla="*/ 150522 h 159442"/>
                <a:gd name="connsiteX10" fmla="*/ 34338 w 111261"/>
                <a:gd name="connsiteY10" fmla="*/ 156046 h 159442"/>
                <a:gd name="connsiteX11" fmla="*/ 38047 w 111261"/>
                <a:gd name="connsiteY11" fmla="*/ 159561 h 159442"/>
                <a:gd name="connsiteX12" fmla="*/ 63760 w 111261"/>
                <a:gd name="connsiteY12" fmla="*/ 158557 h 159442"/>
                <a:gd name="connsiteX13" fmla="*/ 90216 w 111261"/>
                <a:gd name="connsiteY13" fmla="*/ 159561 h 159442"/>
                <a:gd name="connsiteX14" fmla="*/ 95161 w 111261"/>
                <a:gd name="connsiteY14" fmla="*/ 154037 h 159442"/>
                <a:gd name="connsiteX15" fmla="*/ 88732 w 111261"/>
                <a:gd name="connsiteY15" fmla="*/ 150522 h 159442"/>
                <a:gd name="connsiteX16" fmla="*/ 76617 w 111261"/>
                <a:gd name="connsiteY16" fmla="*/ 147509 h 159442"/>
                <a:gd name="connsiteX17" fmla="*/ 77853 w 111261"/>
                <a:gd name="connsiteY17" fmla="*/ 141985 h 159442"/>
                <a:gd name="connsiteX18" fmla="*/ 110985 w 111261"/>
                <a:gd name="connsiteY18" fmla="*/ 7401 h 159442"/>
                <a:gd name="connsiteX19" fmla="*/ 73650 w 111261"/>
                <a:gd name="connsiteY19" fmla="*/ 79213 h 159442"/>
                <a:gd name="connsiteX20" fmla="*/ 69200 w 111261"/>
                <a:gd name="connsiteY20" fmla="*/ 88001 h 159442"/>
                <a:gd name="connsiteX21" fmla="*/ 38294 w 111261"/>
                <a:gd name="connsiteY21" fmla="*/ 106330 h 159442"/>
                <a:gd name="connsiteX22" fmla="*/ 20245 w 111261"/>
                <a:gd name="connsiteY22" fmla="*/ 81975 h 159442"/>
                <a:gd name="connsiteX23" fmla="*/ 33102 w 111261"/>
                <a:gd name="connsiteY23" fmla="*/ 31003 h 159442"/>
                <a:gd name="connsiteX24" fmla="*/ 64008 w 111261"/>
                <a:gd name="connsiteY24" fmla="*/ 7150 h 159442"/>
                <a:gd name="connsiteX25" fmla="*/ 86013 w 111261"/>
                <a:gd name="connsiteY25" fmla="*/ 28995 h 159442"/>
                <a:gd name="connsiteX26" fmla="*/ 85271 w 111261"/>
                <a:gd name="connsiteY26" fmla="*/ 32761 h 159442"/>
                <a:gd name="connsiteX27" fmla="*/ 73650 w 111261"/>
                <a:gd name="connsiteY27" fmla="*/ 79213 h 159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1261" h="159442">
                  <a:moveTo>
                    <a:pt x="110985" y="7401"/>
                  </a:moveTo>
                  <a:cubicBezTo>
                    <a:pt x="111232" y="6396"/>
                    <a:pt x="111479" y="4890"/>
                    <a:pt x="111479" y="3635"/>
                  </a:cubicBezTo>
                  <a:cubicBezTo>
                    <a:pt x="111479" y="2128"/>
                    <a:pt x="110490" y="119"/>
                    <a:pt x="108265" y="119"/>
                  </a:cubicBezTo>
                  <a:cubicBezTo>
                    <a:pt x="105792" y="119"/>
                    <a:pt x="95408" y="8656"/>
                    <a:pt x="90463" y="16691"/>
                  </a:cubicBezTo>
                  <a:cubicBezTo>
                    <a:pt x="87991" y="11669"/>
                    <a:pt x="79831" y="119"/>
                    <a:pt x="64008" y="119"/>
                  </a:cubicBezTo>
                  <a:cubicBezTo>
                    <a:pt x="32360" y="119"/>
                    <a:pt x="218" y="35523"/>
                    <a:pt x="218" y="71680"/>
                  </a:cubicBezTo>
                  <a:cubicBezTo>
                    <a:pt x="218" y="96036"/>
                    <a:pt x="16289" y="113361"/>
                    <a:pt x="37552" y="113361"/>
                  </a:cubicBezTo>
                  <a:cubicBezTo>
                    <a:pt x="51645" y="113361"/>
                    <a:pt x="63266" y="104322"/>
                    <a:pt x="68705" y="99551"/>
                  </a:cubicBezTo>
                  <a:cubicBezTo>
                    <a:pt x="68458" y="100304"/>
                    <a:pt x="60793" y="131942"/>
                    <a:pt x="59804" y="136210"/>
                  </a:cubicBezTo>
                  <a:cubicBezTo>
                    <a:pt x="56343" y="150020"/>
                    <a:pt x="56096" y="150271"/>
                    <a:pt x="40766" y="150522"/>
                  </a:cubicBezTo>
                  <a:cubicBezTo>
                    <a:pt x="37799" y="150522"/>
                    <a:pt x="34338" y="150522"/>
                    <a:pt x="34338" y="156046"/>
                  </a:cubicBezTo>
                  <a:cubicBezTo>
                    <a:pt x="34338" y="157553"/>
                    <a:pt x="35574" y="159561"/>
                    <a:pt x="38047" y="159561"/>
                  </a:cubicBezTo>
                  <a:cubicBezTo>
                    <a:pt x="46206" y="159561"/>
                    <a:pt x="55354" y="158557"/>
                    <a:pt x="63760" y="158557"/>
                  </a:cubicBezTo>
                  <a:cubicBezTo>
                    <a:pt x="72167" y="158557"/>
                    <a:pt x="82551" y="159561"/>
                    <a:pt x="90216" y="159561"/>
                  </a:cubicBezTo>
                  <a:cubicBezTo>
                    <a:pt x="92441" y="159561"/>
                    <a:pt x="95161" y="158808"/>
                    <a:pt x="95161" y="154037"/>
                  </a:cubicBezTo>
                  <a:cubicBezTo>
                    <a:pt x="95161" y="150522"/>
                    <a:pt x="91699" y="150522"/>
                    <a:pt x="88732" y="150522"/>
                  </a:cubicBezTo>
                  <a:cubicBezTo>
                    <a:pt x="83293" y="150522"/>
                    <a:pt x="76617" y="150522"/>
                    <a:pt x="76617" y="147509"/>
                  </a:cubicBezTo>
                  <a:cubicBezTo>
                    <a:pt x="76617" y="146756"/>
                    <a:pt x="76617" y="146254"/>
                    <a:pt x="77853" y="141985"/>
                  </a:cubicBezTo>
                  <a:lnTo>
                    <a:pt x="110985" y="7401"/>
                  </a:lnTo>
                  <a:close/>
                  <a:moveTo>
                    <a:pt x="73650" y="79213"/>
                  </a:moveTo>
                  <a:cubicBezTo>
                    <a:pt x="72414" y="83481"/>
                    <a:pt x="72414" y="83983"/>
                    <a:pt x="69200" y="88001"/>
                  </a:cubicBezTo>
                  <a:cubicBezTo>
                    <a:pt x="59557" y="99551"/>
                    <a:pt x="47937" y="106330"/>
                    <a:pt x="38294" y="106330"/>
                  </a:cubicBezTo>
                  <a:cubicBezTo>
                    <a:pt x="29146" y="106330"/>
                    <a:pt x="20245" y="99802"/>
                    <a:pt x="20245" y="81975"/>
                  </a:cubicBezTo>
                  <a:cubicBezTo>
                    <a:pt x="20245" y="68667"/>
                    <a:pt x="27415" y="41047"/>
                    <a:pt x="33102" y="31003"/>
                  </a:cubicBezTo>
                  <a:cubicBezTo>
                    <a:pt x="44475" y="10916"/>
                    <a:pt x="57085" y="7150"/>
                    <a:pt x="64008" y="7150"/>
                  </a:cubicBezTo>
                  <a:cubicBezTo>
                    <a:pt x="81315" y="7150"/>
                    <a:pt x="86013" y="26484"/>
                    <a:pt x="86013" y="28995"/>
                  </a:cubicBezTo>
                  <a:cubicBezTo>
                    <a:pt x="86013" y="30250"/>
                    <a:pt x="85518" y="31757"/>
                    <a:pt x="85271" y="32761"/>
                  </a:cubicBezTo>
                  <a:lnTo>
                    <a:pt x="73650" y="79213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40C3C04-BA98-3209-6AD1-1BDE05A17845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11196234" y="6025833"/>
              <a:ext cx="176605" cy="208046"/>
            </a:xfrm>
            <a:custGeom>
              <a:avLst/>
              <a:gdLst>
                <a:gd name="connsiteX0" fmla="*/ 164468 w 176605"/>
                <a:gd name="connsiteY0" fmla="*/ 111315 h 208046"/>
                <a:gd name="connsiteX1" fmla="*/ 176830 w 176605"/>
                <a:gd name="connsiteY1" fmla="*/ 104141 h 208046"/>
                <a:gd name="connsiteX2" fmla="*/ 164468 w 176605"/>
                <a:gd name="connsiteY2" fmla="*/ 96967 h 208046"/>
                <a:gd name="connsiteX3" fmla="*/ 14707 w 176605"/>
                <a:gd name="connsiteY3" fmla="*/ 96967 h 208046"/>
                <a:gd name="connsiteX4" fmla="*/ 109367 w 176605"/>
                <a:gd name="connsiteY4" fmla="*/ 14466 h 208046"/>
                <a:gd name="connsiteX5" fmla="*/ 164468 w 176605"/>
                <a:gd name="connsiteY5" fmla="*/ 14466 h 208046"/>
                <a:gd name="connsiteX6" fmla="*/ 176830 w 176605"/>
                <a:gd name="connsiteY6" fmla="*/ 7292 h 208046"/>
                <a:gd name="connsiteX7" fmla="*/ 164468 w 176605"/>
                <a:gd name="connsiteY7" fmla="*/ 118 h 208046"/>
                <a:gd name="connsiteX8" fmla="*/ 108661 w 176605"/>
                <a:gd name="connsiteY8" fmla="*/ 118 h 208046"/>
                <a:gd name="connsiteX9" fmla="*/ 225 w 176605"/>
                <a:gd name="connsiteY9" fmla="*/ 104141 h 208046"/>
                <a:gd name="connsiteX10" fmla="*/ 108661 w 176605"/>
                <a:gd name="connsiteY10" fmla="*/ 208164 h 208046"/>
                <a:gd name="connsiteX11" fmla="*/ 164468 w 176605"/>
                <a:gd name="connsiteY11" fmla="*/ 208164 h 208046"/>
                <a:gd name="connsiteX12" fmla="*/ 176830 w 176605"/>
                <a:gd name="connsiteY12" fmla="*/ 200990 h 208046"/>
                <a:gd name="connsiteX13" fmla="*/ 164468 w 176605"/>
                <a:gd name="connsiteY13" fmla="*/ 193816 h 208046"/>
                <a:gd name="connsiteX14" fmla="*/ 109367 w 176605"/>
                <a:gd name="connsiteY14" fmla="*/ 193816 h 208046"/>
                <a:gd name="connsiteX15" fmla="*/ 14707 w 176605"/>
                <a:gd name="connsiteY15" fmla="*/ 111315 h 208046"/>
                <a:gd name="connsiteX16" fmla="*/ 164468 w 176605"/>
                <a:gd name="connsiteY16" fmla="*/ 111315 h 20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6605" h="208046">
                  <a:moveTo>
                    <a:pt x="164468" y="111315"/>
                  </a:moveTo>
                  <a:cubicBezTo>
                    <a:pt x="170472" y="111315"/>
                    <a:pt x="176830" y="111315"/>
                    <a:pt x="176830" y="104141"/>
                  </a:cubicBezTo>
                  <a:cubicBezTo>
                    <a:pt x="176830" y="96967"/>
                    <a:pt x="170472" y="96967"/>
                    <a:pt x="164468" y="96967"/>
                  </a:cubicBezTo>
                  <a:lnTo>
                    <a:pt x="14707" y="96967"/>
                  </a:lnTo>
                  <a:cubicBezTo>
                    <a:pt x="18945" y="48901"/>
                    <a:pt x="59564" y="14466"/>
                    <a:pt x="109367" y="14466"/>
                  </a:cubicBezTo>
                  <a:lnTo>
                    <a:pt x="164468" y="14466"/>
                  </a:lnTo>
                  <a:cubicBezTo>
                    <a:pt x="170472" y="14466"/>
                    <a:pt x="176830" y="14466"/>
                    <a:pt x="176830" y="7292"/>
                  </a:cubicBezTo>
                  <a:cubicBezTo>
                    <a:pt x="176830" y="118"/>
                    <a:pt x="170472" y="118"/>
                    <a:pt x="164468" y="118"/>
                  </a:cubicBezTo>
                  <a:lnTo>
                    <a:pt x="108661" y="118"/>
                  </a:lnTo>
                  <a:cubicBezTo>
                    <a:pt x="48262" y="118"/>
                    <a:pt x="225" y="46749"/>
                    <a:pt x="225" y="104141"/>
                  </a:cubicBezTo>
                  <a:cubicBezTo>
                    <a:pt x="225" y="161533"/>
                    <a:pt x="48262" y="208164"/>
                    <a:pt x="108661" y="208164"/>
                  </a:cubicBezTo>
                  <a:lnTo>
                    <a:pt x="164468" y="208164"/>
                  </a:lnTo>
                  <a:cubicBezTo>
                    <a:pt x="170472" y="208164"/>
                    <a:pt x="176830" y="208164"/>
                    <a:pt x="176830" y="200990"/>
                  </a:cubicBezTo>
                  <a:cubicBezTo>
                    <a:pt x="176830" y="193816"/>
                    <a:pt x="170472" y="193816"/>
                    <a:pt x="164468" y="193816"/>
                  </a:cubicBezTo>
                  <a:lnTo>
                    <a:pt x="109367" y="193816"/>
                  </a:lnTo>
                  <a:cubicBezTo>
                    <a:pt x="59564" y="193816"/>
                    <a:pt x="18945" y="159381"/>
                    <a:pt x="14707" y="111315"/>
                  </a:cubicBezTo>
                  <a:lnTo>
                    <a:pt x="164468" y="111315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EFC563F-2AED-9CE6-506A-239715905369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11506155" y="5973821"/>
              <a:ext cx="242655" cy="245709"/>
            </a:xfrm>
            <a:custGeom>
              <a:avLst/>
              <a:gdLst>
                <a:gd name="connsiteX0" fmla="*/ 89243 w 242655"/>
                <a:gd name="connsiteY0" fmla="*/ 133195 h 245709"/>
                <a:gd name="connsiteX1" fmla="*/ 101959 w 242655"/>
                <a:gd name="connsiteY1" fmla="*/ 133195 h 245709"/>
                <a:gd name="connsiteX2" fmla="*/ 154941 w 242655"/>
                <a:gd name="connsiteY2" fmla="*/ 216414 h 245709"/>
                <a:gd name="connsiteX3" fmla="*/ 170835 w 242655"/>
                <a:gd name="connsiteY3" fmla="*/ 241523 h 245709"/>
                <a:gd name="connsiteX4" fmla="*/ 182491 w 242655"/>
                <a:gd name="connsiteY4" fmla="*/ 245827 h 245709"/>
                <a:gd name="connsiteX5" fmla="*/ 231234 w 242655"/>
                <a:gd name="connsiteY5" fmla="*/ 245827 h 245709"/>
                <a:gd name="connsiteX6" fmla="*/ 242890 w 242655"/>
                <a:gd name="connsiteY6" fmla="*/ 239371 h 245709"/>
                <a:gd name="connsiteX7" fmla="*/ 237592 w 242655"/>
                <a:gd name="connsiteY7" fmla="*/ 233273 h 245709"/>
                <a:gd name="connsiteX8" fmla="*/ 198739 w 242655"/>
                <a:gd name="connsiteY8" fmla="*/ 195251 h 245709"/>
                <a:gd name="connsiteX9" fmla="*/ 154941 w 242655"/>
                <a:gd name="connsiteY9" fmla="*/ 129250 h 245709"/>
                <a:gd name="connsiteX10" fmla="*/ 216752 w 242655"/>
                <a:gd name="connsiteY10" fmla="*/ 67195 h 245709"/>
                <a:gd name="connsiteX11" fmla="*/ 123152 w 242655"/>
                <a:gd name="connsiteY11" fmla="*/ 118 h 245709"/>
                <a:gd name="connsiteX12" fmla="*/ 12244 w 242655"/>
                <a:gd name="connsiteY12" fmla="*/ 118 h 245709"/>
                <a:gd name="connsiteX13" fmla="*/ 234 w 242655"/>
                <a:gd name="connsiteY13" fmla="*/ 6574 h 245709"/>
                <a:gd name="connsiteX14" fmla="*/ 9771 w 242655"/>
                <a:gd name="connsiteY14" fmla="*/ 12672 h 245709"/>
                <a:gd name="connsiteX15" fmla="*/ 31670 w 242655"/>
                <a:gd name="connsiteY15" fmla="*/ 33118 h 245709"/>
                <a:gd name="connsiteX16" fmla="*/ 31670 w 242655"/>
                <a:gd name="connsiteY16" fmla="*/ 212827 h 245709"/>
                <a:gd name="connsiteX17" fmla="*/ 9771 w 242655"/>
                <a:gd name="connsiteY17" fmla="*/ 233273 h 245709"/>
                <a:gd name="connsiteX18" fmla="*/ 234 w 242655"/>
                <a:gd name="connsiteY18" fmla="*/ 239371 h 245709"/>
                <a:gd name="connsiteX19" fmla="*/ 12244 w 242655"/>
                <a:gd name="connsiteY19" fmla="*/ 245827 h 245709"/>
                <a:gd name="connsiteX20" fmla="*/ 109023 w 242655"/>
                <a:gd name="connsiteY20" fmla="*/ 245827 h 245709"/>
                <a:gd name="connsiteX21" fmla="*/ 120679 w 242655"/>
                <a:gd name="connsiteY21" fmla="*/ 239371 h 245709"/>
                <a:gd name="connsiteX22" fmla="*/ 110789 w 242655"/>
                <a:gd name="connsiteY22" fmla="*/ 233273 h 245709"/>
                <a:gd name="connsiteX23" fmla="*/ 89243 w 242655"/>
                <a:gd name="connsiteY23" fmla="*/ 212827 h 245709"/>
                <a:gd name="connsiteX24" fmla="*/ 89243 w 242655"/>
                <a:gd name="connsiteY24" fmla="*/ 133195 h 245709"/>
                <a:gd name="connsiteX25" fmla="*/ 157413 w 242655"/>
                <a:gd name="connsiteY25" fmla="*/ 115619 h 245709"/>
                <a:gd name="connsiteX26" fmla="*/ 168363 w 242655"/>
                <a:gd name="connsiteY26" fmla="*/ 67553 h 245709"/>
                <a:gd name="connsiteX27" fmla="*/ 154941 w 242655"/>
                <a:gd name="connsiteY27" fmla="*/ 16618 h 245709"/>
                <a:gd name="connsiteX28" fmla="*/ 204390 w 242655"/>
                <a:gd name="connsiteY28" fmla="*/ 67195 h 245709"/>
                <a:gd name="connsiteX29" fmla="*/ 157413 w 242655"/>
                <a:gd name="connsiteY29" fmla="*/ 115619 h 245709"/>
                <a:gd name="connsiteX30" fmla="*/ 89243 w 242655"/>
                <a:gd name="connsiteY30" fmla="*/ 32042 h 245709"/>
                <a:gd name="connsiteX31" fmla="*/ 111142 w 242655"/>
                <a:gd name="connsiteY31" fmla="*/ 12672 h 245709"/>
                <a:gd name="connsiteX32" fmla="*/ 156000 w 242655"/>
                <a:gd name="connsiteY32" fmla="*/ 67553 h 245709"/>
                <a:gd name="connsiteX33" fmla="*/ 89243 w 242655"/>
                <a:gd name="connsiteY33" fmla="*/ 120641 h 245709"/>
                <a:gd name="connsiteX34" fmla="*/ 89243 w 242655"/>
                <a:gd name="connsiteY34" fmla="*/ 32042 h 245709"/>
                <a:gd name="connsiteX35" fmla="*/ 41207 w 242655"/>
                <a:gd name="connsiteY35" fmla="*/ 233273 h 245709"/>
                <a:gd name="connsiteX36" fmla="*/ 44032 w 242655"/>
                <a:gd name="connsiteY36" fmla="*/ 213544 h 245709"/>
                <a:gd name="connsiteX37" fmla="*/ 44032 w 242655"/>
                <a:gd name="connsiteY37" fmla="*/ 32401 h 245709"/>
                <a:gd name="connsiteX38" fmla="*/ 41207 w 242655"/>
                <a:gd name="connsiteY38" fmla="*/ 12672 h 245709"/>
                <a:gd name="connsiteX39" fmla="*/ 81473 w 242655"/>
                <a:gd name="connsiteY39" fmla="*/ 12672 h 245709"/>
                <a:gd name="connsiteX40" fmla="*/ 76881 w 242655"/>
                <a:gd name="connsiteY40" fmla="*/ 30966 h 245709"/>
                <a:gd name="connsiteX41" fmla="*/ 76881 w 242655"/>
                <a:gd name="connsiteY41" fmla="*/ 213544 h 245709"/>
                <a:gd name="connsiteX42" fmla="*/ 79707 w 242655"/>
                <a:gd name="connsiteY42" fmla="*/ 233273 h 245709"/>
                <a:gd name="connsiteX43" fmla="*/ 41207 w 242655"/>
                <a:gd name="connsiteY43" fmla="*/ 233273 h 245709"/>
                <a:gd name="connsiteX44" fmla="*/ 116441 w 242655"/>
                <a:gd name="connsiteY44" fmla="*/ 133195 h 245709"/>
                <a:gd name="connsiteX45" fmla="*/ 123152 w 242655"/>
                <a:gd name="connsiteY45" fmla="*/ 132478 h 245709"/>
                <a:gd name="connsiteX46" fmla="*/ 141519 w 242655"/>
                <a:gd name="connsiteY46" fmla="*/ 131043 h 245709"/>
                <a:gd name="connsiteX47" fmla="*/ 214280 w 242655"/>
                <a:gd name="connsiteY47" fmla="*/ 233273 h 245709"/>
                <a:gd name="connsiteX48" fmla="*/ 180019 w 242655"/>
                <a:gd name="connsiteY48" fmla="*/ 233273 h 245709"/>
                <a:gd name="connsiteX49" fmla="*/ 116441 w 242655"/>
                <a:gd name="connsiteY49" fmla="*/ 133195 h 245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2655" h="245709">
                  <a:moveTo>
                    <a:pt x="89243" y="133195"/>
                  </a:moveTo>
                  <a:lnTo>
                    <a:pt x="101959" y="133195"/>
                  </a:lnTo>
                  <a:lnTo>
                    <a:pt x="154941" y="216414"/>
                  </a:lnTo>
                  <a:cubicBezTo>
                    <a:pt x="158473" y="222153"/>
                    <a:pt x="166950" y="236142"/>
                    <a:pt x="170835" y="241523"/>
                  </a:cubicBezTo>
                  <a:cubicBezTo>
                    <a:pt x="173308" y="245827"/>
                    <a:pt x="174367" y="245827"/>
                    <a:pt x="182491" y="245827"/>
                  </a:cubicBezTo>
                  <a:lnTo>
                    <a:pt x="231234" y="245827"/>
                  </a:lnTo>
                  <a:cubicBezTo>
                    <a:pt x="237592" y="245827"/>
                    <a:pt x="242890" y="245827"/>
                    <a:pt x="242890" y="239371"/>
                  </a:cubicBezTo>
                  <a:cubicBezTo>
                    <a:pt x="242890" y="236501"/>
                    <a:pt x="240771" y="233990"/>
                    <a:pt x="237592" y="233273"/>
                  </a:cubicBezTo>
                  <a:cubicBezTo>
                    <a:pt x="224523" y="230403"/>
                    <a:pt x="207216" y="206729"/>
                    <a:pt x="198739" y="195251"/>
                  </a:cubicBezTo>
                  <a:cubicBezTo>
                    <a:pt x="196266" y="191664"/>
                    <a:pt x="178606" y="167989"/>
                    <a:pt x="154941" y="129250"/>
                  </a:cubicBezTo>
                  <a:cubicBezTo>
                    <a:pt x="186376" y="123511"/>
                    <a:pt x="216752" y="109880"/>
                    <a:pt x="216752" y="67195"/>
                  </a:cubicBezTo>
                  <a:cubicBezTo>
                    <a:pt x="216752" y="17335"/>
                    <a:pt x="164830" y="118"/>
                    <a:pt x="123152" y="118"/>
                  </a:cubicBezTo>
                  <a:lnTo>
                    <a:pt x="12244" y="118"/>
                  </a:lnTo>
                  <a:cubicBezTo>
                    <a:pt x="5886" y="118"/>
                    <a:pt x="234" y="118"/>
                    <a:pt x="234" y="6574"/>
                  </a:cubicBezTo>
                  <a:cubicBezTo>
                    <a:pt x="234" y="12672"/>
                    <a:pt x="6945" y="12672"/>
                    <a:pt x="9771" y="12672"/>
                  </a:cubicBezTo>
                  <a:cubicBezTo>
                    <a:pt x="29904" y="12672"/>
                    <a:pt x="31670" y="15183"/>
                    <a:pt x="31670" y="33118"/>
                  </a:cubicBezTo>
                  <a:lnTo>
                    <a:pt x="31670" y="212827"/>
                  </a:lnTo>
                  <a:cubicBezTo>
                    <a:pt x="31670" y="230762"/>
                    <a:pt x="29904" y="233273"/>
                    <a:pt x="9771" y="233273"/>
                  </a:cubicBezTo>
                  <a:cubicBezTo>
                    <a:pt x="6945" y="233273"/>
                    <a:pt x="234" y="233273"/>
                    <a:pt x="234" y="239371"/>
                  </a:cubicBezTo>
                  <a:cubicBezTo>
                    <a:pt x="234" y="245827"/>
                    <a:pt x="5886" y="245827"/>
                    <a:pt x="12244" y="245827"/>
                  </a:cubicBezTo>
                  <a:lnTo>
                    <a:pt x="109023" y="245827"/>
                  </a:lnTo>
                  <a:cubicBezTo>
                    <a:pt x="115381" y="245827"/>
                    <a:pt x="120679" y="245827"/>
                    <a:pt x="120679" y="239371"/>
                  </a:cubicBezTo>
                  <a:cubicBezTo>
                    <a:pt x="120679" y="233273"/>
                    <a:pt x="114675" y="233273"/>
                    <a:pt x="110789" y="233273"/>
                  </a:cubicBezTo>
                  <a:cubicBezTo>
                    <a:pt x="90656" y="233273"/>
                    <a:pt x="89243" y="230403"/>
                    <a:pt x="89243" y="212827"/>
                  </a:cubicBezTo>
                  <a:lnTo>
                    <a:pt x="89243" y="133195"/>
                  </a:lnTo>
                  <a:close/>
                  <a:moveTo>
                    <a:pt x="157413" y="115619"/>
                  </a:moveTo>
                  <a:cubicBezTo>
                    <a:pt x="167303" y="102347"/>
                    <a:pt x="168363" y="83336"/>
                    <a:pt x="168363" y="67553"/>
                  </a:cubicBezTo>
                  <a:cubicBezTo>
                    <a:pt x="168363" y="50336"/>
                    <a:pt x="166243" y="31325"/>
                    <a:pt x="154941" y="16618"/>
                  </a:cubicBezTo>
                  <a:cubicBezTo>
                    <a:pt x="169422" y="19846"/>
                    <a:pt x="204390" y="30966"/>
                    <a:pt x="204390" y="67195"/>
                  </a:cubicBezTo>
                  <a:cubicBezTo>
                    <a:pt x="204390" y="90510"/>
                    <a:pt x="193794" y="108804"/>
                    <a:pt x="157413" y="115619"/>
                  </a:cubicBezTo>
                  <a:close/>
                  <a:moveTo>
                    <a:pt x="89243" y="32042"/>
                  </a:moveTo>
                  <a:cubicBezTo>
                    <a:pt x="89243" y="24509"/>
                    <a:pt x="89243" y="12672"/>
                    <a:pt x="111142" y="12672"/>
                  </a:cubicBezTo>
                  <a:cubicBezTo>
                    <a:pt x="141165" y="12672"/>
                    <a:pt x="156000" y="25227"/>
                    <a:pt x="156000" y="67553"/>
                  </a:cubicBezTo>
                  <a:cubicBezTo>
                    <a:pt x="156000" y="113826"/>
                    <a:pt x="145051" y="120641"/>
                    <a:pt x="89243" y="120641"/>
                  </a:cubicBezTo>
                  <a:lnTo>
                    <a:pt x="89243" y="32042"/>
                  </a:lnTo>
                  <a:close/>
                  <a:moveTo>
                    <a:pt x="41207" y="233273"/>
                  </a:moveTo>
                  <a:cubicBezTo>
                    <a:pt x="44032" y="226816"/>
                    <a:pt x="44032" y="216773"/>
                    <a:pt x="44032" y="213544"/>
                  </a:cubicBezTo>
                  <a:lnTo>
                    <a:pt x="44032" y="32401"/>
                  </a:lnTo>
                  <a:cubicBezTo>
                    <a:pt x="44032" y="28814"/>
                    <a:pt x="44032" y="19129"/>
                    <a:pt x="41207" y="12672"/>
                  </a:cubicBezTo>
                  <a:lnTo>
                    <a:pt x="81473" y="12672"/>
                  </a:lnTo>
                  <a:cubicBezTo>
                    <a:pt x="76881" y="18411"/>
                    <a:pt x="76881" y="25585"/>
                    <a:pt x="76881" y="30966"/>
                  </a:cubicBezTo>
                  <a:lnTo>
                    <a:pt x="76881" y="213544"/>
                  </a:lnTo>
                  <a:cubicBezTo>
                    <a:pt x="76881" y="217131"/>
                    <a:pt x="76881" y="226816"/>
                    <a:pt x="79707" y="233273"/>
                  </a:cubicBezTo>
                  <a:lnTo>
                    <a:pt x="41207" y="233273"/>
                  </a:lnTo>
                  <a:close/>
                  <a:moveTo>
                    <a:pt x="116441" y="133195"/>
                  </a:moveTo>
                  <a:cubicBezTo>
                    <a:pt x="118913" y="132837"/>
                    <a:pt x="120326" y="132478"/>
                    <a:pt x="123152" y="132478"/>
                  </a:cubicBezTo>
                  <a:cubicBezTo>
                    <a:pt x="128450" y="132478"/>
                    <a:pt x="136220" y="131761"/>
                    <a:pt x="141519" y="131043"/>
                  </a:cubicBezTo>
                  <a:cubicBezTo>
                    <a:pt x="146817" y="139652"/>
                    <a:pt x="184963" y="203501"/>
                    <a:pt x="214280" y="233273"/>
                  </a:cubicBezTo>
                  <a:lnTo>
                    <a:pt x="180019" y="233273"/>
                  </a:lnTo>
                  <a:lnTo>
                    <a:pt x="116441" y="133195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619283A9-F8A5-4C08-82BD-52CF2076C104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11770683" y="5897170"/>
              <a:ext cx="127085" cy="176767"/>
            </a:xfrm>
            <a:custGeom>
              <a:avLst/>
              <a:gdLst>
                <a:gd name="connsiteX0" fmla="*/ 126338 w 127085"/>
                <a:gd name="connsiteY0" fmla="*/ 7646 h 176767"/>
                <a:gd name="connsiteX1" fmla="*/ 127327 w 127085"/>
                <a:gd name="connsiteY1" fmla="*/ 3629 h 176767"/>
                <a:gd name="connsiteX2" fmla="*/ 123371 w 127085"/>
                <a:gd name="connsiteY2" fmla="*/ 114 h 176767"/>
                <a:gd name="connsiteX3" fmla="*/ 91723 w 127085"/>
                <a:gd name="connsiteY3" fmla="*/ 2625 h 176767"/>
                <a:gd name="connsiteX4" fmla="*/ 86284 w 127085"/>
                <a:gd name="connsiteY4" fmla="*/ 8400 h 176767"/>
                <a:gd name="connsiteX5" fmla="*/ 92712 w 127085"/>
                <a:gd name="connsiteY5" fmla="*/ 11915 h 176767"/>
                <a:gd name="connsiteX6" fmla="*/ 104580 w 127085"/>
                <a:gd name="connsiteY6" fmla="*/ 15681 h 176767"/>
                <a:gd name="connsiteX7" fmla="*/ 103591 w 127085"/>
                <a:gd name="connsiteY7" fmla="*/ 21205 h 176767"/>
                <a:gd name="connsiteX8" fmla="*/ 89498 w 127085"/>
                <a:gd name="connsiteY8" fmla="*/ 78454 h 176767"/>
                <a:gd name="connsiteX9" fmla="*/ 64031 w 127085"/>
                <a:gd name="connsiteY9" fmla="*/ 63639 h 176767"/>
                <a:gd name="connsiteX10" fmla="*/ 242 w 127085"/>
                <a:gd name="connsiteY10" fmla="*/ 135200 h 176767"/>
                <a:gd name="connsiteX11" fmla="*/ 37576 w 127085"/>
                <a:gd name="connsiteY11" fmla="*/ 176881 h 176767"/>
                <a:gd name="connsiteX12" fmla="*/ 72685 w 127085"/>
                <a:gd name="connsiteY12" fmla="*/ 159305 h 176767"/>
                <a:gd name="connsiteX13" fmla="*/ 98152 w 127085"/>
                <a:gd name="connsiteY13" fmla="*/ 176881 h 176767"/>
                <a:gd name="connsiteX14" fmla="*/ 117684 w 127085"/>
                <a:gd name="connsiteY14" fmla="*/ 163573 h 176767"/>
                <a:gd name="connsiteX15" fmla="*/ 126338 w 127085"/>
                <a:gd name="connsiteY15" fmla="*/ 138464 h 176767"/>
                <a:gd name="connsiteX16" fmla="*/ 122382 w 127085"/>
                <a:gd name="connsiteY16" fmla="*/ 135200 h 176767"/>
                <a:gd name="connsiteX17" fmla="*/ 116942 w 127085"/>
                <a:gd name="connsiteY17" fmla="*/ 142984 h 176767"/>
                <a:gd name="connsiteX18" fmla="*/ 98893 w 127085"/>
                <a:gd name="connsiteY18" fmla="*/ 169851 h 176767"/>
                <a:gd name="connsiteX19" fmla="*/ 90734 w 127085"/>
                <a:gd name="connsiteY19" fmla="*/ 157547 h 176767"/>
                <a:gd name="connsiteX20" fmla="*/ 91970 w 127085"/>
                <a:gd name="connsiteY20" fmla="*/ 147252 h 176767"/>
                <a:gd name="connsiteX21" fmla="*/ 126338 w 127085"/>
                <a:gd name="connsiteY21" fmla="*/ 7646 h 176767"/>
                <a:gd name="connsiteX22" fmla="*/ 73674 w 127085"/>
                <a:gd name="connsiteY22" fmla="*/ 142984 h 176767"/>
                <a:gd name="connsiteX23" fmla="*/ 61064 w 127085"/>
                <a:gd name="connsiteY23" fmla="*/ 159807 h 176767"/>
                <a:gd name="connsiteX24" fmla="*/ 38318 w 127085"/>
                <a:gd name="connsiteY24" fmla="*/ 169851 h 176767"/>
                <a:gd name="connsiteX25" fmla="*/ 20269 w 127085"/>
                <a:gd name="connsiteY25" fmla="*/ 145495 h 176767"/>
                <a:gd name="connsiteX26" fmla="*/ 33125 w 127085"/>
                <a:gd name="connsiteY26" fmla="*/ 94523 h 176767"/>
                <a:gd name="connsiteX27" fmla="*/ 64031 w 127085"/>
                <a:gd name="connsiteY27" fmla="*/ 70670 h 176767"/>
                <a:gd name="connsiteX28" fmla="*/ 86036 w 127085"/>
                <a:gd name="connsiteY28" fmla="*/ 92515 h 176767"/>
                <a:gd name="connsiteX29" fmla="*/ 85295 w 127085"/>
                <a:gd name="connsiteY29" fmla="*/ 96030 h 176767"/>
                <a:gd name="connsiteX30" fmla="*/ 73674 w 127085"/>
                <a:gd name="connsiteY30" fmla="*/ 142984 h 176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7085" h="176767">
                  <a:moveTo>
                    <a:pt x="126338" y="7646"/>
                  </a:moveTo>
                  <a:cubicBezTo>
                    <a:pt x="126585" y="7144"/>
                    <a:pt x="127327" y="3880"/>
                    <a:pt x="127327" y="3629"/>
                  </a:cubicBezTo>
                  <a:cubicBezTo>
                    <a:pt x="127327" y="2373"/>
                    <a:pt x="126338" y="114"/>
                    <a:pt x="123371" y="114"/>
                  </a:cubicBezTo>
                  <a:cubicBezTo>
                    <a:pt x="118426" y="114"/>
                    <a:pt x="97904" y="2122"/>
                    <a:pt x="91723" y="2625"/>
                  </a:cubicBezTo>
                  <a:cubicBezTo>
                    <a:pt x="89745" y="2876"/>
                    <a:pt x="86284" y="3127"/>
                    <a:pt x="86284" y="8400"/>
                  </a:cubicBezTo>
                  <a:cubicBezTo>
                    <a:pt x="86284" y="11915"/>
                    <a:pt x="89745" y="11915"/>
                    <a:pt x="92712" y="11915"/>
                  </a:cubicBezTo>
                  <a:cubicBezTo>
                    <a:pt x="104580" y="11915"/>
                    <a:pt x="104580" y="13672"/>
                    <a:pt x="104580" y="15681"/>
                  </a:cubicBezTo>
                  <a:cubicBezTo>
                    <a:pt x="104580" y="17439"/>
                    <a:pt x="104085" y="18945"/>
                    <a:pt x="103591" y="21205"/>
                  </a:cubicBezTo>
                  <a:lnTo>
                    <a:pt x="89498" y="78454"/>
                  </a:lnTo>
                  <a:cubicBezTo>
                    <a:pt x="84306" y="70168"/>
                    <a:pt x="75899" y="63639"/>
                    <a:pt x="64031" y="63639"/>
                  </a:cubicBezTo>
                  <a:cubicBezTo>
                    <a:pt x="32384" y="63639"/>
                    <a:pt x="242" y="99043"/>
                    <a:pt x="242" y="135200"/>
                  </a:cubicBezTo>
                  <a:cubicBezTo>
                    <a:pt x="242" y="159556"/>
                    <a:pt x="16313" y="176881"/>
                    <a:pt x="37576" y="176881"/>
                  </a:cubicBezTo>
                  <a:cubicBezTo>
                    <a:pt x="50927" y="176881"/>
                    <a:pt x="62795" y="169097"/>
                    <a:pt x="72685" y="159305"/>
                  </a:cubicBezTo>
                  <a:cubicBezTo>
                    <a:pt x="77383" y="174370"/>
                    <a:pt x="91723" y="176881"/>
                    <a:pt x="98152" y="176881"/>
                  </a:cubicBezTo>
                  <a:cubicBezTo>
                    <a:pt x="107052" y="176881"/>
                    <a:pt x="113234" y="171357"/>
                    <a:pt x="117684" y="163573"/>
                  </a:cubicBezTo>
                  <a:cubicBezTo>
                    <a:pt x="123123" y="153781"/>
                    <a:pt x="126338" y="139469"/>
                    <a:pt x="126338" y="138464"/>
                  </a:cubicBezTo>
                  <a:cubicBezTo>
                    <a:pt x="126338" y="135200"/>
                    <a:pt x="123123" y="135200"/>
                    <a:pt x="122382" y="135200"/>
                  </a:cubicBezTo>
                  <a:cubicBezTo>
                    <a:pt x="118920" y="135200"/>
                    <a:pt x="118673" y="136204"/>
                    <a:pt x="116942" y="142984"/>
                  </a:cubicBezTo>
                  <a:cubicBezTo>
                    <a:pt x="113975" y="155036"/>
                    <a:pt x="109278" y="169851"/>
                    <a:pt x="98893" y="169851"/>
                  </a:cubicBezTo>
                  <a:cubicBezTo>
                    <a:pt x="92465" y="169851"/>
                    <a:pt x="90734" y="164327"/>
                    <a:pt x="90734" y="157547"/>
                  </a:cubicBezTo>
                  <a:cubicBezTo>
                    <a:pt x="90734" y="152776"/>
                    <a:pt x="91229" y="150517"/>
                    <a:pt x="91970" y="147252"/>
                  </a:cubicBezTo>
                  <a:lnTo>
                    <a:pt x="126338" y="7646"/>
                  </a:lnTo>
                  <a:close/>
                  <a:moveTo>
                    <a:pt x="73674" y="142984"/>
                  </a:moveTo>
                  <a:cubicBezTo>
                    <a:pt x="71943" y="150014"/>
                    <a:pt x="66504" y="155036"/>
                    <a:pt x="61064" y="159807"/>
                  </a:cubicBezTo>
                  <a:cubicBezTo>
                    <a:pt x="58839" y="161816"/>
                    <a:pt x="48949" y="169851"/>
                    <a:pt x="38318" y="169851"/>
                  </a:cubicBezTo>
                  <a:cubicBezTo>
                    <a:pt x="29169" y="169851"/>
                    <a:pt x="20269" y="163322"/>
                    <a:pt x="20269" y="145495"/>
                  </a:cubicBezTo>
                  <a:cubicBezTo>
                    <a:pt x="20269" y="132187"/>
                    <a:pt x="27439" y="104567"/>
                    <a:pt x="33125" y="94523"/>
                  </a:cubicBezTo>
                  <a:cubicBezTo>
                    <a:pt x="44499" y="74436"/>
                    <a:pt x="57108" y="70670"/>
                    <a:pt x="64031" y="70670"/>
                  </a:cubicBezTo>
                  <a:cubicBezTo>
                    <a:pt x="81339" y="70670"/>
                    <a:pt x="86036" y="89753"/>
                    <a:pt x="86036" y="92515"/>
                  </a:cubicBezTo>
                  <a:cubicBezTo>
                    <a:pt x="86036" y="93519"/>
                    <a:pt x="85542" y="95277"/>
                    <a:pt x="85295" y="96030"/>
                  </a:cubicBezTo>
                  <a:lnTo>
                    <a:pt x="73674" y="142984"/>
                  </a:lnTo>
                  <a:close/>
                </a:path>
              </a:pathLst>
            </a:custGeom>
            <a:solidFill>
              <a:schemeClr val="accent2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159C0DFD-11B1-3F7E-DC25-F5D4322DC821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11918709" y="5987849"/>
              <a:ext cx="87949" cy="119447"/>
            </a:xfrm>
            <a:custGeom>
              <a:avLst/>
              <a:gdLst>
                <a:gd name="connsiteX0" fmla="*/ 88195 w 87949"/>
                <a:gd name="connsiteY0" fmla="*/ 84947 h 119447"/>
                <a:gd name="connsiteX1" fmla="*/ 80778 w 87949"/>
                <a:gd name="connsiteY1" fmla="*/ 84947 h 119447"/>
                <a:gd name="connsiteX2" fmla="*/ 75656 w 87949"/>
                <a:gd name="connsiteY2" fmla="*/ 101268 h 119447"/>
                <a:gd name="connsiteX3" fmla="*/ 56759 w 87949"/>
                <a:gd name="connsiteY3" fmla="*/ 102344 h 119447"/>
                <a:gd name="connsiteX4" fmla="*/ 22145 w 87949"/>
                <a:gd name="connsiteY4" fmla="*/ 102344 h 119447"/>
                <a:gd name="connsiteX5" fmla="*/ 57466 w 87949"/>
                <a:gd name="connsiteY5" fmla="*/ 76338 h 119447"/>
                <a:gd name="connsiteX6" fmla="*/ 88195 w 87949"/>
                <a:gd name="connsiteY6" fmla="*/ 35805 h 119447"/>
                <a:gd name="connsiteX7" fmla="*/ 41571 w 87949"/>
                <a:gd name="connsiteY7" fmla="*/ 115 h 119447"/>
                <a:gd name="connsiteX8" fmla="*/ 246 w 87949"/>
                <a:gd name="connsiteY8" fmla="*/ 31680 h 119447"/>
                <a:gd name="connsiteX9" fmla="*/ 10489 w 87949"/>
                <a:gd name="connsiteY9" fmla="*/ 42621 h 119447"/>
                <a:gd name="connsiteX10" fmla="*/ 20909 w 87949"/>
                <a:gd name="connsiteY10" fmla="*/ 32039 h 119447"/>
                <a:gd name="connsiteX11" fmla="*/ 10842 w 87949"/>
                <a:gd name="connsiteY11" fmla="*/ 21457 h 119447"/>
                <a:gd name="connsiteX12" fmla="*/ 37863 w 87949"/>
                <a:gd name="connsiteY12" fmla="*/ 8006 h 119447"/>
                <a:gd name="connsiteX13" fmla="*/ 69298 w 87949"/>
                <a:gd name="connsiteY13" fmla="*/ 35985 h 119447"/>
                <a:gd name="connsiteX14" fmla="*/ 45457 w 87949"/>
                <a:gd name="connsiteY14" fmla="*/ 74186 h 119447"/>
                <a:gd name="connsiteX15" fmla="*/ 2365 w 87949"/>
                <a:gd name="connsiteY15" fmla="*/ 111312 h 119447"/>
                <a:gd name="connsiteX16" fmla="*/ 246 w 87949"/>
                <a:gd name="connsiteY16" fmla="*/ 114181 h 119447"/>
                <a:gd name="connsiteX17" fmla="*/ 246 w 87949"/>
                <a:gd name="connsiteY17" fmla="*/ 119562 h 119447"/>
                <a:gd name="connsiteX18" fmla="*/ 82367 w 87949"/>
                <a:gd name="connsiteY18" fmla="*/ 119562 h 119447"/>
                <a:gd name="connsiteX19" fmla="*/ 88195 w 87949"/>
                <a:gd name="connsiteY19" fmla="*/ 84947 h 119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7949" h="119447">
                  <a:moveTo>
                    <a:pt x="88195" y="84947"/>
                  </a:moveTo>
                  <a:lnTo>
                    <a:pt x="80778" y="84947"/>
                  </a:lnTo>
                  <a:cubicBezTo>
                    <a:pt x="80248" y="88355"/>
                    <a:pt x="78482" y="99475"/>
                    <a:pt x="75656" y="101268"/>
                  </a:cubicBezTo>
                  <a:cubicBezTo>
                    <a:pt x="74243" y="102344"/>
                    <a:pt x="59408" y="102344"/>
                    <a:pt x="56759" y="102344"/>
                  </a:cubicBezTo>
                  <a:lnTo>
                    <a:pt x="22145" y="102344"/>
                  </a:lnTo>
                  <a:cubicBezTo>
                    <a:pt x="33801" y="93556"/>
                    <a:pt x="46870" y="83512"/>
                    <a:pt x="57466" y="76338"/>
                  </a:cubicBezTo>
                  <a:cubicBezTo>
                    <a:pt x="73360" y="65219"/>
                    <a:pt x="88195" y="54816"/>
                    <a:pt x="88195" y="35805"/>
                  </a:cubicBezTo>
                  <a:cubicBezTo>
                    <a:pt x="88195" y="12848"/>
                    <a:pt x="66826" y="115"/>
                    <a:pt x="41571" y="115"/>
                  </a:cubicBezTo>
                  <a:cubicBezTo>
                    <a:pt x="17730" y="115"/>
                    <a:pt x="246" y="14104"/>
                    <a:pt x="246" y="31680"/>
                  </a:cubicBezTo>
                  <a:cubicBezTo>
                    <a:pt x="246" y="41006"/>
                    <a:pt x="8016" y="42621"/>
                    <a:pt x="10489" y="42621"/>
                  </a:cubicBezTo>
                  <a:cubicBezTo>
                    <a:pt x="15257" y="42621"/>
                    <a:pt x="20909" y="39392"/>
                    <a:pt x="20909" y="32039"/>
                  </a:cubicBezTo>
                  <a:cubicBezTo>
                    <a:pt x="20909" y="25582"/>
                    <a:pt x="16317" y="21995"/>
                    <a:pt x="10842" y="21457"/>
                  </a:cubicBezTo>
                  <a:cubicBezTo>
                    <a:pt x="15787" y="13387"/>
                    <a:pt x="26030" y="8006"/>
                    <a:pt x="37863" y="8006"/>
                  </a:cubicBezTo>
                  <a:cubicBezTo>
                    <a:pt x="54993" y="8006"/>
                    <a:pt x="69298" y="18408"/>
                    <a:pt x="69298" y="35985"/>
                  </a:cubicBezTo>
                  <a:cubicBezTo>
                    <a:pt x="69298" y="51050"/>
                    <a:pt x="59055" y="62528"/>
                    <a:pt x="45457" y="74186"/>
                  </a:cubicBezTo>
                  <a:lnTo>
                    <a:pt x="2365" y="111312"/>
                  </a:lnTo>
                  <a:cubicBezTo>
                    <a:pt x="599" y="112926"/>
                    <a:pt x="422" y="112926"/>
                    <a:pt x="246" y="114181"/>
                  </a:cubicBezTo>
                  <a:lnTo>
                    <a:pt x="246" y="119562"/>
                  </a:lnTo>
                  <a:lnTo>
                    <a:pt x="82367" y="119562"/>
                  </a:lnTo>
                  <a:lnTo>
                    <a:pt x="88195" y="84947"/>
                  </a:lnTo>
                  <a:close/>
                </a:path>
              </a:pathLst>
            </a:custGeom>
            <a:solidFill>
              <a:schemeClr val="accent2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F990770E-2B50-CD13-ABEA-413538DCF6BE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12084500" y="5941362"/>
              <a:ext cx="132524" cy="134333"/>
            </a:xfrm>
            <a:custGeom>
              <a:avLst/>
              <a:gdLst>
                <a:gd name="connsiteX0" fmla="*/ 129313 w 132524"/>
                <a:gd name="connsiteY0" fmla="*/ 12417 h 134333"/>
                <a:gd name="connsiteX1" fmla="*/ 132774 w 132524"/>
                <a:gd name="connsiteY1" fmla="*/ 6391 h 134333"/>
                <a:gd name="connsiteX2" fmla="*/ 126840 w 132524"/>
                <a:gd name="connsiteY2" fmla="*/ 114 h 134333"/>
                <a:gd name="connsiteX3" fmla="*/ 120659 w 132524"/>
                <a:gd name="connsiteY3" fmla="*/ 3880 h 134333"/>
                <a:gd name="connsiteX4" fmla="*/ 66512 w 132524"/>
                <a:gd name="connsiteY4" fmla="*/ 58618 h 134333"/>
                <a:gd name="connsiteX5" fmla="*/ 12117 w 132524"/>
                <a:gd name="connsiteY5" fmla="*/ 3629 h 134333"/>
                <a:gd name="connsiteX6" fmla="*/ 6431 w 132524"/>
                <a:gd name="connsiteY6" fmla="*/ 114 h 134333"/>
                <a:gd name="connsiteX7" fmla="*/ 250 w 132524"/>
                <a:gd name="connsiteY7" fmla="*/ 6391 h 134333"/>
                <a:gd name="connsiteX8" fmla="*/ 3958 w 132524"/>
                <a:gd name="connsiteY8" fmla="*/ 12417 h 134333"/>
                <a:gd name="connsiteX9" fmla="*/ 57858 w 132524"/>
                <a:gd name="connsiteY9" fmla="*/ 67155 h 134333"/>
                <a:gd name="connsiteX10" fmla="*/ 3958 w 132524"/>
                <a:gd name="connsiteY10" fmla="*/ 121892 h 134333"/>
                <a:gd name="connsiteX11" fmla="*/ 250 w 132524"/>
                <a:gd name="connsiteY11" fmla="*/ 128170 h 134333"/>
                <a:gd name="connsiteX12" fmla="*/ 6431 w 132524"/>
                <a:gd name="connsiteY12" fmla="*/ 134447 h 134333"/>
                <a:gd name="connsiteX13" fmla="*/ 12117 w 132524"/>
                <a:gd name="connsiteY13" fmla="*/ 130932 h 134333"/>
                <a:gd name="connsiteX14" fmla="*/ 66512 w 132524"/>
                <a:gd name="connsiteY14" fmla="*/ 75943 h 134333"/>
                <a:gd name="connsiteX15" fmla="*/ 122884 w 132524"/>
                <a:gd name="connsiteY15" fmla="*/ 133191 h 134333"/>
                <a:gd name="connsiteX16" fmla="*/ 126840 w 132524"/>
                <a:gd name="connsiteY16" fmla="*/ 134447 h 134333"/>
                <a:gd name="connsiteX17" fmla="*/ 132774 w 132524"/>
                <a:gd name="connsiteY17" fmla="*/ 128170 h 134333"/>
                <a:gd name="connsiteX18" fmla="*/ 131538 w 132524"/>
                <a:gd name="connsiteY18" fmla="*/ 124905 h 134333"/>
                <a:gd name="connsiteX19" fmla="*/ 75166 w 132524"/>
                <a:gd name="connsiteY19" fmla="*/ 67406 h 134333"/>
                <a:gd name="connsiteX20" fmla="*/ 129313 w 132524"/>
                <a:gd name="connsiteY20" fmla="*/ 12417 h 134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2524" h="134333">
                  <a:moveTo>
                    <a:pt x="129313" y="12417"/>
                  </a:moveTo>
                  <a:cubicBezTo>
                    <a:pt x="132032" y="9655"/>
                    <a:pt x="132774" y="8148"/>
                    <a:pt x="132774" y="6391"/>
                  </a:cubicBezTo>
                  <a:cubicBezTo>
                    <a:pt x="132774" y="2373"/>
                    <a:pt x="129560" y="114"/>
                    <a:pt x="126840" y="114"/>
                  </a:cubicBezTo>
                  <a:cubicBezTo>
                    <a:pt x="124368" y="114"/>
                    <a:pt x="123626" y="867"/>
                    <a:pt x="120659" y="3880"/>
                  </a:cubicBezTo>
                  <a:lnTo>
                    <a:pt x="66512" y="58618"/>
                  </a:lnTo>
                  <a:lnTo>
                    <a:pt x="12117" y="3629"/>
                  </a:lnTo>
                  <a:cubicBezTo>
                    <a:pt x="9645" y="1118"/>
                    <a:pt x="8656" y="114"/>
                    <a:pt x="6431" y="114"/>
                  </a:cubicBezTo>
                  <a:cubicBezTo>
                    <a:pt x="2969" y="114"/>
                    <a:pt x="250" y="2876"/>
                    <a:pt x="250" y="6391"/>
                  </a:cubicBezTo>
                  <a:cubicBezTo>
                    <a:pt x="250" y="8651"/>
                    <a:pt x="991" y="9404"/>
                    <a:pt x="3958" y="12417"/>
                  </a:cubicBezTo>
                  <a:lnTo>
                    <a:pt x="57858" y="67155"/>
                  </a:lnTo>
                  <a:lnTo>
                    <a:pt x="3958" y="121892"/>
                  </a:lnTo>
                  <a:cubicBezTo>
                    <a:pt x="497" y="125408"/>
                    <a:pt x="250" y="126663"/>
                    <a:pt x="250" y="128170"/>
                  </a:cubicBezTo>
                  <a:cubicBezTo>
                    <a:pt x="250" y="131685"/>
                    <a:pt x="2969" y="134447"/>
                    <a:pt x="6431" y="134447"/>
                  </a:cubicBezTo>
                  <a:cubicBezTo>
                    <a:pt x="8656" y="134447"/>
                    <a:pt x="9398" y="133694"/>
                    <a:pt x="12117" y="130932"/>
                  </a:cubicBezTo>
                  <a:lnTo>
                    <a:pt x="66512" y="75943"/>
                  </a:lnTo>
                  <a:lnTo>
                    <a:pt x="122884" y="133191"/>
                  </a:lnTo>
                  <a:cubicBezTo>
                    <a:pt x="124121" y="133945"/>
                    <a:pt x="125357" y="134447"/>
                    <a:pt x="126840" y="134447"/>
                  </a:cubicBezTo>
                  <a:cubicBezTo>
                    <a:pt x="129560" y="134447"/>
                    <a:pt x="132774" y="132187"/>
                    <a:pt x="132774" y="128170"/>
                  </a:cubicBezTo>
                  <a:cubicBezTo>
                    <a:pt x="132774" y="126161"/>
                    <a:pt x="132280" y="125659"/>
                    <a:pt x="131538" y="124905"/>
                  </a:cubicBezTo>
                  <a:cubicBezTo>
                    <a:pt x="131043" y="123901"/>
                    <a:pt x="83077" y="75190"/>
                    <a:pt x="75166" y="67406"/>
                  </a:cubicBezTo>
                  <a:lnTo>
                    <a:pt x="129313" y="12417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7AD06B-F888-019E-A85B-146DF395FF3F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12276330" y="5897170"/>
              <a:ext cx="127085" cy="176767"/>
            </a:xfrm>
            <a:custGeom>
              <a:avLst/>
              <a:gdLst>
                <a:gd name="connsiteX0" fmla="*/ 126352 w 127085"/>
                <a:gd name="connsiteY0" fmla="*/ 7646 h 176767"/>
                <a:gd name="connsiteX1" fmla="*/ 127341 w 127085"/>
                <a:gd name="connsiteY1" fmla="*/ 3629 h 176767"/>
                <a:gd name="connsiteX2" fmla="*/ 123385 w 127085"/>
                <a:gd name="connsiteY2" fmla="*/ 114 h 176767"/>
                <a:gd name="connsiteX3" fmla="*/ 91737 w 127085"/>
                <a:gd name="connsiteY3" fmla="*/ 2625 h 176767"/>
                <a:gd name="connsiteX4" fmla="*/ 86298 w 127085"/>
                <a:gd name="connsiteY4" fmla="*/ 8400 h 176767"/>
                <a:gd name="connsiteX5" fmla="*/ 92726 w 127085"/>
                <a:gd name="connsiteY5" fmla="*/ 11915 h 176767"/>
                <a:gd name="connsiteX6" fmla="*/ 104594 w 127085"/>
                <a:gd name="connsiteY6" fmla="*/ 15681 h 176767"/>
                <a:gd name="connsiteX7" fmla="*/ 103605 w 127085"/>
                <a:gd name="connsiteY7" fmla="*/ 21205 h 176767"/>
                <a:gd name="connsiteX8" fmla="*/ 89512 w 127085"/>
                <a:gd name="connsiteY8" fmla="*/ 78454 h 176767"/>
                <a:gd name="connsiteX9" fmla="*/ 64046 w 127085"/>
                <a:gd name="connsiteY9" fmla="*/ 63639 h 176767"/>
                <a:gd name="connsiteX10" fmla="*/ 256 w 127085"/>
                <a:gd name="connsiteY10" fmla="*/ 135200 h 176767"/>
                <a:gd name="connsiteX11" fmla="*/ 37590 w 127085"/>
                <a:gd name="connsiteY11" fmla="*/ 176881 h 176767"/>
                <a:gd name="connsiteX12" fmla="*/ 72699 w 127085"/>
                <a:gd name="connsiteY12" fmla="*/ 159305 h 176767"/>
                <a:gd name="connsiteX13" fmla="*/ 98166 w 127085"/>
                <a:gd name="connsiteY13" fmla="*/ 176881 h 176767"/>
                <a:gd name="connsiteX14" fmla="*/ 117698 w 127085"/>
                <a:gd name="connsiteY14" fmla="*/ 163573 h 176767"/>
                <a:gd name="connsiteX15" fmla="*/ 126352 w 127085"/>
                <a:gd name="connsiteY15" fmla="*/ 138464 h 176767"/>
                <a:gd name="connsiteX16" fmla="*/ 122396 w 127085"/>
                <a:gd name="connsiteY16" fmla="*/ 135200 h 176767"/>
                <a:gd name="connsiteX17" fmla="*/ 116957 w 127085"/>
                <a:gd name="connsiteY17" fmla="*/ 142984 h 176767"/>
                <a:gd name="connsiteX18" fmla="*/ 98907 w 127085"/>
                <a:gd name="connsiteY18" fmla="*/ 169851 h 176767"/>
                <a:gd name="connsiteX19" fmla="*/ 90748 w 127085"/>
                <a:gd name="connsiteY19" fmla="*/ 157547 h 176767"/>
                <a:gd name="connsiteX20" fmla="*/ 91985 w 127085"/>
                <a:gd name="connsiteY20" fmla="*/ 147252 h 176767"/>
                <a:gd name="connsiteX21" fmla="*/ 126352 w 127085"/>
                <a:gd name="connsiteY21" fmla="*/ 7646 h 176767"/>
                <a:gd name="connsiteX22" fmla="*/ 73688 w 127085"/>
                <a:gd name="connsiteY22" fmla="*/ 142984 h 176767"/>
                <a:gd name="connsiteX23" fmla="*/ 61079 w 127085"/>
                <a:gd name="connsiteY23" fmla="*/ 159807 h 176767"/>
                <a:gd name="connsiteX24" fmla="*/ 38332 w 127085"/>
                <a:gd name="connsiteY24" fmla="*/ 169851 h 176767"/>
                <a:gd name="connsiteX25" fmla="*/ 20283 w 127085"/>
                <a:gd name="connsiteY25" fmla="*/ 145495 h 176767"/>
                <a:gd name="connsiteX26" fmla="*/ 33140 w 127085"/>
                <a:gd name="connsiteY26" fmla="*/ 94523 h 176767"/>
                <a:gd name="connsiteX27" fmla="*/ 64046 w 127085"/>
                <a:gd name="connsiteY27" fmla="*/ 70670 h 176767"/>
                <a:gd name="connsiteX28" fmla="*/ 86051 w 127085"/>
                <a:gd name="connsiteY28" fmla="*/ 92515 h 176767"/>
                <a:gd name="connsiteX29" fmla="*/ 85309 w 127085"/>
                <a:gd name="connsiteY29" fmla="*/ 96030 h 176767"/>
                <a:gd name="connsiteX30" fmla="*/ 73688 w 127085"/>
                <a:gd name="connsiteY30" fmla="*/ 142984 h 176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7085" h="176767">
                  <a:moveTo>
                    <a:pt x="126352" y="7646"/>
                  </a:moveTo>
                  <a:cubicBezTo>
                    <a:pt x="126599" y="7144"/>
                    <a:pt x="127341" y="3880"/>
                    <a:pt x="127341" y="3629"/>
                  </a:cubicBezTo>
                  <a:cubicBezTo>
                    <a:pt x="127341" y="2373"/>
                    <a:pt x="126352" y="114"/>
                    <a:pt x="123385" y="114"/>
                  </a:cubicBezTo>
                  <a:cubicBezTo>
                    <a:pt x="118440" y="114"/>
                    <a:pt x="97919" y="2122"/>
                    <a:pt x="91737" y="2625"/>
                  </a:cubicBezTo>
                  <a:cubicBezTo>
                    <a:pt x="89759" y="2876"/>
                    <a:pt x="86298" y="3127"/>
                    <a:pt x="86298" y="8400"/>
                  </a:cubicBezTo>
                  <a:cubicBezTo>
                    <a:pt x="86298" y="11915"/>
                    <a:pt x="89759" y="11915"/>
                    <a:pt x="92726" y="11915"/>
                  </a:cubicBezTo>
                  <a:cubicBezTo>
                    <a:pt x="104594" y="11915"/>
                    <a:pt x="104594" y="13672"/>
                    <a:pt x="104594" y="15681"/>
                  </a:cubicBezTo>
                  <a:cubicBezTo>
                    <a:pt x="104594" y="17439"/>
                    <a:pt x="104100" y="18945"/>
                    <a:pt x="103605" y="21205"/>
                  </a:cubicBezTo>
                  <a:lnTo>
                    <a:pt x="89512" y="78454"/>
                  </a:lnTo>
                  <a:cubicBezTo>
                    <a:pt x="84320" y="70168"/>
                    <a:pt x="75913" y="63639"/>
                    <a:pt x="64046" y="63639"/>
                  </a:cubicBezTo>
                  <a:cubicBezTo>
                    <a:pt x="32398" y="63639"/>
                    <a:pt x="256" y="99043"/>
                    <a:pt x="256" y="135200"/>
                  </a:cubicBezTo>
                  <a:cubicBezTo>
                    <a:pt x="256" y="159556"/>
                    <a:pt x="16327" y="176881"/>
                    <a:pt x="37590" y="176881"/>
                  </a:cubicBezTo>
                  <a:cubicBezTo>
                    <a:pt x="50942" y="176881"/>
                    <a:pt x="62809" y="169097"/>
                    <a:pt x="72699" y="159305"/>
                  </a:cubicBezTo>
                  <a:cubicBezTo>
                    <a:pt x="77397" y="174370"/>
                    <a:pt x="91737" y="176881"/>
                    <a:pt x="98166" y="176881"/>
                  </a:cubicBezTo>
                  <a:cubicBezTo>
                    <a:pt x="107067" y="176881"/>
                    <a:pt x="113248" y="171357"/>
                    <a:pt x="117698" y="163573"/>
                  </a:cubicBezTo>
                  <a:cubicBezTo>
                    <a:pt x="123138" y="153781"/>
                    <a:pt x="126352" y="139469"/>
                    <a:pt x="126352" y="138464"/>
                  </a:cubicBezTo>
                  <a:cubicBezTo>
                    <a:pt x="126352" y="135200"/>
                    <a:pt x="123138" y="135200"/>
                    <a:pt x="122396" y="135200"/>
                  </a:cubicBezTo>
                  <a:cubicBezTo>
                    <a:pt x="118935" y="135200"/>
                    <a:pt x="118687" y="136204"/>
                    <a:pt x="116957" y="142984"/>
                  </a:cubicBezTo>
                  <a:cubicBezTo>
                    <a:pt x="113990" y="155036"/>
                    <a:pt x="109292" y="169851"/>
                    <a:pt x="98907" y="169851"/>
                  </a:cubicBezTo>
                  <a:cubicBezTo>
                    <a:pt x="92479" y="169851"/>
                    <a:pt x="90748" y="164327"/>
                    <a:pt x="90748" y="157547"/>
                  </a:cubicBezTo>
                  <a:cubicBezTo>
                    <a:pt x="90748" y="152776"/>
                    <a:pt x="91243" y="150517"/>
                    <a:pt x="91985" y="147252"/>
                  </a:cubicBezTo>
                  <a:lnTo>
                    <a:pt x="126352" y="7646"/>
                  </a:lnTo>
                  <a:close/>
                  <a:moveTo>
                    <a:pt x="73688" y="142984"/>
                  </a:moveTo>
                  <a:cubicBezTo>
                    <a:pt x="71958" y="150014"/>
                    <a:pt x="66518" y="155036"/>
                    <a:pt x="61079" y="159807"/>
                  </a:cubicBezTo>
                  <a:cubicBezTo>
                    <a:pt x="58853" y="161816"/>
                    <a:pt x="48964" y="169851"/>
                    <a:pt x="38332" y="169851"/>
                  </a:cubicBezTo>
                  <a:cubicBezTo>
                    <a:pt x="29184" y="169851"/>
                    <a:pt x="20283" y="163322"/>
                    <a:pt x="20283" y="145495"/>
                  </a:cubicBezTo>
                  <a:cubicBezTo>
                    <a:pt x="20283" y="132187"/>
                    <a:pt x="27453" y="104567"/>
                    <a:pt x="33140" y="94523"/>
                  </a:cubicBezTo>
                  <a:cubicBezTo>
                    <a:pt x="44513" y="74436"/>
                    <a:pt x="57123" y="70670"/>
                    <a:pt x="64046" y="70670"/>
                  </a:cubicBezTo>
                  <a:cubicBezTo>
                    <a:pt x="81353" y="70670"/>
                    <a:pt x="86051" y="89753"/>
                    <a:pt x="86051" y="92515"/>
                  </a:cubicBezTo>
                  <a:cubicBezTo>
                    <a:pt x="86051" y="93519"/>
                    <a:pt x="85556" y="95277"/>
                    <a:pt x="85309" y="96030"/>
                  </a:cubicBezTo>
                  <a:lnTo>
                    <a:pt x="73688" y="142984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405679BB-3B9D-7605-DE40-443347BA176E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12433539" y="5987849"/>
              <a:ext cx="72584" cy="119447"/>
            </a:xfrm>
            <a:custGeom>
              <a:avLst/>
              <a:gdLst>
                <a:gd name="connsiteX0" fmla="*/ 45294 w 72584"/>
                <a:gd name="connsiteY0" fmla="*/ 5495 h 119447"/>
                <a:gd name="connsiteX1" fmla="*/ 38937 w 72584"/>
                <a:gd name="connsiteY1" fmla="*/ 115 h 119447"/>
                <a:gd name="connsiteX2" fmla="*/ 3262 w 72584"/>
                <a:gd name="connsiteY2" fmla="*/ 11593 h 119447"/>
                <a:gd name="connsiteX3" fmla="*/ 260 w 72584"/>
                <a:gd name="connsiteY3" fmla="*/ 11593 h 119447"/>
                <a:gd name="connsiteX4" fmla="*/ 260 w 72584"/>
                <a:gd name="connsiteY4" fmla="*/ 19484 h 119447"/>
                <a:gd name="connsiteX5" fmla="*/ 3262 w 72584"/>
                <a:gd name="connsiteY5" fmla="*/ 19484 h 119447"/>
                <a:gd name="connsiteX6" fmla="*/ 29047 w 72584"/>
                <a:gd name="connsiteY6" fmla="*/ 14463 h 119447"/>
                <a:gd name="connsiteX7" fmla="*/ 29047 w 72584"/>
                <a:gd name="connsiteY7" fmla="*/ 104138 h 119447"/>
                <a:gd name="connsiteX8" fmla="*/ 10326 w 72584"/>
                <a:gd name="connsiteY8" fmla="*/ 111670 h 119447"/>
                <a:gd name="connsiteX9" fmla="*/ 1496 w 72584"/>
                <a:gd name="connsiteY9" fmla="*/ 111670 h 119447"/>
                <a:gd name="connsiteX10" fmla="*/ 1496 w 72584"/>
                <a:gd name="connsiteY10" fmla="*/ 119562 h 119447"/>
                <a:gd name="connsiteX11" fmla="*/ 37170 w 72584"/>
                <a:gd name="connsiteY11" fmla="*/ 118844 h 119447"/>
                <a:gd name="connsiteX12" fmla="*/ 72845 w 72584"/>
                <a:gd name="connsiteY12" fmla="*/ 119562 h 119447"/>
                <a:gd name="connsiteX13" fmla="*/ 72845 w 72584"/>
                <a:gd name="connsiteY13" fmla="*/ 111670 h 119447"/>
                <a:gd name="connsiteX14" fmla="*/ 64014 w 72584"/>
                <a:gd name="connsiteY14" fmla="*/ 111670 h 119447"/>
                <a:gd name="connsiteX15" fmla="*/ 45294 w 72584"/>
                <a:gd name="connsiteY15" fmla="*/ 104138 h 119447"/>
                <a:gd name="connsiteX16" fmla="*/ 45294 w 72584"/>
                <a:gd name="connsiteY16" fmla="*/ 5495 h 119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584" h="119447">
                  <a:moveTo>
                    <a:pt x="45294" y="5495"/>
                  </a:moveTo>
                  <a:cubicBezTo>
                    <a:pt x="45294" y="115"/>
                    <a:pt x="44764" y="115"/>
                    <a:pt x="38937" y="115"/>
                  </a:cubicBezTo>
                  <a:cubicBezTo>
                    <a:pt x="26398" y="11593"/>
                    <a:pt x="6794" y="11593"/>
                    <a:pt x="3262" y="11593"/>
                  </a:cubicBezTo>
                  <a:lnTo>
                    <a:pt x="260" y="11593"/>
                  </a:lnTo>
                  <a:lnTo>
                    <a:pt x="260" y="19484"/>
                  </a:lnTo>
                  <a:lnTo>
                    <a:pt x="3262" y="19484"/>
                  </a:lnTo>
                  <a:cubicBezTo>
                    <a:pt x="7324" y="19484"/>
                    <a:pt x="18803" y="18946"/>
                    <a:pt x="29047" y="14463"/>
                  </a:cubicBezTo>
                  <a:lnTo>
                    <a:pt x="29047" y="104138"/>
                  </a:lnTo>
                  <a:cubicBezTo>
                    <a:pt x="29047" y="109697"/>
                    <a:pt x="29047" y="111670"/>
                    <a:pt x="10326" y="111670"/>
                  </a:cubicBezTo>
                  <a:lnTo>
                    <a:pt x="1496" y="111670"/>
                  </a:lnTo>
                  <a:lnTo>
                    <a:pt x="1496" y="119562"/>
                  </a:lnTo>
                  <a:cubicBezTo>
                    <a:pt x="11209" y="118844"/>
                    <a:pt x="26927" y="118844"/>
                    <a:pt x="37170" y="118844"/>
                  </a:cubicBezTo>
                  <a:cubicBezTo>
                    <a:pt x="47414" y="118844"/>
                    <a:pt x="63131" y="118844"/>
                    <a:pt x="72845" y="119562"/>
                  </a:cubicBezTo>
                  <a:lnTo>
                    <a:pt x="72845" y="111670"/>
                  </a:lnTo>
                  <a:lnTo>
                    <a:pt x="64014" y="111670"/>
                  </a:lnTo>
                  <a:cubicBezTo>
                    <a:pt x="45294" y="111670"/>
                    <a:pt x="45294" y="109697"/>
                    <a:pt x="45294" y="104138"/>
                  </a:cubicBezTo>
                  <a:lnTo>
                    <a:pt x="45294" y="5495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D2017321-7F2A-CB8B-A9F3-EE548CED7704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12594173" y="6181508"/>
              <a:ext cx="41325" cy="107251"/>
            </a:xfrm>
            <a:custGeom>
              <a:avLst/>
              <a:gdLst>
                <a:gd name="connsiteX0" fmla="*/ 41590 w 41325"/>
                <a:gd name="connsiteY0" fmla="*/ 37781 h 107251"/>
                <a:gd name="connsiteX1" fmla="*/ 18985 w 41325"/>
                <a:gd name="connsiteY1" fmla="*/ 118 h 107251"/>
                <a:gd name="connsiteX2" fmla="*/ 264 w 41325"/>
                <a:gd name="connsiteY2" fmla="*/ 19129 h 107251"/>
                <a:gd name="connsiteX3" fmla="*/ 18985 w 41325"/>
                <a:gd name="connsiteY3" fmla="*/ 38140 h 107251"/>
                <a:gd name="connsiteX4" fmla="*/ 31347 w 41325"/>
                <a:gd name="connsiteY4" fmla="*/ 33477 h 107251"/>
                <a:gd name="connsiteX5" fmla="*/ 33113 w 41325"/>
                <a:gd name="connsiteY5" fmla="*/ 32401 h 107251"/>
                <a:gd name="connsiteX6" fmla="*/ 33819 w 41325"/>
                <a:gd name="connsiteY6" fmla="*/ 37781 h 107251"/>
                <a:gd name="connsiteX7" fmla="*/ 9801 w 41325"/>
                <a:gd name="connsiteY7" fmla="*/ 97684 h 107251"/>
                <a:gd name="connsiteX8" fmla="*/ 5916 w 41325"/>
                <a:gd name="connsiteY8" fmla="*/ 103423 h 107251"/>
                <a:gd name="connsiteX9" fmla="*/ 9448 w 41325"/>
                <a:gd name="connsiteY9" fmla="*/ 107369 h 107251"/>
                <a:gd name="connsiteX10" fmla="*/ 41590 w 41325"/>
                <a:gd name="connsiteY10" fmla="*/ 37781 h 107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25" h="107251">
                  <a:moveTo>
                    <a:pt x="41590" y="37781"/>
                  </a:moveTo>
                  <a:cubicBezTo>
                    <a:pt x="41590" y="14107"/>
                    <a:pt x="32760" y="118"/>
                    <a:pt x="18985" y="118"/>
                  </a:cubicBezTo>
                  <a:cubicBezTo>
                    <a:pt x="7329" y="118"/>
                    <a:pt x="264" y="9085"/>
                    <a:pt x="264" y="19129"/>
                  </a:cubicBezTo>
                  <a:cubicBezTo>
                    <a:pt x="264" y="28814"/>
                    <a:pt x="7329" y="38140"/>
                    <a:pt x="18985" y="38140"/>
                  </a:cubicBezTo>
                  <a:cubicBezTo>
                    <a:pt x="23223" y="38140"/>
                    <a:pt x="27815" y="36705"/>
                    <a:pt x="31347" y="33477"/>
                  </a:cubicBezTo>
                  <a:cubicBezTo>
                    <a:pt x="32406" y="32759"/>
                    <a:pt x="32760" y="32401"/>
                    <a:pt x="33113" y="32401"/>
                  </a:cubicBezTo>
                  <a:cubicBezTo>
                    <a:pt x="33466" y="32401"/>
                    <a:pt x="33819" y="32759"/>
                    <a:pt x="33819" y="37781"/>
                  </a:cubicBezTo>
                  <a:cubicBezTo>
                    <a:pt x="33819" y="64325"/>
                    <a:pt x="21457" y="85847"/>
                    <a:pt x="9801" y="97684"/>
                  </a:cubicBezTo>
                  <a:cubicBezTo>
                    <a:pt x="5916" y="101630"/>
                    <a:pt x="5916" y="102347"/>
                    <a:pt x="5916" y="103423"/>
                  </a:cubicBezTo>
                  <a:cubicBezTo>
                    <a:pt x="5916" y="105934"/>
                    <a:pt x="7682" y="107369"/>
                    <a:pt x="9448" y="107369"/>
                  </a:cubicBezTo>
                  <a:cubicBezTo>
                    <a:pt x="13333" y="107369"/>
                    <a:pt x="41590" y="79749"/>
                    <a:pt x="41590" y="37781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AFB95C4-84CB-D0DF-AEC3-B341BC7515AD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12743384" y="5969517"/>
              <a:ext cx="261728" cy="319601"/>
            </a:xfrm>
            <a:custGeom>
              <a:avLst/>
              <a:gdLst>
                <a:gd name="connsiteX0" fmla="*/ 186764 w 261728"/>
                <a:gd name="connsiteY0" fmla="*/ 243675 h 319601"/>
                <a:gd name="connsiteX1" fmla="*/ 259878 w 261728"/>
                <a:gd name="connsiteY1" fmla="*/ 128532 h 319601"/>
                <a:gd name="connsiteX2" fmla="*/ 130250 w 261728"/>
                <a:gd name="connsiteY2" fmla="*/ 118 h 319601"/>
                <a:gd name="connsiteX3" fmla="*/ 269 w 261728"/>
                <a:gd name="connsiteY3" fmla="*/ 128532 h 319601"/>
                <a:gd name="connsiteX4" fmla="*/ 130250 w 261728"/>
                <a:gd name="connsiteY4" fmla="*/ 254077 h 319601"/>
                <a:gd name="connsiteX5" fmla="*/ 163805 w 261728"/>
                <a:gd name="connsiteY5" fmla="*/ 250849 h 319601"/>
                <a:gd name="connsiteX6" fmla="*/ 213608 w 261728"/>
                <a:gd name="connsiteY6" fmla="*/ 319719 h 319601"/>
                <a:gd name="connsiteX7" fmla="*/ 261998 w 261728"/>
                <a:gd name="connsiteY7" fmla="*/ 253001 h 319601"/>
                <a:gd name="connsiteX8" fmla="*/ 255640 w 261728"/>
                <a:gd name="connsiteY8" fmla="*/ 243675 h 319601"/>
                <a:gd name="connsiteX9" fmla="*/ 249282 w 261728"/>
                <a:gd name="connsiteY9" fmla="*/ 250849 h 319601"/>
                <a:gd name="connsiteX10" fmla="*/ 219259 w 261728"/>
                <a:gd name="connsiteY10" fmla="*/ 264838 h 319601"/>
                <a:gd name="connsiteX11" fmla="*/ 186764 w 261728"/>
                <a:gd name="connsiteY11" fmla="*/ 243675 h 319601"/>
                <a:gd name="connsiteX12" fmla="*/ 96695 w 261728"/>
                <a:gd name="connsiteY12" fmla="*/ 231838 h 319601"/>
                <a:gd name="connsiteX13" fmla="*/ 52191 w 261728"/>
                <a:gd name="connsiteY13" fmla="*/ 128174 h 319601"/>
                <a:gd name="connsiteX14" fmla="*/ 65260 w 261728"/>
                <a:gd name="connsiteY14" fmla="*/ 54281 h 319601"/>
                <a:gd name="connsiteX15" fmla="*/ 129897 w 261728"/>
                <a:gd name="connsiteY15" fmla="*/ 14466 h 319601"/>
                <a:gd name="connsiteX16" fmla="*/ 193475 w 261728"/>
                <a:gd name="connsiteY16" fmla="*/ 52129 h 319601"/>
                <a:gd name="connsiteX17" fmla="*/ 207957 w 261728"/>
                <a:gd name="connsiteY17" fmla="*/ 128174 h 319601"/>
                <a:gd name="connsiteX18" fmla="*/ 174048 w 261728"/>
                <a:gd name="connsiteY18" fmla="*/ 225381 h 319601"/>
                <a:gd name="connsiteX19" fmla="*/ 129897 w 261728"/>
                <a:gd name="connsiteY19" fmla="*/ 194533 h 319601"/>
                <a:gd name="connsiteX20" fmla="*/ 95636 w 261728"/>
                <a:gd name="connsiteY20" fmla="*/ 223947 h 319601"/>
                <a:gd name="connsiteX21" fmla="*/ 96695 w 261728"/>
                <a:gd name="connsiteY21" fmla="*/ 231838 h 319601"/>
                <a:gd name="connsiteX22" fmla="*/ 159214 w 261728"/>
                <a:gd name="connsiteY22" fmla="*/ 233990 h 319601"/>
                <a:gd name="connsiteX23" fmla="*/ 130250 w 261728"/>
                <a:gd name="connsiteY23" fmla="*/ 239729 h 319601"/>
                <a:gd name="connsiteX24" fmla="*/ 108351 w 261728"/>
                <a:gd name="connsiteY24" fmla="*/ 223947 h 319601"/>
                <a:gd name="connsiteX25" fmla="*/ 130250 w 261728"/>
                <a:gd name="connsiteY25" fmla="*/ 207446 h 319601"/>
                <a:gd name="connsiteX26" fmla="*/ 159214 w 261728"/>
                <a:gd name="connsiteY26" fmla="*/ 233990 h 319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728" h="319601">
                  <a:moveTo>
                    <a:pt x="186764" y="243675"/>
                  </a:moveTo>
                  <a:cubicBezTo>
                    <a:pt x="244690" y="220718"/>
                    <a:pt x="259878" y="167631"/>
                    <a:pt x="259878" y="128532"/>
                  </a:cubicBezTo>
                  <a:cubicBezTo>
                    <a:pt x="259878" y="51053"/>
                    <a:pt x="208663" y="118"/>
                    <a:pt x="130250" y="118"/>
                  </a:cubicBezTo>
                  <a:cubicBezTo>
                    <a:pt x="49365" y="118"/>
                    <a:pt x="269" y="53205"/>
                    <a:pt x="269" y="128532"/>
                  </a:cubicBezTo>
                  <a:cubicBezTo>
                    <a:pt x="269" y="201707"/>
                    <a:pt x="48305" y="254077"/>
                    <a:pt x="130250" y="254077"/>
                  </a:cubicBezTo>
                  <a:cubicBezTo>
                    <a:pt x="138021" y="254077"/>
                    <a:pt x="149677" y="253719"/>
                    <a:pt x="163805" y="250849"/>
                  </a:cubicBezTo>
                  <a:cubicBezTo>
                    <a:pt x="173695" y="291382"/>
                    <a:pt x="180759" y="319719"/>
                    <a:pt x="213608" y="319719"/>
                  </a:cubicBezTo>
                  <a:cubicBezTo>
                    <a:pt x="249635" y="319719"/>
                    <a:pt x="261998" y="277393"/>
                    <a:pt x="261998" y="253001"/>
                  </a:cubicBezTo>
                  <a:cubicBezTo>
                    <a:pt x="261998" y="250132"/>
                    <a:pt x="261998" y="243675"/>
                    <a:pt x="255640" y="243675"/>
                  </a:cubicBezTo>
                  <a:cubicBezTo>
                    <a:pt x="250342" y="243675"/>
                    <a:pt x="249635" y="248338"/>
                    <a:pt x="249282" y="250849"/>
                  </a:cubicBezTo>
                  <a:cubicBezTo>
                    <a:pt x="247163" y="264480"/>
                    <a:pt x="225264" y="264838"/>
                    <a:pt x="219259" y="264838"/>
                  </a:cubicBezTo>
                  <a:cubicBezTo>
                    <a:pt x="211135" y="264838"/>
                    <a:pt x="200539" y="264838"/>
                    <a:pt x="186764" y="243675"/>
                  </a:cubicBezTo>
                  <a:close/>
                  <a:moveTo>
                    <a:pt x="96695" y="231838"/>
                  </a:moveTo>
                  <a:cubicBezTo>
                    <a:pt x="53250" y="210675"/>
                    <a:pt x="52191" y="156152"/>
                    <a:pt x="52191" y="128174"/>
                  </a:cubicBezTo>
                  <a:cubicBezTo>
                    <a:pt x="52191" y="113826"/>
                    <a:pt x="52191" y="79749"/>
                    <a:pt x="65260" y="54281"/>
                  </a:cubicBezTo>
                  <a:cubicBezTo>
                    <a:pt x="83626" y="19846"/>
                    <a:pt x="114003" y="14466"/>
                    <a:pt x="129897" y="14466"/>
                  </a:cubicBezTo>
                  <a:cubicBezTo>
                    <a:pt x="148970" y="14466"/>
                    <a:pt x="176521" y="21640"/>
                    <a:pt x="193475" y="52129"/>
                  </a:cubicBezTo>
                  <a:cubicBezTo>
                    <a:pt x="206897" y="76162"/>
                    <a:pt x="207957" y="107010"/>
                    <a:pt x="207957" y="128174"/>
                  </a:cubicBezTo>
                  <a:cubicBezTo>
                    <a:pt x="207957" y="148261"/>
                    <a:pt x="207957" y="201707"/>
                    <a:pt x="174048" y="225381"/>
                  </a:cubicBezTo>
                  <a:cubicBezTo>
                    <a:pt x="166278" y="213544"/>
                    <a:pt x="153562" y="194533"/>
                    <a:pt x="129897" y="194533"/>
                  </a:cubicBezTo>
                  <a:cubicBezTo>
                    <a:pt x="111883" y="194533"/>
                    <a:pt x="95636" y="206729"/>
                    <a:pt x="95636" y="223947"/>
                  </a:cubicBezTo>
                  <a:cubicBezTo>
                    <a:pt x="95636" y="226099"/>
                    <a:pt x="95989" y="230044"/>
                    <a:pt x="96695" y="231838"/>
                  </a:cubicBezTo>
                  <a:close/>
                  <a:moveTo>
                    <a:pt x="159214" y="233990"/>
                  </a:moveTo>
                  <a:cubicBezTo>
                    <a:pt x="150383" y="237936"/>
                    <a:pt x="139787" y="239729"/>
                    <a:pt x="130250" y="239729"/>
                  </a:cubicBezTo>
                  <a:cubicBezTo>
                    <a:pt x="110824" y="239729"/>
                    <a:pt x="108351" y="228251"/>
                    <a:pt x="108351" y="223947"/>
                  </a:cubicBezTo>
                  <a:cubicBezTo>
                    <a:pt x="108351" y="214262"/>
                    <a:pt x="118594" y="207446"/>
                    <a:pt x="130250" y="207446"/>
                  </a:cubicBezTo>
                  <a:cubicBezTo>
                    <a:pt x="140140" y="207446"/>
                    <a:pt x="152149" y="211392"/>
                    <a:pt x="159214" y="233990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909A5D4E-6167-611E-6FF3-3D83B49DFDD7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13153339" y="6025833"/>
              <a:ext cx="176605" cy="208046"/>
            </a:xfrm>
            <a:custGeom>
              <a:avLst/>
              <a:gdLst>
                <a:gd name="connsiteX0" fmla="*/ 164523 w 176605"/>
                <a:gd name="connsiteY0" fmla="*/ 111315 h 208046"/>
                <a:gd name="connsiteX1" fmla="*/ 176885 w 176605"/>
                <a:gd name="connsiteY1" fmla="*/ 104141 h 208046"/>
                <a:gd name="connsiteX2" fmla="*/ 164523 w 176605"/>
                <a:gd name="connsiteY2" fmla="*/ 96967 h 208046"/>
                <a:gd name="connsiteX3" fmla="*/ 14762 w 176605"/>
                <a:gd name="connsiteY3" fmla="*/ 96967 h 208046"/>
                <a:gd name="connsiteX4" fmla="*/ 109422 w 176605"/>
                <a:gd name="connsiteY4" fmla="*/ 14466 h 208046"/>
                <a:gd name="connsiteX5" fmla="*/ 164523 w 176605"/>
                <a:gd name="connsiteY5" fmla="*/ 14466 h 208046"/>
                <a:gd name="connsiteX6" fmla="*/ 176885 w 176605"/>
                <a:gd name="connsiteY6" fmla="*/ 7292 h 208046"/>
                <a:gd name="connsiteX7" fmla="*/ 164523 w 176605"/>
                <a:gd name="connsiteY7" fmla="*/ 118 h 208046"/>
                <a:gd name="connsiteX8" fmla="*/ 108716 w 176605"/>
                <a:gd name="connsiteY8" fmla="*/ 118 h 208046"/>
                <a:gd name="connsiteX9" fmla="*/ 280 w 176605"/>
                <a:gd name="connsiteY9" fmla="*/ 104141 h 208046"/>
                <a:gd name="connsiteX10" fmla="*/ 108716 w 176605"/>
                <a:gd name="connsiteY10" fmla="*/ 208164 h 208046"/>
                <a:gd name="connsiteX11" fmla="*/ 164523 w 176605"/>
                <a:gd name="connsiteY11" fmla="*/ 208164 h 208046"/>
                <a:gd name="connsiteX12" fmla="*/ 176885 w 176605"/>
                <a:gd name="connsiteY12" fmla="*/ 200990 h 208046"/>
                <a:gd name="connsiteX13" fmla="*/ 164523 w 176605"/>
                <a:gd name="connsiteY13" fmla="*/ 193816 h 208046"/>
                <a:gd name="connsiteX14" fmla="*/ 109422 w 176605"/>
                <a:gd name="connsiteY14" fmla="*/ 193816 h 208046"/>
                <a:gd name="connsiteX15" fmla="*/ 14762 w 176605"/>
                <a:gd name="connsiteY15" fmla="*/ 111315 h 208046"/>
                <a:gd name="connsiteX16" fmla="*/ 164523 w 176605"/>
                <a:gd name="connsiteY16" fmla="*/ 111315 h 20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6605" h="208046">
                  <a:moveTo>
                    <a:pt x="164523" y="111315"/>
                  </a:moveTo>
                  <a:cubicBezTo>
                    <a:pt x="170528" y="111315"/>
                    <a:pt x="176885" y="111315"/>
                    <a:pt x="176885" y="104141"/>
                  </a:cubicBezTo>
                  <a:cubicBezTo>
                    <a:pt x="176885" y="96967"/>
                    <a:pt x="170528" y="96967"/>
                    <a:pt x="164523" y="96967"/>
                  </a:cubicBezTo>
                  <a:lnTo>
                    <a:pt x="14762" y="96967"/>
                  </a:lnTo>
                  <a:cubicBezTo>
                    <a:pt x="19000" y="48901"/>
                    <a:pt x="59620" y="14466"/>
                    <a:pt x="109422" y="14466"/>
                  </a:cubicBezTo>
                  <a:lnTo>
                    <a:pt x="164523" y="14466"/>
                  </a:lnTo>
                  <a:cubicBezTo>
                    <a:pt x="170528" y="14466"/>
                    <a:pt x="176885" y="14466"/>
                    <a:pt x="176885" y="7292"/>
                  </a:cubicBezTo>
                  <a:cubicBezTo>
                    <a:pt x="176885" y="118"/>
                    <a:pt x="170528" y="118"/>
                    <a:pt x="164523" y="118"/>
                  </a:cubicBezTo>
                  <a:lnTo>
                    <a:pt x="108716" y="118"/>
                  </a:lnTo>
                  <a:cubicBezTo>
                    <a:pt x="48317" y="118"/>
                    <a:pt x="280" y="46749"/>
                    <a:pt x="280" y="104141"/>
                  </a:cubicBezTo>
                  <a:cubicBezTo>
                    <a:pt x="280" y="161533"/>
                    <a:pt x="48317" y="208164"/>
                    <a:pt x="108716" y="208164"/>
                  </a:cubicBezTo>
                  <a:lnTo>
                    <a:pt x="164523" y="208164"/>
                  </a:lnTo>
                  <a:cubicBezTo>
                    <a:pt x="170528" y="208164"/>
                    <a:pt x="176885" y="208164"/>
                    <a:pt x="176885" y="200990"/>
                  </a:cubicBezTo>
                  <a:cubicBezTo>
                    <a:pt x="176885" y="193816"/>
                    <a:pt x="170528" y="193816"/>
                    <a:pt x="164523" y="193816"/>
                  </a:cubicBezTo>
                  <a:lnTo>
                    <a:pt x="109422" y="193816"/>
                  </a:lnTo>
                  <a:cubicBezTo>
                    <a:pt x="59620" y="193816"/>
                    <a:pt x="19000" y="159381"/>
                    <a:pt x="14762" y="111315"/>
                  </a:cubicBezTo>
                  <a:lnTo>
                    <a:pt x="164523" y="111315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1AFD6D65-01BC-E0DA-9B85-6283B6F2D820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13463260" y="5973821"/>
              <a:ext cx="242655" cy="245709"/>
            </a:xfrm>
            <a:custGeom>
              <a:avLst/>
              <a:gdLst>
                <a:gd name="connsiteX0" fmla="*/ 89299 w 242655"/>
                <a:gd name="connsiteY0" fmla="*/ 133195 h 245709"/>
                <a:gd name="connsiteX1" fmla="*/ 102014 w 242655"/>
                <a:gd name="connsiteY1" fmla="*/ 133195 h 245709"/>
                <a:gd name="connsiteX2" fmla="*/ 154996 w 242655"/>
                <a:gd name="connsiteY2" fmla="*/ 216414 h 245709"/>
                <a:gd name="connsiteX3" fmla="*/ 170890 w 242655"/>
                <a:gd name="connsiteY3" fmla="*/ 241523 h 245709"/>
                <a:gd name="connsiteX4" fmla="*/ 182546 w 242655"/>
                <a:gd name="connsiteY4" fmla="*/ 245827 h 245709"/>
                <a:gd name="connsiteX5" fmla="*/ 231289 w 242655"/>
                <a:gd name="connsiteY5" fmla="*/ 245827 h 245709"/>
                <a:gd name="connsiteX6" fmla="*/ 242945 w 242655"/>
                <a:gd name="connsiteY6" fmla="*/ 239371 h 245709"/>
                <a:gd name="connsiteX7" fmla="*/ 237647 w 242655"/>
                <a:gd name="connsiteY7" fmla="*/ 233273 h 245709"/>
                <a:gd name="connsiteX8" fmla="*/ 198794 w 242655"/>
                <a:gd name="connsiteY8" fmla="*/ 195251 h 245709"/>
                <a:gd name="connsiteX9" fmla="*/ 154996 w 242655"/>
                <a:gd name="connsiteY9" fmla="*/ 129250 h 245709"/>
                <a:gd name="connsiteX10" fmla="*/ 216808 w 242655"/>
                <a:gd name="connsiteY10" fmla="*/ 67195 h 245709"/>
                <a:gd name="connsiteX11" fmla="*/ 123207 w 242655"/>
                <a:gd name="connsiteY11" fmla="*/ 118 h 245709"/>
                <a:gd name="connsiteX12" fmla="*/ 12299 w 242655"/>
                <a:gd name="connsiteY12" fmla="*/ 118 h 245709"/>
                <a:gd name="connsiteX13" fmla="*/ 290 w 242655"/>
                <a:gd name="connsiteY13" fmla="*/ 6574 h 245709"/>
                <a:gd name="connsiteX14" fmla="*/ 9826 w 242655"/>
                <a:gd name="connsiteY14" fmla="*/ 12672 h 245709"/>
                <a:gd name="connsiteX15" fmla="*/ 31725 w 242655"/>
                <a:gd name="connsiteY15" fmla="*/ 33118 h 245709"/>
                <a:gd name="connsiteX16" fmla="*/ 31725 w 242655"/>
                <a:gd name="connsiteY16" fmla="*/ 212827 h 245709"/>
                <a:gd name="connsiteX17" fmla="*/ 9826 w 242655"/>
                <a:gd name="connsiteY17" fmla="*/ 233273 h 245709"/>
                <a:gd name="connsiteX18" fmla="*/ 290 w 242655"/>
                <a:gd name="connsiteY18" fmla="*/ 239371 h 245709"/>
                <a:gd name="connsiteX19" fmla="*/ 12299 w 242655"/>
                <a:gd name="connsiteY19" fmla="*/ 245827 h 245709"/>
                <a:gd name="connsiteX20" fmla="*/ 109078 w 242655"/>
                <a:gd name="connsiteY20" fmla="*/ 245827 h 245709"/>
                <a:gd name="connsiteX21" fmla="*/ 120734 w 242655"/>
                <a:gd name="connsiteY21" fmla="*/ 239371 h 245709"/>
                <a:gd name="connsiteX22" fmla="*/ 110844 w 242655"/>
                <a:gd name="connsiteY22" fmla="*/ 233273 h 245709"/>
                <a:gd name="connsiteX23" fmla="*/ 89299 w 242655"/>
                <a:gd name="connsiteY23" fmla="*/ 212827 h 245709"/>
                <a:gd name="connsiteX24" fmla="*/ 89299 w 242655"/>
                <a:gd name="connsiteY24" fmla="*/ 133195 h 245709"/>
                <a:gd name="connsiteX25" fmla="*/ 157468 w 242655"/>
                <a:gd name="connsiteY25" fmla="*/ 115619 h 245709"/>
                <a:gd name="connsiteX26" fmla="*/ 168418 w 242655"/>
                <a:gd name="connsiteY26" fmla="*/ 67553 h 245709"/>
                <a:gd name="connsiteX27" fmla="*/ 154996 w 242655"/>
                <a:gd name="connsiteY27" fmla="*/ 16618 h 245709"/>
                <a:gd name="connsiteX28" fmla="*/ 204445 w 242655"/>
                <a:gd name="connsiteY28" fmla="*/ 67195 h 245709"/>
                <a:gd name="connsiteX29" fmla="*/ 157468 w 242655"/>
                <a:gd name="connsiteY29" fmla="*/ 115619 h 245709"/>
                <a:gd name="connsiteX30" fmla="*/ 89299 w 242655"/>
                <a:gd name="connsiteY30" fmla="*/ 32042 h 245709"/>
                <a:gd name="connsiteX31" fmla="*/ 111198 w 242655"/>
                <a:gd name="connsiteY31" fmla="*/ 12672 h 245709"/>
                <a:gd name="connsiteX32" fmla="*/ 156055 w 242655"/>
                <a:gd name="connsiteY32" fmla="*/ 67553 h 245709"/>
                <a:gd name="connsiteX33" fmla="*/ 89299 w 242655"/>
                <a:gd name="connsiteY33" fmla="*/ 120641 h 245709"/>
                <a:gd name="connsiteX34" fmla="*/ 89299 w 242655"/>
                <a:gd name="connsiteY34" fmla="*/ 32042 h 245709"/>
                <a:gd name="connsiteX35" fmla="*/ 41262 w 242655"/>
                <a:gd name="connsiteY35" fmla="*/ 233273 h 245709"/>
                <a:gd name="connsiteX36" fmla="*/ 44088 w 242655"/>
                <a:gd name="connsiteY36" fmla="*/ 213544 h 245709"/>
                <a:gd name="connsiteX37" fmla="*/ 44088 w 242655"/>
                <a:gd name="connsiteY37" fmla="*/ 32401 h 245709"/>
                <a:gd name="connsiteX38" fmla="*/ 41262 w 242655"/>
                <a:gd name="connsiteY38" fmla="*/ 12672 h 245709"/>
                <a:gd name="connsiteX39" fmla="*/ 81528 w 242655"/>
                <a:gd name="connsiteY39" fmla="*/ 12672 h 245709"/>
                <a:gd name="connsiteX40" fmla="*/ 76936 w 242655"/>
                <a:gd name="connsiteY40" fmla="*/ 30966 h 245709"/>
                <a:gd name="connsiteX41" fmla="*/ 76936 w 242655"/>
                <a:gd name="connsiteY41" fmla="*/ 213544 h 245709"/>
                <a:gd name="connsiteX42" fmla="*/ 79762 w 242655"/>
                <a:gd name="connsiteY42" fmla="*/ 233273 h 245709"/>
                <a:gd name="connsiteX43" fmla="*/ 41262 w 242655"/>
                <a:gd name="connsiteY43" fmla="*/ 233273 h 245709"/>
                <a:gd name="connsiteX44" fmla="*/ 116496 w 242655"/>
                <a:gd name="connsiteY44" fmla="*/ 133195 h 245709"/>
                <a:gd name="connsiteX45" fmla="*/ 123207 w 242655"/>
                <a:gd name="connsiteY45" fmla="*/ 132478 h 245709"/>
                <a:gd name="connsiteX46" fmla="*/ 141574 w 242655"/>
                <a:gd name="connsiteY46" fmla="*/ 131043 h 245709"/>
                <a:gd name="connsiteX47" fmla="*/ 214335 w 242655"/>
                <a:gd name="connsiteY47" fmla="*/ 233273 h 245709"/>
                <a:gd name="connsiteX48" fmla="*/ 180074 w 242655"/>
                <a:gd name="connsiteY48" fmla="*/ 233273 h 245709"/>
                <a:gd name="connsiteX49" fmla="*/ 116496 w 242655"/>
                <a:gd name="connsiteY49" fmla="*/ 133195 h 245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2655" h="245709">
                  <a:moveTo>
                    <a:pt x="89299" y="133195"/>
                  </a:moveTo>
                  <a:lnTo>
                    <a:pt x="102014" y="133195"/>
                  </a:lnTo>
                  <a:lnTo>
                    <a:pt x="154996" y="216414"/>
                  </a:lnTo>
                  <a:cubicBezTo>
                    <a:pt x="158528" y="222153"/>
                    <a:pt x="167005" y="236142"/>
                    <a:pt x="170890" y="241523"/>
                  </a:cubicBezTo>
                  <a:cubicBezTo>
                    <a:pt x="173363" y="245827"/>
                    <a:pt x="174422" y="245827"/>
                    <a:pt x="182546" y="245827"/>
                  </a:cubicBezTo>
                  <a:lnTo>
                    <a:pt x="231289" y="245827"/>
                  </a:lnTo>
                  <a:cubicBezTo>
                    <a:pt x="237647" y="245827"/>
                    <a:pt x="242945" y="245827"/>
                    <a:pt x="242945" y="239371"/>
                  </a:cubicBezTo>
                  <a:cubicBezTo>
                    <a:pt x="242945" y="236501"/>
                    <a:pt x="240826" y="233990"/>
                    <a:pt x="237647" y="233273"/>
                  </a:cubicBezTo>
                  <a:cubicBezTo>
                    <a:pt x="224578" y="230403"/>
                    <a:pt x="207271" y="206729"/>
                    <a:pt x="198794" y="195251"/>
                  </a:cubicBezTo>
                  <a:cubicBezTo>
                    <a:pt x="196321" y="191664"/>
                    <a:pt x="178661" y="167989"/>
                    <a:pt x="154996" y="129250"/>
                  </a:cubicBezTo>
                  <a:cubicBezTo>
                    <a:pt x="186432" y="123511"/>
                    <a:pt x="216808" y="109880"/>
                    <a:pt x="216808" y="67195"/>
                  </a:cubicBezTo>
                  <a:cubicBezTo>
                    <a:pt x="216808" y="17335"/>
                    <a:pt x="164886" y="118"/>
                    <a:pt x="123207" y="118"/>
                  </a:cubicBezTo>
                  <a:lnTo>
                    <a:pt x="12299" y="118"/>
                  </a:lnTo>
                  <a:cubicBezTo>
                    <a:pt x="5941" y="118"/>
                    <a:pt x="290" y="118"/>
                    <a:pt x="290" y="6574"/>
                  </a:cubicBezTo>
                  <a:cubicBezTo>
                    <a:pt x="290" y="12672"/>
                    <a:pt x="7001" y="12672"/>
                    <a:pt x="9826" y="12672"/>
                  </a:cubicBezTo>
                  <a:cubicBezTo>
                    <a:pt x="29959" y="12672"/>
                    <a:pt x="31725" y="15183"/>
                    <a:pt x="31725" y="33118"/>
                  </a:cubicBezTo>
                  <a:lnTo>
                    <a:pt x="31725" y="212827"/>
                  </a:lnTo>
                  <a:cubicBezTo>
                    <a:pt x="31725" y="230762"/>
                    <a:pt x="29959" y="233273"/>
                    <a:pt x="9826" y="233273"/>
                  </a:cubicBezTo>
                  <a:cubicBezTo>
                    <a:pt x="7001" y="233273"/>
                    <a:pt x="290" y="233273"/>
                    <a:pt x="290" y="239371"/>
                  </a:cubicBezTo>
                  <a:cubicBezTo>
                    <a:pt x="290" y="245827"/>
                    <a:pt x="5941" y="245827"/>
                    <a:pt x="12299" y="245827"/>
                  </a:cubicBezTo>
                  <a:lnTo>
                    <a:pt x="109078" y="245827"/>
                  </a:lnTo>
                  <a:cubicBezTo>
                    <a:pt x="115436" y="245827"/>
                    <a:pt x="120734" y="245827"/>
                    <a:pt x="120734" y="239371"/>
                  </a:cubicBezTo>
                  <a:cubicBezTo>
                    <a:pt x="120734" y="233273"/>
                    <a:pt x="114730" y="233273"/>
                    <a:pt x="110844" y="233273"/>
                  </a:cubicBezTo>
                  <a:cubicBezTo>
                    <a:pt x="90711" y="233273"/>
                    <a:pt x="89299" y="230403"/>
                    <a:pt x="89299" y="212827"/>
                  </a:cubicBezTo>
                  <a:lnTo>
                    <a:pt x="89299" y="133195"/>
                  </a:lnTo>
                  <a:close/>
                  <a:moveTo>
                    <a:pt x="157468" y="115619"/>
                  </a:moveTo>
                  <a:cubicBezTo>
                    <a:pt x="167358" y="102347"/>
                    <a:pt x="168418" y="83336"/>
                    <a:pt x="168418" y="67553"/>
                  </a:cubicBezTo>
                  <a:cubicBezTo>
                    <a:pt x="168418" y="50336"/>
                    <a:pt x="166299" y="31325"/>
                    <a:pt x="154996" y="16618"/>
                  </a:cubicBezTo>
                  <a:cubicBezTo>
                    <a:pt x="169477" y="19846"/>
                    <a:pt x="204445" y="30966"/>
                    <a:pt x="204445" y="67195"/>
                  </a:cubicBezTo>
                  <a:cubicBezTo>
                    <a:pt x="204445" y="90510"/>
                    <a:pt x="193849" y="108804"/>
                    <a:pt x="157468" y="115619"/>
                  </a:cubicBezTo>
                  <a:close/>
                  <a:moveTo>
                    <a:pt x="89299" y="32042"/>
                  </a:moveTo>
                  <a:cubicBezTo>
                    <a:pt x="89299" y="24509"/>
                    <a:pt x="89299" y="12672"/>
                    <a:pt x="111198" y="12672"/>
                  </a:cubicBezTo>
                  <a:cubicBezTo>
                    <a:pt x="141221" y="12672"/>
                    <a:pt x="156055" y="25227"/>
                    <a:pt x="156055" y="67553"/>
                  </a:cubicBezTo>
                  <a:cubicBezTo>
                    <a:pt x="156055" y="113826"/>
                    <a:pt x="145106" y="120641"/>
                    <a:pt x="89299" y="120641"/>
                  </a:cubicBezTo>
                  <a:lnTo>
                    <a:pt x="89299" y="32042"/>
                  </a:lnTo>
                  <a:close/>
                  <a:moveTo>
                    <a:pt x="41262" y="233273"/>
                  </a:moveTo>
                  <a:cubicBezTo>
                    <a:pt x="44088" y="226816"/>
                    <a:pt x="44088" y="216773"/>
                    <a:pt x="44088" y="213544"/>
                  </a:cubicBezTo>
                  <a:lnTo>
                    <a:pt x="44088" y="32401"/>
                  </a:lnTo>
                  <a:cubicBezTo>
                    <a:pt x="44088" y="28814"/>
                    <a:pt x="44088" y="19129"/>
                    <a:pt x="41262" y="12672"/>
                  </a:cubicBezTo>
                  <a:lnTo>
                    <a:pt x="81528" y="12672"/>
                  </a:lnTo>
                  <a:cubicBezTo>
                    <a:pt x="76936" y="18411"/>
                    <a:pt x="76936" y="25585"/>
                    <a:pt x="76936" y="30966"/>
                  </a:cubicBezTo>
                  <a:lnTo>
                    <a:pt x="76936" y="213544"/>
                  </a:lnTo>
                  <a:cubicBezTo>
                    <a:pt x="76936" y="217131"/>
                    <a:pt x="76936" y="226816"/>
                    <a:pt x="79762" y="233273"/>
                  </a:cubicBezTo>
                  <a:lnTo>
                    <a:pt x="41262" y="233273"/>
                  </a:lnTo>
                  <a:close/>
                  <a:moveTo>
                    <a:pt x="116496" y="133195"/>
                  </a:moveTo>
                  <a:cubicBezTo>
                    <a:pt x="118968" y="132837"/>
                    <a:pt x="120381" y="132478"/>
                    <a:pt x="123207" y="132478"/>
                  </a:cubicBezTo>
                  <a:cubicBezTo>
                    <a:pt x="128505" y="132478"/>
                    <a:pt x="136276" y="131761"/>
                    <a:pt x="141574" y="131043"/>
                  </a:cubicBezTo>
                  <a:cubicBezTo>
                    <a:pt x="146872" y="139652"/>
                    <a:pt x="185019" y="203501"/>
                    <a:pt x="214335" y="233273"/>
                  </a:cubicBezTo>
                  <a:lnTo>
                    <a:pt x="180074" y="233273"/>
                  </a:lnTo>
                  <a:lnTo>
                    <a:pt x="116496" y="133195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06960264-91B5-84B2-2D9C-9DB3EBD7AADF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13727788" y="5897170"/>
              <a:ext cx="127085" cy="176767"/>
            </a:xfrm>
            <a:custGeom>
              <a:avLst/>
              <a:gdLst>
                <a:gd name="connsiteX0" fmla="*/ 126393 w 127085"/>
                <a:gd name="connsiteY0" fmla="*/ 7646 h 176767"/>
                <a:gd name="connsiteX1" fmla="*/ 127382 w 127085"/>
                <a:gd name="connsiteY1" fmla="*/ 3629 h 176767"/>
                <a:gd name="connsiteX2" fmla="*/ 123426 w 127085"/>
                <a:gd name="connsiteY2" fmla="*/ 114 h 176767"/>
                <a:gd name="connsiteX3" fmla="*/ 91778 w 127085"/>
                <a:gd name="connsiteY3" fmla="*/ 2625 h 176767"/>
                <a:gd name="connsiteX4" fmla="*/ 86339 w 127085"/>
                <a:gd name="connsiteY4" fmla="*/ 8400 h 176767"/>
                <a:gd name="connsiteX5" fmla="*/ 92767 w 127085"/>
                <a:gd name="connsiteY5" fmla="*/ 11915 h 176767"/>
                <a:gd name="connsiteX6" fmla="*/ 104635 w 127085"/>
                <a:gd name="connsiteY6" fmla="*/ 15681 h 176767"/>
                <a:gd name="connsiteX7" fmla="*/ 103646 w 127085"/>
                <a:gd name="connsiteY7" fmla="*/ 21205 h 176767"/>
                <a:gd name="connsiteX8" fmla="*/ 89553 w 127085"/>
                <a:gd name="connsiteY8" fmla="*/ 78454 h 176767"/>
                <a:gd name="connsiteX9" fmla="*/ 64087 w 127085"/>
                <a:gd name="connsiteY9" fmla="*/ 63639 h 176767"/>
                <a:gd name="connsiteX10" fmla="*/ 297 w 127085"/>
                <a:gd name="connsiteY10" fmla="*/ 135200 h 176767"/>
                <a:gd name="connsiteX11" fmla="*/ 37631 w 127085"/>
                <a:gd name="connsiteY11" fmla="*/ 176881 h 176767"/>
                <a:gd name="connsiteX12" fmla="*/ 72740 w 127085"/>
                <a:gd name="connsiteY12" fmla="*/ 159305 h 176767"/>
                <a:gd name="connsiteX13" fmla="*/ 98207 w 127085"/>
                <a:gd name="connsiteY13" fmla="*/ 176881 h 176767"/>
                <a:gd name="connsiteX14" fmla="*/ 117739 w 127085"/>
                <a:gd name="connsiteY14" fmla="*/ 163573 h 176767"/>
                <a:gd name="connsiteX15" fmla="*/ 126393 w 127085"/>
                <a:gd name="connsiteY15" fmla="*/ 138464 h 176767"/>
                <a:gd name="connsiteX16" fmla="*/ 122437 w 127085"/>
                <a:gd name="connsiteY16" fmla="*/ 135200 h 176767"/>
                <a:gd name="connsiteX17" fmla="*/ 116998 w 127085"/>
                <a:gd name="connsiteY17" fmla="*/ 142984 h 176767"/>
                <a:gd name="connsiteX18" fmla="*/ 98948 w 127085"/>
                <a:gd name="connsiteY18" fmla="*/ 169851 h 176767"/>
                <a:gd name="connsiteX19" fmla="*/ 90789 w 127085"/>
                <a:gd name="connsiteY19" fmla="*/ 157547 h 176767"/>
                <a:gd name="connsiteX20" fmla="*/ 92026 w 127085"/>
                <a:gd name="connsiteY20" fmla="*/ 147252 h 176767"/>
                <a:gd name="connsiteX21" fmla="*/ 126393 w 127085"/>
                <a:gd name="connsiteY21" fmla="*/ 7646 h 176767"/>
                <a:gd name="connsiteX22" fmla="*/ 73729 w 127085"/>
                <a:gd name="connsiteY22" fmla="*/ 142984 h 176767"/>
                <a:gd name="connsiteX23" fmla="*/ 61120 w 127085"/>
                <a:gd name="connsiteY23" fmla="*/ 159807 h 176767"/>
                <a:gd name="connsiteX24" fmla="*/ 38373 w 127085"/>
                <a:gd name="connsiteY24" fmla="*/ 169851 h 176767"/>
                <a:gd name="connsiteX25" fmla="*/ 20324 w 127085"/>
                <a:gd name="connsiteY25" fmla="*/ 145495 h 176767"/>
                <a:gd name="connsiteX26" fmla="*/ 33181 w 127085"/>
                <a:gd name="connsiteY26" fmla="*/ 94523 h 176767"/>
                <a:gd name="connsiteX27" fmla="*/ 64087 w 127085"/>
                <a:gd name="connsiteY27" fmla="*/ 70670 h 176767"/>
                <a:gd name="connsiteX28" fmla="*/ 86092 w 127085"/>
                <a:gd name="connsiteY28" fmla="*/ 92515 h 176767"/>
                <a:gd name="connsiteX29" fmla="*/ 85350 w 127085"/>
                <a:gd name="connsiteY29" fmla="*/ 96030 h 176767"/>
                <a:gd name="connsiteX30" fmla="*/ 73729 w 127085"/>
                <a:gd name="connsiteY30" fmla="*/ 142984 h 176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7085" h="176767">
                  <a:moveTo>
                    <a:pt x="126393" y="7646"/>
                  </a:moveTo>
                  <a:cubicBezTo>
                    <a:pt x="126640" y="7144"/>
                    <a:pt x="127382" y="3880"/>
                    <a:pt x="127382" y="3629"/>
                  </a:cubicBezTo>
                  <a:cubicBezTo>
                    <a:pt x="127382" y="2373"/>
                    <a:pt x="126393" y="114"/>
                    <a:pt x="123426" y="114"/>
                  </a:cubicBezTo>
                  <a:cubicBezTo>
                    <a:pt x="118481" y="114"/>
                    <a:pt x="97959" y="2122"/>
                    <a:pt x="91778" y="2625"/>
                  </a:cubicBezTo>
                  <a:cubicBezTo>
                    <a:pt x="89800" y="2876"/>
                    <a:pt x="86339" y="3127"/>
                    <a:pt x="86339" y="8400"/>
                  </a:cubicBezTo>
                  <a:cubicBezTo>
                    <a:pt x="86339" y="11915"/>
                    <a:pt x="89800" y="11915"/>
                    <a:pt x="92767" y="11915"/>
                  </a:cubicBezTo>
                  <a:cubicBezTo>
                    <a:pt x="104635" y="11915"/>
                    <a:pt x="104635" y="13672"/>
                    <a:pt x="104635" y="15681"/>
                  </a:cubicBezTo>
                  <a:cubicBezTo>
                    <a:pt x="104635" y="17439"/>
                    <a:pt x="104141" y="18945"/>
                    <a:pt x="103646" y="21205"/>
                  </a:cubicBezTo>
                  <a:lnTo>
                    <a:pt x="89553" y="78454"/>
                  </a:lnTo>
                  <a:cubicBezTo>
                    <a:pt x="84361" y="70168"/>
                    <a:pt x="75954" y="63639"/>
                    <a:pt x="64087" y="63639"/>
                  </a:cubicBezTo>
                  <a:cubicBezTo>
                    <a:pt x="32439" y="63639"/>
                    <a:pt x="297" y="99043"/>
                    <a:pt x="297" y="135200"/>
                  </a:cubicBezTo>
                  <a:cubicBezTo>
                    <a:pt x="297" y="159556"/>
                    <a:pt x="16368" y="176881"/>
                    <a:pt x="37631" y="176881"/>
                  </a:cubicBezTo>
                  <a:cubicBezTo>
                    <a:pt x="50982" y="176881"/>
                    <a:pt x="62850" y="169097"/>
                    <a:pt x="72740" y="159305"/>
                  </a:cubicBezTo>
                  <a:cubicBezTo>
                    <a:pt x="77438" y="174370"/>
                    <a:pt x="91778" y="176881"/>
                    <a:pt x="98207" y="176881"/>
                  </a:cubicBezTo>
                  <a:cubicBezTo>
                    <a:pt x="107108" y="176881"/>
                    <a:pt x="113289" y="171357"/>
                    <a:pt x="117739" y="163573"/>
                  </a:cubicBezTo>
                  <a:cubicBezTo>
                    <a:pt x="123179" y="153781"/>
                    <a:pt x="126393" y="139469"/>
                    <a:pt x="126393" y="138464"/>
                  </a:cubicBezTo>
                  <a:cubicBezTo>
                    <a:pt x="126393" y="135200"/>
                    <a:pt x="123179" y="135200"/>
                    <a:pt x="122437" y="135200"/>
                  </a:cubicBezTo>
                  <a:cubicBezTo>
                    <a:pt x="118975" y="135200"/>
                    <a:pt x="118728" y="136204"/>
                    <a:pt x="116998" y="142984"/>
                  </a:cubicBezTo>
                  <a:cubicBezTo>
                    <a:pt x="114031" y="155036"/>
                    <a:pt x="109333" y="169851"/>
                    <a:pt x="98948" y="169851"/>
                  </a:cubicBezTo>
                  <a:cubicBezTo>
                    <a:pt x="92520" y="169851"/>
                    <a:pt x="90789" y="164327"/>
                    <a:pt x="90789" y="157547"/>
                  </a:cubicBezTo>
                  <a:cubicBezTo>
                    <a:pt x="90789" y="152776"/>
                    <a:pt x="91284" y="150517"/>
                    <a:pt x="92026" y="147252"/>
                  </a:cubicBezTo>
                  <a:lnTo>
                    <a:pt x="126393" y="7646"/>
                  </a:lnTo>
                  <a:close/>
                  <a:moveTo>
                    <a:pt x="73729" y="142984"/>
                  </a:moveTo>
                  <a:cubicBezTo>
                    <a:pt x="71998" y="150014"/>
                    <a:pt x="66559" y="155036"/>
                    <a:pt x="61120" y="159807"/>
                  </a:cubicBezTo>
                  <a:cubicBezTo>
                    <a:pt x="58894" y="161816"/>
                    <a:pt x="49004" y="169851"/>
                    <a:pt x="38373" y="169851"/>
                  </a:cubicBezTo>
                  <a:cubicBezTo>
                    <a:pt x="29225" y="169851"/>
                    <a:pt x="20324" y="163322"/>
                    <a:pt x="20324" y="145495"/>
                  </a:cubicBezTo>
                  <a:cubicBezTo>
                    <a:pt x="20324" y="132187"/>
                    <a:pt x="27494" y="104567"/>
                    <a:pt x="33181" y="94523"/>
                  </a:cubicBezTo>
                  <a:cubicBezTo>
                    <a:pt x="44554" y="74436"/>
                    <a:pt x="57164" y="70670"/>
                    <a:pt x="64087" y="70670"/>
                  </a:cubicBezTo>
                  <a:cubicBezTo>
                    <a:pt x="81394" y="70670"/>
                    <a:pt x="86092" y="89753"/>
                    <a:pt x="86092" y="92515"/>
                  </a:cubicBezTo>
                  <a:cubicBezTo>
                    <a:pt x="86092" y="93519"/>
                    <a:pt x="85597" y="95277"/>
                    <a:pt x="85350" y="96030"/>
                  </a:cubicBezTo>
                  <a:lnTo>
                    <a:pt x="73729" y="142984"/>
                  </a:lnTo>
                  <a:close/>
                </a:path>
              </a:pathLst>
            </a:custGeom>
            <a:solidFill>
              <a:schemeClr val="accent2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F26F7FDA-E53B-C88D-924A-BC343977F1A2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13875814" y="5987849"/>
              <a:ext cx="87949" cy="119447"/>
            </a:xfrm>
            <a:custGeom>
              <a:avLst/>
              <a:gdLst>
                <a:gd name="connsiteX0" fmla="*/ 88250 w 87949"/>
                <a:gd name="connsiteY0" fmla="*/ 84947 h 119447"/>
                <a:gd name="connsiteX1" fmla="*/ 80833 w 87949"/>
                <a:gd name="connsiteY1" fmla="*/ 84947 h 119447"/>
                <a:gd name="connsiteX2" fmla="*/ 75711 w 87949"/>
                <a:gd name="connsiteY2" fmla="*/ 101268 h 119447"/>
                <a:gd name="connsiteX3" fmla="*/ 56815 w 87949"/>
                <a:gd name="connsiteY3" fmla="*/ 102344 h 119447"/>
                <a:gd name="connsiteX4" fmla="*/ 22200 w 87949"/>
                <a:gd name="connsiteY4" fmla="*/ 102344 h 119447"/>
                <a:gd name="connsiteX5" fmla="*/ 57521 w 87949"/>
                <a:gd name="connsiteY5" fmla="*/ 76338 h 119447"/>
                <a:gd name="connsiteX6" fmla="*/ 88250 w 87949"/>
                <a:gd name="connsiteY6" fmla="*/ 35805 h 119447"/>
                <a:gd name="connsiteX7" fmla="*/ 41627 w 87949"/>
                <a:gd name="connsiteY7" fmla="*/ 115 h 119447"/>
                <a:gd name="connsiteX8" fmla="*/ 301 w 87949"/>
                <a:gd name="connsiteY8" fmla="*/ 31680 h 119447"/>
                <a:gd name="connsiteX9" fmla="*/ 10544 w 87949"/>
                <a:gd name="connsiteY9" fmla="*/ 42621 h 119447"/>
                <a:gd name="connsiteX10" fmla="*/ 20964 w 87949"/>
                <a:gd name="connsiteY10" fmla="*/ 32039 h 119447"/>
                <a:gd name="connsiteX11" fmla="*/ 10897 w 87949"/>
                <a:gd name="connsiteY11" fmla="*/ 21457 h 119447"/>
                <a:gd name="connsiteX12" fmla="*/ 37918 w 87949"/>
                <a:gd name="connsiteY12" fmla="*/ 8006 h 119447"/>
                <a:gd name="connsiteX13" fmla="*/ 69354 w 87949"/>
                <a:gd name="connsiteY13" fmla="*/ 35985 h 119447"/>
                <a:gd name="connsiteX14" fmla="*/ 45512 w 87949"/>
                <a:gd name="connsiteY14" fmla="*/ 74186 h 119447"/>
                <a:gd name="connsiteX15" fmla="*/ 2420 w 87949"/>
                <a:gd name="connsiteY15" fmla="*/ 111312 h 119447"/>
                <a:gd name="connsiteX16" fmla="*/ 301 w 87949"/>
                <a:gd name="connsiteY16" fmla="*/ 114181 h 119447"/>
                <a:gd name="connsiteX17" fmla="*/ 301 w 87949"/>
                <a:gd name="connsiteY17" fmla="*/ 119562 h 119447"/>
                <a:gd name="connsiteX18" fmla="*/ 82422 w 87949"/>
                <a:gd name="connsiteY18" fmla="*/ 119562 h 119447"/>
                <a:gd name="connsiteX19" fmla="*/ 88250 w 87949"/>
                <a:gd name="connsiteY19" fmla="*/ 84947 h 119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7949" h="119447">
                  <a:moveTo>
                    <a:pt x="88250" y="84947"/>
                  </a:moveTo>
                  <a:lnTo>
                    <a:pt x="80833" y="84947"/>
                  </a:lnTo>
                  <a:cubicBezTo>
                    <a:pt x="80303" y="88355"/>
                    <a:pt x="78537" y="99475"/>
                    <a:pt x="75711" y="101268"/>
                  </a:cubicBezTo>
                  <a:cubicBezTo>
                    <a:pt x="74299" y="102344"/>
                    <a:pt x="59464" y="102344"/>
                    <a:pt x="56815" y="102344"/>
                  </a:cubicBezTo>
                  <a:lnTo>
                    <a:pt x="22200" y="102344"/>
                  </a:lnTo>
                  <a:cubicBezTo>
                    <a:pt x="33856" y="93556"/>
                    <a:pt x="46925" y="83512"/>
                    <a:pt x="57521" y="76338"/>
                  </a:cubicBezTo>
                  <a:cubicBezTo>
                    <a:pt x="73416" y="65219"/>
                    <a:pt x="88250" y="54816"/>
                    <a:pt x="88250" y="35805"/>
                  </a:cubicBezTo>
                  <a:cubicBezTo>
                    <a:pt x="88250" y="12848"/>
                    <a:pt x="66881" y="115"/>
                    <a:pt x="41627" y="115"/>
                  </a:cubicBezTo>
                  <a:cubicBezTo>
                    <a:pt x="17785" y="115"/>
                    <a:pt x="301" y="14104"/>
                    <a:pt x="301" y="31680"/>
                  </a:cubicBezTo>
                  <a:cubicBezTo>
                    <a:pt x="301" y="41006"/>
                    <a:pt x="8072" y="42621"/>
                    <a:pt x="10544" y="42621"/>
                  </a:cubicBezTo>
                  <a:cubicBezTo>
                    <a:pt x="15312" y="42621"/>
                    <a:pt x="20964" y="39392"/>
                    <a:pt x="20964" y="32039"/>
                  </a:cubicBezTo>
                  <a:cubicBezTo>
                    <a:pt x="20964" y="25582"/>
                    <a:pt x="16372" y="21995"/>
                    <a:pt x="10897" y="21457"/>
                  </a:cubicBezTo>
                  <a:cubicBezTo>
                    <a:pt x="15842" y="13387"/>
                    <a:pt x="26085" y="8006"/>
                    <a:pt x="37918" y="8006"/>
                  </a:cubicBezTo>
                  <a:cubicBezTo>
                    <a:pt x="55049" y="8006"/>
                    <a:pt x="69354" y="18408"/>
                    <a:pt x="69354" y="35985"/>
                  </a:cubicBezTo>
                  <a:cubicBezTo>
                    <a:pt x="69354" y="51050"/>
                    <a:pt x="59110" y="62528"/>
                    <a:pt x="45512" y="74186"/>
                  </a:cubicBezTo>
                  <a:lnTo>
                    <a:pt x="2420" y="111312"/>
                  </a:lnTo>
                  <a:cubicBezTo>
                    <a:pt x="654" y="112926"/>
                    <a:pt x="478" y="112926"/>
                    <a:pt x="301" y="114181"/>
                  </a:cubicBezTo>
                  <a:lnTo>
                    <a:pt x="301" y="119562"/>
                  </a:lnTo>
                  <a:lnTo>
                    <a:pt x="82422" y="119562"/>
                  </a:lnTo>
                  <a:lnTo>
                    <a:pt x="88250" y="84947"/>
                  </a:lnTo>
                  <a:close/>
                </a:path>
              </a:pathLst>
            </a:custGeom>
            <a:solidFill>
              <a:schemeClr val="accent2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206CE035-6B42-655E-9B5A-CB5BC14EB0BA}"/>
                </a:ext>
              </a:extLst>
            </p:cNvPr>
            <p:cNvSpPr/>
            <p:nvPr>
              <p:custDataLst>
                <p:tags r:id="rId101"/>
              </p:custDataLst>
            </p:nvPr>
          </p:nvSpPr>
          <p:spPr>
            <a:xfrm>
              <a:off x="14041605" y="5941362"/>
              <a:ext cx="132524" cy="134333"/>
            </a:xfrm>
            <a:custGeom>
              <a:avLst/>
              <a:gdLst>
                <a:gd name="connsiteX0" fmla="*/ 129368 w 132524"/>
                <a:gd name="connsiteY0" fmla="*/ 12417 h 134333"/>
                <a:gd name="connsiteX1" fmla="*/ 132829 w 132524"/>
                <a:gd name="connsiteY1" fmla="*/ 6391 h 134333"/>
                <a:gd name="connsiteX2" fmla="*/ 126895 w 132524"/>
                <a:gd name="connsiteY2" fmla="*/ 114 h 134333"/>
                <a:gd name="connsiteX3" fmla="*/ 120714 w 132524"/>
                <a:gd name="connsiteY3" fmla="*/ 3880 h 134333"/>
                <a:gd name="connsiteX4" fmla="*/ 66567 w 132524"/>
                <a:gd name="connsiteY4" fmla="*/ 58618 h 134333"/>
                <a:gd name="connsiteX5" fmla="*/ 12173 w 132524"/>
                <a:gd name="connsiteY5" fmla="*/ 3629 h 134333"/>
                <a:gd name="connsiteX6" fmla="*/ 6486 w 132524"/>
                <a:gd name="connsiteY6" fmla="*/ 114 h 134333"/>
                <a:gd name="connsiteX7" fmla="*/ 305 w 132524"/>
                <a:gd name="connsiteY7" fmla="*/ 6391 h 134333"/>
                <a:gd name="connsiteX8" fmla="*/ 4014 w 132524"/>
                <a:gd name="connsiteY8" fmla="*/ 12417 h 134333"/>
                <a:gd name="connsiteX9" fmla="*/ 57913 w 132524"/>
                <a:gd name="connsiteY9" fmla="*/ 67155 h 134333"/>
                <a:gd name="connsiteX10" fmla="*/ 4014 w 132524"/>
                <a:gd name="connsiteY10" fmla="*/ 121892 h 134333"/>
                <a:gd name="connsiteX11" fmla="*/ 305 w 132524"/>
                <a:gd name="connsiteY11" fmla="*/ 128170 h 134333"/>
                <a:gd name="connsiteX12" fmla="*/ 6486 w 132524"/>
                <a:gd name="connsiteY12" fmla="*/ 134447 h 134333"/>
                <a:gd name="connsiteX13" fmla="*/ 12173 w 132524"/>
                <a:gd name="connsiteY13" fmla="*/ 130932 h 134333"/>
                <a:gd name="connsiteX14" fmla="*/ 66567 w 132524"/>
                <a:gd name="connsiteY14" fmla="*/ 75943 h 134333"/>
                <a:gd name="connsiteX15" fmla="*/ 122939 w 132524"/>
                <a:gd name="connsiteY15" fmla="*/ 133191 h 134333"/>
                <a:gd name="connsiteX16" fmla="*/ 126895 w 132524"/>
                <a:gd name="connsiteY16" fmla="*/ 134447 h 134333"/>
                <a:gd name="connsiteX17" fmla="*/ 132829 w 132524"/>
                <a:gd name="connsiteY17" fmla="*/ 128170 h 134333"/>
                <a:gd name="connsiteX18" fmla="*/ 131593 w 132524"/>
                <a:gd name="connsiteY18" fmla="*/ 124905 h 134333"/>
                <a:gd name="connsiteX19" fmla="*/ 75221 w 132524"/>
                <a:gd name="connsiteY19" fmla="*/ 67406 h 134333"/>
                <a:gd name="connsiteX20" fmla="*/ 129368 w 132524"/>
                <a:gd name="connsiteY20" fmla="*/ 12417 h 134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2524" h="134333">
                  <a:moveTo>
                    <a:pt x="129368" y="12417"/>
                  </a:moveTo>
                  <a:cubicBezTo>
                    <a:pt x="132088" y="9655"/>
                    <a:pt x="132829" y="8148"/>
                    <a:pt x="132829" y="6391"/>
                  </a:cubicBezTo>
                  <a:cubicBezTo>
                    <a:pt x="132829" y="2373"/>
                    <a:pt x="129615" y="114"/>
                    <a:pt x="126895" y="114"/>
                  </a:cubicBezTo>
                  <a:cubicBezTo>
                    <a:pt x="124423" y="114"/>
                    <a:pt x="123681" y="867"/>
                    <a:pt x="120714" y="3880"/>
                  </a:cubicBezTo>
                  <a:lnTo>
                    <a:pt x="66567" y="58618"/>
                  </a:lnTo>
                  <a:lnTo>
                    <a:pt x="12173" y="3629"/>
                  </a:lnTo>
                  <a:cubicBezTo>
                    <a:pt x="9700" y="1118"/>
                    <a:pt x="8711" y="114"/>
                    <a:pt x="6486" y="114"/>
                  </a:cubicBezTo>
                  <a:cubicBezTo>
                    <a:pt x="3025" y="114"/>
                    <a:pt x="305" y="2876"/>
                    <a:pt x="305" y="6391"/>
                  </a:cubicBezTo>
                  <a:cubicBezTo>
                    <a:pt x="305" y="8651"/>
                    <a:pt x="1047" y="9404"/>
                    <a:pt x="4014" y="12417"/>
                  </a:cubicBezTo>
                  <a:lnTo>
                    <a:pt x="57913" y="67155"/>
                  </a:lnTo>
                  <a:lnTo>
                    <a:pt x="4014" y="121892"/>
                  </a:lnTo>
                  <a:cubicBezTo>
                    <a:pt x="552" y="125408"/>
                    <a:pt x="305" y="126663"/>
                    <a:pt x="305" y="128170"/>
                  </a:cubicBezTo>
                  <a:cubicBezTo>
                    <a:pt x="305" y="131685"/>
                    <a:pt x="3025" y="134447"/>
                    <a:pt x="6486" y="134447"/>
                  </a:cubicBezTo>
                  <a:cubicBezTo>
                    <a:pt x="8711" y="134447"/>
                    <a:pt x="9453" y="133694"/>
                    <a:pt x="12173" y="130932"/>
                  </a:cubicBezTo>
                  <a:lnTo>
                    <a:pt x="66567" y="75943"/>
                  </a:lnTo>
                  <a:lnTo>
                    <a:pt x="122939" y="133191"/>
                  </a:lnTo>
                  <a:cubicBezTo>
                    <a:pt x="124176" y="133945"/>
                    <a:pt x="125412" y="134447"/>
                    <a:pt x="126895" y="134447"/>
                  </a:cubicBezTo>
                  <a:cubicBezTo>
                    <a:pt x="129615" y="134447"/>
                    <a:pt x="132829" y="132187"/>
                    <a:pt x="132829" y="128170"/>
                  </a:cubicBezTo>
                  <a:cubicBezTo>
                    <a:pt x="132829" y="126161"/>
                    <a:pt x="132335" y="125659"/>
                    <a:pt x="131593" y="124905"/>
                  </a:cubicBezTo>
                  <a:cubicBezTo>
                    <a:pt x="131099" y="123901"/>
                    <a:pt x="83133" y="75190"/>
                    <a:pt x="75221" y="67406"/>
                  </a:cubicBezTo>
                  <a:lnTo>
                    <a:pt x="129368" y="12417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75D424A-7368-7A6D-F57F-0A731F5DBF62}"/>
                </a:ext>
              </a:extLst>
            </p:cNvPr>
            <p:cNvSpPr/>
            <p:nvPr>
              <p:custDataLst>
                <p:tags r:id="rId102"/>
              </p:custDataLst>
            </p:nvPr>
          </p:nvSpPr>
          <p:spPr>
            <a:xfrm>
              <a:off x="14236896" y="5897170"/>
              <a:ext cx="121645" cy="176767"/>
            </a:xfrm>
            <a:custGeom>
              <a:avLst/>
              <a:gdLst>
                <a:gd name="connsiteX0" fmla="*/ 59156 w 121645"/>
                <a:gd name="connsiteY0" fmla="*/ 7646 h 176767"/>
                <a:gd name="connsiteX1" fmla="*/ 60145 w 121645"/>
                <a:gd name="connsiteY1" fmla="*/ 3629 h 176767"/>
                <a:gd name="connsiteX2" fmla="*/ 56189 w 121645"/>
                <a:gd name="connsiteY2" fmla="*/ 114 h 176767"/>
                <a:gd name="connsiteX3" fmla="*/ 24541 w 121645"/>
                <a:gd name="connsiteY3" fmla="*/ 2625 h 176767"/>
                <a:gd name="connsiteX4" fmla="*/ 19102 w 121645"/>
                <a:gd name="connsiteY4" fmla="*/ 8400 h 176767"/>
                <a:gd name="connsiteX5" fmla="*/ 25530 w 121645"/>
                <a:gd name="connsiteY5" fmla="*/ 11915 h 176767"/>
                <a:gd name="connsiteX6" fmla="*/ 37398 w 121645"/>
                <a:gd name="connsiteY6" fmla="*/ 15681 h 176767"/>
                <a:gd name="connsiteX7" fmla="*/ 36409 w 121645"/>
                <a:gd name="connsiteY7" fmla="*/ 21205 h 176767"/>
                <a:gd name="connsiteX8" fmla="*/ 1547 w 121645"/>
                <a:gd name="connsiteY8" fmla="*/ 163322 h 176767"/>
                <a:gd name="connsiteX9" fmla="*/ 311 w 121645"/>
                <a:gd name="connsiteY9" fmla="*/ 168846 h 176767"/>
                <a:gd name="connsiteX10" fmla="*/ 8717 w 121645"/>
                <a:gd name="connsiteY10" fmla="*/ 176881 h 176767"/>
                <a:gd name="connsiteX11" fmla="*/ 20091 w 121645"/>
                <a:gd name="connsiteY11" fmla="*/ 166335 h 176767"/>
                <a:gd name="connsiteX12" fmla="*/ 32206 w 121645"/>
                <a:gd name="connsiteY12" fmla="*/ 117624 h 176767"/>
                <a:gd name="connsiteX13" fmla="*/ 63854 w 121645"/>
                <a:gd name="connsiteY13" fmla="*/ 138213 h 176767"/>
                <a:gd name="connsiteX14" fmla="*/ 63359 w 121645"/>
                <a:gd name="connsiteY14" fmla="*/ 143235 h 176767"/>
                <a:gd name="connsiteX15" fmla="*/ 62370 w 121645"/>
                <a:gd name="connsiteY15" fmla="*/ 151019 h 176767"/>
                <a:gd name="connsiteX16" fmla="*/ 88578 w 121645"/>
                <a:gd name="connsiteY16" fmla="*/ 176881 h 176767"/>
                <a:gd name="connsiteX17" fmla="*/ 119979 w 121645"/>
                <a:gd name="connsiteY17" fmla="*/ 138464 h 176767"/>
                <a:gd name="connsiteX18" fmla="*/ 116023 w 121645"/>
                <a:gd name="connsiteY18" fmla="*/ 135200 h 176767"/>
                <a:gd name="connsiteX19" fmla="*/ 111078 w 121645"/>
                <a:gd name="connsiteY19" fmla="*/ 141226 h 176767"/>
                <a:gd name="connsiteX20" fmla="*/ 89320 w 121645"/>
                <a:gd name="connsiteY20" fmla="*/ 169851 h 176767"/>
                <a:gd name="connsiteX21" fmla="*/ 80666 w 121645"/>
                <a:gd name="connsiteY21" fmla="*/ 156794 h 176767"/>
                <a:gd name="connsiteX22" fmla="*/ 82150 w 121645"/>
                <a:gd name="connsiteY22" fmla="*/ 145495 h 176767"/>
                <a:gd name="connsiteX23" fmla="*/ 83386 w 121645"/>
                <a:gd name="connsiteY23" fmla="*/ 137711 h 176767"/>
                <a:gd name="connsiteX24" fmla="*/ 43332 w 121645"/>
                <a:gd name="connsiteY24" fmla="*/ 111095 h 176767"/>
                <a:gd name="connsiteX25" fmla="*/ 63854 w 121645"/>
                <a:gd name="connsiteY25" fmla="*/ 94523 h 176767"/>
                <a:gd name="connsiteX26" fmla="*/ 102671 w 121645"/>
                <a:gd name="connsiteY26" fmla="*/ 70670 h 176767"/>
                <a:gd name="connsiteX27" fmla="*/ 110831 w 121645"/>
                <a:gd name="connsiteY27" fmla="*/ 73934 h 176767"/>
                <a:gd name="connsiteX28" fmla="*/ 97974 w 121645"/>
                <a:gd name="connsiteY28" fmla="*/ 87995 h 176767"/>
                <a:gd name="connsiteX29" fmla="*/ 107864 w 121645"/>
                <a:gd name="connsiteY29" fmla="*/ 97285 h 176767"/>
                <a:gd name="connsiteX30" fmla="*/ 121957 w 121645"/>
                <a:gd name="connsiteY30" fmla="*/ 81216 h 176767"/>
                <a:gd name="connsiteX31" fmla="*/ 102919 w 121645"/>
                <a:gd name="connsiteY31" fmla="*/ 63639 h 176767"/>
                <a:gd name="connsiteX32" fmla="*/ 63359 w 121645"/>
                <a:gd name="connsiteY32" fmla="*/ 85735 h 176767"/>
                <a:gd name="connsiteX33" fmla="*/ 34678 w 121645"/>
                <a:gd name="connsiteY33" fmla="*/ 107831 h 176767"/>
                <a:gd name="connsiteX34" fmla="*/ 59156 w 121645"/>
                <a:gd name="connsiteY34" fmla="*/ 7646 h 176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645" h="176767">
                  <a:moveTo>
                    <a:pt x="59156" y="7646"/>
                  </a:moveTo>
                  <a:cubicBezTo>
                    <a:pt x="59403" y="7144"/>
                    <a:pt x="60145" y="3880"/>
                    <a:pt x="60145" y="3629"/>
                  </a:cubicBezTo>
                  <a:cubicBezTo>
                    <a:pt x="60145" y="2373"/>
                    <a:pt x="59156" y="114"/>
                    <a:pt x="56189" y="114"/>
                  </a:cubicBezTo>
                  <a:cubicBezTo>
                    <a:pt x="51244" y="114"/>
                    <a:pt x="30722" y="2122"/>
                    <a:pt x="24541" y="2625"/>
                  </a:cubicBezTo>
                  <a:cubicBezTo>
                    <a:pt x="22563" y="2876"/>
                    <a:pt x="19102" y="3127"/>
                    <a:pt x="19102" y="8400"/>
                  </a:cubicBezTo>
                  <a:cubicBezTo>
                    <a:pt x="19102" y="11915"/>
                    <a:pt x="22563" y="11915"/>
                    <a:pt x="25530" y="11915"/>
                  </a:cubicBezTo>
                  <a:cubicBezTo>
                    <a:pt x="37398" y="11915"/>
                    <a:pt x="37398" y="13672"/>
                    <a:pt x="37398" y="15681"/>
                  </a:cubicBezTo>
                  <a:cubicBezTo>
                    <a:pt x="37398" y="17439"/>
                    <a:pt x="36904" y="18945"/>
                    <a:pt x="36409" y="21205"/>
                  </a:cubicBezTo>
                  <a:lnTo>
                    <a:pt x="1547" y="163322"/>
                  </a:lnTo>
                  <a:cubicBezTo>
                    <a:pt x="311" y="167842"/>
                    <a:pt x="311" y="168344"/>
                    <a:pt x="311" y="168846"/>
                  </a:cubicBezTo>
                  <a:cubicBezTo>
                    <a:pt x="311" y="172612"/>
                    <a:pt x="3278" y="176881"/>
                    <a:pt x="8717" y="176881"/>
                  </a:cubicBezTo>
                  <a:cubicBezTo>
                    <a:pt x="15393" y="176881"/>
                    <a:pt x="18607" y="171859"/>
                    <a:pt x="20091" y="166335"/>
                  </a:cubicBezTo>
                  <a:cubicBezTo>
                    <a:pt x="20585" y="165331"/>
                    <a:pt x="31217" y="121139"/>
                    <a:pt x="32206" y="117624"/>
                  </a:cubicBezTo>
                  <a:cubicBezTo>
                    <a:pt x="49760" y="119381"/>
                    <a:pt x="63854" y="125156"/>
                    <a:pt x="63854" y="138213"/>
                  </a:cubicBezTo>
                  <a:cubicBezTo>
                    <a:pt x="63854" y="139469"/>
                    <a:pt x="63854" y="140724"/>
                    <a:pt x="63359" y="143235"/>
                  </a:cubicBezTo>
                  <a:cubicBezTo>
                    <a:pt x="62370" y="147001"/>
                    <a:pt x="62370" y="148257"/>
                    <a:pt x="62370" y="151019"/>
                  </a:cubicBezTo>
                  <a:cubicBezTo>
                    <a:pt x="62370" y="168846"/>
                    <a:pt x="76710" y="176881"/>
                    <a:pt x="88578" y="176881"/>
                  </a:cubicBezTo>
                  <a:cubicBezTo>
                    <a:pt x="112561" y="176881"/>
                    <a:pt x="119979" y="138715"/>
                    <a:pt x="119979" y="138464"/>
                  </a:cubicBezTo>
                  <a:cubicBezTo>
                    <a:pt x="119979" y="135200"/>
                    <a:pt x="116765" y="135200"/>
                    <a:pt x="116023" y="135200"/>
                  </a:cubicBezTo>
                  <a:cubicBezTo>
                    <a:pt x="112561" y="135200"/>
                    <a:pt x="112314" y="136456"/>
                    <a:pt x="111078" y="141226"/>
                  </a:cubicBezTo>
                  <a:cubicBezTo>
                    <a:pt x="108111" y="152023"/>
                    <a:pt x="101435" y="169851"/>
                    <a:pt x="89320" y="169851"/>
                  </a:cubicBezTo>
                  <a:cubicBezTo>
                    <a:pt x="82644" y="169851"/>
                    <a:pt x="80666" y="163573"/>
                    <a:pt x="80666" y="156794"/>
                  </a:cubicBezTo>
                  <a:cubicBezTo>
                    <a:pt x="80666" y="152525"/>
                    <a:pt x="80666" y="152023"/>
                    <a:pt x="82150" y="145495"/>
                  </a:cubicBezTo>
                  <a:cubicBezTo>
                    <a:pt x="82397" y="144742"/>
                    <a:pt x="83386" y="140473"/>
                    <a:pt x="83386" y="137711"/>
                  </a:cubicBezTo>
                  <a:cubicBezTo>
                    <a:pt x="83386" y="115364"/>
                    <a:pt x="53716" y="111849"/>
                    <a:pt x="43332" y="111095"/>
                  </a:cubicBezTo>
                  <a:cubicBezTo>
                    <a:pt x="50502" y="106576"/>
                    <a:pt x="59650" y="98290"/>
                    <a:pt x="63854" y="94523"/>
                  </a:cubicBezTo>
                  <a:cubicBezTo>
                    <a:pt x="76463" y="82471"/>
                    <a:pt x="88826" y="70670"/>
                    <a:pt x="102671" y="70670"/>
                  </a:cubicBezTo>
                  <a:cubicBezTo>
                    <a:pt x="105638" y="70670"/>
                    <a:pt x="108853" y="71423"/>
                    <a:pt x="110831" y="73934"/>
                  </a:cubicBezTo>
                  <a:cubicBezTo>
                    <a:pt x="100199" y="75692"/>
                    <a:pt x="97974" y="84229"/>
                    <a:pt x="97974" y="87995"/>
                  </a:cubicBezTo>
                  <a:cubicBezTo>
                    <a:pt x="97974" y="93519"/>
                    <a:pt x="102177" y="97285"/>
                    <a:pt x="107864" y="97285"/>
                  </a:cubicBezTo>
                  <a:cubicBezTo>
                    <a:pt x="114539" y="97285"/>
                    <a:pt x="121957" y="91762"/>
                    <a:pt x="121957" y="81216"/>
                  </a:cubicBezTo>
                  <a:cubicBezTo>
                    <a:pt x="121957" y="72930"/>
                    <a:pt x="116023" y="63639"/>
                    <a:pt x="102919" y="63639"/>
                  </a:cubicBezTo>
                  <a:cubicBezTo>
                    <a:pt x="88826" y="63639"/>
                    <a:pt x="75969" y="73934"/>
                    <a:pt x="63359" y="85735"/>
                  </a:cubicBezTo>
                  <a:cubicBezTo>
                    <a:pt x="52975" y="95779"/>
                    <a:pt x="44816" y="103563"/>
                    <a:pt x="34678" y="107831"/>
                  </a:cubicBezTo>
                  <a:lnTo>
                    <a:pt x="59156" y="7646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6A760D6-A889-AA7E-C36A-431A06B202F3}"/>
                </a:ext>
              </a:extLst>
            </p:cNvPr>
            <p:cNvSpPr/>
            <p:nvPr>
              <p:custDataLst>
                <p:tags r:id="rId103"/>
              </p:custDataLst>
            </p:nvPr>
          </p:nvSpPr>
          <p:spPr>
            <a:xfrm>
              <a:off x="8522399" y="6568548"/>
              <a:ext cx="288219" cy="248937"/>
            </a:xfrm>
            <a:custGeom>
              <a:avLst/>
              <a:gdLst>
                <a:gd name="connsiteX0" fmla="*/ 252342 w 288219"/>
                <a:gd name="connsiteY0" fmla="*/ 24885 h 248937"/>
                <a:gd name="connsiteX1" fmla="*/ 281659 w 288219"/>
                <a:gd name="connsiteY1" fmla="*/ 16993 h 248937"/>
                <a:gd name="connsiteX2" fmla="*/ 288370 w 288219"/>
                <a:gd name="connsiteY2" fmla="*/ 16993 h 248937"/>
                <a:gd name="connsiteX3" fmla="*/ 288370 w 288219"/>
                <a:gd name="connsiteY3" fmla="*/ 134 h 248937"/>
                <a:gd name="connsiteX4" fmla="*/ 248457 w 288219"/>
                <a:gd name="connsiteY4" fmla="*/ 1210 h 248937"/>
                <a:gd name="connsiteX5" fmla="*/ 202186 w 288219"/>
                <a:gd name="connsiteY5" fmla="*/ 134 h 248937"/>
                <a:gd name="connsiteX6" fmla="*/ 202186 w 288219"/>
                <a:gd name="connsiteY6" fmla="*/ 16993 h 248937"/>
                <a:gd name="connsiteX7" fmla="*/ 233269 w 288219"/>
                <a:gd name="connsiteY7" fmla="*/ 21298 h 248937"/>
                <a:gd name="connsiteX8" fmla="*/ 231856 w 288219"/>
                <a:gd name="connsiteY8" fmla="*/ 25602 h 248937"/>
                <a:gd name="connsiteX9" fmla="*/ 160508 w 288219"/>
                <a:gd name="connsiteY9" fmla="*/ 188811 h 248937"/>
                <a:gd name="connsiteX10" fmla="*/ 85274 w 288219"/>
                <a:gd name="connsiteY10" fmla="*/ 16993 h 248937"/>
                <a:gd name="connsiteX11" fmla="*/ 118476 w 288219"/>
                <a:gd name="connsiteY11" fmla="*/ 16993 h 248937"/>
                <a:gd name="connsiteX12" fmla="*/ 118476 w 288219"/>
                <a:gd name="connsiteY12" fmla="*/ 134 h 248937"/>
                <a:gd name="connsiteX13" fmla="*/ 55957 w 288219"/>
                <a:gd name="connsiteY13" fmla="*/ 1210 h 248937"/>
                <a:gd name="connsiteX14" fmla="*/ 150 w 288219"/>
                <a:gd name="connsiteY14" fmla="*/ 134 h 248937"/>
                <a:gd name="connsiteX15" fmla="*/ 150 w 288219"/>
                <a:gd name="connsiteY15" fmla="*/ 16993 h 248937"/>
                <a:gd name="connsiteX16" fmla="*/ 32645 w 288219"/>
                <a:gd name="connsiteY16" fmla="*/ 16993 h 248937"/>
                <a:gd name="connsiteX17" fmla="*/ 130132 w 288219"/>
                <a:gd name="connsiteY17" fmla="*/ 239746 h 248937"/>
                <a:gd name="connsiteX18" fmla="*/ 144260 w 288219"/>
                <a:gd name="connsiteY18" fmla="*/ 249072 h 248937"/>
                <a:gd name="connsiteX19" fmla="*/ 158388 w 288219"/>
                <a:gd name="connsiteY19" fmla="*/ 240463 h 248937"/>
                <a:gd name="connsiteX20" fmla="*/ 252342 w 288219"/>
                <a:gd name="connsiteY20" fmla="*/ 24885 h 248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8219" h="248937">
                  <a:moveTo>
                    <a:pt x="252342" y="24885"/>
                  </a:moveTo>
                  <a:cubicBezTo>
                    <a:pt x="254462" y="20221"/>
                    <a:pt x="255874" y="16993"/>
                    <a:pt x="281659" y="16993"/>
                  </a:cubicBezTo>
                  <a:lnTo>
                    <a:pt x="288370" y="16993"/>
                  </a:lnTo>
                  <a:lnTo>
                    <a:pt x="288370" y="134"/>
                  </a:lnTo>
                  <a:cubicBezTo>
                    <a:pt x="274948" y="493"/>
                    <a:pt x="257994" y="1210"/>
                    <a:pt x="248457" y="1210"/>
                  </a:cubicBezTo>
                  <a:cubicBezTo>
                    <a:pt x="234329" y="1210"/>
                    <a:pt x="215962" y="1210"/>
                    <a:pt x="202186" y="134"/>
                  </a:cubicBezTo>
                  <a:lnTo>
                    <a:pt x="202186" y="16993"/>
                  </a:lnTo>
                  <a:cubicBezTo>
                    <a:pt x="205365" y="16993"/>
                    <a:pt x="233269" y="16993"/>
                    <a:pt x="233269" y="21298"/>
                  </a:cubicBezTo>
                  <a:cubicBezTo>
                    <a:pt x="233269" y="22732"/>
                    <a:pt x="232209" y="24526"/>
                    <a:pt x="231856" y="25602"/>
                  </a:cubicBezTo>
                  <a:lnTo>
                    <a:pt x="160508" y="188811"/>
                  </a:lnTo>
                  <a:lnTo>
                    <a:pt x="85274" y="16993"/>
                  </a:lnTo>
                  <a:lnTo>
                    <a:pt x="118476" y="16993"/>
                  </a:lnTo>
                  <a:lnTo>
                    <a:pt x="118476" y="134"/>
                  </a:lnTo>
                  <a:cubicBezTo>
                    <a:pt x="105054" y="1210"/>
                    <a:pt x="71145" y="1210"/>
                    <a:pt x="55957" y="1210"/>
                  </a:cubicBezTo>
                  <a:cubicBezTo>
                    <a:pt x="42182" y="1210"/>
                    <a:pt x="12512" y="1210"/>
                    <a:pt x="150" y="134"/>
                  </a:cubicBezTo>
                  <a:lnTo>
                    <a:pt x="150" y="16993"/>
                  </a:lnTo>
                  <a:lnTo>
                    <a:pt x="32645" y="16993"/>
                  </a:lnTo>
                  <a:lnTo>
                    <a:pt x="130132" y="239746"/>
                  </a:lnTo>
                  <a:cubicBezTo>
                    <a:pt x="132957" y="246203"/>
                    <a:pt x="134370" y="249072"/>
                    <a:pt x="144260" y="249072"/>
                  </a:cubicBezTo>
                  <a:cubicBezTo>
                    <a:pt x="149911" y="249072"/>
                    <a:pt x="154503" y="249072"/>
                    <a:pt x="158388" y="240463"/>
                  </a:cubicBezTo>
                  <a:lnTo>
                    <a:pt x="252342" y="24885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63109781-61EF-35DE-3A66-37C626B3BF38}"/>
                </a:ext>
              </a:extLst>
            </p:cNvPr>
            <p:cNvSpPr/>
            <p:nvPr>
              <p:custDataLst>
                <p:tags r:id="rId104"/>
              </p:custDataLst>
            </p:nvPr>
          </p:nvSpPr>
          <p:spPr>
            <a:xfrm>
              <a:off x="8943843" y="6682973"/>
              <a:ext cx="234884" cy="83935"/>
            </a:xfrm>
            <a:custGeom>
              <a:avLst/>
              <a:gdLst>
                <a:gd name="connsiteX0" fmla="*/ 223038 w 234884"/>
                <a:gd name="connsiteY0" fmla="*/ 14482 h 83935"/>
                <a:gd name="connsiteX1" fmla="*/ 235047 w 234884"/>
                <a:gd name="connsiteY1" fmla="*/ 7308 h 83935"/>
                <a:gd name="connsiteX2" fmla="*/ 223391 w 234884"/>
                <a:gd name="connsiteY2" fmla="*/ 134 h 83935"/>
                <a:gd name="connsiteX3" fmla="*/ 11818 w 234884"/>
                <a:gd name="connsiteY3" fmla="*/ 134 h 83935"/>
                <a:gd name="connsiteX4" fmla="*/ 162 w 234884"/>
                <a:gd name="connsiteY4" fmla="*/ 7308 h 83935"/>
                <a:gd name="connsiteX5" fmla="*/ 12171 w 234884"/>
                <a:gd name="connsiteY5" fmla="*/ 14482 h 83935"/>
                <a:gd name="connsiteX6" fmla="*/ 223038 w 234884"/>
                <a:gd name="connsiteY6" fmla="*/ 14482 h 83935"/>
                <a:gd name="connsiteX7" fmla="*/ 223391 w 234884"/>
                <a:gd name="connsiteY7" fmla="*/ 84070 h 83935"/>
                <a:gd name="connsiteX8" fmla="*/ 235047 w 234884"/>
                <a:gd name="connsiteY8" fmla="*/ 76896 h 83935"/>
                <a:gd name="connsiteX9" fmla="*/ 223038 w 234884"/>
                <a:gd name="connsiteY9" fmla="*/ 69722 h 83935"/>
                <a:gd name="connsiteX10" fmla="*/ 12171 w 234884"/>
                <a:gd name="connsiteY10" fmla="*/ 69722 h 83935"/>
                <a:gd name="connsiteX11" fmla="*/ 162 w 234884"/>
                <a:gd name="connsiteY11" fmla="*/ 76896 h 83935"/>
                <a:gd name="connsiteX12" fmla="*/ 11818 w 234884"/>
                <a:gd name="connsiteY12" fmla="*/ 84070 h 83935"/>
                <a:gd name="connsiteX13" fmla="*/ 223391 w 234884"/>
                <a:gd name="connsiteY13" fmla="*/ 84070 h 83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884" h="83935">
                  <a:moveTo>
                    <a:pt x="223038" y="14482"/>
                  </a:moveTo>
                  <a:cubicBezTo>
                    <a:pt x="228336" y="14482"/>
                    <a:pt x="235047" y="14482"/>
                    <a:pt x="235047" y="7308"/>
                  </a:cubicBezTo>
                  <a:cubicBezTo>
                    <a:pt x="235047" y="134"/>
                    <a:pt x="228336" y="134"/>
                    <a:pt x="223391" y="134"/>
                  </a:cubicBezTo>
                  <a:lnTo>
                    <a:pt x="11818" y="134"/>
                  </a:lnTo>
                  <a:cubicBezTo>
                    <a:pt x="6873" y="134"/>
                    <a:pt x="162" y="134"/>
                    <a:pt x="162" y="7308"/>
                  </a:cubicBezTo>
                  <a:cubicBezTo>
                    <a:pt x="162" y="14482"/>
                    <a:pt x="6873" y="14482"/>
                    <a:pt x="12171" y="14482"/>
                  </a:cubicBezTo>
                  <a:lnTo>
                    <a:pt x="223038" y="14482"/>
                  </a:lnTo>
                  <a:close/>
                  <a:moveTo>
                    <a:pt x="223391" y="84070"/>
                  </a:moveTo>
                  <a:cubicBezTo>
                    <a:pt x="228336" y="84070"/>
                    <a:pt x="235047" y="84070"/>
                    <a:pt x="235047" y="76896"/>
                  </a:cubicBezTo>
                  <a:cubicBezTo>
                    <a:pt x="235047" y="69722"/>
                    <a:pt x="228336" y="69722"/>
                    <a:pt x="223038" y="69722"/>
                  </a:cubicBezTo>
                  <a:lnTo>
                    <a:pt x="12171" y="69722"/>
                  </a:lnTo>
                  <a:cubicBezTo>
                    <a:pt x="6873" y="69722"/>
                    <a:pt x="162" y="69722"/>
                    <a:pt x="162" y="76896"/>
                  </a:cubicBezTo>
                  <a:cubicBezTo>
                    <a:pt x="162" y="84070"/>
                    <a:pt x="6873" y="84070"/>
                    <a:pt x="11818" y="84070"/>
                  </a:cubicBezTo>
                  <a:lnTo>
                    <a:pt x="223391" y="84070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B0243E1E-E432-AC37-C479-89BDF9B45AB4}"/>
                </a:ext>
              </a:extLst>
            </p:cNvPr>
            <p:cNvSpPr/>
            <p:nvPr>
              <p:custDataLst>
                <p:tags r:id="rId105"/>
              </p:custDataLst>
            </p:nvPr>
          </p:nvSpPr>
          <p:spPr>
            <a:xfrm>
              <a:off x="9305373" y="6568548"/>
              <a:ext cx="402659" cy="248937"/>
            </a:xfrm>
            <a:custGeom>
              <a:avLst/>
              <a:gdLst>
                <a:gd name="connsiteX0" fmla="*/ 369277 w 402659"/>
                <a:gd name="connsiteY0" fmla="*/ 25602 h 248937"/>
                <a:gd name="connsiteX1" fmla="*/ 382699 w 402659"/>
                <a:gd name="connsiteY1" fmla="*/ 17711 h 248937"/>
                <a:gd name="connsiteX2" fmla="*/ 402832 w 402659"/>
                <a:gd name="connsiteY2" fmla="*/ 16993 h 248937"/>
                <a:gd name="connsiteX3" fmla="*/ 402832 w 402659"/>
                <a:gd name="connsiteY3" fmla="*/ 134 h 248937"/>
                <a:gd name="connsiteX4" fmla="*/ 365039 w 402659"/>
                <a:gd name="connsiteY4" fmla="*/ 1210 h 248937"/>
                <a:gd name="connsiteX5" fmla="*/ 317002 w 402659"/>
                <a:gd name="connsiteY5" fmla="*/ 134 h 248937"/>
                <a:gd name="connsiteX6" fmla="*/ 317002 w 402659"/>
                <a:gd name="connsiteY6" fmla="*/ 16993 h 248937"/>
                <a:gd name="connsiteX7" fmla="*/ 353030 w 402659"/>
                <a:gd name="connsiteY7" fmla="*/ 20939 h 248937"/>
                <a:gd name="connsiteX8" fmla="*/ 292277 w 402659"/>
                <a:gd name="connsiteY8" fmla="*/ 181278 h 248937"/>
                <a:gd name="connsiteX9" fmla="*/ 229759 w 402659"/>
                <a:gd name="connsiteY9" fmla="*/ 16993 h 248937"/>
                <a:gd name="connsiteX10" fmla="*/ 263667 w 402659"/>
                <a:gd name="connsiteY10" fmla="*/ 16993 h 248937"/>
                <a:gd name="connsiteX11" fmla="*/ 263667 w 402659"/>
                <a:gd name="connsiteY11" fmla="*/ 134 h 248937"/>
                <a:gd name="connsiteX12" fmla="*/ 201855 w 402659"/>
                <a:gd name="connsiteY12" fmla="*/ 1210 h 248937"/>
                <a:gd name="connsiteX13" fmla="*/ 147814 w 402659"/>
                <a:gd name="connsiteY13" fmla="*/ 134 h 248937"/>
                <a:gd name="connsiteX14" fmla="*/ 147814 w 402659"/>
                <a:gd name="connsiteY14" fmla="*/ 16993 h 248937"/>
                <a:gd name="connsiteX15" fmla="*/ 178190 w 402659"/>
                <a:gd name="connsiteY15" fmla="*/ 16993 h 248937"/>
                <a:gd name="connsiteX16" fmla="*/ 192672 w 402659"/>
                <a:gd name="connsiteY16" fmla="*/ 55015 h 248937"/>
                <a:gd name="connsiteX17" fmla="*/ 144635 w 402659"/>
                <a:gd name="connsiteY17" fmla="*/ 181278 h 248937"/>
                <a:gd name="connsiteX18" fmla="*/ 82117 w 402659"/>
                <a:gd name="connsiteY18" fmla="*/ 16993 h 248937"/>
                <a:gd name="connsiteX19" fmla="*/ 116025 w 402659"/>
                <a:gd name="connsiteY19" fmla="*/ 16993 h 248937"/>
                <a:gd name="connsiteX20" fmla="*/ 116025 w 402659"/>
                <a:gd name="connsiteY20" fmla="*/ 134 h 248937"/>
                <a:gd name="connsiteX21" fmla="*/ 54213 w 402659"/>
                <a:gd name="connsiteY21" fmla="*/ 1210 h 248937"/>
                <a:gd name="connsiteX22" fmla="*/ 172 w 402659"/>
                <a:gd name="connsiteY22" fmla="*/ 134 h 248937"/>
                <a:gd name="connsiteX23" fmla="*/ 172 w 402659"/>
                <a:gd name="connsiteY23" fmla="*/ 16993 h 248937"/>
                <a:gd name="connsiteX24" fmla="*/ 30548 w 402659"/>
                <a:gd name="connsiteY24" fmla="*/ 16993 h 248937"/>
                <a:gd name="connsiteX25" fmla="*/ 115319 w 402659"/>
                <a:gd name="connsiteY25" fmla="*/ 239746 h 248937"/>
                <a:gd name="connsiteX26" fmla="*/ 127681 w 402659"/>
                <a:gd name="connsiteY26" fmla="*/ 249072 h 248937"/>
                <a:gd name="connsiteX27" fmla="*/ 140044 w 402659"/>
                <a:gd name="connsiteY27" fmla="*/ 239746 h 248937"/>
                <a:gd name="connsiteX28" fmla="*/ 201502 w 402659"/>
                <a:gd name="connsiteY28" fmla="*/ 78331 h 248937"/>
                <a:gd name="connsiteX29" fmla="*/ 262961 w 402659"/>
                <a:gd name="connsiteY29" fmla="*/ 239746 h 248937"/>
                <a:gd name="connsiteX30" fmla="*/ 275323 w 402659"/>
                <a:gd name="connsiteY30" fmla="*/ 249072 h 248937"/>
                <a:gd name="connsiteX31" fmla="*/ 287686 w 402659"/>
                <a:gd name="connsiteY31" fmla="*/ 239746 h 248937"/>
                <a:gd name="connsiteX32" fmla="*/ 369277 w 402659"/>
                <a:gd name="connsiteY32" fmla="*/ 25602 h 248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2659" h="248937">
                  <a:moveTo>
                    <a:pt x="369277" y="25602"/>
                  </a:moveTo>
                  <a:cubicBezTo>
                    <a:pt x="371396" y="19504"/>
                    <a:pt x="371750" y="18787"/>
                    <a:pt x="382699" y="17711"/>
                  </a:cubicBezTo>
                  <a:cubicBezTo>
                    <a:pt x="389763" y="16993"/>
                    <a:pt x="397181" y="16993"/>
                    <a:pt x="402832" y="16993"/>
                  </a:cubicBezTo>
                  <a:lnTo>
                    <a:pt x="402832" y="134"/>
                  </a:lnTo>
                  <a:cubicBezTo>
                    <a:pt x="393296" y="493"/>
                    <a:pt x="380933" y="1210"/>
                    <a:pt x="365039" y="1210"/>
                  </a:cubicBezTo>
                  <a:cubicBezTo>
                    <a:pt x="351617" y="1210"/>
                    <a:pt x="329718" y="1210"/>
                    <a:pt x="317002" y="134"/>
                  </a:cubicBezTo>
                  <a:lnTo>
                    <a:pt x="317002" y="16993"/>
                  </a:lnTo>
                  <a:cubicBezTo>
                    <a:pt x="325832" y="16993"/>
                    <a:pt x="342786" y="16993"/>
                    <a:pt x="353030" y="20939"/>
                  </a:cubicBezTo>
                  <a:lnTo>
                    <a:pt x="292277" y="181278"/>
                  </a:lnTo>
                  <a:lnTo>
                    <a:pt x="229759" y="16993"/>
                  </a:lnTo>
                  <a:lnTo>
                    <a:pt x="263667" y="16993"/>
                  </a:lnTo>
                  <a:lnTo>
                    <a:pt x="263667" y="134"/>
                  </a:lnTo>
                  <a:cubicBezTo>
                    <a:pt x="250245" y="1210"/>
                    <a:pt x="217043" y="1210"/>
                    <a:pt x="201855" y="1210"/>
                  </a:cubicBezTo>
                  <a:cubicBezTo>
                    <a:pt x="188080" y="1210"/>
                    <a:pt x="160177" y="1210"/>
                    <a:pt x="147814" y="134"/>
                  </a:cubicBezTo>
                  <a:lnTo>
                    <a:pt x="147814" y="16993"/>
                  </a:lnTo>
                  <a:lnTo>
                    <a:pt x="178190" y="16993"/>
                  </a:lnTo>
                  <a:lnTo>
                    <a:pt x="192672" y="55015"/>
                  </a:lnTo>
                  <a:lnTo>
                    <a:pt x="144635" y="181278"/>
                  </a:lnTo>
                  <a:lnTo>
                    <a:pt x="82117" y="16993"/>
                  </a:lnTo>
                  <a:lnTo>
                    <a:pt x="116025" y="16993"/>
                  </a:lnTo>
                  <a:lnTo>
                    <a:pt x="116025" y="134"/>
                  </a:lnTo>
                  <a:cubicBezTo>
                    <a:pt x="102603" y="1210"/>
                    <a:pt x="69401" y="1210"/>
                    <a:pt x="54213" y="1210"/>
                  </a:cubicBezTo>
                  <a:cubicBezTo>
                    <a:pt x="40438" y="1210"/>
                    <a:pt x="12535" y="1210"/>
                    <a:pt x="172" y="134"/>
                  </a:cubicBezTo>
                  <a:lnTo>
                    <a:pt x="172" y="16993"/>
                  </a:lnTo>
                  <a:lnTo>
                    <a:pt x="30548" y="16993"/>
                  </a:lnTo>
                  <a:lnTo>
                    <a:pt x="115319" y="239746"/>
                  </a:lnTo>
                  <a:cubicBezTo>
                    <a:pt x="117438" y="245485"/>
                    <a:pt x="118851" y="249072"/>
                    <a:pt x="127681" y="249072"/>
                  </a:cubicBezTo>
                  <a:cubicBezTo>
                    <a:pt x="136511" y="249072"/>
                    <a:pt x="137924" y="245485"/>
                    <a:pt x="140044" y="239746"/>
                  </a:cubicBezTo>
                  <a:lnTo>
                    <a:pt x="201502" y="78331"/>
                  </a:lnTo>
                  <a:lnTo>
                    <a:pt x="262961" y="239746"/>
                  </a:lnTo>
                  <a:cubicBezTo>
                    <a:pt x="265080" y="245485"/>
                    <a:pt x="266493" y="249072"/>
                    <a:pt x="275323" y="249072"/>
                  </a:cubicBezTo>
                  <a:cubicBezTo>
                    <a:pt x="284153" y="249072"/>
                    <a:pt x="285566" y="245485"/>
                    <a:pt x="287686" y="239746"/>
                  </a:cubicBezTo>
                  <a:lnTo>
                    <a:pt x="369277" y="25602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35F9B8C-7492-371B-5ABB-7BB6D139CBEE}"/>
                </a:ext>
              </a:extLst>
            </p:cNvPr>
            <p:cNvSpPr/>
            <p:nvPr>
              <p:custDataLst>
                <p:tags r:id="rId106"/>
              </p:custDataLst>
            </p:nvPr>
          </p:nvSpPr>
          <p:spPr>
            <a:xfrm>
              <a:off x="9728442" y="6757439"/>
              <a:ext cx="120409" cy="113492"/>
            </a:xfrm>
            <a:custGeom>
              <a:avLst/>
              <a:gdLst>
                <a:gd name="connsiteX0" fmla="*/ 120594 w 120409"/>
                <a:gd name="connsiteY0" fmla="*/ 19972 h 113492"/>
                <a:gd name="connsiteX1" fmla="*/ 108231 w 120409"/>
                <a:gd name="connsiteY1" fmla="*/ 136 h 113492"/>
                <a:gd name="connsiteX2" fmla="*/ 94880 w 120409"/>
                <a:gd name="connsiteY2" fmla="*/ 13444 h 113492"/>
                <a:gd name="connsiteX3" fmla="*/ 99083 w 120409"/>
                <a:gd name="connsiteY3" fmla="*/ 21227 h 113492"/>
                <a:gd name="connsiteX4" fmla="*/ 108231 w 120409"/>
                <a:gd name="connsiteY4" fmla="*/ 41315 h 113492"/>
                <a:gd name="connsiteX5" fmla="*/ 62490 w 120409"/>
                <a:gd name="connsiteY5" fmla="*/ 106598 h 113492"/>
                <a:gd name="connsiteX6" fmla="*/ 42463 w 120409"/>
                <a:gd name="connsiteY6" fmla="*/ 84251 h 113492"/>
                <a:gd name="connsiteX7" fmla="*/ 56062 w 120409"/>
                <a:gd name="connsiteY7" fmla="*/ 35288 h 113492"/>
                <a:gd name="connsiteX8" fmla="*/ 59523 w 120409"/>
                <a:gd name="connsiteY8" fmla="*/ 21981 h 113492"/>
                <a:gd name="connsiteX9" fmla="*/ 36035 w 120409"/>
                <a:gd name="connsiteY9" fmla="*/ 387 h 113492"/>
                <a:gd name="connsiteX10" fmla="*/ 184 w 120409"/>
                <a:gd name="connsiteY10" fmla="*/ 38804 h 113492"/>
                <a:gd name="connsiteX11" fmla="*/ 4387 w 120409"/>
                <a:gd name="connsiteY11" fmla="*/ 42068 h 113492"/>
                <a:gd name="connsiteX12" fmla="*/ 8838 w 120409"/>
                <a:gd name="connsiteY12" fmla="*/ 38050 h 113492"/>
                <a:gd name="connsiteX13" fmla="*/ 35293 w 120409"/>
                <a:gd name="connsiteY13" fmla="*/ 7417 h 113492"/>
                <a:gd name="connsiteX14" fmla="*/ 41474 w 120409"/>
                <a:gd name="connsiteY14" fmla="*/ 16206 h 113492"/>
                <a:gd name="connsiteX15" fmla="*/ 37024 w 120409"/>
                <a:gd name="connsiteY15" fmla="*/ 33029 h 113492"/>
                <a:gd name="connsiteX16" fmla="*/ 23673 w 120409"/>
                <a:gd name="connsiteY16" fmla="*/ 80736 h 113492"/>
                <a:gd name="connsiteX17" fmla="*/ 61749 w 120409"/>
                <a:gd name="connsiteY17" fmla="*/ 113628 h 113492"/>
                <a:gd name="connsiteX18" fmla="*/ 120594 w 120409"/>
                <a:gd name="connsiteY18" fmla="*/ 19972 h 113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0409" h="113492">
                  <a:moveTo>
                    <a:pt x="120594" y="19972"/>
                  </a:moveTo>
                  <a:cubicBezTo>
                    <a:pt x="120594" y="387"/>
                    <a:pt x="108973" y="136"/>
                    <a:pt x="108231" y="136"/>
                  </a:cubicBezTo>
                  <a:cubicBezTo>
                    <a:pt x="101803" y="136"/>
                    <a:pt x="94880" y="6915"/>
                    <a:pt x="94880" y="13444"/>
                  </a:cubicBezTo>
                  <a:cubicBezTo>
                    <a:pt x="94880" y="17712"/>
                    <a:pt x="97352" y="19721"/>
                    <a:pt x="99083" y="21227"/>
                  </a:cubicBezTo>
                  <a:cubicBezTo>
                    <a:pt x="103286" y="24743"/>
                    <a:pt x="108231" y="31271"/>
                    <a:pt x="108231" y="41315"/>
                  </a:cubicBezTo>
                  <a:cubicBezTo>
                    <a:pt x="108231" y="52614"/>
                    <a:pt x="91913" y="106598"/>
                    <a:pt x="62490" y="106598"/>
                  </a:cubicBezTo>
                  <a:cubicBezTo>
                    <a:pt x="42463" y="106598"/>
                    <a:pt x="42463" y="88519"/>
                    <a:pt x="42463" y="84251"/>
                  </a:cubicBezTo>
                  <a:cubicBezTo>
                    <a:pt x="42463" y="72701"/>
                    <a:pt x="46914" y="58640"/>
                    <a:pt x="56062" y="35288"/>
                  </a:cubicBezTo>
                  <a:cubicBezTo>
                    <a:pt x="58040" y="30015"/>
                    <a:pt x="59523" y="26249"/>
                    <a:pt x="59523" y="21981"/>
                  </a:cubicBezTo>
                  <a:cubicBezTo>
                    <a:pt x="59523" y="8924"/>
                    <a:pt x="48645" y="387"/>
                    <a:pt x="36035" y="387"/>
                  </a:cubicBezTo>
                  <a:cubicBezTo>
                    <a:pt x="11310" y="387"/>
                    <a:pt x="184" y="34786"/>
                    <a:pt x="184" y="38804"/>
                  </a:cubicBezTo>
                  <a:cubicBezTo>
                    <a:pt x="184" y="42068"/>
                    <a:pt x="3646" y="42068"/>
                    <a:pt x="4387" y="42068"/>
                  </a:cubicBezTo>
                  <a:cubicBezTo>
                    <a:pt x="7849" y="42068"/>
                    <a:pt x="8096" y="40812"/>
                    <a:pt x="8838" y="38050"/>
                  </a:cubicBezTo>
                  <a:cubicBezTo>
                    <a:pt x="14772" y="17461"/>
                    <a:pt x="25403" y="7417"/>
                    <a:pt x="35293" y="7417"/>
                  </a:cubicBezTo>
                  <a:cubicBezTo>
                    <a:pt x="39496" y="7417"/>
                    <a:pt x="41474" y="10179"/>
                    <a:pt x="41474" y="16206"/>
                  </a:cubicBezTo>
                  <a:cubicBezTo>
                    <a:pt x="41474" y="21981"/>
                    <a:pt x="39496" y="27253"/>
                    <a:pt x="37024" y="33029"/>
                  </a:cubicBezTo>
                  <a:cubicBezTo>
                    <a:pt x="26392" y="60900"/>
                    <a:pt x="23673" y="71696"/>
                    <a:pt x="23673" y="80736"/>
                  </a:cubicBezTo>
                  <a:cubicBezTo>
                    <a:pt x="23673" y="105594"/>
                    <a:pt x="42958" y="113628"/>
                    <a:pt x="61749" y="113628"/>
                  </a:cubicBezTo>
                  <a:cubicBezTo>
                    <a:pt x="103286" y="113628"/>
                    <a:pt x="120594" y="40561"/>
                    <a:pt x="120594" y="19972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3C80E1A8-66F8-B5D6-0FAF-E34F6D478522}"/>
                </a:ext>
              </a:extLst>
            </p:cNvPr>
            <p:cNvSpPr/>
            <p:nvPr>
              <p:custDataLst>
                <p:tags r:id="rId107"/>
              </p:custDataLst>
            </p:nvPr>
          </p:nvSpPr>
          <p:spPr>
            <a:xfrm>
              <a:off x="9898414" y="6570700"/>
              <a:ext cx="241595" cy="243916"/>
            </a:xfrm>
            <a:custGeom>
              <a:avLst/>
              <a:gdLst>
                <a:gd name="connsiteX0" fmla="*/ 241785 w 241595"/>
                <a:gd name="connsiteY0" fmla="*/ 145766 h 243916"/>
                <a:gd name="connsiteX1" fmla="*/ 225184 w 241595"/>
                <a:gd name="connsiteY1" fmla="*/ 145766 h 243916"/>
                <a:gd name="connsiteX2" fmla="*/ 142179 w 241595"/>
                <a:gd name="connsiteY2" fmla="*/ 227191 h 243916"/>
                <a:gd name="connsiteX3" fmla="*/ 88491 w 241595"/>
                <a:gd name="connsiteY3" fmla="*/ 227191 h 243916"/>
                <a:gd name="connsiteX4" fmla="*/ 88491 w 241595"/>
                <a:gd name="connsiteY4" fmla="*/ 126038 h 243916"/>
                <a:gd name="connsiteX5" fmla="*/ 107918 w 241595"/>
                <a:gd name="connsiteY5" fmla="*/ 126038 h 243916"/>
                <a:gd name="connsiteX6" fmla="*/ 145358 w 241595"/>
                <a:gd name="connsiteY6" fmla="*/ 168006 h 243916"/>
                <a:gd name="connsiteX7" fmla="*/ 161959 w 241595"/>
                <a:gd name="connsiteY7" fmla="*/ 168006 h 243916"/>
                <a:gd name="connsiteX8" fmla="*/ 161959 w 241595"/>
                <a:gd name="connsiteY8" fmla="*/ 67211 h 243916"/>
                <a:gd name="connsiteX9" fmla="*/ 145358 w 241595"/>
                <a:gd name="connsiteY9" fmla="*/ 67211 h 243916"/>
                <a:gd name="connsiteX10" fmla="*/ 107918 w 241595"/>
                <a:gd name="connsiteY10" fmla="*/ 109179 h 243916"/>
                <a:gd name="connsiteX11" fmla="*/ 88491 w 241595"/>
                <a:gd name="connsiteY11" fmla="*/ 109179 h 243916"/>
                <a:gd name="connsiteX12" fmla="*/ 88491 w 241595"/>
                <a:gd name="connsiteY12" fmla="*/ 16993 h 243916"/>
                <a:gd name="connsiteX13" fmla="*/ 142179 w 241595"/>
                <a:gd name="connsiteY13" fmla="*/ 16993 h 243916"/>
                <a:gd name="connsiteX14" fmla="*/ 213881 w 241595"/>
                <a:gd name="connsiteY14" fmla="*/ 86581 h 243916"/>
                <a:gd name="connsiteX15" fmla="*/ 230482 w 241595"/>
                <a:gd name="connsiteY15" fmla="*/ 86581 h 243916"/>
                <a:gd name="connsiteX16" fmla="*/ 219532 w 241595"/>
                <a:gd name="connsiteY16" fmla="*/ 134 h 243916"/>
                <a:gd name="connsiteX17" fmla="*/ 189 w 241595"/>
                <a:gd name="connsiteY17" fmla="*/ 134 h 243916"/>
                <a:gd name="connsiteX18" fmla="*/ 189 w 241595"/>
                <a:gd name="connsiteY18" fmla="*/ 16993 h 243916"/>
                <a:gd name="connsiteX19" fmla="*/ 38336 w 241595"/>
                <a:gd name="connsiteY19" fmla="*/ 16993 h 243916"/>
                <a:gd name="connsiteX20" fmla="*/ 38336 w 241595"/>
                <a:gd name="connsiteY20" fmla="*/ 227191 h 243916"/>
                <a:gd name="connsiteX21" fmla="*/ 189 w 241595"/>
                <a:gd name="connsiteY21" fmla="*/ 227191 h 243916"/>
                <a:gd name="connsiteX22" fmla="*/ 189 w 241595"/>
                <a:gd name="connsiteY22" fmla="*/ 244050 h 243916"/>
                <a:gd name="connsiteX23" fmla="*/ 225537 w 241595"/>
                <a:gd name="connsiteY23" fmla="*/ 244050 h 243916"/>
                <a:gd name="connsiteX24" fmla="*/ 241785 w 241595"/>
                <a:gd name="connsiteY24" fmla="*/ 145766 h 243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1595" h="243916">
                  <a:moveTo>
                    <a:pt x="241785" y="145766"/>
                  </a:moveTo>
                  <a:lnTo>
                    <a:pt x="225184" y="145766"/>
                  </a:lnTo>
                  <a:cubicBezTo>
                    <a:pt x="217413" y="195267"/>
                    <a:pt x="207523" y="227191"/>
                    <a:pt x="142179" y="227191"/>
                  </a:cubicBezTo>
                  <a:lnTo>
                    <a:pt x="88491" y="227191"/>
                  </a:lnTo>
                  <a:lnTo>
                    <a:pt x="88491" y="126038"/>
                  </a:lnTo>
                  <a:lnTo>
                    <a:pt x="107918" y="126038"/>
                  </a:lnTo>
                  <a:cubicBezTo>
                    <a:pt x="141826" y="126038"/>
                    <a:pt x="145358" y="141462"/>
                    <a:pt x="145358" y="168006"/>
                  </a:cubicBezTo>
                  <a:lnTo>
                    <a:pt x="161959" y="168006"/>
                  </a:lnTo>
                  <a:lnTo>
                    <a:pt x="161959" y="67211"/>
                  </a:lnTo>
                  <a:lnTo>
                    <a:pt x="145358" y="67211"/>
                  </a:lnTo>
                  <a:cubicBezTo>
                    <a:pt x="145358" y="93755"/>
                    <a:pt x="142179" y="109179"/>
                    <a:pt x="107918" y="109179"/>
                  </a:cubicBezTo>
                  <a:lnTo>
                    <a:pt x="88491" y="109179"/>
                  </a:lnTo>
                  <a:lnTo>
                    <a:pt x="88491" y="16993"/>
                  </a:lnTo>
                  <a:lnTo>
                    <a:pt x="142179" y="16993"/>
                  </a:lnTo>
                  <a:cubicBezTo>
                    <a:pt x="199046" y="16993"/>
                    <a:pt x="208230" y="43178"/>
                    <a:pt x="213881" y="86581"/>
                  </a:cubicBezTo>
                  <a:lnTo>
                    <a:pt x="230482" y="86581"/>
                  </a:lnTo>
                  <a:lnTo>
                    <a:pt x="219532" y="134"/>
                  </a:lnTo>
                  <a:lnTo>
                    <a:pt x="189" y="134"/>
                  </a:lnTo>
                  <a:lnTo>
                    <a:pt x="189" y="16993"/>
                  </a:lnTo>
                  <a:lnTo>
                    <a:pt x="38336" y="16993"/>
                  </a:lnTo>
                  <a:lnTo>
                    <a:pt x="38336" y="227191"/>
                  </a:lnTo>
                  <a:lnTo>
                    <a:pt x="189" y="227191"/>
                  </a:lnTo>
                  <a:lnTo>
                    <a:pt x="189" y="244050"/>
                  </a:lnTo>
                  <a:lnTo>
                    <a:pt x="225537" y="244050"/>
                  </a:lnTo>
                  <a:lnTo>
                    <a:pt x="241785" y="145766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89349E0-65D1-6D89-C5DE-20361FAC9180}"/>
                </a:ext>
              </a:extLst>
            </p:cNvPr>
            <p:cNvSpPr/>
            <p:nvPr>
              <p:custDataLst>
                <p:tags r:id="rId108"/>
              </p:custDataLst>
            </p:nvPr>
          </p:nvSpPr>
          <p:spPr>
            <a:xfrm>
              <a:off x="10513195" y="6568548"/>
              <a:ext cx="402659" cy="248937"/>
            </a:xfrm>
            <a:custGeom>
              <a:avLst/>
              <a:gdLst>
                <a:gd name="connsiteX0" fmla="*/ 369311 w 402659"/>
                <a:gd name="connsiteY0" fmla="*/ 25602 h 248937"/>
                <a:gd name="connsiteX1" fmla="*/ 382733 w 402659"/>
                <a:gd name="connsiteY1" fmla="*/ 17711 h 248937"/>
                <a:gd name="connsiteX2" fmla="*/ 402866 w 402659"/>
                <a:gd name="connsiteY2" fmla="*/ 16993 h 248937"/>
                <a:gd name="connsiteX3" fmla="*/ 402866 w 402659"/>
                <a:gd name="connsiteY3" fmla="*/ 134 h 248937"/>
                <a:gd name="connsiteX4" fmla="*/ 365073 w 402659"/>
                <a:gd name="connsiteY4" fmla="*/ 1210 h 248937"/>
                <a:gd name="connsiteX5" fmla="*/ 317036 w 402659"/>
                <a:gd name="connsiteY5" fmla="*/ 134 h 248937"/>
                <a:gd name="connsiteX6" fmla="*/ 317036 w 402659"/>
                <a:gd name="connsiteY6" fmla="*/ 16993 h 248937"/>
                <a:gd name="connsiteX7" fmla="*/ 353064 w 402659"/>
                <a:gd name="connsiteY7" fmla="*/ 20939 h 248937"/>
                <a:gd name="connsiteX8" fmla="*/ 292311 w 402659"/>
                <a:gd name="connsiteY8" fmla="*/ 181278 h 248937"/>
                <a:gd name="connsiteX9" fmla="*/ 229793 w 402659"/>
                <a:gd name="connsiteY9" fmla="*/ 16993 h 248937"/>
                <a:gd name="connsiteX10" fmla="*/ 263701 w 402659"/>
                <a:gd name="connsiteY10" fmla="*/ 16993 h 248937"/>
                <a:gd name="connsiteX11" fmla="*/ 263701 w 402659"/>
                <a:gd name="connsiteY11" fmla="*/ 134 h 248937"/>
                <a:gd name="connsiteX12" fmla="*/ 201889 w 402659"/>
                <a:gd name="connsiteY12" fmla="*/ 1210 h 248937"/>
                <a:gd name="connsiteX13" fmla="*/ 147848 w 402659"/>
                <a:gd name="connsiteY13" fmla="*/ 134 h 248937"/>
                <a:gd name="connsiteX14" fmla="*/ 147848 w 402659"/>
                <a:gd name="connsiteY14" fmla="*/ 16993 h 248937"/>
                <a:gd name="connsiteX15" fmla="*/ 178224 w 402659"/>
                <a:gd name="connsiteY15" fmla="*/ 16993 h 248937"/>
                <a:gd name="connsiteX16" fmla="*/ 192706 w 402659"/>
                <a:gd name="connsiteY16" fmla="*/ 55015 h 248937"/>
                <a:gd name="connsiteX17" fmla="*/ 144669 w 402659"/>
                <a:gd name="connsiteY17" fmla="*/ 181278 h 248937"/>
                <a:gd name="connsiteX18" fmla="*/ 82151 w 402659"/>
                <a:gd name="connsiteY18" fmla="*/ 16993 h 248937"/>
                <a:gd name="connsiteX19" fmla="*/ 116059 w 402659"/>
                <a:gd name="connsiteY19" fmla="*/ 16993 h 248937"/>
                <a:gd name="connsiteX20" fmla="*/ 116059 w 402659"/>
                <a:gd name="connsiteY20" fmla="*/ 134 h 248937"/>
                <a:gd name="connsiteX21" fmla="*/ 54247 w 402659"/>
                <a:gd name="connsiteY21" fmla="*/ 1210 h 248937"/>
                <a:gd name="connsiteX22" fmla="*/ 206 w 402659"/>
                <a:gd name="connsiteY22" fmla="*/ 134 h 248937"/>
                <a:gd name="connsiteX23" fmla="*/ 206 w 402659"/>
                <a:gd name="connsiteY23" fmla="*/ 16993 h 248937"/>
                <a:gd name="connsiteX24" fmla="*/ 30582 w 402659"/>
                <a:gd name="connsiteY24" fmla="*/ 16993 h 248937"/>
                <a:gd name="connsiteX25" fmla="*/ 115353 w 402659"/>
                <a:gd name="connsiteY25" fmla="*/ 239746 h 248937"/>
                <a:gd name="connsiteX26" fmla="*/ 127715 w 402659"/>
                <a:gd name="connsiteY26" fmla="*/ 249072 h 248937"/>
                <a:gd name="connsiteX27" fmla="*/ 140078 w 402659"/>
                <a:gd name="connsiteY27" fmla="*/ 239746 h 248937"/>
                <a:gd name="connsiteX28" fmla="*/ 201536 w 402659"/>
                <a:gd name="connsiteY28" fmla="*/ 78331 h 248937"/>
                <a:gd name="connsiteX29" fmla="*/ 262995 w 402659"/>
                <a:gd name="connsiteY29" fmla="*/ 239746 h 248937"/>
                <a:gd name="connsiteX30" fmla="*/ 275357 w 402659"/>
                <a:gd name="connsiteY30" fmla="*/ 249072 h 248937"/>
                <a:gd name="connsiteX31" fmla="*/ 287720 w 402659"/>
                <a:gd name="connsiteY31" fmla="*/ 239746 h 248937"/>
                <a:gd name="connsiteX32" fmla="*/ 369311 w 402659"/>
                <a:gd name="connsiteY32" fmla="*/ 25602 h 248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2659" h="248937">
                  <a:moveTo>
                    <a:pt x="369311" y="25602"/>
                  </a:moveTo>
                  <a:cubicBezTo>
                    <a:pt x="371431" y="19504"/>
                    <a:pt x="371784" y="18787"/>
                    <a:pt x="382733" y="17711"/>
                  </a:cubicBezTo>
                  <a:cubicBezTo>
                    <a:pt x="389797" y="16993"/>
                    <a:pt x="397215" y="16993"/>
                    <a:pt x="402866" y="16993"/>
                  </a:cubicBezTo>
                  <a:lnTo>
                    <a:pt x="402866" y="134"/>
                  </a:lnTo>
                  <a:cubicBezTo>
                    <a:pt x="393330" y="493"/>
                    <a:pt x="380967" y="1210"/>
                    <a:pt x="365073" y="1210"/>
                  </a:cubicBezTo>
                  <a:cubicBezTo>
                    <a:pt x="351651" y="1210"/>
                    <a:pt x="329752" y="1210"/>
                    <a:pt x="317036" y="134"/>
                  </a:cubicBezTo>
                  <a:lnTo>
                    <a:pt x="317036" y="16993"/>
                  </a:lnTo>
                  <a:cubicBezTo>
                    <a:pt x="325866" y="16993"/>
                    <a:pt x="342820" y="16993"/>
                    <a:pt x="353064" y="20939"/>
                  </a:cubicBezTo>
                  <a:lnTo>
                    <a:pt x="292311" y="181278"/>
                  </a:lnTo>
                  <a:lnTo>
                    <a:pt x="229793" y="16993"/>
                  </a:lnTo>
                  <a:lnTo>
                    <a:pt x="263701" y="16993"/>
                  </a:lnTo>
                  <a:lnTo>
                    <a:pt x="263701" y="134"/>
                  </a:lnTo>
                  <a:cubicBezTo>
                    <a:pt x="250279" y="1210"/>
                    <a:pt x="217078" y="1210"/>
                    <a:pt x="201889" y="1210"/>
                  </a:cubicBezTo>
                  <a:cubicBezTo>
                    <a:pt x="188114" y="1210"/>
                    <a:pt x="160211" y="1210"/>
                    <a:pt x="147848" y="134"/>
                  </a:cubicBezTo>
                  <a:lnTo>
                    <a:pt x="147848" y="16993"/>
                  </a:lnTo>
                  <a:lnTo>
                    <a:pt x="178224" y="16993"/>
                  </a:lnTo>
                  <a:lnTo>
                    <a:pt x="192706" y="55015"/>
                  </a:lnTo>
                  <a:lnTo>
                    <a:pt x="144669" y="181278"/>
                  </a:lnTo>
                  <a:lnTo>
                    <a:pt x="82151" y="16993"/>
                  </a:lnTo>
                  <a:lnTo>
                    <a:pt x="116059" y="16993"/>
                  </a:lnTo>
                  <a:lnTo>
                    <a:pt x="116059" y="134"/>
                  </a:lnTo>
                  <a:cubicBezTo>
                    <a:pt x="102637" y="1210"/>
                    <a:pt x="69436" y="1210"/>
                    <a:pt x="54247" y="1210"/>
                  </a:cubicBezTo>
                  <a:cubicBezTo>
                    <a:pt x="40472" y="1210"/>
                    <a:pt x="12569" y="1210"/>
                    <a:pt x="206" y="134"/>
                  </a:cubicBezTo>
                  <a:lnTo>
                    <a:pt x="206" y="16993"/>
                  </a:lnTo>
                  <a:lnTo>
                    <a:pt x="30582" y="16993"/>
                  </a:lnTo>
                  <a:lnTo>
                    <a:pt x="115353" y="239746"/>
                  </a:lnTo>
                  <a:cubicBezTo>
                    <a:pt x="117472" y="245485"/>
                    <a:pt x="118885" y="249072"/>
                    <a:pt x="127715" y="249072"/>
                  </a:cubicBezTo>
                  <a:cubicBezTo>
                    <a:pt x="136546" y="249072"/>
                    <a:pt x="137958" y="245485"/>
                    <a:pt x="140078" y="239746"/>
                  </a:cubicBezTo>
                  <a:lnTo>
                    <a:pt x="201536" y="78331"/>
                  </a:lnTo>
                  <a:lnTo>
                    <a:pt x="262995" y="239746"/>
                  </a:lnTo>
                  <a:cubicBezTo>
                    <a:pt x="265114" y="245485"/>
                    <a:pt x="266527" y="249072"/>
                    <a:pt x="275357" y="249072"/>
                  </a:cubicBezTo>
                  <a:cubicBezTo>
                    <a:pt x="284188" y="249072"/>
                    <a:pt x="285600" y="245485"/>
                    <a:pt x="287720" y="239746"/>
                  </a:cubicBezTo>
                  <a:lnTo>
                    <a:pt x="369311" y="25602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6CDB7602-E404-3005-9C91-BCF6452AAC32}"/>
                </a:ext>
              </a:extLst>
            </p:cNvPr>
            <p:cNvSpPr/>
            <p:nvPr>
              <p:custDataLst>
                <p:tags r:id="rId109"/>
              </p:custDataLst>
            </p:nvPr>
          </p:nvSpPr>
          <p:spPr>
            <a:xfrm>
              <a:off x="10936265" y="6757439"/>
              <a:ext cx="120409" cy="113492"/>
            </a:xfrm>
            <a:custGeom>
              <a:avLst/>
              <a:gdLst>
                <a:gd name="connsiteX0" fmla="*/ 120628 w 120409"/>
                <a:gd name="connsiteY0" fmla="*/ 19972 h 113492"/>
                <a:gd name="connsiteX1" fmla="*/ 108265 w 120409"/>
                <a:gd name="connsiteY1" fmla="*/ 136 h 113492"/>
                <a:gd name="connsiteX2" fmla="*/ 94914 w 120409"/>
                <a:gd name="connsiteY2" fmla="*/ 13444 h 113492"/>
                <a:gd name="connsiteX3" fmla="*/ 99117 w 120409"/>
                <a:gd name="connsiteY3" fmla="*/ 21227 h 113492"/>
                <a:gd name="connsiteX4" fmla="*/ 108265 w 120409"/>
                <a:gd name="connsiteY4" fmla="*/ 41315 h 113492"/>
                <a:gd name="connsiteX5" fmla="*/ 62524 w 120409"/>
                <a:gd name="connsiteY5" fmla="*/ 106598 h 113492"/>
                <a:gd name="connsiteX6" fmla="*/ 42497 w 120409"/>
                <a:gd name="connsiteY6" fmla="*/ 84251 h 113492"/>
                <a:gd name="connsiteX7" fmla="*/ 56096 w 120409"/>
                <a:gd name="connsiteY7" fmla="*/ 35288 h 113492"/>
                <a:gd name="connsiteX8" fmla="*/ 59557 w 120409"/>
                <a:gd name="connsiteY8" fmla="*/ 21981 h 113492"/>
                <a:gd name="connsiteX9" fmla="*/ 36069 w 120409"/>
                <a:gd name="connsiteY9" fmla="*/ 387 h 113492"/>
                <a:gd name="connsiteX10" fmla="*/ 218 w 120409"/>
                <a:gd name="connsiteY10" fmla="*/ 38804 h 113492"/>
                <a:gd name="connsiteX11" fmla="*/ 4421 w 120409"/>
                <a:gd name="connsiteY11" fmla="*/ 42068 h 113492"/>
                <a:gd name="connsiteX12" fmla="*/ 8872 w 120409"/>
                <a:gd name="connsiteY12" fmla="*/ 38050 h 113492"/>
                <a:gd name="connsiteX13" fmla="*/ 35327 w 120409"/>
                <a:gd name="connsiteY13" fmla="*/ 7417 h 113492"/>
                <a:gd name="connsiteX14" fmla="*/ 41508 w 120409"/>
                <a:gd name="connsiteY14" fmla="*/ 16206 h 113492"/>
                <a:gd name="connsiteX15" fmla="*/ 37058 w 120409"/>
                <a:gd name="connsiteY15" fmla="*/ 33029 h 113492"/>
                <a:gd name="connsiteX16" fmla="*/ 23707 w 120409"/>
                <a:gd name="connsiteY16" fmla="*/ 80736 h 113492"/>
                <a:gd name="connsiteX17" fmla="*/ 61783 w 120409"/>
                <a:gd name="connsiteY17" fmla="*/ 113628 h 113492"/>
                <a:gd name="connsiteX18" fmla="*/ 120628 w 120409"/>
                <a:gd name="connsiteY18" fmla="*/ 19972 h 113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0409" h="113492">
                  <a:moveTo>
                    <a:pt x="120628" y="19972"/>
                  </a:moveTo>
                  <a:cubicBezTo>
                    <a:pt x="120628" y="387"/>
                    <a:pt x="109007" y="136"/>
                    <a:pt x="108265" y="136"/>
                  </a:cubicBezTo>
                  <a:cubicBezTo>
                    <a:pt x="101837" y="136"/>
                    <a:pt x="94914" y="6915"/>
                    <a:pt x="94914" y="13444"/>
                  </a:cubicBezTo>
                  <a:cubicBezTo>
                    <a:pt x="94914" y="17712"/>
                    <a:pt x="97386" y="19721"/>
                    <a:pt x="99117" y="21227"/>
                  </a:cubicBezTo>
                  <a:cubicBezTo>
                    <a:pt x="103320" y="24743"/>
                    <a:pt x="108265" y="31271"/>
                    <a:pt x="108265" y="41315"/>
                  </a:cubicBezTo>
                  <a:cubicBezTo>
                    <a:pt x="108265" y="52614"/>
                    <a:pt x="91947" y="106598"/>
                    <a:pt x="62524" y="106598"/>
                  </a:cubicBezTo>
                  <a:cubicBezTo>
                    <a:pt x="42497" y="106598"/>
                    <a:pt x="42497" y="88519"/>
                    <a:pt x="42497" y="84251"/>
                  </a:cubicBezTo>
                  <a:cubicBezTo>
                    <a:pt x="42497" y="72701"/>
                    <a:pt x="46948" y="58640"/>
                    <a:pt x="56096" y="35288"/>
                  </a:cubicBezTo>
                  <a:cubicBezTo>
                    <a:pt x="58074" y="30015"/>
                    <a:pt x="59557" y="26249"/>
                    <a:pt x="59557" y="21981"/>
                  </a:cubicBezTo>
                  <a:cubicBezTo>
                    <a:pt x="59557" y="8924"/>
                    <a:pt x="48679" y="387"/>
                    <a:pt x="36069" y="387"/>
                  </a:cubicBezTo>
                  <a:cubicBezTo>
                    <a:pt x="11344" y="387"/>
                    <a:pt x="218" y="34786"/>
                    <a:pt x="218" y="38804"/>
                  </a:cubicBezTo>
                  <a:cubicBezTo>
                    <a:pt x="218" y="42068"/>
                    <a:pt x="3680" y="42068"/>
                    <a:pt x="4421" y="42068"/>
                  </a:cubicBezTo>
                  <a:cubicBezTo>
                    <a:pt x="7883" y="42068"/>
                    <a:pt x="8130" y="40812"/>
                    <a:pt x="8872" y="38050"/>
                  </a:cubicBezTo>
                  <a:cubicBezTo>
                    <a:pt x="14806" y="17461"/>
                    <a:pt x="25437" y="7417"/>
                    <a:pt x="35327" y="7417"/>
                  </a:cubicBezTo>
                  <a:cubicBezTo>
                    <a:pt x="39530" y="7417"/>
                    <a:pt x="41508" y="10179"/>
                    <a:pt x="41508" y="16206"/>
                  </a:cubicBezTo>
                  <a:cubicBezTo>
                    <a:pt x="41508" y="21981"/>
                    <a:pt x="39530" y="27253"/>
                    <a:pt x="37058" y="33029"/>
                  </a:cubicBezTo>
                  <a:cubicBezTo>
                    <a:pt x="26426" y="60900"/>
                    <a:pt x="23707" y="71696"/>
                    <a:pt x="23707" y="80736"/>
                  </a:cubicBezTo>
                  <a:cubicBezTo>
                    <a:pt x="23707" y="105594"/>
                    <a:pt x="42992" y="113628"/>
                    <a:pt x="61783" y="113628"/>
                  </a:cubicBezTo>
                  <a:cubicBezTo>
                    <a:pt x="103320" y="113628"/>
                    <a:pt x="120628" y="40561"/>
                    <a:pt x="120628" y="19972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7B32C413-92C6-AB37-8042-DD1BA5312198}"/>
                </a:ext>
              </a:extLst>
            </p:cNvPr>
            <p:cNvSpPr/>
            <p:nvPr>
              <p:custDataLst>
                <p:tags r:id="rId110"/>
              </p:custDataLst>
            </p:nvPr>
          </p:nvSpPr>
          <p:spPr>
            <a:xfrm>
              <a:off x="11219889" y="6620918"/>
              <a:ext cx="176605" cy="208046"/>
            </a:xfrm>
            <a:custGeom>
              <a:avLst/>
              <a:gdLst>
                <a:gd name="connsiteX0" fmla="*/ 164469 w 176605"/>
                <a:gd name="connsiteY0" fmla="*/ 111331 h 208046"/>
                <a:gd name="connsiteX1" fmla="*/ 176831 w 176605"/>
                <a:gd name="connsiteY1" fmla="*/ 104157 h 208046"/>
                <a:gd name="connsiteX2" fmla="*/ 164469 w 176605"/>
                <a:gd name="connsiteY2" fmla="*/ 96983 h 208046"/>
                <a:gd name="connsiteX3" fmla="*/ 14707 w 176605"/>
                <a:gd name="connsiteY3" fmla="*/ 96983 h 208046"/>
                <a:gd name="connsiteX4" fmla="*/ 109368 w 176605"/>
                <a:gd name="connsiteY4" fmla="*/ 14482 h 208046"/>
                <a:gd name="connsiteX5" fmla="*/ 164469 w 176605"/>
                <a:gd name="connsiteY5" fmla="*/ 14482 h 208046"/>
                <a:gd name="connsiteX6" fmla="*/ 176831 w 176605"/>
                <a:gd name="connsiteY6" fmla="*/ 7308 h 208046"/>
                <a:gd name="connsiteX7" fmla="*/ 164469 w 176605"/>
                <a:gd name="connsiteY7" fmla="*/ 134 h 208046"/>
                <a:gd name="connsiteX8" fmla="*/ 108661 w 176605"/>
                <a:gd name="connsiteY8" fmla="*/ 134 h 208046"/>
                <a:gd name="connsiteX9" fmla="*/ 226 w 176605"/>
                <a:gd name="connsiteY9" fmla="*/ 104157 h 208046"/>
                <a:gd name="connsiteX10" fmla="*/ 108661 w 176605"/>
                <a:gd name="connsiteY10" fmla="*/ 208180 h 208046"/>
                <a:gd name="connsiteX11" fmla="*/ 164469 w 176605"/>
                <a:gd name="connsiteY11" fmla="*/ 208180 h 208046"/>
                <a:gd name="connsiteX12" fmla="*/ 176831 w 176605"/>
                <a:gd name="connsiteY12" fmla="*/ 201006 h 208046"/>
                <a:gd name="connsiteX13" fmla="*/ 164469 w 176605"/>
                <a:gd name="connsiteY13" fmla="*/ 193832 h 208046"/>
                <a:gd name="connsiteX14" fmla="*/ 109368 w 176605"/>
                <a:gd name="connsiteY14" fmla="*/ 193832 h 208046"/>
                <a:gd name="connsiteX15" fmla="*/ 14707 w 176605"/>
                <a:gd name="connsiteY15" fmla="*/ 111331 h 208046"/>
                <a:gd name="connsiteX16" fmla="*/ 164469 w 176605"/>
                <a:gd name="connsiteY16" fmla="*/ 111331 h 20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6605" h="208046">
                  <a:moveTo>
                    <a:pt x="164469" y="111331"/>
                  </a:moveTo>
                  <a:cubicBezTo>
                    <a:pt x="170473" y="111331"/>
                    <a:pt x="176831" y="111331"/>
                    <a:pt x="176831" y="104157"/>
                  </a:cubicBezTo>
                  <a:cubicBezTo>
                    <a:pt x="176831" y="96983"/>
                    <a:pt x="170473" y="96983"/>
                    <a:pt x="164469" y="96983"/>
                  </a:cubicBezTo>
                  <a:lnTo>
                    <a:pt x="14707" y="96983"/>
                  </a:lnTo>
                  <a:cubicBezTo>
                    <a:pt x="18946" y="48917"/>
                    <a:pt x="59565" y="14482"/>
                    <a:pt x="109368" y="14482"/>
                  </a:cubicBezTo>
                  <a:lnTo>
                    <a:pt x="164469" y="14482"/>
                  </a:lnTo>
                  <a:cubicBezTo>
                    <a:pt x="170473" y="14482"/>
                    <a:pt x="176831" y="14482"/>
                    <a:pt x="176831" y="7308"/>
                  </a:cubicBezTo>
                  <a:cubicBezTo>
                    <a:pt x="176831" y="134"/>
                    <a:pt x="170473" y="134"/>
                    <a:pt x="164469" y="134"/>
                  </a:cubicBezTo>
                  <a:lnTo>
                    <a:pt x="108661" y="134"/>
                  </a:lnTo>
                  <a:cubicBezTo>
                    <a:pt x="48262" y="134"/>
                    <a:pt x="226" y="46765"/>
                    <a:pt x="226" y="104157"/>
                  </a:cubicBezTo>
                  <a:cubicBezTo>
                    <a:pt x="226" y="161549"/>
                    <a:pt x="48262" y="208180"/>
                    <a:pt x="108661" y="208180"/>
                  </a:cubicBezTo>
                  <a:lnTo>
                    <a:pt x="164469" y="208180"/>
                  </a:lnTo>
                  <a:cubicBezTo>
                    <a:pt x="170473" y="208180"/>
                    <a:pt x="176831" y="208180"/>
                    <a:pt x="176831" y="201006"/>
                  </a:cubicBezTo>
                  <a:cubicBezTo>
                    <a:pt x="176831" y="193832"/>
                    <a:pt x="170473" y="193832"/>
                    <a:pt x="164469" y="193832"/>
                  </a:cubicBezTo>
                  <a:lnTo>
                    <a:pt x="109368" y="193832"/>
                  </a:lnTo>
                  <a:cubicBezTo>
                    <a:pt x="59565" y="193832"/>
                    <a:pt x="18946" y="159397"/>
                    <a:pt x="14707" y="111331"/>
                  </a:cubicBezTo>
                  <a:lnTo>
                    <a:pt x="164469" y="111331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28A5A3D8-190E-E50E-A7C3-936AF14B2AA7}"/>
                </a:ext>
              </a:extLst>
            </p:cNvPr>
            <p:cNvSpPr/>
            <p:nvPr>
              <p:custDataLst>
                <p:tags r:id="rId111"/>
              </p:custDataLst>
            </p:nvPr>
          </p:nvSpPr>
          <p:spPr>
            <a:xfrm>
              <a:off x="11529810" y="6568907"/>
              <a:ext cx="242655" cy="245709"/>
            </a:xfrm>
            <a:custGeom>
              <a:avLst/>
              <a:gdLst>
                <a:gd name="connsiteX0" fmla="*/ 89244 w 242655"/>
                <a:gd name="connsiteY0" fmla="*/ 133212 h 245709"/>
                <a:gd name="connsiteX1" fmla="*/ 101960 w 242655"/>
                <a:gd name="connsiteY1" fmla="*/ 133212 h 245709"/>
                <a:gd name="connsiteX2" fmla="*/ 154941 w 242655"/>
                <a:gd name="connsiteY2" fmla="*/ 216430 h 245709"/>
                <a:gd name="connsiteX3" fmla="*/ 170836 w 242655"/>
                <a:gd name="connsiteY3" fmla="*/ 241539 h 245709"/>
                <a:gd name="connsiteX4" fmla="*/ 182492 w 242655"/>
                <a:gd name="connsiteY4" fmla="*/ 245844 h 245709"/>
                <a:gd name="connsiteX5" fmla="*/ 231235 w 242655"/>
                <a:gd name="connsiteY5" fmla="*/ 245844 h 245709"/>
                <a:gd name="connsiteX6" fmla="*/ 242891 w 242655"/>
                <a:gd name="connsiteY6" fmla="*/ 239387 h 245709"/>
                <a:gd name="connsiteX7" fmla="*/ 237592 w 242655"/>
                <a:gd name="connsiteY7" fmla="*/ 233289 h 245709"/>
                <a:gd name="connsiteX8" fmla="*/ 198739 w 242655"/>
                <a:gd name="connsiteY8" fmla="*/ 195267 h 245709"/>
                <a:gd name="connsiteX9" fmla="*/ 154941 w 242655"/>
                <a:gd name="connsiteY9" fmla="*/ 129266 h 245709"/>
                <a:gd name="connsiteX10" fmla="*/ 216753 w 242655"/>
                <a:gd name="connsiteY10" fmla="*/ 67211 h 245709"/>
                <a:gd name="connsiteX11" fmla="*/ 123152 w 242655"/>
                <a:gd name="connsiteY11" fmla="*/ 134 h 245709"/>
                <a:gd name="connsiteX12" fmla="*/ 12244 w 242655"/>
                <a:gd name="connsiteY12" fmla="*/ 134 h 245709"/>
                <a:gd name="connsiteX13" fmla="*/ 235 w 242655"/>
                <a:gd name="connsiteY13" fmla="*/ 6591 h 245709"/>
                <a:gd name="connsiteX14" fmla="*/ 9772 w 242655"/>
                <a:gd name="connsiteY14" fmla="*/ 12689 h 245709"/>
                <a:gd name="connsiteX15" fmla="*/ 31671 w 242655"/>
                <a:gd name="connsiteY15" fmla="*/ 33135 h 245709"/>
                <a:gd name="connsiteX16" fmla="*/ 31671 w 242655"/>
                <a:gd name="connsiteY16" fmla="*/ 212843 h 245709"/>
                <a:gd name="connsiteX17" fmla="*/ 9772 w 242655"/>
                <a:gd name="connsiteY17" fmla="*/ 233289 h 245709"/>
                <a:gd name="connsiteX18" fmla="*/ 235 w 242655"/>
                <a:gd name="connsiteY18" fmla="*/ 239387 h 245709"/>
                <a:gd name="connsiteX19" fmla="*/ 12244 w 242655"/>
                <a:gd name="connsiteY19" fmla="*/ 245844 h 245709"/>
                <a:gd name="connsiteX20" fmla="*/ 109024 w 242655"/>
                <a:gd name="connsiteY20" fmla="*/ 245844 h 245709"/>
                <a:gd name="connsiteX21" fmla="*/ 120680 w 242655"/>
                <a:gd name="connsiteY21" fmla="*/ 239387 h 245709"/>
                <a:gd name="connsiteX22" fmla="*/ 110790 w 242655"/>
                <a:gd name="connsiteY22" fmla="*/ 233289 h 245709"/>
                <a:gd name="connsiteX23" fmla="*/ 89244 w 242655"/>
                <a:gd name="connsiteY23" fmla="*/ 212843 h 245709"/>
                <a:gd name="connsiteX24" fmla="*/ 89244 w 242655"/>
                <a:gd name="connsiteY24" fmla="*/ 133212 h 245709"/>
                <a:gd name="connsiteX25" fmla="*/ 157414 w 242655"/>
                <a:gd name="connsiteY25" fmla="*/ 115636 h 245709"/>
                <a:gd name="connsiteX26" fmla="*/ 168363 w 242655"/>
                <a:gd name="connsiteY26" fmla="*/ 67570 h 245709"/>
                <a:gd name="connsiteX27" fmla="*/ 154941 w 242655"/>
                <a:gd name="connsiteY27" fmla="*/ 16634 h 245709"/>
                <a:gd name="connsiteX28" fmla="*/ 204391 w 242655"/>
                <a:gd name="connsiteY28" fmla="*/ 67211 h 245709"/>
                <a:gd name="connsiteX29" fmla="*/ 157414 w 242655"/>
                <a:gd name="connsiteY29" fmla="*/ 115636 h 245709"/>
                <a:gd name="connsiteX30" fmla="*/ 89244 w 242655"/>
                <a:gd name="connsiteY30" fmla="*/ 32059 h 245709"/>
                <a:gd name="connsiteX31" fmla="*/ 111143 w 242655"/>
                <a:gd name="connsiteY31" fmla="*/ 12689 h 245709"/>
                <a:gd name="connsiteX32" fmla="*/ 156001 w 242655"/>
                <a:gd name="connsiteY32" fmla="*/ 67570 h 245709"/>
                <a:gd name="connsiteX33" fmla="*/ 89244 w 242655"/>
                <a:gd name="connsiteY33" fmla="*/ 120657 h 245709"/>
                <a:gd name="connsiteX34" fmla="*/ 89244 w 242655"/>
                <a:gd name="connsiteY34" fmla="*/ 32059 h 245709"/>
                <a:gd name="connsiteX35" fmla="*/ 41207 w 242655"/>
                <a:gd name="connsiteY35" fmla="*/ 233289 h 245709"/>
                <a:gd name="connsiteX36" fmla="*/ 44033 w 242655"/>
                <a:gd name="connsiteY36" fmla="*/ 213561 h 245709"/>
                <a:gd name="connsiteX37" fmla="*/ 44033 w 242655"/>
                <a:gd name="connsiteY37" fmla="*/ 32417 h 245709"/>
                <a:gd name="connsiteX38" fmla="*/ 41207 w 242655"/>
                <a:gd name="connsiteY38" fmla="*/ 12689 h 245709"/>
                <a:gd name="connsiteX39" fmla="*/ 81473 w 242655"/>
                <a:gd name="connsiteY39" fmla="*/ 12689 h 245709"/>
                <a:gd name="connsiteX40" fmla="*/ 76882 w 242655"/>
                <a:gd name="connsiteY40" fmla="*/ 30982 h 245709"/>
                <a:gd name="connsiteX41" fmla="*/ 76882 w 242655"/>
                <a:gd name="connsiteY41" fmla="*/ 213561 h 245709"/>
                <a:gd name="connsiteX42" fmla="*/ 79707 w 242655"/>
                <a:gd name="connsiteY42" fmla="*/ 233289 h 245709"/>
                <a:gd name="connsiteX43" fmla="*/ 41207 w 242655"/>
                <a:gd name="connsiteY43" fmla="*/ 233289 h 245709"/>
                <a:gd name="connsiteX44" fmla="*/ 116441 w 242655"/>
                <a:gd name="connsiteY44" fmla="*/ 133212 h 245709"/>
                <a:gd name="connsiteX45" fmla="*/ 123152 w 242655"/>
                <a:gd name="connsiteY45" fmla="*/ 132495 h 245709"/>
                <a:gd name="connsiteX46" fmla="*/ 141519 w 242655"/>
                <a:gd name="connsiteY46" fmla="*/ 131060 h 245709"/>
                <a:gd name="connsiteX47" fmla="*/ 214281 w 242655"/>
                <a:gd name="connsiteY47" fmla="*/ 233289 h 245709"/>
                <a:gd name="connsiteX48" fmla="*/ 180019 w 242655"/>
                <a:gd name="connsiteY48" fmla="*/ 233289 h 245709"/>
                <a:gd name="connsiteX49" fmla="*/ 116441 w 242655"/>
                <a:gd name="connsiteY49" fmla="*/ 133212 h 245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2655" h="245709">
                  <a:moveTo>
                    <a:pt x="89244" y="133212"/>
                  </a:moveTo>
                  <a:lnTo>
                    <a:pt x="101960" y="133212"/>
                  </a:lnTo>
                  <a:lnTo>
                    <a:pt x="154941" y="216430"/>
                  </a:lnTo>
                  <a:cubicBezTo>
                    <a:pt x="158473" y="222170"/>
                    <a:pt x="166950" y="236159"/>
                    <a:pt x="170836" y="241539"/>
                  </a:cubicBezTo>
                  <a:cubicBezTo>
                    <a:pt x="173308" y="245844"/>
                    <a:pt x="174368" y="245844"/>
                    <a:pt x="182492" y="245844"/>
                  </a:cubicBezTo>
                  <a:lnTo>
                    <a:pt x="231235" y="245844"/>
                  </a:lnTo>
                  <a:cubicBezTo>
                    <a:pt x="237592" y="245844"/>
                    <a:pt x="242891" y="245844"/>
                    <a:pt x="242891" y="239387"/>
                  </a:cubicBezTo>
                  <a:cubicBezTo>
                    <a:pt x="242891" y="236518"/>
                    <a:pt x="240771" y="234007"/>
                    <a:pt x="237592" y="233289"/>
                  </a:cubicBezTo>
                  <a:cubicBezTo>
                    <a:pt x="224524" y="230420"/>
                    <a:pt x="207216" y="206745"/>
                    <a:pt x="198739" y="195267"/>
                  </a:cubicBezTo>
                  <a:cubicBezTo>
                    <a:pt x="196267" y="191680"/>
                    <a:pt x="178606" y="168006"/>
                    <a:pt x="154941" y="129266"/>
                  </a:cubicBezTo>
                  <a:cubicBezTo>
                    <a:pt x="186377" y="123527"/>
                    <a:pt x="216753" y="109896"/>
                    <a:pt x="216753" y="67211"/>
                  </a:cubicBezTo>
                  <a:cubicBezTo>
                    <a:pt x="216753" y="17352"/>
                    <a:pt x="164831" y="134"/>
                    <a:pt x="123152" y="134"/>
                  </a:cubicBezTo>
                  <a:lnTo>
                    <a:pt x="12244" y="134"/>
                  </a:lnTo>
                  <a:cubicBezTo>
                    <a:pt x="5886" y="134"/>
                    <a:pt x="235" y="134"/>
                    <a:pt x="235" y="6591"/>
                  </a:cubicBezTo>
                  <a:cubicBezTo>
                    <a:pt x="235" y="12689"/>
                    <a:pt x="6946" y="12689"/>
                    <a:pt x="9772" y="12689"/>
                  </a:cubicBezTo>
                  <a:cubicBezTo>
                    <a:pt x="29905" y="12689"/>
                    <a:pt x="31671" y="15200"/>
                    <a:pt x="31671" y="33135"/>
                  </a:cubicBezTo>
                  <a:lnTo>
                    <a:pt x="31671" y="212843"/>
                  </a:lnTo>
                  <a:cubicBezTo>
                    <a:pt x="31671" y="230778"/>
                    <a:pt x="29905" y="233289"/>
                    <a:pt x="9772" y="233289"/>
                  </a:cubicBezTo>
                  <a:cubicBezTo>
                    <a:pt x="6946" y="233289"/>
                    <a:pt x="235" y="233289"/>
                    <a:pt x="235" y="239387"/>
                  </a:cubicBezTo>
                  <a:cubicBezTo>
                    <a:pt x="235" y="245844"/>
                    <a:pt x="5886" y="245844"/>
                    <a:pt x="12244" y="245844"/>
                  </a:cubicBezTo>
                  <a:lnTo>
                    <a:pt x="109024" y="245844"/>
                  </a:lnTo>
                  <a:cubicBezTo>
                    <a:pt x="115382" y="245844"/>
                    <a:pt x="120680" y="245844"/>
                    <a:pt x="120680" y="239387"/>
                  </a:cubicBezTo>
                  <a:cubicBezTo>
                    <a:pt x="120680" y="233289"/>
                    <a:pt x="114675" y="233289"/>
                    <a:pt x="110790" y="233289"/>
                  </a:cubicBezTo>
                  <a:cubicBezTo>
                    <a:pt x="90657" y="233289"/>
                    <a:pt x="89244" y="230420"/>
                    <a:pt x="89244" y="212843"/>
                  </a:cubicBezTo>
                  <a:lnTo>
                    <a:pt x="89244" y="133212"/>
                  </a:lnTo>
                  <a:close/>
                  <a:moveTo>
                    <a:pt x="157414" y="115636"/>
                  </a:moveTo>
                  <a:cubicBezTo>
                    <a:pt x="167304" y="102364"/>
                    <a:pt x="168363" y="83353"/>
                    <a:pt x="168363" y="67570"/>
                  </a:cubicBezTo>
                  <a:cubicBezTo>
                    <a:pt x="168363" y="50352"/>
                    <a:pt x="166244" y="31341"/>
                    <a:pt x="154941" y="16634"/>
                  </a:cubicBezTo>
                  <a:cubicBezTo>
                    <a:pt x="169423" y="19863"/>
                    <a:pt x="204391" y="30982"/>
                    <a:pt x="204391" y="67211"/>
                  </a:cubicBezTo>
                  <a:cubicBezTo>
                    <a:pt x="204391" y="90527"/>
                    <a:pt x="193794" y="108820"/>
                    <a:pt x="157414" y="115636"/>
                  </a:cubicBezTo>
                  <a:close/>
                  <a:moveTo>
                    <a:pt x="89244" y="32059"/>
                  </a:moveTo>
                  <a:cubicBezTo>
                    <a:pt x="89244" y="24526"/>
                    <a:pt x="89244" y="12689"/>
                    <a:pt x="111143" y="12689"/>
                  </a:cubicBezTo>
                  <a:cubicBezTo>
                    <a:pt x="141166" y="12689"/>
                    <a:pt x="156001" y="25243"/>
                    <a:pt x="156001" y="67570"/>
                  </a:cubicBezTo>
                  <a:cubicBezTo>
                    <a:pt x="156001" y="113842"/>
                    <a:pt x="145051" y="120657"/>
                    <a:pt x="89244" y="120657"/>
                  </a:cubicBezTo>
                  <a:lnTo>
                    <a:pt x="89244" y="32059"/>
                  </a:lnTo>
                  <a:close/>
                  <a:moveTo>
                    <a:pt x="41207" y="233289"/>
                  </a:moveTo>
                  <a:cubicBezTo>
                    <a:pt x="44033" y="226833"/>
                    <a:pt x="44033" y="216789"/>
                    <a:pt x="44033" y="213561"/>
                  </a:cubicBezTo>
                  <a:lnTo>
                    <a:pt x="44033" y="32417"/>
                  </a:lnTo>
                  <a:cubicBezTo>
                    <a:pt x="44033" y="28830"/>
                    <a:pt x="44033" y="19145"/>
                    <a:pt x="41207" y="12689"/>
                  </a:cubicBezTo>
                  <a:lnTo>
                    <a:pt x="81473" y="12689"/>
                  </a:lnTo>
                  <a:cubicBezTo>
                    <a:pt x="76882" y="18428"/>
                    <a:pt x="76882" y="25602"/>
                    <a:pt x="76882" y="30982"/>
                  </a:cubicBezTo>
                  <a:lnTo>
                    <a:pt x="76882" y="213561"/>
                  </a:lnTo>
                  <a:cubicBezTo>
                    <a:pt x="76882" y="217148"/>
                    <a:pt x="76882" y="226833"/>
                    <a:pt x="79707" y="233289"/>
                  </a:cubicBezTo>
                  <a:lnTo>
                    <a:pt x="41207" y="233289"/>
                  </a:lnTo>
                  <a:close/>
                  <a:moveTo>
                    <a:pt x="116441" y="133212"/>
                  </a:moveTo>
                  <a:cubicBezTo>
                    <a:pt x="118914" y="132853"/>
                    <a:pt x="120327" y="132495"/>
                    <a:pt x="123152" y="132495"/>
                  </a:cubicBezTo>
                  <a:cubicBezTo>
                    <a:pt x="128450" y="132495"/>
                    <a:pt x="136221" y="131777"/>
                    <a:pt x="141519" y="131060"/>
                  </a:cubicBezTo>
                  <a:cubicBezTo>
                    <a:pt x="146817" y="139669"/>
                    <a:pt x="184964" y="203517"/>
                    <a:pt x="214281" y="233289"/>
                  </a:cubicBezTo>
                  <a:lnTo>
                    <a:pt x="180019" y="233289"/>
                  </a:lnTo>
                  <a:lnTo>
                    <a:pt x="116441" y="133212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8B0B1DED-AE7A-55BA-A659-99ACC9B384D6}"/>
                </a:ext>
              </a:extLst>
            </p:cNvPr>
            <p:cNvSpPr/>
            <p:nvPr>
              <p:custDataLst>
                <p:tags r:id="rId112"/>
              </p:custDataLst>
            </p:nvPr>
          </p:nvSpPr>
          <p:spPr>
            <a:xfrm>
              <a:off x="11794338" y="6492255"/>
              <a:ext cx="127085" cy="176767"/>
            </a:xfrm>
            <a:custGeom>
              <a:avLst/>
              <a:gdLst>
                <a:gd name="connsiteX0" fmla="*/ 126338 w 127085"/>
                <a:gd name="connsiteY0" fmla="*/ 7663 h 176767"/>
                <a:gd name="connsiteX1" fmla="*/ 127327 w 127085"/>
                <a:gd name="connsiteY1" fmla="*/ 3645 h 176767"/>
                <a:gd name="connsiteX2" fmla="*/ 123371 w 127085"/>
                <a:gd name="connsiteY2" fmla="*/ 130 h 176767"/>
                <a:gd name="connsiteX3" fmla="*/ 91724 w 127085"/>
                <a:gd name="connsiteY3" fmla="*/ 2641 h 176767"/>
                <a:gd name="connsiteX4" fmla="*/ 86284 w 127085"/>
                <a:gd name="connsiteY4" fmla="*/ 8416 h 176767"/>
                <a:gd name="connsiteX5" fmla="*/ 92713 w 127085"/>
                <a:gd name="connsiteY5" fmla="*/ 11931 h 176767"/>
                <a:gd name="connsiteX6" fmla="*/ 104581 w 127085"/>
                <a:gd name="connsiteY6" fmla="*/ 15698 h 176767"/>
                <a:gd name="connsiteX7" fmla="*/ 103592 w 127085"/>
                <a:gd name="connsiteY7" fmla="*/ 21222 h 176767"/>
                <a:gd name="connsiteX8" fmla="*/ 89499 w 127085"/>
                <a:gd name="connsiteY8" fmla="*/ 78470 h 176767"/>
                <a:gd name="connsiteX9" fmla="*/ 64032 w 127085"/>
                <a:gd name="connsiteY9" fmla="*/ 63656 h 176767"/>
                <a:gd name="connsiteX10" fmla="*/ 242 w 127085"/>
                <a:gd name="connsiteY10" fmla="*/ 135217 h 176767"/>
                <a:gd name="connsiteX11" fmla="*/ 37577 w 127085"/>
                <a:gd name="connsiteY11" fmla="*/ 176898 h 176767"/>
                <a:gd name="connsiteX12" fmla="*/ 72686 w 127085"/>
                <a:gd name="connsiteY12" fmla="*/ 159321 h 176767"/>
                <a:gd name="connsiteX13" fmla="*/ 98152 w 127085"/>
                <a:gd name="connsiteY13" fmla="*/ 176898 h 176767"/>
                <a:gd name="connsiteX14" fmla="*/ 117685 w 127085"/>
                <a:gd name="connsiteY14" fmla="*/ 163590 h 176767"/>
                <a:gd name="connsiteX15" fmla="*/ 126338 w 127085"/>
                <a:gd name="connsiteY15" fmla="*/ 138481 h 176767"/>
                <a:gd name="connsiteX16" fmla="*/ 122382 w 127085"/>
                <a:gd name="connsiteY16" fmla="*/ 135217 h 176767"/>
                <a:gd name="connsiteX17" fmla="*/ 116943 w 127085"/>
                <a:gd name="connsiteY17" fmla="*/ 143000 h 176767"/>
                <a:gd name="connsiteX18" fmla="*/ 98894 w 127085"/>
                <a:gd name="connsiteY18" fmla="*/ 169867 h 176767"/>
                <a:gd name="connsiteX19" fmla="*/ 90735 w 127085"/>
                <a:gd name="connsiteY19" fmla="*/ 157564 h 176767"/>
                <a:gd name="connsiteX20" fmla="*/ 91971 w 127085"/>
                <a:gd name="connsiteY20" fmla="*/ 147269 h 176767"/>
                <a:gd name="connsiteX21" fmla="*/ 126338 w 127085"/>
                <a:gd name="connsiteY21" fmla="*/ 7663 h 176767"/>
                <a:gd name="connsiteX22" fmla="*/ 73675 w 127085"/>
                <a:gd name="connsiteY22" fmla="*/ 143000 h 176767"/>
                <a:gd name="connsiteX23" fmla="*/ 61065 w 127085"/>
                <a:gd name="connsiteY23" fmla="*/ 159823 h 176767"/>
                <a:gd name="connsiteX24" fmla="*/ 38318 w 127085"/>
                <a:gd name="connsiteY24" fmla="*/ 169867 h 176767"/>
                <a:gd name="connsiteX25" fmla="*/ 20269 w 127085"/>
                <a:gd name="connsiteY25" fmla="*/ 145511 h 176767"/>
                <a:gd name="connsiteX26" fmla="*/ 33126 w 127085"/>
                <a:gd name="connsiteY26" fmla="*/ 94540 h 176767"/>
                <a:gd name="connsiteX27" fmla="*/ 64032 w 127085"/>
                <a:gd name="connsiteY27" fmla="*/ 70686 h 176767"/>
                <a:gd name="connsiteX28" fmla="*/ 86037 w 127085"/>
                <a:gd name="connsiteY28" fmla="*/ 92531 h 176767"/>
                <a:gd name="connsiteX29" fmla="*/ 85295 w 127085"/>
                <a:gd name="connsiteY29" fmla="*/ 96047 h 176767"/>
                <a:gd name="connsiteX30" fmla="*/ 73675 w 127085"/>
                <a:gd name="connsiteY30" fmla="*/ 143000 h 176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7085" h="176767">
                  <a:moveTo>
                    <a:pt x="126338" y="7663"/>
                  </a:moveTo>
                  <a:cubicBezTo>
                    <a:pt x="126586" y="7161"/>
                    <a:pt x="127327" y="3897"/>
                    <a:pt x="127327" y="3645"/>
                  </a:cubicBezTo>
                  <a:cubicBezTo>
                    <a:pt x="127327" y="2390"/>
                    <a:pt x="126338" y="130"/>
                    <a:pt x="123371" y="130"/>
                  </a:cubicBezTo>
                  <a:cubicBezTo>
                    <a:pt x="118426" y="130"/>
                    <a:pt x="97905" y="2139"/>
                    <a:pt x="91724" y="2641"/>
                  </a:cubicBezTo>
                  <a:cubicBezTo>
                    <a:pt x="89746" y="2892"/>
                    <a:pt x="86284" y="3143"/>
                    <a:pt x="86284" y="8416"/>
                  </a:cubicBezTo>
                  <a:cubicBezTo>
                    <a:pt x="86284" y="11931"/>
                    <a:pt x="89746" y="11931"/>
                    <a:pt x="92713" y="11931"/>
                  </a:cubicBezTo>
                  <a:cubicBezTo>
                    <a:pt x="104581" y="11931"/>
                    <a:pt x="104581" y="13689"/>
                    <a:pt x="104581" y="15698"/>
                  </a:cubicBezTo>
                  <a:cubicBezTo>
                    <a:pt x="104581" y="17455"/>
                    <a:pt x="104086" y="18962"/>
                    <a:pt x="103592" y="21222"/>
                  </a:cubicBezTo>
                  <a:lnTo>
                    <a:pt x="89499" y="78470"/>
                  </a:lnTo>
                  <a:cubicBezTo>
                    <a:pt x="84306" y="70184"/>
                    <a:pt x="75900" y="63656"/>
                    <a:pt x="64032" y="63656"/>
                  </a:cubicBezTo>
                  <a:cubicBezTo>
                    <a:pt x="32384" y="63656"/>
                    <a:pt x="242" y="99060"/>
                    <a:pt x="242" y="135217"/>
                  </a:cubicBezTo>
                  <a:cubicBezTo>
                    <a:pt x="242" y="159572"/>
                    <a:pt x="16313" y="176898"/>
                    <a:pt x="37577" y="176898"/>
                  </a:cubicBezTo>
                  <a:cubicBezTo>
                    <a:pt x="50928" y="176898"/>
                    <a:pt x="62796" y="169114"/>
                    <a:pt x="72686" y="159321"/>
                  </a:cubicBezTo>
                  <a:cubicBezTo>
                    <a:pt x="77383" y="174387"/>
                    <a:pt x="91724" y="176898"/>
                    <a:pt x="98152" y="176898"/>
                  </a:cubicBezTo>
                  <a:cubicBezTo>
                    <a:pt x="107053" y="176898"/>
                    <a:pt x="113234" y="171374"/>
                    <a:pt x="117685" y="163590"/>
                  </a:cubicBezTo>
                  <a:cubicBezTo>
                    <a:pt x="123124" y="153797"/>
                    <a:pt x="126338" y="139485"/>
                    <a:pt x="126338" y="138481"/>
                  </a:cubicBezTo>
                  <a:cubicBezTo>
                    <a:pt x="126338" y="135217"/>
                    <a:pt x="123124" y="135217"/>
                    <a:pt x="122382" y="135217"/>
                  </a:cubicBezTo>
                  <a:cubicBezTo>
                    <a:pt x="118921" y="135217"/>
                    <a:pt x="118674" y="136221"/>
                    <a:pt x="116943" y="143000"/>
                  </a:cubicBezTo>
                  <a:cubicBezTo>
                    <a:pt x="113976" y="155053"/>
                    <a:pt x="109278" y="169867"/>
                    <a:pt x="98894" y="169867"/>
                  </a:cubicBezTo>
                  <a:cubicBezTo>
                    <a:pt x="92465" y="169867"/>
                    <a:pt x="90735" y="164343"/>
                    <a:pt x="90735" y="157564"/>
                  </a:cubicBezTo>
                  <a:cubicBezTo>
                    <a:pt x="90735" y="152793"/>
                    <a:pt x="91229" y="150533"/>
                    <a:pt x="91971" y="147269"/>
                  </a:cubicBezTo>
                  <a:lnTo>
                    <a:pt x="126338" y="7663"/>
                  </a:lnTo>
                  <a:close/>
                  <a:moveTo>
                    <a:pt x="73675" y="143000"/>
                  </a:moveTo>
                  <a:cubicBezTo>
                    <a:pt x="71944" y="150031"/>
                    <a:pt x="66505" y="155053"/>
                    <a:pt x="61065" y="159823"/>
                  </a:cubicBezTo>
                  <a:cubicBezTo>
                    <a:pt x="58840" y="161832"/>
                    <a:pt x="48950" y="169867"/>
                    <a:pt x="38318" y="169867"/>
                  </a:cubicBezTo>
                  <a:cubicBezTo>
                    <a:pt x="29170" y="169867"/>
                    <a:pt x="20269" y="163339"/>
                    <a:pt x="20269" y="145511"/>
                  </a:cubicBezTo>
                  <a:cubicBezTo>
                    <a:pt x="20269" y="132204"/>
                    <a:pt x="27439" y="104584"/>
                    <a:pt x="33126" y="94540"/>
                  </a:cubicBezTo>
                  <a:cubicBezTo>
                    <a:pt x="44500" y="74453"/>
                    <a:pt x="57109" y="70686"/>
                    <a:pt x="64032" y="70686"/>
                  </a:cubicBezTo>
                  <a:cubicBezTo>
                    <a:pt x="81339" y="70686"/>
                    <a:pt x="86037" y="89769"/>
                    <a:pt x="86037" y="92531"/>
                  </a:cubicBezTo>
                  <a:cubicBezTo>
                    <a:pt x="86037" y="93536"/>
                    <a:pt x="85543" y="95293"/>
                    <a:pt x="85295" y="96047"/>
                  </a:cubicBezTo>
                  <a:lnTo>
                    <a:pt x="73675" y="143000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F200C6CA-041D-FC41-487A-C84CAE2EBD4A}"/>
                </a:ext>
              </a:extLst>
            </p:cNvPr>
            <p:cNvSpPr/>
            <p:nvPr>
              <p:custDataLst>
                <p:tags r:id="rId113"/>
              </p:custDataLst>
            </p:nvPr>
          </p:nvSpPr>
          <p:spPr>
            <a:xfrm>
              <a:off x="11940421" y="6582935"/>
              <a:ext cx="91834" cy="123392"/>
            </a:xfrm>
            <a:custGeom>
              <a:avLst/>
              <a:gdLst>
                <a:gd name="connsiteX0" fmla="*/ 44398 w 91834"/>
                <a:gd name="connsiteY0" fmla="*/ 60213 h 123392"/>
                <a:gd name="connsiteX1" fmla="*/ 71418 w 91834"/>
                <a:gd name="connsiteY1" fmla="*/ 88192 h 123392"/>
                <a:gd name="connsiteX2" fmla="*/ 44574 w 91834"/>
                <a:gd name="connsiteY2" fmla="*/ 116171 h 123392"/>
                <a:gd name="connsiteX3" fmla="*/ 12609 w 91834"/>
                <a:gd name="connsiteY3" fmla="*/ 106844 h 123392"/>
                <a:gd name="connsiteX4" fmla="*/ 21969 w 91834"/>
                <a:gd name="connsiteY4" fmla="*/ 95904 h 123392"/>
                <a:gd name="connsiteX5" fmla="*/ 11196 w 91834"/>
                <a:gd name="connsiteY5" fmla="*/ 84964 h 123392"/>
                <a:gd name="connsiteX6" fmla="*/ 246 w 91834"/>
                <a:gd name="connsiteY6" fmla="*/ 96263 h 123392"/>
                <a:gd name="connsiteX7" fmla="*/ 45104 w 91834"/>
                <a:gd name="connsiteY7" fmla="*/ 123524 h 123392"/>
                <a:gd name="connsiteX8" fmla="*/ 92081 w 91834"/>
                <a:gd name="connsiteY8" fmla="*/ 88371 h 123392"/>
                <a:gd name="connsiteX9" fmla="*/ 59056 w 91834"/>
                <a:gd name="connsiteY9" fmla="*/ 56447 h 123392"/>
                <a:gd name="connsiteX10" fmla="*/ 85900 w 91834"/>
                <a:gd name="connsiteY10" fmla="*/ 25778 h 123392"/>
                <a:gd name="connsiteX11" fmla="*/ 45634 w 91834"/>
                <a:gd name="connsiteY11" fmla="*/ 131 h 123392"/>
                <a:gd name="connsiteX12" fmla="*/ 6428 w 91834"/>
                <a:gd name="connsiteY12" fmla="*/ 25599 h 123392"/>
                <a:gd name="connsiteX13" fmla="*/ 16494 w 91834"/>
                <a:gd name="connsiteY13" fmla="*/ 36180 h 123392"/>
                <a:gd name="connsiteX14" fmla="*/ 26561 w 91834"/>
                <a:gd name="connsiteY14" fmla="*/ 25958 h 123392"/>
                <a:gd name="connsiteX15" fmla="*/ 18083 w 91834"/>
                <a:gd name="connsiteY15" fmla="*/ 15735 h 123392"/>
                <a:gd name="connsiteX16" fmla="*/ 45104 w 91834"/>
                <a:gd name="connsiteY16" fmla="*/ 6946 h 123392"/>
                <a:gd name="connsiteX17" fmla="*/ 67180 w 91834"/>
                <a:gd name="connsiteY17" fmla="*/ 25778 h 123392"/>
                <a:gd name="connsiteX18" fmla="*/ 41925 w 91834"/>
                <a:gd name="connsiteY18" fmla="*/ 53577 h 123392"/>
                <a:gd name="connsiteX19" fmla="*/ 31682 w 91834"/>
                <a:gd name="connsiteY19" fmla="*/ 54115 h 123392"/>
                <a:gd name="connsiteX20" fmla="*/ 27797 w 91834"/>
                <a:gd name="connsiteY20" fmla="*/ 57164 h 123392"/>
                <a:gd name="connsiteX21" fmla="*/ 32742 w 91834"/>
                <a:gd name="connsiteY21" fmla="*/ 60213 h 123392"/>
                <a:gd name="connsiteX22" fmla="*/ 44398 w 91834"/>
                <a:gd name="connsiteY22" fmla="*/ 60213 h 123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834" h="123392">
                  <a:moveTo>
                    <a:pt x="44398" y="60213"/>
                  </a:moveTo>
                  <a:cubicBezTo>
                    <a:pt x="60645" y="60213"/>
                    <a:pt x="71418" y="70436"/>
                    <a:pt x="71418" y="88192"/>
                  </a:cubicBezTo>
                  <a:cubicBezTo>
                    <a:pt x="71418" y="106486"/>
                    <a:pt x="60292" y="116171"/>
                    <a:pt x="44574" y="116171"/>
                  </a:cubicBezTo>
                  <a:cubicBezTo>
                    <a:pt x="42632" y="116171"/>
                    <a:pt x="21616" y="116171"/>
                    <a:pt x="12609" y="106844"/>
                  </a:cubicBezTo>
                  <a:cubicBezTo>
                    <a:pt x="19850" y="105768"/>
                    <a:pt x="21969" y="100208"/>
                    <a:pt x="21969" y="95904"/>
                  </a:cubicBezTo>
                  <a:cubicBezTo>
                    <a:pt x="21969" y="89268"/>
                    <a:pt x="17024" y="84964"/>
                    <a:pt x="11196" y="84964"/>
                  </a:cubicBezTo>
                  <a:cubicBezTo>
                    <a:pt x="5545" y="84964"/>
                    <a:pt x="246" y="88730"/>
                    <a:pt x="246" y="96263"/>
                  </a:cubicBezTo>
                  <a:cubicBezTo>
                    <a:pt x="246" y="114915"/>
                    <a:pt x="21086" y="123524"/>
                    <a:pt x="45104" y="123524"/>
                  </a:cubicBezTo>
                  <a:cubicBezTo>
                    <a:pt x="74067" y="123524"/>
                    <a:pt x="92081" y="105768"/>
                    <a:pt x="92081" y="88371"/>
                  </a:cubicBezTo>
                  <a:cubicBezTo>
                    <a:pt x="92081" y="73665"/>
                    <a:pt x="79189" y="61110"/>
                    <a:pt x="59056" y="56447"/>
                  </a:cubicBezTo>
                  <a:cubicBezTo>
                    <a:pt x="80249" y="49452"/>
                    <a:pt x="85900" y="35822"/>
                    <a:pt x="85900" y="25778"/>
                  </a:cubicBezTo>
                  <a:cubicBezTo>
                    <a:pt x="85900" y="11071"/>
                    <a:pt x="67886" y="131"/>
                    <a:pt x="45634" y="131"/>
                  </a:cubicBezTo>
                  <a:cubicBezTo>
                    <a:pt x="23911" y="131"/>
                    <a:pt x="6428" y="9457"/>
                    <a:pt x="6428" y="25599"/>
                  </a:cubicBezTo>
                  <a:cubicBezTo>
                    <a:pt x="6428" y="34028"/>
                    <a:pt x="13139" y="36180"/>
                    <a:pt x="16494" y="36180"/>
                  </a:cubicBezTo>
                  <a:cubicBezTo>
                    <a:pt x="21616" y="36180"/>
                    <a:pt x="26561" y="32414"/>
                    <a:pt x="26561" y="25958"/>
                  </a:cubicBezTo>
                  <a:cubicBezTo>
                    <a:pt x="26561" y="21833"/>
                    <a:pt x="24441" y="16811"/>
                    <a:pt x="18083" y="15735"/>
                  </a:cubicBezTo>
                  <a:cubicBezTo>
                    <a:pt x="25678" y="7484"/>
                    <a:pt x="41395" y="6946"/>
                    <a:pt x="45104" y="6946"/>
                  </a:cubicBezTo>
                  <a:cubicBezTo>
                    <a:pt x="57996" y="6946"/>
                    <a:pt x="67180" y="13582"/>
                    <a:pt x="67180" y="25778"/>
                  </a:cubicBezTo>
                  <a:cubicBezTo>
                    <a:pt x="67180" y="36180"/>
                    <a:pt x="60469" y="52501"/>
                    <a:pt x="41925" y="53577"/>
                  </a:cubicBezTo>
                  <a:cubicBezTo>
                    <a:pt x="36980" y="53757"/>
                    <a:pt x="36274" y="53936"/>
                    <a:pt x="31682" y="54115"/>
                  </a:cubicBezTo>
                  <a:cubicBezTo>
                    <a:pt x="29739" y="54295"/>
                    <a:pt x="27797" y="54474"/>
                    <a:pt x="27797" y="57164"/>
                  </a:cubicBezTo>
                  <a:cubicBezTo>
                    <a:pt x="27797" y="60213"/>
                    <a:pt x="29563" y="60213"/>
                    <a:pt x="32742" y="60213"/>
                  </a:cubicBezTo>
                  <a:lnTo>
                    <a:pt x="44398" y="60213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DC03BA69-14AD-7500-7FEE-0B5556E43D60}"/>
                </a:ext>
              </a:extLst>
            </p:cNvPr>
            <p:cNvSpPr/>
            <p:nvPr>
              <p:custDataLst>
                <p:tags r:id="rId114"/>
              </p:custDataLst>
            </p:nvPr>
          </p:nvSpPr>
          <p:spPr>
            <a:xfrm>
              <a:off x="12108155" y="6536447"/>
              <a:ext cx="132524" cy="134333"/>
            </a:xfrm>
            <a:custGeom>
              <a:avLst/>
              <a:gdLst>
                <a:gd name="connsiteX0" fmla="*/ 129313 w 132524"/>
                <a:gd name="connsiteY0" fmla="*/ 12434 h 134333"/>
                <a:gd name="connsiteX1" fmla="*/ 132775 w 132524"/>
                <a:gd name="connsiteY1" fmla="*/ 6407 h 134333"/>
                <a:gd name="connsiteX2" fmla="*/ 126841 w 132524"/>
                <a:gd name="connsiteY2" fmla="*/ 130 h 134333"/>
                <a:gd name="connsiteX3" fmla="*/ 120660 w 132524"/>
                <a:gd name="connsiteY3" fmla="*/ 3896 h 134333"/>
                <a:gd name="connsiteX4" fmla="*/ 66513 w 132524"/>
                <a:gd name="connsiteY4" fmla="*/ 58634 h 134333"/>
                <a:gd name="connsiteX5" fmla="*/ 12118 w 132524"/>
                <a:gd name="connsiteY5" fmla="*/ 3645 h 134333"/>
                <a:gd name="connsiteX6" fmla="*/ 6431 w 132524"/>
                <a:gd name="connsiteY6" fmla="*/ 130 h 134333"/>
                <a:gd name="connsiteX7" fmla="*/ 250 w 132524"/>
                <a:gd name="connsiteY7" fmla="*/ 6407 h 134333"/>
                <a:gd name="connsiteX8" fmla="*/ 3959 w 132524"/>
                <a:gd name="connsiteY8" fmla="*/ 12434 h 134333"/>
                <a:gd name="connsiteX9" fmla="*/ 57859 w 132524"/>
                <a:gd name="connsiteY9" fmla="*/ 67171 h 134333"/>
                <a:gd name="connsiteX10" fmla="*/ 3959 w 132524"/>
                <a:gd name="connsiteY10" fmla="*/ 121909 h 134333"/>
                <a:gd name="connsiteX11" fmla="*/ 250 w 132524"/>
                <a:gd name="connsiteY11" fmla="*/ 128186 h 134333"/>
                <a:gd name="connsiteX12" fmla="*/ 6431 w 132524"/>
                <a:gd name="connsiteY12" fmla="*/ 134463 h 134333"/>
                <a:gd name="connsiteX13" fmla="*/ 12118 w 132524"/>
                <a:gd name="connsiteY13" fmla="*/ 130948 h 134333"/>
                <a:gd name="connsiteX14" fmla="*/ 66513 w 132524"/>
                <a:gd name="connsiteY14" fmla="*/ 75959 h 134333"/>
                <a:gd name="connsiteX15" fmla="*/ 122885 w 132524"/>
                <a:gd name="connsiteY15" fmla="*/ 133208 h 134333"/>
                <a:gd name="connsiteX16" fmla="*/ 126841 w 132524"/>
                <a:gd name="connsiteY16" fmla="*/ 134463 h 134333"/>
                <a:gd name="connsiteX17" fmla="*/ 132775 w 132524"/>
                <a:gd name="connsiteY17" fmla="*/ 128186 h 134333"/>
                <a:gd name="connsiteX18" fmla="*/ 131539 w 132524"/>
                <a:gd name="connsiteY18" fmla="*/ 124922 h 134333"/>
                <a:gd name="connsiteX19" fmla="*/ 75166 w 132524"/>
                <a:gd name="connsiteY19" fmla="*/ 67422 h 134333"/>
                <a:gd name="connsiteX20" fmla="*/ 129313 w 132524"/>
                <a:gd name="connsiteY20" fmla="*/ 12434 h 134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2524" h="134333">
                  <a:moveTo>
                    <a:pt x="129313" y="12434"/>
                  </a:moveTo>
                  <a:cubicBezTo>
                    <a:pt x="132033" y="9672"/>
                    <a:pt x="132775" y="8165"/>
                    <a:pt x="132775" y="6407"/>
                  </a:cubicBezTo>
                  <a:cubicBezTo>
                    <a:pt x="132775" y="2390"/>
                    <a:pt x="129561" y="130"/>
                    <a:pt x="126841" y="130"/>
                  </a:cubicBezTo>
                  <a:cubicBezTo>
                    <a:pt x="124368" y="130"/>
                    <a:pt x="123627" y="883"/>
                    <a:pt x="120660" y="3896"/>
                  </a:cubicBezTo>
                  <a:lnTo>
                    <a:pt x="66513" y="58634"/>
                  </a:lnTo>
                  <a:lnTo>
                    <a:pt x="12118" y="3645"/>
                  </a:lnTo>
                  <a:cubicBezTo>
                    <a:pt x="9646" y="1134"/>
                    <a:pt x="8657" y="130"/>
                    <a:pt x="6431" y="130"/>
                  </a:cubicBezTo>
                  <a:cubicBezTo>
                    <a:pt x="2970" y="130"/>
                    <a:pt x="250" y="2892"/>
                    <a:pt x="250" y="6407"/>
                  </a:cubicBezTo>
                  <a:cubicBezTo>
                    <a:pt x="250" y="8667"/>
                    <a:pt x="992" y="9420"/>
                    <a:pt x="3959" y="12434"/>
                  </a:cubicBezTo>
                  <a:lnTo>
                    <a:pt x="57859" y="67171"/>
                  </a:lnTo>
                  <a:lnTo>
                    <a:pt x="3959" y="121909"/>
                  </a:lnTo>
                  <a:cubicBezTo>
                    <a:pt x="498" y="125424"/>
                    <a:pt x="250" y="126680"/>
                    <a:pt x="250" y="128186"/>
                  </a:cubicBezTo>
                  <a:cubicBezTo>
                    <a:pt x="250" y="131701"/>
                    <a:pt x="2970" y="134463"/>
                    <a:pt x="6431" y="134463"/>
                  </a:cubicBezTo>
                  <a:cubicBezTo>
                    <a:pt x="8657" y="134463"/>
                    <a:pt x="9398" y="133710"/>
                    <a:pt x="12118" y="130948"/>
                  </a:cubicBezTo>
                  <a:lnTo>
                    <a:pt x="66513" y="75959"/>
                  </a:lnTo>
                  <a:lnTo>
                    <a:pt x="122885" y="133208"/>
                  </a:lnTo>
                  <a:cubicBezTo>
                    <a:pt x="124121" y="133961"/>
                    <a:pt x="125357" y="134463"/>
                    <a:pt x="126841" y="134463"/>
                  </a:cubicBezTo>
                  <a:cubicBezTo>
                    <a:pt x="129561" y="134463"/>
                    <a:pt x="132775" y="132204"/>
                    <a:pt x="132775" y="128186"/>
                  </a:cubicBezTo>
                  <a:cubicBezTo>
                    <a:pt x="132775" y="126177"/>
                    <a:pt x="132280" y="125675"/>
                    <a:pt x="131539" y="124922"/>
                  </a:cubicBezTo>
                  <a:cubicBezTo>
                    <a:pt x="131044" y="123918"/>
                    <a:pt x="83078" y="75206"/>
                    <a:pt x="75166" y="67422"/>
                  </a:cubicBezTo>
                  <a:lnTo>
                    <a:pt x="129313" y="12434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4BBC8C02-1D9D-F4C6-2985-48FBA52FC97F}"/>
                </a:ext>
              </a:extLst>
            </p:cNvPr>
            <p:cNvSpPr/>
            <p:nvPr>
              <p:custDataLst>
                <p:tags r:id="rId115"/>
              </p:custDataLst>
            </p:nvPr>
          </p:nvSpPr>
          <p:spPr>
            <a:xfrm>
              <a:off x="12299985" y="6492255"/>
              <a:ext cx="127085" cy="176767"/>
            </a:xfrm>
            <a:custGeom>
              <a:avLst/>
              <a:gdLst>
                <a:gd name="connsiteX0" fmla="*/ 126353 w 127085"/>
                <a:gd name="connsiteY0" fmla="*/ 7663 h 176767"/>
                <a:gd name="connsiteX1" fmla="*/ 127342 w 127085"/>
                <a:gd name="connsiteY1" fmla="*/ 3645 h 176767"/>
                <a:gd name="connsiteX2" fmla="*/ 123386 w 127085"/>
                <a:gd name="connsiteY2" fmla="*/ 130 h 176767"/>
                <a:gd name="connsiteX3" fmla="*/ 91738 w 127085"/>
                <a:gd name="connsiteY3" fmla="*/ 2641 h 176767"/>
                <a:gd name="connsiteX4" fmla="*/ 86299 w 127085"/>
                <a:gd name="connsiteY4" fmla="*/ 8416 h 176767"/>
                <a:gd name="connsiteX5" fmla="*/ 92727 w 127085"/>
                <a:gd name="connsiteY5" fmla="*/ 11931 h 176767"/>
                <a:gd name="connsiteX6" fmla="*/ 104595 w 127085"/>
                <a:gd name="connsiteY6" fmla="*/ 15698 h 176767"/>
                <a:gd name="connsiteX7" fmla="*/ 103606 w 127085"/>
                <a:gd name="connsiteY7" fmla="*/ 21222 h 176767"/>
                <a:gd name="connsiteX8" fmla="*/ 89513 w 127085"/>
                <a:gd name="connsiteY8" fmla="*/ 78470 h 176767"/>
                <a:gd name="connsiteX9" fmla="*/ 64046 w 127085"/>
                <a:gd name="connsiteY9" fmla="*/ 63656 h 176767"/>
                <a:gd name="connsiteX10" fmla="*/ 256 w 127085"/>
                <a:gd name="connsiteY10" fmla="*/ 135217 h 176767"/>
                <a:gd name="connsiteX11" fmla="*/ 37591 w 127085"/>
                <a:gd name="connsiteY11" fmla="*/ 176898 h 176767"/>
                <a:gd name="connsiteX12" fmla="*/ 72700 w 127085"/>
                <a:gd name="connsiteY12" fmla="*/ 159321 h 176767"/>
                <a:gd name="connsiteX13" fmla="*/ 98166 w 127085"/>
                <a:gd name="connsiteY13" fmla="*/ 176898 h 176767"/>
                <a:gd name="connsiteX14" fmla="*/ 117699 w 127085"/>
                <a:gd name="connsiteY14" fmla="*/ 163590 h 176767"/>
                <a:gd name="connsiteX15" fmla="*/ 126353 w 127085"/>
                <a:gd name="connsiteY15" fmla="*/ 138481 h 176767"/>
                <a:gd name="connsiteX16" fmla="*/ 122397 w 127085"/>
                <a:gd name="connsiteY16" fmla="*/ 135217 h 176767"/>
                <a:gd name="connsiteX17" fmla="*/ 116957 w 127085"/>
                <a:gd name="connsiteY17" fmla="*/ 143000 h 176767"/>
                <a:gd name="connsiteX18" fmla="*/ 98908 w 127085"/>
                <a:gd name="connsiteY18" fmla="*/ 169867 h 176767"/>
                <a:gd name="connsiteX19" fmla="*/ 90749 w 127085"/>
                <a:gd name="connsiteY19" fmla="*/ 157564 h 176767"/>
                <a:gd name="connsiteX20" fmla="*/ 91985 w 127085"/>
                <a:gd name="connsiteY20" fmla="*/ 147269 h 176767"/>
                <a:gd name="connsiteX21" fmla="*/ 126353 w 127085"/>
                <a:gd name="connsiteY21" fmla="*/ 7663 h 176767"/>
                <a:gd name="connsiteX22" fmla="*/ 73689 w 127085"/>
                <a:gd name="connsiteY22" fmla="*/ 143000 h 176767"/>
                <a:gd name="connsiteX23" fmla="*/ 61079 w 127085"/>
                <a:gd name="connsiteY23" fmla="*/ 159823 h 176767"/>
                <a:gd name="connsiteX24" fmla="*/ 38333 w 127085"/>
                <a:gd name="connsiteY24" fmla="*/ 169867 h 176767"/>
                <a:gd name="connsiteX25" fmla="*/ 20283 w 127085"/>
                <a:gd name="connsiteY25" fmla="*/ 145511 h 176767"/>
                <a:gd name="connsiteX26" fmla="*/ 33140 w 127085"/>
                <a:gd name="connsiteY26" fmla="*/ 94540 h 176767"/>
                <a:gd name="connsiteX27" fmla="*/ 64046 w 127085"/>
                <a:gd name="connsiteY27" fmla="*/ 70686 h 176767"/>
                <a:gd name="connsiteX28" fmla="*/ 86051 w 127085"/>
                <a:gd name="connsiteY28" fmla="*/ 92531 h 176767"/>
                <a:gd name="connsiteX29" fmla="*/ 85310 w 127085"/>
                <a:gd name="connsiteY29" fmla="*/ 96047 h 176767"/>
                <a:gd name="connsiteX30" fmla="*/ 73689 w 127085"/>
                <a:gd name="connsiteY30" fmla="*/ 143000 h 176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7085" h="176767">
                  <a:moveTo>
                    <a:pt x="126353" y="7663"/>
                  </a:moveTo>
                  <a:cubicBezTo>
                    <a:pt x="126600" y="7161"/>
                    <a:pt x="127342" y="3897"/>
                    <a:pt x="127342" y="3645"/>
                  </a:cubicBezTo>
                  <a:cubicBezTo>
                    <a:pt x="127342" y="2390"/>
                    <a:pt x="126353" y="130"/>
                    <a:pt x="123386" y="130"/>
                  </a:cubicBezTo>
                  <a:cubicBezTo>
                    <a:pt x="118441" y="130"/>
                    <a:pt x="97919" y="2139"/>
                    <a:pt x="91738" y="2641"/>
                  </a:cubicBezTo>
                  <a:cubicBezTo>
                    <a:pt x="89760" y="2892"/>
                    <a:pt x="86299" y="3143"/>
                    <a:pt x="86299" y="8416"/>
                  </a:cubicBezTo>
                  <a:cubicBezTo>
                    <a:pt x="86299" y="11931"/>
                    <a:pt x="89760" y="11931"/>
                    <a:pt x="92727" y="11931"/>
                  </a:cubicBezTo>
                  <a:cubicBezTo>
                    <a:pt x="104595" y="11931"/>
                    <a:pt x="104595" y="13689"/>
                    <a:pt x="104595" y="15698"/>
                  </a:cubicBezTo>
                  <a:cubicBezTo>
                    <a:pt x="104595" y="17455"/>
                    <a:pt x="104100" y="18962"/>
                    <a:pt x="103606" y="21222"/>
                  </a:cubicBezTo>
                  <a:lnTo>
                    <a:pt x="89513" y="78470"/>
                  </a:lnTo>
                  <a:cubicBezTo>
                    <a:pt x="84321" y="70184"/>
                    <a:pt x="75914" y="63656"/>
                    <a:pt x="64046" y="63656"/>
                  </a:cubicBezTo>
                  <a:cubicBezTo>
                    <a:pt x="32399" y="63656"/>
                    <a:pt x="256" y="99060"/>
                    <a:pt x="256" y="135217"/>
                  </a:cubicBezTo>
                  <a:cubicBezTo>
                    <a:pt x="256" y="159572"/>
                    <a:pt x="16328" y="176898"/>
                    <a:pt x="37591" y="176898"/>
                  </a:cubicBezTo>
                  <a:cubicBezTo>
                    <a:pt x="50942" y="176898"/>
                    <a:pt x="62810" y="169114"/>
                    <a:pt x="72700" y="159321"/>
                  </a:cubicBezTo>
                  <a:cubicBezTo>
                    <a:pt x="77398" y="174387"/>
                    <a:pt x="91738" y="176898"/>
                    <a:pt x="98166" y="176898"/>
                  </a:cubicBezTo>
                  <a:cubicBezTo>
                    <a:pt x="107067" y="176898"/>
                    <a:pt x="113249" y="171374"/>
                    <a:pt x="117699" y="163590"/>
                  </a:cubicBezTo>
                  <a:cubicBezTo>
                    <a:pt x="123138" y="153797"/>
                    <a:pt x="126353" y="139485"/>
                    <a:pt x="126353" y="138481"/>
                  </a:cubicBezTo>
                  <a:cubicBezTo>
                    <a:pt x="126353" y="135217"/>
                    <a:pt x="123138" y="135217"/>
                    <a:pt x="122397" y="135217"/>
                  </a:cubicBezTo>
                  <a:cubicBezTo>
                    <a:pt x="118935" y="135217"/>
                    <a:pt x="118688" y="136221"/>
                    <a:pt x="116957" y="143000"/>
                  </a:cubicBezTo>
                  <a:cubicBezTo>
                    <a:pt x="113990" y="155053"/>
                    <a:pt x="109293" y="169867"/>
                    <a:pt x="98908" y="169867"/>
                  </a:cubicBezTo>
                  <a:cubicBezTo>
                    <a:pt x="92480" y="169867"/>
                    <a:pt x="90749" y="164343"/>
                    <a:pt x="90749" y="157564"/>
                  </a:cubicBezTo>
                  <a:cubicBezTo>
                    <a:pt x="90749" y="152793"/>
                    <a:pt x="91244" y="150533"/>
                    <a:pt x="91985" y="147269"/>
                  </a:cubicBezTo>
                  <a:lnTo>
                    <a:pt x="126353" y="7663"/>
                  </a:lnTo>
                  <a:close/>
                  <a:moveTo>
                    <a:pt x="73689" y="143000"/>
                  </a:moveTo>
                  <a:cubicBezTo>
                    <a:pt x="71958" y="150031"/>
                    <a:pt x="66519" y="155053"/>
                    <a:pt x="61079" y="159823"/>
                  </a:cubicBezTo>
                  <a:cubicBezTo>
                    <a:pt x="58854" y="161832"/>
                    <a:pt x="48964" y="169867"/>
                    <a:pt x="38333" y="169867"/>
                  </a:cubicBezTo>
                  <a:cubicBezTo>
                    <a:pt x="29184" y="169867"/>
                    <a:pt x="20283" y="163339"/>
                    <a:pt x="20283" y="145511"/>
                  </a:cubicBezTo>
                  <a:cubicBezTo>
                    <a:pt x="20283" y="132204"/>
                    <a:pt x="27454" y="104584"/>
                    <a:pt x="33140" y="94540"/>
                  </a:cubicBezTo>
                  <a:cubicBezTo>
                    <a:pt x="44514" y="74453"/>
                    <a:pt x="57123" y="70686"/>
                    <a:pt x="64046" y="70686"/>
                  </a:cubicBezTo>
                  <a:cubicBezTo>
                    <a:pt x="81354" y="70686"/>
                    <a:pt x="86051" y="89769"/>
                    <a:pt x="86051" y="92531"/>
                  </a:cubicBezTo>
                  <a:cubicBezTo>
                    <a:pt x="86051" y="93536"/>
                    <a:pt x="85557" y="95293"/>
                    <a:pt x="85310" y="96047"/>
                  </a:cubicBezTo>
                  <a:lnTo>
                    <a:pt x="73689" y="143000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8A37E21A-7554-617C-7CB2-BF6372414994}"/>
                </a:ext>
              </a:extLst>
            </p:cNvPr>
            <p:cNvSpPr/>
            <p:nvPr>
              <p:custDataLst>
                <p:tags r:id="rId116"/>
              </p:custDataLst>
            </p:nvPr>
          </p:nvSpPr>
          <p:spPr>
            <a:xfrm>
              <a:off x="12457194" y="6582935"/>
              <a:ext cx="72584" cy="119447"/>
            </a:xfrm>
            <a:custGeom>
              <a:avLst/>
              <a:gdLst>
                <a:gd name="connsiteX0" fmla="*/ 45295 w 72584"/>
                <a:gd name="connsiteY0" fmla="*/ 5512 h 119447"/>
                <a:gd name="connsiteX1" fmla="*/ 38937 w 72584"/>
                <a:gd name="connsiteY1" fmla="*/ 131 h 119447"/>
                <a:gd name="connsiteX2" fmla="*/ 3263 w 72584"/>
                <a:gd name="connsiteY2" fmla="*/ 11610 h 119447"/>
                <a:gd name="connsiteX3" fmla="*/ 261 w 72584"/>
                <a:gd name="connsiteY3" fmla="*/ 11610 h 119447"/>
                <a:gd name="connsiteX4" fmla="*/ 261 w 72584"/>
                <a:gd name="connsiteY4" fmla="*/ 19501 h 119447"/>
                <a:gd name="connsiteX5" fmla="*/ 3263 w 72584"/>
                <a:gd name="connsiteY5" fmla="*/ 19501 h 119447"/>
                <a:gd name="connsiteX6" fmla="*/ 29047 w 72584"/>
                <a:gd name="connsiteY6" fmla="*/ 14479 h 119447"/>
                <a:gd name="connsiteX7" fmla="*/ 29047 w 72584"/>
                <a:gd name="connsiteY7" fmla="*/ 104154 h 119447"/>
                <a:gd name="connsiteX8" fmla="*/ 10327 w 72584"/>
                <a:gd name="connsiteY8" fmla="*/ 111687 h 119447"/>
                <a:gd name="connsiteX9" fmla="*/ 1497 w 72584"/>
                <a:gd name="connsiteY9" fmla="*/ 111687 h 119447"/>
                <a:gd name="connsiteX10" fmla="*/ 1497 w 72584"/>
                <a:gd name="connsiteY10" fmla="*/ 119578 h 119447"/>
                <a:gd name="connsiteX11" fmla="*/ 37171 w 72584"/>
                <a:gd name="connsiteY11" fmla="*/ 118861 h 119447"/>
                <a:gd name="connsiteX12" fmla="*/ 72845 w 72584"/>
                <a:gd name="connsiteY12" fmla="*/ 119578 h 119447"/>
                <a:gd name="connsiteX13" fmla="*/ 72845 w 72584"/>
                <a:gd name="connsiteY13" fmla="*/ 111687 h 119447"/>
                <a:gd name="connsiteX14" fmla="*/ 64015 w 72584"/>
                <a:gd name="connsiteY14" fmla="*/ 111687 h 119447"/>
                <a:gd name="connsiteX15" fmla="*/ 45295 w 72584"/>
                <a:gd name="connsiteY15" fmla="*/ 104154 h 119447"/>
                <a:gd name="connsiteX16" fmla="*/ 45295 w 72584"/>
                <a:gd name="connsiteY16" fmla="*/ 5512 h 119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584" h="119447">
                  <a:moveTo>
                    <a:pt x="45295" y="5512"/>
                  </a:moveTo>
                  <a:cubicBezTo>
                    <a:pt x="45295" y="131"/>
                    <a:pt x="44765" y="131"/>
                    <a:pt x="38937" y="131"/>
                  </a:cubicBezTo>
                  <a:cubicBezTo>
                    <a:pt x="26398" y="11610"/>
                    <a:pt x="6795" y="11610"/>
                    <a:pt x="3263" y="11610"/>
                  </a:cubicBezTo>
                  <a:lnTo>
                    <a:pt x="261" y="11610"/>
                  </a:lnTo>
                  <a:lnTo>
                    <a:pt x="261" y="19501"/>
                  </a:lnTo>
                  <a:lnTo>
                    <a:pt x="3263" y="19501"/>
                  </a:lnTo>
                  <a:cubicBezTo>
                    <a:pt x="7325" y="19501"/>
                    <a:pt x="18804" y="18963"/>
                    <a:pt x="29047" y="14479"/>
                  </a:cubicBezTo>
                  <a:lnTo>
                    <a:pt x="29047" y="104154"/>
                  </a:lnTo>
                  <a:cubicBezTo>
                    <a:pt x="29047" y="109714"/>
                    <a:pt x="29047" y="111687"/>
                    <a:pt x="10327" y="111687"/>
                  </a:cubicBezTo>
                  <a:lnTo>
                    <a:pt x="1497" y="111687"/>
                  </a:lnTo>
                  <a:lnTo>
                    <a:pt x="1497" y="119578"/>
                  </a:lnTo>
                  <a:cubicBezTo>
                    <a:pt x="11210" y="118861"/>
                    <a:pt x="26928" y="118861"/>
                    <a:pt x="37171" y="118861"/>
                  </a:cubicBezTo>
                  <a:cubicBezTo>
                    <a:pt x="47414" y="118861"/>
                    <a:pt x="63132" y="118861"/>
                    <a:pt x="72845" y="119578"/>
                  </a:cubicBezTo>
                  <a:lnTo>
                    <a:pt x="72845" y="111687"/>
                  </a:lnTo>
                  <a:lnTo>
                    <a:pt x="64015" y="111687"/>
                  </a:lnTo>
                  <a:cubicBezTo>
                    <a:pt x="45295" y="111687"/>
                    <a:pt x="45295" y="109714"/>
                    <a:pt x="45295" y="104154"/>
                  </a:cubicBezTo>
                  <a:lnTo>
                    <a:pt x="45295" y="5512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9C5E9FB3-5CF3-E08F-F888-FD1801E24741}"/>
                </a:ext>
              </a:extLst>
            </p:cNvPr>
            <p:cNvSpPr/>
            <p:nvPr>
              <p:custDataLst>
                <p:tags r:id="rId117"/>
              </p:custDataLst>
            </p:nvPr>
          </p:nvSpPr>
          <p:spPr>
            <a:xfrm>
              <a:off x="12617828" y="6776594"/>
              <a:ext cx="41325" cy="107251"/>
            </a:xfrm>
            <a:custGeom>
              <a:avLst/>
              <a:gdLst>
                <a:gd name="connsiteX0" fmla="*/ 41591 w 41325"/>
                <a:gd name="connsiteY0" fmla="*/ 37798 h 107251"/>
                <a:gd name="connsiteX1" fmla="*/ 18985 w 41325"/>
                <a:gd name="connsiteY1" fmla="*/ 134 h 107251"/>
                <a:gd name="connsiteX2" fmla="*/ 265 w 41325"/>
                <a:gd name="connsiteY2" fmla="*/ 19145 h 107251"/>
                <a:gd name="connsiteX3" fmla="*/ 18985 w 41325"/>
                <a:gd name="connsiteY3" fmla="*/ 38156 h 107251"/>
                <a:gd name="connsiteX4" fmla="*/ 31348 w 41325"/>
                <a:gd name="connsiteY4" fmla="*/ 33493 h 107251"/>
                <a:gd name="connsiteX5" fmla="*/ 33114 w 41325"/>
                <a:gd name="connsiteY5" fmla="*/ 32417 h 107251"/>
                <a:gd name="connsiteX6" fmla="*/ 33820 w 41325"/>
                <a:gd name="connsiteY6" fmla="*/ 37798 h 107251"/>
                <a:gd name="connsiteX7" fmla="*/ 9802 w 41325"/>
                <a:gd name="connsiteY7" fmla="*/ 97701 h 107251"/>
                <a:gd name="connsiteX8" fmla="*/ 5916 w 41325"/>
                <a:gd name="connsiteY8" fmla="*/ 103440 h 107251"/>
                <a:gd name="connsiteX9" fmla="*/ 9449 w 41325"/>
                <a:gd name="connsiteY9" fmla="*/ 107386 h 107251"/>
                <a:gd name="connsiteX10" fmla="*/ 41591 w 41325"/>
                <a:gd name="connsiteY10" fmla="*/ 37798 h 107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25" h="107251">
                  <a:moveTo>
                    <a:pt x="41591" y="37798"/>
                  </a:moveTo>
                  <a:cubicBezTo>
                    <a:pt x="41591" y="14124"/>
                    <a:pt x="32760" y="134"/>
                    <a:pt x="18985" y="134"/>
                  </a:cubicBezTo>
                  <a:cubicBezTo>
                    <a:pt x="7329" y="134"/>
                    <a:pt x="265" y="9102"/>
                    <a:pt x="265" y="19145"/>
                  </a:cubicBezTo>
                  <a:cubicBezTo>
                    <a:pt x="265" y="28830"/>
                    <a:pt x="7329" y="38156"/>
                    <a:pt x="18985" y="38156"/>
                  </a:cubicBezTo>
                  <a:cubicBezTo>
                    <a:pt x="23224" y="38156"/>
                    <a:pt x="27815" y="36722"/>
                    <a:pt x="31348" y="33493"/>
                  </a:cubicBezTo>
                  <a:cubicBezTo>
                    <a:pt x="32407" y="32776"/>
                    <a:pt x="32760" y="32417"/>
                    <a:pt x="33114" y="32417"/>
                  </a:cubicBezTo>
                  <a:cubicBezTo>
                    <a:pt x="33467" y="32417"/>
                    <a:pt x="33820" y="32776"/>
                    <a:pt x="33820" y="37798"/>
                  </a:cubicBezTo>
                  <a:cubicBezTo>
                    <a:pt x="33820" y="64342"/>
                    <a:pt x="21458" y="85864"/>
                    <a:pt x="9802" y="97701"/>
                  </a:cubicBezTo>
                  <a:cubicBezTo>
                    <a:pt x="5916" y="101646"/>
                    <a:pt x="5916" y="102364"/>
                    <a:pt x="5916" y="103440"/>
                  </a:cubicBezTo>
                  <a:cubicBezTo>
                    <a:pt x="5916" y="105951"/>
                    <a:pt x="7682" y="107386"/>
                    <a:pt x="9449" y="107386"/>
                  </a:cubicBezTo>
                  <a:cubicBezTo>
                    <a:pt x="13334" y="107386"/>
                    <a:pt x="41591" y="79766"/>
                    <a:pt x="41591" y="37798"/>
                  </a:cubicBez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73B7605C-8EF0-2196-CBAF-FB2F751FC85E}"/>
                </a:ext>
              </a:extLst>
            </p:cNvPr>
            <p:cNvSpPr/>
            <p:nvPr>
              <p:custDataLst>
                <p:tags r:id="rId118"/>
              </p:custDataLst>
            </p:nvPr>
          </p:nvSpPr>
          <p:spPr>
            <a:xfrm>
              <a:off x="12753617" y="6568548"/>
              <a:ext cx="288219" cy="248937"/>
            </a:xfrm>
            <a:custGeom>
              <a:avLst/>
              <a:gdLst>
                <a:gd name="connsiteX0" fmla="*/ 252462 w 288219"/>
                <a:gd name="connsiteY0" fmla="*/ 24885 h 248937"/>
                <a:gd name="connsiteX1" fmla="*/ 281778 w 288219"/>
                <a:gd name="connsiteY1" fmla="*/ 16993 h 248937"/>
                <a:gd name="connsiteX2" fmla="*/ 288489 w 288219"/>
                <a:gd name="connsiteY2" fmla="*/ 16993 h 248937"/>
                <a:gd name="connsiteX3" fmla="*/ 288489 w 288219"/>
                <a:gd name="connsiteY3" fmla="*/ 134 h 248937"/>
                <a:gd name="connsiteX4" fmla="*/ 248576 w 288219"/>
                <a:gd name="connsiteY4" fmla="*/ 1210 h 248937"/>
                <a:gd name="connsiteX5" fmla="*/ 202306 w 288219"/>
                <a:gd name="connsiteY5" fmla="*/ 134 h 248937"/>
                <a:gd name="connsiteX6" fmla="*/ 202306 w 288219"/>
                <a:gd name="connsiteY6" fmla="*/ 16993 h 248937"/>
                <a:gd name="connsiteX7" fmla="*/ 233388 w 288219"/>
                <a:gd name="connsiteY7" fmla="*/ 21298 h 248937"/>
                <a:gd name="connsiteX8" fmla="*/ 231976 w 288219"/>
                <a:gd name="connsiteY8" fmla="*/ 25602 h 248937"/>
                <a:gd name="connsiteX9" fmla="*/ 160627 w 288219"/>
                <a:gd name="connsiteY9" fmla="*/ 188811 h 248937"/>
                <a:gd name="connsiteX10" fmla="*/ 85393 w 288219"/>
                <a:gd name="connsiteY10" fmla="*/ 16993 h 248937"/>
                <a:gd name="connsiteX11" fmla="*/ 118595 w 288219"/>
                <a:gd name="connsiteY11" fmla="*/ 16993 h 248937"/>
                <a:gd name="connsiteX12" fmla="*/ 118595 w 288219"/>
                <a:gd name="connsiteY12" fmla="*/ 134 h 248937"/>
                <a:gd name="connsiteX13" fmla="*/ 56077 w 288219"/>
                <a:gd name="connsiteY13" fmla="*/ 1210 h 248937"/>
                <a:gd name="connsiteX14" fmla="*/ 269 w 288219"/>
                <a:gd name="connsiteY14" fmla="*/ 134 h 248937"/>
                <a:gd name="connsiteX15" fmla="*/ 269 w 288219"/>
                <a:gd name="connsiteY15" fmla="*/ 16993 h 248937"/>
                <a:gd name="connsiteX16" fmla="*/ 32765 w 288219"/>
                <a:gd name="connsiteY16" fmla="*/ 16993 h 248937"/>
                <a:gd name="connsiteX17" fmla="*/ 130251 w 288219"/>
                <a:gd name="connsiteY17" fmla="*/ 239746 h 248937"/>
                <a:gd name="connsiteX18" fmla="*/ 144379 w 288219"/>
                <a:gd name="connsiteY18" fmla="*/ 249072 h 248937"/>
                <a:gd name="connsiteX19" fmla="*/ 158508 w 288219"/>
                <a:gd name="connsiteY19" fmla="*/ 240463 h 248937"/>
                <a:gd name="connsiteX20" fmla="*/ 252462 w 288219"/>
                <a:gd name="connsiteY20" fmla="*/ 24885 h 248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8219" h="248937">
                  <a:moveTo>
                    <a:pt x="252462" y="24885"/>
                  </a:moveTo>
                  <a:cubicBezTo>
                    <a:pt x="254581" y="20221"/>
                    <a:pt x="255994" y="16993"/>
                    <a:pt x="281778" y="16993"/>
                  </a:cubicBezTo>
                  <a:lnTo>
                    <a:pt x="288489" y="16993"/>
                  </a:lnTo>
                  <a:lnTo>
                    <a:pt x="288489" y="134"/>
                  </a:lnTo>
                  <a:cubicBezTo>
                    <a:pt x="275067" y="493"/>
                    <a:pt x="258113" y="1210"/>
                    <a:pt x="248576" y="1210"/>
                  </a:cubicBezTo>
                  <a:cubicBezTo>
                    <a:pt x="234448" y="1210"/>
                    <a:pt x="216081" y="1210"/>
                    <a:pt x="202306" y="134"/>
                  </a:cubicBezTo>
                  <a:lnTo>
                    <a:pt x="202306" y="16993"/>
                  </a:lnTo>
                  <a:cubicBezTo>
                    <a:pt x="205485" y="16993"/>
                    <a:pt x="233388" y="16993"/>
                    <a:pt x="233388" y="21298"/>
                  </a:cubicBezTo>
                  <a:cubicBezTo>
                    <a:pt x="233388" y="22732"/>
                    <a:pt x="232329" y="24526"/>
                    <a:pt x="231976" y="25602"/>
                  </a:cubicBezTo>
                  <a:lnTo>
                    <a:pt x="160627" y="188811"/>
                  </a:lnTo>
                  <a:lnTo>
                    <a:pt x="85393" y="16993"/>
                  </a:lnTo>
                  <a:lnTo>
                    <a:pt x="118595" y="16993"/>
                  </a:lnTo>
                  <a:lnTo>
                    <a:pt x="118595" y="134"/>
                  </a:lnTo>
                  <a:cubicBezTo>
                    <a:pt x="105173" y="1210"/>
                    <a:pt x="71265" y="1210"/>
                    <a:pt x="56077" y="1210"/>
                  </a:cubicBezTo>
                  <a:cubicBezTo>
                    <a:pt x="42301" y="1210"/>
                    <a:pt x="12632" y="1210"/>
                    <a:pt x="269" y="134"/>
                  </a:cubicBezTo>
                  <a:lnTo>
                    <a:pt x="269" y="16993"/>
                  </a:lnTo>
                  <a:lnTo>
                    <a:pt x="32765" y="16993"/>
                  </a:lnTo>
                  <a:lnTo>
                    <a:pt x="130251" y="239746"/>
                  </a:lnTo>
                  <a:cubicBezTo>
                    <a:pt x="133077" y="246203"/>
                    <a:pt x="134489" y="249072"/>
                    <a:pt x="144379" y="249072"/>
                  </a:cubicBezTo>
                  <a:cubicBezTo>
                    <a:pt x="150031" y="249072"/>
                    <a:pt x="154622" y="249072"/>
                    <a:pt x="158508" y="240463"/>
                  </a:cubicBezTo>
                  <a:lnTo>
                    <a:pt x="252462" y="24885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FB2A6B72-FE50-0EDF-8D91-341C181CFCDE}"/>
                </a:ext>
              </a:extLst>
            </p:cNvPr>
            <p:cNvSpPr/>
            <p:nvPr>
              <p:custDataLst>
                <p:tags r:id="rId119"/>
              </p:custDataLst>
            </p:nvPr>
          </p:nvSpPr>
          <p:spPr>
            <a:xfrm>
              <a:off x="13184598" y="6620918"/>
              <a:ext cx="176605" cy="208046"/>
            </a:xfrm>
            <a:custGeom>
              <a:avLst/>
              <a:gdLst>
                <a:gd name="connsiteX0" fmla="*/ 164524 w 176605"/>
                <a:gd name="connsiteY0" fmla="*/ 111331 h 208046"/>
                <a:gd name="connsiteX1" fmla="*/ 176886 w 176605"/>
                <a:gd name="connsiteY1" fmla="*/ 104157 h 208046"/>
                <a:gd name="connsiteX2" fmla="*/ 164524 w 176605"/>
                <a:gd name="connsiteY2" fmla="*/ 96983 h 208046"/>
                <a:gd name="connsiteX3" fmla="*/ 14763 w 176605"/>
                <a:gd name="connsiteY3" fmla="*/ 96983 h 208046"/>
                <a:gd name="connsiteX4" fmla="*/ 109423 w 176605"/>
                <a:gd name="connsiteY4" fmla="*/ 14482 h 208046"/>
                <a:gd name="connsiteX5" fmla="*/ 164524 w 176605"/>
                <a:gd name="connsiteY5" fmla="*/ 14482 h 208046"/>
                <a:gd name="connsiteX6" fmla="*/ 176886 w 176605"/>
                <a:gd name="connsiteY6" fmla="*/ 7308 h 208046"/>
                <a:gd name="connsiteX7" fmla="*/ 164524 w 176605"/>
                <a:gd name="connsiteY7" fmla="*/ 134 h 208046"/>
                <a:gd name="connsiteX8" fmla="*/ 108717 w 176605"/>
                <a:gd name="connsiteY8" fmla="*/ 134 h 208046"/>
                <a:gd name="connsiteX9" fmla="*/ 281 w 176605"/>
                <a:gd name="connsiteY9" fmla="*/ 104157 h 208046"/>
                <a:gd name="connsiteX10" fmla="*/ 108717 w 176605"/>
                <a:gd name="connsiteY10" fmla="*/ 208180 h 208046"/>
                <a:gd name="connsiteX11" fmla="*/ 164524 w 176605"/>
                <a:gd name="connsiteY11" fmla="*/ 208180 h 208046"/>
                <a:gd name="connsiteX12" fmla="*/ 176886 w 176605"/>
                <a:gd name="connsiteY12" fmla="*/ 201006 h 208046"/>
                <a:gd name="connsiteX13" fmla="*/ 164524 w 176605"/>
                <a:gd name="connsiteY13" fmla="*/ 193832 h 208046"/>
                <a:gd name="connsiteX14" fmla="*/ 109423 w 176605"/>
                <a:gd name="connsiteY14" fmla="*/ 193832 h 208046"/>
                <a:gd name="connsiteX15" fmla="*/ 14763 w 176605"/>
                <a:gd name="connsiteY15" fmla="*/ 111331 h 208046"/>
                <a:gd name="connsiteX16" fmla="*/ 164524 w 176605"/>
                <a:gd name="connsiteY16" fmla="*/ 111331 h 20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6605" h="208046">
                  <a:moveTo>
                    <a:pt x="164524" y="111331"/>
                  </a:moveTo>
                  <a:cubicBezTo>
                    <a:pt x="170529" y="111331"/>
                    <a:pt x="176886" y="111331"/>
                    <a:pt x="176886" y="104157"/>
                  </a:cubicBezTo>
                  <a:cubicBezTo>
                    <a:pt x="176886" y="96983"/>
                    <a:pt x="170529" y="96983"/>
                    <a:pt x="164524" y="96983"/>
                  </a:cubicBezTo>
                  <a:lnTo>
                    <a:pt x="14763" y="96983"/>
                  </a:lnTo>
                  <a:cubicBezTo>
                    <a:pt x="19001" y="48917"/>
                    <a:pt x="59620" y="14482"/>
                    <a:pt x="109423" y="14482"/>
                  </a:cubicBezTo>
                  <a:lnTo>
                    <a:pt x="164524" y="14482"/>
                  </a:lnTo>
                  <a:cubicBezTo>
                    <a:pt x="170529" y="14482"/>
                    <a:pt x="176886" y="14482"/>
                    <a:pt x="176886" y="7308"/>
                  </a:cubicBezTo>
                  <a:cubicBezTo>
                    <a:pt x="176886" y="134"/>
                    <a:pt x="170529" y="134"/>
                    <a:pt x="164524" y="134"/>
                  </a:cubicBezTo>
                  <a:lnTo>
                    <a:pt x="108717" y="134"/>
                  </a:lnTo>
                  <a:cubicBezTo>
                    <a:pt x="48318" y="134"/>
                    <a:pt x="281" y="46765"/>
                    <a:pt x="281" y="104157"/>
                  </a:cubicBezTo>
                  <a:cubicBezTo>
                    <a:pt x="281" y="161549"/>
                    <a:pt x="48318" y="208180"/>
                    <a:pt x="108717" y="208180"/>
                  </a:cubicBezTo>
                  <a:lnTo>
                    <a:pt x="164524" y="208180"/>
                  </a:lnTo>
                  <a:cubicBezTo>
                    <a:pt x="170529" y="208180"/>
                    <a:pt x="176886" y="208180"/>
                    <a:pt x="176886" y="201006"/>
                  </a:cubicBezTo>
                  <a:cubicBezTo>
                    <a:pt x="176886" y="193832"/>
                    <a:pt x="170529" y="193832"/>
                    <a:pt x="164524" y="193832"/>
                  </a:cubicBezTo>
                  <a:lnTo>
                    <a:pt x="109423" y="193832"/>
                  </a:lnTo>
                  <a:cubicBezTo>
                    <a:pt x="59620" y="193832"/>
                    <a:pt x="19001" y="159397"/>
                    <a:pt x="14763" y="111331"/>
                  </a:cubicBezTo>
                  <a:lnTo>
                    <a:pt x="164524" y="111331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52FAC70A-8E93-2345-2BC8-182CD3A806FA}"/>
                </a:ext>
              </a:extLst>
            </p:cNvPr>
            <p:cNvSpPr/>
            <p:nvPr>
              <p:custDataLst>
                <p:tags r:id="rId120"/>
              </p:custDataLst>
            </p:nvPr>
          </p:nvSpPr>
          <p:spPr>
            <a:xfrm>
              <a:off x="13494519" y="6568907"/>
              <a:ext cx="242655" cy="245709"/>
            </a:xfrm>
            <a:custGeom>
              <a:avLst/>
              <a:gdLst>
                <a:gd name="connsiteX0" fmla="*/ 89300 w 242655"/>
                <a:gd name="connsiteY0" fmla="*/ 133212 h 245709"/>
                <a:gd name="connsiteX1" fmla="*/ 102015 w 242655"/>
                <a:gd name="connsiteY1" fmla="*/ 133212 h 245709"/>
                <a:gd name="connsiteX2" fmla="*/ 154997 w 242655"/>
                <a:gd name="connsiteY2" fmla="*/ 216430 h 245709"/>
                <a:gd name="connsiteX3" fmla="*/ 170891 w 242655"/>
                <a:gd name="connsiteY3" fmla="*/ 241539 h 245709"/>
                <a:gd name="connsiteX4" fmla="*/ 182547 w 242655"/>
                <a:gd name="connsiteY4" fmla="*/ 245844 h 245709"/>
                <a:gd name="connsiteX5" fmla="*/ 231290 w 242655"/>
                <a:gd name="connsiteY5" fmla="*/ 245844 h 245709"/>
                <a:gd name="connsiteX6" fmla="*/ 242946 w 242655"/>
                <a:gd name="connsiteY6" fmla="*/ 239387 h 245709"/>
                <a:gd name="connsiteX7" fmla="*/ 237648 w 242655"/>
                <a:gd name="connsiteY7" fmla="*/ 233289 h 245709"/>
                <a:gd name="connsiteX8" fmla="*/ 198795 w 242655"/>
                <a:gd name="connsiteY8" fmla="*/ 195267 h 245709"/>
                <a:gd name="connsiteX9" fmla="*/ 154997 w 242655"/>
                <a:gd name="connsiteY9" fmla="*/ 129266 h 245709"/>
                <a:gd name="connsiteX10" fmla="*/ 216809 w 242655"/>
                <a:gd name="connsiteY10" fmla="*/ 67211 h 245709"/>
                <a:gd name="connsiteX11" fmla="*/ 123208 w 242655"/>
                <a:gd name="connsiteY11" fmla="*/ 134 h 245709"/>
                <a:gd name="connsiteX12" fmla="*/ 12300 w 242655"/>
                <a:gd name="connsiteY12" fmla="*/ 134 h 245709"/>
                <a:gd name="connsiteX13" fmla="*/ 290 w 242655"/>
                <a:gd name="connsiteY13" fmla="*/ 6591 h 245709"/>
                <a:gd name="connsiteX14" fmla="*/ 9827 w 242655"/>
                <a:gd name="connsiteY14" fmla="*/ 12689 h 245709"/>
                <a:gd name="connsiteX15" fmla="*/ 31726 w 242655"/>
                <a:gd name="connsiteY15" fmla="*/ 33135 h 245709"/>
                <a:gd name="connsiteX16" fmla="*/ 31726 w 242655"/>
                <a:gd name="connsiteY16" fmla="*/ 212843 h 245709"/>
                <a:gd name="connsiteX17" fmla="*/ 9827 w 242655"/>
                <a:gd name="connsiteY17" fmla="*/ 233289 h 245709"/>
                <a:gd name="connsiteX18" fmla="*/ 290 w 242655"/>
                <a:gd name="connsiteY18" fmla="*/ 239387 h 245709"/>
                <a:gd name="connsiteX19" fmla="*/ 12300 w 242655"/>
                <a:gd name="connsiteY19" fmla="*/ 245844 h 245709"/>
                <a:gd name="connsiteX20" fmla="*/ 109079 w 242655"/>
                <a:gd name="connsiteY20" fmla="*/ 245844 h 245709"/>
                <a:gd name="connsiteX21" fmla="*/ 120735 w 242655"/>
                <a:gd name="connsiteY21" fmla="*/ 239387 h 245709"/>
                <a:gd name="connsiteX22" fmla="*/ 110845 w 242655"/>
                <a:gd name="connsiteY22" fmla="*/ 233289 h 245709"/>
                <a:gd name="connsiteX23" fmla="*/ 89300 w 242655"/>
                <a:gd name="connsiteY23" fmla="*/ 212843 h 245709"/>
                <a:gd name="connsiteX24" fmla="*/ 89300 w 242655"/>
                <a:gd name="connsiteY24" fmla="*/ 133212 h 245709"/>
                <a:gd name="connsiteX25" fmla="*/ 157469 w 242655"/>
                <a:gd name="connsiteY25" fmla="*/ 115636 h 245709"/>
                <a:gd name="connsiteX26" fmla="*/ 168419 w 242655"/>
                <a:gd name="connsiteY26" fmla="*/ 67570 h 245709"/>
                <a:gd name="connsiteX27" fmla="*/ 154997 w 242655"/>
                <a:gd name="connsiteY27" fmla="*/ 16634 h 245709"/>
                <a:gd name="connsiteX28" fmla="*/ 204446 w 242655"/>
                <a:gd name="connsiteY28" fmla="*/ 67211 h 245709"/>
                <a:gd name="connsiteX29" fmla="*/ 157469 w 242655"/>
                <a:gd name="connsiteY29" fmla="*/ 115636 h 245709"/>
                <a:gd name="connsiteX30" fmla="*/ 89300 w 242655"/>
                <a:gd name="connsiteY30" fmla="*/ 32059 h 245709"/>
                <a:gd name="connsiteX31" fmla="*/ 111199 w 242655"/>
                <a:gd name="connsiteY31" fmla="*/ 12689 h 245709"/>
                <a:gd name="connsiteX32" fmla="*/ 156056 w 242655"/>
                <a:gd name="connsiteY32" fmla="*/ 67570 h 245709"/>
                <a:gd name="connsiteX33" fmla="*/ 89300 w 242655"/>
                <a:gd name="connsiteY33" fmla="*/ 120657 h 245709"/>
                <a:gd name="connsiteX34" fmla="*/ 89300 w 242655"/>
                <a:gd name="connsiteY34" fmla="*/ 32059 h 245709"/>
                <a:gd name="connsiteX35" fmla="*/ 41263 w 242655"/>
                <a:gd name="connsiteY35" fmla="*/ 233289 h 245709"/>
                <a:gd name="connsiteX36" fmla="*/ 44089 w 242655"/>
                <a:gd name="connsiteY36" fmla="*/ 213561 h 245709"/>
                <a:gd name="connsiteX37" fmla="*/ 44089 w 242655"/>
                <a:gd name="connsiteY37" fmla="*/ 32417 h 245709"/>
                <a:gd name="connsiteX38" fmla="*/ 41263 w 242655"/>
                <a:gd name="connsiteY38" fmla="*/ 12689 h 245709"/>
                <a:gd name="connsiteX39" fmla="*/ 81529 w 242655"/>
                <a:gd name="connsiteY39" fmla="*/ 12689 h 245709"/>
                <a:gd name="connsiteX40" fmla="*/ 76937 w 242655"/>
                <a:gd name="connsiteY40" fmla="*/ 30982 h 245709"/>
                <a:gd name="connsiteX41" fmla="*/ 76937 w 242655"/>
                <a:gd name="connsiteY41" fmla="*/ 213561 h 245709"/>
                <a:gd name="connsiteX42" fmla="*/ 79763 w 242655"/>
                <a:gd name="connsiteY42" fmla="*/ 233289 h 245709"/>
                <a:gd name="connsiteX43" fmla="*/ 41263 w 242655"/>
                <a:gd name="connsiteY43" fmla="*/ 233289 h 245709"/>
                <a:gd name="connsiteX44" fmla="*/ 116497 w 242655"/>
                <a:gd name="connsiteY44" fmla="*/ 133212 h 245709"/>
                <a:gd name="connsiteX45" fmla="*/ 123208 w 242655"/>
                <a:gd name="connsiteY45" fmla="*/ 132495 h 245709"/>
                <a:gd name="connsiteX46" fmla="*/ 141575 w 242655"/>
                <a:gd name="connsiteY46" fmla="*/ 131060 h 245709"/>
                <a:gd name="connsiteX47" fmla="*/ 214336 w 242655"/>
                <a:gd name="connsiteY47" fmla="*/ 233289 h 245709"/>
                <a:gd name="connsiteX48" fmla="*/ 180075 w 242655"/>
                <a:gd name="connsiteY48" fmla="*/ 233289 h 245709"/>
                <a:gd name="connsiteX49" fmla="*/ 116497 w 242655"/>
                <a:gd name="connsiteY49" fmla="*/ 133212 h 245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2655" h="245709">
                  <a:moveTo>
                    <a:pt x="89300" y="133212"/>
                  </a:moveTo>
                  <a:lnTo>
                    <a:pt x="102015" y="133212"/>
                  </a:lnTo>
                  <a:lnTo>
                    <a:pt x="154997" y="216430"/>
                  </a:lnTo>
                  <a:cubicBezTo>
                    <a:pt x="158529" y="222170"/>
                    <a:pt x="167006" y="236159"/>
                    <a:pt x="170891" y="241539"/>
                  </a:cubicBezTo>
                  <a:cubicBezTo>
                    <a:pt x="173364" y="245844"/>
                    <a:pt x="174423" y="245844"/>
                    <a:pt x="182547" y="245844"/>
                  </a:cubicBezTo>
                  <a:lnTo>
                    <a:pt x="231290" y="245844"/>
                  </a:lnTo>
                  <a:cubicBezTo>
                    <a:pt x="237648" y="245844"/>
                    <a:pt x="242946" y="245844"/>
                    <a:pt x="242946" y="239387"/>
                  </a:cubicBezTo>
                  <a:cubicBezTo>
                    <a:pt x="242946" y="236518"/>
                    <a:pt x="240827" y="234007"/>
                    <a:pt x="237648" y="233289"/>
                  </a:cubicBezTo>
                  <a:cubicBezTo>
                    <a:pt x="224579" y="230420"/>
                    <a:pt x="207272" y="206745"/>
                    <a:pt x="198795" y="195267"/>
                  </a:cubicBezTo>
                  <a:cubicBezTo>
                    <a:pt x="196322" y="191680"/>
                    <a:pt x="178662" y="168006"/>
                    <a:pt x="154997" y="129266"/>
                  </a:cubicBezTo>
                  <a:cubicBezTo>
                    <a:pt x="186432" y="123527"/>
                    <a:pt x="216809" y="109896"/>
                    <a:pt x="216809" y="67211"/>
                  </a:cubicBezTo>
                  <a:cubicBezTo>
                    <a:pt x="216809" y="17352"/>
                    <a:pt x="164887" y="134"/>
                    <a:pt x="123208" y="134"/>
                  </a:cubicBezTo>
                  <a:lnTo>
                    <a:pt x="12300" y="134"/>
                  </a:lnTo>
                  <a:cubicBezTo>
                    <a:pt x="5942" y="134"/>
                    <a:pt x="290" y="134"/>
                    <a:pt x="290" y="6591"/>
                  </a:cubicBezTo>
                  <a:cubicBezTo>
                    <a:pt x="290" y="12689"/>
                    <a:pt x="7001" y="12689"/>
                    <a:pt x="9827" y="12689"/>
                  </a:cubicBezTo>
                  <a:cubicBezTo>
                    <a:pt x="29960" y="12689"/>
                    <a:pt x="31726" y="15200"/>
                    <a:pt x="31726" y="33135"/>
                  </a:cubicBezTo>
                  <a:lnTo>
                    <a:pt x="31726" y="212843"/>
                  </a:lnTo>
                  <a:cubicBezTo>
                    <a:pt x="31726" y="230778"/>
                    <a:pt x="29960" y="233289"/>
                    <a:pt x="9827" y="233289"/>
                  </a:cubicBezTo>
                  <a:cubicBezTo>
                    <a:pt x="7001" y="233289"/>
                    <a:pt x="290" y="233289"/>
                    <a:pt x="290" y="239387"/>
                  </a:cubicBezTo>
                  <a:cubicBezTo>
                    <a:pt x="290" y="245844"/>
                    <a:pt x="5942" y="245844"/>
                    <a:pt x="12300" y="245844"/>
                  </a:cubicBezTo>
                  <a:lnTo>
                    <a:pt x="109079" y="245844"/>
                  </a:lnTo>
                  <a:cubicBezTo>
                    <a:pt x="115437" y="245844"/>
                    <a:pt x="120735" y="245844"/>
                    <a:pt x="120735" y="239387"/>
                  </a:cubicBezTo>
                  <a:cubicBezTo>
                    <a:pt x="120735" y="233289"/>
                    <a:pt x="114731" y="233289"/>
                    <a:pt x="110845" y="233289"/>
                  </a:cubicBezTo>
                  <a:cubicBezTo>
                    <a:pt x="90712" y="233289"/>
                    <a:pt x="89300" y="230420"/>
                    <a:pt x="89300" y="212843"/>
                  </a:cubicBezTo>
                  <a:lnTo>
                    <a:pt x="89300" y="133212"/>
                  </a:lnTo>
                  <a:close/>
                  <a:moveTo>
                    <a:pt x="157469" y="115636"/>
                  </a:moveTo>
                  <a:cubicBezTo>
                    <a:pt x="167359" y="102364"/>
                    <a:pt x="168419" y="83353"/>
                    <a:pt x="168419" y="67570"/>
                  </a:cubicBezTo>
                  <a:cubicBezTo>
                    <a:pt x="168419" y="50352"/>
                    <a:pt x="166299" y="31341"/>
                    <a:pt x="154997" y="16634"/>
                  </a:cubicBezTo>
                  <a:cubicBezTo>
                    <a:pt x="169478" y="19863"/>
                    <a:pt x="204446" y="30982"/>
                    <a:pt x="204446" y="67211"/>
                  </a:cubicBezTo>
                  <a:cubicBezTo>
                    <a:pt x="204446" y="90527"/>
                    <a:pt x="193850" y="108820"/>
                    <a:pt x="157469" y="115636"/>
                  </a:cubicBezTo>
                  <a:close/>
                  <a:moveTo>
                    <a:pt x="89300" y="32059"/>
                  </a:moveTo>
                  <a:cubicBezTo>
                    <a:pt x="89300" y="24526"/>
                    <a:pt x="89300" y="12689"/>
                    <a:pt x="111199" y="12689"/>
                  </a:cubicBezTo>
                  <a:cubicBezTo>
                    <a:pt x="141221" y="12689"/>
                    <a:pt x="156056" y="25243"/>
                    <a:pt x="156056" y="67570"/>
                  </a:cubicBezTo>
                  <a:cubicBezTo>
                    <a:pt x="156056" y="113842"/>
                    <a:pt x="145107" y="120657"/>
                    <a:pt x="89300" y="120657"/>
                  </a:cubicBezTo>
                  <a:lnTo>
                    <a:pt x="89300" y="32059"/>
                  </a:lnTo>
                  <a:close/>
                  <a:moveTo>
                    <a:pt x="41263" y="233289"/>
                  </a:moveTo>
                  <a:cubicBezTo>
                    <a:pt x="44089" y="226833"/>
                    <a:pt x="44089" y="216789"/>
                    <a:pt x="44089" y="213561"/>
                  </a:cubicBezTo>
                  <a:lnTo>
                    <a:pt x="44089" y="32417"/>
                  </a:lnTo>
                  <a:cubicBezTo>
                    <a:pt x="44089" y="28830"/>
                    <a:pt x="44089" y="19145"/>
                    <a:pt x="41263" y="12689"/>
                  </a:cubicBezTo>
                  <a:lnTo>
                    <a:pt x="81529" y="12689"/>
                  </a:lnTo>
                  <a:cubicBezTo>
                    <a:pt x="76937" y="18428"/>
                    <a:pt x="76937" y="25602"/>
                    <a:pt x="76937" y="30982"/>
                  </a:cubicBezTo>
                  <a:lnTo>
                    <a:pt x="76937" y="213561"/>
                  </a:lnTo>
                  <a:cubicBezTo>
                    <a:pt x="76937" y="217148"/>
                    <a:pt x="76937" y="226833"/>
                    <a:pt x="79763" y="233289"/>
                  </a:cubicBezTo>
                  <a:lnTo>
                    <a:pt x="41263" y="233289"/>
                  </a:lnTo>
                  <a:close/>
                  <a:moveTo>
                    <a:pt x="116497" y="133212"/>
                  </a:moveTo>
                  <a:cubicBezTo>
                    <a:pt x="118969" y="132853"/>
                    <a:pt x="120382" y="132495"/>
                    <a:pt x="123208" y="132495"/>
                  </a:cubicBezTo>
                  <a:cubicBezTo>
                    <a:pt x="128506" y="132495"/>
                    <a:pt x="136277" y="131777"/>
                    <a:pt x="141575" y="131060"/>
                  </a:cubicBezTo>
                  <a:cubicBezTo>
                    <a:pt x="146873" y="139669"/>
                    <a:pt x="185020" y="203517"/>
                    <a:pt x="214336" y="233289"/>
                  </a:cubicBezTo>
                  <a:lnTo>
                    <a:pt x="180075" y="233289"/>
                  </a:lnTo>
                  <a:lnTo>
                    <a:pt x="116497" y="133212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CA9685DD-9C44-B47D-3F48-62FD5E4A55E3}"/>
                </a:ext>
              </a:extLst>
            </p:cNvPr>
            <p:cNvSpPr/>
            <p:nvPr>
              <p:custDataLst>
                <p:tags r:id="rId121"/>
              </p:custDataLst>
            </p:nvPr>
          </p:nvSpPr>
          <p:spPr>
            <a:xfrm>
              <a:off x="13759047" y="6492255"/>
              <a:ext cx="127085" cy="176767"/>
            </a:xfrm>
            <a:custGeom>
              <a:avLst/>
              <a:gdLst>
                <a:gd name="connsiteX0" fmla="*/ 126394 w 127085"/>
                <a:gd name="connsiteY0" fmla="*/ 7663 h 176767"/>
                <a:gd name="connsiteX1" fmla="*/ 127383 w 127085"/>
                <a:gd name="connsiteY1" fmla="*/ 3645 h 176767"/>
                <a:gd name="connsiteX2" fmla="*/ 123427 w 127085"/>
                <a:gd name="connsiteY2" fmla="*/ 130 h 176767"/>
                <a:gd name="connsiteX3" fmla="*/ 91779 w 127085"/>
                <a:gd name="connsiteY3" fmla="*/ 2641 h 176767"/>
                <a:gd name="connsiteX4" fmla="*/ 86340 w 127085"/>
                <a:gd name="connsiteY4" fmla="*/ 8416 h 176767"/>
                <a:gd name="connsiteX5" fmla="*/ 92768 w 127085"/>
                <a:gd name="connsiteY5" fmla="*/ 11931 h 176767"/>
                <a:gd name="connsiteX6" fmla="*/ 104636 w 127085"/>
                <a:gd name="connsiteY6" fmla="*/ 15698 h 176767"/>
                <a:gd name="connsiteX7" fmla="*/ 103647 w 127085"/>
                <a:gd name="connsiteY7" fmla="*/ 21222 h 176767"/>
                <a:gd name="connsiteX8" fmla="*/ 89554 w 127085"/>
                <a:gd name="connsiteY8" fmla="*/ 78470 h 176767"/>
                <a:gd name="connsiteX9" fmla="*/ 64087 w 127085"/>
                <a:gd name="connsiteY9" fmla="*/ 63656 h 176767"/>
                <a:gd name="connsiteX10" fmla="*/ 298 w 127085"/>
                <a:gd name="connsiteY10" fmla="*/ 135217 h 176767"/>
                <a:gd name="connsiteX11" fmla="*/ 37632 w 127085"/>
                <a:gd name="connsiteY11" fmla="*/ 176898 h 176767"/>
                <a:gd name="connsiteX12" fmla="*/ 72741 w 127085"/>
                <a:gd name="connsiteY12" fmla="*/ 159321 h 176767"/>
                <a:gd name="connsiteX13" fmla="*/ 98208 w 127085"/>
                <a:gd name="connsiteY13" fmla="*/ 176898 h 176767"/>
                <a:gd name="connsiteX14" fmla="*/ 117740 w 127085"/>
                <a:gd name="connsiteY14" fmla="*/ 163590 h 176767"/>
                <a:gd name="connsiteX15" fmla="*/ 126394 w 127085"/>
                <a:gd name="connsiteY15" fmla="*/ 138481 h 176767"/>
                <a:gd name="connsiteX16" fmla="*/ 122438 w 127085"/>
                <a:gd name="connsiteY16" fmla="*/ 135217 h 176767"/>
                <a:gd name="connsiteX17" fmla="*/ 116998 w 127085"/>
                <a:gd name="connsiteY17" fmla="*/ 143000 h 176767"/>
                <a:gd name="connsiteX18" fmla="*/ 98949 w 127085"/>
                <a:gd name="connsiteY18" fmla="*/ 169867 h 176767"/>
                <a:gd name="connsiteX19" fmla="*/ 90790 w 127085"/>
                <a:gd name="connsiteY19" fmla="*/ 157564 h 176767"/>
                <a:gd name="connsiteX20" fmla="*/ 92026 w 127085"/>
                <a:gd name="connsiteY20" fmla="*/ 147269 h 176767"/>
                <a:gd name="connsiteX21" fmla="*/ 126394 w 127085"/>
                <a:gd name="connsiteY21" fmla="*/ 7663 h 176767"/>
                <a:gd name="connsiteX22" fmla="*/ 73730 w 127085"/>
                <a:gd name="connsiteY22" fmla="*/ 143000 h 176767"/>
                <a:gd name="connsiteX23" fmla="*/ 61120 w 127085"/>
                <a:gd name="connsiteY23" fmla="*/ 159823 h 176767"/>
                <a:gd name="connsiteX24" fmla="*/ 38374 w 127085"/>
                <a:gd name="connsiteY24" fmla="*/ 169867 h 176767"/>
                <a:gd name="connsiteX25" fmla="*/ 20325 w 127085"/>
                <a:gd name="connsiteY25" fmla="*/ 145511 h 176767"/>
                <a:gd name="connsiteX26" fmla="*/ 33182 w 127085"/>
                <a:gd name="connsiteY26" fmla="*/ 94540 h 176767"/>
                <a:gd name="connsiteX27" fmla="*/ 64087 w 127085"/>
                <a:gd name="connsiteY27" fmla="*/ 70686 h 176767"/>
                <a:gd name="connsiteX28" fmla="*/ 86092 w 127085"/>
                <a:gd name="connsiteY28" fmla="*/ 92531 h 176767"/>
                <a:gd name="connsiteX29" fmla="*/ 85351 w 127085"/>
                <a:gd name="connsiteY29" fmla="*/ 96047 h 176767"/>
                <a:gd name="connsiteX30" fmla="*/ 73730 w 127085"/>
                <a:gd name="connsiteY30" fmla="*/ 143000 h 176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7085" h="176767">
                  <a:moveTo>
                    <a:pt x="126394" y="7663"/>
                  </a:moveTo>
                  <a:cubicBezTo>
                    <a:pt x="126641" y="7161"/>
                    <a:pt x="127383" y="3897"/>
                    <a:pt x="127383" y="3645"/>
                  </a:cubicBezTo>
                  <a:cubicBezTo>
                    <a:pt x="127383" y="2390"/>
                    <a:pt x="126394" y="130"/>
                    <a:pt x="123427" y="130"/>
                  </a:cubicBezTo>
                  <a:cubicBezTo>
                    <a:pt x="118482" y="130"/>
                    <a:pt x="97960" y="2139"/>
                    <a:pt x="91779" y="2641"/>
                  </a:cubicBezTo>
                  <a:cubicBezTo>
                    <a:pt x="89801" y="2892"/>
                    <a:pt x="86340" y="3143"/>
                    <a:pt x="86340" y="8416"/>
                  </a:cubicBezTo>
                  <a:cubicBezTo>
                    <a:pt x="86340" y="11931"/>
                    <a:pt x="89801" y="11931"/>
                    <a:pt x="92768" y="11931"/>
                  </a:cubicBezTo>
                  <a:cubicBezTo>
                    <a:pt x="104636" y="11931"/>
                    <a:pt x="104636" y="13689"/>
                    <a:pt x="104636" y="15698"/>
                  </a:cubicBezTo>
                  <a:cubicBezTo>
                    <a:pt x="104636" y="17455"/>
                    <a:pt x="104142" y="18962"/>
                    <a:pt x="103647" y="21222"/>
                  </a:cubicBezTo>
                  <a:lnTo>
                    <a:pt x="89554" y="78470"/>
                  </a:lnTo>
                  <a:cubicBezTo>
                    <a:pt x="84362" y="70184"/>
                    <a:pt x="75955" y="63656"/>
                    <a:pt x="64087" y="63656"/>
                  </a:cubicBezTo>
                  <a:cubicBezTo>
                    <a:pt x="32440" y="63656"/>
                    <a:pt x="298" y="99060"/>
                    <a:pt x="298" y="135217"/>
                  </a:cubicBezTo>
                  <a:cubicBezTo>
                    <a:pt x="298" y="159572"/>
                    <a:pt x="16369" y="176898"/>
                    <a:pt x="37632" y="176898"/>
                  </a:cubicBezTo>
                  <a:cubicBezTo>
                    <a:pt x="50983" y="176898"/>
                    <a:pt x="62851" y="169114"/>
                    <a:pt x="72741" y="159321"/>
                  </a:cubicBezTo>
                  <a:cubicBezTo>
                    <a:pt x="77439" y="174387"/>
                    <a:pt x="91779" y="176898"/>
                    <a:pt x="98208" y="176898"/>
                  </a:cubicBezTo>
                  <a:cubicBezTo>
                    <a:pt x="107108" y="176898"/>
                    <a:pt x="113290" y="171374"/>
                    <a:pt x="117740" y="163590"/>
                  </a:cubicBezTo>
                  <a:cubicBezTo>
                    <a:pt x="123180" y="153797"/>
                    <a:pt x="126394" y="139485"/>
                    <a:pt x="126394" y="138481"/>
                  </a:cubicBezTo>
                  <a:cubicBezTo>
                    <a:pt x="126394" y="135217"/>
                    <a:pt x="123180" y="135217"/>
                    <a:pt x="122438" y="135217"/>
                  </a:cubicBezTo>
                  <a:cubicBezTo>
                    <a:pt x="118976" y="135217"/>
                    <a:pt x="118729" y="136221"/>
                    <a:pt x="116998" y="143000"/>
                  </a:cubicBezTo>
                  <a:cubicBezTo>
                    <a:pt x="114031" y="155053"/>
                    <a:pt x="109334" y="169867"/>
                    <a:pt x="98949" y="169867"/>
                  </a:cubicBezTo>
                  <a:cubicBezTo>
                    <a:pt x="92521" y="169867"/>
                    <a:pt x="90790" y="164343"/>
                    <a:pt x="90790" y="157564"/>
                  </a:cubicBezTo>
                  <a:cubicBezTo>
                    <a:pt x="90790" y="152793"/>
                    <a:pt x="91285" y="150533"/>
                    <a:pt x="92026" y="147269"/>
                  </a:cubicBezTo>
                  <a:lnTo>
                    <a:pt x="126394" y="7663"/>
                  </a:lnTo>
                  <a:close/>
                  <a:moveTo>
                    <a:pt x="73730" y="143000"/>
                  </a:moveTo>
                  <a:cubicBezTo>
                    <a:pt x="71999" y="150031"/>
                    <a:pt x="66560" y="155053"/>
                    <a:pt x="61120" y="159823"/>
                  </a:cubicBezTo>
                  <a:cubicBezTo>
                    <a:pt x="58895" y="161832"/>
                    <a:pt x="49005" y="169867"/>
                    <a:pt x="38374" y="169867"/>
                  </a:cubicBezTo>
                  <a:cubicBezTo>
                    <a:pt x="29226" y="169867"/>
                    <a:pt x="20325" y="163339"/>
                    <a:pt x="20325" y="145511"/>
                  </a:cubicBezTo>
                  <a:cubicBezTo>
                    <a:pt x="20325" y="132204"/>
                    <a:pt x="27495" y="104584"/>
                    <a:pt x="33182" y="94540"/>
                  </a:cubicBezTo>
                  <a:cubicBezTo>
                    <a:pt x="44555" y="74453"/>
                    <a:pt x="57165" y="70686"/>
                    <a:pt x="64087" y="70686"/>
                  </a:cubicBezTo>
                  <a:cubicBezTo>
                    <a:pt x="81395" y="70686"/>
                    <a:pt x="86092" y="89769"/>
                    <a:pt x="86092" y="92531"/>
                  </a:cubicBezTo>
                  <a:cubicBezTo>
                    <a:pt x="86092" y="93536"/>
                    <a:pt x="85598" y="95293"/>
                    <a:pt x="85351" y="96047"/>
                  </a:cubicBezTo>
                  <a:lnTo>
                    <a:pt x="73730" y="143000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7316ED56-0AC0-A370-EE4D-F1C615DEBED1}"/>
                </a:ext>
              </a:extLst>
            </p:cNvPr>
            <p:cNvSpPr/>
            <p:nvPr>
              <p:custDataLst>
                <p:tags r:id="rId122"/>
              </p:custDataLst>
            </p:nvPr>
          </p:nvSpPr>
          <p:spPr>
            <a:xfrm>
              <a:off x="13905131" y="6582935"/>
              <a:ext cx="91834" cy="123392"/>
            </a:xfrm>
            <a:custGeom>
              <a:avLst/>
              <a:gdLst>
                <a:gd name="connsiteX0" fmla="*/ 44453 w 91834"/>
                <a:gd name="connsiteY0" fmla="*/ 60213 h 123392"/>
                <a:gd name="connsiteX1" fmla="*/ 71474 w 91834"/>
                <a:gd name="connsiteY1" fmla="*/ 88192 h 123392"/>
                <a:gd name="connsiteX2" fmla="*/ 44630 w 91834"/>
                <a:gd name="connsiteY2" fmla="*/ 116171 h 123392"/>
                <a:gd name="connsiteX3" fmla="*/ 12664 w 91834"/>
                <a:gd name="connsiteY3" fmla="*/ 106844 h 123392"/>
                <a:gd name="connsiteX4" fmla="*/ 22024 w 91834"/>
                <a:gd name="connsiteY4" fmla="*/ 95904 h 123392"/>
                <a:gd name="connsiteX5" fmla="*/ 11251 w 91834"/>
                <a:gd name="connsiteY5" fmla="*/ 84964 h 123392"/>
                <a:gd name="connsiteX6" fmla="*/ 302 w 91834"/>
                <a:gd name="connsiteY6" fmla="*/ 96263 h 123392"/>
                <a:gd name="connsiteX7" fmla="*/ 45160 w 91834"/>
                <a:gd name="connsiteY7" fmla="*/ 123524 h 123392"/>
                <a:gd name="connsiteX8" fmla="*/ 92137 w 91834"/>
                <a:gd name="connsiteY8" fmla="*/ 88371 h 123392"/>
                <a:gd name="connsiteX9" fmla="*/ 59111 w 91834"/>
                <a:gd name="connsiteY9" fmla="*/ 56447 h 123392"/>
                <a:gd name="connsiteX10" fmla="*/ 85955 w 91834"/>
                <a:gd name="connsiteY10" fmla="*/ 25778 h 123392"/>
                <a:gd name="connsiteX11" fmla="*/ 45689 w 91834"/>
                <a:gd name="connsiteY11" fmla="*/ 131 h 123392"/>
                <a:gd name="connsiteX12" fmla="*/ 6483 w 91834"/>
                <a:gd name="connsiteY12" fmla="*/ 25599 h 123392"/>
                <a:gd name="connsiteX13" fmla="*/ 16549 w 91834"/>
                <a:gd name="connsiteY13" fmla="*/ 36180 h 123392"/>
                <a:gd name="connsiteX14" fmla="*/ 26616 w 91834"/>
                <a:gd name="connsiteY14" fmla="*/ 25958 h 123392"/>
                <a:gd name="connsiteX15" fmla="*/ 18139 w 91834"/>
                <a:gd name="connsiteY15" fmla="*/ 15735 h 123392"/>
                <a:gd name="connsiteX16" fmla="*/ 45160 w 91834"/>
                <a:gd name="connsiteY16" fmla="*/ 6946 h 123392"/>
                <a:gd name="connsiteX17" fmla="*/ 67235 w 91834"/>
                <a:gd name="connsiteY17" fmla="*/ 25778 h 123392"/>
                <a:gd name="connsiteX18" fmla="*/ 41981 w 91834"/>
                <a:gd name="connsiteY18" fmla="*/ 53577 h 123392"/>
                <a:gd name="connsiteX19" fmla="*/ 31738 w 91834"/>
                <a:gd name="connsiteY19" fmla="*/ 54115 h 123392"/>
                <a:gd name="connsiteX20" fmla="*/ 27852 w 91834"/>
                <a:gd name="connsiteY20" fmla="*/ 57164 h 123392"/>
                <a:gd name="connsiteX21" fmla="*/ 32797 w 91834"/>
                <a:gd name="connsiteY21" fmla="*/ 60213 h 123392"/>
                <a:gd name="connsiteX22" fmla="*/ 44453 w 91834"/>
                <a:gd name="connsiteY22" fmla="*/ 60213 h 123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834" h="123392">
                  <a:moveTo>
                    <a:pt x="44453" y="60213"/>
                  </a:moveTo>
                  <a:cubicBezTo>
                    <a:pt x="60701" y="60213"/>
                    <a:pt x="71474" y="70436"/>
                    <a:pt x="71474" y="88192"/>
                  </a:cubicBezTo>
                  <a:cubicBezTo>
                    <a:pt x="71474" y="106486"/>
                    <a:pt x="60348" y="116171"/>
                    <a:pt x="44630" y="116171"/>
                  </a:cubicBezTo>
                  <a:cubicBezTo>
                    <a:pt x="42687" y="116171"/>
                    <a:pt x="21671" y="116171"/>
                    <a:pt x="12664" y="106844"/>
                  </a:cubicBezTo>
                  <a:cubicBezTo>
                    <a:pt x="19905" y="105768"/>
                    <a:pt x="22024" y="100208"/>
                    <a:pt x="22024" y="95904"/>
                  </a:cubicBezTo>
                  <a:cubicBezTo>
                    <a:pt x="22024" y="89268"/>
                    <a:pt x="17079" y="84964"/>
                    <a:pt x="11251" y="84964"/>
                  </a:cubicBezTo>
                  <a:cubicBezTo>
                    <a:pt x="5600" y="84964"/>
                    <a:pt x="302" y="88730"/>
                    <a:pt x="302" y="96263"/>
                  </a:cubicBezTo>
                  <a:cubicBezTo>
                    <a:pt x="302" y="114915"/>
                    <a:pt x="21141" y="123524"/>
                    <a:pt x="45160" y="123524"/>
                  </a:cubicBezTo>
                  <a:cubicBezTo>
                    <a:pt x="74123" y="123524"/>
                    <a:pt x="92137" y="105768"/>
                    <a:pt x="92137" y="88371"/>
                  </a:cubicBezTo>
                  <a:cubicBezTo>
                    <a:pt x="92137" y="73665"/>
                    <a:pt x="79244" y="61110"/>
                    <a:pt x="59111" y="56447"/>
                  </a:cubicBezTo>
                  <a:cubicBezTo>
                    <a:pt x="80304" y="49452"/>
                    <a:pt x="85955" y="35822"/>
                    <a:pt x="85955" y="25778"/>
                  </a:cubicBezTo>
                  <a:cubicBezTo>
                    <a:pt x="85955" y="11071"/>
                    <a:pt x="67942" y="131"/>
                    <a:pt x="45689" y="131"/>
                  </a:cubicBezTo>
                  <a:cubicBezTo>
                    <a:pt x="23967" y="131"/>
                    <a:pt x="6483" y="9457"/>
                    <a:pt x="6483" y="25599"/>
                  </a:cubicBezTo>
                  <a:cubicBezTo>
                    <a:pt x="6483" y="34028"/>
                    <a:pt x="13194" y="36180"/>
                    <a:pt x="16549" y="36180"/>
                  </a:cubicBezTo>
                  <a:cubicBezTo>
                    <a:pt x="21671" y="36180"/>
                    <a:pt x="26616" y="32414"/>
                    <a:pt x="26616" y="25958"/>
                  </a:cubicBezTo>
                  <a:cubicBezTo>
                    <a:pt x="26616" y="21833"/>
                    <a:pt x="24497" y="16811"/>
                    <a:pt x="18139" y="15735"/>
                  </a:cubicBezTo>
                  <a:cubicBezTo>
                    <a:pt x="25733" y="7484"/>
                    <a:pt x="41451" y="6946"/>
                    <a:pt x="45160" y="6946"/>
                  </a:cubicBezTo>
                  <a:cubicBezTo>
                    <a:pt x="58052" y="6946"/>
                    <a:pt x="67235" y="13582"/>
                    <a:pt x="67235" y="25778"/>
                  </a:cubicBezTo>
                  <a:cubicBezTo>
                    <a:pt x="67235" y="36180"/>
                    <a:pt x="60524" y="52501"/>
                    <a:pt x="41981" y="53577"/>
                  </a:cubicBezTo>
                  <a:cubicBezTo>
                    <a:pt x="37036" y="53757"/>
                    <a:pt x="36329" y="53936"/>
                    <a:pt x="31738" y="54115"/>
                  </a:cubicBezTo>
                  <a:cubicBezTo>
                    <a:pt x="29795" y="54295"/>
                    <a:pt x="27852" y="54474"/>
                    <a:pt x="27852" y="57164"/>
                  </a:cubicBezTo>
                  <a:cubicBezTo>
                    <a:pt x="27852" y="60213"/>
                    <a:pt x="29618" y="60213"/>
                    <a:pt x="32797" y="60213"/>
                  </a:cubicBezTo>
                  <a:lnTo>
                    <a:pt x="44453" y="60213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5AFB32E4-FB11-0065-37D0-9CE865B8BAA4}"/>
                </a:ext>
              </a:extLst>
            </p:cNvPr>
            <p:cNvSpPr/>
            <p:nvPr>
              <p:custDataLst>
                <p:tags r:id="rId123"/>
              </p:custDataLst>
            </p:nvPr>
          </p:nvSpPr>
          <p:spPr>
            <a:xfrm>
              <a:off x="14072864" y="6536447"/>
              <a:ext cx="132524" cy="134333"/>
            </a:xfrm>
            <a:custGeom>
              <a:avLst/>
              <a:gdLst>
                <a:gd name="connsiteX0" fmla="*/ 129369 w 132524"/>
                <a:gd name="connsiteY0" fmla="*/ 12434 h 134333"/>
                <a:gd name="connsiteX1" fmla="*/ 132830 w 132524"/>
                <a:gd name="connsiteY1" fmla="*/ 6407 h 134333"/>
                <a:gd name="connsiteX2" fmla="*/ 126896 w 132524"/>
                <a:gd name="connsiteY2" fmla="*/ 130 h 134333"/>
                <a:gd name="connsiteX3" fmla="*/ 120715 w 132524"/>
                <a:gd name="connsiteY3" fmla="*/ 3896 h 134333"/>
                <a:gd name="connsiteX4" fmla="*/ 66568 w 132524"/>
                <a:gd name="connsiteY4" fmla="*/ 58634 h 134333"/>
                <a:gd name="connsiteX5" fmla="*/ 12174 w 132524"/>
                <a:gd name="connsiteY5" fmla="*/ 3645 h 134333"/>
                <a:gd name="connsiteX6" fmla="*/ 6487 w 132524"/>
                <a:gd name="connsiteY6" fmla="*/ 130 h 134333"/>
                <a:gd name="connsiteX7" fmla="*/ 306 w 132524"/>
                <a:gd name="connsiteY7" fmla="*/ 6407 h 134333"/>
                <a:gd name="connsiteX8" fmla="*/ 4014 w 132524"/>
                <a:gd name="connsiteY8" fmla="*/ 12434 h 134333"/>
                <a:gd name="connsiteX9" fmla="*/ 57914 w 132524"/>
                <a:gd name="connsiteY9" fmla="*/ 67171 h 134333"/>
                <a:gd name="connsiteX10" fmla="*/ 4014 w 132524"/>
                <a:gd name="connsiteY10" fmla="*/ 121909 h 134333"/>
                <a:gd name="connsiteX11" fmla="*/ 306 w 132524"/>
                <a:gd name="connsiteY11" fmla="*/ 128186 h 134333"/>
                <a:gd name="connsiteX12" fmla="*/ 6487 w 132524"/>
                <a:gd name="connsiteY12" fmla="*/ 134463 h 134333"/>
                <a:gd name="connsiteX13" fmla="*/ 12174 w 132524"/>
                <a:gd name="connsiteY13" fmla="*/ 130948 h 134333"/>
                <a:gd name="connsiteX14" fmla="*/ 66568 w 132524"/>
                <a:gd name="connsiteY14" fmla="*/ 75959 h 134333"/>
                <a:gd name="connsiteX15" fmla="*/ 122940 w 132524"/>
                <a:gd name="connsiteY15" fmla="*/ 133208 h 134333"/>
                <a:gd name="connsiteX16" fmla="*/ 126896 w 132524"/>
                <a:gd name="connsiteY16" fmla="*/ 134463 h 134333"/>
                <a:gd name="connsiteX17" fmla="*/ 132830 w 132524"/>
                <a:gd name="connsiteY17" fmla="*/ 128186 h 134333"/>
                <a:gd name="connsiteX18" fmla="*/ 131594 w 132524"/>
                <a:gd name="connsiteY18" fmla="*/ 124922 h 134333"/>
                <a:gd name="connsiteX19" fmla="*/ 75222 w 132524"/>
                <a:gd name="connsiteY19" fmla="*/ 67422 h 134333"/>
                <a:gd name="connsiteX20" fmla="*/ 129369 w 132524"/>
                <a:gd name="connsiteY20" fmla="*/ 12434 h 134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2524" h="134333">
                  <a:moveTo>
                    <a:pt x="129369" y="12434"/>
                  </a:moveTo>
                  <a:cubicBezTo>
                    <a:pt x="132089" y="9672"/>
                    <a:pt x="132830" y="8165"/>
                    <a:pt x="132830" y="6407"/>
                  </a:cubicBezTo>
                  <a:cubicBezTo>
                    <a:pt x="132830" y="2390"/>
                    <a:pt x="129616" y="130"/>
                    <a:pt x="126896" y="130"/>
                  </a:cubicBezTo>
                  <a:cubicBezTo>
                    <a:pt x="124424" y="130"/>
                    <a:pt x="123682" y="883"/>
                    <a:pt x="120715" y="3896"/>
                  </a:cubicBezTo>
                  <a:lnTo>
                    <a:pt x="66568" y="58634"/>
                  </a:lnTo>
                  <a:lnTo>
                    <a:pt x="12174" y="3645"/>
                  </a:lnTo>
                  <a:cubicBezTo>
                    <a:pt x="9701" y="1134"/>
                    <a:pt x="8712" y="130"/>
                    <a:pt x="6487" y="130"/>
                  </a:cubicBezTo>
                  <a:cubicBezTo>
                    <a:pt x="3025" y="130"/>
                    <a:pt x="306" y="2892"/>
                    <a:pt x="306" y="6407"/>
                  </a:cubicBezTo>
                  <a:cubicBezTo>
                    <a:pt x="306" y="8667"/>
                    <a:pt x="1047" y="9420"/>
                    <a:pt x="4014" y="12434"/>
                  </a:cubicBezTo>
                  <a:lnTo>
                    <a:pt x="57914" y="67171"/>
                  </a:lnTo>
                  <a:lnTo>
                    <a:pt x="4014" y="121909"/>
                  </a:lnTo>
                  <a:cubicBezTo>
                    <a:pt x="553" y="125424"/>
                    <a:pt x="306" y="126680"/>
                    <a:pt x="306" y="128186"/>
                  </a:cubicBezTo>
                  <a:cubicBezTo>
                    <a:pt x="306" y="131701"/>
                    <a:pt x="3025" y="134463"/>
                    <a:pt x="6487" y="134463"/>
                  </a:cubicBezTo>
                  <a:cubicBezTo>
                    <a:pt x="8712" y="134463"/>
                    <a:pt x="9454" y="133710"/>
                    <a:pt x="12174" y="130948"/>
                  </a:cubicBezTo>
                  <a:lnTo>
                    <a:pt x="66568" y="75959"/>
                  </a:lnTo>
                  <a:lnTo>
                    <a:pt x="122940" y="133208"/>
                  </a:lnTo>
                  <a:cubicBezTo>
                    <a:pt x="124177" y="133961"/>
                    <a:pt x="125413" y="134463"/>
                    <a:pt x="126896" y="134463"/>
                  </a:cubicBezTo>
                  <a:cubicBezTo>
                    <a:pt x="129616" y="134463"/>
                    <a:pt x="132830" y="132204"/>
                    <a:pt x="132830" y="128186"/>
                  </a:cubicBezTo>
                  <a:cubicBezTo>
                    <a:pt x="132830" y="126177"/>
                    <a:pt x="132336" y="125675"/>
                    <a:pt x="131594" y="124922"/>
                  </a:cubicBezTo>
                  <a:cubicBezTo>
                    <a:pt x="131100" y="123918"/>
                    <a:pt x="83134" y="75206"/>
                    <a:pt x="75222" y="67422"/>
                  </a:cubicBezTo>
                  <a:lnTo>
                    <a:pt x="129369" y="12434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09530EBD-C613-2086-D268-ACBECE62A101}"/>
                </a:ext>
              </a:extLst>
            </p:cNvPr>
            <p:cNvSpPr/>
            <p:nvPr>
              <p:custDataLst>
                <p:tags r:id="rId124"/>
              </p:custDataLst>
            </p:nvPr>
          </p:nvSpPr>
          <p:spPr>
            <a:xfrm>
              <a:off x="14268155" y="6492255"/>
              <a:ext cx="121645" cy="176767"/>
            </a:xfrm>
            <a:custGeom>
              <a:avLst/>
              <a:gdLst>
                <a:gd name="connsiteX0" fmla="*/ 59157 w 121645"/>
                <a:gd name="connsiteY0" fmla="*/ 7663 h 176767"/>
                <a:gd name="connsiteX1" fmla="*/ 60146 w 121645"/>
                <a:gd name="connsiteY1" fmla="*/ 3645 h 176767"/>
                <a:gd name="connsiteX2" fmla="*/ 56190 w 121645"/>
                <a:gd name="connsiteY2" fmla="*/ 130 h 176767"/>
                <a:gd name="connsiteX3" fmla="*/ 24542 w 121645"/>
                <a:gd name="connsiteY3" fmla="*/ 2641 h 176767"/>
                <a:gd name="connsiteX4" fmla="*/ 19103 w 121645"/>
                <a:gd name="connsiteY4" fmla="*/ 8416 h 176767"/>
                <a:gd name="connsiteX5" fmla="*/ 25531 w 121645"/>
                <a:gd name="connsiteY5" fmla="*/ 11931 h 176767"/>
                <a:gd name="connsiteX6" fmla="*/ 37399 w 121645"/>
                <a:gd name="connsiteY6" fmla="*/ 15698 h 176767"/>
                <a:gd name="connsiteX7" fmla="*/ 36410 w 121645"/>
                <a:gd name="connsiteY7" fmla="*/ 21222 h 176767"/>
                <a:gd name="connsiteX8" fmla="*/ 1548 w 121645"/>
                <a:gd name="connsiteY8" fmla="*/ 163339 h 176767"/>
                <a:gd name="connsiteX9" fmla="*/ 312 w 121645"/>
                <a:gd name="connsiteY9" fmla="*/ 168863 h 176767"/>
                <a:gd name="connsiteX10" fmla="*/ 8718 w 121645"/>
                <a:gd name="connsiteY10" fmla="*/ 176898 h 176767"/>
                <a:gd name="connsiteX11" fmla="*/ 20092 w 121645"/>
                <a:gd name="connsiteY11" fmla="*/ 166352 h 176767"/>
                <a:gd name="connsiteX12" fmla="*/ 32207 w 121645"/>
                <a:gd name="connsiteY12" fmla="*/ 117640 h 176767"/>
                <a:gd name="connsiteX13" fmla="*/ 63854 w 121645"/>
                <a:gd name="connsiteY13" fmla="*/ 138230 h 176767"/>
                <a:gd name="connsiteX14" fmla="*/ 63360 w 121645"/>
                <a:gd name="connsiteY14" fmla="*/ 143251 h 176767"/>
                <a:gd name="connsiteX15" fmla="*/ 62371 w 121645"/>
                <a:gd name="connsiteY15" fmla="*/ 151035 h 176767"/>
                <a:gd name="connsiteX16" fmla="*/ 88579 w 121645"/>
                <a:gd name="connsiteY16" fmla="*/ 176898 h 176767"/>
                <a:gd name="connsiteX17" fmla="*/ 119980 w 121645"/>
                <a:gd name="connsiteY17" fmla="*/ 138481 h 176767"/>
                <a:gd name="connsiteX18" fmla="*/ 116024 w 121645"/>
                <a:gd name="connsiteY18" fmla="*/ 135217 h 176767"/>
                <a:gd name="connsiteX19" fmla="*/ 111079 w 121645"/>
                <a:gd name="connsiteY19" fmla="*/ 141243 h 176767"/>
                <a:gd name="connsiteX20" fmla="*/ 89321 w 121645"/>
                <a:gd name="connsiteY20" fmla="*/ 169867 h 176767"/>
                <a:gd name="connsiteX21" fmla="*/ 80667 w 121645"/>
                <a:gd name="connsiteY21" fmla="*/ 156810 h 176767"/>
                <a:gd name="connsiteX22" fmla="*/ 82151 w 121645"/>
                <a:gd name="connsiteY22" fmla="*/ 145511 h 176767"/>
                <a:gd name="connsiteX23" fmla="*/ 83387 w 121645"/>
                <a:gd name="connsiteY23" fmla="*/ 137728 h 176767"/>
                <a:gd name="connsiteX24" fmla="*/ 43333 w 121645"/>
                <a:gd name="connsiteY24" fmla="*/ 111112 h 176767"/>
                <a:gd name="connsiteX25" fmla="*/ 63854 w 121645"/>
                <a:gd name="connsiteY25" fmla="*/ 94540 h 176767"/>
                <a:gd name="connsiteX26" fmla="*/ 102672 w 121645"/>
                <a:gd name="connsiteY26" fmla="*/ 70686 h 176767"/>
                <a:gd name="connsiteX27" fmla="*/ 110831 w 121645"/>
                <a:gd name="connsiteY27" fmla="*/ 73951 h 176767"/>
                <a:gd name="connsiteX28" fmla="*/ 97975 w 121645"/>
                <a:gd name="connsiteY28" fmla="*/ 88012 h 176767"/>
                <a:gd name="connsiteX29" fmla="*/ 107865 w 121645"/>
                <a:gd name="connsiteY29" fmla="*/ 97302 h 176767"/>
                <a:gd name="connsiteX30" fmla="*/ 121958 w 121645"/>
                <a:gd name="connsiteY30" fmla="*/ 81232 h 176767"/>
                <a:gd name="connsiteX31" fmla="*/ 102920 w 121645"/>
                <a:gd name="connsiteY31" fmla="*/ 63656 h 176767"/>
                <a:gd name="connsiteX32" fmla="*/ 63360 w 121645"/>
                <a:gd name="connsiteY32" fmla="*/ 85752 h 176767"/>
                <a:gd name="connsiteX33" fmla="*/ 34679 w 121645"/>
                <a:gd name="connsiteY33" fmla="*/ 107848 h 176767"/>
                <a:gd name="connsiteX34" fmla="*/ 59157 w 121645"/>
                <a:gd name="connsiteY34" fmla="*/ 7663 h 176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645" h="176767">
                  <a:moveTo>
                    <a:pt x="59157" y="7663"/>
                  </a:moveTo>
                  <a:cubicBezTo>
                    <a:pt x="59404" y="7161"/>
                    <a:pt x="60146" y="3897"/>
                    <a:pt x="60146" y="3645"/>
                  </a:cubicBezTo>
                  <a:cubicBezTo>
                    <a:pt x="60146" y="2390"/>
                    <a:pt x="59157" y="130"/>
                    <a:pt x="56190" y="130"/>
                  </a:cubicBezTo>
                  <a:cubicBezTo>
                    <a:pt x="51245" y="130"/>
                    <a:pt x="30723" y="2139"/>
                    <a:pt x="24542" y="2641"/>
                  </a:cubicBezTo>
                  <a:cubicBezTo>
                    <a:pt x="22564" y="2892"/>
                    <a:pt x="19103" y="3143"/>
                    <a:pt x="19103" y="8416"/>
                  </a:cubicBezTo>
                  <a:cubicBezTo>
                    <a:pt x="19103" y="11931"/>
                    <a:pt x="22564" y="11931"/>
                    <a:pt x="25531" y="11931"/>
                  </a:cubicBezTo>
                  <a:cubicBezTo>
                    <a:pt x="37399" y="11931"/>
                    <a:pt x="37399" y="13689"/>
                    <a:pt x="37399" y="15698"/>
                  </a:cubicBezTo>
                  <a:cubicBezTo>
                    <a:pt x="37399" y="17455"/>
                    <a:pt x="36904" y="18962"/>
                    <a:pt x="36410" y="21222"/>
                  </a:cubicBezTo>
                  <a:lnTo>
                    <a:pt x="1548" y="163339"/>
                  </a:lnTo>
                  <a:cubicBezTo>
                    <a:pt x="312" y="167858"/>
                    <a:pt x="312" y="168361"/>
                    <a:pt x="312" y="168863"/>
                  </a:cubicBezTo>
                  <a:cubicBezTo>
                    <a:pt x="312" y="172629"/>
                    <a:pt x="3279" y="176898"/>
                    <a:pt x="8718" y="176898"/>
                  </a:cubicBezTo>
                  <a:cubicBezTo>
                    <a:pt x="15394" y="176898"/>
                    <a:pt x="18608" y="171876"/>
                    <a:pt x="20092" y="166352"/>
                  </a:cubicBezTo>
                  <a:cubicBezTo>
                    <a:pt x="20586" y="165347"/>
                    <a:pt x="31218" y="121156"/>
                    <a:pt x="32207" y="117640"/>
                  </a:cubicBezTo>
                  <a:cubicBezTo>
                    <a:pt x="49761" y="119398"/>
                    <a:pt x="63854" y="125173"/>
                    <a:pt x="63854" y="138230"/>
                  </a:cubicBezTo>
                  <a:cubicBezTo>
                    <a:pt x="63854" y="139485"/>
                    <a:pt x="63854" y="140741"/>
                    <a:pt x="63360" y="143251"/>
                  </a:cubicBezTo>
                  <a:cubicBezTo>
                    <a:pt x="62371" y="147018"/>
                    <a:pt x="62371" y="148273"/>
                    <a:pt x="62371" y="151035"/>
                  </a:cubicBezTo>
                  <a:cubicBezTo>
                    <a:pt x="62371" y="168863"/>
                    <a:pt x="76711" y="176898"/>
                    <a:pt x="88579" y="176898"/>
                  </a:cubicBezTo>
                  <a:cubicBezTo>
                    <a:pt x="112562" y="176898"/>
                    <a:pt x="119980" y="138732"/>
                    <a:pt x="119980" y="138481"/>
                  </a:cubicBezTo>
                  <a:cubicBezTo>
                    <a:pt x="119980" y="135217"/>
                    <a:pt x="116765" y="135217"/>
                    <a:pt x="116024" y="135217"/>
                  </a:cubicBezTo>
                  <a:cubicBezTo>
                    <a:pt x="112562" y="135217"/>
                    <a:pt x="112315" y="136472"/>
                    <a:pt x="111079" y="141243"/>
                  </a:cubicBezTo>
                  <a:cubicBezTo>
                    <a:pt x="108112" y="152040"/>
                    <a:pt x="101436" y="169867"/>
                    <a:pt x="89321" y="169867"/>
                  </a:cubicBezTo>
                  <a:cubicBezTo>
                    <a:pt x="82645" y="169867"/>
                    <a:pt x="80667" y="163590"/>
                    <a:pt x="80667" y="156810"/>
                  </a:cubicBezTo>
                  <a:cubicBezTo>
                    <a:pt x="80667" y="152542"/>
                    <a:pt x="80667" y="152040"/>
                    <a:pt x="82151" y="145511"/>
                  </a:cubicBezTo>
                  <a:cubicBezTo>
                    <a:pt x="82398" y="144758"/>
                    <a:pt x="83387" y="140490"/>
                    <a:pt x="83387" y="137728"/>
                  </a:cubicBezTo>
                  <a:cubicBezTo>
                    <a:pt x="83387" y="115381"/>
                    <a:pt x="53717" y="111865"/>
                    <a:pt x="43333" y="111112"/>
                  </a:cubicBezTo>
                  <a:cubicBezTo>
                    <a:pt x="50503" y="106592"/>
                    <a:pt x="59651" y="98306"/>
                    <a:pt x="63854" y="94540"/>
                  </a:cubicBezTo>
                  <a:cubicBezTo>
                    <a:pt x="76464" y="82488"/>
                    <a:pt x="88826" y="70686"/>
                    <a:pt x="102672" y="70686"/>
                  </a:cubicBezTo>
                  <a:cubicBezTo>
                    <a:pt x="105639" y="70686"/>
                    <a:pt x="108853" y="71440"/>
                    <a:pt x="110831" y="73951"/>
                  </a:cubicBezTo>
                  <a:cubicBezTo>
                    <a:pt x="100200" y="75708"/>
                    <a:pt x="97975" y="84245"/>
                    <a:pt x="97975" y="88012"/>
                  </a:cubicBezTo>
                  <a:cubicBezTo>
                    <a:pt x="97975" y="93536"/>
                    <a:pt x="102178" y="97302"/>
                    <a:pt x="107865" y="97302"/>
                  </a:cubicBezTo>
                  <a:cubicBezTo>
                    <a:pt x="114540" y="97302"/>
                    <a:pt x="121958" y="91778"/>
                    <a:pt x="121958" y="81232"/>
                  </a:cubicBezTo>
                  <a:cubicBezTo>
                    <a:pt x="121958" y="72946"/>
                    <a:pt x="116024" y="63656"/>
                    <a:pt x="102920" y="63656"/>
                  </a:cubicBezTo>
                  <a:cubicBezTo>
                    <a:pt x="88826" y="63656"/>
                    <a:pt x="75970" y="73951"/>
                    <a:pt x="63360" y="85752"/>
                  </a:cubicBezTo>
                  <a:cubicBezTo>
                    <a:pt x="52976" y="95795"/>
                    <a:pt x="44816" y="103579"/>
                    <a:pt x="34679" y="107848"/>
                  </a:cubicBezTo>
                  <a:lnTo>
                    <a:pt x="59157" y="7663"/>
                  </a:lnTo>
                  <a:close/>
                </a:path>
              </a:pathLst>
            </a:custGeom>
            <a:solidFill>
              <a:srgbClr val="000000"/>
            </a:solidFill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</p:grpSp>
      <p:grpSp>
        <p:nvGrpSpPr>
          <p:cNvPr id="102" name="Group 101" descr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 \in \mathbb{R}^{d_3 \times k}&#10;\end{align*}&#10;&#10;&#10;\end{document}" title="IguanaTex Vector Display">
            <a:extLst>
              <a:ext uri="{FF2B5EF4-FFF2-40B4-BE49-F238E27FC236}">
                <a16:creationId xmlns:a16="http://schemas.microsoft.com/office/drawing/2014/main" id="{8786F6C3-7533-7E04-9664-79E5CB55E4D5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3535963" y="3898586"/>
            <a:ext cx="5120075" cy="867768"/>
            <a:chOff x="10360515" y="7287332"/>
            <a:chExt cx="5120075" cy="867768"/>
          </a:xfrm>
        </p:grpSpPr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D24FDC07-910C-4309-557C-B003CF2FC629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10421265" y="7498345"/>
              <a:ext cx="117769" cy="32617"/>
            </a:xfrm>
            <a:custGeom>
              <a:avLst/>
              <a:gdLst>
                <a:gd name="connsiteX0" fmla="*/ 117931 w 117769"/>
                <a:gd name="connsiteY0" fmla="*/ 5347 h 32617"/>
                <a:gd name="connsiteX1" fmla="*/ 112273 w 117769"/>
                <a:gd name="connsiteY1" fmla="*/ 86 h 32617"/>
                <a:gd name="connsiteX2" fmla="*/ 83272 w 117769"/>
                <a:gd name="connsiteY2" fmla="*/ 16921 h 32617"/>
                <a:gd name="connsiteX3" fmla="*/ 60284 w 117769"/>
                <a:gd name="connsiteY3" fmla="*/ 8153 h 32617"/>
                <a:gd name="connsiteX4" fmla="*/ 38357 w 117769"/>
                <a:gd name="connsiteY4" fmla="*/ 86 h 32617"/>
                <a:gd name="connsiteX5" fmla="*/ 162 w 117769"/>
                <a:gd name="connsiteY5" fmla="*/ 27443 h 32617"/>
                <a:gd name="connsiteX6" fmla="*/ 5821 w 117769"/>
                <a:gd name="connsiteY6" fmla="*/ 32704 h 32617"/>
                <a:gd name="connsiteX7" fmla="*/ 34821 w 117769"/>
                <a:gd name="connsiteY7" fmla="*/ 15869 h 32617"/>
                <a:gd name="connsiteX8" fmla="*/ 57809 w 117769"/>
                <a:gd name="connsiteY8" fmla="*/ 24637 h 32617"/>
                <a:gd name="connsiteX9" fmla="*/ 79736 w 117769"/>
                <a:gd name="connsiteY9" fmla="*/ 32704 h 32617"/>
                <a:gd name="connsiteX10" fmla="*/ 117931 w 117769"/>
                <a:gd name="connsiteY10" fmla="*/ 5347 h 32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7769" h="32617">
                  <a:moveTo>
                    <a:pt x="117931" y="5347"/>
                  </a:moveTo>
                  <a:lnTo>
                    <a:pt x="112273" y="86"/>
                  </a:lnTo>
                  <a:cubicBezTo>
                    <a:pt x="112273" y="437"/>
                    <a:pt x="98833" y="16921"/>
                    <a:pt x="83272" y="16921"/>
                  </a:cubicBezTo>
                  <a:cubicBezTo>
                    <a:pt x="75138" y="16921"/>
                    <a:pt x="66297" y="11660"/>
                    <a:pt x="60284" y="8153"/>
                  </a:cubicBezTo>
                  <a:cubicBezTo>
                    <a:pt x="50736" y="2541"/>
                    <a:pt x="44370" y="86"/>
                    <a:pt x="38357" y="86"/>
                  </a:cubicBezTo>
                  <a:cubicBezTo>
                    <a:pt x="24918" y="86"/>
                    <a:pt x="18199" y="7802"/>
                    <a:pt x="162" y="27443"/>
                  </a:cubicBezTo>
                  <a:lnTo>
                    <a:pt x="5821" y="32704"/>
                  </a:lnTo>
                  <a:cubicBezTo>
                    <a:pt x="5821" y="32353"/>
                    <a:pt x="19260" y="15869"/>
                    <a:pt x="34821" y="15869"/>
                  </a:cubicBezTo>
                  <a:cubicBezTo>
                    <a:pt x="42955" y="15869"/>
                    <a:pt x="51797" y="21130"/>
                    <a:pt x="57809" y="24637"/>
                  </a:cubicBezTo>
                  <a:cubicBezTo>
                    <a:pt x="67358" y="30249"/>
                    <a:pt x="73724" y="32704"/>
                    <a:pt x="79736" y="32704"/>
                  </a:cubicBezTo>
                  <a:cubicBezTo>
                    <a:pt x="93175" y="32704"/>
                    <a:pt x="99894" y="24988"/>
                    <a:pt x="117931" y="534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7D1C0677-EA3B-0536-DCF6-E00B5B875CD9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10360515" y="7583768"/>
              <a:ext cx="241903" cy="238495"/>
            </a:xfrm>
            <a:custGeom>
              <a:avLst/>
              <a:gdLst>
                <a:gd name="connsiteX0" fmla="*/ 242065 w 241903"/>
                <a:gd name="connsiteY0" fmla="*/ 142485 h 238495"/>
                <a:gd name="connsiteX1" fmla="*/ 225443 w 241903"/>
                <a:gd name="connsiteY1" fmla="*/ 142485 h 238495"/>
                <a:gd name="connsiteX2" fmla="*/ 142332 w 241903"/>
                <a:gd name="connsiteY2" fmla="*/ 222100 h 238495"/>
                <a:gd name="connsiteX3" fmla="*/ 88576 w 241903"/>
                <a:gd name="connsiteY3" fmla="*/ 222100 h 238495"/>
                <a:gd name="connsiteX4" fmla="*/ 88576 w 241903"/>
                <a:gd name="connsiteY4" fmla="*/ 123195 h 238495"/>
                <a:gd name="connsiteX5" fmla="*/ 108027 w 241903"/>
                <a:gd name="connsiteY5" fmla="*/ 123195 h 238495"/>
                <a:gd name="connsiteX6" fmla="*/ 145515 w 241903"/>
                <a:gd name="connsiteY6" fmla="*/ 164230 h 238495"/>
                <a:gd name="connsiteX7" fmla="*/ 162137 w 241903"/>
                <a:gd name="connsiteY7" fmla="*/ 164230 h 238495"/>
                <a:gd name="connsiteX8" fmla="*/ 162137 w 241903"/>
                <a:gd name="connsiteY8" fmla="*/ 65675 h 238495"/>
                <a:gd name="connsiteX9" fmla="*/ 145515 w 241903"/>
                <a:gd name="connsiteY9" fmla="*/ 65675 h 238495"/>
                <a:gd name="connsiteX10" fmla="*/ 108027 w 241903"/>
                <a:gd name="connsiteY10" fmla="*/ 106710 h 238495"/>
                <a:gd name="connsiteX11" fmla="*/ 88576 w 241903"/>
                <a:gd name="connsiteY11" fmla="*/ 106710 h 238495"/>
                <a:gd name="connsiteX12" fmla="*/ 88576 w 241903"/>
                <a:gd name="connsiteY12" fmla="*/ 16573 h 238495"/>
                <a:gd name="connsiteX13" fmla="*/ 142332 w 241903"/>
                <a:gd name="connsiteY13" fmla="*/ 16573 h 238495"/>
                <a:gd name="connsiteX14" fmla="*/ 214126 w 241903"/>
                <a:gd name="connsiteY14" fmla="*/ 84615 h 238495"/>
                <a:gd name="connsiteX15" fmla="*/ 230748 w 241903"/>
                <a:gd name="connsiteY15" fmla="*/ 84615 h 238495"/>
                <a:gd name="connsiteX16" fmla="*/ 219784 w 241903"/>
                <a:gd name="connsiteY16" fmla="*/ 89 h 238495"/>
                <a:gd name="connsiteX17" fmla="*/ 161 w 241903"/>
                <a:gd name="connsiteY17" fmla="*/ 89 h 238495"/>
                <a:gd name="connsiteX18" fmla="*/ 161 w 241903"/>
                <a:gd name="connsiteY18" fmla="*/ 16573 h 238495"/>
                <a:gd name="connsiteX19" fmla="*/ 38356 w 241903"/>
                <a:gd name="connsiteY19" fmla="*/ 16573 h 238495"/>
                <a:gd name="connsiteX20" fmla="*/ 38356 w 241903"/>
                <a:gd name="connsiteY20" fmla="*/ 222100 h 238495"/>
                <a:gd name="connsiteX21" fmla="*/ 161 w 241903"/>
                <a:gd name="connsiteY21" fmla="*/ 222100 h 238495"/>
                <a:gd name="connsiteX22" fmla="*/ 161 w 241903"/>
                <a:gd name="connsiteY22" fmla="*/ 238584 h 238495"/>
                <a:gd name="connsiteX23" fmla="*/ 225796 w 241903"/>
                <a:gd name="connsiteY23" fmla="*/ 238584 h 238495"/>
                <a:gd name="connsiteX24" fmla="*/ 242065 w 241903"/>
                <a:gd name="connsiteY24" fmla="*/ 142485 h 238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1903" h="238495">
                  <a:moveTo>
                    <a:pt x="242065" y="142485"/>
                  </a:moveTo>
                  <a:lnTo>
                    <a:pt x="225443" y="142485"/>
                  </a:lnTo>
                  <a:cubicBezTo>
                    <a:pt x="217662" y="190885"/>
                    <a:pt x="207760" y="222100"/>
                    <a:pt x="142332" y="222100"/>
                  </a:cubicBezTo>
                  <a:lnTo>
                    <a:pt x="88576" y="222100"/>
                  </a:lnTo>
                  <a:lnTo>
                    <a:pt x="88576" y="123195"/>
                  </a:lnTo>
                  <a:lnTo>
                    <a:pt x="108027" y="123195"/>
                  </a:lnTo>
                  <a:cubicBezTo>
                    <a:pt x="141979" y="123195"/>
                    <a:pt x="145515" y="138276"/>
                    <a:pt x="145515" y="164230"/>
                  </a:cubicBezTo>
                  <a:lnTo>
                    <a:pt x="162137" y="164230"/>
                  </a:lnTo>
                  <a:lnTo>
                    <a:pt x="162137" y="65675"/>
                  </a:lnTo>
                  <a:lnTo>
                    <a:pt x="145515" y="65675"/>
                  </a:lnTo>
                  <a:cubicBezTo>
                    <a:pt x="145515" y="91629"/>
                    <a:pt x="142332" y="106710"/>
                    <a:pt x="108027" y="106710"/>
                  </a:cubicBezTo>
                  <a:lnTo>
                    <a:pt x="88576" y="106710"/>
                  </a:lnTo>
                  <a:lnTo>
                    <a:pt x="88576" y="16573"/>
                  </a:lnTo>
                  <a:lnTo>
                    <a:pt x="142332" y="16573"/>
                  </a:lnTo>
                  <a:cubicBezTo>
                    <a:pt x="199272" y="16573"/>
                    <a:pt x="208467" y="42176"/>
                    <a:pt x="214126" y="84615"/>
                  </a:cubicBezTo>
                  <a:lnTo>
                    <a:pt x="230748" y="84615"/>
                  </a:lnTo>
                  <a:lnTo>
                    <a:pt x="219784" y="89"/>
                  </a:lnTo>
                  <a:lnTo>
                    <a:pt x="161" y="89"/>
                  </a:lnTo>
                  <a:lnTo>
                    <a:pt x="161" y="16573"/>
                  </a:lnTo>
                  <a:lnTo>
                    <a:pt x="38356" y="16573"/>
                  </a:lnTo>
                  <a:lnTo>
                    <a:pt x="38356" y="222100"/>
                  </a:lnTo>
                  <a:lnTo>
                    <a:pt x="161" y="222100"/>
                  </a:lnTo>
                  <a:lnTo>
                    <a:pt x="161" y="238584"/>
                  </a:lnTo>
                  <a:lnTo>
                    <a:pt x="225796" y="238584"/>
                  </a:lnTo>
                  <a:lnTo>
                    <a:pt x="242065" y="14248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6BE7D76E-1B88-7B38-0552-415A629E9D5E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10731973" y="7693546"/>
              <a:ext cx="235184" cy="82070"/>
            </a:xfrm>
            <a:custGeom>
              <a:avLst/>
              <a:gdLst>
                <a:gd name="connsiteX0" fmla="*/ 223331 w 235184"/>
                <a:gd name="connsiteY0" fmla="*/ 14118 h 82070"/>
                <a:gd name="connsiteX1" fmla="*/ 235356 w 235184"/>
                <a:gd name="connsiteY1" fmla="*/ 7104 h 82070"/>
                <a:gd name="connsiteX2" fmla="*/ 223685 w 235184"/>
                <a:gd name="connsiteY2" fmla="*/ 89 h 82070"/>
                <a:gd name="connsiteX3" fmla="*/ 11842 w 235184"/>
                <a:gd name="connsiteY3" fmla="*/ 89 h 82070"/>
                <a:gd name="connsiteX4" fmla="*/ 171 w 235184"/>
                <a:gd name="connsiteY4" fmla="*/ 7104 h 82070"/>
                <a:gd name="connsiteX5" fmla="*/ 12196 w 235184"/>
                <a:gd name="connsiteY5" fmla="*/ 14118 h 82070"/>
                <a:gd name="connsiteX6" fmla="*/ 223331 w 235184"/>
                <a:gd name="connsiteY6" fmla="*/ 14118 h 82070"/>
                <a:gd name="connsiteX7" fmla="*/ 223685 w 235184"/>
                <a:gd name="connsiteY7" fmla="*/ 82159 h 82070"/>
                <a:gd name="connsiteX8" fmla="*/ 235356 w 235184"/>
                <a:gd name="connsiteY8" fmla="*/ 75145 h 82070"/>
                <a:gd name="connsiteX9" fmla="*/ 223331 w 235184"/>
                <a:gd name="connsiteY9" fmla="*/ 68130 h 82070"/>
                <a:gd name="connsiteX10" fmla="*/ 12196 w 235184"/>
                <a:gd name="connsiteY10" fmla="*/ 68130 h 82070"/>
                <a:gd name="connsiteX11" fmla="*/ 171 w 235184"/>
                <a:gd name="connsiteY11" fmla="*/ 75145 h 82070"/>
                <a:gd name="connsiteX12" fmla="*/ 11842 w 235184"/>
                <a:gd name="connsiteY12" fmla="*/ 82159 h 82070"/>
                <a:gd name="connsiteX13" fmla="*/ 223685 w 235184"/>
                <a:gd name="connsiteY13" fmla="*/ 82159 h 8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184" h="82070">
                  <a:moveTo>
                    <a:pt x="223331" y="14118"/>
                  </a:moveTo>
                  <a:cubicBezTo>
                    <a:pt x="228636" y="14118"/>
                    <a:pt x="235356" y="14118"/>
                    <a:pt x="235356" y="7104"/>
                  </a:cubicBezTo>
                  <a:cubicBezTo>
                    <a:pt x="235356" y="89"/>
                    <a:pt x="228636" y="89"/>
                    <a:pt x="223685" y="89"/>
                  </a:cubicBezTo>
                  <a:lnTo>
                    <a:pt x="11842" y="89"/>
                  </a:lnTo>
                  <a:cubicBezTo>
                    <a:pt x="6891" y="89"/>
                    <a:pt x="171" y="89"/>
                    <a:pt x="171" y="7104"/>
                  </a:cubicBezTo>
                  <a:cubicBezTo>
                    <a:pt x="171" y="14118"/>
                    <a:pt x="6891" y="14118"/>
                    <a:pt x="12196" y="14118"/>
                  </a:cubicBezTo>
                  <a:lnTo>
                    <a:pt x="223331" y="14118"/>
                  </a:lnTo>
                  <a:close/>
                  <a:moveTo>
                    <a:pt x="223685" y="82159"/>
                  </a:moveTo>
                  <a:cubicBezTo>
                    <a:pt x="228636" y="82159"/>
                    <a:pt x="235356" y="82159"/>
                    <a:pt x="235356" y="75145"/>
                  </a:cubicBezTo>
                  <a:cubicBezTo>
                    <a:pt x="235356" y="68130"/>
                    <a:pt x="228636" y="68130"/>
                    <a:pt x="223331" y="68130"/>
                  </a:cubicBezTo>
                  <a:lnTo>
                    <a:pt x="12196" y="68130"/>
                  </a:lnTo>
                  <a:cubicBezTo>
                    <a:pt x="6891" y="68130"/>
                    <a:pt x="171" y="68130"/>
                    <a:pt x="171" y="75145"/>
                  </a:cubicBezTo>
                  <a:cubicBezTo>
                    <a:pt x="171" y="82159"/>
                    <a:pt x="6891" y="82159"/>
                    <a:pt x="11842" y="82159"/>
                  </a:cubicBezTo>
                  <a:lnTo>
                    <a:pt x="223685" y="8215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06B6B3FA-9EC2-2B31-EB5B-47F5B780285A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1094670" y="7581664"/>
              <a:ext cx="288587" cy="243405"/>
            </a:xfrm>
            <a:custGeom>
              <a:avLst/>
              <a:gdLst>
                <a:gd name="connsiteX0" fmla="*/ 252695 w 288587"/>
                <a:gd name="connsiteY0" fmla="*/ 24289 h 243405"/>
                <a:gd name="connsiteX1" fmla="*/ 282049 w 288587"/>
                <a:gd name="connsiteY1" fmla="*/ 16573 h 243405"/>
                <a:gd name="connsiteX2" fmla="*/ 288769 w 288587"/>
                <a:gd name="connsiteY2" fmla="*/ 16573 h 243405"/>
                <a:gd name="connsiteX3" fmla="*/ 288769 w 288587"/>
                <a:gd name="connsiteY3" fmla="*/ 89 h 243405"/>
                <a:gd name="connsiteX4" fmla="*/ 248805 w 288587"/>
                <a:gd name="connsiteY4" fmla="*/ 1141 h 243405"/>
                <a:gd name="connsiteX5" fmla="*/ 202476 w 288587"/>
                <a:gd name="connsiteY5" fmla="*/ 89 h 243405"/>
                <a:gd name="connsiteX6" fmla="*/ 202476 w 288587"/>
                <a:gd name="connsiteY6" fmla="*/ 16573 h 243405"/>
                <a:gd name="connsiteX7" fmla="*/ 233598 w 288587"/>
                <a:gd name="connsiteY7" fmla="*/ 20782 h 243405"/>
                <a:gd name="connsiteX8" fmla="*/ 232183 w 288587"/>
                <a:gd name="connsiteY8" fmla="*/ 24991 h 243405"/>
                <a:gd name="connsiteX9" fmla="*/ 160744 w 288587"/>
                <a:gd name="connsiteY9" fmla="*/ 184572 h 243405"/>
                <a:gd name="connsiteX10" fmla="*/ 85414 w 288587"/>
                <a:gd name="connsiteY10" fmla="*/ 16573 h 243405"/>
                <a:gd name="connsiteX11" fmla="*/ 118658 w 288587"/>
                <a:gd name="connsiteY11" fmla="*/ 16573 h 243405"/>
                <a:gd name="connsiteX12" fmla="*/ 118658 w 288587"/>
                <a:gd name="connsiteY12" fmla="*/ 89 h 243405"/>
                <a:gd name="connsiteX13" fmla="*/ 56060 w 288587"/>
                <a:gd name="connsiteY13" fmla="*/ 1141 h 243405"/>
                <a:gd name="connsiteX14" fmla="*/ 182 w 288587"/>
                <a:gd name="connsiteY14" fmla="*/ 89 h 243405"/>
                <a:gd name="connsiteX15" fmla="*/ 182 w 288587"/>
                <a:gd name="connsiteY15" fmla="*/ 16573 h 243405"/>
                <a:gd name="connsiteX16" fmla="*/ 32718 w 288587"/>
                <a:gd name="connsiteY16" fmla="*/ 16573 h 243405"/>
                <a:gd name="connsiteX17" fmla="*/ 130329 w 288587"/>
                <a:gd name="connsiteY17" fmla="*/ 234376 h 243405"/>
                <a:gd name="connsiteX18" fmla="*/ 144475 w 288587"/>
                <a:gd name="connsiteY18" fmla="*/ 243495 h 243405"/>
                <a:gd name="connsiteX19" fmla="*/ 158622 w 288587"/>
                <a:gd name="connsiteY19" fmla="*/ 235077 h 243405"/>
                <a:gd name="connsiteX20" fmla="*/ 252695 w 288587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8587" h="243405">
                  <a:moveTo>
                    <a:pt x="252695" y="24289"/>
                  </a:moveTo>
                  <a:cubicBezTo>
                    <a:pt x="254817" y="19730"/>
                    <a:pt x="256232" y="16573"/>
                    <a:pt x="282049" y="16573"/>
                  </a:cubicBezTo>
                  <a:lnTo>
                    <a:pt x="288769" y="16573"/>
                  </a:lnTo>
                  <a:lnTo>
                    <a:pt x="288769" y="89"/>
                  </a:lnTo>
                  <a:cubicBezTo>
                    <a:pt x="275330" y="440"/>
                    <a:pt x="258354" y="1141"/>
                    <a:pt x="248805" y="1141"/>
                  </a:cubicBezTo>
                  <a:cubicBezTo>
                    <a:pt x="234659" y="1141"/>
                    <a:pt x="216268" y="1141"/>
                    <a:pt x="202476" y="89"/>
                  </a:cubicBezTo>
                  <a:lnTo>
                    <a:pt x="202476" y="16573"/>
                  </a:lnTo>
                  <a:cubicBezTo>
                    <a:pt x="205659" y="16573"/>
                    <a:pt x="233598" y="16573"/>
                    <a:pt x="233598" y="20782"/>
                  </a:cubicBezTo>
                  <a:cubicBezTo>
                    <a:pt x="233598" y="22185"/>
                    <a:pt x="232537" y="23938"/>
                    <a:pt x="232183" y="24991"/>
                  </a:cubicBezTo>
                  <a:lnTo>
                    <a:pt x="160744" y="184572"/>
                  </a:lnTo>
                  <a:lnTo>
                    <a:pt x="85414" y="16573"/>
                  </a:lnTo>
                  <a:lnTo>
                    <a:pt x="118658" y="16573"/>
                  </a:lnTo>
                  <a:lnTo>
                    <a:pt x="118658" y="89"/>
                  </a:lnTo>
                  <a:cubicBezTo>
                    <a:pt x="105219" y="1141"/>
                    <a:pt x="71267" y="1141"/>
                    <a:pt x="56060" y="1141"/>
                  </a:cubicBezTo>
                  <a:cubicBezTo>
                    <a:pt x="42267" y="1141"/>
                    <a:pt x="12560" y="1141"/>
                    <a:pt x="182" y="89"/>
                  </a:cubicBezTo>
                  <a:lnTo>
                    <a:pt x="182" y="16573"/>
                  </a:lnTo>
                  <a:lnTo>
                    <a:pt x="32718" y="16573"/>
                  </a:lnTo>
                  <a:lnTo>
                    <a:pt x="130329" y="234376"/>
                  </a:lnTo>
                  <a:cubicBezTo>
                    <a:pt x="133158" y="240689"/>
                    <a:pt x="134573" y="243495"/>
                    <a:pt x="144475" y="243495"/>
                  </a:cubicBezTo>
                  <a:cubicBezTo>
                    <a:pt x="150134" y="243495"/>
                    <a:pt x="154731" y="243495"/>
                    <a:pt x="158622" y="235077"/>
                  </a:cubicBezTo>
                  <a:lnTo>
                    <a:pt x="252695" y="2428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5BCA37-51F7-89DB-6103-5FED27E25640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1410281" y="7665137"/>
              <a:ext cx="115647" cy="160984"/>
            </a:xfrm>
            <a:custGeom>
              <a:avLst/>
              <a:gdLst>
                <a:gd name="connsiteX0" fmla="*/ 62081 w 115647"/>
                <a:gd name="connsiteY0" fmla="*/ 89174 h 160984"/>
                <a:gd name="connsiteX1" fmla="*/ 98862 w 115647"/>
                <a:gd name="connsiteY1" fmla="*/ 121441 h 160984"/>
                <a:gd name="connsiteX2" fmla="*/ 58898 w 115647"/>
                <a:gd name="connsiteY2" fmla="*/ 153357 h 160984"/>
                <a:gd name="connsiteX3" fmla="*/ 9739 w 115647"/>
                <a:gd name="connsiteY3" fmla="*/ 103554 h 160984"/>
                <a:gd name="connsiteX4" fmla="*/ 4788 w 115647"/>
                <a:gd name="connsiteY4" fmla="*/ 97592 h 160984"/>
                <a:gd name="connsiteX5" fmla="*/ 190 w 115647"/>
                <a:gd name="connsiteY5" fmla="*/ 106360 h 160984"/>
                <a:gd name="connsiteX6" fmla="*/ 190 w 115647"/>
                <a:gd name="connsiteY6" fmla="*/ 152656 h 160984"/>
                <a:gd name="connsiteX7" fmla="*/ 4081 w 115647"/>
                <a:gd name="connsiteY7" fmla="*/ 161073 h 160984"/>
                <a:gd name="connsiteX8" fmla="*/ 12922 w 115647"/>
                <a:gd name="connsiteY8" fmla="*/ 154059 h 160984"/>
                <a:gd name="connsiteX9" fmla="*/ 19995 w 115647"/>
                <a:gd name="connsiteY9" fmla="*/ 145992 h 160984"/>
                <a:gd name="connsiteX10" fmla="*/ 58898 w 115647"/>
                <a:gd name="connsiteY10" fmla="*/ 161073 h 160984"/>
                <a:gd name="connsiteX11" fmla="*/ 115838 w 115647"/>
                <a:gd name="connsiteY11" fmla="*/ 112322 h 160984"/>
                <a:gd name="connsiteX12" fmla="*/ 100984 w 115647"/>
                <a:gd name="connsiteY12" fmla="*/ 79003 h 160984"/>
                <a:gd name="connsiteX13" fmla="*/ 60666 w 115647"/>
                <a:gd name="connsiteY13" fmla="*/ 62168 h 160984"/>
                <a:gd name="connsiteX14" fmla="*/ 17166 w 115647"/>
                <a:gd name="connsiteY14" fmla="*/ 33408 h 160984"/>
                <a:gd name="connsiteX15" fmla="*/ 56776 w 115647"/>
                <a:gd name="connsiteY15" fmla="*/ 6753 h 160984"/>
                <a:gd name="connsiteX16" fmla="*/ 98154 w 115647"/>
                <a:gd name="connsiteY16" fmla="*/ 49191 h 160984"/>
                <a:gd name="connsiteX17" fmla="*/ 102398 w 115647"/>
                <a:gd name="connsiteY17" fmla="*/ 52348 h 160984"/>
                <a:gd name="connsiteX18" fmla="*/ 106996 w 115647"/>
                <a:gd name="connsiteY18" fmla="*/ 43930 h 160984"/>
                <a:gd name="connsiteX19" fmla="*/ 106996 w 115647"/>
                <a:gd name="connsiteY19" fmla="*/ 8506 h 160984"/>
                <a:gd name="connsiteX20" fmla="*/ 103106 w 115647"/>
                <a:gd name="connsiteY20" fmla="*/ 89 h 160984"/>
                <a:gd name="connsiteX21" fmla="*/ 96033 w 115647"/>
                <a:gd name="connsiteY21" fmla="*/ 4298 h 160984"/>
                <a:gd name="connsiteX22" fmla="*/ 90020 w 115647"/>
                <a:gd name="connsiteY22" fmla="*/ 9909 h 160984"/>
                <a:gd name="connsiteX23" fmla="*/ 56776 w 115647"/>
                <a:gd name="connsiteY23" fmla="*/ 89 h 160984"/>
                <a:gd name="connsiteX24" fmla="*/ 190 w 115647"/>
                <a:gd name="connsiteY24" fmla="*/ 43229 h 160984"/>
                <a:gd name="connsiteX25" fmla="*/ 15398 w 115647"/>
                <a:gd name="connsiteY25" fmla="*/ 73041 h 160984"/>
                <a:gd name="connsiteX26" fmla="*/ 62081 w 115647"/>
                <a:gd name="connsiteY26" fmla="*/ 89174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647" h="160984">
                  <a:moveTo>
                    <a:pt x="62081" y="89174"/>
                  </a:moveTo>
                  <a:cubicBezTo>
                    <a:pt x="69862" y="90577"/>
                    <a:pt x="98862" y="96189"/>
                    <a:pt x="98862" y="121441"/>
                  </a:cubicBezTo>
                  <a:cubicBezTo>
                    <a:pt x="98862" y="139328"/>
                    <a:pt x="86484" y="153357"/>
                    <a:pt x="58898" y="153357"/>
                  </a:cubicBezTo>
                  <a:cubicBezTo>
                    <a:pt x="29191" y="153357"/>
                    <a:pt x="16459" y="133366"/>
                    <a:pt x="9739" y="103554"/>
                  </a:cubicBezTo>
                  <a:cubicBezTo>
                    <a:pt x="8678" y="98994"/>
                    <a:pt x="8325" y="97592"/>
                    <a:pt x="4788" y="97592"/>
                  </a:cubicBezTo>
                  <a:cubicBezTo>
                    <a:pt x="190" y="97592"/>
                    <a:pt x="190" y="100047"/>
                    <a:pt x="190" y="106360"/>
                  </a:cubicBezTo>
                  <a:lnTo>
                    <a:pt x="190" y="152656"/>
                  </a:lnTo>
                  <a:cubicBezTo>
                    <a:pt x="190" y="158618"/>
                    <a:pt x="190" y="161073"/>
                    <a:pt x="4081" y="161073"/>
                  </a:cubicBezTo>
                  <a:cubicBezTo>
                    <a:pt x="5849" y="161073"/>
                    <a:pt x="6203" y="160723"/>
                    <a:pt x="12922" y="154059"/>
                  </a:cubicBezTo>
                  <a:cubicBezTo>
                    <a:pt x="13630" y="153357"/>
                    <a:pt x="13630" y="152656"/>
                    <a:pt x="19995" y="145992"/>
                  </a:cubicBezTo>
                  <a:cubicBezTo>
                    <a:pt x="35557" y="160723"/>
                    <a:pt x="51471" y="161073"/>
                    <a:pt x="58898" y="161073"/>
                  </a:cubicBezTo>
                  <a:cubicBezTo>
                    <a:pt x="99569" y="161073"/>
                    <a:pt x="115838" y="137575"/>
                    <a:pt x="115838" y="112322"/>
                  </a:cubicBezTo>
                  <a:cubicBezTo>
                    <a:pt x="115838" y="93734"/>
                    <a:pt x="105228" y="83212"/>
                    <a:pt x="100984" y="79003"/>
                  </a:cubicBezTo>
                  <a:cubicBezTo>
                    <a:pt x="89313" y="67780"/>
                    <a:pt x="75520" y="64974"/>
                    <a:pt x="60666" y="62168"/>
                  </a:cubicBezTo>
                  <a:cubicBezTo>
                    <a:pt x="40861" y="58310"/>
                    <a:pt x="17166" y="53750"/>
                    <a:pt x="17166" y="33408"/>
                  </a:cubicBezTo>
                  <a:cubicBezTo>
                    <a:pt x="17166" y="21133"/>
                    <a:pt x="26361" y="6753"/>
                    <a:pt x="56776" y="6753"/>
                  </a:cubicBezTo>
                  <a:cubicBezTo>
                    <a:pt x="95679" y="6753"/>
                    <a:pt x="97447" y="38318"/>
                    <a:pt x="98154" y="49191"/>
                  </a:cubicBezTo>
                  <a:cubicBezTo>
                    <a:pt x="98508" y="52348"/>
                    <a:pt x="101691" y="52348"/>
                    <a:pt x="102398" y="52348"/>
                  </a:cubicBezTo>
                  <a:cubicBezTo>
                    <a:pt x="106996" y="52348"/>
                    <a:pt x="106996" y="50594"/>
                    <a:pt x="106996" y="43930"/>
                  </a:cubicBezTo>
                  <a:lnTo>
                    <a:pt x="106996" y="8506"/>
                  </a:lnTo>
                  <a:cubicBezTo>
                    <a:pt x="106996" y="2544"/>
                    <a:pt x="106996" y="89"/>
                    <a:pt x="103106" y="89"/>
                  </a:cubicBezTo>
                  <a:cubicBezTo>
                    <a:pt x="101337" y="89"/>
                    <a:pt x="100630" y="89"/>
                    <a:pt x="96033" y="4298"/>
                  </a:cubicBezTo>
                  <a:cubicBezTo>
                    <a:pt x="94972" y="5701"/>
                    <a:pt x="91435" y="8857"/>
                    <a:pt x="90020" y="9909"/>
                  </a:cubicBezTo>
                  <a:cubicBezTo>
                    <a:pt x="76581" y="89"/>
                    <a:pt x="62081" y="89"/>
                    <a:pt x="56776" y="89"/>
                  </a:cubicBezTo>
                  <a:cubicBezTo>
                    <a:pt x="13630" y="89"/>
                    <a:pt x="190" y="23588"/>
                    <a:pt x="190" y="43229"/>
                  </a:cubicBezTo>
                  <a:cubicBezTo>
                    <a:pt x="190" y="55504"/>
                    <a:pt x="5849" y="65324"/>
                    <a:pt x="15398" y="73041"/>
                  </a:cubicBezTo>
                  <a:cubicBezTo>
                    <a:pt x="26715" y="82159"/>
                    <a:pt x="36618" y="84264"/>
                    <a:pt x="62081" y="89174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04468FE3-74D9-52A1-1EE0-26646C524EFC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1548013" y="7665137"/>
              <a:ext cx="156671" cy="160984"/>
            </a:xfrm>
            <a:custGeom>
              <a:avLst/>
              <a:gdLst>
                <a:gd name="connsiteX0" fmla="*/ 156866 w 156671"/>
                <a:gd name="connsiteY0" fmla="*/ 82159 h 160984"/>
                <a:gd name="connsiteX1" fmla="*/ 78707 w 156671"/>
                <a:gd name="connsiteY1" fmla="*/ 89 h 160984"/>
                <a:gd name="connsiteX2" fmla="*/ 194 w 156671"/>
                <a:gd name="connsiteY2" fmla="*/ 82159 h 160984"/>
                <a:gd name="connsiteX3" fmla="*/ 78353 w 156671"/>
                <a:gd name="connsiteY3" fmla="*/ 161073 h 160984"/>
                <a:gd name="connsiteX4" fmla="*/ 156866 w 156671"/>
                <a:gd name="connsiteY4" fmla="*/ 82159 h 160984"/>
                <a:gd name="connsiteX5" fmla="*/ 78707 w 156671"/>
                <a:gd name="connsiteY5" fmla="*/ 152305 h 160984"/>
                <a:gd name="connsiteX6" fmla="*/ 38390 w 156671"/>
                <a:gd name="connsiteY6" fmla="*/ 128806 h 160984"/>
                <a:gd name="connsiteX7" fmla="*/ 29548 w 156671"/>
                <a:gd name="connsiteY7" fmla="*/ 79354 h 160984"/>
                <a:gd name="connsiteX8" fmla="*/ 38036 w 156671"/>
                <a:gd name="connsiteY8" fmla="*/ 31304 h 160984"/>
                <a:gd name="connsiteX9" fmla="*/ 78353 w 156671"/>
                <a:gd name="connsiteY9" fmla="*/ 7805 h 160984"/>
                <a:gd name="connsiteX10" fmla="*/ 118317 w 156671"/>
                <a:gd name="connsiteY10" fmla="*/ 30602 h 160984"/>
                <a:gd name="connsiteX11" fmla="*/ 127512 w 156671"/>
                <a:gd name="connsiteY11" fmla="*/ 79354 h 160984"/>
                <a:gd name="connsiteX12" fmla="*/ 119732 w 156671"/>
                <a:gd name="connsiteY12" fmla="*/ 126351 h 160984"/>
                <a:gd name="connsiteX13" fmla="*/ 78707 w 156671"/>
                <a:gd name="connsiteY13" fmla="*/ 15230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671" h="160984">
                  <a:moveTo>
                    <a:pt x="156866" y="82159"/>
                  </a:moveTo>
                  <a:cubicBezTo>
                    <a:pt x="156866" y="37266"/>
                    <a:pt x="121500" y="89"/>
                    <a:pt x="78707" y="89"/>
                  </a:cubicBezTo>
                  <a:cubicBezTo>
                    <a:pt x="34499" y="89"/>
                    <a:pt x="194" y="38318"/>
                    <a:pt x="194" y="82159"/>
                  </a:cubicBezTo>
                  <a:cubicBezTo>
                    <a:pt x="194" y="127403"/>
                    <a:pt x="36975" y="161073"/>
                    <a:pt x="78353" y="161073"/>
                  </a:cubicBezTo>
                  <a:cubicBezTo>
                    <a:pt x="121146" y="161073"/>
                    <a:pt x="156866" y="126702"/>
                    <a:pt x="156866" y="82159"/>
                  </a:cubicBezTo>
                  <a:close/>
                  <a:moveTo>
                    <a:pt x="78707" y="152305"/>
                  </a:moveTo>
                  <a:cubicBezTo>
                    <a:pt x="63500" y="152305"/>
                    <a:pt x="47939" y="144940"/>
                    <a:pt x="38390" y="128806"/>
                  </a:cubicBezTo>
                  <a:cubicBezTo>
                    <a:pt x="29548" y="113374"/>
                    <a:pt x="29548" y="91980"/>
                    <a:pt x="29548" y="79354"/>
                  </a:cubicBezTo>
                  <a:cubicBezTo>
                    <a:pt x="29548" y="65675"/>
                    <a:pt x="29548" y="46736"/>
                    <a:pt x="38036" y="31304"/>
                  </a:cubicBezTo>
                  <a:cubicBezTo>
                    <a:pt x="47585" y="15170"/>
                    <a:pt x="64207" y="7805"/>
                    <a:pt x="78353" y="7805"/>
                  </a:cubicBezTo>
                  <a:cubicBezTo>
                    <a:pt x="93915" y="7805"/>
                    <a:pt x="109122" y="15521"/>
                    <a:pt x="118317" y="30602"/>
                  </a:cubicBezTo>
                  <a:cubicBezTo>
                    <a:pt x="127512" y="45684"/>
                    <a:pt x="127512" y="66026"/>
                    <a:pt x="127512" y="79354"/>
                  </a:cubicBezTo>
                  <a:cubicBezTo>
                    <a:pt x="127512" y="91980"/>
                    <a:pt x="127512" y="110919"/>
                    <a:pt x="119732" y="126351"/>
                  </a:cubicBezTo>
                  <a:cubicBezTo>
                    <a:pt x="111951" y="142134"/>
                    <a:pt x="96390" y="152305"/>
                    <a:pt x="78707" y="15230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3BF67D3F-F3DF-F213-46A6-DC4EB972585A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1726612" y="7575000"/>
              <a:ext cx="114586" cy="247263"/>
            </a:xfrm>
            <a:custGeom>
              <a:avLst/>
              <a:gdLst>
                <a:gd name="connsiteX0" fmla="*/ 50419 w 114586"/>
                <a:gd name="connsiteY0" fmla="*/ 96189 h 247263"/>
                <a:gd name="connsiteX1" fmla="*/ 50419 w 114586"/>
                <a:gd name="connsiteY1" fmla="*/ 55504 h 247263"/>
                <a:gd name="connsiteX2" fmla="*/ 82956 w 114586"/>
                <a:gd name="connsiteY2" fmla="*/ 7805 h 247263"/>
                <a:gd name="connsiteX3" fmla="*/ 94627 w 114586"/>
                <a:gd name="connsiteY3" fmla="*/ 10260 h 247263"/>
                <a:gd name="connsiteX4" fmla="*/ 84017 w 114586"/>
                <a:gd name="connsiteY4" fmla="*/ 24991 h 247263"/>
                <a:gd name="connsiteX5" fmla="*/ 99224 w 114586"/>
                <a:gd name="connsiteY5" fmla="*/ 40072 h 247263"/>
                <a:gd name="connsiteX6" fmla="*/ 114785 w 114586"/>
                <a:gd name="connsiteY6" fmla="*/ 24640 h 247263"/>
                <a:gd name="connsiteX7" fmla="*/ 82956 w 114586"/>
                <a:gd name="connsiteY7" fmla="*/ 89 h 247263"/>
                <a:gd name="connsiteX8" fmla="*/ 28139 w 114586"/>
                <a:gd name="connsiteY8" fmla="*/ 55855 h 247263"/>
                <a:gd name="connsiteX9" fmla="*/ 28139 w 114586"/>
                <a:gd name="connsiteY9" fmla="*/ 96189 h 247263"/>
                <a:gd name="connsiteX10" fmla="*/ 199 w 114586"/>
                <a:gd name="connsiteY10" fmla="*/ 96189 h 247263"/>
                <a:gd name="connsiteX11" fmla="*/ 199 w 114586"/>
                <a:gd name="connsiteY11" fmla="*/ 107061 h 247263"/>
                <a:gd name="connsiteX12" fmla="*/ 28139 w 114586"/>
                <a:gd name="connsiteY12" fmla="*/ 107061 h 247263"/>
                <a:gd name="connsiteX13" fmla="*/ 28139 w 114586"/>
                <a:gd name="connsiteY13" fmla="*/ 220697 h 247263"/>
                <a:gd name="connsiteX14" fmla="*/ 553 w 114586"/>
                <a:gd name="connsiteY14" fmla="*/ 236480 h 247263"/>
                <a:gd name="connsiteX15" fmla="*/ 553 w 114586"/>
                <a:gd name="connsiteY15" fmla="*/ 247353 h 247263"/>
                <a:gd name="connsiteX16" fmla="*/ 40870 w 114586"/>
                <a:gd name="connsiteY16" fmla="*/ 246301 h 247263"/>
                <a:gd name="connsiteX17" fmla="*/ 85785 w 114586"/>
                <a:gd name="connsiteY17" fmla="*/ 247353 h 247263"/>
                <a:gd name="connsiteX18" fmla="*/ 85785 w 114586"/>
                <a:gd name="connsiteY18" fmla="*/ 236480 h 247263"/>
                <a:gd name="connsiteX19" fmla="*/ 78358 w 114586"/>
                <a:gd name="connsiteY19" fmla="*/ 236480 h 247263"/>
                <a:gd name="connsiteX20" fmla="*/ 51480 w 114586"/>
                <a:gd name="connsiteY20" fmla="*/ 219996 h 247263"/>
                <a:gd name="connsiteX21" fmla="*/ 51480 w 114586"/>
                <a:gd name="connsiteY21" fmla="*/ 107061 h 247263"/>
                <a:gd name="connsiteX22" fmla="*/ 91798 w 114586"/>
                <a:gd name="connsiteY22" fmla="*/ 107061 h 247263"/>
                <a:gd name="connsiteX23" fmla="*/ 91798 w 114586"/>
                <a:gd name="connsiteY23" fmla="*/ 96189 h 247263"/>
                <a:gd name="connsiteX24" fmla="*/ 50419 w 114586"/>
                <a:gd name="connsiteY24" fmla="*/ 96189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4586" h="247263">
                  <a:moveTo>
                    <a:pt x="50419" y="96189"/>
                  </a:moveTo>
                  <a:lnTo>
                    <a:pt x="50419" y="55504"/>
                  </a:lnTo>
                  <a:cubicBezTo>
                    <a:pt x="50419" y="24640"/>
                    <a:pt x="67395" y="7805"/>
                    <a:pt x="82956" y="7805"/>
                  </a:cubicBezTo>
                  <a:cubicBezTo>
                    <a:pt x="84017" y="7805"/>
                    <a:pt x="89322" y="7805"/>
                    <a:pt x="94627" y="10260"/>
                  </a:cubicBezTo>
                  <a:cubicBezTo>
                    <a:pt x="90383" y="11663"/>
                    <a:pt x="84017" y="16222"/>
                    <a:pt x="84017" y="24991"/>
                  </a:cubicBezTo>
                  <a:cubicBezTo>
                    <a:pt x="84017" y="33057"/>
                    <a:pt x="89676" y="40072"/>
                    <a:pt x="99224" y="40072"/>
                  </a:cubicBezTo>
                  <a:cubicBezTo>
                    <a:pt x="109481" y="40072"/>
                    <a:pt x="114785" y="33057"/>
                    <a:pt x="114785" y="24640"/>
                  </a:cubicBezTo>
                  <a:cubicBezTo>
                    <a:pt x="114785" y="11663"/>
                    <a:pt x="101700" y="89"/>
                    <a:pt x="82956" y="89"/>
                  </a:cubicBezTo>
                  <a:cubicBezTo>
                    <a:pt x="58200" y="89"/>
                    <a:pt x="28139" y="18678"/>
                    <a:pt x="28139" y="55855"/>
                  </a:cubicBezTo>
                  <a:lnTo>
                    <a:pt x="28139" y="96189"/>
                  </a:lnTo>
                  <a:lnTo>
                    <a:pt x="199" y="96189"/>
                  </a:lnTo>
                  <a:lnTo>
                    <a:pt x="199" y="107061"/>
                  </a:lnTo>
                  <a:lnTo>
                    <a:pt x="28139" y="107061"/>
                  </a:lnTo>
                  <a:lnTo>
                    <a:pt x="28139" y="220697"/>
                  </a:lnTo>
                  <a:cubicBezTo>
                    <a:pt x="28139" y="236480"/>
                    <a:pt x="24248" y="236480"/>
                    <a:pt x="553" y="236480"/>
                  </a:cubicBezTo>
                  <a:lnTo>
                    <a:pt x="553" y="247353"/>
                  </a:lnTo>
                  <a:cubicBezTo>
                    <a:pt x="14346" y="247002"/>
                    <a:pt x="30968" y="246301"/>
                    <a:pt x="40870" y="246301"/>
                  </a:cubicBezTo>
                  <a:cubicBezTo>
                    <a:pt x="55017" y="246301"/>
                    <a:pt x="71639" y="246301"/>
                    <a:pt x="85785" y="247353"/>
                  </a:cubicBezTo>
                  <a:lnTo>
                    <a:pt x="85785" y="236480"/>
                  </a:lnTo>
                  <a:lnTo>
                    <a:pt x="78358" y="236480"/>
                  </a:lnTo>
                  <a:cubicBezTo>
                    <a:pt x="52188" y="236480"/>
                    <a:pt x="51480" y="232622"/>
                    <a:pt x="51480" y="219996"/>
                  </a:cubicBezTo>
                  <a:lnTo>
                    <a:pt x="51480" y="107061"/>
                  </a:lnTo>
                  <a:lnTo>
                    <a:pt x="91798" y="107061"/>
                  </a:lnTo>
                  <a:lnTo>
                    <a:pt x="91798" y="96189"/>
                  </a:lnTo>
                  <a:lnTo>
                    <a:pt x="50419" y="9618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DE54EF4C-05C6-E8BE-01D5-5085DC7C0F0C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1829725" y="7606565"/>
              <a:ext cx="110695" cy="219556"/>
            </a:xfrm>
            <a:custGeom>
              <a:avLst/>
              <a:gdLst>
                <a:gd name="connsiteX0" fmla="*/ 54666 w 110695"/>
                <a:gd name="connsiteY0" fmla="*/ 75496 h 219556"/>
                <a:gd name="connsiteX1" fmla="*/ 105240 w 110695"/>
                <a:gd name="connsiteY1" fmla="*/ 75496 h 219556"/>
                <a:gd name="connsiteX2" fmla="*/ 105240 w 110695"/>
                <a:gd name="connsiteY2" fmla="*/ 64623 h 219556"/>
                <a:gd name="connsiteX3" fmla="*/ 54666 w 110695"/>
                <a:gd name="connsiteY3" fmla="*/ 64623 h 219556"/>
                <a:gd name="connsiteX4" fmla="*/ 54666 w 110695"/>
                <a:gd name="connsiteY4" fmla="*/ 89 h 219556"/>
                <a:gd name="connsiteX5" fmla="*/ 45825 w 110695"/>
                <a:gd name="connsiteY5" fmla="*/ 89 h 219556"/>
                <a:gd name="connsiteX6" fmla="*/ 202 w 110695"/>
                <a:gd name="connsiteY6" fmla="*/ 67780 h 219556"/>
                <a:gd name="connsiteX7" fmla="*/ 202 w 110695"/>
                <a:gd name="connsiteY7" fmla="*/ 75496 h 219556"/>
                <a:gd name="connsiteX8" fmla="*/ 30264 w 110695"/>
                <a:gd name="connsiteY8" fmla="*/ 75496 h 219556"/>
                <a:gd name="connsiteX9" fmla="*/ 30264 w 110695"/>
                <a:gd name="connsiteY9" fmla="*/ 172297 h 219556"/>
                <a:gd name="connsiteX10" fmla="*/ 75886 w 110695"/>
                <a:gd name="connsiteY10" fmla="*/ 219645 h 219556"/>
                <a:gd name="connsiteX11" fmla="*/ 110898 w 110695"/>
                <a:gd name="connsiteY11" fmla="*/ 172297 h 219556"/>
                <a:gd name="connsiteX12" fmla="*/ 110898 w 110695"/>
                <a:gd name="connsiteY12" fmla="*/ 152305 h 219556"/>
                <a:gd name="connsiteX13" fmla="*/ 102057 w 110695"/>
                <a:gd name="connsiteY13" fmla="*/ 152305 h 219556"/>
                <a:gd name="connsiteX14" fmla="*/ 102057 w 110695"/>
                <a:gd name="connsiteY14" fmla="*/ 171595 h 219556"/>
                <a:gd name="connsiteX15" fmla="*/ 78361 w 110695"/>
                <a:gd name="connsiteY15" fmla="*/ 210877 h 219556"/>
                <a:gd name="connsiteX16" fmla="*/ 54666 w 110695"/>
                <a:gd name="connsiteY16" fmla="*/ 172998 h 219556"/>
                <a:gd name="connsiteX17" fmla="*/ 54666 w 110695"/>
                <a:gd name="connsiteY17" fmla="*/ 75496 h 2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0695" h="219556">
                  <a:moveTo>
                    <a:pt x="54666" y="75496"/>
                  </a:moveTo>
                  <a:lnTo>
                    <a:pt x="105240" y="75496"/>
                  </a:lnTo>
                  <a:lnTo>
                    <a:pt x="105240" y="64623"/>
                  </a:lnTo>
                  <a:lnTo>
                    <a:pt x="54666" y="64623"/>
                  </a:lnTo>
                  <a:lnTo>
                    <a:pt x="54666" y="89"/>
                  </a:lnTo>
                  <a:lnTo>
                    <a:pt x="45825" y="89"/>
                  </a:lnTo>
                  <a:cubicBezTo>
                    <a:pt x="45471" y="28849"/>
                    <a:pt x="34861" y="66377"/>
                    <a:pt x="202" y="67780"/>
                  </a:cubicBezTo>
                  <a:lnTo>
                    <a:pt x="202" y="75496"/>
                  </a:lnTo>
                  <a:lnTo>
                    <a:pt x="30264" y="75496"/>
                  </a:lnTo>
                  <a:lnTo>
                    <a:pt x="30264" y="172297"/>
                  </a:lnTo>
                  <a:cubicBezTo>
                    <a:pt x="30264" y="215436"/>
                    <a:pt x="63154" y="219645"/>
                    <a:pt x="75886" y="219645"/>
                  </a:cubicBezTo>
                  <a:cubicBezTo>
                    <a:pt x="100996" y="219645"/>
                    <a:pt x="110898" y="194743"/>
                    <a:pt x="110898" y="172297"/>
                  </a:cubicBezTo>
                  <a:lnTo>
                    <a:pt x="110898" y="152305"/>
                  </a:lnTo>
                  <a:lnTo>
                    <a:pt x="102057" y="152305"/>
                  </a:lnTo>
                  <a:lnTo>
                    <a:pt x="102057" y="171595"/>
                  </a:lnTo>
                  <a:cubicBezTo>
                    <a:pt x="102057" y="197549"/>
                    <a:pt x="91447" y="210877"/>
                    <a:pt x="78361" y="210877"/>
                  </a:cubicBezTo>
                  <a:cubicBezTo>
                    <a:pt x="54666" y="210877"/>
                    <a:pt x="54666" y="178961"/>
                    <a:pt x="54666" y="172998"/>
                  </a:cubicBezTo>
                  <a:lnTo>
                    <a:pt x="54666" y="75496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2D59229E-8C9A-7572-D25E-BAD43C7412FC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1971858" y="7667241"/>
              <a:ext cx="276209" cy="155022"/>
            </a:xfrm>
            <a:custGeom>
              <a:avLst/>
              <a:gdLst>
                <a:gd name="connsiteX0" fmla="*/ 27792 w 276209"/>
                <a:gd name="connsiteY0" fmla="*/ 34460 h 155022"/>
                <a:gd name="connsiteX1" fmla="*/ 27792 w 276209"/>
                <a:gd name="connsiteY1" fmla="*/ 128456 h 155022"/>
                <a:gd name="connsiteX2" fmla="*/ 206 w 276209"/>
                <a:gd name="connsiteY2" fmla="*/ 144238 h 155022"/>
                <a:gd name="connsiteX3" fmla="*/ 206 w 276209"/>
                <a:gd name="connsiteY3" fmla="*/ 155111 h 155022"/>
                <a:gd name="connsiteX4" fmla="*/ 40170 w 276209"/>
                <a:gd name="connsiteY4" fmla="*/ 154059 h 155022"/>
                <a:gd name="connsiteX5" fmla="*/ 79780 w 276209"/>
                <a:gd name="connsiteY5" fmla="*/ 155111 h 155022"/>
                <a:gd name="connsiteX6" fmla="*/ 79780 w 276209"/>
                <a:gd name="connsiteY6" fmla="*/ 144238 h 155022"/>
                <a:gd name="connsiteX7" fmla="*/ 52194 w 276209"/>
                <a:gd name="connsiteY7" fmla="*/ 128456 h 155022"/>
                <a:gd name="connsiteX8" fmla="*/ 52194 w 276209"/>
                <a:gd name="connsiteY8" fmla="*/ 63922 h 155022"/>
                <a:gd name="connsiteX9" fmla="*/ 99939 w 276209"/>
                <a:gd name="connsiteY9" fmla="*/ 7805 h 155022"/>
                <a:gd name="connsiteX10" fmla="*/ 126110 w 276209"/>
                <a:gd name="connsiteY10" fmla="*/ 46736 h 155022"/>
                <a:gd name="connsiteX11" fmla="*/ 126110 w 276209"/>
                <a:gd name="connsiteY11" fmla="*/ 128456 h 155022"/>
                <a:gd name="connsiteX12" fmla="*/ 98524 w 276209"/>
                <a:gd name="connsiteY12" fmla="*/ 144238 h 155022"/>
                <a:gd name="connsiteX13" fmla="*/ 98524 w 276209"/>
                <a:gd name="connsiteY13" fmla="*/ 155111 h 155022"/>
                <a:gd name="connsiteX14" fmla="*/ 138488 w 276209"/>
                <a:gd name="connsiteY14" fmla="*/ 154059 h 155022"/>
                <a:gd name="connsiteX15" fmla="*/ 178098 w 276209"/>
                <a:gd name="connsiteY15" fmla="*/ 155111 h 155022"/>
                <a:gd name="connsiteX16" fmla="*/ 178098 w 276209"/>
                <a:gd name="connsiteY16" fmla="*/ 144238 h 155022"/>
                <a:gd name="connsiteX17" fmla="*/ 150512 w 276209"/>
                <a:gd name="connsiteY17" fmla="*/ 128456 h 155022"/>
                <a:gd name="connsiteX18" fmla="*/ 150512 w 276209"/>
                <a:gd name="connsiteY18" fmla="*/ 63922 h 155022"/>
                <a:gd name="connsiteX19" fmla="*/ 198256 w 276209"/>
                <a:gd name="connsiteY19" fmla="*/ 7805 h 155022"/>
                <a:gd name="connsiteX20" fmla="*/ 224427 w 276209"/>
                <a:gd name="connsiteY20" fmla="*/ 46736 h 155022"/>
                <a:gd name="connsiteX21" fmla="*/ 224427 w 276209"/>
                <a:gd name="connsiteY21" fmla="*/ 128456 h 155022"/>
                <a:gd name="connsiteX22" fmla="*/ 196842 w 276209"/>
                <a:gd name="connsiteY22" fmla="*/ 144238 h 155022"/>
                <a:gd name="connsiteX23" fmla="*/ 196842 w 276209"/>
                <a:gd name="connsiteY23" fmla="*/ 155111 h 155022"/>
                <a:gd name="connsiteX24" fmla="*/ 236805 w 276209"/>
                <a:gd name="connsiteY24" fmla="*/ 154059 h 155022"/>
                <a:gd name="connsiteX25" fmla="*/ 276415 w 276209"/>
                <a:gd name="connsiteY25" fmla="*/ 155111 h 155022"/>
                <a:gd name="connsiteX26" fmla="*/ 276415 w 276209"/>
                <a:gd name="connsiteY26" fmla="*/ 144238 h 155022"/>
                <a:gd name="connsiteX27" fmla="*/ 248830 w 276209"/>
                <a:gd name="connsiteY27" fmla="*/ 133717 h 155022"/>
                <a:gd name="connsiteX28" fmla="*/ 248830 w 276209"/>
                <a:gd name="connsiteY28" fmla="*/ 66727 h 155022"/>
                <a:gd name="connsiteX29" fmla="*/ 237866 w 276209"/>
                <a:gd name="connsiteY29" fmla="*/ 13066 h 155022"/>
                <a:gd name="connsiteX30" fmla="*/ 200732 w 276209"/>
                <a:gd name="connsiteY30" fmla="*/ 89 h 155022"/>
                <a:gd name="connsiteX31" fmla="*/ 149451 w 276209"/>
                <a:gd name="connsiteY31" fmla="*/ 34460 h 155022"/>
                <a:gd name="connsiteX32" fmla="*/ 102414 w 276209"/>
                <a:gd name="connsiteY32" fmla="*/ 89 h 155022"/>
                <a:gd name="connsiteX33" fmla="*/ 50072 w 276209"/>
                <a:gd name="connsiteY33" fmla="*/ 36915 h 155022"/>
                <a:gd name="connsiteX34" fmla="*/ 50072 w 276209"/>
                <a:gd name="connsiteY34" fmla="*/ 89 h 155022"/>
                <a:gd name="connsiteX35" fmla="*/ 206 w 276209"/>
                <a:gd name="connsiteY35" fmla="*/ 3947 h 155022"/>
                <a:gd name="connsiteX36" fmla="*/ 206 w 276209"/>
                <a:gd name="connsiteY36" fmla="*/ 14820 h 155022"/>
                <a:gd name="connsiteX37" fmla="*/ 27792 w 276209"/>
                <a:gd name="connsiteY37" fmla="*/ 34460 h 155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6209" h="155022">
                  <a:moveTo>
                    <a:pt x="27792" y="34460"/>
                  </a:moveTo>
                  <a:lnTo>
                    <a:pt x="27792" y="128456"/>
                  </a:lnTo>
                  <a:cubicBezTo>
                    <a:pt x="27792" y="144238"/>
                    <a:pt x="23902" y="144238"/>
                    <a:pt x="206" y="144238"/>
                  </a:cubicBezTo>
                  <a:lnTo>
                    <a:pt x="206" y="155111"/>
                  </a:lnTo>
                  <a:cubicBezTo>
                    <a:pt x="12584" y="154760"/>
                    <a:pt x="30621" y="154059"/>
                    <a:pt x="40170" y="154059"/>
                  </a:cubicBezTo>
                  <a:cubicBezTo>
                    <a:pt x="49365" y="154059"/>
                    <a:pt x="67756" y="154760"/>
                    <a:pt x="79780" y="155111"/>
                  </a:cubicBezTo>
                  <a:lnTo>
                    <a:pt x="79780" y="144238"/>
                  </a:lnTo>
                  <a:cubicBezTo>
                    <a:pt x="56085" y="144238"/>
                    <a:pt x="52194" y="144238"/>
                    <a:pt x="52194" y="128456"/>
                  </a:cubicBezTo>
                  <a:lnTo>
                    <a:pt x="52194" y="63922"/>
                  </a:lnTo>
                  <a:cubicBezTo>
                    <a:pt x="52194" y="27446"/>
                    <a:pt x="77304" y="7805"/>
                    <a:pt x="99939" y="7805"/>
                  </a:cubicBezTo>
                  <a:cubicBezTo>
                    <a:pt x="122219" y="7805"/>
                    <a:pt x="126110" y="26744"/>
                    <a:pt x="126110" y="46736"/>
                  </a:cubicBezTo>
                  <a:lnTo>
                    <a:pt x="126110" y="128456"/>
                  </a:lnTo>
                  <a:cubicBezTo>
                    <a:pt x="126110" y="144238"/>
                    <a:pt x="122219" y="144238"/>
                    <a:pt x="98524" y="144238"/>
                  </a:cubicBezTo>
                  <a:lnTo>
                    <a:pt x="98524" y="155111"/>
                  </a:lnTo>
                  <a:cubicBezTo>
                    <a:pt x="110902" y="154760"/>
                    <a:pt x="128939" y="154059"/>
                    <a:pt x="138488" y="154059"/>
                  </a:cubicBezTo>
                  <a:cubicBezTo>
                    <a:pt x="147683" y="154059"/>
                    <a:pt x="166073" y="154760"/>
                    <a:pt x="178098" y="155111"/>
                  </a:cubicBezTo>
                  <a:lnTo>
                    <a:pt x="178098" y="144238"/>
                  </a:lnTo>
                  <a:cubicBezTo>
                    <a:pt x="154402" y="144238"/>
                    <a:pt x="150512" y="144238"/>
                    <a:pt x="150512" y="128456"/>
                  </a:cubicBezTo>
                  <a:lnTo>
                    <a:pt x="150512" y="63922"/>
                  </a:lnTo>
                  <a:cubicBezTo>
                    <a:pt x="150512" y="27446"/>
                    <a:pt x="175622" y="7805"/>
                    <a:pt x="198256" y="7805"/>
                  </a:cubicBezTo>
                  <a:cubicBezTo>
                    <a:pt x="220537" y="7805"/>
                    <a:pt x="224427" y="26744"/>
                    <a:pt x="224427" y="46736"/>
                  </a:cubicBezTo>
                  <a:lnTo>
                    <a:pt x="224427" y="128456"/>
                  </a:lnTo>
                  <a:cubicBezTo>
                    <a:pt x="224427" y="144238"/>
                    <a:pt x="220537" y="144238"/>
                    <a:pt x="196842" y="144238"/>
                  </a:cubicBezTo>
                  <a:lnTo>
                    <a:pt x="196842" y="155111"/>
                  </a:lnTo>
                  <a:cubicBezTo>
                    <a:pt x="209220" y="154760"/>
                    <a:pt x="227257" y="154059"/>
                    <a:pt x="236805" y="154059"/>
                  </a:cubicBezTo>
                  <a:cubicBezTo>
                    <a:pt x="246001" y="154059"/>
                    <a:pt x="264391" y="154760"/>
                    <a:pt x="276415" y="155111"/>
                  </a:cubicBezTo>
                  <a:lnTo>
                    <a:pt x="276415" y="144238"/>
                  </a:lnTo>
                  <a:cubicBezTo>
                    <a:pt x="258025" y="144238"/>
                    <a:pt x="249183" y="144238"/>
                    <a:pt x="248830" y="133717"/>
                  </a:cubicBezTo>
                  <a:lnTo>
                    <a:pt x="248830" y="66727"/>
                  </a:lnTo>
                  <a:cubicBezTo>
                    <a:pt x="248830" y="36565"/>
                    <a:pt x="248830" y="25692"/>
                    <a:pt x="237866" y="13066"/>
                  </a:cubicBezTo>
                  <a:cubicBezTo>
                    <a:pt x="232915" y="7104"/>
                    <a:pt x="221244" y="89"/>
                    <a:pt x="200732" y="89"/>
                  </a:cubicBezTo>
                  <a:cubicBezTo>
                    <a:pt x="171024" y="89"/>
                    <a:pt x="155463" y="21133"/>
                    <a:pt x="149451" y="34460"/>
                  </a:cubicBezTo>
                  <a:cubicBezTo>
                    <a:pt x="144500" y="3947"/>
                    <a:pt x="118329" y="89"/>
                    <a:pt x="102414" y="89"/>
                  </a:cubicBezTo>
                  <a:cubicBezTo>
                    <a:pt x="76597" y="89"/>
                    <a:pt x="59975" y="15170"/>
                    <a:pt x="50072" y="36915"/>
                  </a:cubicBezTo>
                  <a:lnTo>
                    <a:pt x="50072" y="89"/>
                  </a:lnTo>
                  <a:lnTo>
                    <a:pt x="206" y="3947"/>
                  </a:lnTo>
                  <a:lnTo>
                    <a:pt x="206" y="14820"/>
                  </a:lnTo>
                  <a:cubicBezTo>
                    <a:pt x="24963" y="14820"/>
                    <a:pt x="27792" y="17275"/>
                    <a:pt x="27792" y="3446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BEBE2E0F-969E-B52E-54A7-0E12F7876F21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2270112" y="7665137"/>
              <a:ext cx="159501" cy="160984"/>
            </a:xfrm>
            <a:custGeom>
              <a:avLst/>
              <a:gdLst>
                <a:gd name="connsiteX0" fmla="*/ 103130 w 159501"/>
                <a:gd name="connsiteY0" fmla="*/ 130560 h 160984"/>
                <a:gd name="connsiteX1" fmla="*/ 130715 w 159501"/>
                <a:gd name="connsiteY1" fmla="*/ 159320 h 160984"/>
                <a:gd name="connsiteX2" fmla="*/ 159716 w 159501"/>
                <a:gd name="connsiteY2" fmla="*/ 126001 h 160984"/>
                <a:gd name="connsiteX3" fmla="*/ 159716 w 159501"/>
                <a:gd name="connsiteY3" fmla="*/ 106360 h 160984"/>
                <a:gd name="connsiteX4" fmla="*/ 150874 w 159501"/>
                <a:gd name="connsiteY4" fmla="*/ 106360 h 160984"/>
                <a:gd name="connsiteX5" fmla="*/ 150874 w 159501"/>
                <a:gd name="connsiteY5" fmla="*/ 126001 h 160984"/>
                <a:gd name="connsiteX6" fmla="*/ 138142 w 159501"/>
                <a:gd name="connsiteY6" fmla="*/ 148447 h 160984"/>
                <a:gd name="connsiteX7" fmla="*/ 125057 w 159501"/>
                <a:gd name="connsiteY7" fmla="*/ 130911 h 160984"/>
                <a:gd name="connsiteX8" fmla="*/ 125057 w 159501"/>
                <a:gd name="connsiteY8" fmla="*/ 60765 h 160984"/>
                <a:gd name="connsiteX9" fmla="*/ 112325 w 159501"/>
                <a:gd name="connsiteY9" fmla="*/ 19379 h 160984"/>
                <a:gd name="connsiteX10" fmla="*/ 63874 w 159501"/>
                <a:gd name="connsiteY10" fmla="*/ 89 h 160984"/>
                <a:gd name="connsiteX11" fmla="*/ 10471 w 159501"/>
                <a:gd name="connsiteY11" fmla="*/ 39721 h 160984"/>
                <a:gd name="connsiteX12" fmla="*/ 26739 w 159501"/>
                <a:gd name="connsiteY12" fmla="*/ 56206 h 160984"/>
                <a:gd name="connsiteX13" fmla="*/ 43008 w 159501"/>
                <a:gd name="connsiteY13" fmla="*/ 40072 h 160984"/>
                <a:gd name="connsiteX14" fmla="*/ 24971 w 159501"/>
                <a:gd name="connsiteY14" fmla="*/ 23938 h 160984"/>
                <a:gd name="connsiteX15" fmla="*/ 63166 w 159501"/>
                <a:gd name="connsiteY15" fmla="*/ 7805 h 160984"/>
                <a:gd name="connsiteX16" fmla="*/ 100654 w 159501"/>
                <a:gd name="connsiteY16" fmla="*/ 52698 h 160984"/>
                <a:gd name="connsiteX17" fmla="*/ 100654 w 159501"/>
                <a:gd name="connsiteY17" fmla="*/ 65675 h 160984"/>
                <a:gd name="connsiteX18" fmla="*/ 35581 w 159501"/>
                <a:gd name="connsiteY18" fmla="*/ 78301 h 160984"/>
                <a:gd name="connsiteX19" fmla="*/ 215 w 159501"/>
                <a:gd name="connsiteY19" fmla="*/ 123896 h 160984"/>
                <a:gd name="connsiteX20" fmla="*/ 56800 w 159501"/>
                <a:gd name="connsiteY20" fmla="*/ 161073 h 160984"/>
                <a:gd name="connsiteX21" fmla="*/ 103130 w 159501"/>
                <a:gd name="connsiteY21" fmla="*/ 130560 h 160984"/>
                <a:gd name="connsiteX22" fmla="*/ 100654 w 159501"/>
                <a:gd name="connsiteY22" fmla="*/ 73041 h 160984"/>
                <a:gd name="connsiteX23" fmla="*/ 100654 w 159501"/>
                <a:gd name="connsiteY23" fmla="*/ 108113 h 160984"/>
                <a:gd name="connsiteX24" fmla="*/ 59276 w 159501"/>
                <a:gd name="connsiteY24" fmla="*/ 153357 h 160984"/>
                <a:gd name="connsiteX25" fmla="*/ 27446 w 159501"/>
                <a:gd name="connsiteY25" fmla="*/ 123545 h 160984"/>
                <a:gd name="connsiteX26" fmla="*/ 100654 w 159501"/>
                <a:gd name="connsiteY26" fmla="*/ 73041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59501" h="160984">
                  <a:moveTo>
                    <a:pt x="103130" y="130560"/>
                  </a:moveTo>
                  <a:cubicBezTo>
                    <a:pt x="104545" y="144589"/>
                    <a:pt x="114093" y="159320"/>
                    <a:pt x="130715" y="159320"/>
                  </a:cubicBezTo>
                  <a:cubicBezTo>
                    <a:pt x="138142" y="159320"/>
                    <a:pt x="159716" y="154410"/>
                    <a:pt x="159716" y="126001"/>
                  </a:cubicBezTo>
                  <a:lnTo>
                    <a:pt x="159716" y="106360"/>
                  </a:lnTo>
                  <a:lnTo>
                    <a:pt x="150874" y="106360"/>
                  </a:lnTo>
                  <a:lnTo>
                    <a:pt x="150874" y="126001"/>
                  </a:lnTo>
                  <a:cubicBezTo>
                    <a:pt x="150874" y="146343"/>
                    <a:pt x="142033" y="148447"/>
                    <a:pt x="138142" y="148447"/>
                  </a:cubicBezTo>
                  <a:cubicBezTo>
                    <a:pt x="126471" y="148447"/>
                    <a:pt x="125057" y="132664"/>
                    <a:pt x="125057" y="130911"/>
                  </a:cubicBezTo>
                  <a:lnTo>
                    <a:pt x="125057" y="60765"/>
                  </a:lnTo>
                  <a:cubicBezTo>
                    <a:pt x="125057" y="46034"/>
                    <a:pt x="125057" y="32356"/>
                    <a:pt x="112325" y="19379"/>
                  </a:cubicBezTo>
                  <a:cubicBezTo>
                    <a:pt x="98532" y="5701"/>
                    <a:pt x="80849" y="89"/>
                    <a:pt x="63874" y="89"/>
                  </a:cubicBezTo>
                  <a:cubicBezTo>
                    <a:pt x="34873" y="89"/>
                    <a:pt x="10471" y="16573"/>
                    <a:pt x="10471" y="39721"/>
                  </a:cubicBezTo>
                  <a:cubicBezTo>
                    <a:pt x="10471" y="50243"/>
                    <a:pt x="17544" y="56206"/>
                    <a:pt x="26739" y="56206"/>
                  </a:cubicBezTo>
                  <a:cubicBezTo>
                    <a:pt x="36642" y="56206"/>
                    <a:pt x="43008" y="49191"/>
                    <a:pt x="43008" y="40072"/>
                  </a:cubicBezTo>
                  <a:cubicBezTo>
                    <a:pt x="43008" y="35863"/>
                    <a:pt x="41239" y="24289"/>
                    <a:pt x="24971" y="23938"/>
                  </a:cubicBezTo>
                  <a:cubicBezTo>
                    <a:pt x="34520" y="11663"/>
                    <a:pt x="51849" y="7805"/>
                    <a:pt x="63166" y="7805"/>
                  </a:cubicBezTo>
                  <a:cubicBezTo>
                    <a:pt x="80496" y="7805"/>
                    <a:pt x="100654" y="21483"/>
                    <a:pt x="100654" y="52698"/>
                  </a:cubicBezTo>
                  <a:lnTo>
                    <a:pt x="100654" y="65675"/>
                  </a:lnTo>
                  <a:cubicBezTo>
                    <a:pt x="82618" y="66727"/>
                    <a:pt x="57861" y="67780"/>
                    <a:pt x="35581" y="78301"/>
                  </a:cubicBezTo>
                  <a:cubicBezTo>
                    <a:pt x="9056" y="90226"/>
                    <a:pt x="215" y="108464"/>
                    <a:pt x="215" y="123896"/>
                  </a:cubicBezTo>
                  <a:cubicBezTo>
                    <a:pt x="215" y="152305"/>
                    <a:pt x="34520" y="161073"/>
                    <a:pt x="56800" y="161073"/>
                  </a:cubicBezTo>
                  <a:cubicBezTo>
                    <a:pt x="80142" y="161073"/>
                    <a:pt x="96410" y="147044"/>
                    <a:pt x="103130" y="130560"/>
                  </a:cubicBezTo>
                  <a:close/>
                  <a:moveTo>
                    <a:pt x="100654" y="73041"/>
                  </a:moveTo>
                  <a:lnTo>
                    <a:pt x="100654" y="108113"/>
                  </a:lnTo>
                  <a:cubicBezTo>
                    <a:pt x="100654" y="141433"/>
                    <a:pt x="75191" y="153357"/>
                    <a:pt x="59276" y="153357"/>
                  </a:cubicBezTo>
                  <a:cubicBezTo>
                    <a:pt x="41947" y="153357"/>
                    <a:pt x="27446" y="141082"/>
                    <a:pt x="27446" y="123545"/>
                  </a:cubicBezTo>
                  <a:cubicBezTo>
                    <a:pt x="27446" y="104255"/>
                    <a:pt x="42300" y="75145"/>
                    <a:pt x="100654" y="73041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4DA72C7A-44AE-1A78-EE96-FF993D026011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2436334" y="7671099"/>
              <a:ext cx="178244" cy="151164"/>
            </a:xfrm>
            <a:custGeom>
              <a:avLst/>
              <a:gdLst>
                <a:gd name="connsiteX0" fmla="*/ 97476 w 178244"/>
                <a:gd name="connsiteY0" fmla="*/ 68832 h 151164"/>
                <a:gd name="connsiteX1" fmla="*/ 130013 w 178244"/>
                <a:gd name="connsiteY1" fmla="*/ 29199 h 151164"/>
                <a:gd name="connsiteX2" fmla="*/ 172099 w 178244"/>
                <a:gd name="connsiteY2" fmla="*/ 10962 h 151164"/>
                <a:gd name="connsiteX3" fmla="*/ 172099 w 178244"/>
                <a:gd name="connsiteY3" fmla="*/ 89 h 151164"/>
                <a:gd name="connsiteX4" fmla="*/ 143099 w 178244"/>
                <a:gd name="connsiteY4" fmla="*/ 1141 h 151164"/>
                <a:gd name="connsiteX5" fmla="*/ 109147 w 178244"/>
                <a:gd name="connsiteY5" fmla="*/ 89 h 151164"/>
                <a:gd name="connsiteX6" fmla="*/ 109147 w 178244"/>
                <a:gd name="connsiteY6" fmla="*/ 10962 h 151164"/>
                <a:gd name="connsiteX7" fmla="*/ 119403 w 178244"/>
                <a:gd name="connsiteY7" fmla="*/ 21834 h 151164"/>
                <a:gd name="connsiteX8" fmla="*/ 114098 w 178244"/>
                <a:gd name="connsiteY8" fmla="*/ 34110 h 151164"/>
                <a:gd name="connsiteX9" fmla="*/ 92171 w 178244"/>
                <a:gd name="connsiteY9" fmla="*/ 61466 h 151164"/>
                <a:gd name="connsiteX10" fmla="*/ 64586 w 178244"/>
                <a:gd name="connsiteY10" fmla="*/ 26043 h 151164"/>
                <a:gd name="connsiteX11" fmla="*/ 61403 w 178244"/>
                <a:gd name="connsiteY11" fmla="*/ 19730 h 151164"/>
                <a:gd name="connsiteX12" fmla="*/ 73781 w 178244"/>
                <a:gd name="connsiteY12" fmla="*/ 10962 h 151164"/>
                <a:gd name="connsiteX13" fmla="*/ 73781 w 178244"/>
                <a:gd name="connsiteY13" fmla="*/ 89 h 151164"/>
                <a:gd name="connsiteX14" fmla="*/ 35586 w 178244"/>
                <a:gd name="connsiteY14" fmla="*/ 1141 h 151164"/>
                <a:gd name="connsiteX15" fmla="*/ 1988 w 178244"/>
                <a:gd name="connsiteY15" fmla="*/ 89 h 151164"/>
                <a:gd name="connsiteX16" fmla="*/ 1988 w 178244"/>
                <a:gd name="connsiteY16" fmla="*/ 10962 h 151164"/>
                <a:gd name="connsiteX17" fmla="*/ 43720 w 178244"/>
                <a:gd name="connsiteY17" fmla="*/ 32356 h 151164"/>
                <a:gd name="connsiteX18" fmla="*/ 78732 w 178244"/>
                <a:gd name="connsiteY18" fmla="*/ 77600 h 151164"/>
                <a:gd name="connsiteX19" fmla="*/ 45488 w 178244"/>
                <a:gd name="connsiteY19" fmla="*/ 119337 h 151164"/>
                <a:gd name="connsiteX20" fmla="*/ 220 w 178244"/>
                <a:gd name="connsiteY20" fmla="*/ 140380 h 151164"/>
                <a:gd name="connsiteX21" fmla="*/ 220 w 178244"/>
                <a:gd name="connsiteY21" fmla="*/ 151253 h 151164"/>
                <a:gd name="connsiteX22" fmla="*/ 29573 w 178244"/>
                <a:gd name="connsiteY22" fmla="*/ 150201 h 151164"/>
                <a:gd name="connsiteX23" fmla="*/ 63171 w 178244"/>
                <a:gd name="connsiteY23" fmla="*/ 151253 h 151164"/>
                <a:gd name="connsiteX24" fmla="*/ 63171 w 178244"/>
                <a:gd name="connsiteY24" fmla="*/ 140380 h 151164"/>
                <a:gd name="connsiteX25" fmla="*/ 52915 w 178244"/>
                <a:gd name="connsiteY25" fmla="*/ 129508 h 151164"/>
                <a:gd name="connsiteX26" fmla="*/ 84745 w 178244"/>
                <a:gd name="connsiteY26" fmla="*/ 84965 h 151164"/>
                <a:gd name="connsiteX27" fmla="*/ 111623 w 178244"/>
                <a:gd name="connsiteY27" fmla="*/ 120038 h 151164"/>
                <a:gd name="connsiteX28" fmla="*/ 119050 w 178244"/>
                <a:gd name="connsiteY28" fmla="*/ 131612 h 151164"/>
                <a:gd name="connsiteX29" fmla="*/ 106318 w 178244"/>
                <a:gd name="connsiteY29" fmla="*/ 140380 h 151164"/>
                <a:gd name="connsiteX30" fmla="*/ 106318 w 178244"/>
                <a:gd name="connsiteY30" fmla="*/ 151253 h 151164"/>
                <a:gd name="connsiteX31" fmla="*/ 144513 w 178244"/>
                <a:gd name="connsiteY31" fmla="*/ 150201 h 151164"/>
                <a:gd name="connsiteX32" fmla="*/ 178465 w 178244"/>
                <a:gd name="connsiteY32" fmla="*/ 151253 h 151164"/>
                <a:gd name="connsiteX33" fmla="*/ 178465 w 178244"/>
                <a:gd name="connsiteY33" fmla="*/ 140380 h 151164"/>
                <a:gd name="connsiteX34" fmla="*/ 144867 w 178244"/>
                <a:gd name="connsiteY34" fmla="*/ 129508 h 151164"/>
                <a:gd name="connsiteX35" fmla="*/ 97476 w 178244"/>
                <a:gd name="connsiteY35" fmla="*/ 68832 h 151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244" h="151164">
                  <a:moveTo>
                    <a:pt x="97476" y="68832"/>
                  </a:moveTo>
                  <a:cubicBezTo>
                    <a:pt x="108086" y="55504"/>
                    <a:pt x="121525" y="38318"/>
                    <a:pt x="130013" y="29199"/>
                  </a:cubicBezTo>
                  <a:cubicBezTo>
                    <a:pt x="140977" y="16573"/>
                    <a:pt x="155477" y="11312"/>
                    <a:pt x="172099" y="10962"/>
                  </a:cubicBezTo>
                  <a:lnTo>
                    <a:pt x="172099" y="89"/>
                  </a:lnTo>
                  <a:cubicBezTo>
                    <a:pt x="162904" y="790"/>
                    <a:pt x="152294" y="1141"/>
                    <a:pt x="143099" y="1141"/>
                  </a:cubicBezTo>
                  <a:cubicBezTo>
                    <a:pt x="132489" y="1141"/>
                    <a:pt x="113745" y="440"/>
                    <a:pt x="109147" y="89"/>
                  </a:cubicBezTo>
                  <a:lnTo>
                    <a:pt x="109147" y="10962"/>
                  </a:lnTo>
                  <a:cubicBezTo>
                    <a:pt x="116574" y="11663"/>
                    <a:pt x="119403" y="16222"/>
                    <a:pt x="119403" y="21834"/>
                  </a:cubicBezTo>
                  <a:cubicBezTo>
                    <a:pt x="119403" y="27446"/>
                    <a:pt x="115867" y="32005"/>
                    <a:pt x="114098" y="34110"/>
                  </a:cubicBezTo>
                  <a:lnTo>
                    <a:pt x="92171" y="61466"/>
                  </a:lnTo>
                  <a:lnTo>
                    <a:pt x="64586" y="26043"/>
                  </a:lnTo>
                  <a:cubicBezTo>
                    <a:pt x="61403" y="22536"/>
                    <a:pt x="61403" y="21834"/>
                    <a:pt x="61403" y="19730"/>
                  </a:cubicBezTo>
                  <a:cubicBezTo>
                    <a:pt x="61403" y="14469"/>
                    <a:pt x="66708" y="11312"/>
                    <a:pt x="73781" y="10962"/>
                  </a:cubicBezTo>
                  <a:lnTo>
                    <a:pt x="73781" y="89"/>
                  </a:lnTo>
                  <a:cubicBezTo>
                    <a:pt x="64586" y="440"/>
                    <a:pt x="41244" y="1141"/>
                    <a:pt x="35586" y="1141"/>
                  </a:cubicBezTo>
                  <a:cubicBezTo>
                    <a:pt x="28159" y="1141"/>
                    <a:pt x="11537" y="790"/>
                    <a:pt x="1988" y="89"/>
                  </a:cubicBezTo>
                  <a:lnTo>
                    <a:pt x="1988" y="10962"/>
                  </a:lnTo>
                  <a:cubicBezTo>
                    <a:pt x="26744" y="10962"/>
                    <a:pt x="27098" y="11312"/>
                    <a:pt x="43720" y="32356"/>
                  </a:cubicBezTo>
                  <a:lnTo>
                    <a:pt x="78732" y="77600"/>
                  </a:lnTo>
                  <a:lnTo>
                    <a:pt x="45488" y="119337"/>
                  </a:lnTo>
                  <a:cubicBezTo>
                    <a:pt x="28512" y="139679"/>
                    <a:pt x="7646" y="140380"/>
                    <a:pt x="220" y="140380"/>
                  </a:cubicBezTo>
                  <a:lnTo>
                    <a:pt x="220" y="151253"/>
                  </a:lnTo>
                  <a:cubicBezTo>
                    <a:pt x="9415" y="150552"/>
                    <a:pt x="20378" y="150201"/>
                    <a:pt x="29573" y="150201"/>
                  </a:cubicBezTo>
                  <a:cubicBezTo>
                    <a:pt x="39830" y="150201"/>
                    <a:pt x="54683" y="150902"/>
                    <a:pt x="63171" y="151253"/>
                  </a:cubicBezTo>
                  <a:lnTo>
                    <a:pt x="63171" y="140380"/>
                  </a:lnTo>
                  <a:cubicBezTo>
                    <a:pt x="55391" y="139328"/>
                    <a:pt x="52915" y="134769"/>
                    <a:pt x="52915" y="129508"/>
                  </a:cubicBezTo>
                  <a:cubicBezTo>
                    <a:pt x="52915" y="121792"/>
                    <a:pt x="63171" y="110218"/>
                    <a:pt x="84745" y="84965"/>
                  </a:cubicBezTo>
                  <a:lnTo>
                    <a:pt x="111623" y="120038"/>
                  </a:lnTo>
                  <a:cubicBezTo>
                    <a:pt x="114452" y="123896"/>
                    <a:pt x="119050" y="129508"/>
                    <a:pt x="119050" y="131612"/>
                  </a:cubicBezTo>
                  <a:cubicBezTo>
                    <a:pt x="119050" y="134769"/>
                    <a:pt x="115867" y="140030"/>
                    <a:pt x="106318" y="140380"/>
                  </a:cubicBezTo>
                  <a:lnTo>
                    <a:pt x="106318" y="151253"/>
                  </a:lnTo>
                  <a:cubicBezTo>
                    <a:pt x="116928" y="150902"/>
                    <a:pt x="136733" y="150201"/>
                    <a:pt x="144513" y="150201"/>
                  </a:cubicBezTo>
                  <a:cubicBezTo>
                    <a:pt x="154062" y="150201"/>
                    <a:pt x="167855" y="150552"/>
                    <a:pt x="178465" y="151253"/>
                  </a:cubicBezTo>
                  <a:lnTo>
                    <a:pt x="178465" y="140380"/>
                  </a:lnTo>
                  <a:cubicBezTo>
                    <a:pt x="159367" y="140380"/>
                    <a:pt x="153001" y="139679"/>
                    <a:pt x="144867" y="129508"/>
                  </a:cubicBezTo>
                  <a:lnTo>
                    <a:pt x="97476" y="68832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41C583B-3A78-CEF4-D491-BA89512B9DFD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2751247" y="7313702"/>
              <a:ext cx="174001" cy="841398"/>
            </a:xfrm>
            <a:custGeom>
              <a:avLst/>
              <a:gdLst>
                <a:gd name="connsiteX0" fmla="*/ 174228 w 174001"/>
                <a:gd name="connsiteY0" fmla="*/ 837966 h 841398"/>
                <a:gd name="connsiteX1" fmla="*/ 172813 w 174001"/>
                <a:gd name="connsiteY1" fmla="*/ 834809 h 841398"/>
                <a:gd name="connsiteX2" fmla="*/ 112337 w 174001"/>
                <a:gd name="connsiteY2" fmla="*/ 760455 h 841398"/>
                <a:gd name="connsiteX3" fmla="*/ 29580 w 174001"/>
                <a:gd name="connsiteY3" fmla="*/ 420949 h 841398"/>
                <a:gd name="connsiteX4" fmla="*/ 100666 w 174001"/>
                <a:gd name="connsiteY4" fmla="*/ 100383 h 841398"/>
                <a:gd name="connsiteX5" fmla="*/ 173167 w 174001"/>
                <a:gd name="connsiteY5" fmla="*/ 6388 h 841398"/>
                <a:gd name="connsiteX6" fmla="*/ 174228 w 174001"/>
                <a:gd name="connsiteY6" fmla="*/ 3582 h 841398"/>
                <a:gd name="connsiteX7" fmla="*/ 166801 w 174001"/>
                <a:gd name="connsiteY7" fmla="*/ 75 h 841398"/>
                <a:gd name="connsiteX8" fmla="*/ 155837 w 174001"/>
                <a:gd name="connsiteY8" fmla="*/ 5336 h 841398"/>
                <a:gd name="connsiteX9" fmla="*/ 227 w 174001"/>
                <a:gd name="connsiteY9" fmla="*/ 420599 h 841398"/>
                <a:gd name="connsiteX10" fmla="*/ 121886 w 174001"/>
                <a:gd name="connsiteY10" fmla="*/ 802192 h 841398"/>
                <a:gd name="connsiteX11" fmla="*/ 156898 w 174001"/>
                <a:gd name="connsiteY11" fmla="*/ 837264 h 841398"/>
                <a:gd name="connsiteX12" fmla="*/ 166801 w 174001"/>
                <a:gd name="connsiteY12" fmla="*/ 841473 h 841398"/>
                <a:gd name="connsiteX13" fmla="*/ 174228 w 174001"/>
                <a:gd name="connsiteY13" fmla="*/ 837966 h 841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001" h="841398">
                  <a:moveTo>
                    <a:pt x="174228" y="837966"/>
                  </a:moveTo>
                  <a:cubicBezTo>
                    <a:pt x="174228" y="836563"/>
                    <a:pt x="173520" y="835862"/>
                    <a:pt x="172813" y="834809"/>
                  </a:cubicBezTo>
                  <a:cubicBezTo>
                    <a:pt x="159728" y="821832"/>
                    <a:pt x="136032" y="798334"/>
                    <a:pt x="112337" y="760455"/>
                  </a:cubicBezTo>
                  <a:cubicBezTo>
                    <a:pt x="55398" y="669967"/>
                    <a:pt x="29580" y="555980"/>
                    <a:pt x="29580" y="420949"/>
                  </a:cubicBezTo>
                  <a:cubicBezTo>
                    <a:pt x="29580" y="326603"/>
                    <a:pt x="42312" y="204900"/>
                    <a:pt x="100666" y="100383"/>
                  </a:cubicBezTo>
                  <a:cubicBezTo>
                    <a:pt x="128605" y="50580"/>
                    <a:pt x="157606" y="21820"/>
                    <a:pt x="173167" y="6388"/>
                  </a:cubicBezTo>
                  <a:cubicBezTo>
                    <a:pt x="174228" y="5336"/>
                    <a:pt x="174228" y="4634"/>
                    <a:pt x="174228" y="3582"/>
                  </a:cubicBezTo>
                  <a:cubicBezTo>
                    <a:pt x="174228" y="75"/>
                    <a:pt x="171752" y="75"/>
                    <a:pt x="166801" y="75"/>
                  </a:cubicBezTo>
                  <a:cubicBezTo>
                    <a:pt x="161849" y="75"/>
                    <a:pt x="161142" y="75"/>
                    <a:pt x="155837" y="5336"/>
                  </a:cubicBezTo>
                  <a:cubicBezTo>
                    <a:pt x="37361" y="112308"/>
                    <a:pt x="227" y="272942"/>
                    <a:pt x="227" y="420599"/>
                  </a:cubicBezTo>
                  <a:cubicBezTo>
                    <a:pt x="227" y="558435"/>
                    <a:pt x="32056" y="697324"/>
                    <a:pt x="121886" y="802192"/>
                  </a:cubicBezTo>
                  <a:cubicBezTo>
                    <a:pt x="128959" y="810258"/>
                    <a:pt x="142398" y="824638"/>
                    <a:pt x="156898" y="837264"/>
                  </a:cubicBezTo>
                  <a:cubicBezTo>
                    <a:pt x="161142" y="841473"/>
                    <a:pt x="161849" y="841473"/>
                    <a:pt x="166801" y="841473"/>
                  </a:cubicBezTo>
                  <a:cubicBezTo>
                    <a:pt x="171752" y="841473"/>
                    <a:pt x="174228" y="841473"/>
                    <a:pt x="174228" y="837966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BD6E9E9C-8B9E-CB7B-2E79-421F83A72E34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2994253" y="7344393"/>
              <a:ext cx="287526" cy="240599"/>
            </a:xfrm>
            <a:custGeom>
              <a:avLst/>
              <a:gdLst>
                <a:gd name="connsiteX0" fmla="*/ 157968 w 287526"/>
                <a:gd name="connsiteY0" fmla="*/ 93025 h 240599"/>
                <a:gd name="connsiteX1" fmla="*/ 242846 w 287526"/>
                <a:gd name="connsiteY1" fmla="*/ 22880 h 240599"/>
                <a:gd name="connsiteX2" fmla="*/ 276090 w 287526"/>
                <a:gd name="connsiteY2" fmla="*/ 16566 h 240599"/>
                <a:gd name="connsiteX3" fmla="*/ 282103 w 287526"/>
                <a:gd name="connsiteY3" fmla="*/ 16566 h 240599"/>
                <a:gd name="connsiteX4" fmla="*/ 282103 w 287526"/>
                <a:gd name="connsiteY4" fmla="*/ 82 h 240599"/>
                <a:gd name="connsiteX5" fmla="*/ 246029 w 287526"/>
                <a:gd name="connsiteY5" fmla="*/ 1134 h 240599"/>
                <a:gd name="connsiteX6" fmla="*/ 194395 w 287526"/>
                <a:gd name="connsiteY6" fmla="*/ 82 h 240599"/>
                <a:gd name="connsiteX7" fmla="*/ 194395 w 287526"/>
                <a:gd name="connsiteY7" fmla="*/ 16566 h 240599"/>
                <a:gd name="connsiteX8" fmla="*/ 214907 w 287526"/>
                <a:gd name="connsiteY8" fmla="*/ 18320 h 240599"/>
                <a:gd name="connsiteX9" fmla="*/ 219505 w 287526"/>
                <a:gd name="connsiteY9" fmla="*/ 20424 h 240599"/>
                <a:gd name="connsiteX10" fmla="*/ 88650 w 287526"/>
                <a:gd name="connsiteY10" fmla="*/ 128800 h 240599"/>
                <a:gd name="connsiteX11" fmla="*/ 88650 w 287526"/>
                <a:gd name="connsiteY11" fmla="*/ 16566 h 240599"/>
                <a:gd name="connsiteX12" fmla="*/ 126846 w 287526"/>
                <a:gd name="connsiteY12" fmla="*/ 16566 h 240599"/>
                <a:gd name="connsiteX13" fmla="*/ 126846 w 287526"/>
                <a:gd name="connsiteY13" fmla="*/ 82 h 240599"/>
                <a:gd name="connsiteX14" fmla="*/ 63540 w 287526"/>
                <a:gd name="connsiteY14" fmla="*/ 1134 h 240599"/>
                <a:gd name="connsiteX15" fmla="*/ 235 w 287526"/>
                <a:gd name="connsiteY15" fmla="*/ 82 h 240599"/>
                <a:gd name="connsiteX16" fmla="*/ 235 w 287526"/>
                <a:gd name="connsiteY16" fmla="*/ 16566 h 240599"/>
                <a:gd name="connsiteX17" fmla="*/ 38430 w 287526"/>
                <a:gd name="connsiteY17" fmla="*/ 16566 h 240599"/>
                <a:gd name="connsiteX18" fmla="*/ 38430 w 287526"/>
                <a:gd name="connsiteY18" fmla="*/ 224198 h 240599"/>
                <a:gd name="connsiteX19" fmla="*/ 235 w 287526"/>
                <a:gd name="connsiteY19" fmla="*/ 224198 h 240599"/>
                <a:gd name="connsiteX20" fmla="*/ 235 w 287526"/>
                <a:gd name="connsiteY20" fmla="*/ 240682 h 240599"/>
                <a:gd name="connsiteX21" fmla="*/ 63540 w 287526"/>
                <a:gd name="connsiteY21" fmla="*/ 239630 h 240599"/>
                <a:gd name="connsiteX22" fmla="*/ 126846 w 287526"/>
                <a:gd name="connsiteY22" fmla="*/ 240682 h 240599"/>
                <a:gd name="connsiteX23" fmla="*/ 126846 w 287526"/>
                <a:gd name="connsiteY23" fmla="*/ 224198 h 240599"/>
                <a:gd name="connsiteX24" fmla="*/ 88650 w 287526"/>
                <a:gd name="connsiteY24" fmla="*/ 224198 h 240599"/>
                <a:gd name="connsiteX25" fmla="*/ 88650 w 287526"/>
                <a:gd name="connsiteY25" fmla="*/ 150545 h 240599"/>
                <a:gd name="connsiteX26" fmla="*/ 124016 w 287526"/>
                <a:gd name="connsiteY26" fmla="*/ 121434 h 240599"/>
                <a:gd name="connsiteX27" fmla="*/ 196870 w 287526"/>
                <a:gd name="connsiteY27" fmla="*/ 216482 h 240599"/>
                <a:gd name="connsiteX28" fmla="*/ 199700 w 287526"/>
                <a:gd name="connsiteY28" fmla="*/ 221392 h 240599"/>
                <a:gd name="connsiteX29" fmla="*/ 173882 w 287526"/>
                <a:gd name="connsiteY29" fmla="*/ 224198 h 240599"/>
                <a:gd name="connsiteX30" fmla="*/ 173882 w 287526"/>
                <a:gd name="connsiteY30" fmla="*/ 240682 h 240599"/>
                <a:gd name="connsiteX31" fmla="*/ 236127 w 287526"/>
                <a:gd name="connsiteY31" fmla="*/ 239630 h 240599"/>
                <a:gd name="connsiteX32" fmla="*/ 287761 w 287526"/>
                <a:gd name="connsiteY32" fmla="*/ 240682 h 240599"/>
                <a:gd name="connsiteX33" fmla="*/ 287761 w 287526"/>
                <a:gd name="connsiteY33" fmla="*/ 224198 h 240599"/>
                <a:gd name="connsiteX34" fmla="*/ 277505 w 287526"/>
                <a:gd name="connsiteY34" fmla="*/ 224198 h 240599"/>
                <a:gd name="connsiteX35" fmla="*/ 253456 w 287526"/>
                <a:gd name="connsiteY35" fmla="*/ 217183 h 240599"/>
                <a:gd name="connsiteX36" fmla="*/ 157968 w 287526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7526" h="240599">
                  <a:moveTo>
                    <a:pt x="157968" y="93025"/>
                  </a:moveTo>
                  <a:lnTo>
                    <a:pt x="242846" y="22880"/>
                  </a:lnTo>
                  <a:cubicBezTo>
                    <a:pt x="250627" y="16566"/>
                    <a:pt x="265481" y="16566"/>
                    <a:pt x="276090" y="16566"/>
                  </a:cubicBezTo>
                  <a:lnTo>
                    <a:pt x="282103" y="16566"/>
                  </a:lnTo>
                  <a:lnTo>
                    <a:pt x="282103" y="82"/>
                  </a:lnTo>
                  <a:cubicBezTo>
                    <a:pt x="267956" y="1134"/>
                    <a:pt x="247798" y="1134"/>
                    <a:pt x="246029" y="1134"/>
                  </a:cubicBezTo>
                  <a:cubicBezTo>
                    <a:pt x="232590" y="1134"/>
                    <a:pt x="207127" y="1134"/>
                    <a:pt x="194395" y="82"/>
                  </a:cubicBezTo>
                  <a:lnTo>
                    <a:pt x="194395" y="16566"/>
                  </a:lnTo>
                  <a:cubicBezTo>
                    <a:pt x="198992" y="16566"/>
                    <a:pt x="206066" y="16566"/>
                    <a:pt x="214907" y="18320"/>
                  </a:cubicBezTo>
                  <a:cubicBezTo>
                    <a:pt x="220566" y="19723"/>
                    <a:pt x="216322" y="19372"/>
                    <a:pt x="219505" y="20424"/>
                  </a:cubicBezTo>
                  <a:lnTo>
                    <a:pt x="88650" y="128800"/>
                  </a:lnTo>
                  <a:lnTo>
                    <a:pt x="88650" y="16566"/>
                  </a:lnTo>
                  <a:lnTo>
                    <a:pt x="126846" y="16566"/>
                  </a:lnTo>
                  <a:lnTo>
                    <a:pt x="126846" y="82"/>
                  </a:lnTo>
                  <a:cubicBezTo>
                    <a:pt x="113406" y="1134"/>
                    <a:pt x="78748" y="1134"/>
                    <a:pt x="63540" y="1134"/>
                  </a:cubicBezTo>
                  <a:cubicBezTo>
                    <a:pt x="48333" y="1134"/>
                    <a:pt x="13674" y="1134"/>
                    <a:pt x="235" y="82"/>
                  </a:cubicBezTo>
                  <a:lnTo>
                    <a:pt x="235" y="16566"/>
                  </a:lnTo>
                  <a:lnTo>
                    <a:pt x="38430" y="16566"/>
                  </a:lnTo>
                  <a:lnTo>
                    <a:pt x="38430" y="224198"/>
                  </a:lnTo>
                  <a:lnTo>
                    <a:pt x="235" y="224198"/>
                  </a:lnTo>
                  <a:lnTo>
                    <a:pt x="235" y="240682"/>
                  </a:lnTo>
                  <a:cubicBezTo>
                    <a:pt x="13674" y="239630"/>
                    <a:pt x="48333" y="239630"/>
                    <a:pt x="63540" y="239630"/>
                  </a:cubicBezTo>
                  <a:cubicBezTo>
                    <a:pt x="78748" y="239630"/>
                    <a:pt x="113406" y="239630"/>
                    <a:pt x="126846" y="240682"/>
                  </a:cubicBezTo>
                  <a:lnTo>
                    <a:pt x="126846" y="224198"/>
                  </a:lnTo>
                  <a:lnTo>
                    <a:pt x="88650" y="224198"/>
                  </a:lnTo>
                  <a:lnTo>
                    <a:pt x="88650" y="150545"/>
                  </a:lnTo>
                  <a:lnTo>
                    <a:pt x="124016" y="121434"/>
                  </a:lnTo>
                  <a:lnTo>
                    <a:pt x="196870" y="216482"/>
                  </a:lnTo>
                  <a:cubicBezTo>
                    <a:pt x="198639" y="218586"/>
                    <a:pt x="198639" y="219288"/>
                    <a:pt x="199700" y="221392"/>
                  </a:cubicBezTo>
                  <a:cubicBezTo>
                    <a:pt x="193334" y="224198"/>
                    <a:pt x="186261" y="224198"/>
                    <a:pt x="173882" y="224198"/>
                  </a:cubicBezTo>
                  <a:lnTo>
                    <a:pt x="173882" y="240682"/>
                  </a:lnTo>
                  <a:cubicBezTo>
                    <a:pt x="188383" y="239630"/>
                    <a:pt x="220212" y="239630"/>
                    <a:pt x="236127" y="239630"/>
                  </a:cubicBezTo>
                  <a:cubicBezTo>
                    <a:pt x="250273" y="239630"/>
                    <a:pt x="274676" y="239630"/>
                    <a:pt x="287761" y="240682"/>
                  </a:cubicBezTo>
                  <a:lnTo>
                    <a:pt x="287761" y="224198"/>
                  </a:lnTo>
                  <a:lnTo>
                    <a:pt x="277505" y="224198"/>
                  </a:lnTo>
                  <a:cubicBezTo>
                    <a:pt x="258761" y="224198"/>
                    <a:pt x="257700" y="222795"/>
                    <a:pt x="253456" y="217183"/>
                  </a:cubicBezTo>
                  <a:lnTo>
                    <a:pt x="157968" y="9302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CEDBD252-2401-D076-4830-BEC18D811359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3318307" y="7287332"/>
              <a:ext cx="182948" cy="170384"/>
            </a:xfrm>
            <a:custGeom>
              <a:avLst/>
              <a:gdLst>
                <a:gd name="connsiteX0" fmla="*/ 97784 w 182948"/>
                <a:gd name="connsiteY0" fmla="*/ 12109 h 170384"/>
                <a:gd name="connsiteX1" fmla="*/ 173290 w 182948"/>
                <a:gd name="connsiteY1" fmla="*/ 12109 h 170384"/>
                <a:gd name="connsiteX2" fmla="*/ 183193 w 182948"/>
                <a:gd name="connsiteY2" fmla="*/ 6216 h 170384"/>
                <a:gd name="connsiteX3" fmla="*/ 173290 w 182948"/>
                <a:gd name="connsiteY3" fmla="*/ 79 h 170384"/>
                <a:gd name="connsiteX4" fmla="*/ 10147 w 182948"/>
                <a:gd name="connsiteY4" fmla="*/ 79 h 170384"/>
                <a:gd name="connsiteX5" fmla="*/ 244 w 182948"/>
                <a:gd name="connsiteY5" fmla="*/ 5971 h 170384"/>
                <a:gd name="connsiteX6" fmla="*/ 10147 w 182948"/>
                <a:gd name="connsiteY6" fmla="*/ 12109 h 170384"/>
                <a:gd name="connsiteX7" fmla="*/ 85653 w 182948"/>
                <a:gd name="connsiteY7" fmla="*/ 12109 h 170384"/>
                <a:gd name="connsiteX8" fmla="*/ 85653 w 182948"/>
                <a:gd name="connsiteY8" fmla="*/ 160888 h 170384"/>
                <a:gd name="connsiteX9" fmla="*/ 91842 w 182948"/>
                <a:gd name="connsiteY9" fmla="*/ 170463 h 170384"/>
                <a:gd name="connsiteX10" fmla="*/ 97784 w 182948"/>
                <a:gd name="connsiteY10" fmla="*/ 160888 h 170384"/>
                <a:gd name="connsiteX11" fmla="*/ 97784 w 182948"/>
                <a:gd name="connsiteY11" fmla="*/ 12109 h 170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2948" h="170384">
                  <a:moveTo>
                    <a:pt x="97784" y="12109"/>
                  </a:moveTo>
                  <a:lnTo>
                    <a:pt x="173290" y="12109"/>
                  </a:lnTo>
                  <a:cubicBezTo>
                    <a:pt x="177251" y="12109"/>
                    <a:pt x="183193" y="12109"/>
                    <a:pt x="183193" y="6216"/>
                  </a:cubicBezTo>
                  <a:cubicBezTo>
                    <a:pt x="183193" y="79"/>
                    <a:pt x="177499" y="79"/>
                    <a:pt x="173290" y="79"/>
                  </a:cubicBezTo>
                  <a:lnTo>
                    <a:pt x="10147" y="79"/>
                  </a:lnTo>
                  <a:cubicBezTo>
                    <a:pt x="6433" y="79"/>
                    <a:pt x="244" y="79"/>
                    <a:pt x="244" y="5971"/>
                  </a:cubicBezTo>
                  <a:cubicBezTo>
                    <a:pt x="244" y="12109"/>
                    <a:pt x="5938" y="12109"/>
                    <a:pt x="10147" y="12109"/>
                  </a:cubicBezTo>
                  <a:lnTo>
                    <a:pt x="85653" y="12109"/>
                  </a:lnTo>
                  <a:lnTo>
                    <a:pt x="85653" y="160888"/>
                  </a:lnTo>
                  <a:cubicBezTo>
                    <a:pt x="85653" y="164816"/>
                    <a:pt x="85653" y="170463"/>
                    <a:pt x="91842" y="170463"/>
                  </a:cubicBezTo>
                  <a:cubicBezTo>
                    <a:pt x="97784" y="170463"/>
                    <a:pt x="97784" y="164570"/>
                    <a:pt x="97784" y="160888"/>
                  </a:cubicBezTo>
                  <a:lnTo>
                    <a:pt x="97784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0CD46A-C2FB-2315-F141-E79E098593D4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3560600" y="7340535"/>
              <a:ext cx="262062" cy="312499"/>
            </a:xfrm>
            <a:custGeom>
              <a:avLst/>
              <a:gdLst>
                <a:gd name="connsiteX0" fmla="*/ 186984 w 262062"/>
                <a:gd name="connsiteY0" fmla="*/ 238227 h 312499"/>
                <a:gd name="connsiteX1" fmla="*/ 260191 w 262062"/>
                <a:gd name="connsiteY1" fmla="*/ 125643 h 312499"/>
                <a:gd name="connsiteX2" fmla="*/ 130398 w 262062"/>
                <a:gd name="connsiteY2" fmla="*/ 82 h 312499"/>
                <a:gd name="connsiteX3" fmla="*/ 251 w 262062"/>
                <a:gd name="connsiteY3" fmla="*/ 125643 h 312499"/>
                <a:gd name="connsiteX4" fmla="*/ 130398 w 262062"/>
                <a:gd name="connsiteY4" fmla="*/ 248398 h 312499"/>
                <a:gd name="connsiteX5" fmla="*/ 163996 w 262062"/>
                <a:gd name="connsiteY5" fmla="*/ 245242 h 312499"/>
                <a:gd name="connsiteX6" fmla="*/ 213862 w 262062"/>
                <a:gd name="connsiteY6" fmla="*/ 312582 h 312499"/>
                <a:gd name="connsiteX7" fmla="*/ 262313 w 262062"/>
                <a:gd name="connsiteY7" fmla="*/ 247346 h 312499"/>
                <a:gd name="connsiteX8" fmla="*/ 255947 w 262062"/>
                <a:gd name="connsiteY8" fmla="*/ 238227 h 312499"/>
                <a:gd name="connsiteX9" fmla="*/ 249582 w 262062"/>
                <a:gd name="connsiteY9" fmla="*/ 245242 h 312499"/>
                <a:gd name="connsiteX10" fmla="*/ 219520 w 262062"/>
                <a:gd name="connsiteY10" fmla="*/ 258920 h 312499"/>
                <a:gd name="connsiteX11" fmla="*/ 186984 w 262062"/>
                <a:gd name="connsiteY11" fmla="*/ 238227 h 312499"/>
                <a:gd name="connsiteX12" fmla="*/ 96800 w 262062"/>
                <a:gd name="connsiteY12" fmla="*/ 226653 h 312499"/>
                <a:gd name="connsiteX13" fmla="*/ 52239 w 262062"/>
                <a:gd name="connsiteY13" fmla="*/ 125292 h 312499"/>
                <a:gd name="connsiteX14" fmla="*/ 65324 w 262062"/>
                <a:gd name="connsiteY14" fmla="*/ 53042 h 312499"/>
                <a:gd name="connsiteX15" fmla="*/ 130044 w 262062"/>
                <a:gd name="connsiteY15" fmla="*/ 14111 h 312499"/>
                <a:gd name="connsiteX16" fmla="*/ 193703 w 262062"/>
                <a:gd name="connsiteY16" fmla="*/ 50938 h 312499"/>
                <a:gd name="connsiteX17" fmla="*/ 208203 w 262062"/>
                <a:gd name="connsiteY17" fmla="*/ 125292 h 312499"/>
                <a:gd name="connsiteX18" fmla="*/ 174252 w 262062"/>
                <a:gd name="connsiteY18" fmla="*/ 220340 h 312499"/>
                <a:gd name="connsiteX19" fmla="*/ 130044 w 262062"/>
                <a:gd name="connsiteY19" fmla="*/ 190177 h 312499"/>
                <a:gd name="connsiteX20" fmla="*/ 95739 w 262062"/>
                <a:gd name="connsiteY20" fmla="*/ 218937 h 312499"/>
                <a:gd name="connsiteX21" fmla="*/ 96800 w 262062"/>
                <a:gd name="connsiteY21" fmla="*/ 226653 h 312499"/>
                <a:gd name="connsiteX22" fmla="*/ 159398 w 262062"/>
                <a:gd name="connsiteY22" fmla="*/ 228757 h 312499"/>
                <a:gd name="connsiteX23" fmla="*/ 130398 w 262062"/>
                <a:gd name="connsiteY23" fmla="*/ 234369 h 312499"/>
                <a:gd name="connsiteX24" fmla="*/ 108471 w 262062"/>
                <a:gd name="connsiteY24" fmla="*/ 218937 h 312499"/>
                <a:gd name="connsiteX25" fmla="*/ 130398 w 262062"/>
                <a:gd name="connsiteY25" fmla="*/ 202803 h 312499"/>
                <a:gd name="connsiteX26" fmla="*/ 159398 w 262062"/>
                <a:gd name="connsiteY26" fmla="*/ 228757 h 312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2062" h="312499">
                  <a:moveTo>
                    <a:pt x="186984" y="238227"/>
                  </a:moveTo>
                  <a:cubicBezTo>
                    <a:pt x="244984" y="215780"/>
                    <a:pt x="260191" y="163873"/>
                    <a:pt x="260191" y="125643"/>
                  </a:cubicBezTo>
                  <a:cubicBezTo>
                    <a:pt x="260191" y="49886"/>
                    <a:pt x="208911" y="82"/>
                    <a:pt x="130398" y="82"/>
                  </a:cubicBezTo>
                  <a:cubicBezTo>
                    <a:pt x="49410" y="82"/>
                    <a:pt x="251" y="51990"/>
                    <a:pt x="251" y="125643"/>
                  </a:cubicBezTo>
                  <a:cubicBezTo>
                    <a:pt x="251" y="197192"/>
                    <a:pt x="48349" y="248398"/>
                    <a:pt x="130398" y="248398"/>
                  </a:cubicBezTo>
                  <a:cubicBezTo>
                    <a:pt x="138178" y="248398"/>
                    <a:pt x="149849" y="248047"/>
                    <a:pt x="163996" y="245242"/>
                  </a:cubicBezTo>
                  <a:cubicBezTo>
                    <a:pt x="173898" y="284874"/>
                    <a:pt x="180971" y="312582"/>
                    <a:pt x="213862" y="312582"/>
                  </a:cubicBezTo>
                  <a:cubicBezTo>
                    <a:pt x="249935" y="312582"/>
                    <a:pt x="262313" y="271196"/>
                    <a:pt x="262313" y="247346"/>
                  </a:cubicBezTo>
                  <a:cubicBezTo>
                    <a:pt x="262313" y="244540"/>
                    <a:pt x="262313" y="238227"/>
                    <a:pt x="255947" y="238227"/>
                  </a:cubicBezTo>
                  <a:cubicBezTo>
                    <a:pt x="250643" y="238227"/>
                    <a:pt x="249935" y="242787"/>
                    <a:pt x="249582" y="245242"/>
                  </a:cubicBezTo>
                  <a:cubicBezTo>
                    <a:pt x="247460" y="258569"/>
                    <a:pt x="225533" y="258920"/>
                    <a:pt x="219520" y="258920"/>
                  </a:cubicBezTo>
                  <a:cubicBezTo>
                    <a:pt x="211386" y="258920"/>
                    <a:pt x="200776" y="258920"/>
                    <a:pt x="186984" y="238227"/>
                  </a:cubicBezTo>
                  <a:close/>
                  <a:moveTo>
                    <a:pt x="96800" y="226653"/>
                  </a:moveTo>
                  <a:cubicBezTo>
                    <a:pt x="53300" y="205960"/>
                    <a:pt x="52239" y="152649"/>
                    <a:pt x="52239" y="125292"/>
                  </a:cubicBezTo>
                  <a:cubicBezTo>
                    <a:pt x="52239" y="111263"/>
                    <a:pt x="52239" y="77944"/>
                    <a:pt x="65324" y="53042"/>
                  </a:cubicBezTo>
                  <a:cubicBezTo>
                    <a:pt x="83715" y="19372"/>
                    <a:pt x="114129" y="14111"/>
                    <a:pt x="130044" y="14111"/>
                  </a:cubicBezTo>
                  <a:cubicBezTo>
                    <a:pt x="149142" y="14111"/>
                    <a:pt x="176727" y="21126"/>
                    <a:pt x="193703" y="50938"/>
                  </a:cubicBezTo>
                  <a:cubicBezTo>
                    <a:pt x="207142" y="74437"/>
                    <a:pt x="208203" y="104599"/>
                    <a:pt x="208203" y="125292"/>
                  </a:cubicBezTo>
                  <a:cubicBezTo>
                    <a:pt x="208203" y="144933"/>
                    <a:pt x="208203" y="197192"/>
                    <a:pt x="174252" y="220340"/>
                  </a:cubicBezTo>
                  <a:cubicBezTo>
                    <a:pt x="166471" y="208766"/>
                    <a:pt x="153740" y="190177"/>
                    <a:pt x="130044" y="190177"/>
                  </a:cubicBezTo>
                  <a:cubicBezTo>
                    <a:pt x="112008" y="190177"/>
                    <a:pt x="95739" y="202102"/>
                    <a:pt x="95739" y="218937"/>
                  </a:cubicBezTo>
                  <a:cubicBezTo>
                    <a:pt x="95739" y="221041"/>
                    <a:pt x="96093" y="224899"/>
                    <a:pt x="96800" y="226653"/>
                  </a:cubicBezTo>
                  <a:close/>
                  <a:moveTo>
                    <a:pt x="159398" y="228757"/>
                  </a:moveTo>
                  <a:cubicBezTo>
                    <a:pt x="150557" y="232615"/>
                    <a:pt x="139947" y="234369"/>
                    <a:pt x="130398" y="234369"/>
                  </a:cubicBezTo>
                  <a:cubicBezTo>
                    <a:pt x="110947" y="234369"/>
                    <a:pt x="108471" y="223146"/>
                    <a:pt x="108471" y="218937"/>
                  </a:cubicBezTo>
                  <a:cubicBezTo>
                    <a:pt x="108471" y="209467"/>
                    <a:pt x="118727" y="202803"/>
                    <a:pt x="130398" y="202803"/>
                  </a:cubicBezTo>
                  <a:cubicBezTo>
                    <a:pt x="140300" y="202803"/>
                    <a:pt x="152325" y="206661"/>
                    <a:pt x="159398" y="22875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65324098-393C-0AD5-C59D-84A96CE9F426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2980460" y="7727567"/>
              <a:ext cx="863027" cy="14028"/>
            </a:xfrm>
            <a:custGeom>
              <a:avLst/>
              <a:gdLst>
                <a:gd name="connsiteX0" fmla="*/ 0 w 863027"/>
                <a:gd name="connsiteY0" fmla="*/ 0 h 14028"/>
                <a:gd name="connsiteX1" fmla="*/ 863028 w 863027"/>
                <a:gd name="connsiteY1" fmla="*/ 0 h 14028"/>
                <a:gd name="connsiteX2" fmla="*/ 863028 w 863027"/>
                <a:gd name="connsiteY2" fmla="*/ 14028 h 14028"/>
                <a:gd name="connsiteX3" fmla="*/ 1 w 863027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3027" h="14028">
                  <a:moveTo>
                    <a:pt x="0" y="0"/>
                  </a:moveTo>
                  <a:lnTo>
                    <a:pt x="863028" y="0"/>
                  </a:lnTo>
                  <a:lnTo>
                    <a:pt x="863028" y="14028"/>
                  </a:lnTo>
                  <a:lnTo>
                    <a:pt x="1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69879D21-D459-B130-81D3-2297D7B7453E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3119066" y="7797708"/>
              <a:ext cx="275855" cy="350728"/>
            </a:xfrm>
            <a:custGeom>
              <a:avLst/>
              <a:gdLst>
                <a:gd name="connsiteX0" fmla="*/ 111995 w 275855"/>
                <a:gd name="connsiteY0" fmla="*/ 313991 h 350728"/>
                <a:gd name="connsiteX1" fmla="*/ 49751 w 275855"/>
                <a:gd name="connsiteY1" fmla="*/ 177557 h 350728"/>
                <a:gd name="connsiteX2" fmla="*/ 44446 w 275855"/>
                <a:gd name="connsiteY2" fmla="*/ 171946 h 350728"/>
                <a:gd name="connsiteX3" fmla="*/ 38434 w 275855"/>
                <a:gd name="connsiteY3" fmla="*/ 174752 h 350728"/>
                <a:gd name="connsiteX4" fmla="*/ 4836 w 275855"/>
                <a:gd name="connsiteY4" fmla="*/ 200004 h 350728"/>
                <a:gd name="connsiteX5" fmla="*/ 238 w 275855"/>
                <a:gd name="connsiteY5" fmla="*/ 205616 h 350728"/>
                <a:gd name="connsiteX6" fmla="*/ 3775 w 275855"/>
                <a:gd name="connsiteY6" fmla="*/ 209474 h 350728"/>
                <a:gd name="connsiteX7" fmla="*/ 15799 w 275855"/>
                <a:gd name="connsiteY7" fmla="*/ 201758 h 350728"/>
                <a:gd name="connsiteX8" fmla="*/ 27116 w 275855"/>
                <a:gd name="connsiteY8" fmla="*/ 193340 h 350728"/>
                <a:gd name="connsiteX9" fmla="*/ 96788 w 275855"/>
                <a:gd name="connsiteY9" fmla="*/ 345206 h 350728"/>
                <a:gd name="connsiteX10" fmla="*/ 104214 w 275855"/>
                <a:gd name="connsiteY10" fmla="*/ 350817 h 350728"/>
                <a:gd name="connsiteX11" fmla="*/ 113056 w 275855"/>
                <a:gd name="connsiteY11" fmla="*/ 343803 h 350728"/>
                <a:gd name="connsiteX12" fmla="*/ 273618 w 275855"/>
                <a:gd name="connsiteY12" fmla="*/ 14118 h 350728"/>
                <a:gd name="connsiteX13" fmla="*/ 276094 w 275855"/>
                <a:gd name="connsiteY13" fmla="*/ 7103 h 350728"/>
                <a:gd name="connsiteX14" fmla="*/ 269020 w 275855"/>
                <a:gd name="connsiteY14" fmla="*/ 89 h 350728"/>
                <a:gd name="connsiteX15" fmla="*/ 260886 w 275855"/>
                <a:gd name="connsiteY15" fmla="*/ 7454 h 350728"/>
                <a:gd name="connsiteX16" fmla="*/ 111995 w 275855"/>
                <a:gd name="connsiteY16" fmla="*/ 313991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5855" h="350728">
                  <a:moveTo>
                    <a:pt x="111995" y="313991"/>
                  </a:moveTo>
                  <a:lnTo>
                    <a:pt x="49751" y="177557"/>
                  </a:lnTo>
                  <a:cubicBezTo>
                    <a:pt x="47275" y="171946"/>
                    <a:pt x="45507" y="171946"/>
                    <a:pt x="44446" y="171946"/>
                  </a:cubicBezTo>
                  <a:cubicBezTo>
                    <a:pt x="44092" y="171946"/>
                    <a:pt x="42324" y="171946"/>
                    <a:pt x="38434" y="174752"/>
                  </a:cubicBezTo>
                  <a:lnTo>
                    <a:pt x="4836" y="200004"/>
                  </a:lnTo>
                  <a:cubicBezTo>
                    <a:pt x="238" y="203511"/>
                    <a:pt x="238" y="204564"/>
                    <a:pt x="238" y="205616"/>
                  </a:cubicBezTo>
                  <a:cubicBezTo>
                    <a:pt x="238" y="207369"/>
                    <a:pt x="1299" y="209474"/>
                    <a:pt x="3775" y="209474"/>
                  </a:cubicBezTo>
                  <a:cubicBezTo>
                    <a:pt x="5897" y="209474"/>
                    <a:pt x="11909" y="204564"/>
                    <a:pt x="15799" y="201758"/>
                  </a:cubicBezTo>
                  <a:cubicBezTo>
                    <a:pt x="17921" y="200004"/>
                    <a:pt x="23226" y="196146"/>
                    <a:pt x="27116" y="193340"/>
                  </a:cubicBezTo>
                  <a:lnTo>
                    <a:pt x="96788" y="345206"/>
                  </a:lnTo>
                  <a:cubicBezTo>
                    <a:pt x="99263" y="350817"/>
                    <a:pt x="101032" y="350817"/>
                    <a:pt x="104214" y="350817"/>
                  </a:cubicBezTo>
                  <a:cubicBezTo>
                    <a:pt x="109519" y="350817"/>
                    <a:pt x="110580" y="348713"/>
                    <a:pt x="113056" y="343803"/>
                  </a:cubicBezTo>
                  <a:lnTo>
                    <a:pt x="273618" y="14118"/>
                  </a:lnTo>
                  <a:cubicBezTo>
                    <a:pt x="276094" y="9208"/>
                    <a:pt x="276094" y="7805"/>
                    <a:pt x="276094" y="7103"/>
                  </a:cubicBezTo>
                  <a:cubicBezTo>
                    <a:pt x="276094" y="3596"/>
                    <a:pt x="273264" y="89"/>
                    <a:pt x="269020" y="89"/>
                  </a:cubicBezTo>
                  <a:cubicBezTo>
                    <a:pt x="266191" y="89"/>
                    <a:pt x="263715" y="1842"/>
                    <a:pt x="260886" y="7454"/>
                  </a:cubicBezTo>
                  <a:lnTo>
                    <a:pt x="111995" y="313991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E52F1F1-8E09-6211-254D-286BE6555EDD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3387967" y="7797709"/>
              <a:ext cx="342732" cy="14028"/>
            </a:xfrm>
            <a:custGeom>
              <a:avLst/>
              <a:gdLst>
                <a:gd name="connsiteX0" fmla="*/ 0 w 342732"/>
                <a:gd name="connsiteY0" fmla="*/ 0 h 14028"/>
                <a:gd name="connsiteX1" fmla="*/ 342733 w 342732"/>
                <a:gd name="connsiteY1" fmla="*/ 0 h 14028"/>
                <a:gd name="connsiteX2" fmla="*/ 342733 w 342732"/>
                <a:gd name="connsiteY2" fmla="*/ 14028 h 14028"/>
                <a:gd name="connsiteX3" fmla="*/ 1 w 342732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2732" h="14028">
                  <a:moveTo>
                    <a:pt x="0" y="0"/>
                  </a:moveTo>
                  <a:lnTo>
                    <a:pt x="342733" y="0"/>
                  </a:lnTo>
                  <a:lnTo>
                    <a:pt x="342733" y="14028"/>
                  </a:lnTo>
                  <a:lnTo>
                    <a:pt x="1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317F885D-39DB-4717-EE87-C884465EAF95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3402113" y="7840925"/>
              <a:ext cx="168342" cy="247263"/>
            </a:xfrm>
            <a:custGeom>
              <a:avLst/>
              <a:gdLst>
                <a:gd name="connsiteX0" fmla="*/ 168589 w 168342"/>
                <a:gd name="connsiteY0" fmla="*/ 3954 h 247263"/>
                <a:gd name="connsiteX1" fmla="*/ 163991 w 168342"/>
                <a:gd name="connsiteY1" fmla="*/ 96 h 247263"/>
                <a:gd name="connsiteX2" fmla="*/ 119077 w 168342"/>
                <a:gd name="connsiteY2" fmla="*/ 3954 h 247263"/>
                <a:gd name="connsiteX3" fmla="*/ 114125 w 168342"/>
                <a:gd name="connsiteY3" fmla="*/ 10618 h 247263"/>
                <a:gd name="connsiteX4" fmla="*/ 122613 w 168342"/>
                <a:gd name="connsiteY4" fmla="*/ 14827 h 247263"/>
                <a:gd name="connsiteX5" fmla="*/ 140296 w 168342"/>
                <a:gd name="connsiteY5" fmla="*/ 20789 h 247263"/>
                <a:gd name="connsiteX6" fmla="*/ 139235 w 168342"/>
                <a:gd name="connsiteY6" fmla="*/ 27804 h 247263"/>
                <a:gd name="connsiteX7" fmla="*/ 118016 w 168342"/>
                <a:gd name="connsiteY7" fmla="*/ 110927 h 247263"/>
                <a:gd name="connsiteX8" fmla="*/ 85479 w 168342"/>
                <a:gd name="connsiteY8" fmla="*/ 88480 h 247263"/>
                <a:gd name="connsiteX9" fmla="*/ 247 w 168342"/>
                <a:gd name="connsiteY9" fmla="*/ 191244 h 247263"/>
                <a:gd name="connsiteX10" fmla="*/ 47283 w 168342"/>
                <a:gd name="connsiteY10" fmla="*/ 247360 h 247263"/>
                <a:gd name="connsiteX11" fmla="*/ 93259 w 168342"/>
                <a:gd name="connsiteY11" fmla="*/ 221055 h 247263"/>
                <a:gd name="connsiteX12" fmla="*/ 125442 w 168342"/>
                <a:gd name="connsiteY12" fmla="*/ 247360 h 247263"/>
                <a:gd name="connsiteX13" fmla="*/ 151613 w 168342"/>
                <a:gd name="connsiteY13" fmla="*/ 228070 h 247263"/>
                <a:gd name="connsiteX14" fmla="*/ 162223 w 168342"/>
                <a:gd name="connsiteY14" fmla="*/ 193348 h 247263"/>
                <a:gd name="connsiteX15" fmla="*/ 157979 w 168342"/>
                <a:gd name="connsiteY15" fmla="*/ 189841 h 247263"/>
                <a:gd name="connsiteX16" fmla="*/ 153028 w 168342"/>
                <a:gd name="connsiteY16" fmla="*/ 196154 h 247263"/>
                <a:gd name="connsiteX17" fmla="*/ 126150 w 168342"/>
                <a:gd name="connsiteY17" fmla="*/ 239644 h 247263"/>
                <a:gd name="connsiteX18" fmla="*/ 115540 w 168342"/>
                <a:gd name="connsiteY18" fmla="*/ 223511 h 247263"/>
                <a:gd name="connsiteX19" fmla="*/ 117662 w 168342"/>
                <a:gd name="connsiteY19" fmla="*/ 206676 h 247263"/>
                <a:gd name="connsiteX20" fmla="*/ 168589 w 168342"/>
                <a:gd name="connsiteY20" fmla="*/ 3954 h 247263"/>
                <a:gd name="connsiteX21" fmla="*/ 95028 w 168342"/>
                <a:gd name="connsiteY21" fmla="*/ 201765 h 247263"/>
                <a:gd name="connsiteX22" fmla="*/ 87954 w 168342"/>
                <a:gd name="connsiteY22" fmla="*/ 214742 h 247263"/>
                <a:gd name="connsiteX23" fmla="*/ 47991 w 168342"/>
                <a:gd name="connsiteY23" fmla="*/ 239644 h 247263"/>
                <a:gd name="connsiteX24" fmla="*/ 25356 w 168342"/>
                <a:gd name="connsiteY24" fmla="*/ 206676 h 247263"/>
                <a:gd name="connsiteX25" fmla="*/ 44808 w 168342"/>
                <a:gd name="connsiteY25" fmla="*/ 129866 h 247263"/>
                <a:gd name="connsiteX26" fmla="*/ 85832 w 168342"/>
                <a:gd name="connsiteY26" fmla="*/ 96196 h 247263"/>
                <a:gd name="connsiteX27" fmla="*/ 113772 w 168342"/>
                <a:gd name="connsiteY27" fmla="*/ 127060 h 247263"/>
                <a:gd name="connsiteX28" fmla="*/ 112711 w 168342"/>
                <a:gd name="connsiteY28" fmla="*/ 133023 h 247263"/>
                <a:gd name="connsiteX29" fmla="*/ 95028 w 168342"/>
                <a:gd name="connsiteY29" fmla="*/ 201765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68342" h="247263">
                  <a:moveTo>
                    <a:pt x="168589" y="3954"/>
                  </a:moveTo>
                  <a:cubicBezTo>
                    <a:pt x="168589" y="3604"/>
                    <a:pt x="168589" y="96"/>
                    <a:pt x="163991" y="96"/>
                  </a:cubicBezTo>
                  <a:cubicBezTo>
                    <a:pt x="158686" y="96"/>
                    <a:pt x="125089" y="3253"/>
                    <a:pt x="119077" y="3954"/>
                  </a:cubicBezTo>
                  <a:cubicBezTo>
                    <a:pt x="116247" y="4305"/>
                    <a:pt x="114125" y="6059"/>
                    <a:pt x="114125" y="10618"/>
                  </a:cubicBezTo>
                  <a:cubicBezTo>
                    <a:pt x="114125" y="14827"/>
                    <a:pt x="117308" y="14827"/>
                    <a:pt x="122613" y="14827"/>
                  </a:cubicBezTo>
                  <a:cubicBezTo>
                    <a:pt x="139589" y="14827"/>
                    <a:pt x="140296" y="17282"/>
                    <a:pt x="140296" y="20789"/>
                  </a:cubicBezTo>
                  <a:lnTo>
                    <a:pt x="139235" y="27804"/>
                  </a:lnTo>
                  <a:lnTo>
                    <a:pt x="118016" y="110927"/>
                  </a:lnTo>
                  <a:cubicBezTo>
                    <a:pt x="111650" y="97950"/>
                    <a:pt x="101393" y="88480"/>
                    <a:pt x="85479" y="88480"/>
                  </a:cubicBezTo>
                  <a:cubicBezTo>
                    <a:pt x="44100" y="88480"/>
                    <a:pt x="247" y="140037"/>
                    <a:pt x="247" y="191244"/>
                  </a:cubicBezTo>
                  <a:cubicBezTo>
                    <a:pt x="247" y="224212"/>
                    <a:pt x="19698" y="247360"/>
                    <a:pt x="47283" y="247360"/>
                  </a:cubicBezTo>
                  <a:cubicBezTo>
                    <a:pt x="54357" y="247360"/>
                    <a:pt x="72040" y="245957"/>
                    <a:pt x="93259" y="221055"/>
                  </a:cubicBezTo>
                  <a:cubicBezTo>
                    <a:pt x="96089" y="235786"/>
                    <a:pt x="108467" y="247360"/>
                    <a:pt x="125442" y="247360"/>
                  </a:cubicBezTo>
                  <a:cubicBezTo>
                    <a:pt x="137821" y="247360"/>
                    <a:pt x="145955" y="239293"/>
                    <a:pt x="151613" y="228070"/>
                  </a:cubicBezTo>
                  <a:cubicBezTo>
                    <a:pt x="157626" y="215444"/>
                    <a:pt x="162223" y="194049"/>
                    <a:pt x="162223" y="193348"/>
                  </a:cubicBezTo>
                  <a:cubicBezTo>
                    <a:pt x="162223" y="189841"/>
                    <a:pt x="159040" y="189841"/>
                    <a:pt x="157979" y="189841"/>
                  </a:cubicBezTo>
                  <a:cubicBezTo>
                    <a:pt x="154443" y="189841"/>
                    <a:pt x="154089" y="191244"/>
                    <a:pt x="153028" y="196154"/>
                  </a:cubicBezTo>
                  <a:cubicBezTo>
                    <a:pt x="147016" y="218951"/>
                    <a:pt x="140650" y="239644"/>
                    <a:pt x="126150" y="239644"/>
                  </a:cubicBezTo>
                  <a:cubicBezTo>
                    <a:pt x="116601" y="239644"/>
                    <a:pt x="115540" y="230525"/>
                    <a:pt x="115540" y="223511"/>
                  </a:cubicBezTo>
                  <a:cubicBezTo>
                    <a:pt x="115540" y="215093"/>
                    <a:pt x="116247" y="212638"/>
                    <a:pt x="117662" y="206676"/>
                  </a:cubicBezTo>
                  <a:lnTo>
                    <a:pt x="168589" y="3954"/>
                  </a:lnTo>
                  <a:close/>
                  <a:moveTo>
                    <a:pt x="95028" y="201765"/>
                  </a:moveTo>
                  <a:cubicBezTo>
                    <a:pt x="93259" y="208079"/>
                    <a:pt x="93259" y="208780"/>
                    <a:pt x="87954" y="214742"/>
                  </a:cubicBezTo>
                  <a:cubicBezTo>
                    <a:pt x="72393" y="234032"/>
                    <a:pt x="57893" y="239644"/>
                    <a:pt x="47991" y="239644"/>
                  </a:cubicBezTo>
                  <a:cubicBezTo>
                    <a:pt x="30308" y="239644"/>
                    <a:pt x="25356" y="220354"/>
                    <a:pt x="25356" y="206676"/>
                  </a:cubicBezTo>
                  <a:cubicBezTo>
                    <a:pt x="25356" y="189139"/>
                    <a:pt x="36674" y="146000"/>
                    <a:pt x="44808" y="129866"/>
                  </a:cubicBezTo>
                  <a:cubicBezTo>
                    <a:pt x="55771" y="109173"/>
                    <a:pt x="71686" y="96196"/>
                    <a:pt x="85832" y="96196"/>
                  </a:cubicBezTo>
                  <a:cubicBezTo>
                    <a:pt x="108820" y="96196"/>
                    <a:pt x="113772" y="124956"/>
                    <a:pt x="113772" y="127060"/>
                  </a:cubicBezTo>
                  <a:cubicBezTo>
                    <a:pt x="113772" y="129165"/>
                    <a:pt x="113064" y="131269"/>
                    <a:pt x="112711" y="133023"/>
                  </a:cubicBezTo>
                  <a:lnTo>
                    <a:pt x="95028" y="20176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BFCE3A03-4641-3346-A8BE-B590A95B57F5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3587639" y="7973921"/>
              <a:ext cx="109422" cy="163018"/>
            </a:xfrm>
            <a:custGeom>
              <a:avLst/>
              <a:gdLst>
                <a:gd name="connsiteX0" fmla="*/ 109674 w 109422"/>
                <a:gd name="connsiteY0" fmla="*/ 118434 h 163018"/>
                <a:gd name="connsiteX1" fmla="*/ 101257 w 109422"/>
                <a:gd name="connsiteY1" fmla="*/ 118434 h 163018"/>
                <a:gd name="connsiteX2" fmla="*/ 94821 w 109422"/>
                <a:gd name="connsiteY2" fmla="*/ 140775 h 163018"/>
                <a:gd name="connsiteX3" fmla="*/ 70312 w 109422"/>
                <a:gd name="connsiteY3" fmla="*/ 142248 h 163018"/>
                <a:gd name="connsiteX4" fmla="*/ 24760 w 109422"/>
                <a:gd name="connsiteY4" fmla="*/ 142248 h 163018"/>
                <a:gd name="connsiteX5" fmla="*/ 74273 w 109422"/>
                <a:gd name="connsiteY5" fmla="*/ 101003 h 163018"/>
                <a:gd name="connsiteX6" fmla="*/ 109674 w 109422"/>
                <a:gd name="connsiteY6" fmla="*/ 47972 h 163018"/>
                <a:gd name="connsiteX7" fmla="*/ 51745 w 109422"/>
                <a:gd name="connsiteY7" fmla="*/ 98 h 163018"/>
                <a:gd name="connsiteX8" fmla="*/ 252 w 109422"/>
                <a:gd name="connsiteY8" fmla="*/ 44044 h 163018"/>
                <a:gd name="connsiteX9" fmla="*/ 13373 w 109422"/>
                <a:gd name="connsiteY9" fmla="*/ 57793 h 163018"/>
                <a:gd name="connsiteX10" fmla="*/ 26493 w 109422"/>
                <a:gd name="connsiteY10" fmla="*/ 44781 h 163018"/>
                <a:gd name="connsiteX11" fmla="*/ 11887 w 109422"/>
                <a:gd name="connsiteY11" fmla="*/ 31769 h 163018"/>
                <a:gd name="connsiteX12" fmla="*/ 48031 w 109422"/>
                <a:gd name="connsiteY12" fmla="*/ 8936 h 163018"/>
                <a:gd name="connsiteX13" fmla="*/ 85661 w 109422"/>
                <a:gd name="connsiteY13" fmla="*/ 47972 h 163018"/>
                <a:gd name="connsiteX14" fmla="*/ 62390 w 109422"/>
                <a:gd name="connsiteY14" fmla="*/ 95110 h 163018"/>
                <a:gd name="connsiteX15" fmla="*/ 2727 w 109422"/>
                <a:gd name="connsiteY15" fmla="*/ 153542 h 163018"/>
                <a:gd name="connsiteX16" fmla="*/ 252 w 109422"/>
                <a:gd name="connsiteY16" fmla="*/ 163117 h 163018"/>
                <a:gd name="connsiteX17" fmla="*/ 102247 w 109422"/>
                <a:gd name="connsiteY17" fmla="*/ 163117 h 163018"/>
                <a:gd name="connsiteX18" fmla="*/ 109674 w 109422"/>
                <a:gd name="connsiteY18" fmla="*/ 118434 h 16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422" h="163018">
                  <a:moveTo>
                    <a:pt x="109674" y="118434"/>
                  </a:moveTo>
                  <a:lnTo>
                    <a:pt x="101257" y="118434"/>
                  </a:lnTo>
                  <a:cubicBezTo>
                    <a:pt x="100515" y="123835"/>
                    <a:pt x="98039" y="138320"/>
                    <a:pt x="94821" y="140775"/>
                  </a:cubicBezTo>
                  <a:cubicBezTo>
                    <a:pt x="92840" y="142248"/>
                    <a:pt x="73778" y="142248"/>
                    <a:pt x="70312" y="142248"/>
                  </a:cubicBezTo>
                  <a:lnTo>
                    <a:pt x="24760" y="142248"/>
                  </a:lnTo>
                  <a:cubicBezTo>
                    <a:pt x="50754" y="119416"/>
                    <a:pt x="59419" y="112541"/>
                    <a:pt x="74273" y="101003"/>
                  </a:cubicBezTo>
                  <a:cubicBezTo>
                    <a:pt x="92593" y="86517"/>
                    <a:pt x="109674" y="71296"/>
                    <a:pt x="109674" y="47972"/>
                  </a:cubicBezTo>
                  <a:cubicBezTo>
                    <a:pt x="109674" y="18266"/>
                    <a:pt x="83433" y="98"/>
                    <a:pt x="51745" y="98"/>
                  </a:cubicBezTo>
                  <a:cubicBezTo>
                    <a:pt x="21047" y="98"/>
                    <a:pt x="252" y="21457"/>
                    <a:pt x="252" y="44044"/>
                  </a:cubicBezTo>
                  <a:cubicBezTo>
                    <a:pt x="252" y="56565"/>
                    <a:pt x="10897" y="57793"/>
                    <a:pt x="13373" y="57793"/>
                  </a:cubicBezTo>
                  <a:cubicBezTo>
                    <a:pt x="19314" y="57793"/>
                    <a:pt x="26493" y="53619"/>
                    <a:pt x="26493" y="44781"/>
                  </a:cubicBezTo>
                  <a:cubicBezTo>
                    <a:pt x="26493" y="40362"/>
                    <a:pt x="24760" y="31769"/>
                    <a:pt x="11887" y="31769"/>
                  </a:cubicBezTo>
                  <a:cubicBezTo>
                    <a:pt x="19562" y="14337"/>
                    <a:pt x="36396" y="8936"/>
                    <a:pt x="48031" y="8936"/>
                  </a:cubicBezTo>
                  <a:cubicBezTo>
                    <a:pt x="72788" y="8936"/>
                    <a:pt x="85661" y="28086"/>
                    <a:pt x="85661" y="47972"/>
                  </a:cubicBezTo>
                  <a:cubicBezTo>
                    <a:pt x="85661" y="69332"/>
                    <a:pt x="70312" y="86272"/>
                    <a:pt x="62390" y="95110"/>
                  </a:cubicBezTo>
                  <a:lnTo>
                    <a:pt x="2727" y="153542"/>
                  </a:lnTo>
                  <a:cubicBezTo>
                    <a:pt x="252" y="155751"/>
                    <a:pt x="252" y="156242"/>
                    <a:pt x="252" y="163117"/>
                  </a:cubicBezTo>
                  <a:lnTo>
                    <a:pt x="102247" y="163117"/>
                  </a:lnTo>
                  <a:lnTo>
                    <a:pt x="109674" y="118434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5DF1501-B359-338B-F959-9D974069E4B2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3898305" y="7313702"/>
              <a:ext cx="174001" cy="841398"/>
            </a:xfrm>
            <a:custGeom>
              <a:avLst/>
              <a:gdLst>
                <a:gd name="connsiteX0" fmla="*/ 174262 w 174001"/>
                <a:gd name="connsiteY0" fmla="*/ 420949 h 841398"/>
                <a:gd name="connsiteX1" fmla="*/ 52602 w 174001"/>
                <a:gd name="connsiteY1" fmla="*/ 39357 h 841398"/>
                <a:gd name="connsiteX2" fmla="*/ 17590 w 174001"/>
                <a:gd name="connsiteY2" fmla="*/ 4284 h 841398"/>
                <a:gd name="connsiteX3" fmla="*/ 7687 w 174001"/>
                <a:gd name="connsiteY3" fmla="*/ 75 h 841398"/>
                <a:gd name="connsiteX4" fmla="*/ 261 w 174001"/>
                <a:gd name="connsiteY4" fmla="*/ 3582 h 841398"/>
                <a:gd name="connsiteX5" fmla="*/ 2383 w 174001"/>
                <a:gd name="connsiteY5" fmla="*/ 7089 h 841398"/>
                <a:gd name="connsiteX6" fmla="*/ 62151 w 174001"/>
                <a:gd name="connsiteY6" fmla="*/ 81093 h 841398"/>
                <a:gd name="connsiteX7" fmla="*/ 144908 w 174001"/>
                <a:gd name="connsiteY7" fmla="*/ 420599 h 841398"/>
                <a:gd name="connsiteX8" fmla="*/ 73822 w 174001"/>
                <a:gd name="connsiteY8" fmla="*/ 741165 h 841398"/>
                <a:gd name="connsiteX9" fmla="*/ 1675 w 174001"/>
                <a:gd name="connsiteY9" fmla="*/ 834809 h 841398"/>
                <a:gd name="connsiteX10" fmla="*/ 261 w 174001"/>
                <a:gd name="connsiteY10" fmla="*/ 837966 h 841398"/>
                <a:gd name="connsiteX11" fmla="*/ 7687 w 174001"/>
                <a:gd name="connsiteY11" fmla="*/ 841473 h 841398"/>
                <a:gd name="connsiteX12" fmla="*/ 18651 w 174001"/>
                <a:gd name="connsiteY12" fmla="*/ 836212 h 841398"/>
                <a:gd name="connsiteX13" fmla="*/ 174262 w 174001"/>
                <a:gd name="connsiteY13" fmla="*/ 420949 h 841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001" h="841398">
                  <a:moveTo>
                    <a:pt x="174262" y="420949"/>
                  </a:moveTo>
                  <a:cubicBezTo>
                    <a:pt x="174262" y="283113"/>
                    <a:pt x="142432" y="144224"/>
                    <a:pt x="52602" y="39357"/>
                  </a:cubicBezTo>
                  <a:cubicBezTo>
                    <a:pt x="45529" y="31290"/>
                    <a:pt x="32090" y="16910"/>
                    <a:pt x="17590" y="4284"/>
                  </a:cubicBezTo>
                  <a:cubicBezTo>
                    <a:pt x="13346" y="75"/>
                    <a:pt x="12639" y="75"/>
                    <a:pt x="7687" y="75"/>
                  </a:cubicBezTo>
                  <a:cubicBezTo>
                    <a:pt x="3443" y="75"/>
                    <a:pt x="261" y="75"/>
                    <a:pt x="261" y="3582"/>
                  </a:cubicBezTo>
                  <a:cubicBezTo>
                    <a:pt x="261" y="4985"/>
                    <a:pt x="1675" y="6388"/>
                    <a:pt x="2383" y="7089"/>
                  </a:cubicBezTo>
                  <a:cubicBezTo>
                    <a:pt x="14761" y="19716"/>
                    <a:pt x="38456" y="43215"/>
                    <a:pt x="62151" y="81093"/>
                  </a:cubicBezTo>
                  <a:cubicBezTo>
                    <a:pt x="119091" y="171581"/>
                    <a:pt x="144908" y="285568"/>
                    <a:pt x="144908" y="420599"/>
                  </a:cubicBezTo>
                  <a:cubicBezTo>
                    <a:pt x="144908" y="514945"/>
                    <a:pt x="132176" y="636648"/>
                    <a:pt x="73822" y="741165"/>
                  </a:cubicBezTo>
                  <a:cubicBezTo>
                    <a:pt x="45883" y="790968"/>
                    <a:pt x="16529" y="820079"/>
                    <a:pt x="1675" y="834809"/>
                  </a:cubicBezTo>
                  <a:cubicBezTo>
                    <a:pt x="968" y="835862"/>
                    <a:pt x="261" y="836914"/>
                    <a:pt x="261" y="837966"/>
                  </a:cubicBezTo>
                  <a:cubicBezTo>
                    <a:pt x="261" y="841473"/>
                    <a:pt x="3443" y="841473"/>
                    <a:pt x="7687" y="841473"/>
                  </a:cubicBezTo>
                  <a:cubicBezTo>
                    <a:pt x="12639" y="841473"/>
                    <a:pt x="13346" y="841473"/>
                    <a:pt x="18651" y="836212"/>
                  </a:cubicBezTo>
                  <a:cubicBezTo>
                    <a:pt x="137127" y="729240"/>
                    <a:pt x="174262" y="568606"/>
                    <a:pt x="174262" y="420949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9F595415-669F-4042-6B43-12DE9260CFEF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4273852" y="7632870"/>
              <a:ext cx="176830" cy="203422"/>
            </a:xfrm>
            <a:custGeom>
              <a:avLst/>
              <a:gdLst>
                <a:gd name="connsiteX0" fmla="*/ 164723 w 176830"/>
                <a:gd name="connsiteY0" fmla="*/ 108815 h 203422"/>
                <a:gd name="connsiteX1" fmla="*/ 177101 w 176830"/>
                <a:gd name="connsiteY1" fmla="*/ 101800 h 203422"/>
                <a:gd name="connsiteX2" fmla="*/ 164723 w 176830"/>
                <a:gd name="connsiteY2" fmla="*/ 94786 h 203422"/>
                <a:gd name="connsiteX3" fmla="*/ 14771 w 176830"/>
                <a:gd name="connsiteY3" fmla="*/ 94786 h 203422"/>
                <a:gd name="connsiteX4" fmla="*/ 109552 w 176830"/>
                <a:gd name="connsiteY4" fmla="*/ 14118 h 203422"/>
                <a:gd name="connsiteX5" fmla="*/ 164723 w 176830"/>
                <a:gd name="connsiteY5" fmla="*/ 14118 h 203422"/>
                <a:gd name="connsiteX6" fmla="*/ 177101 w 176830"/>
                <a:gd name="connsiteY6" fmla="*/ 7104 h 203422"/>
                <a:gd name="connsiteX7" fmla="*/ 164723 w 176830"/>
                <a:gd name="connsiteY7" fmla="*/ 89 h 203422"/>
                <a:gd name="connsiteX8" fmla="*/ 108845 w 176830"/>
                <a:gd name="connsiteY8" fmla="*/ 89 h 203422"/>
                <a:gd name="connsiteX9" fmla="*/ 271 w 176830"/>
                <a:gd name="connsiteY9" fmla="*/ 101800 h 203422"/>
                <a:gd name="connsiteX10" fmla="*/ 108845 w 176830"/>
                <a:gd name="connsiteY10" fmla="*/ 203512 h 203422"/>
                <a:gd name="connsiteX11" fmla="*/ 164723 w 176830"/>
                <a:gd name="connsiteY11" fmla="*/ 203512 h 203422"/>
                <a:gd name="connsiteX12" fmla="*/ 177101 w 176830"/>
                <a:gd name="connsiteY12" fmla="*/ 196497 h 203422"/>
                <a:gd name="connsiteX13" fmla="*/ 164723 w 176830"/>
                <a:gd name="connsiteY13" fmla="*/ 189482 h 203422"/>
                <a:gd name="connsiteX14" fmla="*/ 109552 w 176830"/>
                <a:gd name="connsiteY14" fmla="*/ 189482 h 203422"/>
                <a:gd name="connsiteX15" fmla="*/ 14771 w 176830"/>
                <a:gd name="connsiteY15" fmla="*/ 108815 h 203422"/>
                <a:gd name="connsiteX16" fmla="*/ 164723 w 176830"/>
                <a:gd name="connsiteY16" fmla="*/ 108815 h 203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6830" h="203422">
                  <a:moveTo>
                    <a:pt x="164723" y="108815"/>
                  </a:moveTo>
                  <a:cubicBezTo>
                    <a:pt x="170735" y="108815"/>
                    <a:pt x="177101" y="108815"/>
                    <a:pt x="177101" y="101800"/>
                  </a:cubicBezTo>
                  <a:cubicBezTo>
                    <a:pt x="177101" y="94786"/>
                    <a:pt x="170735" y="94786"/>
                    <a:pt x="164723" y="94786"/>
                  </a:cubicBezTo>
                  <a:lnTo>
                    <a:pt x="14771" y="94786"/>
                  </a:lnTo>
                  <a:cubicBezTo>
                    <a:pt x="19015" y="47788"/>
                    <a:pt x="59686" y="14118"/>
                    <a:pt x="109552" y="14118"/>
                  </a:cubicBezTo>
                  <a:lnTo>
                    <a:pt x="164723" y="14118"/>
                  </a:lnTo>
                  <a:cubicBezTo>
                    <a:pt x="170735" y="14118"/>
                    <a:pt x="177101" y="14118"/>
                    <a:pt x="177101" y="7104"/>
                  </a:cubicBezTo>
                  <a:cubicBezTo>
                    <a:pt x="177101" y="89"/>
                    <a:pt x="170735" y="89"/>
                    <a:pt x="164723" y="89"/>
                  </a:cubicBezTo>
                  <a:lnTo>
                    <a:pt x="108845" y="89"/>
                  </a:lnTo>
                  <a:cubicBezTo>
                    <a:pt x="48369" y="89"/>
                    <a:pt x="271" y="45684"/>
                    <a:pt x="271" y="101800"/>
                  </a:cubicBezTo>
                  <a:cubicBezTo>
                    <a:pt x="271" y="157917"/>
                    <a:pt x="48369" y="203512"/>
                    <a:pt x="108845" y="203512"/>
                  </a:cubicBezTo>
                  <a:lnTo>
                    <a:pt x="164723" y="203512"/>
                  </a:lnTo>
                  <a:cubicBezTo>
                    <a:pt x="170735" y="203512"/>
                    <a:pt x="177101" y="203512"/>
                    <a:pt x="177101" y="196497"/>
                  </a:cubicBezTo>
                  <a:cubicBezTo>
                    <a:pt x="177101" y="189482"/>
                    <a:pt x="170735" y="189482"/>
                    <a:pt x="164723" y="189482"/>
                  </a:cubicBezTo>
                  <a:lnTo>
                    <a:pt x="109552" y="189482"/>
                  </a:lnTo>
                  <a:cubicBezTo>
                    <a:pt x="59686" y="189482"/>
                    <a:pt x="19015" y="155813"/>
                    <a:pt x="14771" y="108815"/>
                  </a:cubicBezTo>
                  <a:lnTo>
                    <a:pt x="164723" y="10881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9A9ADFF6-BEBD-D786-05CA-13213C719B15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4584168" y="7582014"/>
              <a:ext cx="242964" cy="240249"/>
            </a:xfrm>
            <a:custGeom>
              <a:avLst/>
              <a:gdLst>
                <a:gd name="connsiteX0" fmla="*/ 89403 w 242964"/>
                <a:gd name="connsiteY0" fmla="*/ 130209 h 240249"/>
                <a:gd name="connsiteX1" fmla="*/ 102134 w 242964"/>
                <a:gd name="connsiteY1" fmla="*/ 130209 h 240249"/>
                <a:gd name="connsiteX2" fmla="*/ 155183 w 242964"/>
                <a:gd name="connsiteY2" fmla="*/ 211578 h 240249"/>
                <a:gd name="connsiteX3" fmla="*/ 171098 w 242964"/>
                <a:gd name="connsiteY3" fmla="*/ 236129 h 240249"/>
                <a:gd name="connsiteX4" fmla="*/ 182769 w 242964"/>
                <a:gd name="connsiteY4" fmla="*/ 240338 h 240249"/>
                <a:gd name="connsiteX5" fmla="*/ 231574 w 242964"/>
                <a:gd name="connsiteY5" fmla="*/ 240338 h 240249"/>
                <a:gd name="connsiteX6" fmla="*/ 243245 w 242964"/>
                <a:gd name="connsiteY6" fmla="*/ 234025 h 240249"/>
                <a:gd name="connsiteX7" fmla="*/ 237940 w 242964"/>
                <a:gd name="connsiteY7" fmla="*/ 228063 h 240249"/>
                <a:gd name="connsiteX8" fmla="*/ 199037 w 242964"/>
                <a:gd name="connsiteY8" fmla="*/ 190885 h 240249"/>
                <a:gd name="connsiteX9" fmla="*/ 155183 w 242964"/>
                <a:gd name="connsiteY9" fmla="*/ 126351 h 240249"/>
                <a:gd name="connsiteX10" fmla="*/ 217074 w 242964"/>
                <a:gd name="connsiteY10" fmla="*/ 65675 h 240249"/>
                <a:gd name="connsiteX11" fmla="*/ 123354 w 242964"/>
                <a:gd name="connsiteY11" fmla="*/ 89 h 240249"/>
                <a:gd name="connsiteX12" fmla="*/ 12305 w 242964"/>
                <a:gd name="connsiteY12" fmla="*/ 89 h 240249"/>
                <a:gd name="connsiteX13" fmla="*/ 280 w 242964"/>
                <a:gd name="connsiteY13" fmla="*/ 6402 h 240249"/>
                <a:gd name="connsiteX14" fmla="*/ 9829 w 242964"/>
                <a:gd name="connsiteY14" fmla="*/ 12364 h 240249"/>
                <a:gd name="connsiteX15" fmla="*/ 31756 w 242964"/>
                <a:gd name="connsiteY15" fmla="*/ 32356 h 240249"/>
                <a:gd name="connsiteX16" fmla="*/ 31756 w 242964"/>
                <a:gd name="connsiteY16" fmla="*/ 208071 h 240249"/>
                <a:gd name="connsiteX17" fmla="*/ 9829 w 242964"/>
                <a:gd name="connsiteY17" fmla="*/ 228063 h 240249"/>
                <a:gd name="connsiteX18" fmla="*/ 280 w 242964"/>
                <a:gd name="connsiteY18" fmla="*/ 234025 h 240249"/>
                <a:gd name="connsiteX19" fmla="*/ 12305 w 242964"/>
                <a:gd name="connsiteY19" fmla="*/ 240338 h 240249"/>
                <a:gd name="connsiteX20" fmla="*/ 109208 w 242964"/>
                <a:gd name="connsiteY20" fmla="*/ 240338 h 240249"/>
                <a:gd name="connsiteX21" fmla="*/ 120878 w 242964"/>
                <a:gd name="connsiteY21" fmla="*/ 234025 h 240249"/>
                <a:gd name="connsiteX22" fmla="*/ 110976 w 242964"/>
                <a:gd name="connsiteY22" fmla="*/ 228063 h 240249"/>
                <a:gd name="connsiteX23" fmla="*/ 89403 w 242964"/>
                <a:gd name="connsiteY23" fmla="*/ 208071 h 240249"/>
                <a:gd name="connsiteX24" fmla="*/ 89403 w 242964"/>
                <a:gd name="connsiteY24" fmla="*/ 130209 h 240249"/>
                <a:gd name="connsiteX25" fmla="*/ 157659 w 242964"/>
                <a:gd name="connsiteY25" fmla="*/ 113024 h 240249"/>
                <a:gd name="connsiteX26" fmla="*/ 168623 w 242964"/>
                <a:gd name="connsiteY26" fmla="*/ 66026 h 240249"/>
                <a:gd name="connsiteX27" fmla="*/ 155183 w 242964"/>
                <a:gd name="connsiteY27" fmla="*/ 16222 h 240249"/>
                <a:gd name="connsiteX28" fmla="*/ 204696 w 242964"/>
                <a:gd name="connsiteY28" fmla="*/ 65675 h 240249"/>
                <a:gd name="connsiteX29" fmla="*/ 157659 w 242964"/>
                <a:gd name="connsiteY29" fmla="*/ 113024 h 240249"/>
                <a:gd name="connsiteX30" fmla="*/ 89403 w 242964"/>
                <a:gd name="connsiteY30" fmla="*/ 31304 h 240249"/>
                <a:gd name="connsiteX31" fmla="*/ 111330 w 242964"/>
                <a:gd name="connsiteY31" fmla="*/ 12364 h 240249"/>
                <a:gd name="connsiteX32" fmla="*/ 156244 w 242964"/>
                <a:gd name="connsiteY32" fmla="*/ 66026 h 240249"/>
                <a:gd name="connsiteX33" fmla="*/ 89403 w 242964"/>
                <a:gd name="connsiteY33" fmla="*/ 117934 h 240249"/>
                <a:gd name="connsiteX34" fmla="*/ 89403 w 242964"/>
                <a:gd name="connsiteY34" fmla="*/ 31304 h 240249"/>
                <a:gd name="connsiteX35" fmla="*/ 41305 w 242964"/>
                <a:gd name="connsiteY35" fmla="*/ 228063 h 240249"/>
                <a:gd name="connsiteX36" fmla="*/ 44134 w 242964"/>
                <a:gd name="connsiteY36" fmla="*/ 208773 h 240249"/>
                <a:gd name="connsiteX37" fmla="*/ 44134 w 242964"/>
                <a:gd name="connsiteY37" fmla="*/ 31654 h 240249"/>
                <a:gd name="connsiteX38" fmla="*/ 41305 w 242964"/>
                <a:gd name="connsiteY38" fmla="*/ 12364 h 240249"/>
                <a:gd name="connsiteX39" fmla="*/ 81622 w 242964"/>
                <a:gd name="connsiteY39" fmla="*/ 12364 h 240249"/>
                <a:gd name="connsiteX40" fmla="*/ 77024 w 242964"/>
                <a:gd name="connsiteY40" fmla="*/ 30252 h 240249"/>
                <a:gd name="connsiteX41" fmla="*/ 77024 w 242964"/>
                <a:gd name="connsiteY41" fmla="*/ 208773 h 240249"/>
                <a:gd name="connsiteX42" fmla="*/ 79854 w 242964"/>
                <a:gd name="connsiteY42" fmla="*/ 228063 h 240249"/>
                <a:gd name="connsiteX43" fmla="*/ 41305 w 242964"/>
                <a:gd name="connsiteY43" fmla="*/ 228063 h 240249"/>
                <a:gd name="connsiteX44" fmla="*/ 116634 w 242964"/>
                <a:gd name="connsiteY44" fmla="*/ 130209 h 240249"/>
                <a:gd name="connsiteX45" fmla="*/ 123354 w 242964"/>
                <a:gd name="connsiteY45" fmla="*/ 129508 h 240249"/>
                <a:gd name="connsiteX46" fmla="*/ 141744 w 242964"/>
                <a:gd name="connsiteY46" fmla="*/ 128105 h 240249"/>
                <a:gd name="connsiteX47" fmla="*/ 214598 w 242964"/>
                <a:gd name="connsiteY47" fmla="*/ 228063 h 240249"/>
                <a:gd name="connsiteX48" fmla="*/ 180293 w 242964"/>
                <a:gd name="connsiteY48" fmla="*/ 228063 h 240249"/>
                <a:gd name="connsiteX49" fmla="*/ 116634 w 242964"/>
                <a:gd name="connsiteY49" fmla="*/ 130209 h 240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2964" h="240249">
                  <a:moveTo>
                    <a:pt x="89403" y="130209"/>
                  </a:moveTo>
                  <a:lnTo>
                    <a:pt x="102134" y="130209"/>
                  </a:lnTo>
                  <a:lnTo>
                    <a:pt x="155183" y="211578"/>
                  </a:lnTo>
                  <a:cubicBezTo>
                    <a:pt x="158720" y="217190"/>
                    <a:pt x="167208" y="230868"/>
                    <a:pt x="171098" y="236129"/>
                  </a:cubicBezTo>
                  <a:cubicBezTo>
                    <a:pt x="173574" y="240338"/>
                    <a:pt x="174635" y="240338"/>
                    <a:pt x="182769" y="240338"/>
                  </a:cubicBezTo>
                  <a:lnTo>
                    <a:pt x="231574" y="240338"/>
                  </a:lnTo>
                  <a:cubicBezTo>
                    <a:pt x="237940" y="240338"/>
                    <a:pt x="243245" y="240338"/>
                    <a:pt x="243245" y="234025"/>
                  </a:cubicBezTo>
                  <a:cubicBezTo>
                    <a:pt x="243245" y="231219"/>
                    <a:pt x="241123" y="228764"/>
                    <a:pt x="237940" y="228063"/>
                  </a:cubicBezTo>
                  <a:cubicBezTo>
                    <a:pt x="224855" y="225257"/>
                    <a:pt x="207525" y="202109"/>
                    <a:pt x="199037" y="190885"/>
                  </a:cubicBezTo>
                  <a:cubicBezTo>
                    <a:pt x="196562" y="187378"/>
                    <a:pt x="178879" y="164230"/>
                    <a:pt x="155183" y="126351"/>
                  </a:cubicBezTo>
                  <a:cubicBezTo>
                    <a:pt x="186659" y="120740"/>
                    <a:pt x="217074" y="107412"/>
                    <a:pt x="217074" y="65675"/>
                  </a:cubicBezTo>
                  <a:cubicBezTo>
                    <a:pt x="217074" y="16924"/>
                    <a:pt x="165086" y="89"/>
                    <a:pt x="123354" y="89"/>
                  </a:cubicBezTo>
                  <a:lnTo>
                    <a:pt x="12305" y="89"/>
                  </a:lnTo>
                  <a:cubicBezTo>
                    <a:pt x="5939" y="89"/>
                    <a:pt x="280" y="89"/>
                    <a:pt x="280" y="6402"/>
                  </a:cubicBezTo>
                  <a:cubicBezTo>
                    <a:pt x="280" y="12364"/>
                    <a:pt x="7000" y="12364"/>
                    <a:pt x="9829" y="12364"/>
                  </a:cubicBezTo>
                  <a:cubicBezTo>
                    <a:pt x="29988" y="12364"/>
                    <a:pt x="31756" y="14819"/>
                    <a:pt x="31756" y="32356"/>
                  </a:cubicBezTo>
                  <a:lnTo>
                    <a:pt x="31756" y="208071"/>
                  </a:lnTo>
                  <a:cubicBezTo>
                    <a:pt x="31756" y="225608"/>
                    <a:pt x="29988" y="228063"/>
                    <a:pt x="9829" y="228063"/>
                  </a:cubicBezTo>
                  <a:cubicBezTo>
                    <a:pt x="7000" y="228063"/>
                    <a:pt x="280" y="228063"/>
                    <a:pt x="280" y="234025"/>
                  </a:cubicBezTo>
                  <a:cubicBezTo>
                    <a:pt x="280" y="240338"/>
                    <a:pt x="5939" y="240338"/>
                    <a:pt x="12305" y="240338"/>
                  </a:cubicBezTo>
                  <a:lnTo>
                    <a:pt x="109208" y="240338"/>
                  </a:lnTo>
                  <a:cubicBezTo>
                    <a:pt x="115573" y="240338"/>
                    <a:pt x="120878" y="240338"/>
                    <a:pt x="120878" y="234025"/>
                  </a:cubicBezTo>
                  <a:cubicBezTo>
                    <a:pt x="120878" y="228063"/>
                    <a:pt x="114866" y="228063"/>
                    <a:pt x="110976" y="228063"/>
                  </a:cubicBezTo>
                  <a:cubicBezTo>
                    <a:pt x="90817" y="228063"/>
                    <a:pt x="89403" y="225257"/>
                    <a:pt x="89403" y="208071"/>
                  </a:cubicBezTo>
                  <a:lnTo>
                    <a:pt x="89403" y="130209"/>
                  </a:lnTo>
                  <a:close/>
                  <a:moveTo>
                    <a:pt x="157659" y="113024"/>
                  </a:moveTo>
                  <a:cubicBezTo>
                    <a:pt x="167562" y="100047"/>
                    <a:pt x="168623" y="81458"/>
                    <a:pt x="168623" y="66026"/>
                  </a:cubicBezTo>
                  <a:cubicBezTo>
                    <a:pt x="168623" y="49191"/>
                    <a:pt x="166501" y="30602"/>
                    <a:pt x="155183" y="16222"/>
                  </a:cubicBezTo>
                  <a:cubicBezTo>
                    <a:pt x="169684" y="19379"/>
                    <a:pt x="204696" y="30252"/>
                    <a:pt x="204696" y="65675"/>
                  </a:cubicBezTo>
                  <a:cubicBezTo>
                    <a:pt x="204696" y="88473"/>
                    <a:pt x="194086" y="106360"/>
                    <a:pt x="157659" y="113024"/>
                  </a:cubicBezTo>
                  <a:close/>
                  <a:moveTo>
                    <a:pt x="89403" y="31304"/>
                  </a:moveTo>
                  <a:cubicBezTo>
                    <a:pt x="89403" y="23938"/>
                    <a:pt x="89403" y="12364"/>
                    <a:pt x="111330" y="12364"/>
                  </a:cubicBezTo>
                  <a:cubicBezTo>
                    <a:pt x="141391" y="12364"/>
                    <a:pt x="156244" y="24640"/>
                    <a:pt x="156244" y="66026"/>
                  </a:cubicBezTo>
                  <a:cubicBezTo>
                    <a:pt x="156244" y="111270"/>
                    <a:pt x="145281" y="117934"/>
                    <a:pt x="89403" y="117934"/>
                  </a:cubicBezTo>
                  <a:lnTo>
                    <a:pt x="89403" y="31304"/>
                  </a:lnTo>
                  <a:close/>
                  <a:moveTo>
                    <a:pt x="41305" y="228063"/>
                  </a:moveTo>
                  <a:cubicBezTo>
                    <a:pt x="44134" y="221749"/>
                    <a:pt x="44134" y="211929"/>
                    <a:pt x="44134" y="208773"/>
                  </a:cubicBezTo>
                  <a:lnTo>
                    <a:pt x="44134" y="31654"/>
                  </a:lnTo>
                  <a:cubicBezTo>
                    <a:pt x="44134" y="28147"/>
                    <a:pt x="44134" y="18678"/>
                    <a:pt x="41305" y="12364"/>
                  </a:cubicBezTo>
                  <a:lnTo>
                    <a:pt x="81622" y="12364"/>
                  </a:lnTo>
                  <a:cubicBezTo>
                    <a:pt x="77024" y="17976"/>
                    <a:pt x="77024" y="24991"/>
                    <a:pt x="77024" y="30252"/>
                  </a:cubicBezTo>
                  <a:lnTo>
                    <a:pt x="77024" y="208773"/>
                  </a:lnTo>
                  <a:cubicBezTo>
                    <a:pt x="77024" y="212280"/>
                    <a:pt x="77024" y="221749"/>
                    <a:pt x="79854" y="228063"/>
                  </a:cubicBezTo>
                  <a:lnTo>
                    <a:pt x="41305" y="228063"/>
                  </a:lnTo>
                  <a:close/>
                  <a:moveTo>
                    <a:pt x="116634" y="130209"/>
                  </a:moveTo>
                  <a:cubicBezTo>
                    <a:pt x="119110" y="129859"/>
                    <a:pt x="120525" y="129508"/>
                    <a:pt x="123354" y="129508"/>
                  </a:cubicBezTo>
                  <a:cubicBezTo>
                    <a:pt x="128659" y="129508"/>
                    <a:pt x="136439" y="128806"/>
                    <a:pt x="141744" y="128105"/>
                  </a:cubicBezTo>
                  <a:cubicBezTo>
                    <a:pt x="147049" y="136522"/>
                    <a:pt x="185245" y="198952"/>
                    <a:pt x="214598" y="228063"/>
                  </a:cubicBezTo>
                  <a:lnTo>
                    <a:pt x="180293" y="228063"/>
                  </a:lnTo>
                  <a:lnTo>
                    <a:pt x="116634" y="1302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B748AEAA-976C-23A2-63F1-B7831CB1B26B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4849033" y="7507066"/>
              <a:ext cx="127247" cy="172839"/>
            </a:xfrm>
            <a:custGeom>
              <a:avLst/>
              <a:gdLst>
                <a:gd name="connsiteX0" fmla="*/ 126544 w 127247"/>
                <a:gd name="connsiteY0" fmla="*/ 7450 h 172839"/>
                <a:gd name="connsiteX1" fmla="*/ 127534 w 127247"/>
                <a:gd name="connsiteY1" fmla="*/ 3522 h 172839"/>
                <a:gd name="connsiteX2" fmla="*/ 123573 w 127247"/>
                <a:gd name="connsiteY2" fmla="*/ 85 h 172839"/>
                <a:gd name="connsiteX3" fmla="*/ 91885 w 127247"/>
                <a:gd name="connsiteY3" fmla="*/ 2540 h 172839"/>
                <a:gd name="connsiteX4" fmla="*/ 86439 w 127247"/>
                <a:gd name="connsiteY4" fmla="*/ 8187 h 172839"/>
                <a:gd name="connsiteX5" fmla="*/ 92876 w 127247"/>
                <a:gd name="connsiteY5" fmla="*/ 11624 h 172839"/>
                <a:gd name="connsiteX6" fmla="*/ 104759 w 127247"/>
                <a:gd name="connsiteY6" fmla="*/ 15306 h 172839"/>
                <a:gd name="connsiteX7" fmla="*/ 103768 w 127247"/>
                <a:gd name="connsiteY7" fmla="*/ 20708 h 172839"/>
                <a:gd name="connsiteX8" fmla="*/ 89657 w 127247"/>
                <a:gd name="connsiteY8" fmla="*/ 76684 h 172839"/>
                <a:gd name="connsiteX9" fmla="*/ 64158 w 127247"/>
                <a:gd name="connsiteY9" fmla="*/ 62199 h 172839"/>
                <a:gd name="connsiteX10" fmla="*/ 287 w 127247"/>
                <a:gd name="connsiteY10" fmla="*/ 132169 h 172839"/>
                <a:gd name="connsiteX11" fmla="*/ 37669 w 127247"/>
                <a:gd name="connsiteY11" fmla="*/ 172924 h 172839"/>
                <a:gd name="connsiteX12" fmla="*/ 72823 w 127247"/>
                <a:gd name="connsiteY12" fmla="*/ 155738 h 172839"/>
                <a:gd name="connsiteX13" fmla="*/ 98322 w 127247"/>
                <a:gd name="connsiteY13" fmla="*/ 172924 h 172839"/>
                <a:gd name="connsiteX14" fmla="*/ 117879 w 127247"/>
                <a:gd name="connsiteY14" fmla="*/ 159912 h 172839"/>
                <a:gd name="connsiteX15" fmla="*/ 126544 w 127247"/>
                <a:gd name="connsiteY15" fmla="*/ 135361 h 172839"/>
                <a:gd name="connsiteX16" fmla="*/ 122583 w 127247"/>
                <a:gd name="connsiteY16" fmla="*/ 132169 h 172839"/>
                <a:gd name="connsiteX17" fmla="*/ 117137 w 127247"/>
                <a:gd name="connsiteY17" fmla="*/ 139780 h 172839"/>
                <a:gd name="connsiteX18" fmla="*/ 99065 w 127247"/>
                <a:gd name="connsiteY18" fmla="*/ 166050 h 172839"/>
                <a:gd name="connsiteX19" fmla="*/ 90895 w 127247"/>
                <a:gd name="connsiteY19" fmla="*/ 154020 h 172839"/>
                <a:gd name="connsiteX20" fmla="*/ 92133 w 127247"/>
                <a:gd name="connsiteY20" fmla="*/ 143954 h 172839"/>
                <a:gd name="connsiteX21" fmla="*/ 126544 w 127247"/>
                <a:gd name="connsiteY21" fmla="*/ 7450 h 172839"/>
                <a:gd name="connsiteX22" fmla="*/ 73813 w 127247"/>
                <a:gd name="connsiteY22" fmla="*/ 139780 h 172839"/>
                <a:gd name="connsiteX23" fmla="*/ 61188 w 127247"/>
                <a:gd name="connsiteY23" fmla="*/ 156229 h 172839"/>
                <a:gd name="connsiteX24" fmla="*/ 38412 w 127247"/>
                <a:gd name="connsiteY24" fmla="*/ 166050 h 172839"/>
                <a:gd name="connsiteX25" fmla="*/ 20340 w 127247"/>
                <a:gd name="connsiteY25" fmla="*/ 142235 h 172839"/>
                <a:gd name="connsiteX26" fmla="*/ 33213 w 127247"/>
                <a:gd name="connsiteY26" fmla="*/ 92397 h 172839"/>
                <a:gd name="connsiteX27" fmla="*/ 64158 w 127247"/>
                <a:gd name="connsiteY27" fmla="*/ 69073 h 172839"/>
                <a:gd name="connsiteX28" fmla="*/ 86191 w 127247"/>
                <a:gd name="connsiteY28" fmla="*/ 90433 h 172839"/>
                <a:gd name="connsiteX29" fmla="*/ 85449 w 127247"/>
                <a:gd name="connsiteY29" fmla="*/ 93870 h 172839"/>
                <a:gd name="connsiteX30" fmla="*/ 73813 w 127247"/>
                <a:gd name="connsiteY30" fmla="*/ 139780 h 17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7247" h="172839">
                  <a:moveTo>
                    <a:pt x="126544" y="7450"/>
                  </a:moveTo>
                  <a:cubicBezTo>
                    <a:pt x="126792" y="6959"/>
                    <a:pt x="127534" y="3767"/>
                    <a:pt x="127534" y="3522"/>
                  </a:cubicBezTo>
                  <a:cubicBezTo>
                    <a:pt x="127534" y="2294"/>
                    <a:pt x="126544" y="85"/>
                    <a:pt x="123573" y="85"/>
                  </a:cubicBezTo>
                  <a:cubicBezTo>
                    <a:pt x="118622" y="85"/>
                    <a:pt x="98074" y="2049"/>
                    <a:pt x="91885" y="2540"/>
                  </a:cubicBezTo>
                  <a:cubicBezTo>
                    <a:pt x="89905" y="2785"/>
                    <a:pt x="86439" y="3031"/>
                    <a:pt x="86439" y="8187"/>
                  </a:cubicBezTo>
                  <a:cubicBezTo>
                    <a:pt x="86439" y="11624"/>
                    <a:pt x="89905" y="11624"/>
                    <a:pt x="92876" y="11624"/>
                  </a:cubicBezTo>
                  <a:cubicBezTo>
                    <a:pt x="104759" y="11624"/>
                    <a:pt x="104759" y="13342"/>
                    <a:pt x="104759" y="15306"/>
                  </a:cubicBezTo>
                  <a:cubicBezTo>
                    <a:pt x="104759" y="17025"/>
                    <a:pt x="104263" y="18498"/>
                    <a:pt x="103768" y="20708"/>
                  </a:cubicBezTo>
                  <a:lnTo>
                    <a:pt x="89657" y="76684"/>
                  </a:lnTo>
                  <a:cubicBezTo>
                    <a:pt x="84458" y="68582"/>
                    <a:pt x="76041" y="62199"/>
                    <a:pt x="64158" y="62199"/>
                  </a:cubicBezTo>
                  <a:cubicBezTo>
                    <a:pt x="32470" y="62199"/>
                    <a:pt x="287" y="96816"/>
                    <a:pt x="287" y="132169"/>
                  </a:cubicBezTo>
                  <a:cubicBezTo>
                    <a:pt x="287" y="155984"/>
                    <a:pt x="16379" y="172924"/>
                    <a:pt x="37669" y="172924"/>
                  </a:cubicBezTo>
                  <a:cubicBezTo>
                    <a:pt x="51038" y="172924"/>
                    <a:pt x="62921" y="165313"/>
                    <a:pt x="72823" y="155738"/>
                  </a:cubicBezTo>
                  <a:cubicBezTo>
                    <a:pt x="77527" y="170469"/>
                    <a:pt x="91885" y="172924"/>
                    <a:pt x="98322" y="172924"/>
                  </a:cubicBezTo>
                  <a:cubicBezTo>
                    <a:pt x="107234" y="172924"/>
                    <a:pt x="113423" y="167523"/>
                    <a:pt x="117879" y="159912"/>
                  </a:cubicBezTo>
                  <a:cubicBezTo>
                    <a:pt x="123326" y="150337"/>
                    <a:pt x="126544" y="136343"/>
                    <a:pt x="126544" y="135361"/>
                  </a:cubicBezTo>
                  <a:cubicBezTo>
                    <a:pt x="126544" y="132169"/>
                    <a:pt x="123326" y="132169"/>
                    <a:pt x="122583" y="132169"/>
                  </a:cubicBezTo>
                  <a:cubicBezTo>
                    <a:pt x="119117" y="132169"/>
                    <a:pt x="118870" y="133151"/>
                    <a:pt x="117137" y="139780"/>
                  </a:cubicBezTo>
                  <a:cubicBezTo>
                    <a:pt x="114166" y="151565"/>
                    <a:pt x="109462" y="166050"/>
                    <a:pt x="99065" y="166050"/>
                  </a:cubicBezTo>
                  <a:cubicBezTo>
                    <a:pt x="92628" y="166050"/>
                    <a:pt x="90895" y="160648"/>
                    <a:pt x="90895" y="154020"/>
                  </a:cubicBezTo>
                  <a:cubicBezTo>
                    <a:pt x="90895" y="149355"/>
                    <a:pt x="91390" y="147145"/>
                    <a:pt x="92133" y="143954"/>
                  </a:cubicBezTo>
                  <a:lnTo>
                    <a:pt x="126544" y="7450"/>
                  </a:lnTo>
                  <a:close/>
                  <a:moveTo>
                    <a:pt x="73813" y="139780"/>
                  </a:moveTo>
                  <a:cubicBezTo>
                    <a:pt x="72080" y="146654"/>
                    <a:pt x="66634" y="151565"/>
                    <a:pt x="61188" y="156229"/>
                  </a:cubicBezTo>
                  <a:cubicBezTo>
                    <a:pt x="58960" y="158193"/>
                    <a:pt x="49057" y="166050"/>
                    <a:pt x="38412" y="166050"/>
                  </a:cubicBezTo>
                  <a:cubicBezTo>
                    <a:pt x="29252" y="166050"/>
                    <a:pt x="20340" y="159666"/>
                    <a:pt x="20340" y="142235"/>
                  </a:cubicBezTo>
                  <a:cubicBezTo>
                    <a:pt x="20340" y="129223"/>
                    <a:pt x="27519" y="102217"/>
                    <a:pt x="33213" y="92397"/>
                  </a:cubicBezTo>
                  <a:cubicBezTo>
                    <a:pt x="44601" y="72756"/>
                    <a:pt x="57227" y="69073"/>
                    <a:pt x="64158" y="69073"/>
                  </a:cubicBezTo>
                  <a:cubicBezTo>
                    <a:pt x="81488" y="69073"/>
                    <a:pt x="86191" y="87732"/>
                    <a:pt x="86191" y="90433"/>
                  </a:cubicBezTo>
                  <a:cubicBezTo>
                    <a:pt x="86191" y="91415"/>
                    <a:pt x="85696" y="93133"/>
                    <a:pt x="85449" y="93870"/>
                  </a:cubicBezTo>
                  <a:lnTo>
                    <a:pt x="73813" y="139780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6A2594AF-50EC-8F84-06FB-BF02AAB0949B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4995303" y="7595731"/>
              <a:ext cx="91951" cy="120650"/>
            </a:xfrm>
            <a:custGeom>
              <a:avLst/>
              <a:gdLst>
                <a:gd name="connsiteX0" fmla="*/ 44499 w 91951"/>
                <a:gd name="connsiteY0" fmla="*/ 58833 h 120650"/>
                <a:gd name="connsiteX1" fmla="*/ 71554 w 91951"/>
                <a:gd name="connsiteY1" fmla="*/ 86190 h 120650"/>
                <a:gd name="connsiteX2" fmla="*/ 44676 w 91951"/>
                <a:gd name="connsiteY2" fmla="*/ 113547 h 120650"/>
                <a:gd name="connsiteX3" fmla="*/ 12670 w 91951"/>
                <a:gd name="connsiteY3" fmla="*/ 104428 h 120650"/>
                <a:gd name="connsiteX4" fmla="*/ 22042 w 91951"/>
                <a:gd name="connsiteY4" fmla="*/ 93730 h 120650"/>
                <a:gd name="connsiteX5" fmla="*/ 11255 w 91951"/>
                <a:gd name="connsiteY5" fmla="*/ 83033 h 120650"/>
                <a:gd name="connsiteX6" fmla="*/ 291 w 91951"/>
                <a:gd name="connsiteY6" fmla="*/ 94081 h 120650"/>
                <a:gd name="connsiteX7" fmla="*/ 45206 w 91951"/>
                <a:gd name="connsiteY7" fmla="*/ 120736 h 120650"/>
                <a:gd name="connsiteX8" fmla="*/ 92243 w 91951"/>
                <a:gd name="connsiteY8" fmla="*/ 86365 h 120650"/>
                <a:gd name="connsiteX9" fmla="*/ 59176 w 91951"/>
                <a:gd name="connsiteY9" fmla="*/ 55150 h 120650"/>
                <a:gd name="connsiteX10" fmla="*/ 86054 w 91951"/>
                <a:gd name="connsiteY10" fmla="*/ 25163 h 120650"/>
                <a:gd name="connsiteX11" fmla="*/ 45737 w 91951"/>
                <a:gd name="connsiteY11" fmla="*/ 86 h 120650"/>
                <a:gd name="connsiteX12" fmla="*/ 6480 w 91951"/>
                <a:gd name="connsiteY12" fmla="*/ 24988 h 120650"/>
                <a:gd name="connsiteX13" fmla="*/ 16560 w 91951"/>
                <a:gd name="connsiteY13" fmla="*/ 35334 h 120650"/>
                <a:gd name="connsiteX14" fmla="*/ 26639 w 91951"/>
                <a:gd name="connsiteY14" fmla="*/ 25338 h 120650"/>
                <a:gd name="connsiteX15" fmla="*/ 18151 w 91951"/>
                <a:gd name="connsiteY15" fmla="*/ 15343 h 120650"/>
                <a:gd name="connsiteX16" fmla="*/ 45206 w 91951"/>
                <a:gd name="connsiteY16" fmla="*/ 6750 h 120650"/>
                <a:gd name="connsiteX17" fmla="*/ 67310 w 91951"/>
                <a:gd name="connsiteY17" fmla="*/ 25163 h 120650"/>
                <a:gd name="connsiteX18" fmla="*/ 42023 w 91951"/>
                <a:gd name="connsiteY18" fmla="*/ 52344 h 120650"/>
                <a:gd name="connsiteX19" fmla="*/ 31767 w 91951"/>
                <a:gd name="connsiteY19" fmla="*/ 52870 h 120650"/>
                <a:gd name="connsiteX20" fmla="*/ 27877 w 91951"/>
                <a:gd name="connsiteY20" fmla="*/ 55852 h 120650"/>
                <a:gd name="connsiteX21" fmla="*/ 32828 w 91951"/>
                <a:gd name="connsiteY21" fmla="*/ 58833 h 120650"/>
                <a:gd name="connsiteX22" fmla="*/ 44499 w 91951"/>
                <a:gd name="connsiteY22" fmla="*/ 58833 h 12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951" h="120650">
                  <a:moveTo>
                    <a:pt x="44499" y="58833"/>
                  </a:moveTo>
                  <a:cubicBezTo>
                    <a:pt x="60767" y="58833"/>
                    <a:pt x="71554" y="68829"/>
                    <a:pt x="71554" y="86190"/>
                  </a:cubicBezTo>
                  <a:cubicBezTo>
                    <a:pt x="71554" y="104077"/>
                    <a:pt x="60414" y="113547"/>
                    <a:pt x="44676" y="113547"/>
                  </a:cubicBezTo>
                  <a:cubicBezTo>
                    <a:pt x="42731" y="113547"/>
                    <a:pt x="21688" y="113547"/>
                    <a:pt x="12670" y="104428"/>
                  </a:cubicBezTo>
                  <a:cubicBezTo>
                    <a:pt x="19920" y="103375"/>
                    <a:pt x="22042" y="97939"/>
                    <a:pt x="22042" y="93730"/>
                  </a:cubicBezTo>
                  <a:cubicBezTo>
                    <a:pt x="22042" y="87242"/>
                    <a:pt x="17090" y="83033"/>
                    <a:pt x="11255" y="83033"/>
                  </a:cubicBezTo>
                  <a:cubicBezTo>
                    <a:pt x="5596" y="83033"/>
                    <a:pt x="291" y="86716"/>
                    <a:pt x="291" y="94081"/>
                  </a:cubicBezTo>
                  <a:cubicBezTo>
                    <a:pt x="291" y="112319"/>
                    <a:pt x="21157" y="120736"/>
                    <a:pt x="45206" y="120736"/>
                  </a:cubicBezTo>
                  <a:cubicBezTo>
                    <a:pt x="74206" y="120736"/>
                    <a:pt x="92243" y="103375"/>
                    <a:pt x="92243" y="86365"/>
                  </a:cubicBezTo>
                  <a:cubicBezTo>
                    <a:pt x="92243" y="71985"/>
                    <a:pt x="79335" y="59710"/>
                    <a:pt x="59176" y="55150"/>
                  </a:cubicBezTo>
                  <a:cubicBezTo>
                    <a:pt x="80396" y="48311"/>
                    <a:pt x="86054" y="34983"/>
                    <a:pt x="86054" y="25163"/>
                  </a:cubicBezTo>
                  <a:cubicBezTo>
                    <a:pt x="86054" y="10783"/>
                    <a:pt x="68017" y="86"/>
                    <a:pt x="45737" y="86"/>
                  </a:cubicBezTo>
                  <a:cubicBezTo>
                    <a:pt x="23987" y="86"/>
                    <a:pt x="6480" y="9205"/>
                    <a:pt x="6480" y="24988"/>
                  </a:cubicBezTo>
                  <a:cubicBezTo>
                    <a:pt x="6480" y="33230"/>
                    <a:pt x="13200" y="35334"/>
                    <a:pt x="16560" y="35334"/>
                  </a:cubicBezTo>
                  <a:cubicBezTo>
                    <a:pt x="21688" y="35334"/>
                    <a:pt x="26639" y="31651"/>
                    <a:pt x="26639" y="25338"/>
                  </a:cubicBezTo>
                  <a:cubicBezTo>
                    <a:pt x="26639" y="21305"/>
                    <a:pt x="24517" y="16395"/>
                    <a:pt x="18151" y="15343"/>
                  </a:cubicBezTo>
                  <a:cubicBezTo>
                    <a:pt x="25755" y="7276"/>
                    <a:pt x="41493" y="6750"/>
                    <a:pt x="45206" y="6750"/>
                  </a:cubicBezTo>
                  <a:cubicBezTo>
                    <a:pt x="58115" y="6750"/>
                    <a:pt x="67310" y="13238"/>
                    <a:pt x="67310" y="25163"/>
                  </a:cubicBezTo>
                  <a:cubicBezTo>
                    <a:pt x="67310" y="35334"/>
                    <a:pt x="60591" y="51292"/>
                    <a:pt x="42023" y="52344"/>
                  </a:cubicBezTo>
                  <a:cubicBezTo>
                    <a:pt x="37072" y="52520"/>
                    <a:pt x="36365" y="52695"/>
                    <a:pt x="31767" y="52870"/>
                  </a:cubicBezTo>
                  <a:cubicBezTo>
                    <a:pt x="29822" y="53046"/>
                    <a:pt x="27877" y="53221"/>
                    <a:pt x="27877" y="55852"/>
                  </a:cubicBezTo>
                  <a:cubicBezTo>
                    <a:pt x="27877" y="58833"/>
                    <a:pt x="29645" y="58833"/>
                    <a:pt x="32828" y="58833"/>
                  </a:cubicBezTo>
                  <a:lnTo>
                    <a:pt x="44499" y="58833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7D16867E-D17E-0D38-2B8A-B5412E9CE95C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5163250" y="7550276"/>
              <a:ext cx="132693" cy="131347"/>
            </a:xfrm>
            <a:custGeom>
              <a:avLst/>
              <a:gdLst>
                <a:gd name="connsiteX0" fmla="*/ 129523 w 132693"/>
                <a:gd name="connsiteY0" fmla="*/ 12115 h 131347"/>
                <a:gd name="connsiteX1" fmla="*/ 132989 w 132693"/>
                <a:gd name="connsiteY1" fmla="*/ 6223 h 131347"/>
                <a:gd name="connsiteX2" fmla="*/ 127047 w 132693"/>
                <a:gd name="connsiteY2" fmla="*/ 85 h 131347"/>
                <a:gd name="connsiteX3" fmla="*/ 120858 w 132693"/>
                <a:gd name="connsiteY3" fmla="*/ 3767 h 131347"/>
                <a:gd name="connsiteX4" fmla="*/ 66642 w 132693"/>
                <a:gd name="connsiteY4" fmla="*/ 57289 h 131347"/>
                <a:gd name="connsiteX5" fmla="*/ 12178 w 132693"/>
                <a:gd name="connsiteY5" fmla="*/ 3522 h 131347"/>
                <a:gd name="connsiteX6" fmla="*/ 6484 w 132693"/>
                <a:gd name="connsiteY6" fmla="*/ 85 h 131347"/>
                <a:gd name="connsiteX7" fmla="*/ 295 w 132693"/>
                <a:gd name="connsiteY7" fmla="*/ 6223 h 131347"/>
                <a:gd name="connsiteX8" fmla="*/ 4009 w 132693"/>
                <a:gd name="connsiteY8" fmla="*/ 12115 h 131347"/>
                <a:gd name="connsiteX9" fmla="*/ 57977 w 132693"/>
                <a:gd name="connsiteY9" fmla="*/ 65636 h 131347"/>
                <a:gd name="connsiteX10" fmla="*/ 4009 w 132693"/>
                <a:gd name="connsiteY10" fmla="*/ 119157 h 131347"/>
                <a:gd name="connsiteX11" fmla="*/ 295 w 132693"/>
                <a:gd name="connsiteY11" fmla="*/ 125295 h 131347"/>
                <a:gd name="connsiteX12" fmla="*/ 6484 w 132693"/>
                <a:gd name="connsiteY12" fmla="*/ 131433 h 131347"/>
                <a:gd name="connsiteX13" fmla="*/ 12178 w 132693"/>
                <a:gd name="connsiteY13" fmla="*/ 127996 h 131347"/>
                <a:gd name="connsiteX14" fmla="*/ 66642 w 132693"/>
                <a:gd name="connsiteY14" fmla="*/ 74229 h 131347"/>
                <a:gd name="connsiteX15" fmla="*/ 123086 w 132693"/>
                <a:gd name="connsiteY15" fmla="*/ 130205 h 131347"/>
                <a:gd name="connsiteX16" fmla="*/ 127047 w 132693"/>
                <a:gd name="connsiteY16" fmla="*/ 131433 h 131347"/>
                <a:gd name="connsiteX17" fmla="*/ 132989 w 132693"/>
                <a:gd name="connsiteY17" fmla="*/ 125295 h 131347"/>
                <a:gd name="connsiteX18" fmla="*/ 131751 w 132693"/>
                <a:gd name="connsiteY18" fmla="*/ 122103 h 131347"/>
                <a:gd name="connsiteX19" fmla="*/ 75307 w 132693"/>
                <a:gd name="connsiteY19" fmla="*/ 65882 h 131347"/>
                <a:gd name="connsiteX20" fmla="*/ 129523 w 132693"/>
                <a:gd name="connsiteY20" fmla="*/ 12115 h 131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2693" h="131347">
                  <a:moveTo>
                    <a:pt x="129523" y="12115"/>
                  </a:moveTo>
                  <a:cubicBezTo>
                    <a:pt x="132246" y="9414"/>
                    <a:pt x="132989" y="7941"/>
                    <a:pt x="132989" y="6223"/>
                  </a:cubicBezTo>
                  <a:cubicBezTo>
                    <a:pt x="132989" y="2294"/>
                    <a:pt x="129770" y="85"/>
                    <a:pt x="127047" y="85"/>
                  </a:cubicBezTo>
                  <a:cubicBezTo>
                    <a:pt x="124572" y="85"/>
                    <a:pt x="123829" y="821"/>
                    <a:pt x="120858" y="3767"/>
                  </a:cubicBezTo>
                  <a:lnTo>
                    <a:pt x="66642" y="57289"/>
                  </a:lnTo>
                  <a:lnTo>
                    <a:pt x="12178" y="3522"/>
                  </a:lnTo>
                  <a:cubicBezTo>
                    <a:pt x="9703" y="1067"/>
                    <a:pt x="8712" y="85"/>
                    <a:pt x="6484" y="85"/>
                  </a:cubicBezTo>
                  <a:cubicBezTo>
                    <a:pt x="3018" y="85"/>
                    <a:pt x="295" y="2785"/>
                    <a:pt x="295" y="6223"/>
                  </a:cubicBezTo>
                  <a:cubicBezTo>
                    <a:pt x="295" y="8432"/>
                    <a:pt x="1038" y="9169"/>
                    <a:pt x="4009" y="12115"/>
                  </a:cubicBezTo>
                  <a:lnTo>
                    <a:pt x="57977" y="65636"/>
                  </a:lnTo>
                  <a:lnTo>
                    <a:pt x="4009" y="119157"/>
                  </a:lnTo>
                  <a:cubicBezTo>
                    <a:pt x="543" y="122594"/>
                    <a:pt x="295" y="123822"/>
                    <a:pt x="295" y="125295"/>
                  </a:cubicBezTo>
                  <a:cubicBezTo>
                    <a:pt x="295" y="128732"/>
                    <a:pt x="3018" y="131433"/>
                    <a:pt x="6484" y="131433"/>
                  </a:cubicBezTo>
                  <a:cubicBezTo>
                    <a:pt x="8712" y="131433"/>
                    <a:pt x="9455" y="130696"/>
                    <a:pt x="12178" y="127996"/>
                  </a:cubicBezTo>
                  <a:lnTo>
                    <a:pt x="66642" y="74229"/>
                  </a:lnTo>
                  <a:lnTo>
                    <a:pt x="123086" y="130205"/>
                  </a:lnTo>
                  <a:cubicBezTo>
                    <a:pt x="124324" y="130942"/>
                    <a:pt x="125562" y="131433"/>
                    <a:pt x="127047" y="131433"/>
                  </a:cubicBezTo>
                  <a:cubicBezTo>
                    <a:pt x="129770" y="131433"/>
                    <a:pt x="132989" y="129223"/>
                    <a:pt x="132989" y="125295"/>
                  </a:cubicBezTo>
                  <a:cubicBezTo>
                    <a:pt x="132989" y="123331"/>
                    <a:pt x="132494" y="122840"/>
                    <a:pt x="131751" y="122103"/>
                  </a:cubicBezTo>
                  <a:cubicBezTo>
                    <a:pt x="131256" y="121121"/>
                    <a:pt x="83229" y="73492"/>
                    <a:pt x="75307" y="65882"/>
                  </a:cubicBezTo>
                  <a:lnTo>
                    <a:pt x="129523" y="1211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962C1930-69C1-E10F-195E-3BA1A066F6EA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5358790" y="7507066"/>
              <a:ext cx="121800" cy="172839"/>
            </a:xfrm>
            <a:custGeom>
              <a:avLst/>
              <a:gdLst>
                <a:gd name="connsiteX0" fmla="*/ 59221 w 121800"/>
                <a:gd name="connsiteY0" fmla="*/ 7450 h 172839"/>
                <a:gd name="connsiteX1" fmla="*/ 60212 w 121800"/>
                <a:gd name="connsiteY1" fmla="*/ 3522 h 172839"/>
                <a:gd name="connsiteX2" fmla="*/ 56251 w 121800"/>
                <a:gd name="connsiteY2" fmla="*/ 85 h 172839"/>
                <a:gd name="connsiteX3" fmla="*/ 24563 w 121800"/>
                <a:gd name="connsiteY3" fmla="*/ 2540 h 172839"/>
                <a:gd name="connsiteX4" fmla="*/ 19116 w 121800"/>
                <a:gd name="connsiteY4" fmla="*/ 8187 h 172839"/>
                <a:gd name="connsiteX5" fmla="*/ 25553 w 121800"/>
                <a:gd name="connsiteY5" fmla="*/ 11624 h 172839"/>
                <a:gd name="connsiteX6" fmla="*/ 37436 w 121800"/>
                <a:gd name="connsiteY6" fmla="*/ 15306 h 172839"/>
                <a:gd name="connsiteX7" fmla="*/ 36446 w 121800"/>
                <a:gd name="connsiteY7" fmla="*/ 20708 h 172839"/>
                <a:gd name="connsiteX8" fmla="*/ 1539 w 121800"/>
                <a:gd name="connsiteY8" fmla="*/ 159666 h 172839"/>
                <a:gd name="connsiteX9" fmla="*/ 302 w 121800"/>
                <a:gd name="connsiteY9" fmla="*/ 165068 h 172839"/>
                <a:gd name="connsiteX10" fmla="*/ 8719 w 121800"/>
                <a:gd name="connsiteY10" fmla="*/ 172924 h 172839"/>
                <a:gd name="connsiteX11" fmla="*/ 20106 w 121800"/>
                <a:gd name="connsiteY11" fmla="*/ 162613 h 172839"/>
                <a:gd name="connsiteX12" fmla="*/ 32237 w 121800"/>
                <a:gd name="connsiteY12" fmla="*/ 114984 h 172839"/>
                <a:gd name="connsiteX13" fmla="*/ 63925 w 121800"/>
                <a:gd name="connsiteY13" fmla="*/ 135115 h 172839"/>
                <a:gd name="connsiteX14" fmla="*/ 63430 w 121800"/>
                <a:gd name="connsiteY14" fmla="*/ 140026 h 172839"/>
                <a:gd name="connsiteX15" fmla="*/ 62440 w 121800"/>
                <a:gd name="connsiteY15" fmla="*/ 147636 h 172839"/>
                <a:gd name="connsiteX16" fmla="*/ 88681 w 121800"/>
                <a:gd name="connsiteY16" fmla="*/ 172924 h 172839"/>
                <a:gd name="connsiteX17" fmla="*/ 120122 w 121800"/>
                <a:gd name="connsiteY17" fmla="*/ 135361 h 172839"/>
                <a:gd name="connsiteX18" fmla="*/ 116161 w 121800"/>
                <a:gd name="connsiteY18" fmla="*/ 132169 h 172839"/>
                <a:gd name="connsiteX19" fmla="*/ 111210 w 121800"/>
                <a:gd name="connsiteY19" fmla="*/ 138062 h 172839"/>
                <a:gd name="connsiteX20" fmla="*/ 89424 w 121800"/>
                <a:gd name="connsiteY20" fmla="*/ 166050 h 172839"/>
                <a:gd name="connsiteX21" fmla="*/ 80759 w 121800"/>
                <a:gd name="connsiteY21" fmla="*/ 153283 h 172839"/>
                <a:gd name="connsiteX22" fmla="*/ 82245 w 121800"/>
                <a:gd name="connsiteY22" fmla="*/ 142235 h 172839"/>
                <a:gd name="connsiteX23" fmla="*/ 83483 w 121800"/>
                <a:gd name="connsiteY23" fmla="*/ 134624 h 172839"/>
                <a:gd name="connsiteX24" fmla="*/ 43377 w 121800"/>
                <a:gd name="connsiteY24" fmla="*/ 108600 h 172839"/>
                <a:gd name="connsiteX25" fmla="*/ 63925 w 121800"/>
                <a:gd name="connsiteY25" fmla="*/ 92397 h 172839"/>
                <a:gd name="connsiteX26" fmla="*/ 102792 w 121800"/>
                <a:gd name="connsiteY26" fmla="*/ 69073 h 172839"/>
                <a:gd name="connsiteX27" fmla="*/ 110962 w 121800"/>
                <a:gd name="connsiteY27" fmla="*/ 72265 h 172839"/>
                <a:gd name="connsiteX28" fmla="*/ 98089 w 121800"/>
                <a:gd name="connsiteY28" fmla="*/ 86013 h 172839"/>
                <a:gd name="connsiteX29" fmla="*/ 107991 w 121800"/>
                <a:gd name="connsiteY29" fmla="*/ 95097 h 172839"/>
                <a:gd name="connsiteX30" fmla="*/ 122102 w 121800"/>
                <a:gd name="connsiteY30" fmla="*/ 79385 h 172839"/>
                <a:gd name="connsiteX31" fmla="*/ 103040 w 121800"/>
                <a:gd name="connsiteY31" fmla="*/ 62199 h 172839"/>
                <a:gd name="connsiteX32" fmla="*/ 63430 w 121800"/>
                <a:gd name="connsiteY32" fmla="*/ 83804 h 172839"/>
                <a:gd name="connsiteX33" fmla="*/ 34713 w 121800"/>
                <a:gd name="connsiteY33" fmla="*/ 105409 h 172839"/>
                <a:gd name="connsiteX34" fmla="*/ 59221 w 121800"/>
                <a:gd name="connsiteY34" fmla="*/ 7450 h 17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800" h="172839">
                  <a:moveTo>
                    <a:pt x="59221" y="7450"/>
                  </a:moveTo>
                  <a:cubicBezTo>
                    <a:pt x="59469" y="6959"/>
                    <a:pt x="60212" y="3767"/>
                    <a:pt x="60212" y="3522"/>
                  </a:cubicBezTo>
                  <a:cubicBezTo>
                    <a:pt x="60212" y="2294"/>
                    <a:pt x="59221" y="85"/>
                    <a:pt x="56251" y="85"/>
                  </a:cubicBezTo>
                  <a:cubicBezTo>
                    <a:pt x="51299" y="85"/>
                    <a:pt x="30752" y="2049"/>
                    <a:pt x="24563" y="2540"/>
                  </a:cubicBezTo>
                  <a:cubicBezTo>
                    <a:pt x="22582" y="2785"/>
                    <a:pt x="19116" y="3031"/>
                    <a:pt x="19116" y="8187"/>
                  </a:cubicBezTo>
                  <a:cubicBezTo>
                    <a:pt x="19116" y="11624"/>
                    <a:pt x="22582" y="11624"/>
                    <a:pt x="25553" y="11624"/>
                  </a:cubicBezTo>
                  <a:cubicBezTo>
                    <a:pt x="37436" y="11624"/>
                    <a:pt x="37436" y="13342"/>
                    <a:pt x="37436" y="15306"/>
                  </a:cubicBezTo>
                  <a:cubicBezTo>
                    <a:pt x="37436" y="17025"/>
                    <a:pt x="36941" y="18498"/>
                    <a:pt x="36446" y="20708"/>
                  </a:cubicBezTo>
                  <a:lnTo>
                    <a:pt x="1539" y="159666"/>
                  </a:lnTo>
                  <a:cubicBezTo>
                    <a:pt x="302" y="164086"/>
                    <a:pt x="302" y="164577"/>
                    <a:pt x="302" y="165068"/>
                  </a:cubicBezTo>
                  <a:cubicBezTo>
                    <a:pt x="302" y="168750"/>
                    <a:pt x="3272" y="172924"/>
                    <a:pt x="8719" y="172924"/>
                  </a:cubicBezTo>
                  <a:cubicBezTo>
                    <a:pt x="15403" y="172924"/>
                    <a:pt x="18621" y="168014"/>
                    <a:pt x="20106" y="162613"/>
                  </a:cubicBezTo>
                  <a:cubicBezTo>
                    <a:pt x="20602" y="161630"/>
                    <a:pt x="31247" y="118421"/>
                    <a:pt x="32237" y="114984"/>
                  </a:cubicBezTo>
                  <a:cubicBezTo>
                    <a:pt x="49814" y="116702"/>
                    <a:pt x="63925" y="122349"/>
                    <a:pt x="63925" y="135115"/>
                  </a:cubicBezTo>
                  <a:cubicBezTo>
                    <a:pt x="63925" y="136343"/>
                    <a:pt x="63925" y="137570"/>
                    <a:pt x="63430" y="140026"/>
                  </a:cubicBezTo>
                  <a:cubicBezTo>
                    <a:pt x="62440" y="143708"/>
                    <a:pt x="62440" y="144936"/>
                    <a:pt x="62440" y="147636"/>
                  </a:cubicBezTo>
                  <a:cubicBezTo>
                    <a:pt x="62440" y="165068"/>
                    <a:pt x="76798" y="172924"/>
                    <a:pt x="88681" y="172924"/>
                  </a:cubicBezTo>
                  <a:cubicBezTo>
                    <a:pt x="112695" y="172924"/>
                    <a:pt x="120122" y="135606"/>
                    <a:pt x="120122" y="135361"/>
                  </a:cubicBezTo>
                  <a:cubicBezTo>
                    <a:pt x="120122" y="132169"/>
                    <a:pt x="116903" y="132169"/>
                    <a:pt x="116161" y="132169"/>
                  </a:cubicBezTo>
                  <a:cubicBezTo>
                    <a:pt x="112695" y="132169"/>
                    <a:pt x="112447" y="133397"/>
                    <a:pt x="111210" y="138062"/>
                  </a:cubicBezTo>
                  <a:cubicBezTo>
                    <a:pt x="108239" y="148618"/>
                    <a:pt x="101555" y="166050"/>
                    <a:pt x="89424" y="166050"/>
                  </a:cubicBezTo>
                  <a:cubicBezTo>
                    <a:pt x="82740" y="166050"/>
                    <a:pt x="80759" y="159912"/>
                    <a:pt x="80759" y="153283"/>
                  </a:cubicBezTo>
                  <a:cubicBezTo>
                    <a:pt x="80759" y="149109"/>
                    <a:pt x="80759" y="148618"/>
                    <a:pt x="82245" y="142235"/>
                  </a:cubicBezTo>
                  <a:cubicBezTo>
                    <a:pt x="82492" y="141499"/>
                    <a:pt x="83483" y="137325"/>
                    <a:pt x="83483" y="134624"/>
                  </a:cubicBezTo>
                  <a:cubicBezTo>
                    <a:pt x="83483" y="112774"/>
                    <a:pt x="53775" y="109337"/>
                    <a:pt x="43377" y="108600"/>
                  </a:cubicBezTo>
                  <a:cubicBezTo>
                    <a:pt x="50557" y="104181"/>
                    <a:pt x="59716" y="96079"/>
                    <a:pt x="63925" y="92397"/>
                  </a:cubicBezTo>
                  <a:cubicBezTo>
                    <a:pt x="76551" y="80612"/>
                    <a:pt x="88929" y="69073"/>
                    <a:pt x="102792" y="69073"/>
                  </a:cubicBezTo>
                  <a:cubicBezTo>
                    <a:pt x="105763" y="69073"/>
                    <a:pt x="108981" y="69810"/>
                    <a:pt x="110962" y="72265"/>
                  </a:cubicBezTo>
                  <a:cubicBezTo>
                    <a:pt x="100317" y="73983"/>
                    <a:pt x="98089" y="82331"/>
                    <a:pt x="98089" y="86013"/>
                  </a:cubicBezTo>
                  <a:cubicBezTo>
                    <a:pt x="98089" y="91415"/>
                    <a:pt x="102297" y="95097"/>
                    <a:pt x="107991" y="95097"/>
                  </a:cubicBezTo>
                  <a:cubicBezTo>
                    <a:pt x="114675" y="95097"/>
                    <a:pt x="122102" y="89696"/>
                    <a:pt x="122102" y="79385"/>
                  </a:cubicBezTo>
                  <a:cubicBezTo>
                    <a:pt x="122102" y="71283"/>
                    <a:pt x="116161" y="62199"/>
                    <a:pt x="103040" y="62199"/>
                  </a:cubicBezTo>
                  <a:cubicBezTo>
                    <a:pt x="88929" y="62199"/>
                    <a:pt x="76056" y="72265"/>
                    <a:pt x="63430" y="83804"/>
                  </a:cubicBezTo>
                  <a:cubicBezTo>
                    <a:pt x="53032" y="93624"/>
                    <a:pt x="44863" y="101235"/>
                    <a:pt x="34713" y="105409"/>
                  </a:cubicBezTo>
                  <a:lnTo>
                    <a:pt x="59221" y="7450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>
                <a:latin typeface="Nunito" pitchFamily="2" charset="0"/>
              </a:endParaRPr>
            </a:p>
          </p:txBody>
        </p:sp>
      </p:grpSp>
      <p:sp>
        <p:nvSpPr>
          <p:cNvPr id="130" name="Rectangle 129">
            <a:extLst>
              <a:ext uri="{FF2B5EF4-FFF2-40B4-BE49-F238E27FC236}">
                <a16:creationId xmlns:a16="http://schemas.microsoft.com/office/drawing/2014/main" id="{405B0C9F-1D70-71CC-2402-7DFD7477FFAD}"/>
              </a:ext>
            </a:extLst>
          </p:cNvPr>
          <p:cNvSpPr/>
          <p:nvPr/>
        </p:nvSpPr>
        <p:spPr>
          <a:xfrm>
            <a:off x="4533389" y="3776204"/>
            <a:ext cx="2804052" cy="1100549"/>
          </a:xfrm>
          <a:prstGeom prst="rect">
            <a:avLst/>
          </a:prstGeom>
          <a:noFill/>
          <a:ln w="57150">
            <a:solidFill>
              <a:srgbClr val="2683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latin typeface="Nunito" pitchFamily="2" charset="0"/>
            </a:endParaRPr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710CDCDE-C811-F5D6-CA04-634B29B4B595}"/>
              </a:ext>
            </a:extLst>
          </p:cNvPr>
          <p:cNvGrpSpPr/>
          <p:nvPr/>
        </p:nvGrpSpPr>
        <p:grpSpPr>
          <a:xfrm>
            <a:off x="5676329" y="4915837"/>
            <a:ext cx="5677471" cy="1047392"/>
            <a:chOff x="2754922" y="4755404"/>
            <a:chExt cx="3573051" cy="1047392"/>
          </a:xfrm>
        </p:grpSpPr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8123A662-B3E8-1B07-E407-06679AA4CE5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754922" y="4755404"/>
              <a:ext cx="487375" cy="260872"/>
            </a:xfrm>
            <a:prstGeom prst="straightConnector1">
              <a:avLst/>
            </a:prstGeom>
            <a:ln w="57150">
              <a:solidFill>
                <a:srgbClr val="2683C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6DED649A-A8A7-CAC3-6C59-F1D589563082}"/>
                    </a:ext>
                  </a:extLst>
                </p:cNvPr>
                <p:cNvSpPr txBox="1"/>
                <p:nvPr/>
              </p:nvSpPr>
              <p:spPr>
                <a:xfrm>
                  <a:off x="3242297" y="4848689"/>
                  <a:ext cx="3085676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indent="0" algn="ctr">
                    <a:buNone/>
                  </a:pPr>
                  <a14:m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2683C6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800" b="0" i="1" smtClean="0">
                          <a:solidFill>
                            <a:srgbClr val="2683C6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800" b="0" i="1" smtClean="0">
                          <a:solidFill>
                            <a:srgbClr val="2683C6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a14:m>
                  <a:r>
                    <a:rPr lang="en-CA" sz="2800" dirty="0">
                      <a:solidFill>
                        <a:srgbClr val="2683C6"/>
                      </a:solidFill>
                      <a:latin typeface="Nunito" pitchFamily="2" charset="0"/>
                    </a:rPr>
                    <a:t> matrix, </a:t>
                  </a:r>
                  <a:r>
                    <a:rPr lang="en-CA" sz="2800" dirty="0" err="1">
                      <a:solidFill>
                        <a:srgbClr val="2683C6"/>
                      </a:solidFill>
                      <a:latin typeface="Nunito" pitchFamily="2" charset="0"/>
                    </a:rPr>
                    <a:t>softmax</a:t>
                  </a:r>
                  <a:r>
                    <a:rPr lang="en-CA" sz="2800" dirty="0">
                      <a:solidFill>
                        <a:srgbClr val="2683C6"/>
                      </a:solidFill>
                      <a:latin typeface="Nunito" pitchFamily="2" charset="0"/>
                    </a:rPr>
                    <a:t> over the first dimension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9205552B-F34B-FE78-7BE7-E41A0D516A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2297" y="4848689"/>
                  <a:ext cx="3085676" cy="954107"/>
                </a:xfrm>
                <a:prstGeom prst="rect">
                  <a:avLst/>
                </a:prstGeom>
                <a:blipFill>
                  <a:blip r:embed="rId127"/>
                  <a:stretch>
                    <a:fillRect t="-5732" r="-1491" b="-17197"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7511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FCD6F0-FA8C-6D58-A731-DFB7DA97B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  <a:p>
            <a:endParaRPr lang="en-CA" dirty="0"/>
          </a:p>
        </p:txBody>
      </p:sp>
      <p:grpSp>
        <p:nvGrpSpPr>
          <p:cNvPr id="61" name="Group 60" descr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8698B5A3-373E-AE5E-2858-B17BE9D9AC10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232556" y="1879600"/>
            <a:ext cx="3726888" cy="867767"/>
            <a:chOff x="9969390" y="4471220"/>
            <a:chExt cx="3726888" cy="867767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6024729D-D495-CF48-F899-AECAB8C9383D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0030388" y="4682233"/>
              <a:ext cx="118248" cy="32617"/>
            </a:xfrm>
            <a:custGeom>
              <a:avLst/>
              <a:gdLst>
                <a:gd name="connsiteX0" fmla="*/ 118429 w 118248"/>
                <a:gd name="connsiteY0" fmla="*/ 5347 h 32617"/>
                <a:gd name="connsiteX1" fmla="*/ 112748 w 118248"/>
                <a:gd name="connsiteY1" fmla="*/ 86 h 32617"/>
                <a:gd name="connsiteX2" fmla="*/ 83630 w 118248"/>
                <a:gd name="connsiteY2" fmla="*/ 16921 h 32617"/>
                <a:gd name="connsiteX3" fmla="*/ 60548 w 118248"/>
                <a:gd name="connsiteY3" fmla="*/ 8153 h 32617"/>
                <a:gd name="connsiteX4" fmla="*/ 38532 w 118248"/>
                <a:gd name="connsiteY4" fmla="*/ 86 h 32617"/>
                <a:gd name="connsiteX5" fmla="*/ 181 w 118248"/>
                <a:gd name="connsiteY5" fmla="*/ 27443 h 32617"/>
                <a:gd name="connsiteX6" fmla="*/ 5863 w 118248"/>
                <a:gd name="connsiteY6" fmla="*/ 32704 h 32617"/>
                <a:gd name="connsiteX7" fmla="*/ 34981 w 118248"/>
                <a:gd name="connsiteY7" fmla="*/ 15869 h 32617"/>
                <a:gd name="connsiteX8" fmla="*/ 58063 w 118248"/>
                <a:gd name="connsiteY8" fmla="*/ 24637 h 32617"/>
                <a:gd name="connsiteX9" fmla="*/ 80079 w 118248"/>
                <a:gd name="connsiteY9" fmla="*/ 32704 h 32617"/>
                <a:gd name="connsiteX10" fmla="*/ 118429 w 118248"/>
                <a:gd name="connsiteY10" fmla="*/ 5347 h 32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48" h="32617">
                  <a:moveTo>
                    <a:pt x="118429" y="5347"/>
                  </a:moveTo>
                  <a:lnTo>
                    <a:pt x="112748" y="86"/>
                  </a:lnTo>
                  <a:cubicBezTo>
                    <a:pt x="112748" y="437"/>
                    <a:pt x="99254" y="16921"/>
                    <a:pt x="83630" y="16921"/>
                  </a:cubicBezTo>
                  <a:cubicBezTo>
                    <a:pt x="75462" y="16921"/>
                    <a:pt x="66585" y="11660"/>
                    <a:pt x="60548" y="8153"/>
                  </a:cubicBezTo>
                  <a:cubicBezTo>
                    <a:pt x="50961" y="2541"/>
                    <a:pt x="44569" y="86"/>
                    <a:pt x="38532" y="86"/>
                  </a:cubicBezTo>
                  <a:cubicBezTo>
                    <a:pt x="25038" y="86"/>
                    <a:pt x="18291" y="7802"/>
                    <a:pt x="181" y="27443"/>
                  </a:cubicBezTo>
                  <a:lnTo>
                    <a:pt x="5863" y="32704"/>
                  </a:lnTo>
                  <a:cubicBezTo>
                    <a:pt x="5863" y="32353"/>
                    <a:pt x="19357" y="15869"/>
                    <a:pt x="34981" y="15869"/>
                  </a:cubicBezTo>
                  <a:cubicBezTo>
                    <a:pt x="43148" y="15869"/>
                    <a:pt x="52026" y="21130"/>
                    <a:pt x="58063" y="24637"/>
                  </a:cubicBezTo>
                  <a:cubicBezTo>
                    <a:pt x="67650" y="30249"/>
                    <a:pt x="74042" y="32704"/>
                    <a:pt x="80079" y="32704"/>
                  </a:cubicBezTo>
                  <a:cubicBezTo>
                    <a:pt x="93572" y="32704"/>
                    <a:pt x="100319" y="24988"/>
                    <a:pt x="118429" y="534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5E4D4AB-C712-10E7-F4AB-5EE97C6089A3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9969390" y="4767656"/>
              <a:ext cx="242887" cy="238495"/>
            </a:xfrm>
            <a:custGeom>
              <a:avLst/>
              <a:gdLst>
                <a:gd name="connsiteX0" fmla="*/ 243068 w 242887"/>
                <a:gd name="connsiteY0" fmla="*/ 142485 h 238495"/>
                <a:gd name="connsiteX1" fmla="*/ 226378 w 242887"/>
                <a:gd name="connsiteY1" fmla="*/ 142485 h 238495"/>
                <a:gd name="connsiteX2" fmla="*/ 142930 w 242887"/>
                <a:gd name="connsiteY2" fmla="*/ 222100 h 238495"/>
                <a:gd name="connsiteX3" fmla="*/ 88955 w 242887"/>
                <a:gd name="connsiteY3" fmla="*/ 222100 h 238495"/>
                <a:gd name="connsiteX4" fmla="*/ 88955 w 242887"/>
                <a:gd name="connsiteY4" fmla="*/ 123195 h 238495"/>
                <a:gd name="connsiteX5" fmla="*/ 108485 w 242887"/>
                <a:gd name="connsiteY5" fmla="*/ 123195 h 238495"/>
                <a:gd name="connsiteX6" fmla="*/ 146126 w 242887"/>
                <a:gd name="connsiteY6" fmla="*/ 164230 h 238495"/>
                <a:gd name="connsiteX7" fmla="*/ 162816 w 242887"/>
                <a:gd name="connsiteY7" fmla="*/ 164230 h 238495"/>
                <a:gd name="connsiteX8" fmla="*/ 162816 w 242887"/>
                <a:gd name="connsiteY8" fmla="*/ 65675 h 238495"/>
                <a:gd name="connsiteX9" fmla="*/ 146126 w 242887"/>
                <a:gd name="connsiteY9" fmla="*/ 65675 h 238495"/>
                <a:gd name="connsiteX10" fmla="*/ 108485 w 242887"/>
                <a:gd name="connsiteY10" fmla="*/ 106710 h 238495"/>
                <a:gd name="connsiteX11" fmla="*/ 88955 w 242887"/>
                <a:gd name="connsiteY11" fmla="*/ 106710 h 238495"/>
                <a:gd name="connsiteX12" fmla="*/ 88955 w 242887"/>
                <a:gd name="connsiteY12" fmla="*/ 16573 h 238495"/>
                <a:gd name="connsiteX13" fmla="*/ 142930 w 242887"/>
                <a:gd name="connsiteY13" fmla="*/ 16573 h 238495"/>
                <a:gd name="connsiteX14" fmla="*/ 215015 w 242887"/>
                <a:gd name="connsiteY14" fmla="*/ 84614 h 238495"/>
                <a:gd name="connsiteX15" fmla="*/ 231705 w 242887"/>
                <a:gd name="connsiteY15" fmla="*/ 84614 h 238495"/>
                <a:gd name="connsiteX16" fmla="*/ 220697 w 242887"/>
                <a:gd name="connsiteY16" fmla="*/ 89 h 238495"/>
                <a:gd name="connsiteX17" fmla="*/ 180 w 242887"/>
                <a:gd name="connsiteY17" fmla="*/ 89 h 238495"/>
                <a:gd name="connsiteX18" fmla="*/ 180 w 242887"/>
                <a:gd name="connsiteY18" fmla="*/ 16573 h 238495"/>
                <a:gd name="connsiteX19" fmla="*/ 38531 w 242887"/>
                <a:gd name="connsiteY19" fmla="*/ 16573 h 238495"/>
                <a:gd name="connsiteX20" fmla="*/ 38531 w 242887"/>
                <a:gd name="connsiteY20" fmla="*/ 222100 h 238495"/>
                <a:gd name="connsiteX21" fmla="*/ 180 w 242887"/>
                <a:gd name="connsiteY21" fmla="*/ 222100 h 238495"/>
                <a:gd name="connsiteX22" fmla="*/ 180 w 242887"/>
                <a:gd name="connsiteY22" fmla="*/ 238584 h 238495"/>
                <a:gd name="connsiteX23" fmla="*/ 226733 w 242887"/>
                <a:gd name="connsiteY23" fmla="*/ 238584 h 238495"/>
                <a:gd name="connsiteX24" fmla="*/ 243068 w 242887"/>
                <a:gd name="connsiteY24" fmla="*/ 142485 h 238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2887" h="238495">
                  <a:moveTo>
                    <a:pt x="243068" y="142485"/>
                  </a:moveTo>
                  <a:lnTo>
                    <a:pt x="226378" y="142485"/>
                  </a:lnTo>
                  <a:cubicBezTo>
                    <a:pt x="218566" y="190885"/>
                    <a:pt x="208623" y="222100"/>
                    <a:pt x="142930" y="222100"/>
                  </a:cubicBezTo>
                  <a:lnTo>
                    <a:pt x="88955" y="222100"/>
                  </a:lnTo>
                  <a:lnTo>
                    <a:pt x="88955" y="123195"/>
                  </a:lnTo>
                  <a:lnTo>
                    <a:pt x="108485" y="123195"/>
                  </a:lnTo>
                  <a:cubicBezTo>
                    <a:pt x="142575" y="123195"/>
                    <a:pt x="146126" y="138276"/>
                    <a:pt x="146126" y="164230"/>
                  </a:cubicBezTo>
                  <a:lnTo>
                    <a:pt x="162816" y="164230"/>
                  </a:lnTo>
                  <a:lnTo>
                    <a:pt x="162816" y="65675"/>
                  </a:lnTo>
                  <a:lnTo>
                    <a:pt x="146126" y="65675"/>
                  </a:lnTo>
                  <a:cubicBezTo>
                    <a:pt x="146126" y="91629"/>
                    <a:pt x="142930" y="106710"/>
                    <a:pt x="108485" y="106710"/>
                  </a:cubicBezTo>
                  <a:lnTo>
                    <a:pt x="88955" y="106710"/>
                  </a:lnTo>
                  <a:lnTo>
                    <a:pt x="88955" y="16573"/>
                  </a:lnTo>
                  <a:lnTo>
                    <a:pt x="142930" y="16573"/>
                  </a:lnTo>
                  <a:cubicBezTo>
                    <a:pt x="200101" y="16573"/>
                    <a:pt x="209334" y="42176"/>
                    <a:pt x="215015" y="84614"/>
                  </a:cubicBezTo>
                  <a:lnTo>
                    <a:pt x="231705" y="84614"/>
                  </a:lnTo>
                  <a:lnTo>
                    <a:pt x="220697" y="89"/>
                  </a:lnTo>
                  <a:lnTo>
                    <a:pt x="180" y="89"/>
                  </a:lnTo>
                  <a:lnTo>
                    <a:pt x="180" y="16573"/>
                  </a:lnTo>
                  <a:lnTo>
                    <a:pt x="38531" y="16573"/>
                  </a:lnTo>
                  <a:lnTo>
                    <a:pt x="38531" y="222100"/>
                  </a:lnTo>
                  <a:lnTo>
                    <a:pt x="180" y="222100"/>
                  </a:lnTo>
                  <a:lnTo>
                    <a:pt x="180" y="238584"/>
                  </a:lnTo>
                  <a:lnTo>
                    <a:pt x="226733" y="238584"/>
                  </a:lnTo>
                  <a:lnTo>
                    <a:pt x="243068" y="14248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51A054A-CA52-36ED-D4B5-39CF4FA5658B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0342359" y="4877434"/>
              <a:ext cx="236140" cy="82070"/>
            </a:xfrm>
            <a:custGeom>
              <a:avLst/>
              <a:gdLst>
                <a:gd name="connsiteX0" fmla="*/ 224258 w 236140"/>
                <a:gd name="connsiteY0" fmla="*/ 14118 h 82070"/>
                <a:gd name="connsiteX1" fmla="*/ 236331 w 236140"/>
                <a:gd name="connsiteY1" fmla="*/ 7103 h 82070"/>
                <a:gd name="connsiteX2" fmla="*/ 224613 w 236140"/>
                <a:gd name="connsiteY2" fmla="*/ 89 h 82070"/>
                <a:gd name="connsiteX3" fmla="*/ 11909 w 236140"/>
                <a:gd name="connsiteY3" fmla="*/ 89 h 82070"/>
                <a:gd name="connsiteX4" fmla="*/ 190 w 236140"/>
                <a:gd name="connsiteY4" fmla="*/ 7103 h 82070"/>
                <a:gd name="connsiteX5" fmla="*/ 12264 w 236140"/>
                <a:gd name="connsiteY5" fmla="*/ 14118 h 82070"/>
                <a:gd name="connsiteX6" fmla="*/ 224258 w 236140"/>
                <a:gd name="connsiteY6" fmla="*/ 14118 h 82070"/>
                <a:gd name="connsiteX7" fmla="*/ 224613 w 236140"/>
                <a:gd name="connsiteY7" fmla="*/ 82159 h 82070"/>
                <a:gd name="connsiteX8" fmla="*/ 236331 w 236140"/>
                <a:gd name="connsiteY8" fmla="*/ 75145 h 82070"/>
                <a:gd name="connsiteX9" fmla="*/ 224258 w 236140"/>
                <a:gd name="connsiteY9" fmla="*/ 68130 h 82070"/>
                <a:gd name="connsiteX10" fmla="*/ 12264 w 236140"/>
                <a:gd name="connsiteY10" fmla="*/ 68130 h 82070"/>
                <a:gd name="connsiteX11" fmla="*/ 190 w 236140"/>
                <a:gd name="connsiteY11" fmla="*/ 75145 h 82070"/>
                <a:gd name="connsiteX12" fmla="*/ 11909 w 236140"/>
                <a:gd name="connsiteY12" fmla="*/ 82159 h 82070"/>
                <a:gd name="connsiteX13" fmla="*/ 224613 w 236140"/>
                <a:gd name="connsiteY13" fmla="*/ 82159 h 8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140" h="82070">
                  <a:moveTo>
                    <a:pt x="224258" y="14118"/>
                  </a:moveTo>
                  <a:cubicBezTo>
                    <a:pt x="229584" y="14118"/>
                    <a:pt x="236331" y="14118"/>
                    <a:pt x="236331" y="7103"/>
                  </a:cubicBezTo>
                  <a:cubicBezTo>
                    <a:pt x="236331" y="89"/>
                    <a:pt x="229584" y="89"/>
                    <a:pt x="224613" y="89"/>
                  </a:cubicBezTo>
                  <a:lnTo>
                    <a:pt x="11909" y="89"/>
                  </a:lnTo>
                  <a:cubicBezTo>
                    <a:pt x="6937" y="89"/>
                    <a:pt x="190" y="89"/>
                    <a:pt x="190" y="7103"/>
                  </a:cubicBezTo>
                  <a:cubicBezTo>
                    <a:pt x="190" y="14118"/>
                    <a:pt x="6937" y="14118"/>
                    <a:pt x="12264" y="14118"/>
                  </a:cubicBezTo>
                  <a:lnTo>
                    <a:pt x="224258" y="14118"/>
                  </a:lnTo>
                  <a:close/>
                  <a:moveTo>
                    <a:pt x="224613" y="82159"/>
                  </a:moveTo>
                  <a:cubicBezTo>
                    <a:pt x="229584" y="82159"/>
                    <a:pt x="236331" y="82159"/>
                    <a:pt x="236331" y="75145"/>
                  </a:cubicBezTo>
                  <a:cubicBezTo>
                    <a:pt x="236331" y="68130"/>
                    <a:pt x="229584" y="68130"/>
                    <a:pt x="224258" y="68130"/>
                  </a:cubicBezTo>
                  <a:lnTo>
                    <a:pt x="12264" y="68130"/>
                  </a:lnTo>
                  <a:cubicBezTo>
                    <a:pt x="6937" y="68130"/>
                    <a:pt x="190" y="68130"/>
                    <a:pt x="190" y="75145"/>
                  </a:cubicBezTo>
                  <a:cubicBezTo>
                    <a:pt x="190" y="82159"/>
                    <a:pt x="6937" y="82159"/>
                    <a:pt x="11909" y="82159"/>
                  </a:cubicBezTo>
                  <a:lnTo>
                    <a:pt x="224613" y="8215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3169AE4-508C-8C3C-1FD0-8B67E16B030D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0706532" y="4765551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6144A12-C9C4-56A3-59B3-565183146FB0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1023427" y="4849025"/>
              <a:ext cx="116117" cy="160984"/>
            </a:xfrm>
            <a:custGeom>
              <a:avLst/>
              <a:gdLst>
                <a:gd name="connsiteX0" fmla="*/ 62352 w 116117"/>
                <a:gd name="connsiteY0" fmla="*/ 89174 h 160984"/>
                <a:gd name="connsiteX1" fmla="*/ 99282 w 116117"/>
                <a:gd name="connsiteY1" fmla="*/ 121441 h 160984"/>
                <a:gd name="connsiteX2" fmla="*/ 59156 w 116117"/>
                <a:gd name="connsiteY2" fmla="*/ 153357 h 160984"/>
                <a:gd name="connsiteX3" fmla="*/ 9797 w 116117"/>
                <a:gd name="connsiteY3" fmla="*/ 103554 h 160984"/>
                <a:gd name="connsiteX4" fmla="*/ 4826 w 116117"/>
                <a:gd name="connsiteY4" fmla="*/ 97591 h 160984"/>
                <a:gd name="connsiteX5" fmla="*/ 210 w 116117"/>
                <a:gd name="connsiteY5" fmla="*/ 106360 h 160984"/>
                <a:gd name="connsiteX6" fmla="*/ 210 w 116117"/>
                <a:gd name="connsiteY6" fmla="*/ 152656 h 160984"/>
                <a:gd name="connsiteX7" fmla="*/ 4116 w 116117"/>
                <a:gd name="connsiteY7" fmla="*/ 161073 h 160984"/>
                <a:gd name="connsiteX8" fmla="*/ 12993 w 116117"/>
                <a:gd name="connsiteY8" fmla="*/ 154059 h 160984"/>
                <a:gd name="connsiteX9" fmla="*/ 20095 w 116117"/>
                <a:gd name="connsiteY9" fmla="*/ 145992 h 160984"/>
                <a:gd name="connsiteX10" fmla="*/ 59156 w 116117"/>
                <a:gd name="connsiteY10" fmla="*/ 161073 h 160984"/>
                <a:gd name="connsiteX11" fmla="*/ 116327 w 116117"/>
                <a:gd name="connsiteY11" fmla="*/ 112322 h 160984"/>
                <a:gd name="connsiteX12" fmla="*/ 101413 w 116117"/>
                <a:gd name="connsiteY12" fmla="*/ 79003 h 160984"/>
                <a:gd name="connsiteX13" fmla="*/ 60932 w 116117"/>
                <a:gd name="connsiteY13" fmla="*/ 62168 h 160984"/>
                <a:gd name="connsiteX14" fmla="*/ 17255 w 116117"/>
                <a:gd name="connsiteY14" fmla="*/ 33408 h 160984"/>
                <a:gd name="connsiteX15" fmla="*/ 57026 w 116117"/>
                <a:gd name="connsiteY15" fmla="*/ 6753 h 160984"/>
                <a:gd name="connsiteX16" fmla="*/ 98572 w 116117"/>
                <a:gd name="connsiteY16" fmla="*/ 49191 h 160984"/>
                <a:gd name="connsiteX17" fmla="*/ 102833 w 116117"/>
                <a:gd name="connsiteY17" fmla="*/ 52347 h 160984"/>
                <a:gd name="connsiteX18" fmla="*/ 107450 w 116117"/>
                <a:gd name="connsiteY18" fmla="*/ 43930 h 160984"/>
                <a:gd name="connsiteX19" fmla="*/ 107450 w 116117"/>
                <a:gd name="connsiteY19" fmla="*/ 8506 h 160984"/>
                <a:gd name="connsiteX20" fmla="*/ 103544 w 116117"/>
                <a:gd name="connsiteY20" fmla="*/ 89 h 160984"/>
                <a:gd name="connsiteX21" fmla="*/ 96442 w 116117"/>
                <a:gd name="connsiteY21" fmla="*/ 4298 h 160984"/>
                <a:gd name="connsiteX22" fmla="*/ 90405 w 116117"/>
                <a:gd name="connsiteY22" fmla="*/ 9909 h 160984"/>
                <a:gd name="connsiteX23" fmla="*/ 57026 w 116117"/>
                <a:gd name="connsiteY23" fmla="*/ 89 h 160984"/>
                <a:gd name="connsiteX24" fmla="*/ 210 w 116117"/>
                <a:gd name="connsiteY24" fmla="*/ 43229 h 160984"/>
                <a:gd name="connsiteX25" fmla="*/ 15479 w 116117"/>
                <a:gd name="connsiteY25" fmla="*/ 73040 h 160984"/>
                <a:gd name="connsiteX26" fmla="*/ 62352 w 116117"/>
                <a:gd name="connsiteY26" fmla="*/ 89174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6117" h="160984">
                  <a:moveTo>
                    <a:pt x="62352" y="89174"/>
                  </a:moveTo>
                  <a:cubicBezTo>
                    <a:pt x="70164" y="90577"/>
                    <a:pt x="99282" y="96189"/>
                    <a:pt x="99282" y="121441"/>
                  </a:cubicBezTo>
                  <a:cubicBezTo>
                    <a:pt x="99282" y="139328"/>
                    <a:pt x="86854" y="153357"/>
                    <a:pt x="59156" y="153357"/>
                  </a:cubicBezTo>
                  <a:cubicBezTo>
                    <a:pt x="29328" y="153357"/>
                    <a:pt x="16544" y="133366"/>
                    <a:pt x="9797" y="103554"/>
                  </a:cubicBezTo>
                  <a:cubicBezTo>
                    <a:pt x="8732" y="98994"/>
                    <a:pt x="8377" y="97591"/>
                    <a:pt x="4826" y="97591"/>
                  </a:cubicBezTo>
                  <a:cubicBezTo>
                    <a:pt x="210" y="97591"/>
                    <a:pt x="210" y="100047"/>
                    <a:pt x="210" y="106360"/>
                  </a:cubicBezTo>
                  <a:lnTo>
                    <a:pt x="210" y="152656"/>
                  </a:lnTo>
                  <a:cubicBezTo>
                    <a:pt x="210" y="158618"/>
                    <a:pt x="210" y="161073"/>
                    <a:pt x="4116" y="161073"/>
                  </a:cubicBezTo>
                  <a:cubicBezTo>
                    <a:pt x="5891" y="161073"/>
                    <a:pt x="6246" y="160723"/>
                    <a:pt x="12993" y="154059"/>
                  </a:cubicBezTo>
                  <a:cubicBezTo>
                    <a:pt x="13703" y="153357"/>
                    <a:pt x="13703" y="152656"/>
                    <a:pt x="20095" y="145992"/>
                  </a:cubicBezTo>
                  <a:cubicBezTo>
                    <a:pt x="35720" y="160723"/>
                    <a:pt x="51699" y="161073"/>
                    <a:pt x="59156" y="161073"/>
                  </a:cubicBezTo>
                  <a:cubicBezTo>
                    <a:pt x="99993" y="161073"/>
                    <a:pt x="116327" y="137574"/>
                    <a:pt x="116327" y="112322"/>
                  </a:cubicBezTo>
                  <a:cubicBezTo>
                    <a:pt x="116327" y="93733"/>
                    <a:pt x="105674" y="83212"/>
                    <a:pt x="101413" y="79003"/>
                  </a:cubicBezTo>
                  <a:cubicBezTo>
                    <a:pt x="89695" y="67780"/>
                    <a:pt x="75846" y="64974"/>
                    <a:pt x="60932" y="62168"/>
                  </a:cubicBezTo>
                  <a:cubicBezTo>
                    <a:pt x="41046" y="58310"/>
                    <a:pt x="17255" y="53750"/>
                    <a:pt x="17255" y="33408"/>
                  </a:cubicBezTo>
                  <a:cubicBezTo>
                    <a:pt x="17255" y="21133"/>
                    <a:pt x="26487" y="6753"/>
                    <a:pt x="57026" y="6753"/>
                  </a:cubicBezTo>
                  <a:cubicBezTo>
                    <a:pt x="96087" y="6753"/>
                    <a:pt x="97862" y="38318"/>
                    <a:pt x="98572" y="49191"/>
                  </a:cubicBezTo>
                  <a:cubicBezTo>
                    <a:pt x="98927" y="52347"/>
                    <a:pt x="102123" y="52347"/>
                    <a:pt x="102833" y="52347"/>
                  </a:cubicBezTo>
                  <a:cubicBezTo>
                    <a:pt x="107450" y="52347"/>
                    <a:pt x="107450" y="50594"/>
                    <a:pt x="107450" y="43930"/>
                  </a:cubicBezTo>
                  <a:lnTo>
                    <a:pt x="107450" y="8506"/>
                  </a:lnTo>
                  <a:cubicBezTo>
                    <a:pt x="107450" y="2544"/>
                    <a:pt x="107450" y="89"/>
                    <a:pt x="103544" y="89"/>
                  </a:cubicBezTo>
                  <a:cubicBezTo>
                    <a:pt x="101768" y="89"/>
                    <a:pt x="101058" y="89"/>
                    <a:pt x="96442" y="4298"/>
                  </a:cubicBezTo>
                  <a:cubicBezTo>
                    <a:pt x="95376" y="5701"/>
                    <a:pt x="91825" y="8857"/>
                    <a:pt x="90405" y="9909"/>
                  </a:cubicBezTo>
                  <a:cubicBezTo>
                    <a:pt x="76911" y="89"/>
                    <a:pt x="62352" y="89"/>
                    <a:pt x="57026" y="89"/>
                  </a:cubicBezTo>
                  <a:cubicBezTo>
                    <a:pt x="13703" y="89"/>
                    <a:pt x="210" y="23588"/>
                    <a:pt x="210" y="43229"/>
                  </a:cubicBezTo>
                  <a:cubicBezTo>
                    <a:pt x="210" y="55504"/>
                    <a:pt x="5891" y="65324"/>
                    <a:pt x="15479" y="73040"/>
                  </a:cubicBezTo>
                  <a:cubicBezTo>
                    <a:pt x="26842" y="82159"/>
                    <a:pt x="36785" y="84264"/>
                    <a:pt x="62352" y="89174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4ADC9A26-B65B-CA74-E30A-208E00624FEE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1161719" y="4849025"/>
              <a:ext cx="157308" cy="160984"/>
            </a:xfrm>
            <a:custGeom>
              <a:avLst/>
              <a:gdLst>
                <a:gd name="connsiteX0" fmla="*/ 157523 w 157308"/>
                <a:gd name="connsiteY0" fmla="*/ 82159 h 160984"/>
                <a:gd name="connsiteX1" fmla="*/ 79046 w 157308"/>
                <a:gd name="connsiteY1" fmla="*/ 89 h 160984"/>
                <a:gd name="connsiteX2" fmla="*/ 214 w 157308"/>
                <a:gd name="connsiteY2" fmla="*/ 82159 h 160984"/>
                <a:gd name="connsiteX3" fmla="*/ 78691 w 157308"/>
                <a:gd name="connsiteY3" fmla="*/ 161073 h 160984"/>
                <a:gd name="connsiteX4" fmla="*/ 157523 w 157308"/>
                <a:gd name="connsiteY4" fmla="*/ 82159 h 160984"/>
                <a:gd name="connsiteX5" fmla="*/ 79046 w 157308"/>
                <a:gd name="connsiteY5" fmla="*/ 152305 h 160984"/>
                <a:gd name="connsiteX6" fmla="*/ 38564 w 157308"/>
                <a:gd name="connsiteY6" fmla="*/ 128806 h 160984"/>
                <a:gd name="connsiteX7" fmla="*/ 29687 w 157308"/>
                <a:gd name="connsiteY7" fmla="*/ 79354 h 160984"/>
                <a:gd name="connsiteX8" fmla="*/ 38209 w 157308"/>
                <a:gd name="connsiteY8" fmla="*/ 31304 h 160984"/>
                <a:gd name="connsiteX9" fmla="*/ 78691 w 157308"/>
                <a:gd name="connsiteY9" fmla="*/ 7805 h 160984"/>
                <a:gd name="connsiteX10" fmla="*/ 118817 w 157308"/>
                <a:gd name="connsiteY10" fmla="*/ 30602 h 160984"/>
                <a:gd name="connsiteX11" fmla="*/ 128049 w 157308"/>
                <a:gd name="connsiteY11" fmla="*/ 79354 h 160984"/>
                <a:gd name="connsiteX12" fmla="*/ 120237 w 157308"/>
                <a:gd name="connsiteY12" fmla="*/ 126351 h 160984"/>
                <a:gd name="connsiteX13" fmla="*/ 79046 w 157308"/>
                <a:gd name="connsiteY13" fmla="*/ 15230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308" h="160984">
                  <a:moveTo>
                    <a:pt x="157523" y="82159"/>
                  </a:moveTo>
                  <a:cubicBezTo>
                    <a:pt x="157523" y="37266"/>
                    <a:pt x="122013" y="89"/>
                    <a:pt x="79046" y="89"/>
                  </a:cubicBezTo>
                  <a:cubicBezTo>
                    <a:pt x="34658" y="89"/>
                    <a:pt x="214" y="38318"/>
                    <a:pt x="214" y="82159"/>
                  </a:cubicBezTo>
                  <a:cubicBezTo>
                    <a:pt x="214" y="127403"/>
                    <a:pt x="37144" y="161073"/>
                    <a:pt x="78691" y="161073"/>
                  </a:cubicBezTo>
                  <a:cubicBezTo>
                    <a:pt x="121658" y="161073"/>
                    <a:pt x="157523" y="126702"/>
                    <a:pt x="157523" y="82159"/>
                  </a:cubicBezTo>
                  <a:close/>
                  <a:moveTo>
                    <a:pt x="79046" y="152305"/>
                  </a:moveTo>
                  <a:cubicBezTo>
                    <a:pt x="63776" y="152305"/>
                    <a:pt x="48152" y="144940"/>
                    <a:pt x="38564" y="128806"/>
                  </a:cubicBezTo>
                  <a:cubicBezTo>
                    <a:pt x="29687" y="113374"/>
                    <a:pt x="29687" y="91980"/>
                    <a:pt x="29687" y="79354"/>
                  </a:cubicBezTo>
                  <a:cubicBezTo>
                    <a:pt x="29687" y="65675"/>
                    <a:pt x="29687" y="46736"/>
                    <a:pt x="38209" y="31304"/>
                  </a:cubicBezTo>
                  <a:cubicBezTo>
                    <a:pt x="47797" y="15170"/>
                    <a:pt x="64487" y="7805"/>
                    <a:pt x="78691" y="7805"/>
                  </a:cubicBezTo>
                  <a:cubicBezTo>
                    <a:pt x="94315" y="7805"/>
                    <a:pt x="109584" y="15521"/>
                    <a:pt x="118817" y="30602"/>
                  </a:cubicBezTo>
                  <a:cubicBezTo>
                    <a:pt x="128049" y="45684"/>
                    <a:pt x="128049" y="66026"/>
                    <a:pt x="128049" y="79354"/>
                  </a:cubicBezTo>
                  <a:cubicBezTo>
                    <a:pt x="128049" y="91980"/>
                    <a:pt x="128049" y="110919"/>
                    <a:pt x="120237" y="126351"/>
                  </a:cubicBezTo>
                  <a:cubicBezTo>
                    <a:pt x="112425" y="142134"/>
                    <a:pt x="96801" y="152305"/>
                    <a:pt x="79046" y="15230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BC58A3-2E3F-F729-CFB4-FF0FFD45A3E2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1341044" y="4758887"/>
              <a:ext cx="115052" cy="247263"/>
            </a:xfrm>
            <a:custGeom>
              <a:avLst/>
              <a:gdLst>
                <a:gd name="connsiteX0" fmla="*/ 50643 w 115052"/>
                <a:gd name="connsiteY0" fmla="*/ 96188 h 247263"/>
                <a:gd name="connsiteX1" fmla="*/ 50643 w 115052"/>
                <a:gd name="connsiteY1" fmla="*/ 55504 h 247263"/>
                <a:gd name="connsiteX2" fmla="*/ 83312 w 115052"/>
                <a:gd name="connsiteY2" fmla="*/ 7805 h 247263"/>
                <a:gd name="connsiteX3" fmla="*/ 95030 w 115052"/>
                <a:gd name="connsiteY3" fmla="*/ 10260 h 247263"/>
                <a:gd name="connsiteX4" fmla="*/ 84377 w 115052"/>
                <a:gd name="connsiteY4" fmla="*/ 24991 h 247263"/>
                <a:gd name="connsiteX5" fmla="*/ 99646 w 115052"/>
                <a:gd name="connsiteY5" fmla="*/ 40072 h 247263"/>
                <a:gd name="connsiteX6" fmla="*/ 115271 w 115052"/>
                <a:gd name="connsiteY6" fmla="*/ 24640 h 247263"/>
                <a:gd name="connsiteX7" fmla="*/ 83312 w 115052"/>
                <a:gd name="connsiteY7" fmla="*/ 89 h 247263"/>
                <a:gd name="connsiteX8" fmla="*/ 28272 w 115052"/>
                <a:gd name="connsiteY8" fmla="*/ 55855 h 247263"/>
                <a:gd name="connsiteX9" fmla="*/ 28272 w 115052"/>
                <a:gd name="connsiteY9" fmla="*/ 96188 h 247263"/>
                <a:gd name="connsiteX10" fmla="*/ 219 w 115052"/>
                <a:gd name="connsiteY10" fmla="*/ 96188 h 247263"/>
                <a:gd name="connsiteX11" fmla="*/ 219 w 115052"/>
                <a:gd name="connsiteY11" fmla="*/ 107061 h 247263"/>
                <a:gd name="connsiteX12" fmla="*/ 28272 w 115052"/>
                <a:gd name="connsiteY12" fmla="*/ 107061 h 247263"/>
                <a:gd name="connsiteX13" fmla="*/ 28272 w 115052"/>
                <a:gd name="connsiteY13" fmla="*/ 220697 h 247263"/>
                <a:gd name="connsiteX14" fmla="*/ 574 w 115052"/>
                <a:gd name="connsiteY14" fmla="*/ 236480 h 247263"/>
                <a:gd name="connsiteX15" fmla="*/ 574 w 115052"/>
                <a:gd name="connsiteY15" fmla="*/ 247352 h 247263"/>
                <a:gd name="connsiteX16" fmla="*/ 41055 w 115052"/>
                <a:gd name="connsiteY16" fmla="*/ 246300 h 247263"/>
                <a:gd name="connsiteX17" fmla="*/ 86153 w 115052"/>
                <a:gd name="connsiteY17" fmla="*/ 247352 h 247263"/>
                <a:gd name="connsiteX18" fmla="*/ 86153 w 115052"/>
                <a:gd name="connsiteY18" fmla="*/ 236480 h 247263"/>
                <a:gd name="connsiteX19" fmla="*/ 78696 w 115052"/>
                <a:gd name="connsiteY19" fmla="*/ 236480 h 247263"/>
                <a:gd name="connsiteX20" fmla="*/ 51708 w 115052"/>
                <a:gd name="connsiteY20" fmla="*/ 219996 h 247263"/>
                <a:gd name="connsiteX21" fmla="*/ 51708 w 115052"/>
                <a:gd name="connsiteY21" fmla="*/ 107061 h 247263"/>
                <a:gd name="connsiteX22" fmla="*/ 92189 w 115052"/>
                <a:gd name="connsiteY22" fmla="*/ 107061 h 247263"/>
                <a:gd name="connsiteX23" fmla="*/ 92189 w 115052"/>
                <a:gd name="connsiteY23" fmla="*/ 96188 h 247263"/>
                <a:gd name="connsiteX24" fmla="*/ 50643 w 115052"/>
                <a:gd name="connsiteY24" fmla="*/ 96188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52" h="247263">
                  <a:moveTo>
                    <a:pt x="50643" y="96188"/>
                  </a:moveTo>
                  <a:lnTo>
                    <a:pt x="50643" y="55504"/>
                  </a:lnTo>
                  <a:cubicBezTo>
                    <a:pt x="50643" y="24640"/>
                    <a:pt x="67688" y="7805"/>
                    <a:pt x="83312" y="7805"/>
                  </a:cubicBezTo>
                  <a:cubicBezTo>
                    <a:pt x="84377" y="7805"/>
                    <a:pt x="89704" y="7805"/>
                    <a:pt x="95030" y="10260"/>
                  </a:cubicBezTo>
                  <a:cubicBezTo>
                    <a:pt x="90769" y="11663"/>
                    <a:pt x="84377" y="16222"/>
                    <a:pt x="84377" y="24991"/>
                  </a:cubicBezTo>
                  <a:cubicBezTo>
                    <a:pt x="84377" y="33057"/>
                    <a:pt x="90059" y="40072"/>
                    <a:pt x="99646" y="40072"/>
                  </a:cubicBezTo>
                  <a:cubicBezTo>
                    <a:pt x="109944" y="40072"/>
                    <a:pt x="115271" y="33057"/>
                    <a:pt x="115271" y="24640"/>
                  </a:cubicBezTo>
                  <a:cubicBezTo>
                    <a:pt x="115271" y="11663"/>
                    <a:pt x="102132" y="89"/>
                    <a:pt x="83312" y="89"/>
                  </a:cubicBezTo>
                  <a:cubicBezTo>
                    <a:pt x="58455" y="89"/>
                    <a:pt x="28272" y="18678"/>
                    <a:pt x="28272" y="55855"/>
                  </a:cubicBezTo>
                  <a:lnTo>
                    <a:pt x="28272" y="96188"/>
                  </a:lnTo>
                  <a:lnTo>
                    <a:pt x="219" y="96188"/>
                  </a:lnTo>
                  <a:lnTo>
                    <a:pt x="219" y="107061"/>
                  </a:lnTo>
                  <a:lnTo>
                    <a:pt x="28272" y="107061"/>
                  </a:lnTo>
                  <a:lnTo>
                    <a:pt x="28272" y="220697"/>
                  </a:lnTo>
                  <a:cubicBezTo>
                    <a:pt x="28272" y="236480"/>
                    <a:pt x="24365" y="236480"/>
                    <a:pt x="574" y="236480"/>
                  </a:cubicBezTo>
                  <a:lnTo>
                    <a:pt x="574" y="247352"/>
                  </a:lnTo>
                  <a:cubicBezTo>
                    <a:pt x="14423" y="247002"/>
                    <a:pt x="31112" y="246300"/>
                    <a:pt x="41055" y="246300"/>
                  </a:cubicBezTo>
                  <a:cubicBezTo>
                    <a:pt x="55259" y="246300"/>
                    <a:pt x="71949" y="246300"/>
                    <a:pt x="86153" y="247352"/>
                  </a:cubicBezTo>
                  <a:lnTo>
                    <a:pt x="86153" y="236480"/>
                  </a:lnTo>
                  <a:lnTo>
                    <a:pt x="78696" y="236480"/>
                  </a:lnTo>
                  <a:cubicBezTo>
                    <a:pt x="52418" y="236480"/>
                    <a:pt x="51708" y="232622"/>
                    <a:pt x="51708" y="219996"/>
                  </a:cubicBezTo>
                  <a:lnTo>
                    <a:pt x="51708" y="107061"/>
                  </a:lnTo>
                  <a:lnTo>
                    <a:pt x="92189" y="107061"/>
                  </a:lnTo>
                  <a:lnTo>
                    <a:pt x="92189" y="96188"/>
                  </a:lnTo>
                  <a:lnTo>
                    <a:pt x="50643" y="9618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46812A7-C6AF-1BDA-27F6-054EE6DF5866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1444576" y="4790453"/>
              <a:ext cx="111146" cy="219555"/>
            </a:xfrm>
            <a:custGeom>
              <a:avLst/>
              <a:gdLst>
                <a:gd name="connsiteX0" fmla="*/ 54907 w 111146"/>
                <a:gd name="connsiteY0" fmla="*/ 75496 h 219555"/>
                <a:gd name="connsiteX1" fmla="*/ 105686 w 111146"/>
                <a:gd name="connsiteY1" fmla="*/ 75496 h 219555"/>
                <a:gd name="connsiteX2" fmla="*/ 105686 w 111146"/>
                <a:gd name="connsiteY2" fmla="*/ 64623 h 219555"/>
                <a:gd name="connsiteX3" fmla="*/ 54907 w 111146"/>
                <a:gd name="connsiteY3" fmla="*/ 64623 h 219555"/>
                <a:gd name="connsiteX4" fmla="*/ 54907 w 111146"/>
                <a:gd name="connsiteY4" fmla="*/ 89 h 219555"/>
                <a:gd name="connsiteX5" fmla="*/ 46030 w 111146"/>
                <a:gd name="connsiteY5" fmla="*/ 89 h 219555"/>
                <a:gd name="connsiteX6" fmla="*/ 222 w 111146"/>
                <a:gd name="connsiteY6" fmla="*/ 67780 h 219555"/>
                <a:gd name="connsiteX7" fmla="*/ 222 w 111146"/>
                <a:gd name="connsiteY7" fmla="*/ 75496 h 219555"/>
                <a:gd name="connsiteX8" fmla="*/ 30405 w 111146"/>
                <a:gd name="connsiteY8" fmla="*/ 75496 h 219555"/>
                <a:gd name="connsiteX9" fmla="*/ 30405 w 111146"/>
                <a:gd name="connsiteY9" fmla="*/ 172297 h 219555"/>
                <a:gd name="connsiteX10" fmla="*/ 76213 w 111146"/>
                <a:gd name="connsiteY10" fmla="*/ 219645 h 219555"/>
                <a:gd name="connsiteX11" fmla="*/ 111368 w 111146"/>
                <a:gd name="connsiteY11" fmla="*/ 172297 h 219555"/>
                <a:gd name="connsiteX12" fmla="*/ 111368 w 111146"/>
                <a:gd name="connsiteY12" fmla="*/ 152305 h 219555"/>
                <a:gd name="connsiteX13" fmla="*/ 102490 w 111146"/>
                <a:gd name="connsiteY13" fmla="*/ 152305 h 219555"/>
                <a:gd name="connsiteX14" fmla="*/ 102490 w 111146"/>
                <a:gd name="connsiteY14" fmla="*/ 171595 h 219555"/>
                <a:gd name="connsiteX15" fmla="*/ 78699 w 111146"/>
                <a:gd name="connsiteY15" fmla="*/ 210877 h 219555"/>
                <a:gd name="connsiteX16" fmla="*/ 54907 w 111146"/>
                <a:gd name="connsiteY16" fmla="*/ 172998 h 219555"/>
                <a:gd name="connsiteX17" fmla="*/ 54907 w 111146"/>
                <a:gd name="connsiteY17" fmla="*/ 75496 h 219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146" h="219555">
                  <a:moveTo>
                    <a:pt x="54907" y="75496"/>
                  </a:moveTo>
                  <a:lnTo>
                    <a:pt x="105686" y="75496"/>
                  </a:lnTo>
                  <a:lnTo>
                    <a:pt x="105686" y="64623"/>
                  </a:lnTo>
                  <a:lnTo>
                    <a:pt x="54907" y="64623"/>
                  </a:lnTo>
                  <a:lnTo>
                    <a:pt x="54907" y="89"/>
                  </a:lnTo>
                  <a:lnTo>
                    <a:pt x="46030" y="89"/>
                  </a:lnTo>
                  <a:cubicBezTo>
                    <a:pt x="45674" y="28849"/>
                    <a:pt x="35021" y="66377"/>
                    <a:pt x="222" y="67780"/>
                  </a:cubicBezTo>
                  <a:lnTo>
                    <a:pt x="222" y="75496"/>
                  </a:lnTo>
                  <a:lnTo>
                    <a:pt x="30405" y="75496"/>
                  </a:lnTo>
                  <a:lnTo>
                    <a:pt x="30405" y="172297"/>
                  </a:lnTo>
                  <a:cubicBezTo>
                    <a:pt x="30405" y="215436"/>
                    <a:pt x="63429" y="219645"/>
                    <a:pt x="76213" y="219645"/>
                  </a:cubicBezTo>
                  <a:cubicBezTo>
                    <a:pt x="101425" y="219645"/>
                    <a:pt x="111368" y="194743"/>
                    <a:pt x="111368" y="172297"/>
                  </a:cubicBezTo>
                  <a:lnTo>
                    <a:pt x="111368" y="152305"/>
                  </a:lnTo>
                  <a:lnTo>
                    <a:pt x="102490" y="152305"/>
                  </a:lnTo>
                  <a:lnTo>
                    <a:pt x="102490" y="171595"/>
                  </a:lnTo>
                  <a:cubicBezTo>
                    <a:pt x="102490" y="197549"/>
                    <a:pt x="91837" y="210877"/>
                    <a:pt x="78699" y="210877"/>
                  </a:cubicBezTo>
                  <a:cubicBezTo>
                    <a:pt x="54907" y="210877"/>
                    <a:pt x="54907" y="178960"/>
                    <a:pt x="54907" y="172998"/>
                  </a:cubicBezTo>
                  <a:lnTo>
                    <a:pt x="54907" y="75496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01C43785-84BB-9E92-727A-E07E9266173B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1587287" y="4851129"/>
              <a:ext cx="277332" cy="155021"/>
            </a:xfrm>
            <a:custGeom>
              <a:avLst/>
              <a:gdLst>
                <a:gd name="connsiteX0" fmla="*/ 27923 w 277332"/>
                <a:gd name="connsiteY0" fmla="*/ 34460 h 155021"/>
                <a:gd name="connsiteX1" fmla="*/ 27923 w 277332"/>
                <a:gd name="connsiteY1" fmla="*/ 128456 h 155021"/>
                <a:gd name="connsiteX2" fmla="*/ 226 w 277332"/>
                <a:gd name="connsiteY2" fmla="*/ 144238 h 155021"/>
                <a:gd name="connsiteX3" fmla="*/ 226 w 277332"/>
                <a:gd name="connsiteY3" fmla="*/ 155111 h 155021"/>
                <a:gd name="connsiteX4" fmla="*/ 40352 w 277332"/>
                <a:gd name="connsiteY4" fmla="*/ 154059 h 155021"/>
                <a:gd name="connsiteX5" fmla="*/ 80123 w 277332"/>
                <a:gd name="connsiteY5" fmla="*/ 155111 h 155021"/>
                <a:gd name="connsiteX6" fmla="*/ 80123 w 277332"/>
                <a:gd name="connsiteY6" fmla="*/ 144238 h 155021"/>
                <a:gd name="connsiteX7" fmla="*/ 52425 w 277332"/>
                <a:gd name="connsiteY7" fmla="*/ 128456 h 155021"/>
                <a:gd name="connsiteX8" fmla="*/ 52425 w 277332"/>
                <a:gd name="connsiteY8" fmla="*/ 63922 h 155021"/>
                <a:gd name="connsiteX9" fmla="*/ 100364 w 277332"/>
                <a:gd name="connsiteY9" fmla="*/ 7805 h 155021"/>
                <a:gd name="connsiteX10" fmla="*/ 126641 w 277332"/>
                <a:gd name="connsiteY10" fmla="*/ 46736 h 155021"/>
                <a:gd name="connsiteX11" fmla="*/ 126641 w 277332"/>
                <a:gd name="connsiteY11" fmla="*/ 128456 h 155021"/>
                <a:gd name="connsiteX12" fmla="*/ 98943 w 277332"/>
                <a:gd name="connsiteY12" fmla="*/ 144238 h 155021"/>
                <a:gd name="connsiteX13" fmla="*/ 98943 w 277332"/>
                <a:gd name="connsiteY13" fmla="*/ 155111 h 155021"/>
                <a:gd name="connsiteX14" fmla="*/ 139069 w 277332"/>
                <a:gd name="connsiteY14" fmla="*/ 154059 h 155021"/>
                <a:gd name="connsiteX15" fmla="*/ 178840 w 277332"/>
                <a:gd name="connsiteY15" fmla="*/ 155111 h 155021"/>
                <a:gd name="connsiteX16" fmla="*/ 178840 w 277332"/>
                <a:gd name="connsiteY16" fmla="*/ 144238 h 155021"/>
                <a:gd name="connsiteX17" fmla="*/ 151143 w 277332"/>
                <a:gd name="connsiteY17" fmla="*/ 128456 h 155021"/>
                <a:gd name="connsiteX18" fmla="*/ 151143 w 277332"/>
                <a:gd name="connsiteY18" fmla="*/ 63922 h 155021"/>
                <a:gd name="connsiteX19" fmla="*/ 199081 w 277332"/>
                <a:gd name="connsiteY19" fmla="*/ 7805 h 155021"/>
                <a:gd name="connsiteX20" fmla="*/ 225358 w 277332"/>
                <a:gd name="connsiteY20" fmla="*/ 46736 h 155021"/>
                <a:gd name="connsiteX21" fmla="*/ 225358 w 277332"/>
                <a:gd name="connsiteY21" fmla="*/ 128456 h 155021"/>
                <a:gd name="connsiteX22" fmla="*/ 197661 w 277332"/>
                <a:gd name="connsiteY22" fmla="*/ 144238 h 155021"/>
                <a:gd name="connsiteX23" fmla="*/ 197661 w 277332"/>
                <a:gd name="connsiteY23" fmla="*/ 155111 h 155021"/>
                <a:gd name="connsiteX24" fmla="*/ 237787 w 277332"/>
                <a:gd name="connsiteY24" fmla="*/ 154059 h 155021"/>
                <a:gd name="connsiteX25" fmla="*/ 277558 w 277332"/>
                <a:gd name="connsiteY25" fmla="*/ 155111 h 155021"/>
                <a:gd name="connsiteX26" fmla="*/ 277558 w 277332"/>
                <a:gd name="connsiteY26" fmla="*/ 144238 h 155021"/>
                <a:gd name="connsiteX27" fmla="*/ 249860 w 277332"/>
                <a:gd name="connsiteY27" fmla="*/ 133716 h 155021"/>
                <a:gd name="connsiteX28" fmla="*/ 249860 w 277332"/>
                <a:gd name="connsiteY28" fmla="*/ 66727 h 155021"/>
                <a:gd name="connsiteX29" fmla="*/ 238852 w 277332"/>
                <a:gd name="connsiteY29" fmla="*/ 13066 h 155021"/>
                <a:gd name="connsiteX30" fmla="*/ 201567 w 277332"/>
                <a:gd name="connsiteY30" fmla="*/ 89 h 155021"/>
                <a:gd name="connsiteX31" fmla="*/ 150077 w 277332"/>
                <a:gd name="connsiteY31" fmla="*/ 34460 h 155021"/>
                <a:gd name="connsiteX32" fmla="*/ 102849 w 277332"/>
                <a:gd name="connsiteY32" fmla="*/ 89 h 155021"/>
                <a:gd name="connsiteX33" fmla="*/ 50295 w 277332"/>
                <a:gd name="connsiteY33" fmla="*/ 36915 h 155021"/>
                <a:gd name="connsiteX34" fmla="*/ 50295 w 277332"/>
                <a:gd name="connsiteY34" fmla="*/ 89 h 155021"/>
                <a:gd name="connsiteX35" fmla="*/ 226 w 277332"/>
                <a:gd name="connsiteY35" fmla="*/ 3947 h 155021"/>
                <a:gd name="connsiteX36" fmla="*/ 226 w 277332"/>
                <a:gd name="connsiteY36" fmla="*/ 14820 h 155021"/>
                <a:gd name="connsiteX37" fmla="*/ 27923 w 277332"/>
                <a:gd name="connsiteY37" fmla="*/ 34460 h 15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7332" h="155021">
                  <a:moveTo>
                    <a:pt x="27923" y="34460"/>
                  </a:moveTo>
                  <a:lnTo>
                    <a:pt x="27923" y="128456"/>
                  </a:lnTo>
                  <a:cubicBezTo>
                    <a:pt x="27923" y="144238"/>
                    <a:pt x="24017" y="144238"/>
                    <a:pt x="226" y="144238"/>
                  </a:cubicBezTo>
                  <a:lnTo>
                    <a:pt x="226" y="155111"/>
                  </a:lnTo>
                  <a:cubicBezTo>
                    <a:pt x="12654" y="154760"/>
                    <a:pt x="30764" y="154059"/>
                    <a:pt x="40352" y="154059"/>
                  </a:cubicBezTo>
                  <a:cubicBezTo>
                    <a:pt x="49584" y="154059"/>
                    <a:pt x="68050" y="154760"/>
                    <a:pt x="80123" y="155111"/>
                  </a:cubicBezTo>
                  <a:lnTo>
                    <a:pt x="80123" y="144238"/>
                  </a:lnTo>
                  <a:cubicBezTo>
                    <a:pt x="56331" y="144238"/>
                    <a:pt x="52425" y="144238"/>
                    <a:pt x="52425" y="128456"/>
                  </a:cubicBezTo>
                  <a:lnTo>
                    <a:pt x="52425" y="63922"/>
                  </a:lnTo>
                  <a:cubicBezTo>
                    <a:pt x="52425" y="27446"/>
                    <a:pt x="77637" y="7805"/>
                    <a:pt x="100364" y="7805"/>
                  </a:cubicBezTo>
                  <a:cubicBezTo>
                    <a:pt x="122735" y="7805"/>
                    <a:pt x="126641" y="26744"/>
                    <a:pt x="126641" y="46736"/>
                  </a:cubicBezTo>
                  <a:lnTo>
                    <a:pt x="126641" y="128456"/>
                  </a:lnTo>
                  <a:cubicBezTo>
                    <a:pt x="126641" y="144238"/>
                    <a:pt x="122735" y="144238"/>
                    <a:pt x="98943" y="144238"/>
                  </a:cubicBezTo>
                  <a:lnTo>
                    <a:pt x="98943" y="155111"/>
                  </a:lnTo>
                  <a:cubicBezTo>
                    <a:pt x="111372" y="154760"/>
                    <a:pt x="129482" y="154059"/>
                    <a:pt x="139069" y="154059"/>
                  </a:cubicBezTo>
                  <a:cubicBezTo>
                    <a:pt x="148302" y="154059"/>
                    <a:pt x="166767" y="154760"/>
                    <a:pt x="178840" y="155111"/>
                  </a:cubicBezTo>
                  <a:lnTo>
                    <a:pt x="178840" y="144238"/>
                  </a:lnTo>
                  <a:cubicBezTo>
                    <a:pt x="155049" y="144238"/>
                    <a:pt x="151143" y="144238"/>
                    <a:pt x="151143" y="128456"/>
                  </a:cubicBezTo>
                  <a:lnTo>
                    <a:pt x="151143" y="63922"/>
                  </a:lnTo>
                  <a:cubicBezTo>
                    <a:pt x="151143" y="27446"/>
                    <a:pt x="176355" y="7805"/>
                    <a:pt x="199081" y="7805"/>
                  </a:cubicBezTo>
                  <a:cubicBezTo>
                    <a:pt x="221452" y="7805"/>
                    <a:pt x="225358" y="26744"/>
                    <a:pt x="225358" y="46736"/>
                  </a:cubicBezTo>
                  <a:lnTo>
                    <a:pt x="225358" y="128456"/>
                  </a:lnTo>
                  <a:cubicBezTo>
                    <a:pt x="225358" y="144238"/>
                    <a:pt x="221452" y="144238"/>
                    <a:pt x="197661" y="144238"/>
                  </a:cubicBezTo>
                  <a:lnTo>
                    <a:pt x="197661" y="155111"/>
                  </a:lnTo>
                  <a:cubicBezTo>
                    <a:pt x="210089" y="154760"/>
                    <a:pt x="228199" y="154059"/>
                    <a:pt x="237787" y="154059"/>
                  </a:cubicBezTo>
                  <a:cubicBezTo>
                    <a:pt x="247020" y="154059"/>
                    <a:pt x="265485" y="154760"/>
                    <a:pt x="277558" y="155111"/>
                  </a:cubicBezTo>
                  <a:lnTo>
                    <a:pt x="277558" y="144238"/>
                  </a:lnTo>
                  <a:cubicBezTo>
                    <a:pt x="259093" y="144238"/>
                    <a:pt x="250215" y="144238"/>
                    <a:pt x="249860" y="133716"/>
                  </a:cubicBezTo>
                  <a:lnTo>
                    <a:pt x="249860" y="66727"/>
                  </a:lnTo>
                  <a:cubicBezTo>
                    <a:pt x="249860" y="36565"/>
                    <a:pt x="249860" y="25692"/>
                    <a:pt x="238852" y="13066"/>
                  </a:cubicBezTo>
                  <a:cubicBezTo>
                    <a:pt x="233881" y="7103"/>
                    <a:pt x="222163" y="89"/>
                    <a:pt x="201567" y="89"/>
                  </a:cubicBezTo>
                  <a:cubicBezTo>
                    <a:pt x="171739" y="89"/>
                    <a:pt x="156114" y="21133"/>
                    <a:pt x="150077" y="34460"/>
                  </a:cubicBezTo>
                  <a:cubicBezTo>
                    <a:pt x="145106" y="3947"/>
                    <a:pt x="118829" y="89"/>
                    <a:pt x="102849" y="89"/>
                  </a:cubicBezTo>
                  <a:cubicBezTo>
                    <a:pt x="76927" y="89"/>
                    <a:pt x="60237" y="15170"/>
                    <a:pt x="50295" y="36915"/>
                  </a:cubicBezTo>
                  <a:lnTo>
                    <a:pt x="50295" y="89"/>
                  </a:lnTo>
                  <a:lnTo>
                    <a:pt x="226" y="3947"/>
                  </a:lnTo>
                  <a:lnTo>
                    <a:pt x="226" y="14820"/>
                  </a:lnTo>
                  <a:cubicBezTo>
                    <a:pt x="25083" y="14820"/>
                    <a:pt x="27923" y="17275"/>
                    <a:pt x="27923" y="3446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641FBF6-A6B7-AB18-B6AC-6212A355A073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1886755" y="4849025"/>
              <a:ext cx="160149" cy="160984"/>
            </a:xfrm>
            <a:custGeom>
              <a:avLst/>
              <a:gdLst>
                <a:gd name="connsiteX0" fmla="*/ 103568 w 160149"/>
                <a:gd name="connsiteY0" fmla="*/ 130560 h 160984"/>
                <a:gd name="connsiteX1" fmla="*/ 131265 w 160149"/>
                <a:gd name="connsiteY1" fmla="*/ 159320 h 160984"/>
                <a:gd name="connsiteX2" fmla="*/ 160384 w 160149"/>
                <a:gd name="connsiteY2" fmla="*/ 126000 h 160984"/>
                <a:gd name="connsiteX3" fmla="*/ 160384 w 160149"/>
                <a:gd name="connsiteY3" fmla="*/ 106360 h 160984"/>
                <a:gd name="connsiteX4" fmla="*/ 151506 w 160149"/>
                <a:gd name="connsiteY4" fmla="*/ 106360 h 160984"/>
                <a:gd name="connsiteX5" fmla="*/ 151506 w 160149"/>
                <a:gd name="connsiteY5" fmla="*/ 126000 h 160984"/>
                <a:gd name="connsiteX6" fmla="*/ 138723 w 160149"/>
                <a:gd name="connsiteY6" fmla="*/ 148447 h 160984"/>
                <a:gd name="connsiteX7" fmla="*/ 125584 w 160149"/>
                <a:gd name="connsiteY7" fmla="*/ 130911 h 160984"/>
                <a:gd name="connsiteX8" fmla="*/ 125584 w 160149"/>
                <a:gd name="connsiteY8" fmla="*/ 60765 h 160984"/>
                <a:gd name="connsiteX9" fmla="*/ 112800 w 160149"/>
                <a:gd name="connsiteY9" fmla="*/ 19379 h 160984"/>
                <a:gd name="connsiteX10" fmla="*/ 64152 w 160149"/>
                <a:gd name="connsiteY10" fmla="*/ 89 h 160984"/>
                <a:gd name="connsiteX11" fmla="*/ 10532 w 160149"/>
                <a:gd name="connsiteY11" fmla="*/ 39721 h 160984"/>
                <a:gd name="connsiteX12" fmla="*/ 26866 w 160149"/>
                <a:gd name="connsiteY12" fmla="*/ 56205 h 160984"/>
                <a:gd name="connsiteX13" fmla="*/ 43201 w 160149"/>
                <a:gd name="connsiteY13" fmla="*/ 40072 h 160984"/>
                <a:gd name="connsiteX14" fmla="*/ 25091 w 160149"/>
                <a:gd name="connsiteY14" fmla="*/ 23938 h 160984"/>
                <a:gd name="connsiteX15" fmla="*/ 63442 w 160149"/>
                <a:gd name="connsiteY15" fmla="*/ 7805 h 160984"/>
                <a:gd name="connsiteX16" fmla="*/ 101082 w 160149"/>
                <a:gd name="connsiteY16" fmla="*/ 52698 h 160984"/>
                <a:gd name="connsiteX17" fmla="*/ 101082 w 160149"/>
                <a:gd name="connsiteY17" fmla="*/ 65675 h 160984"/>
                <a:gd name="connsiteX18" fmla="*/ 35744 w 160149"/>
                <a:gd name="connsiteY18" fmla="*/ 78301 h 160984"/>
                <a:gd name="connsiteX19" fmla="*/ 234 w 160149"/>
                <a:gd name="connsiteY19" fmla="*/ 123896 h 160984"/>
                <a:gd name="connsiteX20" fmla="*/ 57050 w 160149"/>
                <a:gd name="connsiteY20" fmla="*/ 161073 h 160984"/>
                <a:gd name="connsiteX21" fmla="*/ 103568 w 160149"/>
                <a:gd name="connsiteY21" fmla="*/ 130560 h 160984"/>
                <a:gd name="connsiteX22" fmla="*/ 101082 w 160149"/>
                <a:gd name="connsiteY22" fmla="*/ 73040 h 160984"/>
                <a:gd name="connsiteX23" fmla="*/ 101082 w 160149"/>
                <a:gd name="connsiteY23" fmla="*/ 108113 h 160984"/>
                <a:gd name="connsiteX24" fmla="*/ 59535 w 160149"/>
                <a:gd name="connsiteY24" fmla="*/ 153357 h 160984"/>
                <a:gd name="connsiteX25" fmla="*/ 27577 w 160149"/>
                <a:gd name="connsiteY25" fmla="*/ 123545 h 160984"/>
                <a:gd name="connsiteX26" fmla="*/ 101082 w 160149"/>
                <a:gd name="connsiteY26" fmla="*/ 73040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0149" h="160984">
                  <a:moveTo>
                    <a:pt x="103568" y="130560"/>
                  </a:moveTo>
                  <a:cubicBezTo>
                    <a:pt x="104988" y="144589"/>
                    <a:pt x="114576" y="159320"/>
                    <a:pt x="131265" y="159320"/>
                  </a:cubicBezTo>
                  <a:cubicBezTo>
                    <a:pt x="138723" y="159320"/>
                    <a:pt x="160384" y="154409"/>
                    <a:pt x="160384" y="126000"/>
                  </a:cubicBezTo>
                  <a:lnTo>
                    <a:pt x="160384" y="106360"/>
                  </a:lnTo>
                  <a:lnTo>
                    <a:pt x="151506" y="106360"/>
                  </a:lnTo>
                  <a:lnTo>
                    <a:pt x="151506" y="126000"/>
                  </a:lnTo>
                  <a:cubicBezTo>
                    <a:pt x="151506" y="146343"/>
                    <a:pt x="142629" y="148447"/>
                    <a:pt x="138723" y="148447"/>
                  </a:cubicBezTo>
                  <a:cubicBezTo>
                    <a:pt x="127004" y="148447"/>
                    <a:pt x="125584" y="132664"/>
                    <a:pt x="125584" y="130911"/>
                  </a:cubicBezTo>
                  <a:lnTo>
                    <a:pt x="125584" y="60765"/>
                  </a:lnTo>
                  <a:cubicBezTo>
                    <a:pt x="125584" y="46034"/>
                    <a:pt x="125584" y="32356"/>
                    <a:pt x="112800" y="19379"/>
                  </a:cubicBezTo>
                  <a:cubicBezTo>
                    <a:pt x="98951" y="5701"/>
                    <a:pt x="81196" y="89"/>
                    <a:pt x="64152" y="89"/>
                  </a:cubicBezTo>
                  <a:cubicBezTo>
                    <a:pt x="35034" y="89"/>
                    <a:pt x="10532" y="16573"/>
                    <a:pt x="10532" y="39721"/>
                  </a:cubicBezTo>
                  <a:cubicBezTo>
                    <a:pt x="10532" y="50243"/>
                    <a:pt x="17634" y="56205"/>
                    <a:pt x="26866" y="56205"/>
                  </a:cubicBezTo>
                  <a:cubicBezTo>
                    <a:pt x="36809" y="56205"/>
                    <a:pt x="43201" y="49191"/>
                    <a:pt x="43201" y="40072"/>
                  </a:cubicBezTo>
                  <a:cubicBezTo>
                    <a:pt x="43201" y="35863"/>
                    <a:pt x="41425" y="24289"/>
                    <a:pt x="25091" y="23938"/>
                  </a:cubicBezTo>
                  <a:cubicBezTo>
                    <a:pt x="34678" y="11663"/>
                    <a:pt x="52078" y="7805"/>
                    <a:pt x="63442" y="7805"/>
                  </a:cubicBezTo>
                  <a:cubicBezTo>
                    <a:pt x="80841" y="7805"/>
                    <a:pt x="101082" y="21483"/>
                    <a:pt x="101082" y="52698"/>
                  </a:cubicBezTo>
                  <a:lnTo>
                    <a:pt x="101082" y="65675"/>
                  </a:lnTo>
                  <a:cubicBezTo>
                    <a:pt x="82972" y="66727"/>
                    <a:pt x="58115" y="67780"/>
                    <a:pt x="35744" y="78301"/>
                  </a:cubicBezTo>
                  <a:cubicBezTo>
                    <a:pt x="9111" y="90226"/>
                    <a:pt x="234" y="108464"/>
                    <a:pt x="234" y="123896"/>
                  </a:cubicBezTo>
                  <a:cubicBezTo>
                    <a:pt x="234" y="152305"/>
                    <a:pt x="34678" y="161073"/>
                    <a:pt x="57050" y="161073"/>
                  </a:cubicBezTo>
                  <a:cubicBezTo>
                    <a:pt x="80486" y="161073"/>
                    <a:pt x="96821" y="147044"/>
                    <a:pt x="103568" y="130560"/>
                  </a:cubicBezTo>
                  <a:close/>
                  <a:moveTo>
                    <a:pt x="101082" y="73040"/>
                  </a:moveTo>
                  <a:lnTo>
                    <a:pt x="101082" y="108113"/>
                  </a:lnTo>
                  <a:cubicBezTo>
                    <a:pt x="101082" y="141432"/>
                    <a:pt x="75515" y="153357"/>
                    <a:pt x="59535" y="153357"/>
                  </a:cubicBezTo>
                  <a:cubicBezTo>
                    <a:pt x="42136" y="153357"/>
                    <a:pt x="27577" y="141082"/>
                    <a:pt x="27577" y="123545"/>
                  </a:cubicBezTo>
                  <a:cubicBezTo>
                    <a:pt x="27577" y="104255"/>
                    <a:pt x="42491" y="75145"/>
                    <a:pt x="101082" y="7304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4869B51-A099-726F-7423-71DF093B6901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2053652" y="4854987"/>
              <a:ext cx="178969" cy="151163"/>
            </a:xfrm>
            <a:custGeom>
              <a:avLst/>
              <a:gdLst>
                <a:gd name="connsiteX0" fmla="*/ 97891 w 178969"/>
                <a:gd name="connsiteY0" fmla="*/ 68832 h 151163"/>
                <a:gd name="connsiteX1" fmla="*/ 130560 w 178969"/>
                <a:gd name="connsiteY1" fmla="*/ 29199 h 151163"/>
                <a:gd name="connsiteX2" fmla="*/ 172817 w 178969"/>
                <a:gd name="connsiteY2" fmla="*/ 10962 h 151163"/>
                <a:gd name="connsiteX3" fmla="*/ 172817 w 178969"/>
                <a:gd name="connsiteY3" fmla="*/ 89 h 151163"/>
                <a:gd name="connsiteX4" fmla="*/ 143699 w 178969"/>
                <a:gd name="connsiteY4" fmla="*/ 1141 h 151163"/>
                <a:gd name="connsiteX5" fmla="*/ 109609 w 178969"/>
                <a:gd name="connsiteY5" fmla="*/ 89 h 151163"/>
                <a:gd name="connsiteX6" fmla="*/ 109609 w 178969"/>
                <a:gd name="connsiteY6" fmla="*/ 10962 h 151163"/>
                <a:gd name="connsiteX7" fmla="*/ 119907 w 178969"/>
                <a:gd name="connsiteY7" fmla="*/ 21834 h 151163"/>
                <a:gd name="connsiteX8" fmla="*/ 114581 w 178969"/>
                <a:gd name="connsiteY8" fmla="*/ 34110 h 151163"/>
                <a:gd name="connsiteX9" fmla="*/ 92565 w 178969"/>
                <a:gd name="connsiteY9" fmla="*/ 61466 h 151163"/>
                <a:gd name="connsiteX10" fmla="*/ 64867 w 178969"/>
                <a:gd name="connsiteY10" fmla="*/ 26043 h 151163"/>
                <a:gd name="connsiteX11" fmla="*/ 61671 w 178969"/>
                <a:gd name="connsiteY11" fmla="*/ 19730 h 151163"/>
                <a:gd name="connsiteX12" fmla="*/ 74099 w 178969"/>
                <a:gd name="connsiteY12" fmla="*/ 10962 h 151163"/>
                <a:gd name="connsiteX13" fmla="*/ 74099 w 178969"/>
                <a:gd name="connsiteY13" fmla="*/ 89 h 151163"/>
                <a:gd name="connsiteX14" fmla="*/ 35749 w 178969"/>
                <a:gd name="connsiteY14" fmla="*/ 1141 h 151163"/>
                <a:gd name="connsiteX15" fmla="*/ 2014 w 178969"/>
                <a:gd name="connsiteY15" fmla="*/ 89 h 151163"/>
                <a:gd name="connsiteX16" fmla="*/ 2014 w 178969"/>
                <a:gd name="connsiteY16" fmla="*/ 10962 h 151163"/>
                <a:gd name="connsiteX17" fmla="*/ 43916 w 178969"/>
                <a:gd name="connsiteY17" fmla="*/ 32356 h 151163"/>
                <a:gd name="connsiteX18" fmla="*/ 79071 w 178969"/>
                <a:gd name="connsiteY18" fmla="*/ 77600 h 151163"/>
                <a:gd name="connsiteX19" fmla="*/ 45692 w 178969"/>
                <a:gd name="connsiteY19" fmla="*/ 119337 h 151163"/>
                <a:gd name="connsiteX20" fmla="*/ 239 w 178969"/>
                <a:gd name="connsiteY20" fmla="*/ 140380 h 151163"/>
                <a:gd name="connsiteX21" fmla="*/ 239 w 178969"/>
                <a:gd name="connsiteY21" fmla="*/ 151253 h 151163"/>
                <a:gd name="connsiteX22" fmla="*/ 29712 w 178969"/>
                <a:gd name="connsiteY22" fmla="*/ 150201 h 151163"/>
                <a:gd name="connsiteX23" fmla="*/ 63447 w 178969"/>
                <a:gd name="connsiteY23" fmla="*/ 151253 h 151163"/>
                <a:gd name="connsiteX24" fmla="*/ 63447 w 178969"/>
                <a:gd name="connsiteY24" fmla="*/ 140380 h 151163"/>
                <a:gd name="connsiteX25" fmla="*/ 53149 w 178969"/>
                <a:gd name="connsiteY25" fmla="*/ 129508 h 151163"/>
                <a:gd name="connsiteX26" fmla="*/ 85108 w 178969"/>
                <a:gd name="connsiteY26" fmla="*/ 84965 h 151163"/>
                <a:gd name="connsiteX27" fmla="*/ 112095 w 178969"/>
                <a:gd name="connsiteY27" fmla="*/ 120038 h 151163"/>
                <a:gd name="connsiteX28" fmla="*/ 119552 w 178969"/>
                <a:gd name="connsiteY28" fmla="*/ 131612 h 151163"/>
                <a:gd name="connsiteX29" fmla="*/ 106769 w 178969"/>
                <a:gd name="connsiteY29" fmla="*/ 140380 h 151163"/>
                <a:gd name="connsiteX30" fmla="*/ 106769 w 178969"/>
                <a:gd name="connsiteY30" fmla="*/ 151253 h 151163"/>
                <a:gd name="connsiteX31" fmla="*/ 145119 w 178969"/>
                <a:gd name="connsiteY31" fmla="*/ 150201 h 151163"/>
                <a:gd name="connsiteX32" fmla="*/ 179209 w 178969"/>
                <a:gd name="connsiteY32" fmla="*/ 151253 h 151163"/>
                <a:gd name="connsiteX33" fmla="*/ 179209 w 178969"/>
                <a:gd name="connsiteY33" fmla="*/ 140380 h 151163"/>
                <a:gd name="connsiteX34" fmla="*/ 145474 w 178969"/>
                <a:gd name="connsiteY34" fmla="*/ 129508 h 151163"/>
                <a:gd name="connsiteX35" fmla="*/ 97891 w 178969"/>
                <a:gd name="connsiteY35" fmla="*/ 68832 h 151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969" h="151163">
                  <a:moveTo>
                    <a:pt x="97891" y="68832"/>
                  </a:moveTo>
                  <a:cubicBezTo>
                    <a:pt x="108544" y="55504"/>
                    <a:pt x="122038" y="38318"/>
                    <a:pt x="130560" y="29199"/>
                  </a:cubicBezTo>
                  <a:cubicBezTo>
                    <a:pt x="141568" y="16573"/>
                    <a:pt x="156127" y="11312"/>
                    <a:pt x="172817" y="10962"/>
                  </a:cubicBezTo>
                  <a:lnTo>
                    <a:pt x="172817" y="89"/>
                  </a:lnTo>
                  <a:cubicBezTo>
                    <a:pt x="163584" y="790"/>
                    <a:pt x="152932" y="1141"/>
                    <a:pt x="143699" y="1141"/>
                  </a:cubicBezTo>
                  <a:cubicBezTo>
                    <a:pt x="133046" y="1141"/>
                    <a:pt x="114226" y="440"/>
                    <a:pt x="109609" y="89"/>
                  </a:cubicBezTo>
                  <a:lnTo>
                    <a:pt x="109609" y="10962"/>
                  </a:lnTo>
                  <a:cubicBezTo>
                    <a:pt x="117066" y="11663"/>
                    <a:pt x="119907" y="16222"/>
                    <a:pt x="119907" y="21834"/>
                  </a:cubicBezTo>
                  <a:cubicBezTo>
                    <a:pt x="119907" y="27446"/>
                    <a:pt x="116356" y="32005"/>
                    <a:pt x="114581" y="34110"/>
                  </a:cubicBezTo>
                  <a:lnTo>
                    <a:pt x="92565" y="61466"/>
                  </a:lnTo>
                  <a:lnTo>
                    <a:pt x="64867" y="26043"/>
                  </a:lnTo>
                  <a:cubicBezTo>
                    <a:pt x="61671" y="22536"/>
                    <a:pt x="61671" y="21834"/>
                    <a:pt x="61671" y="19730"/>
                  </a:cubicBezTo>
                  <a:cubicBezTo>
                    <a:pt x="61671" y="14469"/>
                    <a:pt x="66997" y="11312"/>
                    <a:pt x="74099" y="10962"/>
                  </a:cubicBezTo>
                  <a:lnTo>
                    <a:pt x="74099" y="89"/>
                  </a:lnTo>
                  <a:cubicBezTo>
                    <a:pt x="64867" y="440"/>
                    <a:pt x="41430" y="1141"/>
                    <a:pt x="35749" y="1141"/>
                  </a:cubicBezTo>
                  <a:cubicBezTo>
                    <a:pt x="28292" y="1141"/>
                    <a:pt x="11602" y="790"/>
                    <a:pt x="2014" y="89"/>
                  </a:cubicBezTo>
                  <a:lnTo>
                    <a:pt x="2014" y="10962"/>
                  </a:lnTo>
                  <a:cubicBezTo>
                    <a:pt x="26871" y="10962"/>
                    <a:pt x="27226" y="11312"/>
                    <a:pt x="43916" y="32356"/>
                  </a:cubicBezTo>
                  <a:lnTo>
                    <a:pt x="79071" y="77600"/>
                  </a:lnTo>
                  <a:lnTo>
                    <a:pt x="45692" y="119337"/>
                  </a:lnTo>
                  <a:cubicBezTo>
                    <a:pt x="28647" y="139679"/>
                    <a:pt x="7696" y="140380"/>
                    <a:pt x="239" y="140380"/>
                  </a:cubicBezTo>
                  <a:lnTo>
                    <a:pt x="239" y="151253"/>
                  </a:lnTo>
                  <a:cubicBezTo>
                    <a:pt x="9471" y="150551"/>
                    <a:pt x="20479" y="150201"/>
                    <a:pt x="29712" y="150201"/>
                  </a:cubicBezTo>
                  <a:cubicBezTo>
                    <a:pt x="40010" y="150201"/>
                    <a:pt x="54924" y="150902"/>
                    <a:pt x="63447" y="151253"/>
                  </a:cubicBezTo>
                  <a:lnTo>
                    <a:pt x="63447" y="140380"/>
                  </a:lnTo>
                  <a:cubicBezTo>
                    <a:pt x="55634" y="139328"/>
                    <a:pt x="53149" y="134769"/>
                    <a:pt x="53149" y="129508"/>
                  </a:cubicBezTo>
                  <a:cubicBezTo>
                    <a:pt x="53149" y="121792"/>
                    <a:pt x="63447" y="110218"/>
                    <a:pt x="85108" y="84965"/>
                  </a:cubicBezTo>
                  <a:lnTo>
                    <a:pt x="112095" y="120038"/>
                  </a:lnTo>
                  <a:cubicBezTo>
                    <a:pt x="114936" y="123896"/>
                    <a:pt x="119552" y="129508"/>
                    <a:pt x="119552" y="131612"/>
                  </a:cubicBezTo>
                  <a:cubicBezTo>
                    <a:pt x="119552" y="134769"/>
                    <a:pt x="116356" y="140030"/>
                    <a:pt x="106769" y="140380"/>
                  </a:cubicBezTo>
                  <a:lnTo>
                    <a:pt x="106769" y="151253"/>
                  </a:lnTo>
                  <a:cubicBezTo>
                    <a:pt x="117422" y="150902"/>
                    <a:pt x="137307" y="150201"/>
                    <a:pt x="145119" y="150201"/>
                  </a:cubicBezTo>
                  <a:cubicBezTo>
                    <a:pt x="154707" y="150201"/>
                    <a:pt x="168556" y="150551"/>
                    <a:pt x="179209" y="151253"/>
                  </a:cubicBezTo>
                  <a:lnTo>
                    <a:pt x="179209" y="140380"/>
                  </a:lnTo>
                  <a:cubicBezTo>
                    <a:pt x="160034" y="140380"/>
                    <a:pt x="153642" y="139679"/>
                    <a:pt x="145474" y="129508"/>
                  </a:cubicBezTo>
                  <a:lnTo>
                    <a:pt x="97891" y="68832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0BE7920-0F5F-6147-45F6-D08F833B5376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2369847" y="4497590"/>
              <a:ext cx="174708" cy="841397"/>
            </a:xfrm>
            <a:custGeom>
              <a:avLst/>
              <a:gdLst>
                <a:gd name="connsiteX0" fmla="*/ 174955 w 174708"/>
                <a:gd name="connsiteY0" fmla="*/ 837965 h 841397"/>
                <a:gd name="connsiteX1" fmla="*/ 173534 w 174708"/>
                <a:gd name="connsiteY1" fmla="*/ 834808 h 841397"/>
                <a:gd name="connsiteX2" fmla="*/ 112812 w 174708"/>
                <a:gd name="connsiteY2" fmla="*/ 760454 h 841397"/>
                <a:gd name="connsiteX3" fmla="*/ 29719 w 174708"/>
                <a:gd name="connsiteY3" fmla="*/ 420949 h 841397"/>
                <a:gd name="connsiteX4" fmla="*/ 101094 w 174708"/>
                <a:gd name="connsiteY4" fmla="*/ 100383 h 841397"/>
                <a:gd name="connsiteX5" fmla="*/ 173889 w 174708"/>
                <a:gd name="connsiteY5" fmla="*/ 6388 h 841397"/>
                <a:gd name="connsiteX6" fmla="*/ 174955 w 174708"/>
                <a:gd name="connsiteY6" fmla="*/ 3582 h 841397"/>
                <a:gd name="connsiteX7" fmla="*/ 167498 w 174708"/>
                <a:gd name="connsiteY7" fmla="*/ 75 h 841397"/>
                <a:gd name="connsiteX8" fmla="*/ 156489 w 174708"/>
                <a:gd name="connsiteY8" fmla="*/ 5336 h 841397"/>
                <a:gd name="connsiteX9" fmla="*/ 246 w 174708"/>
                <a:gd name="connsiteY9" fmla="*/ 420598 h 841397"/>
                <a:gd name="connsiteX10" fmla="*/ 122400 w 174708"/>
                <a:gd name="connsiteY10" fmla="*/ 802191 h 841397"/>
                <a:gd name="connsiteX11" fmla="*/ 157555 w 174708"/>
                <a:gd name="connsiteY11" fmla="*/ 837264 h 841397"/>
                <a:gd name="connsiteX12" fmla="*/ 167498 w 174708"/>
                <a:gd name="connsiteY12" fmla="*/ 841472 h 841397"/>
                <a:gd name="connsiteX13" fmla="*/ 174955 w 174708"/>
                <a:gd name="connsiteY13" fmla="*/ 837965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55" y="837965"/>
                  </a:moveTo>
                  <a:cubicBezTo>
                    <a:pt x="174955" y="836562"/>
                    <a:pt x="174244" y="835861"/>
                    <a:pt x="173534" y="834808"/>
                  </a:cubicBezTo>
                  <a:cubicBezTo>
                    <a:pt x="160396" y="821831"/>
                    <a:pt x="136604" y="798333"/>
                    <a:pt x="112812" y="760454"/>
                  </a:cubicBezTo>
                  <a:cubicBezTo>
                    <a:pt x="55641" y="669966"/>
                    <a:pt x="29719" y="555979"/>
                    <a:pt x="29719" y="420949"/>
                  </a:cubicBezTo>
                  <a:cubicBezTo>
                    <a:pt x="29719" y="326603"/>
                    <a:pt x="42503" y="204900"/>
                    <a:pt x="101094" y="100383"/>
                  </a:cubicBezTo>
                  <a:cubicBezTo>
                    <a:pt x="129147" y="50580"/>
                    <a:pt x="158265" y="21820"/>
                    <a:pt x="173889" y="6388"/>
                  </a:cubicBezTo>
                  <a:cubicBezTo>
                    <a:pt x="174955" y="5336"/>
                    <a:pt x="174955" y="4634"/>
                    <a:pt x="174955" y="3582"/>
                  </a:cubicBezTo>
                  <a:cubicBezTo>
                    <a:pt x="174955" y="75"/>
                    <a:pt x="172469" y="75"/>
                    <a:pt x="167498" y="75"/>
                  </a:cubicBezTo>
                  <a:cubicBezTo>
                    <a:pt x="162526" y="75"/>
                    <a:pt x="161816" y="75"/>
                    <a:pt x="156489" y="5336"/>
                  </a:cubicBezTo>
                  <a:cubicBezTo>
                    <a:pt x="37531" y="112308"/>
                    <a:pt x="246" y="272942"/>
                    <a:pt x="246" y="420598"/>
                  </a:cubicBezTo>
                  <a:cubicBezTo>
                    <a:pt x="246" y="558434"/>
                    <a:pt x="32205" y="697323"/>
                    <a:pt x="122400" y="802191"/>
                  </a:cubicBezTo>
                  <a:cubicBezTo>
                    <a:pt x="129502" y="810257"/>
                    <a:pt x="142996" y="824637"/>
                    <a:pt x="157555" y="837264"/>
                  </a:cubicBezTo>
                  <a:cubicBezTo>
                    <a:pt x="161816" y="841472"/>
                    <a:pt x="162526" y="841472"/>
                    <a:pt x="167498" y="841472"/>
                  </a:cubicBezTo>
                  <a:cubicBezTo>
                    <a:pt x="172469" y="841472"/>
                    <a:pt x="174955" y="841472"/>
                    <a:pt x="174955" y="83796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E668E38-8605-2BC0-89DF-3540B8CC616D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2613841" y="4528281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794C902-CD66-9869-6539-9BD59E14F0D7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2939213" y="4471220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EBD04B22-0B16-543C-D0AA-EFE1AA2C631A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3182492" y="4524423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3AC206A6-1FD5-7613-9C02-BE9337D7C7EF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2599992" y="4911454"/>
              <a:ext cx="866537" cy="14028"/>
            </a:xfrm>
            <a:custGeom>
              <a:avLst/>
              <a:gdLst>
                <a:gd name="connsiteX0" fmla="*/ 0 w 866537"/>
                <a:gd name="connsiteY0" fmla="*/ 0 h 14028"/>
                <a:gd name="connsiteX1" fmla="*/ 866538 w 866537"/>
                <a:gd name="connsiteY1" fmla="*/ 0 h 14028"/>
                <a:gd name="connsiteX2" fmla="*/ 866538 w 866537"/>
                <a:gd name="connsiteY2" fmla="*/ 14028 h 14028"/>
                <a:gd name="connsiteX3" fmla="*/ 0 w 866537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6537" h="14028">
                  <a:moveTo>
                    <a:pt x="0" y="0"/>
                  </a:moveTo>
                  <a:lnTo>
                    <a:pt x="866538" y="0"/>
                  </a:lnTo>
                  <a:lnTo>
                    <a:pt x="866538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6A91943-5D64-CBE9-5D66-982FA74D4E29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2739162" y="4981596"/>
              <a:ext cx="276977" cy="350728"/>
            </a:xfrm>
            <a:custGeom>
              <a:avLst/>
              <a:gdLst>
                <a:gd name="connsiteX0" fmla="*/ 112469 w 276977"/>
                <a:gd name="connsiteY0" fmla="*/ 313991 h 350728"/>
                <a:gd name="connsiteX1" fmla="*/ 49971 w 276977"/>
                <a:gd name="connsiteY1" fmla="*/ 177557 h 350728"/>
                <a:gd name="connsiteX2" fmla="*/ 44645 w 276977"/>
                <a:gd name="connsiteY2" fmla="*/ 171946 h 350728"/>
                <a:gd name="connsiteX3" fmla="*/ 38608 w 276977"/>
                <a:gd name="connsiteY3" fmla="*/ 174751 h 350728"/>
                <a:gd name="connsiteX4" fmla="*/ 4874 w 276977"/>
                <a:gd name="connsiteY4" fmla="*/ 200004 h 350728"/>
                <a:gd name="connsiteX5" fmla="*/ 257 w 276977"/>
                <a:gd name="connsiteY5" fmla="*/ 205615 h 350728"/>
                <a:gd name="connsiteX6" fmla="*/ 3808 w 276977"/>
                <a:gd name="connsiteY6" fmla="*/ 209473 h 350728"/>
                <a:gd name="connsiteX7" fmla="*/ 15882 w 276977"/>
                <a:gd name="connsiteY7" fmla="*/ 201757 h 350728"/>
                <a:gd name="connsiteX8" fmla="*/ 27245 w 276977"/>
                <a:gd name="connsiteY8" fmla="*/ 193340 h 350728"/>
                <a:gd name="connsiteX9" fmla="*/ 97200 w 276977"/>
                <a:gd name="connsiteY9" fmla="*/ 345205 h 350728"/>
                <a:gd name="connsiteX10" fmla="*/ 104657 w 276977"/>
                <a:gd name="connsiteY10" fmla="*/ 350817 h 350728"/>
                <a:gd name="connsiteX11" fmla="*/ 113534 w 276977"/>
                <a:gd name="connsiteY11" fmla="*/ 343802 h 350728"/>
                <a:gd name="connsiteX12" fmla="*/ 274749 w 276977"/>
                <a:gd name="connsiteY12" fmla="*/ 14118 h 350728"/>
                <a:gd name="connsiteX13" fmla="*/ 277235 w 276977"/>
                <a:gd name="connsiteY13" fmla="*/ 7103 h 350728"/>
                <a:gd name="connsiteX14" fmla="*/ 270133 w 276977"/>
                <a:gd name="connsiteY14" fmla="*/ 89 h 350728"/>
                <a:gd name="connsiteX15" fmla="*/ 261966 w 276977"/>
                <a:gd name="connsiteY15" fmla="*/ 7454 h 350728"/>
                <a:gd name="connsiteX16" fmla="*/ 112469 w 276977"/>
                <a:gd name="connsiteY16" fmla="*/ 313991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6977" h="350728">
                  <a:moveTo>
                    <a:pt x="112469" y="313991"/>
                  </a:moveTo>
                  <a:lnTo>
                    <a:pt x="49971" y="177557"/>
                  </a:lnTo>
                  <a:cubicBezTo>
                    <a:pt x="47486" y="171946"/>
                    <a:pt x="45710" y="171946"/>
                    <a:pt x="44645" y="171946"/>
                  </a:cubicBezTo>
                  <a:cubicBezTo>
                    <a:pt x="44290" y="171946"/>
                    <a:pt x="42514" y="171946"/>
                    <a:pt x="38608" y="174751"/>
                  </a:cubicBezTo>
                  <a:lnTo>
                    <a:pt x="4874" y="200004"/>
                  </a:lnTo>
                  <a:cubicBezTo>
                    <a:pt x="257" y="203511"/>
                    <a:pt x="257" y="204563"/>
                    <a:pt x="257" y="205615"/>
                  </a:cubicBezTo>
                  <a:cubicBezTo>
                    <a:pt x="257" y="207369"/>
                    <a:pt x="1323" y="209473"/>
                    <a:pt x="3808" y="209473"/>
                  </a:cubicBezTo>
                  <a:cubicBezTo>
                    <a:pt x="5939" y="209473"/>
                    <a:pt x="11976" y="204563"/>
                    <a:pt x="15882" y="201757"/>
                  </a:cubicBezTo>
                  <a:cubicBezTo>
                    <a:pt x="18012" y="200004"/>
                    <a:pt x="23339" y="196146"/>
                    <a:pt x="27245" y="193340"/>
                  </a:cubicBezTo>
                  <a:lnTo>
                    <a:pt x="97200" y="345205"/>
                  </a:lnTo>
                  <a:cubicBezTo>
                    <a:pt x="99685" y="350817"/>
                    <a:pt x="101461" y="350817"/>
                    <a:pt x="104657" y="350817"/>
                  </a:cubicBezTo>
                  <a:cubicBezTo>
                    <a:pt x="109983" y="350817"/>
                    <a:pt x="111048" y="348713"/>
                    <a:pt x="113534" y="343802"/>
                  </a:cubicBezTo>
                  <a:lnTo>
                    <a:pt x="274749" y="14118"/>
                  </a:lnTo>
                  <a:cubicBezTo>
                    <a:pt x="277235" y="9208"/>
                    <a:pt x="277235" y="7805"/>
                    <a:pt x="277235" y="7103"/>
                  </a:cubicBezTo>
                  <a:cubicBezTo>
                    <a:pt x="277235" y="3596"/>
                    <a:pt x="274394" y="89"/>
                    <a:pt x="270133" y="89"/>
                  </a:cubicBezTo>
                  <a:cubicBezTo>
                    <a:pt x="267292" y="89"/>
                    <a:pt x="264806" y="1842"/>
                    <a:pt x="261966" y="7454"/>
                  </a:cubicBezTo>
                  <a:lnTo>
                    <a:pt x="112469" y="313991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73B05A1-7635-F0BE-4B92-4A3A8ABDED77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3009156" y="4981596"/>
              <a:ext cx="344126" cy="14028"/>
            </a:xfrm>
            <a:custGeom>
              <a:avLst/>
              <a:gdLst>
                <a:gd name="connsiteX0" fmla="*/ 0 w 344126"/>
                <a:gd name="connsiteY0" fmla="*/ 0 h 14028"/>
                <a:gd name="connsiteX1" fmla="*/ 344127 w 344126"/>
                <a:gd name="connsiteY1" fmla="*/ 0 h 14028"/>
                <a:gd name="connsiteX2" fmla="*/ 344127 w 344126"/>
                <a:gd name="connsiteY2" fmla="*/ 14028 h 14028"/>
                <a:gd name="connsiteX3" fmla="*/ 0 w 344126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126" h="14028">
                  <a:moveTo>
                    <a:pt x="0" y="0"/>
                  </a:moveTo>
                  <a:lnTo>
                    <a:pt x="344127" y="0"/>
                  </a:lnTo>
                  <a:lnTo>
                    <a:pt x="344127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657B92D-5140-78EF-A885-869153425068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3023360" y="5024813"/>
              <a:ext cx="169027" cy="247263"/>
            </a:xfrm>
            <a:custGeom>
              <a:avLst/>
              <a:gdLst>
                <a:gd name="connsiteX0" fmla="*/ 169293 w 169027"/>
                <a:gd name="connsiteY0" fmla="*/ 3954 h 247263"/>
                <a:gd name="connsiteX1" fmla="*/ 164677 w 169027"/>
                <a:gd name="connsiteY1" fmla="*/ 96 h 247263"/>
                <a:gd name="connsiteX2" fmla="*/ 119579 w 169027"/>
                <a:gd name="connsiteY2" fmla="*/ 3954 h 247263"/>
                <a:gd name="connsiteX3" fmla="*/ 114608 w 169027"/>
                <a:gd name="connsiteY3" fmla="*/ 10618 h 247263"/>
                <a:gd name="connsiteX4" fmla="*/ 123130 w 169027"/>
                <a:gd name="connsiteY4" fmla="*/ 14827 h 247263"/>
                <a:gd name="connsiteX5" fmla="*/ 140885 w 169027"/>
                <a:gd name="connsiteY5" fmla="*/ 20789 h 247263"/>
                <a:gd name="connsiteX6" fmla="*/ 139820 w 169027"/>
                <a:gd name="connsiteY6" fmla="*/ 27804 h 247263"/>
                <a:gd name="connsiteX7" fmla="*/ 118514 w 169027"/>
                <a:gd name="connsiteY7" fmla="*/ 110927 h 247263"/>
                <a:gd name="connsiteX8" fmla="*/ 85845 w 169027"/>
                <a:gd name="connsiteY8" fmla="*/ 88480 h 247263"/>
                <a:gd name="connsiteX9" fmla="*/ 266 w 169027"/>
                <a:gd name="connsiteY9" fmla="*/ 191243 h 247263"/>
                <a:gd name="connsiteX10" fmla="*/ 47494 w 169027"/>
                <a:gd name="connsiteY10" fmla="*/ 247360 h 247263"/>
                <a:gd name="connsiteX11" fmla="*/ 93657 w 169027"/>
                <a:gd name="connsiteY11" fmla="*/ 221055 h 247263"/>
                <a:gd name="connsiteX12" fmla="*/ 125971 w 169027"/>
                <a:gd name="connsiteY12" fmla="*/ 247360 h 247263"/>
                <a:gd name="connsiteX13" fmla="*/ 152248 w 169027"/>
                <a:gd name="connsiteY13" fmla="*/ 228070 h 247263"/>
                <a:gd name="connsiteX14" fmla="*/ 162901 w 169027"/>
                <a:gd name="connsiteY14" fmla="*/ 193348 h 247263"/>
                <a:gd name="connsiteX15" fmla="*/ 158640 w 169027"/>
                <a:gd name="connsiteY15" fmla="*/ 189840 h 247263"/>
                <a:gd name="connsiteX16" fmla="*/ 153669 w 169027"/>
                <a:gd name="connsiteY16" fmla="*/ 196154 h 247263"/>
                <a:gd name="connsiteX17" fmla="*/ 126681 w 169027"/>
                <a:gd name="connsiteY17" fmla="*/ 239644 h 247263"/>
                <a:gd name="connsiteX18" fmla="*/ 116028 w 169027"/>
                <a:gd name="connsiteY18" fmla="*/ 223510 h 247263"/>
                <a:gd name="connsiteX19" fmla="*/ 118159 w 169027"/>
                <a:gd name="connsiteY19" fmla="*/ 206675 h 247263"/>
                <a:gd name="connsiteX20" fmla="*/ 169293 w 169027"/>
                <a:gd name="connsiteY20" fmla="*/ 3954 h 247263"/>
                <a:gd name="connsiteX21" fmla="*/ 95432 w 169027"/>
                <a:gd name="connsiteY21" fmla="*/ 201765 h 247263"/>
                <a:gd name="connsiteX22" fmla="*/ 88330 w 169027"/>
                <a:gd name="connsiteY22" fmla="*/ 214742 h 247263"/>
                <a:gd name="connsiteX23" fmla="*/ 48204 w 169027"/>
                <a:gd name="connsiteY23" fmla="*/ 239644 h 247263"/>
                <a:gd name="connsiteX24" fmla="*/ 25478 w 169027"/>
                <a:gd name="connsiteY24" fmla="*/ 206675 h 247263"/>
                <a:gd name="connsiteX25" fmla="*/ 45008 w 169027"/>
                <a:gd name="connsiteY25" fmla="*/ 129866 h 247263"/>
                <a:gd name="connsiteX26" fmla="*/ 86200 w 169027"/>
                <a:gd name="connsiteY26" fmla="*/ 96196 h 247263"/>
                <a:gd name="connsiteX27" fmla="*/ 114253 w 169027"/>
                <a:gd name="connsiteY27" fmla="*/ 127060 h 247263"/>
                <a:gd name="connsiteX28" fmla="*/ 113187 w 169027"/>
                <a:gd name="connsiteY28" fmla="*/ 133022 h 247263"/>
                <a:gd name="connsiteX29" fmla="*/ 95432 w 169027"/>
                <a:gd name="connsiteY29" fmla="*/ 201765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69027" h="247263">
                  <a:moveTo>
                    <a:pt x="169293" y="3954"/>
                  </a:moveTo>
                  <a:cubicBezTo>
                    <a:pt x="169293" y="3604"/>
                    <a:pt x="169293" y="96"/>
                    <a:pt x="164677" y="96"/>
                  </a:cubicBezTo>
                  <a:cubicBezTo>
                    <a:pt x="159350" y="96"/>
                    <a:pt x="125616" y="3253"/>
                    <a:pt x="119579" y="3954"/>
                  </a:cubicBezTo>
                  <a:cubicBezTo>
                    <a:pt x="116738" y="4305"/>
                    <a:pt x="114608" y="6059"/>
                    <a:pt x="114608" y="10618"/>
                  </a:cubicBezTo>
                  <a:cubicBezTo>
                    <a:pt x="114608" y="14827"/>
                    <a:pt x="117804" y="14827"/>
                    <a:pt x="123130" y="14827"/>
                  </a:cubicBezTo>
                  <a:cubicBezTo>
                    <a:pt x="140175" y="14827"/>
                    <a:pt x="140885" y="17282"/>
                    <a:pt x="140885" y="20789"/>
                  </a:cubicBezTo>
                  <a:lnTo>
                    <a:pt x="139820" y="27804"/>
                  </a:lnTo>
                  <a:lnTo>
                    <a:pt x="118514" y="110927"/>
                  </a:lnTo>
                  <a:cubicBezTo>
                    <a:pt x="112122" y="97950"/>
                    <a:pt x="101824" y="88480"/>
                    <a:pt x="85845" y="88480"/>
                  </a:cubicBezTo>
                  <a:cubicBezTo>
                    <a:pt x="44298" y="88480"/>
                    <a:pt x="266" y="140037"/>
                    <a:pt x="266" y="191243"/>
                  </a:cubicBezTo>
                  <a:cubicBezTo>
                    <a:pt x="266" y="224212"/>
                    <a:pt x="19796" y="247360"/>
                    <a:pt x="47494" y="247360"/>
                  </a:cubicBezTo>
                  <a:cubicBezTo>
                    <a:pt x="54596" y="247360"/>
                    <a:pt x="72351" y="245957"/>
                    <a:pt x="93657" y="221055"/>
                  </a:cubicBezTo>
                  <a:cubicBezTo>
                    <a:pt x="96498" y="235786"/>
                    <a:pt x="108926" y="247360"/>
                    <a:pt x="125971" y="247360"/>
                  </a:cubicBezTo>
                  <a:cubicBezTo>
                    <a:pt x="138399" y="247360"/>
                    <a:pt x="146567" y="239293"/>
                    <a:pt x="152248" y="228070"/>
                  </a:cubicBezTo>
                  <a:cubicBezTo>
                    <a:pt x="158285" y="215444"/>
                    <a:pt x="162901" y="194049"/>
                    <a:pt x="162901" y="193348"/>
                  </a:cubicBezTo>
                  <a:cubicBezTo>
                    <a:pt x="162901" y="189840"/>
                    <a:pt x="159705" y="189840"/>
                    <a:pt x="158640" y="189840"/>
                  </a:cubicBezTo>
                  <a:cubicBezTo>
                    <a:pt x="155089" y="189840"/>
                    <a:pt x="154734" y="191243"/>
                    <a:pt x="153669" y="196154"/>
                  </a:cubicBezTo>
                  <a:cubicBezTo>
                    <a:pt x="147632" y="218951"/>
                    <a:pt x="141240" y="239644"/>
                    <a:pt x="126681" y="239644"/>
                  </a:cubicBezTo>
                  <a:cubicBezTo>
                    <a:pt x="117093" y="239644"/>
                    <a:pt x="116028" y="230525"/>
                    <a:pt x="116028" y="223510"/>
                  </a:cubicBezTo>
                  <a:cubicBezTo>
                    <a:pt x="116028" y="215093"/>
                    <a:pt x="116738" y="212638"/>
                    <a:pt x="118159" y="206675"/>
                  </a:cubicBezTo>
                  <a:lnTo>
                    <a:pt x="169293" y="3954"/>
                  </a:lnTo>
                  <a:close/>
                  <a:moveTo>
                    <a:pt x="95432" y="201765"/>
                  </a:moveTo>
                  <a:cubicBezTo>
                    <a:pt x="93657" y="208078"/>
                    <a:pt x="93657" y="208780"/>
                    <a:pt x="88330" y="214742"/>
                  </a:cubicBezTo>
                  <a:cubicBezTo>
                    <a:pt x="72706" y="234032"/>
                    <a:pt x="58147" y="239644"/>
                    <a:pt x="48204" y="239644"/>
                  </a:cubicBezTo>
                  <a:cubicBezTo>
                    <a:pt x="30449" y="239644"/>
                    <a:pt x="25478" y="220354"/>
                    <a:pt x="25478" y="206675"/>
                  </a:cubicBezTo>
                  <a:cubicBezTo>
                    <a:pt x="25478" y="189139"/>
                    <a:pt x="36841" y="145999"/>
                    <a:pt x="45008" y="129866"/>
                  </a:cubicBezTo>
                  <a:cubicBezTo>
                    <a:pt x="56016" y="109173"/>
                    <a:pt x="71996" y="96196"/>
                    <a:pt x="86200" y="96196"/>
                  </a:cubicBezTo>
                  <a:cubicBezTo>
                    <a:pt x="109281" y="96196"/>
                    <a:pt x="114253" y="124956"/>
                    <a:pt x="114253" y="127060"/>
                  </a:cubicBezTo>
                  <a:cubicBezTo>
                    <a:pt x="114253" y="129164"/>
                    <a:pt x="113542" y="131269"/>
                    <a:pt x="113187" y="133022"/>
                  </a:cubicBezTo>
                  <a:lnTo>
                    <a:pt x="95432" y="20176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784212C-9766-3710-5B51-C597E039DF59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3209641" y="5157809"/>
              <a:ext cx="109867" cy="163018"/>
            </a:xfrm>
            <a:custGeom>
              <a:avLst/>
              <a:gdLst>
                <a:gd name="connsiteX0" fmla="*/ 110139 w 109867"/>
                <a:gd name="connsiteY0" fmla="*/ 118434 h 163018"/>
                <a:gd name="connsiteX1" fmla="*/ 101687 w 109867"/>
                <a:gd name="connsiteY1" fmla="*/ 118434 h 163018"/>
                <a:gd name="connsiteX2" fmla="*/ 95225 w 109867"/>
                <a:gd name="connsiteY2" fmla="*/ 140775 h 163018"/>
                <a:gd name="connsiteX3" fmla="*/ 70616 w 109867"/>
                <a:gd name="connsiteY3" fmla="*/ 142248 h 163018"/>
                <a:gd name="connsiteX4" fmla="*/ 24879 w 109867"/>
                <a:gd name="connsiteY4" fmla="*/ 142248 h 163018"/>
                <a:gd name="connsiteX5" fmla="*/ 74593 w 109867"/>
                <a:gd name="connsiteY5" fmla="*/ 101002 h 163018"/>
                <a:gd name="connsiteX6" fmla="*/ 110139 w 109867"/>
                <a:gd name="connsiteY6" fmla="*/ 47972 h 163018"/>
                <a:gd name="connsiteX7" fmla="*/ 51973 w 109867"/>
                <a:gd name="connsiteY7" fmla="*/ 98 h 163018"/>
                <a:gd name="connsiteX8" fmla="*/ 271 w 109867"/>
                <a:gd name="connsiteY8" fmla="*/ 44044 h 163018"/>
                <a:gd name="connsiteX9" fmla="*/ 13445 w 109867"/>
                <a:gd name="connsiteY9" fmla="*/ 57793 h 163018"/>
                <a:gd name="connsiteX10" fmla="*/ 26619 w 109867"/>
                <a:gd name="connsiteY10" fmla="*/ 44781 h 163018"/>
                <a:gd name="connsiteX11" fmla="*/ 11954 w 109867"/>
                <a:gd name="connsiteY11" fmla="*/ 31769 h 163018"/>
                <a:gd name="connsiteX12" fmla="*/ 48245 w 109867"/>
                <a:gd name="connsiteY12" fmla="*/ 8936 h 163018"/>
                <a:gd name="connsiteX13" fmla="*/ 86027 w 109867"/>
                <a:gd name="connsiteY13" fmla="*/ 47972 h 163018"/>
                <a:gd name="connsiteX14" fmla="*/ 62662 w 109867"/>
                <a:gd name="connsiteY14" fmla="*/ 95110 h 163018"/>
                <a:gd name="connsiteX15" fmla="*/ 2757 w 109867"/>
                <a:gd name="connsiteY15" fmla="*/ 153542 h 163018"/>
                <a:gd name="connsiteX16" fmla="*/ 271 w 109867"/>
                <a:gd name="connsiteY16" fmla="*/ 163116 h 163018"/>
                <a:gd name="connsiteX17" fmla="*/ 102682 w 109867"/>
                <a:gd name="connsiteY17" fmla="*/ 163116 h 163018"/>
                <a:gd name="connsiteX18" fmla="*/ 110139 w 109867"/>
                <a:gd name="connsiteY18" fmla="*/ 118434 h 16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867" h="163018">
                  <a:moveTo>
                    <a:pt x="110139" y="118434"/>
                  </a:moveTo>
                  <a:lnTo>
                    <a:pt x="101687" y="118434"/>
                  </a:lnTo>
                  <a:cubicBezTo>
                    <a:pt x="100942" y="123835"/>
                    <a:pt x="98456" y="138320"/>
                    <a:pt x="95225" y="140775"/>
                  </a:cubicBezTo>
                  <a:cubicBezTo>
                    <a:pt x="93236" y="142248"/>
                    <a:pt x="74096" y="142248"/>
                    <a:pt x="70616" y="142248"/>
                  </a:cubicBezTo>
                  <a:lnTo>
                    <a:pt x="24879" y="142248"/>
                  </a:lnTo>
                  <a:cubicBezTo>
                    <a:pt x="50979" y="119416"/>
                    <a:pt x="59679" y="112541"/>
                    <a:pt x="74593" y="101002"/>
                  </a:cubicBezTo>
                  <a:cubicBezTo>
                    <a:pt x="92987" y="86517"/>
                    <a:pt x="110139" y="71296"/>
                    <a:pt x="110139" y="47972"/>
                  </a:cubicBezTo>
                  <a:cubicBezTo>
                    <a:pt x="110139" y="18266"/>
                    <a:pt x="83790" y="98"/>
                    <a:pt x="51973" y="98"/>
                  </a:cubicBezTo>
                  <a:cubicBezTo>
                    <a:pt x="21151" y="98"/>
                    <a:pt x="271" y="21457"/>
                    <a:pt x="271" y="44044"/>
                  </a:cubicBezTo>
                  <a:cubicBezTo>
                    <a:pt x="271" y="56565"/>
                    <a:pt x="10959" y="57793"/>
                    <a:pt x="13445" y="57793"/>
                  </a:cubicBezTo>
                  <a:cubicBezTo>
                    <a:pt x="19411" y="57793"/>
                    <a:pt x="26619" y="53619"/>
                    <a:pt x="26619" y="44781"/>
                  </a:cubicBezTo>
                  <a:cubicBezTo>
                    <a:pt x="26619" y="40361"/>
                    <a:pt x="24879" y="31769"/>
                    <a:pt x="11954" y="31769"/>
                  </a:cubicBezTo>
                  <a:cubicBezTo>
                    <a:pt x="19659" y="14337"/>
                    <a:pt x="36562" y="8936"/>
                    <a:pt x="48245" y="8936"/>
                  </a:cubicBezTo>
                  <a:cubicBezTo>
                    <a:pt x="73102" y="8936"/>
                    <a:pt x="86027" y="28086"/>
                    <a:pt x="86027" y="47972"/>
                  </a:cubicBezTo>
                  <a:cubicBezTo>
                    <a:pt x="86027" y="69332"/>
                    <a:pt x="70616" y="86272"/>
                    <a:pt x="62662" y="95110"/>
                  </a:cubicBezTo>
                  <a:lnTo>
                    <a:pt x="2757" y="153542"/>
                  </a:lnTo>
                  <a:cubicBezTo>
                    <a:pt x="271" y="155751"/>
                    <a:pt x="271" y="156242"/>
                    <a:pt x="271" y="163116"/>
                  </a:cubicBezTo>
                  <a:lnTo>
                    <a:pt x="102682" y="163116"/>
                  </a:lnTo>
                  <a:lnTo>
                    <a:pt x="110139" y="118434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A3D5FAB-AD07-AC9B-4978-4EA983EF0410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3521570" y="4497590"/>
              <a:ext cx="174708" cy="841397"/>
            </a:xfrm>
            <a:custGeom>
              <a:avLst/>
              <a:gdLst>
                <a:gd name="connsiteX0" fmla="*/ 174989 w 174708"/>
                <a:gd name="connsiteY0" fmla="*/ 420949 h 841397"/>
                <a:gd name="connsiteX1" fmla="*/ 52835 w 174708"/>
                <a:gd name="connsiteY1" fmla="*/ 39356 h 841397"/>
                <a:gd name="connsiteX2" fmla="*/ 17680 w 174708"/>
                <a:gd name="connsiteY2" fmla="*/ 4284 h 841397"/>
                <a:gd name="connsiteX3" fmla="*/ 7737 w 174708"/>
                <a:gd name="connsiteY3" fmla="*/ 75 h 841397"/>
                <a:gd name="connsiteX4" fmla="*/ 280 w 174708"/>
                <a:gd name="connsiteY4" fmla="*/ 3582 h 841397"/>
                <a:gd name="connsiteX5" fmla="*/ 2410 w 174708"/>
                <a:gd name="connsiteY5" fmla="*/ 7089 h 841397"/>
                <a:gd name="connsiteX6" fmla="*/ 62422 w 174708"/>
                <a:gd name="connsiteY6" fmla="*/ 81093 h 841397"/>
                <a:gd name="connsiteX7" fmla="*/ 145515 w 174708"/>
                <a:gd name="connsiteY7" fmla="*/ 420598 h 841397"/>
                <a:gd name="connsiteX8" fmla="*/ 74140 w 174708"/>
                <a:gd name="connsiteY8" fmla="*/ 741164 h 841397"/>
                <a:gd name="connsiteX9" fmla="*/ 1700 w 174708"/>
                <a:gd name="connsiteY9" fmla="*/ 834808 h 841397"/>
                <a:gd name="connsiteX10" fmla="*/ 280 w 174708"/>
                <a:gd name="connsiteY10" fmla="*/ 837965 h 841397"/>
                <a:gd name="connsiteX11" fmla="*/ 7737 w 174708"/>
                <a:gd name="connsiteY11" fmla="*/ 841472 h 841397"/>
                <a:gd name="connsiteX12" fmla="*/ 18745 w 174708"/>
                <a:gd name="connsiteY12" fmla="*/ 836211 h 841397"/>
                <a:gd name="connsiteX13" fmla="*/ 174989 w 174708"/>
                <a:gd name="connsiteY13" fmla="*/ 420949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89" y="420949"/>
                  </a:moveTo>
                  <a:cubicBezTo>
                    <a:pt x="174989" y="283113"/>
                    <a:pt x="143030" y="144224"/>
                    <a:pt x="52835" y="39356"/>
                  </a:cubicBezTo>
                  <a:cubicBezTo>
                    <a:pt x="45733" y="31290"/>
                    <a:pt x="32239" y="16910"/>
                    <a:pt x="17680" y="4284"/>
                  </a:cubicBezTo>
                  <a:cubicBezTo>
                    <a:pt x="13418" y="75"/>
                    <a:pt x="12708" y="75"/>
                    <a:pt x="7737" y="75"/>
                  </a:cubicBezTo>
                  <a:cubicBezTo>
                    <a:pt x="3476" y="75"/>
                    <a:pt x="280" y="75"/>
                    <a:pt x="280" y="3582"/>
                  </a:cubicBezTo>
                  <a:cubicBezTo>
                    <a:pt x="280" y="4985"/>
                    <a:pt x="1700" y="6388"/>
                    <a:pt x="2410" y="7089"/>
                  </a:cubicBezTo>
                  <a:cubicBezTo>
                    <a:pt x="14839" y="19716"/>
                    <a:pt x="38631" y="43214"/>
                    <a:pt x="62422" y="81093"/>
                  </a:cubicBezTo>
                  <a:cubicBezTo>
                    <a:pt x="119593" y="171581"/>
                    <a:pt x="145515" y="285568"/>
                    <a:pt x="145515" y="420598"/>
                  </a:cubicBezTo>
                  <a:cubicBezTo>
                    <a:pt x="145515" y="514944"/>
                    <a:pt x="132732" y="636647"/>
                    <a:pt x="74140" y="741164"/>
                  </a:cubicBezTo>
                  <a:cubicBezTo>
                    <a:pt x="46088" y="790967"/>
                    <a:pt x="16614" y="820078"/>
                    <a:pt x="1700" y="834808"/>
                  </a:cubicBezTo>
                  <a:cubicBezTo>
                    <a:pt x="990" y="835861"/>
                    <a:pt x="280" y="836913"/>
                    <a:pt x="280" y="837965"/>
                  </a:cubicBezTo>
                  <a:cubicBezTo>
                    <a:pt x="280" y="841472"/>
                    <a:pt x="3476" y="841472"/>
                    <a:pt x="7737" y="841472"/>
                  </a:cubicBezTo>
                  <a:cubicBezTo>
                    <a:pt x="12708" y="841472"/>
                    <a:pt x="13418" y="841472"/>
                    <a:pt x="18745" y="836211"/>
                  </a:cubicBezTo>
                  <a:cubicBezTo>
                    <a:pt x="137703" y="729239"/>
                    <a:pt x="174989" y="568606"/>
                    <a:pt x="174989" y="420949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51" name="Group 950">
            <a:extLst>
              <a:ext uri="{FF2B5EF4-FFF2-40B4-BE49-F238E27FC236}">
                <a16:creationId xmlns:a16="http://schemas.microsoft.com/office/drawing/2014/main" id="{0940DF15-7A42-7F78-CC7B-B85F83519C83}"/>
              </a:ext>
            </a:extLst>
          </p:cNvPr>
          <p:cNvGrpSpPr/>
          <p:nvPr/>
        </p:nvGrpSpPr>
        <p:grpSpPr>
          <a:xfrm>
            <a:off x="1385504" y="4827338"/>
            <a:ext cx="1317874" cy="381000"/>
            <a:chOff x="1625786" y="5534582"/>
            <a:chExt cx="1317874" cy="381000"/>
          </a:xfrm>
        </p:grpSpPr>
        <p:sp>
          <p:nvSpPr>
            <p:cNvPr id="599" name="Rounded Rectangle 7 1">
              <a:extLst>
                <a:ext uri="{FF2B5EF4-FFF2-40B4-BE49-F238E27FC236}">
                  <a16:creationId xmlns:a16="http://schemas.microsoft.com/office/drawing/2014/main" id="{6E6EA5EC-55A7-EC32-372B-DB33EA3D107D}"/>
                </a:ext>
              </a:extLst>
            </p:cNvPr>
            <p:cNvSpPr/>
            <p:nvPr/>
          </p:nvSpPr>
          <p:spPr>
            <a:xfrm rot="5400000">
              <a:off x="2094223" y="5066145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0B35C1F6-E6F0-6AB3-844C-28FCD7A43F66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2F750F97-0933-A548-0DC2-794DD5677D52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14711C78-7290-6AFE-DFD8-6E3FF8C4043F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2" name="Group 951">
            <a:extLst>
              <a:ext uri="{FF2B5EF4-FFF2-40B4-BE49-F238E27FC236}">
                <a16:creationId xmlns:a16="http://schemas.microsoft.com/office/drawing/2014/main" id="{2FB708AE-13A8-7572-88DD-8D9E29AF2DB4}"/>
              </a:ext>
            </a:extLst>
          </p:cNvPr>
          <p:cNvGrpSpPr/>
          <p:nvPr/>
        </p:nvGrpSpPr>
        <p:grpSpPr>
          <a:xfrm>
            <a:off x="1385504" y="4349818"/>
            <a:ext cx="1317874" cy="381000"/>
            <a:chOff x="1625786" y="4975782"/>
            <a:chExt cx="1317874" cy="381000"/>
          </a:xfrm>
        </p:grpSpPr>
        <p:sp>
          <p:nvSpPr>
            <p:cNvPr id="594" name="Rounded Rectangle 49">
              <a:extLst>
                <a:ext uri="{FF2B5EF4-FFF2-40B4-BE49-F238E27FC236}">
                  <a16:creationId xmlns:a16="http://schemas.microsoft.com/office/drawing/2014/main" id="{F82C839A-61FB-9C01-1EE8-8C9BD0EC662F}"/>
                </a:ext>
              </a:extLst>
            </p:cNvPr>
            <p:cNvSpPr/>
            <p:nvPr/>
          </p:nvSpPr>
          <p:spPr>
            <a:xfrm rot="5400000">
              <a:off x="2094223" y="4507345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A0073CCD-01D8-FEAD-FE2C-F8C844A440D1}"/>
                </a:ext>
              </a:extLst>
            </p:cNvPr>
            <p:cNvSpPr/>
            <p:nvPr/>
          </p:nvSpPr>
          <p:spPr>
            <a:xfrm rot="5400000">
              <a:off x="2540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65E90709-67C1-7974-610E-0910D46F4E0D}"/>
                </a:ext>
              </a:extLst>
            </p:cNvPr>
            <p:cNvSpPr/>
            <p:nvPr/>
          </p:nvSpPr>
          <p:spPr>
            <a:xfrm rot="5400000">
              <a:off x="2159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0644803B-BDC0-9CEF-3008-6FF2957AC7A6}"/>
                </a:ext>
              </a:extLst>
            </p:cNvPr>
            <p:cNvSpPr/>
            <p:nvPr/>
          </p:nvSpPr>
          <p:spPr>
            <a:xfrm rot="5400000">
              <a:off x="1778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3" name="Group 952">
            <a:extLst>
              <a:ext uri="{FF2B5EF4-FFF2-40B4-BE49-F238E27FC236}">
                <a16:creationId xmlns:a16="http://schemas.microsoft.com/office/drawing/2014/main" id="{09EA087A-8EC6-399F-0CFE-BA2767EC9C34}"/>
              </a:ext>
            </a:extLst>
          </p:cNvPr>
          <p:cNvGrpSpPr/>
          <p:nvPr/>
        </p:nvGrpSpPr>
        <p:grpSpPr>
          <a:xfrm>
            <a:off x="1385504" y="3870552"/>
            <a:ext cx="1317874" cy="381000"/>
            <a:chOff x="1625786" y="4404204"/>
            <a:chExt cx="1317874" cy="381000"/>
          </a:xfrm>
        </p:grpSpPr>
        <p:sp>
          <p:nvSpPr>
            <p:cNvPr id="589" name="Rounded Rectangle 29">
              <a:extLst>
                <a:ext uri="{FF2B5EF4-FFF2-40B4-BE49-F238E27FC236}">
                  <a16:creationId xmlns:a16="http://schemas.microsoft.com/office/drawing/2014/main" id="{A67BBB45-A878-CEBA-2BF4-4F463BC7F1C0}"/>
                </a:ext>
              </a:extLst>
            </p:cNvPr>
            <p:cNvSpPr/>
            <p:nvPr/>
          </p:nvSpPr>
          <p:spPr>
            <a:xfrm rot="5400000">
              <a:off x="2094223" y="3935767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DD541660-C4A3-0D2B-9CAE-A43CB78A9395}"/>
                </a:ext>
              </a:extLst>
            </p:cNvPr>
            <p:cNvSpPr/>
            <p:nvPr/>
          </p:nvSpPr>
          <p:spPr>
            <a:xfrm rot="5400000">
              <a:off x="2540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65E5FD76-F978-08B6-45C7-282B99640CE6}"/>
                </a:ext>
              </a:extLst>
            </p:cNvPr>
            <p:cNvSpPr/>
            <p:nvPr/>
          </p:nvSpPr>
          <p:spPr>
            <a:xfrm rot="5400000">
              <a:off x="2159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22FB9FBF-0409-0487-4F7D-DCA603E53903}"/>
                </a:ext>
              </a:extLst>
            </p:cNvPr>
            <p:cNvSpPr/>
            <p:nvPr/>
          </p:nvSpPr>
          <p:spPr>
            <a:xfrm rot="5400000">
              <a:off x="1778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4" name="Group 953">
            <a:extLst>
              <a:ext uri="{FF2B5EF4-FFF2-40B4-BE49-F238E27FC236}">
                <a16:creationId xmlns:a16="http://schemas.microsoft.com/office/drawing/2014/main" id="{CD610605-95B9-294F-B208-E2955E184323}"/>
              </a:ext>
            </a:extLst>
          </p:cNvPr>
          <p:cNvGrpSpPr/>
          <p:nvPr/>
        </p:nvGrpSpPr>
        <p:grpSpPr>
          <a:xfrm>
            <a:off x="1385504" y="5304858"/>
            <a:ext cx="1317875" cy="381000"/>
            <a:chOff x="1625786" y="5534582"/>
            <a:chExt cx="1317875" cy="381000"/>
          </a:xfrm>
        </p:grpSpPr>
        <p:sp>
          <p:nvSpPr>
            <p:cNvPr id="584" name="Rounded Rectangle 7 2">
              <a:extLst>
                <a:ext uri="{FF2B5EF4-FFF2-40B4-BE49-F238E27FC236}">
                  <a16:creationId xmlns:a16="http://schemas.microsoft.com/office/drawing/2014/main" id="{03ACFE9B-E3B2-D0AA-BF95-B500701D31C5}"/>
                </a:ext>
              </a:extLst>
            </p:cNvPr>
            <p:cNvSpPr/>
            <p:nvPr/>
          </p:nvSpPr>
          <p:spPr>
            <a:xfrm rot="5400000">
              <a:off x="2094224" y="5066144"/>
              <a:ext cx="381000" cy="1317875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4B00914D-DBB1-946C-831D-0D55642ACBF3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163E636F-7649-B42D-F754-2AEE4067C5ED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AC842D6E-60F2-D665-99D7-CD93B4E27D63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5" name="Group 954" descr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 title="IguanaTex Vector Display">
            <a:extLst>
              <a:ext uri="{FF2B5EF4-FFF2-40B4-BE49-F238E27FC236}">
                <a16:creationId xmlns:a16="http://schemas.microsoft.com/office/drawing/2014/main" id="{65FDD6DF-769E-5E74-7233-D3A34205B588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889410" y="3957934"/>
            <a:ext cx="368850" cy="209728"/>
            <a:chOff x="10836015" y="5394719"/>
            <a:chExt cx="368850" cy="209728"/>
          </a:xfrm>
        </p:grpSpPr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58EC0342-5163-2BD2-A7E4-7978ADEAA7DF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0836015" y="5394719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46D6AB03-1198-2214-7ECF-308AB8706912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1112546" y="5439782"/>
              <a:ext cx="92319" cy="164665"/>
            </a:xfrm>
            <a:custGeom>
              <a:avLst/>
              <a:gdLst>
                <a:gd name="connsiteX0" fmla="*/ 57554 w 92319"/>
                <a:gd name="connsiteY0" fmla="*/ 7030 h 164665"/>
                <a:gd name="connsiteX1" fmla="*/ 49946 w 92319"/>
                <a:gd name="connsiteY1" fmla="*/ 86 h 164665"/>
                <a:gd name="connsiteX2" fmla="*/ 235 w 92319"/>
                <a:gd name="connsiteY2" fmla="*/ 15958 h 164665"/>
                <a:gd name="connsiteX3" fmla="*/ 235 w 92319"/>
                <a:gd name="connsiteY3" fmla="*/ 24885 h 164665"/>
                <a:gd name="connsiteX4" fmla="*/ 37011 w 92319"/>
                <a:gd name="connsiteY4" fmla="*/ 17941 h 164665"/>
                <a:gd name="connsiteX5" fmla="*/ 37011 w 92319"/>
                <a:gd name="connsiteY5" fmla="*/ 144416 h 164665"/>
                <a:gd name="connsiteX6" fmla="*/ 11648 w 92319"/>
                <a:gd name="connsiteY6" fmla="*/ 155824 h 164665"/>
                <a:gd name="connsiteX7" fmla="*/ 2010 w 92319"/>
                <a:gd name="connsiteY7" fmla="*/ 155824 h 164665"/>
                <a:gd name="connsiteX8" fmla="*/ 2010 w 92319"/>
                <a:gd name="connsiteY8" fmla="*/ 164752 h 164665"/>
                <a:gd name="connsiteX9" fmla="*/ 47156 w 92319"/>
                <a:gd name="connsiteY9" fmla="*/ 163760 h 164665"/>
                <a:gd name="connsiteX10" fmla="*/ 92555 w 92319"/>
                <a:gd name="connsiteY10" fmla="*/ 164752 h 164665"/>
                <a:gd name="connsiteX11" fmla="*/ 92555 w 92319"/>
                <a:gd name="connsiteY11" fmla="*/ 155824 h 164665"/>
                <a:gd name="connsiteX12" fmla="*/ 82917 w 92319"/>
                <a:gd name="connsiteY12" fmla="*/ 155824 h 164665"/>
                <a:gd name="connsiteX13" fmla="*/ 57554 w 92319"/>
                <a:gd name="connsiteY13" fmla="*/ 144416 h 164665"/>
                <a:gd name="connsiteX14" fmla="*/ 57554 w 92319"/>
                <a:gd name="connsiteY14" fmla="*/ 7030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2319" h="164665">
                  <a:moveTo>
                    <a:pt x="57554" y="7030"/>
                  </a:moveTo>
                  <a:cubicBezTo>
                    <a:pt x="57554" y="334"/>
                    <a:pt x="57047" y="86"/>
                    <a:pt x="49946" y="86"/>
                  </a:cubicBezTo>
                  <a:cubicBezTo>
                    <a:pt x="33714" y="15710"/>
                    <a:pt x="10634" y="15958"/>
                    <a:pt x="235" y="15958"/>
                  </a:cubicBezTo>
                  <a:lnTo>
                    <a:pt x="235" y="24885"/>
                  </a:lnTo>
                  <a:cubicBezTo>
                    <a:pt x="6322" y="24885"/>
                    <a:pt x="23061" y="24885"/>
                    <a:pt x="37011" y="17941"/>
                  </a:cubicBezTo>
                  <a:lnTo>
                    <a:pt x="37011" y="144416"/>
                  </a:lnTo>
                  <a:cubicBezTo>
                    <a:pt x="37011" y="152600"/>
                    <a:pt x="37011" y="155824"/>
                    <a:pt x="11648" y="155824"/>
                  </a:cubicBezTo>
                  <a:lnTo>
                    <a:pt x="2010" y="155824"/>
                  </a:lnTo>
                  <a:lnTo>
                    <a:pt x="2010" y="164752"/>
                  </a:lnTo>
                  <a:cubicBezTo>
                    <a:pt x="6576" y="164504"/>
                    <a:pt x="37772" y="163760"/>
                    <a:pt x="47156" y="163760"/>
                  </a:cubicBezTo>
                  <a:cubicBezTo>
                    <a:pt x="55018" y="163760"/>
                    <a:pt x="86975" y="164504"/>
                    <a:pt x="92555" y="164752"/>
                  </a:cubicBezTo>
                  <a:lnTo>
                    <a:pt x="92555" y="155824"/>
                  </a:lnTo>
                  <a:lnTo>
                    <a:pt x="82917" y="155824"/>
                  </a:lnTo>
                  <a:cubicBezTo>
                    <a:pt x="57554" y="155824"/>
                    <a:pt x="57554" y="152600"/>
                    <a:pt x="57554" y="144416"/>
                  </a:cubicBezTo>
                  <a:lnTo>
                    <a:pt x="57554" y="7030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grpSp>
        <p:nvGrpSpPr>
          <p:cNvPr id="956" name="Group 955" descr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 title="IguanaTex Vector Display">
            <a:extLst>
              <a:ext uri="{FF2B5EF4-FFF2-40B4-BE49-F238E27FC236}">
                <a16:creationId xmlns:a16="http://schemas.microsoft.com/office/drawing/2014/main" id="{39FCA054-0761-54DA-C4CA-82C0269C2098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885352" y="4435454"/>
            <a:ext cx="376966" cy="209728"/>
            <a:chOff x="10766885" y="5952795"/>
            <a:chExt cx="376966" cy="209728"/>
          </a:xfrm>
        </p:grpSpPr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7AFA1B2A-F493-9137-DB51-95FDC23932FC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0766885" y="5952795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ED71B69D-8DF9-9167-5D86-CA33C88BC69B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1031749" y="5997858"/>
              <a:ext cx="112102" cy="164665"/>
            </a:xfrm>
            <a:custGeom>
              <a:avLst/>
              <a:gdLst>
                <a:gd name="connsiteX0" fmla="*/ 112338 w 112102"/>
                <a:gd name="connsiteY0" fmla="*/ 119617 h 164665"/>
                <a:gd name="connsiteX1" fmla="*/ 103714 w 112102"/>
                <a:gd name="connsiteY1" fmla="*/ 119617 h 164665"/>
                <a:gd name="connsiteX2" fmla="*/ 97120 w 112102"/>
                <a:gd name="connsiteY2" fmla="*/ 142184 h 164665"/>
                <a:gd name="connsiteX3" fmla="*/ 72011 w 112102"/>
                <a:gd name="connsiteY3" fmla="*/ 143672 h 164665"/>
                <a:gd name="connsiteX4" fmla="*/ 25344 w 112102"/>
                <a:gd name="connsiteY4" fmla="*/ 143672 h 164665"/>
                <a:gd name="connsiteX5" fmla="*/ 76069 w 112102"/>
                <a:gd name="connsiteY5" fmla="*/ 102010 h 164665"/>
                <a:gd name="connsiteX6" fmla="*/ 112338 w 112102"/>
                <a:gd name="connsiteY6" fmla="*/ 48444 h 164665"/>
                <a:gd name="connsiteX7" fmla="*/ 52989 w 112102"/>
                <a:gd name="connsiteY7" fmla="*/ 86 h 164665"/>
                <a:gd name="connsiteX8" fmla="*/ 235 w 112102"/>
                <a:gd name="connsiteY8" fmla="*/ 44476 h 164665"/>
                <a:gd name="connsiteX9" fmla="*/ 13677 w 112102"/>
                <a:gd name="connsiteY9" fmla="*/ 58364 h 164665"/>
                <a:gd name="connsiteX10" fmla="*/ 27119 w 112102"/>
                <a:gd name="connsiteY10" fmla="*/ 45220 h 164665"/>
                <a:gd name="connsiteX11" fmla="*/ 12155 w 112102"/>
                <a:gd name="connsiteY11" fmla="*/ 32077 h 164665"/>
                <a:gd name="connsiteX12" fmla="*/ 49185 w 112102"/>
                <a:gd name="connsiteY12" fmla="*/ 9014 h 164665"/>
                <a:gd name="connsiteX13" fmla="*/ 87736 w 112102"/>
                <a:gd name="connsiteY13" fmla="*/ 48444 h 164665"/>
                <a:gd name="connsiteX14" fmla="*/ 63895 w 112102"/>
                <a:gd name="connsiteY14" fmla="*/ 96058 h 164665"/>
                <a:gd name="connsiteX15" fmla="*/ 2771 w 112102"/>
                <a:gd name="connsiteY15" fmla="*/ 155080 h 164665"/>
                <a:gd name="connsiteX16" fmla="*/ 235 w 112102"/>
                <a:gd name="connsiteY16" fmla="*/ 164752 h 164665"/>
                <a:gd name="connsiteX17" fmla="*/ 104729 w 112102"/>
                <a:gd name="connsiteY17" fmla="*/ 164752 h 164665"/>
                <a:gd name="connsiteX18" fmla="*/ 112338 w 112102"/>
                <a:gd name="connsiteY18" fmla="*/ 119617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2102" h="164665">
                  <a:moveTo>
                    <a:pt x="112338" y="119617"/>
                  </a:moveTo>
                  <a:lnTo>
                    <a:pt x="103714" y="119617"/>
                  </a:lnTo>
                  <a:cubicBezTo>
                    <a:pt x="102954" y="125073"/>
                    <a:pt x="100417" y="139705"/>
                    <a:pt x="97120" y="142184"/>
                  </a:cubicBezTo>
                  <a:cubicBezTo>
                    <a:pt x="95091" y="143672"/>
                    <a:pt x="75562" y="143672"/>
                    <a:pt x="72011" y="143672"/>
                  </a:cubicBezTo>
                  <a:lnTo>
                    <a:pt x="25344" y="143672"/>
                  </a:lnTo>
                  <a:cubicBezTo>
                    <a:pt x="51975" y="120609"/>
                    <a:pt x="60852" y="113666"/>
                    <a:pt x="76069" y="102010"/>
                  </a:cubicBezTo>
                  <a:cubicBezTo>
                    <a:pt x="94838" y="87379"/>
                    <a:pt x="112338" y="72003"/>
                    <a:pt x="112338" y="48444"/>
                  </a:cubicBezTo>
                  <a:cubicBezTo>
                    <a:pt x="112338" y="18437"/>
                    <a:pt x="85453" y="86"/>
                    <a:pt x="52989" y="86"/>
                  </a:cubicBezTo>
                  <a:cubicBezTo>
                    <a:pt x="21540" y="86"/>
                    <a:pt x="235" y="21661"/>
                    <a:pt x="235" y="44476"/>
                  </a:cubicBezTo>
                  <a:cubicBezTo>
                    <a:pt x="235" y="57124"/>
                    <a:pt x="11141" y="58364"/>
                    <a:pt x="13677" y="58364"/>
                  </a:cubicBezTo>
                  <a:cubicBezTo>
                    <a:pt x="19764" y="58364"/>
                    <a:pt x="27119" y="54148"/>
                    <a:pt x="27119" y="45220"/>
                  </a:cubicBezTo>
                  <a:cubicBezTo>
                    <a:pt x="27119" y="40757"/>
                    <a:pt x="25344" y="32077"/>
                    <a:pt x="12155" y="32077"/>
                  </a:cubicBezTo>
                  <a:cubicBezTo>
                    <a:pt x="20018" y="14470"/>
                    <a:pt x="37264" y="9014"/>
                    <a:pt x="49185" y="9014"/>
                  </a:cubicBezTo>
                  <a:cubicBezTo>
                    <a:pt x="74547" y="9014"/>
                    <a:pt x="87736" y="28357"/>
                    <a:pt x="87736" y="48444"/>
                  </a:cubicBezTo>
                  <a:cubicBezTo>
                    <a:pt x="87736" y="70019"/>
                    <a:pt x="72011" y="87131"/>
                    <a:pt x="63895" y="96058"/>
                  </a:cubicBezTo>
                  <a:lnTo>
                    <a:pt x="2771" y="155080"/>
                  </a:lnTo>
                  <a:cubicBezTo>
                    <a:pt x="235" y="157312"/>
                    <a:pt x="235" y="157808"/>
                    <a:pt x="235" y="164752"/>
                  </a:cubicBezTo>
                  <a:lnTo>
                    <a:pt x="104729" y="164752"/>
                  </a:lnTo>
                  <a:lnTo>
                    <a:pt x="112338" y="119617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57" name="Group 956" descr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 title="IguanaTex Vector Display">
            <a:extLst>
              <a:ext uri="{FF2B5EF4-FFF2-40B4-BE49-F238E27FC236}">
                <a16:creationId xmlns:a16="http://schemas.microsoft.com/office/drawing/2014/main" id="{DA9DE207-5B66-AE48-AC0B-B7958347F080}"/>
              </a:ext>
            </a:extLst>
          </p:cNvPr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882309" y="5390494"/>
            <a:ext cx="383053" cy="209728"/>
            <a:chOff x="10919285" y="5637111"/>
            <a:chExt cx="383053" cy="209728"/>
          </a:xfrm>
        </p:grpSpPr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485CB83-16D5-E84D-C3FE-FFE08FFBC07D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0919285" y="56371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69D75A90-CC00-87B2-AF94-079A1F1DC471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1178062" y="5679694"/>
              <a:ext cx="124276" cy="167145"/>
            </a:xfrm>
            <a:custGeom>
              <a:avLst/>
              <a:gdLst>
                <a:gd name="connsiteX0" fmla="*/ 124512 w 124276"/>
                <a:gd name="connsiteY0" fmla="*/ 126561 h 167145"/>
                <a:gd name="connsiteX1" fmla="*/ 124512 w 124276"/>
                <a:gd name="connsiteY1" fmla="*/ 117633 h 167145"/>
                <a:gd name="connsiteX2" fmla="*/ 96359 w 124276"/>
                <a:gd name="connsiteY2" fmla="*/ 117633 h 167145"/>
                <a:gd name="connsiteX3" fmla="*/ 96359 w 124276"/>
                <a:gd name="connsiteY3" fmla="*/ 7030 h 167145"/>
                <a:gd name="connsiteX4" fmla="*/ 90780 w 124276"/>
                <a:gd name="connsiteY4" fmla="*/ 86 h 167145"/>
                <a:gd name="connsiteX5" fmla="*/ 84185 w 124276"/>
                <a:gd name="connsiteY5" fmla="*/ 3558 h 167145"/>
                <a:gd name="connsiteX6" fmla="*/ 235 w 124276"/>
                <a:gd name="connsiteY6" fmla="*/ 117633 h 167145"/>
                <a:gd name="connsiteX7" fmla="*/ 235 w 124276"/>
                <a:gd name="connsiteY7" fmla="*/ 126561 h 167145"/>
                <a:gd name="connsiteX8" fmla="*/ 74801 w 124276"/>
                <a:gd name="connsiteY8" fmla="*/ 126561 h 167145"/>
                <a:gd name="connsiteX9" fmla="*/ 74801 w 124276"/>
                <a:gd name="connsiteY9" fmla="*/ 146896 h 167145"/>
                <a:gd name="connsiteX10" fmla="*/ 54257 w 124276"/>
                <a:gd name="connsiteY10" fmla="*/ 158304 h 167145"/>
                <a:gd name="connsiteX11" fmla="*/ 47409 w 124276"/>
                <a:gd name="connsiteY11" fmla="*/ 158304 h 167145"/>
                <a:gd name="connsiteX12" fmla="*/ 47409 w 124276"/>
                <a:gd name="connsiteY12" fmla="*/ 167231 h 167145"/>
                <a:gd name="connsiteX13" fmla="*/ 85453 w 124276"/>
                <a:gd name="connsiteY13" fmla="*/ 166240 h 167145"/>
                <a:gd name="connsiteX14" fmla="*/ 123751 w 124276"/>
                <a:gd name="connsiteY14" fmla="*/ 167231 h 167145"/>
                <a:gd name="connsiteX15" fmla="*/ 123751 w 124276"/>
                <a:gd name="connsiteY15" fmla="*/ 158304 h 167145"/>
                <a:gd name="connsiteX16" fmla="*/ 116903 w 124276"/>
                <a:gd name="connsiteY16" fmla="*/ 158304 h 167145"/>
                <a:gd name="connsiteX17" fmla="*/ 96359 w 124276"/>
                <a:gd name="connsiteY17" fmla="*/ 146896 h 167145"/>
                <a:gd name="connsiteX18" fmla="*/ 96359 w 124276"/>
                <a:gd name="connsiteY18" fmla="*/ 126561 h 167145"/>
                <a:gd name="connsiteX19" fmla="*/ 124512 w 124276"/>
                <a:gd name="connsiteY19" fmla="*/ 126561 h 167145"/>
                <a:gd name="connsiteX20" fmla="*/ 76576 w 124276"/>
                <a:gd name="connsiteY20" fmla="*/ 26869 h 167145"/>
                <a:gd name="connsiteX21" fmla="*/ 76576 w 124276"/>
                <a:gd name="connsiteY21" fmla="*/ 117633 h 167145"/>
                <a:gd name="connsiteX22" fmla="*/ 9619 w 124276"/>
                <a:gd name="connsiteY22" fmla="*/ 117633 h 167145"/>
                <a:gd name="connsiteX23" fmla="*/ 76576 w 124276"/>
                <a:gd name="connsiteY23" fmla="*/ 26869 h 167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4276" h="167145">
                  <a:moveTo>
                    <a:pt x="124512" y="126561"/>
                  </a:moveTo>
                  <a:lnTo>
                    <a:pt x="124512" y="117633"/>
                  </a:lnTo>
                  <a:lnTo>
                    <a:pt x="96359" y="117633"/>
                  </a:lnTo>
                  <a:lnTo>
                    <a:pt x="96359" y="7030"/>
                  </a:lnTo>
                  <a:cubicBezTo>
                    <a:pt x="96359" y="1822"/>
                    <a:pt x="96359" y="86"/>
                    <a:pt x="90780" y="86"/>
                  </a:cubicBezTo>
                  <a:cubicBezTo>
                    <a:pt x="87736" y="86"/>
                    <a:pt x="86721" y="86"/>
                    <a:pt x="84185" y="3558"/>
                  </a:cubicBezTo>
                  <a:lnTo>
                    <a:pt x="235" y="117633"/>
                  </a:lnTo>
                  <a:lnTo>
                    <a:pt x="235" y="126561"/>
                  </a:lnTo>
                  <a:lnTo>
                    <a:pt x="74801" y="126561"/>
                  </a:lnTo>
                  <a:lnTo>
                    <a:pt x="74801" y="146896"/>
                  </a:lnTo>
                  <a:cubicBezTo>
                    <a:pt x="74801" y="155328"/>
                    <a:pt x="74801" y="158304"/>
                    <a:pt x="54257" y="158304"/>
                  </a:cubicBezTo>
                  <a:lnTo>
                    <a:pt x="47409" y="158304"/>
                  </a:lnTo>
                  <a:lnTo>
                    <a:pt x="47409" y="167231"/>
                  </a:lnTo>
                  <a:cubicBezTo>
                    <a:pt x="60091" y="166735"/>
                    <a:pt x="76323" y="166240"/>
                    <a:pt x="85453" y="166240"/>
                  </a:cubicBezTo>
                  <a:cubicBezTo>
                    <a:pt x="94838" y="166240"/>
                    <a:pt x="111070" y="166735"/>
                    <a:pt x="123751" y="167231"/>
                  </a:cubicBezTo>
                  <a:lnTo>
                    <a:pt x="123751" y="158304"/>
                  </a:lnTo>
                  <a:lnTo>
                    <a:pt x="116903" y="158304"/>
                  </a:lnTo>
                  <a:cubicBezTo>
                    <a:pt x="96359" y="158304"/>
                    <a:pt x="96359" y="155328"/>
                    <a:pt x="96359" y="146896"/>
                  </a:cubicBezTo>
                  <a:lnTo>
                    <a:pt x="96359" y="126561"/>
                  </a:lnTo>
                  <a:lnTo>
                    <a:pt x="124512" y="126561"/>
                  </a:lnTo>
                  <a:close/>
                  <a:moveTo>
                    <a:pt x="76576" y="26869"/>
                  </a:moveTo>
                  <a:lnTo>
                    <a:pt x="76576" y="117633"/>
                  </a:lnTo>
                  <a:lnTo>
                    <a:pt x="9619" y="117633"/>
                  </a:lnTo>
                  <a:lnTo>
                    <a:pt x="76576" y="26869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58" name="Group 957" descr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 title="IguanaTex Vector Display">
            <a:extLst>
              <a:ext uri="{FF2B5EF4-FFF2-40B4-BE49-F238E27FC236}">
                <a16:creationId xmlns:a16="http://schemas.microsoft.com/office/drawing/2014/main" id="{B014BD66-FEB4-BA5E-7917-450FCEFF7132}"/>
              </a:ext>
            </a:extLst>
          </p:cNvPr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884210" y="4910494"/>
            <a:ext cx="379250" cy="214688"/>
            <a:chOff x="11071685" y="5789511"/>
            <a:chExt cx="379250" cy="214688"/>
          </a:xfrm>
        </p:grpSpPr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57CD6714-088E-16EE-C389-B0EE48ED5B10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1071685" y="57895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986802D8-AFF5-BC20-7458-D53F1B8624D0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1334267" y="5834574"/>
              <a:ext cx="116668" cy="169625"/>
            </a:xfrm>
            <a:custGeom>
              <a:avLst/>
              <a:gdLst>
                <a:gd name="connsiteX0" fmla="*/ 55779 w 116668"/>
                <a:gd name="connsiteY0" fmla="*/ 81923 h 169625"/>
                <a:gd name="connsiteX1" fmla="*/ 89765 w 116668"/>
                <a:gd name="connsiteY1" fmla="*/ 121849 h 169625"/>
                <a:gd name="connsiteX2" fmla="*/ 56794 w 116668"/>
                <a:gd name="connsiteY2" fmla="*/ 161776 h 169625"/>
                <a:gd name="connsiteX3" fmla="*/ 13677 w 116668"/>
                <a:gd name="connsiteY3" fmla="*/ 144416 h 169625"/>
                <a:gd name="connsiteX4" fmla="*/ 28387 w 116668"/>
                <a:gd name="connsiteY4" fmla="*/ 130529 h 169625"/>
                <a:gd name="connsiteX5" fmla="*/ 14438 w 116668"/>
                <a:gd name="connsiteY5" fmla="*/ 116889 h 169625"/>
                <a:gd name="connsiteX6" fmla="*/ 235 w 116668"/>
                <a:gd name="connsiteY6" fmla="*/ 131273 h 169625"/>
                <a:gd name="connsiteX7" fmla="*/ 57301 w 116668"/>
                <a:gd name="connsiteY7" fmla="*/ 169711 h 169625"/>
                <a:gd name="connsiteX8" fmla="*/ 116903 w 116668"/>
                <a:gd name="connsiteY8" fmla="*/ 121849 h 169625"/>
                <a:gd name="connsiteX9" fmla="*/ 72772 w 116668"/>
                <a:gd name="connsiteY9" fmla="*/ 77459 h 169625"/>
                <a:gd name="connsiteX10" fmla="*/ 109041 w 116668"/>
                <a:gd name="connsiteY10" fmla="*/ 34309 h 169625"/>
                <a:gd name="connsiteX11" fmla="*/ 57808 w 116668"/>
                <a:gd name="connsiteY11" fmla="*/ 86 h 169625"/>
                <a:gd name="connsiteX12" fmla="*/ 8097 w 116668"/>
                <a:gd name="connsiteY12" fmla="*/ 33317 h 169625"/>
                <a:gd name="connsiteX13" fmla="*/ 21286 w 116668"/>
                <a:gd name="connsiteY13" fmla="*/ 46460 h 169625"/>
                <a:gd name="connsiteX14" fmla="*/ 34221 w 116668"/>
                <a:gd name="connsiteY14" fmla="*/ 33813 h 169625"/>
                <a:gd name="connsiteX15" fmla="*/ 21286 w 116668"/>
                <a:gd name="connsiteY15" fmla="*/ 20917 h 169625"/>
                <a:gd name="connsiteX16" fmla="*/ 57047 w 116668"/>
                <a:gd name="connsiteY16" fmla="*/ 7278 h 169625"/>
                <a:gd name="connsiteX17" fmla="*/ 84439 w 116668"/>
                <a:gd name="connsiteY17" fmla="*/ 34309 h 169625"/>
                <a:gd name="connsiteX18" fmla="*/ 74294 w 116668"/>
                <a:gd name="connsiteY18" fmla="*/ 63820 h 169625"/>
                <a:gd name="connsiteX19" fmla="*/ 46141 w 116668"/>
                <a:gd name="connsiteY19" fmla="*/ 74483 h 169625"/>
                <a:gd name="connsiteX20" fmla="*/ 38025 w 116668"/>
                <a:gd name="connsiteY20" fmla="*/ 75227 h 169625"/>
                <a:gd name="connsiteX21" fmla="*/ 35489 w 116668"/>
                <a:gd name="connsiteY21" fmla="*/ 78451 h 169625"/>
                <a:gd name="connsiteX22" fmla="*/ 42083 w 116668"/>
                <a:gd name="connsiteY22" fmla="*/ 81923 h 169625"/>
                <a:gd name="connsiteX23" fmla="*/ 55779 w 116668"/>
                <a:gd name="connsiteY23" fmla="*/ 81923 h 169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6668" h="169625">
                  <a:moveTo>
                    <a:pt x="55779" y="81923"/>
                  </a:moveTo>
                  <a:cubicBezTo>
                    <a:pt x="75562" y="81923"/>
                    <a:pt x="89765" y="95314"/>
                    <a:pt x="89765" y="121849"/>
                  </a:cubicBezTo>
                  <a:cubicBezTo>
                    <a:pt x="89765" y="152600"/>
                    <a:pt x="71504" y="161776"/>
                    <a:pt x="56794" y="161776"/>
                  </a:cubicBezTo>
                  <a:cubicBezTo>
                    <a:pt x="46649" y="161776"/>
                    <a:pt x="24329" y="159048"/>
                    <a:pt x="13677" y="144416"/>
                  </a:cubicBezTo>
                  <a:cubicBezTo>
                    <a:pt x="25598" y="143920"/>
                    <a:pt x="28387" y="135737"/>
                    <a:pt x="28387" y="130529"/>
                  </a:cubicBezTo>
                  <a:cubicBezTo>
                    <a:pt x="28387" y="122593"/>
                    <a:pt x="22300" y="116889"/>
                    <a:pt x="14438" y="116889"/>
                  </a:cubicBezTo>
                  <a:cubicBezTo>
                    <a:pt x="7336" y="116889"/>
                    <a:pt x="235" y="121105"/>
                    <a:pt x="235" y="131273"/>
                  </a:cubicBezTo>
                  <a:cubicBezTo>
                    <a:pt x="235" y="154584"/>
                    <a:pt x="26612" y="169711"/>
                    <a:pt x="57301" y="169711"/>
                  </a:cubicBezTo>
                  <a:cubicBezTo>
                    <a:pt x="92555" y="169711"/>
                    <a:pt x="116903" y="146648"/>
                    <a:pt x="116903" y="121849"/>
                  </a:cubicBezTo>
                  <a:cubicBezTo>
                    <a:pt x="116903" y="102506"/>
                    <a:pt x="100671" y="83163"/>
                    <a:pt x="72772" y="77459"/>
                  </a:cubicBezTo>
                  <a:cubicBezTo>
                    <a:pt x="99403" y="68035"/>
                    <a:pt x="109041" y="49436"/>
                    <a:pt x="109041" y="34309"/>
                  </a:cubicBezTo>
                  <a:cubicBezTo>
                    <a:pt x="109041" y="14718"/>
                    <a:pt x="85961" y="86"/>
                    <a:pt x="57808" y="86"/>
                  </a:cubicBezTo>
                  <a:cubicBezTo>
                    <a:pt x="29656" y="86"/>
                    <a:pt x="8097" y="13478"/>
                    <a:pt x="8097" y="33317"/>
                  </a:cubicBezTo>
                  <a:cubicBezTo>
                    <a:pt x="8097" y="41748"/>
                    <a:pt x="13677" y="46460"/>
                    <a:pt x="21286" y="46460"/>
                  </a:cubicBezTo>
                  <a:cubicBezTo>
                    <a:pt x="29148" y="46460"/>
                    <a:pt x="34221" y="40757"/>
                    <a:pt x="34221" y="33813"/>
                  </a:cubicBezTo>
                  <a:cubicBezTo>
                    <a:pt x="34221" y="26621"/>
                    <a:pt x="29148" y="21413"/>
                    <a:pt x="21286" y="20917"/>
                  </a:cubicBezTo>
                  <a:cubicBezTo>
                    <a:pt x="30163" y="10006"/>
                    <a:pt x="47663" y="7278"/>
                    <a:pt x="57047" y="7278"/>
                  </a:cubicBezTo>
                  <a:cubicBezTo>
                    <a:pt x="68460" y="7278"/>
                    <a:pt x="84439" y="12734"/>
                    <a:pt x="84439" y="34309"/>
                  </a:cubicBezTo>
                  <a:cubicBezTo>
                    <a:pt x="84439" y="44724"/>
                    <a:pt x="80888" y="56132"/>
                    <a:pt x="74294" y="63820"/>
                  </a:cubicBezTo>
                  <a:cubicBezTo>
                    <a:pt x="65924" y="73243"/>
                    <a:pt x="58823" y="73739"/>
                    <a:pt x="46141" y="74483"/>
                  </a:cubicBezTo>
                  <a:cubicBezTo>
                    <a:pt x="39801" y="74979"/>
                    <a:pt x="39293" y="74979"/>
                    <a:pt x="38025" y="75227"/>
                  </a:cubicBezTo>
                  <a:cubicBezTo>
                    <a:pt x="37518" y="75227"/>
                    <a:pt x="35489" y="75723"/>
                    <a:pt x="35489" y="78451"/>
                  </a:cubicBezTo>
                  <a:cubicBezTo>
                    <a:pt x="35489" y="81923"/>
                    <a:pt x="37772" y="81923"/>
                    <a:pt x="42083" y="81923"/>
                  </a:cubicBezTo>
                  <a:lnTo>
                    <a:pt x="55779" y="81923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sp>
        <p:nvSpPr>
          <p:cNvPr id="606" name="Freeform: Shape 605">
            <a:extLst>
              <a:ext uri="{FF2B5EF4-FFF2-40B4-BE49-F238E27FC236}">
                <a16:creationId xmlns:a16="http://schemas.microsoft.com/office/drawing/2014/main" id="{7D1E80EC-4472-18D1-7E8F-6049E8E64E8A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660119" y="3336083"/>
            <a:ext cx="263128" cy="312498"/>
          </a:xfrm>
          <a:custGeom>
            <a:avLst/>
            <a:gdLst>
              <a:gd name="connsiteX0" fmla="*/ 187762 w 263128"/>
              <a:gd name="connsiteY0" fmla="*/ 238227 h 312498"/>
              <a:gd name="connsiteX1" fmla="*/ 261268 w 263128"/>
              <a:gd name="connsiteY1" fmla="*/ 125643 h 312498"/>
              <a:gd name="connsiteX2" fmla="*/ 130947 w 263128"/>
              <a:gd name="connsiteY2" fmla="*/ 82 h 312498"/>
              <a:gd name="connsiteX3" fmla="*/ 270 w 263128"/>
              <a:gd name="connsiteY3" fmla="*/ 125643 h 312498"/>
              <a:gd name="connsiteX4" fmla="*/ 130947 w 263128"/>
              <a:gd name="connsiteY4" fmla="*/ 248398 h 312498"/>
              <a:gd name="connsiteX5" fmla="*/ 164681 w 263128"/>
              <a:gd name="connsiteY5" fmla="*/ 245241 h 312498"/>
              <a:gd name="connsiteX6" fmla="*/ 214750 w 263128"/>
              <a:gd name="connsiteY6" fmla="*/ 312581 h 312498"/>
              <a:gd name="connsiteX7" fmla="*/ 263399 w 263128"/>
              <a:gd name="connsiteY7" fmla="*/ 247346 h 312498"/>
              <a:gd name="connsiteX8" fmla="*/ 257007 w 263128"/>
              <a:gd name="connsiteY8" fmla="*/ 238227 h 312498"/>
              <a:gd name="connsiteX9" fmla="*/ 250615 w 263128"/>
              <a:gd name="connsiteY9" fmla="*/ 245241 h 312498"/>
              <a:gd name="connsiteX10" fmla="*/ 220432 w 263128"/>
              <a:gd name="connsiteY10" fmla="*/ 258920 h 312498"/>
              <a:gd name="connsiteX11" fmla="*/ 187762 w 263128"/>
              <a:gd name="connsiteY11" fmla="*/ 238227 h 312498"/>
              <a:gd name="connsiteX12" fmla="*/ 97212 w 263128"/>
              <a:gd name="connsiteY12" fmla="*/ 226653 h 312498"/>
              <a:gd name="connsiteX13" fmla="*/ 52470 w 263128"/>
              <a:gd name="connsiteY13" fmla="*/ 125292 h 312498"/>
              <a:gd name="connsiteX14" fmla="*/ 65608 w 263128"/>
              <a:gd name="connsiteY14" fmla="*/ 53042 h 312498"/>
              <a:gd name="connsiteX15" fmla="*/ 130591 w 263128"/>
              <a:gd name="connsiteY15" fmla="*/ 14111 h 312498"/>
              <a:gd name="connsiteX16" fmla="*/ 194509 w 263128"/>
              <a:gd name="connsiteY16" fmla="*/ 50938 h 312498"/>
              <a:gd name="connsiteX17" fmla="*/ 209068 w 263128"/>
              <a:gd name="connsiteY17" fmla="*/ 125292 h 312498"/>
              <a:gd name="connsiteX18" fmla="*/ 174979 w 263128"/>
              <a:gd name="connsiteY18" fmla="*/ 220340 h 312498"/>
              <a:gd name="connsiteX19" fmla="*/ 130591 w 263128"/>
              <a:gd name="connsiteY19" fmla="*/ 190177 h 312498"/>
              <a:gd name="connsiteX20" fmla="*/ 96147 w 263128"/>
              <a:gd name="connsiteY20" fmla="*/ 218937 h 312498"/>
              <a:gd name="connsiteX21" fmla="*/ 97212 w 263128"/>
              <a:gd name="connsiteY21" fmla="*/ 226653 h 312498"/>
              <a:gd name="connsiteX22" fmla="*/ 160065 w 263128"/>
              <a:gd name="connsiteY22" fmla="*/ 228757 h 312498"/>
              <a:gd name="connsiteX23" fmla="*/ 130947 w 263128"/>
              <a:gd name="connsiteY23" fmla="*/ 234369 h 312498"/>
              <a:gd name="connsiteX24" fmla="*/ 108930 w 263128"/>
              <a:gd name="connsiteY24" fmla="*/ 218937 h 312498"/>
              <a:gd name="connsiteX25" fmla="*/ 130947 w 263128"/>
              <a:gd name="connsiteY25" fmla="*/ 202803 h 312498"/>
              <a:gd name="connsiteX26" fmla="*/ 160065 w 263128"/>
              <a:gd name="connsiteY26" fmla="*/ 228757 h 312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63128" h="312498">
                <a:moveTo>
                  <a:pt x="187762" y="238227"/>
                </a:moveTo>
                <a:cubicBezTo>
                  <a:pt x="245999" y="215780"/>
                  <a:pt x="261268" y="163872"/>
                  <a:pt x="261268" y="125643"/>
                </a:cubicBezTo>
                <a:cubicBezTo>
                  <a:pt x="261268" y="49886"/>
                  <a:pt x="209779" y="82"/>
                  <a:pt x="130947" y="82"/>
                </a:cubicBezTo>
                <a:cubicBezTo>
                  <a:pt x="49629" y="82"/>
                  <a:pt x="270" y="51990"/>
                  <a:pt x="270" y="125643"/>
                </a:cubicBezTo>
                <a:cubicBezTo>
                  <a:pt x="270" y="197192"/>
                  <a:pt x="48563" y="248398"/>
                  <a:pt x="130947" y="248398"/>
                </a:cubicBezTo>
                <a:cubicBezTo>
                  <a:pt x="138759" y="248398"/>
                  <a:pt x="150477" y="248047"/>
                  <a:pt x="164681" y="245241"/>
                </a:cubicBezTo>
                <a:cubicBezTo>
                  <a:pt x="174624" y="284874"/>
                  <a:pt x="181726" y="312581"/>
                  <a:pt x="214750" y="312581"/>
                </a:cubicBezTo>
                <a:cubicBezTo>
                  <a:pt x="250970" y="312581"/>
                  <a:pt x="263399" y="271195"/>
                  <a:pt x="263399" y="247346"/>
                </a:cubicBezTo>
                <a:cubicBezTo>
                  <a:pt x="263399" y="244540"/>
                  <a:pt x="263399" y="238227"/>
                  <a:pt x="257007" y="238227"/>
                </a:cubicBezTo>
                <a:cubicBezTo>
                  <a:pt x="251680" y="238227"/>
                  <a:pt x="250970" y="242786"/>
                  <a:pt x="250615" y="245241"/>
                </a:cubicBezTo>
                <a:cubicBezTo>
                  <a:pt x="248484" y="258569"/>
                  <a:pt x="226468" y="258920"/>
                  <a:pt x="220432" y="258920"/>
                </a:cubicBezTo>
                <a:cubicBezTo>
                  <a:pt x="212264" y="258920"/>
                  <a:pt x="201611" y="258920"/>
                  <a:pt x="187762" y="238227"/>
                </a:cubicBezTo>
                <a:close/>
                <a:moveTo>
                  <a:pt x="97212" y="226653"/>
                </a:moveTo>
                <a:cubicBezTo>
                  <a:pt x="53535" y="205960"/>
                  <a:pt x="52470" y="152649"/>
                  <a:pt x="52470" y="125292"/>
                </a:cubicBezTo>
                <a:cubicBezTo>
                  <a:pt x="52470" y="111263"/>
                  <a:pt x="52470" y="77944"/>
                  <a:pt x="65608" y="53042"/>
                </a:cubicBezTo>
                <a:cubicBezTo>
                  <a:pt x="84073" y="19372"/>
                  <a:pt x="114612" y="14111"/>
                  <a:pt x="130591" y="14111"/>
                </a:cubicBezTo>
                <a:cubicBezTo>
                  <a:pt x="149767" y="14111"/>
                  <a:pt x="177465" y="21126"/>
                  <a:pt x="194509" y="50938"/>
                </a:cubicBezTo>
                <a:cubicBezTo>
                  <a:pt x="208003" y="74437"/>
                  <a:pt x="209068" y="104599"/>
                  <a:pt x="209068" y="125292"/>
                </a:cubicBezTo>
                <a:cubicBezTo>
                  <a:pt x="209068" y="144933"/>
                  <a:pt x="209068" y="197192"/>
                  <a:pt x="174979" y="220340"/>
                </a:cubicBezTo>
                <a:cubicBezTo>
                  <a:pt x="167167" y="208766"/>
                  <a:pt x="154383" y="190177"/>
                  <a:pt x="130591" y="190177"/>
                </a:cubicBezTo>
                <a:cubicBezTo>
                  <a:pt x="112481" y="190177"/>
                  <a:pt x="96147" y="202102"/>
                  <a:pt x="96147" y="218937"/>
                </a:cubicBezTo>
                <a:cubicBezTo>
                  <a:pt x="96147" y="221041"/>
                  <a:pt x="96502" y="224899"/>
                  <a:pt x="97212" y="226653"/>
                </a:cubicBezTo>
                <a:close/>
                <a:moveTo>
                  <a:pt x="160065" y="228757"/>
                </a:moveTo>
                <a:cubicBezTo>
                  <a:pt x="151187" y="232615"/>
                  <a:pt x="140534" y="234369"/>
                  <a:pt x="130947" y="234369"/>
                </a:cubicBezTo>
                <a:cubicBezTo>
                  <a:pt x="111416" y="234369"/>
                  <a:pt x="108930" y="223145"/>
                  <a:pt x="108930" y="218937"/>
                </a:cubicBezTo>
                <a:cubicBezTo>
                  <a:pt x="108930" y="209467"/>
                  <a:pt x="119228" y="202803"/>
                  <a:pt x="130947" y="202803"/>
                </a:cubicBezTo>
                <a:cubicBezTo>
                  <a:pt x="140889" y="202803"/>
                  <a:pt x="152963" y="206661"/>
                  <a:pt x="160065" y="228757"/>
                </a:cubicBez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grpSp>
        <p:nvGrpSpPr>
          <p:cNvPr id="735" name="Group 734">
            <a:extLst>
              <a:ext uri="{FF2B5EF4-FFF2-40B4-BE49-F238E27FC236}">
                <a16:creationId xmlns:a16="http://schemas.microsoft.com/office/drawing/2014/main" id="{AFFAD2DE-4547-44B6-490B-3B51AC436D4D}"/>
              </a:ext>
            </a:extLst>
          </p:cNvPr>
          <p:cNvGrpSpPr/>
          <p:nvPr/>
        </p:nvGrpSpPr>
        <p:grpSpPr>
          <a:xfrm>
            <a:off x="3143983" y="4827338"/>
            <a:ext cx="1317874" cy="381000"/>
            <a:chOff x="3726310" y="4827338"/>
            <a:chExt cx="1317874" cy="381000"/>
          </a:xfrm>
        </p:grpSpPr>
        <p:sp>
          <p:nvSpPr>
            <p:cNvPr id="608" name="Rounded Rectangle 7 1">
              <a:extLst>
                <a:ext uri="{FF2B5EF4-FFF2-40B4-BE49-F238E27FC236}">
                  <a16:creationId xmlns:a16="http://schemas.microsoft.com/office/drawing/2014/main" id="{AD4A51CD-9B3E-2A90-8414-06082BCB4FF5}"/>
                </a:ext>
              </a:extLst>
            </p:cNvPr>
            <p:cNvSpPr/>
            <p:nvPr/>
          </p:nvSpPr>
          <p:spPr>
            <a:xfrm rot="5400000">
              <a:off x="4194747" y="435890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392921E7-9096-7C35-337D-76A1167C1DAD}"/>
                </a:ext>
              </a:extLst>
            </p:cNvPr>
            <p:cNvSpPr/>
            <p:nvPr/>
          </p:nvSpPr>
          <p:spPr>
            <a:xfrm rot="5400000">
              <a:off x="4640710" y="490353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1" name="Oval 610">
              <a:extLst>
                <a:ext uri="{FF2B5EF4-FFF2-40B4-BE49-F238E27FC236}">
                  <a16:creationId xmlns:a16="http://schemas.microsoft.com/office/drawing/2014/main" id="{BAFF8B30-333D-4B89-6DB7-E0CCB5FFE921}"/>
                </a:ext>
              </a:extLst>
            </p:cNvPr>
            <p:cNvSpPr/>
            <p:nvPr/>
          </p:nvSpPr>
          <p:spPr>
            <a:xfrm rot="5400000">
              <a:off x="4259710" y="490353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2" name="Oval 611">
              <a:extLst>
                <a:ext uri="{FF2B5EF4-FFF2-40B4-BE49-F238E27FC236}">
                  <a16:creationId xmlns:a16="http://schemas.microsoft.com/office/drawing/2014/main" id="{F560265D-E0C2-C524-7C0D-1335D4F53F1B}"/>
                </a:ext>
              </a:extLst>
            </p:cNvPr>
            <p:cNvSpPr/>
            <p:nvPr/>
          </p:nvSpPr>
          <p:spPr>
            <a:xfrm rot="5400000">
              <a:off x="3878710" y="490353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564DEA41-45A4-C816-2DCC-48136AA4CB5A}"/>
              </a:ext>
            </a:extLst>
          </p:cNvPr>
          <p:cNvGrpSpPr/>
          <p:nvPr/>
        </p:nvGrpSpPr>
        <p:grpSpPr>
          <a:xfrm>
            <a:off x="3143983" y="4349818"/>
            <a:ext cx="1317874" cy="381000"/>
            <a:chOff x="3726310" y="4349818"/>
            <a:chExt cx="1317874" cy="381000"/>
          </a:xfrm>
        </p:grpSpPr>
        <p:sp>
          <p:nvSpPr>
            <p:cNvPr id="614" name="Rounded Rectangle 49">
              <a:extLst>
                <a:ext uri="{FF2B5EF4-FFF2-40B4-BE49-F238E27FC236}">
                  <a16:creationId xmlns:a16="http://schemas.microsoft.com/office/drawing/2014/main" id="{5F77189A-8A2B-B8D8-C167-5D6C767F4909}"/>
                </a:ext>
              </a:extLst>
            </p:cNvPr>
            <p:cNvSpPr/>
            <p:nvPr/>
          </p:nvSpPr>
          <p:spPr>
            <a:xfrm rot="5400000">
              <a:off x="4194747" y="388138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6" name="Oval 615">
              <a:extLst>
                <a:ext uri="{FF2B5EF4-FFF2-40B4-BE49-F238E27FC236}">
                  <a16:creationId xmlns:a16="http://schemas.microsoft.com/office/drawing/2014/main" id="{A691F041-5055-0D05-2756-4D7D9CDC23E9}"/>
                </a:ext>
              </a:extLst>
            </p:cNvPr>
            <p:cNvSpPr/>
            <p:nvPr/>
          </p:nvSpPr>
          <p:spPr>
            <a:xfrm rot="5400000">
              <a:off x="4640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91D558DB-6A83-9B99-D6E0-A5A1296BC38F}"/>
                </a:ext>
              </a:extLst>
            </p:cNvPr>
            <p:cNvSpPr/>
            <p:nvPr/>
          </p:nvSpPr>
          <p:spPr>
            <a:xfrm rot="5400000">
              <a:off x="4259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8" name="Oval 617">
              <a:extLst>
                <a:ext uri="{FF2B5EF4-FFF2-40B4-BE49-F238E27FC236}">
                  <a16:creationId xmlns:a16="http://schemas.microsoft.com/office/drawing/2014/main" id="{CA957F41-FDC6-8A6E-D702-7FB83D25E783}"/>
                </a:ext>
              </a:extLst>
            </p:cNvPr>
            <p:cNvSpPr/>
            <p:nvPr/>
          </p:nvSpPr>
          <p:spPr>
            <a:xfrm rot="5400000">
              <a:off x="3878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3" name="Group 732">
            <a:extLst>
              <a:ext uri="{FF2B5EF4-FFF2-40B4-BE49-F238E27FC236}">
                <a16:creationId xmlns:a16="http://schemas.microsoft.com/office/drawing/2014/main" id="{01D2906B-FD04-5F18-43EF-F9897E8BC0AA}"/>
              </a:ext>
            </a:extLst>
          </p:cNvPr>
          <p:cNvGrpSpPr/>
          <p:nvPr/>
        </p:nvGrpSpPr>
        <p:grpSpPr>
          <a:xfrm>
            <a:off x="3143983" y="3872298"/>
            <a:ext cx="1317874" cy="381000"/>
            <a:chOff x="3726310" y="3872298"/>
            <a:chExt cx="1317874" cy="381000"/>
          </a:xfrm>
        </p:grpSpPr>
        <p:sp>
          <p:nvSpPr>
            <p:cNvPr id="620" name="Rounded Rectangle 29">
              <a:extLst>
                <a:ext uri="{FF2B5EF4-FFF2-40B4-BE49-F238E27FC236}">
                  <a16:creationId xmlns:a16="http://schemas.microsoft.com/office/drawing/2014/main" id="{587A6442-9F99-82DB-AABE-2B60EA815DB3}"/>
                </a:ext>
              </a:extLst>
            </p:cNvPr>
            <p:cNvSpPr/>
            <p:nvPr/>
          </p:nvSpPr>
          <p:spPr>
            <a:xfrm rot="5400000">
              <a:off x="4194747" y="340386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18" name="Oval 717">
              <a:extLst>
                <a:ext uri="{FF2B5EF4-FFF2-40B4-BE49-F238E27FC236}">
                  <a16:creationId xmlns:a16="http://schemas.microsoft.com/office/drawing/2014/main" id="{8C478475-C9CF-FD51-8477-DA99CA359342}"/>
                </a:ext>
              </a:extLst>
            </p:cNvPr>
            <p:cNvSpPr/>
            <p:nvPr/>
          </p:nvSpPr>
          <p:spPr>
            <a:xfrm rot="5400000">
              <a:off x="4640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19" name="Oval 718">
              <a:extLst>
                <a:ext uri="{FF2B5EF4-FFF2-40B4-BE49-F238E27FC236}">
                  <a16:creationId xmlns:a16="http://schemas.microsoft.com/office/drawing/2014/main" id="{008BF470-9700-BD37-111E-D4B86022CEA9}"/>
                </a:ext>
              </a:extLst>
            </p:cNvPr>
            <p:cNvSpPr/>
            <p:nvPr/>
          </p:nvSpPr>
          <p:spPr>
            <a:xfrm rot="5400000">
              <a:off x="4259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0" name="Oval 719">
              <a:extLst>
                <a:ext uri="{FF2B5EF4-FFF2-40B4-BE49-F238E27FC236}">
                  <a16:creationId xmlns:a16="http://schemas.microsoft.com/office/drawing/2014/main" id="{96C34251-8A0C-52D4-FEFA-7EB6F1203BF3}"/>
                </a:ext>
              </a:extLst>
            </p:cNvPr>
            <p:cNvSpPr/>
            <p:nvPr/>
          </p:nvSpPr>
          <p:spPr>
            <a:xfrm rot="5400000">
              <a:off x="3878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6" name="Group 735">
            <a:extLst>
              <a:ext uri="{FF2B5EF4-FFF2-40B4-BE49-F238E27FC236}">
                <a16:creationId xmlns:a16="http://schemas.microsoft.com/office/drawing/2014/main" id="{6A2C2880-733A-DC46-2C6E-2FADB1D365EC}"/>
              </a:ext>
            </a:extLst>
          </p:cNvPr>
          <p:cNvGrpSpPr/>
          <p:nvPr/>
        </p:nvGrpSpPr>
        <p:grpSpPr>
          <a:xfrm>
            <a:off x="3143983" y="5304858"/>
            <a:ext cx="1317874" cy="381000"/>
            <a:chOff x="3726310" y="5304858"/>
            <a:chExt cx="1317874" cy="381000"/>
          </a:xfrm>
        </p:grpSpPr>
        <p:sp>
          <p:nvSpPr>
            <p:cNvPr id="722" name="Rounded Rectangle 7 2">
              <a:extLst>
                <a:ext uri="{FF2B5EF4-FFF2-40B4-BE49-F238E27FC236}">
                  <a16:creationId xmlns:a16="http://schemas.microsoft.com/office/drawing/2014/main" id="{6C17A48B-BCFA-743A-0D49-52340493EFBE}"/>
                </a:ext>
              </a:extLst>
            </p:cNvPr>
            <p:cNvSpPr/>
            <p:nvPr/>
          </p:nvSpPr>
          <p:spPr>
            <a:xfrm rot="5400000">
              <a:off x="4194747" y="483642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4" name="Oval 723">
              <a:extLst>
                <a:ext uri="{FF2B5EF4-FFF2-40B4-BE49-F238E27FC236}">
                  <a16:creationId xmlns:a16="http://schemas.microsoft.com/office/drawing/2014/main" id="{9BEA33DA-EB7B-6DB8-5A85-0F5D03CC04BC}"/>
                </a:ext>
              </a:extLst>
            </p:cNvPr>
            <p:cNvSpPr/>
            <p:nvPr/>
          </p:nvSpPr>
          <p:spPr>
            <a:xfrm rot="5400000">
              <a:off x="4640710" y="53810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5" name="Oval 724">
              <a:extLst>
                <a:ext uri="{FF2B5EF4-FFF2-40B4-BE49-F238E27FC236}">
                  <a16:creationId xmlns:a16="http://schemas.microsoft.com/office/drawing/2014/main" id="{029C9360-3E05-6E54-3403-EBFA0A4AC5D9}"/>
                </a:ext>
              </a:extLst>
            </p:cNvPr>
            <p:cNvSpPr/>
            <p:nvPr/>
          </p:nvSpPr>
          <p:spPr>
            <a:xfrm rot="5400000">
              <a:off x="4259710" y="53810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6" name="Oval 725">
              <a:extLst>
                <a:ext uri="{FF2B5EF4-FFF2-40B4-BE49-F238E27FC236}">
                  <a16:creationId xmlns:a16="http://schemas.microsoft.com/office/drawing/2014/main" id="{1A93D030-E63C-9DBB-24A4-B4104AC43D82}"/>
                </a:ext>
              </a:extLst>
            </p:cNvPr>
            <p:cNvSpPr/>
            <p:nvPr/>
          </p:nvSpPr>
          <p:spPr>
            <a:xfrm rot="5400000">
              <a:off x="3878710" y="53810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DC542C8A-EEBD-A82C-8E62-788081484638}"/>
              </a:ext>
            </a:extLst>
          </p:cNvPr>
          <p:cNvGrpSpPr/>
          <p:nvPr/>
        </p:nvGrpSpPr>
        <p:grpSpPr>
          <a:xfrm>
            <a:off x="4918083" y="3872298"/>
            <a:ext cx="906328" cy="381000"/>
            <a:chOff x="6096000" y="3874413"/>
            <a:chExt cx="906328" cy="381000"/>
          </a:xfrm>
        </p:grpSpPr>
        <p:sp>
          <p:nvSpPr>
            <p:cNvPr id="728" name="Rounded Rectangle 29">
              <a:extLst>
                <a:ext uri="{FF2B5EF4-FFF2-40B4-BE49-F238E27FC236}">
                  <a16:creationId xmlns:a16="http://schemas.microsoft.com/office/drawing/2014/main" id="{1583624B-3864-13E7-6784-24D42D72E66A}"/>
                </a:ext>
              </a:extLst>
            </p:cNvPr>
            <p:cNvSpPr/>
            <p:nvPr/>
          </p:nvSpPr>
          <p:spPr>
            <a:xfrm rot="5400000">
              <a:off x="6358664" y="3611749"/>
              <a:ext cx="381000" cy="906328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31" name="Oval 730">
              <a:extLst>
                <a:ext uri="{FF2B5EF4-FFF2-40B4-BE49-F238E27FC236}">
                  <a16:creationId xmlns:a16="http://schemas.microsoft.com/office/drawing/2014/main" id="{1BD65479-781F-9AE8-1EF8-53D9ED459A89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32" name="Oval 731">
              <a:extLst>
                <a:ext uri="{FF2B5EF4-FFF2-40B4-BE49-F238E27FC236}">
                  <a16:creationId xmlns:a16="http://schemas.microsoft.com/office/drawing/2014/main" id="{FAA7840B-6D61-5B62-A3F9-0948DE37A89C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8" name="Group 737">
            <a:extLst>
              <a:ext uri="{FF2B5EF4-FFF2-40B4-BE49-F238E27FC236}">
                <a16:creationId xmlns:a16="http://schemas.microsoft.com/office/drawing/2014/main" id="{84259E0A-D451-D31F-975E-FB726C512DCB}"/>
              </a:ext>
            </a:extLst>
          </p:cNvPr>
          <p:cNvGrpSpPr/>
          <p:nvPr/>
        </p:nvGrpSpPr>
        <p:grpSpPr>
          <a:xfrm>
            <a:off x="4916343" y="4346538"/>
            <a:ext cx="908067" cy="381000"/>
            <a:chOff x="6095999" y="3874413"/>
            <a:chExt cx="908067" cy="381000"/>
          </a:xfrm>
        </p:grpSpPr>
        <p:sp>
          <p:nvSpPr>
            <p:cNvPr id="739" name="Rounded Rectangle 29">
              <a:extLst>
                <a:ext uri="{FF2B5EF4-FFF2-40B4-BE49-F238E27FC236}">
                  <a16:creationId xmlns:a16="http://schemas.microsoft.com/office/drawing/2014/main" id="{E25679CF-9E94-B057-3131-2B035213903B}"/>
                </a:ext>
              </a:extLst>
            </p:cNvPr>
            <p:cNvSpPr/>
            <p:nvPr/>
          </p:nvSpPr>
          <p:spPr>
            <a:xfrm rot="5400000">
              <a:off x="6359533" y="3610879"/>
              <a:ext cx="381000" cy="908067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1" name="Oval 740">
              <a:extLst>
                <a:ext uri="{FF2B5EF4-FFF2-40B4-BE49-F238E27FC236}">
                  <a16:creationId xmlns:a16="http://schemas.microsoft.com/office/drawing/2014/main" id="{73BEAE9E-E654-1E87-42B7-88E51396DB12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2" name="Oval 741">
              <a:extLst>
                <a:ext uri="{FF2B5EF4-FFF2-40B4-BE49-F238E27FC236}">
                  <a16:creationId xmlns:a16="http://schemas.microsoft.com/office/drawing/2014/main" id="{0ADFD584-F8EC-AD72-F390-602C51BF3B63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43" name="Group 742">
            <a:extLst>
              <a:ext uri="{FF2B5EF4-FFF2-40B4-BE49-F238E27FC236}">
                <a16:creationId xmlns:a16="http://schemas.microsoft.com/office/drawing/2014/main" id="{659B0BD9-203A-54E0-0CBD-614495CD5DA6}"/>
              </a:ext>
            </a:extLst>
          </p:cNvPr>
          <p:cNvGrpSpPr/>
          <p:nvPr/>
        </p:nvGrpSpPr>
        <p:grpSpPr>
          <a:xfrm>
            <a:off x="4916343" y="4829412"/>
            <a:ext cx="908068" cy="381000"/>
            <a:chOff x="6096000" y="3874413"/>
            <a:chExt cx="908068" cy="381000"/>
          </a:xfrm>
        </p:grpSpPr>
        <p:sp>
          <p:nvSpPr>
            <p:cNvPr id="744" name="Rounded Rectangle 29">
              <a:extLst>
                <a:ext uri="{FF2B5EF4-FFF2-40B4-BE49-F238E27FC236}">
                  <a16:creationId xmlns:a16="http://schemas.microsoft.com/office/drawing/2014/main" id="{D924E850-3525-EDD9-BBFD-303FEEDC1490}"/>
                </a:ext>
              </a:extLst>
            </p:cNvPr>
            <p:cNvSpPr/>
            <p:nvPr/>
          </p:nvSpPr>
          <p:spPr>
            <a:xfrm rot="5400000">
              <a:off x="6359534" y="3610879"/>
              <a:ext cx="381000" cy="908068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6" name="Oval 745">
              <a:extLst>
                <a:ext uri="{FF2B5EF4-FFF2-40B4-BE49-F238E27FC236}">
                  <a16:creationId xmlns:a16="http://schemas.microsoft.com/office/drawing/2014/main" id="{8C9D3D17-BEBF-B9D4-E0F5-83494DD33E6D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7" name="Oval 746">
              <a:extLst>
                <a:ext uri="{FF2B5EF4-FFF2-40B4-BE49-F238E27FC236}">
                  <a16:creationId xmlns:a16="http://schemas.microsoft.com/office/drawing/2014/main" id="{98281C33-EFC9-53A6-5FC6-BE1EBA59AEE6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48" name="Group 747">
            <a:extLst>
              <a:ext uri="{FF2B5EF4-FFF2-40B4-BE49-F238E27FC236}">
                <a16:creationId xmlns:a16="http://schemas.microsoft.com/office/drawing/2014/main" id="{28D91CD9-70E1-7FDD-0392-390C96ABE086}"/>
              </a:ext>
            </a:extLst>
          </p:cNvPr>
          <p:cNvGrpSpPr/>
          <p:nvPr/>
        </p:nvGrpSpPr>
        <p:grpSpPr>
          <a:xfrm>
            <a:off x="4927579" y="5302743"/>
            <a:ext cx="896832" cy="381000"/>
            <a:chOff x="6096000" y="3874413"/>
            <a:chExt cx="896832" cy="381000"/>
          </a:xfrm>
        </p:grpSpPr>
        <p:sp>
          <p:nvSpPr>
            <p:cNvPr id="749" name="Rounded Rectangle 29">
              <a:extLst>
                <a:ext uri="{FF2B5EF4-FFF2-40B4-BE49-F238E27FC236}">
                  <a16:creationId xmlns:a16="http://schemas.microsoft.com/office/drawing/2014/main" id="{7198D5E4-6FC8-446B-BE1D-429D4A46264C}"/>
                </a:ext>
              </a:extLst>
            </p:cNvPr>
            <p:cNvSpPr/>
            <p:nvPr/>
          </p:nvSpPr>
          <p:spPr>
            <a:xfrm rot="5400000">
              <a:off x="6353916" y="3616497"/>
              <a:ext cx="381000" cy="896832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51" name="Oval 750">
              <a:extLst>
                <a:ext uri="{FF2B5EF4-FFF2-40B4-BE49-F238E27FC236}">
                  <a16:creationId xmlns:a16="http://schemas.microsoft.com/office/drawing/2014/main" id="{67738C8B-1AB2-6F6A-7DF5-D4E3F4C5808B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52" name="Oval 751">
              <a:extLst>
                <a:ext uri="{FF2B5EF4-FFF2-40B4-BE49-F238E27FC236}">
                  <a16:creationId xmlns:a16="http://schemas.microsoft.com/office/drawing/2014/main" id="{2BA363CC-8368-1AD3-E3A6-EED902E16C96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A40642D-1156-BC0F-0133-0E6A2964B5B1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863762" y="3321875"/>
            <a:ext cx="288695" cy="240599"/>
          </a:xfrm>
          <a:custGeom>
            <a:avLst/>
            <a:gdLst>
              <a:gd name="connsiteX0" fmla="*/ 158629 w 288695"/>
              <a:gd name="connsiteY0" fmla="*/ 93025 h 240599"/>
              <a:gd name="connsiteX1" fmla="*/ 243852 w 288695"/>
              <a:gd name="connsiteY1" fmla="*/ 22880 h 240599"/>
              <a:gd name="connsiteX2" fmla="*/ 277232 w 288695"/>
              <a:gd name="connsiteY2" fmla="*/ 16566 h 240599"/>
              <a:gd name="connsiteX3" fmla="*/ 283268 w 288695"/>
              <a:gd name="connsiteY3" fmla="*/ 16566 h 240599"/>
              <a:gd name="connsiteX4" fmla="*/ 283268 w 288695"/>
              <a:gd name="connsiteY4" fmla="*/ 82 h 240599"/>
              <a:gd name="connsiteX5" fmla="*/ 247048 w 288695"/>
              <a:gd name="connsiteY5" fmla="*/ 1134 h 240599"/>
              <a:gd name="connsiteX6" fmla="*/ 195204 w 288695"/>
              <a:gd name="connsiteY6" fmla="*/ 82 h 240599"/>
              <a:gd name="connsiteX7" fmla="*/ 195204 w 288695"/>
              <a:gd name="connsiteY7" fmla="*/ 16566 h 240599"/>
              <a:gd name="connsiteX8" fmla="*/ 215800 w 288695"/>
              <a:gd name="connsiteY8" fmla="*/ 18320 h 240599"/>
              <a:gd name="connsiteX9" fmla="*/ 220416 w 288695"/>
              <a:gd name="connsiteY9" fmla="*/ 20424 h 240599"/>
              <a:gd name="connsiteX10" fmla="*/ 89029 w 288695"/>
              <a:gd name="connsiteY10" fmla="*/ 128800 h 240599"/>
              <a:gd name="connsiteX11" fmla="*/ 89029 w 288695"/>
              <a:gd name="connsiteY11" fmla="*/ 16566 h 240599"/>
              <a:gd name="connsiteX12" fmla="*/ 127380 w 288695"/>
              <a:gd name="connsiteY12" fmla="*/ 16566 h 240599"/>
              <a:gd name="connsiteX13" fmla="*/ 127380 w 288695"/>
              <a:gd name="connsiteY13" fmla="*/ 82 h 240599"/>
              <a:gd name="connsiteX14" fmla="*/ 63817 w 288695"/>
              <a:gd name="connsiteY14" fmla="*/ 1134 h 240599"/>
              <a:gd name="connsiteX15" fmla="*/ 254 w 288695"/>
              <a:gd name="connsiteY15" fmla="*/ 82 h 240599"/>
              <a:gd name="connsiteX16" fmla="*/ 254 w 288695"/>
              <a:gd name="connsiteY16" fmla="*/ 16566 h 240599"/>
              <a:gd name="connsiteX17" fmla="*/ 38605 w 288695"/>
              <a:gd name="connsiteY17" fmla="*/ 16566 h 240599"/>
              <a:gd name="connsiteX18" fmla="*/ 38605 w 288695"/>
              <a:gd name="connsiteY18" fmla="*/ 224198 h 240599"/>
              <a:gd name="connsiteX19" fmla="*/ 254 w 288695"/>
              <a:gd name="connsiteY19" fmla="*/ 224198 h 240599"/>
              <a:gd name="connsiteX20" fmla="*/ 254 w 288695"/>
              <a:gd name="connsiteY20" fmla="*/ 240682 h 240599"/>
              <a:gd name="connsiteX21" fmla="*/ 63817 w 288695"/>
              <a:gd name="connsiteY21" fmla="*/ 239630 h 240599"/>
              <a:gd name="connsiteX22" fmla="*/ 127380 w 288695"/>
              <a:gd name="connsiteY22" fmla="*/ 240682 h 240599"/>
              <a:gd name="connsiteX23" fmla="*/ 127380 w 288695"/>
              <a:gd name="connsiteY23" fmla="*/ 224198 h 240599"/>
              <a:gd name="connsiteX24" fmla="*/ 89029 w 288695"/>
              <a:gd name="connsiteY24" fmla="*/ 224198 h 240599"/>
              <a:gd name="connsiteX25" fmla="*/ 89029 w 288695"/>
              <a:gd name="connsiteY25" fmla="*/ 150545 h 240599"/>
              <a:gd name="connsiteX26" fmla="*/ 124539 w 288695"/>
              <a:gd name="connsiteY26" fmla="*/ 121434 h 240599"/>
              <a:gd name="connsiteX27" fmla="*/ 197689 w 288695"/>
              <a:gd name="connsiteY27" fmla="*/ 216482 h 240599"/>
              <a:gd name="connsiteX28" fmla="*/ 200530 w 288695"/>
              <a:gd name="connsiteY28" fmla="*/ 221392 h 240599"/>
              <a:gd name="connsiteX29" fmla="*/ 174608 w 288695"/>
              <a:gd name="connsiteY29" fmla="*/ 224198 h 240599"/>
              <a:gd name="connsiteX30" fmla="*/ 174608 w 288695"/>
              <a:gd name="connsiteY30" fmla="*/ 240682 h 240599"/>
              <a:gd name="connsiteX31" fmla="*/ 237105 w 288695"/>
              <a:gd name="connsiteY31" fmla="*/ 239630 h 240599"/>
              <a:gd name="connsiteX32" fmla="*/ 288950 w 288695"/>
              <a:gd name="connsiteY32" fmla="*/ 240682 h 240599"/>
              <a:gd name="connsiteX33" fmla="*/ 288950 w 288695"/>
              <a:gd name="connsiteY33" fmla="*/ 224198 h 240599"/>
              <a:gd name="connsiteX34" fmla="*/ 278652 w 288695"/>
              <a:gd name="connsiteY34" fmla="*/ 224198 h 240599"/>
              <a:gd name="connsiteX35" fmla="*/ 254505 w 288695"/>
              <a:gd name="connsiteY35" fmla="*/ 217183 h 240599"/>
              <a:gd name="connsiteX36" fmla="*/ 158629 w 288695"/>
              <a:gd name="connsiteY36" fmla="*/ 93025 h 2405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288695" h="240599">
                <a:moveTo>
                  <a:pt x="158629" y="93025"/>
                </a:moveTo>
                <a:lnTo>
                  <a:pt x="243852" y="22880"/>
                </a:lnTo>
                <a:cubicBezTo>
                  <a:pt x="251665" y="16566"/>
                  <a:pt x="266579" y="16566"/>
                  <a:pt x="277232" y="16566"/>
                </a:cubicBezTo>
                <a:lnTo>
                  <a:pt x="283268" y="16566"/>
                </a:lnTo>
                <a:lnTo>
                  <a:pt x="283268" y="82"/>
                </a:lnTo>
                <a:cubicBezTo>
                  <a:pt x="269064" y="1134"/>
                  <a:pt x="248824" y="1134"/>
                  <a:pt x="247048" y="1134"/>
                </a:cubicBezTo>
                <a:cubicBezTo>
                  <a:pt x="233555" y="1134"/>
                  <a:pt x="207987" y="1134"/>
                  <a:pt x="195204" y="82"/>
                </a:cubicBezTo>
                <a:lnTo>
                  <a:pt x="195204" y="16566"/>
                </a:lnTo>
                <a:cubicBezTo>
                  <a:pt x="199820" y="16566"/>
                  <a:pt x="206922" y="16566"/>
                  <a:pt x="215800" y="18320"/>
                </a:cubicBezTo>
                <a:cubicBezTo>
                  <a:pt x="221481" y="19723"/>
                  <a:pt x="217220" y="19372"/>
                  <a:pt x="220416" y="20424"/>
                </a:cubicBezTo>
                <a:lnTo>
                  <a:pt x="89029" y="128800"/>
                </a:lnTo>
                <a:lnTo>
                  <a:pt x="89029" y="16566"/>
                </a:lnTo>
                <a:lnTo>
                  <a:pt x="127380" y="16566"/>
                </a:lnTo>
                <a:lnTo>
                  <a:pt x="127380" y="82"/>
                </a:lnTo>
                <a:cubicBezTo>
                  <a:pt x="113886" y="1134"/>
                  <a:pt x="79086" y="1134"/>
                  <a:pt x="63817" y="1134"/>
                </a:cubicBezTo>
                <a:cubicBezTo>
                  <a:pt x="48548" y="1134"/>
                  <a:pt x="13748" y="1134"/>
                  <a:pt x="254" y="82"/>
                </a:cubicBezTo>
                <a:lnTo>
                  <a:pt x="254" y="16566"/>
                </a:lnTo>
                <a:lnTo>
                  <a:pt x="38605" y="16566"/>
                </a:lnTo>
                <a:lnTo>
                  <a:pt x="38605" y="224198"/>
                </a:lnTo>
                <a:lnTo>
                  <a:pt x="254" y="224198"/>
                </a:lnTo>
                <a:lnTo>
                  <a:pt x="254" y="240682"/>
                </a:lnTo>
                <a:cubicBezTo>
                  <a:pt x="13748" y="239630"/>
                  <a:pt x="48548" y="239630"/>
                  <a:pt x="63817" y="239630"/>
                </a:cubicBezTo>
                <a:cubicBezTo>
                  <a:pt x="79086" y="239630"/>
                  <a:pt x="113886" y="239630"/>
                  <a:pt x="127380" y="240682"/>
                </a:cubicBezTo>
                <a:lnTo>
                  <a:pt x="127380" y="224198"/>
                </a:lnTo>
                <a:lnTo>
                  <a:pt x="89029" y="224198"/>
                </a:lnTo>
                <a:lnTo>
                  <a:pt x="89029" y="150545"/>
                </a:lnTo>
                <a:lnTo>
                  <a:pt x="124539" y="121434"/>
                </a:lnTo>
                <a:lnTo>
                  <a:pt x="197689" y="216482"/>
                </a:lnTo>
                <a:cubicBezTo>
                  <a:pt x="199465" y="218586"/>
                  <a:pt x="199465" y="219287"/>
                  <a:pt x="200530" y="221392"/>
                </a:cubicBezTo>
                <a:cubicBezTo>
                  <a:pt x="194138" y="224198"/>
                  <a:pt x="187037" y="224198"/>
                  <a:pt x="174608" y="224198"/>
                </a:cubicBezTo>
                <a:lnTo>
                  <a:pt x="174608" y="240682"/>
                </a:lnTo>
                <a:cubicBezTo>
                  <a:pt x="189167" y="239630"/>
                  <a:pt x="221126" y="239630"/>
                  <a:pt x="237105" y="239630"/>
                </a:cubicBezTo>
                <a:cubicBezTo>
                  <a:pt x="251309" y="239630"/>
                  <a:pt x="275811" y="239630"/>
                  <a:pt x="288950" y="240682"/>
                </a:cubicBezTo>
                <a:lnTo>
                  <a:pt x="288950" y="224198"/>
                </a:lnTo>
                <a:lnTo>
                  <a:pt x="278652" y="224198"/>
                </a:lnTo>
                <a:cubicBezTo>
                  <a:pt x="259832" y="224198"/>
                  <a:pt x="258767" y="222795"/>
                  <a:pt x="254505" y="217183"/>
                </a:cubicBezTo>
                <a:lnTo>
                  <a:pt x="158629" y="93025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02FD5E9-798E-F90E-D0AF-C57E7672BBD6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2189134" y="3264814"/>
            <a:ext cx="183692" cy="170383"/>
          </a:xfrm>
          <a:custGeom>
            <a:avLst/>
            <a:gdLst>
              <a:gd name="connsiteX0" fmla="*/ 98200 w 183692"/>
              <a:gd name="connsiteY0" fmla="*/ 12109 h 170383"/>
              <a:gd name="connsiteX1" fmla="*/ 174013 w 183692"/>
              <a:gd name="connsiteY1" fmla="*/ 12109 h 170383"/>
              <a:gd name="connsiteX2" fmla="*/ 183956 w 183692"/>
              <a:gd name="connsiteY2" fmla="*/ 6216 h 170383"/>
              <a:gd name="connsiteX3" fmla="*/ 174013 w 183692"/>
              <a:gd name="connsiteY3" fmla="*/ 79 h 170383"/>
              <a:gd name="connsiteX4" fmla="*/ 10206 w 183692"/>
              <a:gd name="connsiteY4" fmla="*/ 79 h 170383"/>
              <a:gd name="connsiteX5" fmla="*/ 263 w 183692"/>
              <a:gd name="connsiteY5" fmla="*/ 5971 h 170383"/>
              <a:gd name="connsiteX6" fmla="*/ 10206 w 183692"/>
              <a:gd name="connsiteY6" fmla="*/ 12109 h 170383"/>
              <a:gd name="connsiteX7" fmla="*/ 86020 w 183692"/>
              <a:gd name="connsiteY7" fmla="*/ 12109 h 170383"/>
              <a:gd name="connsiteX8" fmla="*/ 86020 w 183692"/>
              <a:gd name="connsiteY8" fmla="*/ 160888 h 170383"/>
              <a:gd name="connsiteX9" fmla="*/ 92234 w 183692"/>
              <a:gd name="connsiteY9" fmla="*/ 170462 h 170383"/>
              <a:gd name="connsiteX10" fmla="*/ 98200 w 183692"/>
              <a:gd name="connsiteY10" fmla="*/ 160888 h 170383"/>
              <a:gd name="connsiteX11" fmla="*/ 98200 w 183692"/>
              <a:gd name="connsiteY11" fmla="*/ 12109 h 170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3692" h="170383">
                <a:moveTo>
                  <a:pt x="98200" y="12109"/>
                </a:moveTo>
                <a:lnTo>
                  <a:pt x="174013" y="12109"/>
                </a:lnTo>
                <a:cubicBezTo>
                  <a:pt x="177990" y="12109"/>
                  <a:pt x="183956" y="12109"/>
                  <a:pt x="183956" y="6216"/>
                </a:cubicBezTo>
                <a:cubicBezTo>
                  <a:pt x="183956" y="79"/>
                  <a:pt x="178239" y="79"/>
                  <a:pt x="174013" y="79"/>
                </a:cubicBezTo>
                <a:lnTo>
                  <a:pt x="10206" y="79"/>
                </a:lnTo>
                <a:cubicBezTo>
                  <a:pt x="6478" y="79"/>
                  <a:pt x="263" y="79"/>
                  <a:pt x="263" y="5971"/>
                </a:cubicBezTo>
                <a:cubicBezTo>
                  <a:pt x="263" y="12109"/>
                  <a:pt x="5980" y="12109"/>
                  <a:pt x="10206" y="12109"/>
                </a:cubicBezTo>
                <a:lnTo>
                  <a:pt x="86020" y="12109"/>
                </a:lnTo>
                <a:lnTo>
                  <a:pt x="86020" y="160888"/>
                </a:lnTo>
                <a:cubicBezTo>
                  <a:pt x="86020" y="164816"/>
                  <a:pt x="86020" y="170462"/>
                  <a:pt x="92234" y="170462"/>
                </a:cubicBezTo>
                <a:cubicBezTo>
                  <a:pt x="98200" y="170462"/>
                  <a:pt x="98200" y="164570"/>
                  <a:pt x="98200" y="160888"/>
                </a:cubicBezTo>
                <a:lnTo>
                  <a:pt x="98200" y="12109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9BAA42E-C85C-2073-77A1-1D3F08824F7D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3923247" y="3239563"/>
            <a:ext cx="183692" cy="170383"/>
          </a:xfrm>
          <a:custGeom>
            <a:avLst/>
            <a:gdLst>
              <a:gd name="connsiteX0" fmla="*/ 98200 w 183692"/>
              <a:gd name="connsiteY0" fmla="*/ 12109 h 170383"/>
              <a:gd name="connsiteX1" fmla="*/ 174013 w 183692"/>
              <a:gd name="connsiteY1" fmla="*/ 12109 h 170383"/>
              <a:gd name="connsiteX2" fmla="*/ 183956 w 183692"/>
              <a:gd name="connsiteY2" fmla="*/ 6216 h 170383"/>
              <a:gd name="connsiteX3" fmla="*/ 174013 w 183692"/>
              <a:gd name="connsiteY3" fmla="*/ 79 h 170383"/>
              <a:gd name="connsiteX4" fmla="*/ 10206 w 183692"/>
              <a:gd name="connsiteY4" fmla="*/ 79 h 170383"/>
              <a:gd name="connsiteX5" fmla="*/ 263 w 183692"/>
              <a:gd name="connsiteY5" fmla="*/ 5971 h 170383"/>
              <a:gd name="connsiteX6" fmla="*/ 10206 w 183692"/>
              <a:gd name="connsiteY6" fmla="*/ 12109 h 170383"/>
              <a:gd name="connsiteX7" fmla="*/ 86020 w 183692"/>
              <a:gd name="connsiteY7" fmla="*/ 12109 h 170383"/>
              <a:gd name="connsiteX8" fmla="*/ 86020 w 183692"/>
              <a:gd name="connsiteY8" fmla="*/ 160888 h 170383"/>
              <a:gd name="connsiteX9" fmla="*/ 92234 w 183692"/>
              <a:gd name="connsiteY9" fmla="*/ 170462 h 170383"/>
              <a:gd name="connsiteX10" fmla="*/ 98200 w 183692"/>
              <a:gd name="connsiteY10" fmla="*/ 160888 h 170383"/>
              <a:gd name="connsiteX11" fmla="*/ 98200 w 183692"/>
              <a:gd name="connsiteY11" fmla="*/ 12109 h 170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3692" h="170383">
                <a:moveTo>
                  <a:pt x="98200" y="12109"/>
                </a:moveTo>
                <a:lnTo>
                  <a:pt x="174013" y="12109"/>
                </a:lnTo>
                <a:cubicBezTo>
                  <a:pt x="177990" y="12109"/>
                  <a:pt x="183956" y="12109"/>
                  <a:pt x="183956" y="6216"/>
                </a:cubicBezTo>
                <a:cubicBezTo>
                  <a:pt x="183956" y="79"/>
                  <a:pt x="178239" y="79"/>
                  <a:pt x="174013" y="79"/>
                </a:cubicBezTo>
                <a:lnTo>
                  <a:pt x="10206" y="79"/>
                </a:lnTo>
                <a:cubicBezTo>
                  <a:pt x="6478" y="79"/>
                  <a:pt x="263" y="79"/>
                  <a:pt x="263" y="5971"/>
                </a:cubicBezTo>
                <a:cubicBezTo>
                  <a:pt x="263" y="12109"/>
                  <a:pt x="5980" y="12109"/>
                  <a:pt x="10206" y="12109"/>
                </a:cubicBezTo>
                <a:lnTo>
                  <a:pt x="86020" y="12109"/>
                </a:lnTo>
                <a:lnTo>
                  <a:pt x="86020" y="160888"/>
                </a:lnTo>
                <a:cubicBezTo>
                  <a:pt x="86020" y="164816"/>
                  <a:pt x="86020" y="170462"/>
                  <a:pt x="92234" y="170462"/>
                </a:cubicBezTo>
                <a:cubicBezTo>
                  <a:pt x="98200" y="170462"/>
                  <a:pt x="98200" y="164570"/>
                  <a:pt x="98200" y="160888"/>
                </a:cubicBezTo>
                <a:lnTo>
                  <a:pt x="98200" y="12109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E734086-689B-FA6D-618E-3F9F9DC77352}"/>
              </a:ext>
            </a:extLst>
          </p:cNvPr>
          <p:cNvGrpSpPr/>
          <p:nvPr/>
        </p:nvGrpSpPr>
        <p:grpSpPr>
          <a:xfrm>
            <a:off x="1385504" y="3870552"/>
            <a:ext cx="1317874" cy="381000"/>
            <a:chOff x="1625786" y="4404204"/>
            <a:chExt cx="1317874" cy="38100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E78F96DB-4915-7822-18E3-8E2C545D0CD6}"/>
                </a:ext>
              </a:extLst>
            </p:cNvPr>
            <p:cNvSpPr/>
            <p:nvPr/>
          </p:nvSpPr>
          <p:spPr>
            <a:xfrm rot="5400000">
              <a:off x="2094223" y="3935767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0AF8F4A6-9F0A-66A3-2FB4-85615D133444}"/>
                </a:ext>
              </a:extLst>
            </p:cNvPr>
            <p:cNvSpPr/>
            <p:nvPr/>
          </p:nvSpPr>
          <p:spPr>
            <a:xfrm rot="5400000">
              <a:off x="2540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6DBBD19-AF94-BAA8-F4F1-E642B85476BC}"/>
                </a:ext>
              </a:extLst>
            </p:cNvPr>
            <p:cNvSpPr/>
            <p:nvPr/>
          </p:nvSpPr>
          <p:spPr>
            <a:xfrm rot="5400000">
              <a:off x="2159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D657C23E-2C20-D1D8-FDDE-9A6543FAA1E0}"/>
                </a:ext>
              </a:extLst>
            </p:cNvPr>
            <p:cNvSpPr/>
            <p:nvPr/>
          </p:nvSpPr>
          <p:spPr>
            <a:xfrm rot="5400000">
              <a:off x="1778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07FD29C-D943-0454-AB42-F10AB773647F}"/>
              </a:ext>
            </a:extLst>
          </p:cNvPr>
          <p:cNvGrpSpPr/>
          <p:nvPr/>
        </p:nvGrpSpPr>
        <p:grpSpPr>
          <a:xfrm>
            <a:off x="3143983" y="3876095"/>
            <a:ext cx="1317874" cy="381000"/>
            <a:chOff x="3726310" y="3872298"/>
            <a:chExt cx="1317874" cy="381000"/>
          </a:xfrm>
        </p:grpSpPr>
        <p:sp>
          <p:nvSpPr>
            <p:cNvPr id="35" name="Rounded Rectangle 29">
              <a:extLst>
                <a:ext uri="{FF2B5EF4-FFF2-40B4-BE49-F238E27FC236}">
                  <a16:creationId xmlns:a16="http://schemas.microsoft.com/office/drawing/2014/main" id="{501F6C60-812F-4BE0-18D1-BDC2B8E6657D}"/>
                </a:ext>
              </a:extLst>
            </p:cNvPr>
            <p:cNvSpPr/>
            <p:nvPr/>
          </p:nvSpPr>
          <p:spPr>
            <a:xfrm rot="5400000">
              <a:off x="4194747" y="340386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3977AA88-7A32-C8B6-EECD-F342636E5668}"/>
                </a:ext>
              </a:extLst>
            </p:cNvPr>
            <p:cNvSpPr/>
            <p:nvPr/>
          </p:nvSpPr>
          <p:spPr>
            <a:xfrm rot="5400000">
              <a:off x="4640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3A91BCD9-13F4-6562-9E77-24BC6BA2B7AB}"/>
                </a:ext>
              </a:extLst>
            </p:cNvPr>
            <p:cNvSpPr/>
            <p:nvPr/>
          </p:nvSpPr>
          <p:spPr>
            <a:xfrm rot="5400000">
              <a:off x="4259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9DDE41CA-3426-860D-1E86-7CCC7153D156}"/>
                </a:ext>
              </a:extLst>
            </p:cNvPr>
            <p:cNvSpPr/>
            <p:nvPr/>
          </p:nvSpPr>
          <p:spPr>
            <a:xfrm rot="5400000">
              <a:off x="3878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sp>
        <p:nvSpPr>
          <p:cNvPr id="896" name="Rounded Rectangle 29">
            <a:extLst>
              <a:ext uri="{FF2B5EF4-FFF2-40B4-BE49-F238E27FC236}">
                <a16:creationId xmlns:a16="http://schemas.microsoft.com/office/drawing/2014/main" id="{C39911D5-6699-57EF-16FE-E5B94DA2C02F}"/>
              </a:ext>
            </a:extLst>
          </p:cNvPr>
          <p:cNvSpPr/>
          <p:nvPr/>
        </p:nvSpPr>
        <p:spPr>
          <a:xfrm rot="5400000">
            <a:off x="9715073" y="3912108"/>
            <a:ext cx="1397545" cy="1695433"/>
          </a:xfrm>
          <a:prstGeom prst="round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grpSp>
        <p:nvGrpSpPr>
          <p:cNvPr id="898" name="Group 897">
            <a:extLst>
              <a:ext uri="{FF2B5EF4-FFF2-40B4-BE49-F238E27FC236}">
                <a16:creationId xmlns:a16="http://schemas.microsoft.com/office/drawing/2014/main" id="{97BFE04A-3947-17D3-6A18-6D416BE2422E}"/>
              </a:ext>
            </a:extLst>
          </p:cNvPr>
          <p:cNvGrpSpPr/>
          <p:nvPr/>
        </p:nvGrpSpPr>
        <p:grpSpPr>
          <a:xfrm>
            <a:off x="9982536" y="3279022"/>
            <a:ext cx="831779" cy="365701"/>
            <a:chOff x="9982536" y="3279022"/>
            <a:chExt cx="831779" cy="365701"/>
          </a:xfrm>
        </p:grpSpPr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7B9F216-E409-DB58-6ACF-55E44B82E04B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9982536" y="3336083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38F9B4F0-771F-092A-847B-2DAFEA749E22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0307908" y="3279022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44B54912-83F7-0031-4DC0-D879C15E70D9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0551187" y="3332225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02" name="Group 901">
            <a:extLst>
              <a:ext uri="{FF2B5EF4-FFF2-40B4-BE49-F238E27FC236}">
                <a16:creationId xmlns:a16="http://schemas.microsoft.com/office/drawing/2014/main" id="{E7663CA7-6F2E-5EFD-B9FF-EBA87501E41E}"/>
              </a:ext>
            </a:extLst>
          </p:cNvPr>
          <p:cNvGrpSpPr/>
          <p:nvPr/>
        </p:nvGrpSpPr>
        <p:grpSpPr>
          <a:xfrm>
            <a:off x="5131581" y="3239563"/>
            <a:ext cx="460444" cy="365094"/>
            <a:chOff x="5236660" y="3226445"/>
            <a:chExt cx="460444" cy="365094"/>
          </a:xfrm>
        </p:grpSpPr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570D2C6-F105-04B9-267F-6B26D1C4F198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5236660" y="3348134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3B7BEC7D-D28C-CBC1-29B7-B93F9BB5A3A7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5513412" y="3226445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sp>
        <p:nvSpPr>
          <p:cNvPr id="7" name="Title 1">
            <a:extLst>
              <a:ext uri="{FF2B5EF4-FFF2-40B4-BE49-F238E27FC236}">
                <a16:creationId xmlns:a16="http://schemas.microsoft.com/office/drawing/2014/main" id="{78DC4B1F-38DA-4C16-2D54-678F36EA7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813" y="0"/>
            <a:ext cx="11382375" cy="1325563"/>
          </a:xfrm>
        </p:spPr>
        <p:txBody>
          <a:bodyPr/>
          <a:lstStyle/>
          <a:p>
            <a:r>
              <a:rPr lang="en-CA" dirty="0"/>
              <a:t>Transformer Encoder</a:t>
            </a:r>
          </a:p>
        </p:txBody>
      </p:sp>
    </p:spTree>
    <p:extLst>
      <p:ext uri="{BB962C8B-B14F-4D97-AF65-F5344CB8AC3E}">
        <p14:creationId xmlns:p14="http://schemas.microsoft.com/office/powerpoint/2010/main" val="3307004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FCD6F0-FA8C-6D58-A731-DFB7DA97B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  <a:p>
            <a:endParaRPr lang="en-CA" dirty="0"/>
          </a:p>
        </p:txBody>
      </p:sp>
      <p:grpSp>
        <p:nvGrpSpPr>
          <p:cNvPr id="61" name="Group 60" descr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8698B5A3-373E-AE5E-2858-B17BE9D9AC10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232556" y="1879600"/>
            <a:ext cx="3726888" cy="867767"/>
            <a:chOff x="9969390" y="4471220"/>
            <a:chExt cx="3726888" cy="867767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6024729D-D495-CF48-F899-AECAB8C9383D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0030388" y="4682233"/>
              <a:ext cx="118248" cy="32617"/>
            </a:xfrm>
            <a:custGeom>
              <a:avLst/>
              <a:gdLst>
                <a:gd name="connsiteX0" fmla="*/ 118429 w 118248"/>
                <a:gd name="connsiteY0" fmla="*/ 5347 h 32617"/>
                <a:gd name="connsiteX1" fmla="*/ 112748 w 118248"/>
                <a:gd name="connsiteY1" fmla="*/ 86 h 32617"/>
                <a:gd name="connsiteX2" fmla="*/ 83630 w 118248"/>
                <a:gd name="connsiteY2" fmla="*/ 16921 h 32617"/>
                <a:gd name="connsiteX3" fmla="*/ 60548 w 118248"/>
                <a:gd name="connsiteY3" fmla="*/ 8153 h 32617"/>
                <a:gd name="connsiteX4" fmla="*/ 38532 w 118248"/>
                <a:gd name="connsiteY4" fmla="*/ 86 h 32617"/>
                <a:gd name="connsiteX5" fmla="*/ 181 w 118248"/>
                <a:gd name="connsiteY5" fmla="*/ 27443 h 32617"/>
                <a:gd name="connsiteX6" fmla="*/ 5863 w 118248"/>
                <a:gd name="connsiteY6" fmla="*/ 32704 h 32617"/>
                <a:gd name="connsiteX7" fmla="*/ 34981 w 118248"/>
                <a:gd name="connsiteY7" fmla="*/ 15869 h 32617"/>
                <a:gd name="connsiteX8" fmla="*/ 58063 w 118248"/>
                <a:gd name="connsiteY8" fmla="*/ 24637 h 32617"/>
                <a:gd name="connsiteX9" fmla="*/ 80079 w 118248"/>
                <a:gd name="connsiteY9" fmla="*/ 32704 h 32617"/>
                <a:gd name="connsiteX10" fmla="*/ 118429 w 118248"/>
                <a:gd name="connsiteY10" fmla="*/ 5347 h 32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48" h="32617">
                  <a:moveTo>
                    <a:pt x="118429" y="5347"/>
                  </a:moveTo>
                  <a:lnTo>
                    <a:pt x="112748" y="86"/>
                  </a:lnTo>
                  <a:cubicBezTo>
                    <a:pt x="112748" y="437"/>
                    <a:pt x="99254" y="16921"/>
                    <a:pt x="83630" y="16921"/>
                  </a:cubicBezTo>
                  <a:cubicBezTo>
                    <a:pt x="75462" y="16921"/>
                    <a:pt x="66585" y="11660"/>
                    <a:pt x="60548" y="8153"/>
                  </a:cubicBezTo>
                  <a:cubicBezTo>
                    <a:pt x="50961" y="2541"/>
                    <a:pt x="44569" y="86"/>
                    <a:pt x="38532" y="86"/>
                  </a:cubicBezTo>
                  <a:cubicBezTo>
                    <a:pt x="25038" y="86"/>
                    <a:pt x="18291" y="7802"/>
                    <a:pt x="181" y="27443"/>
                  </a:cubicBezTo>
                  <a:lnTo>
                    <a:pt x="5863" y="32704"/>
                  </a:lnTo>
                  <a:cubicBezTo>
                    <a:pt x="5863" y="32353"/>
                    <a:pt x="19357" y="15869"/>
                    <a:pt x="34981" y="15869"/>
                  </a:cubicBezTo>
                  <a:cubicBezTo>
                    <a:pt x="43148" y="15869"/>
                    <a:pt x="52026" y="21130"/>
                    <a:pt x="58063" y="24637"/>
                  </a:cubicBezTo>
                  <a:cubicBezTo>
                    <a:pt x="67650" y="30249"/>
                    <a:pt x="74042" y="32704"/>
                    <a:pt x="80079" y="32704"/>
                  </a:cubicBezTo>
                  <a:cubicBezTo>
                    <a:pt x="93572" y="32704"/>
                    <a:pt x="100319" y="24988"/>
                    <a:pt x="118429" y="534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5E4D4AB-C712-10E7-F4AB-5EE97C6089A3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9969390" y="4767656"/>
              <a:ext cx="242887" cy="238495"/>
            </a:xfrm>
            <a:custGeom>
              <a:avLst/>
              <a:gdLst>
                <a:gd name="connsiteX0" fmla="*/ 243068 w 242887"/>
                <a:gd name="connsiteY0" fmla="*/ 142485 h 238495"/>
                <a:gd name="connsiteX1" fmla="*/ 226378 w 242887"/>
                <a:gd name="connsiteY1" fmla="*/ 142485 h 238495"/>
                <a:gd name="connsiteX2" fmla="*/ 142930 w 242887"/>
                <a:gd name="connsiteY2" fmla="*/ 222100 h 238495"/>
                <a:gd name="connsiteX3" fmla="*/ 88955 w 242887"/>
                <a:gd name="connsiteY3" fmla="*/ 222100 h 238495"/>
                <a:gd name="connsiteX4" fmla="*/ 88955 w 242887"/>
                <a:gd name="connsiteY4" fmla="*/ 123195 h 238495"/>
                <a:gd name="connsiteX5" fmla="*/ 108485 w 242887"/>
                <a:gd name="connsiteY5" fmla="*/ 123195 h 238495"/>
                <a:gd name="connsiteX6" fmla="*/ 146126 w 242887"/>
                <a:gd name="connsiteY6" fmla="*/ 164230 h 238495"/>
                <a:gd name="connsiteX7" fmla="*/ 162816 w 242887"/>
                <a:gd name="connsiteY7" fmla="*/ 164230 h 238495"/>
                <a:gd name="connsiteX8" fmla="*/ 162816 w 242887"/>
                <a:gd name="connsiteY8" fmla="*/ 65675 h 238495"/>
                <a:gd name="connsiteX9" fmla="*/ 146126 w 242887"/>
                <a:gd name="connsiteY9" fmla="*/ 65675 h 238495"/>
                <a:gd name="connsiteX10" fmla="*/ 108485 w 242887"/>
                <a:gd name="connsiteY10" fmla="*/ 106710 h 238495"/>
                <a:gd name="connsiteX11" fmla="*/ 88955 w 242887"/>
                <a:gd name="connsiteY11" fmla="*/ 106710 h 238495"/>
                <a:gd name="connsiteX12" fmla="*/ 88955 w 242887"/>
                <a:gd name="connsiteY12" fmla="*/ 16573 h 238495"/>
                <a:gd name="connsiteX13" fmla="*/ 142930 w 242887"/>
                <a:gd name="connsiteY13" fmla="*/ 16573 h 238495"/>
                <a:gd name="connsiteX14" fmla="*/ 215015 w 242887"/>
                <a:gd name="connsiteY14" fmla="*/ 84614 h 238495"/>
                <a:gd name="connsiteX15" fmla="*/ 231705 w 242887"/>
                <a:gd name="connsiteY15" fmla="*/ 84614 h 238495"/>
                <a:gd name="connsiteX16" fmla="*/ 220697 w 242887"/>
                <a:gd name="connsiteY16" fmla="*/ 89 h 238495"/>
                <a:gd name="connsiteX17" fmla="*/ 180 w 242887"/>
                <a:gd name="connsiteY17" fmla="*/ 89 h 238495"/>
                <a:gd name="connsiteX18" fmla="*/ 180 w 242887"/>
                <a:gd name="connsiteY18" fmla="*/ 16573 h 238495"/>
                <a:gd name="connsiteX19" fmla="*/ 38531 w 242887"/>
                <a:gd name="connsiteY19" fmla="*/ 16573 h 238495"/>
                <a:gd name="connsiteX20" fmla="*/ 38531 w 242887"/>
                <a:gd name="connsiteY20" fmla="*/ 222100 h 238495"/>
                <a:gd name="connsiteX21" fmla="*/ 180 w 242887"/>
                <a:gd name="connsiteY21" fmla="*/ 222100 h 238495"/>
                <a:gd name="connsiteX22" fmla="*/ 180 w 242887"/>
                <a:gd name="connsiteY22" fmla="*/ 238584 h 238495"/>
                <a:gd name="connsiteX23" fmla="*/ 226733 w 242887"/>
                <a:gd name="connsiteY23" fmla="*/ 238584 h 238495"/>
                <a:gd name="connsiteX24" fmla="*/ 243068 w 242887"/>
                <a:gd name="connsiteY24" fmla="*/ 142485 h 238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2887" h="238495">
                  <a:moveTo>
                    <a:pt x="243068" y="142485"/>
                  </a:moveTo>
                  <a:lnTo>
                    <a:pt x="226378" y="142485"/>
                  </a:lnTo>
                  <a:cubicBezTo>
                    <a:pt x="218566" y="190885"/>
                    <a:pt x="208623" y="222100"/>
                    <a:pt x="142930" y="222100"/>
                  </a:cubicBezTo>
                  <a:lnTo>
                    <a:pt x="88955" y="222100"/>
                  </a:lnTo>
                  <a:lnTo>
                    <a:pt x="88955" y="123195"/>
                  </a:lnTo>
                  <a:lnTo>
                    <a:pt x="108485" y="123195"/>
                  </a:lnTo>
                  <a:cubicBezTo>
                    <a:pt x="142575" y="123195"/>
                    <a:pt x="146126" y="138276"/>
                    <a:pt x="146126" y="164230"/>
                  </a:cubicBezTo>
                  <a:lnTo>
                    <a:pt x="162816" y="164230"/>
                  </a:lnTo>
                  <a:lnTo>
                    <a:pt x="162816" y="65675"/>
                  </a:lnTo>
                  <a:lnTo>
                    <a:pt x="146126" y="65675"/>
                  </a:lnTo>
                  <a:cubicBezTo>
                    <a:pt x="146126" y="91629"/>
                    <a:pt x="142930" y="106710"/>
                    <a:pt x="108485" y="106710"/>
                  </a:cubicBezTo>
                  <a:lnTo>
                    <a:pt x="88955" y="106710"/>
                  </a:lnTo>
                  <a:lnTo>
                    <a:pt x="88955" y="16573"/>
                  </a:lnTo>
                  <a:lnTo>
                    <a:pt x="142930" y="16573"/>
                  </a:lnTo>
                  <a:cubicBezTo>
                    <a:pt x="200101" y="16573"/>
                    <a:pt x="209334" y="42176"/>
                    <a:pt x="215015" y="84614"/>
                  </a:cubicBezTo>
                  <a:lnTo>
                    <a:pt x="231705" y="84614"/>
                  </a:lnTo>
                  <a:lnTo>
                    <a:pt x="220697" y="89"/>
                  </a:lnTo>
                  <a:lnTo>
                    <a:pt x="180" y="89"/>
                  </a:lnTo>
                  <a:lnTo>
                    <a:pt x="180" y="16573"/>
                  </a:lnTo>
                  <a:lnTo>
                    <a:pt x="38531" y="16573"/>
                  </a:lnTo>
                  <a:lnTo>
                    <a:pt x="38531" y="222100"/>
                  </a:lnTo>
                  <a:lnTo>
                    <a:pt x="180" y="222100"/>
                  </a:lnTo>
                  <a:lnTo>
                    <a:pt x="180" y="238584"/>
                  </a:lnTo>
                  <a:lnTo>
                    <a:pt x="226733" y="238584"/>
                  </a:lnTo>
                  <a:lnTo>
                    <a:pt x="243068" y="14248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51A054A-CA52-36ED-D4B5-39CF4FA5658B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0342359" y="4877434"/>
              <a:ext cx="236140" cy="82070"/>
            </a:xfrm>
            <a:custGeom>
              <a:avLst/>
              <a:gdLst>
                <a:gd name="connsiteX0" fmla="*/ 224258 w 236140"/>
                <a:gd name="connsiteY0" fmla="*/ 14118 h 82070"/>
                <a:gd name="connsiteX1" fmla="*/ 236331 w 236140"/>
                <a:gd name="connsiteY1" fmla="*/ 7103 h 82070"/>
                <a:gd name="connsiteX2" fmla="*/ 224613 w 236140"/>
                <a:gd name="connsiteY2" fmla="*/ 89 h 82070"/>
                <a:gd name="connsiteX3" fmla="*/ 11909 w 236140"/>
                <a:gd name="connsiteY3" fmla="*/ 89 h 82070"/>
                <a:gd name="connsiteX4" fmla="*/ 190 w 236140"/>
                <a:gd name="connsiteY4" fmla="*/ 7103 h 82070"/>
                <a:gd name="connsiteX5" fmla="*/ 12264 w 236140"/>
                <a:gd name="connsiteY5" fmla="*/ 14118 h 82070"/>
                <a:gd name="connsiteX6" fmla="*/ 224258 w 236140"/>
                <a:gd name="connsiteY6" fmla="*/ 14118 h 82070"/>
                <a:gd name="connsiteX7" fmla="*/ 224613 w 236140"/>
                <a:gd name="connsiteY7" fmla="*/ 82159 h 82070"/>
                <a:gd name="connsiteX8" fmla="*/ 236331 w 236140"/>
                <a:gd name="connsiteY8" fmla="*/ 75145 h 82070"/>
                <a:gd name="connsiteX9" fmla="*/ 224258 w 236140"/>
                <a:gd name="connsiteY9" fmla="*/ 68130 h 82070"/>
                <a:gd name="connsiteX10" fmla="*/ 12264 w 236140"/>
                <a:gd name="connsiteY10" fmla="*/ 68130 h 82070"/>
                <a:gd name="connsiteX11" fmla="*/ 190 w 236140"/>
                <a:gd name="connsiteY11" fmla="*/ 75145 h 82070"/>
                <a:gd name="connsiteX12" fmla="*/ 11909 w 236140"/>
                <a:gd name="connsiteY12" fmla="*/ 82159 h 82070"/>
                <a:gd name="connsiteX13" fmla="*/ 224613 w 236140"/>
                <a:gd name="connsiteY13" fmla="*/ 82159 h 8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140" h="82070">
                  <a:moveTo>
                    <a:pt x="224258" y="14118"/>
                  </a:moveTo>
                  <a:cubicBezTo>
                    <a:pt x="229584" y="14118"/>
                    <a:pt x="236331" y="14118"/>
                    <a:pt x="236331" y="7103"/>
                  </a:cubicBezTo>
                  <a:cubicBezTo>
                    <a:pt x="236331" y="89"/>
                    <a:pt x="229584" y="89"/>
                    <a:pt x="224613" y="89"/>
                  </a:cubicBezTo>
                  <a:lnTo>
                    <a:pt x="11909" y="89"/>
                  </a:lnTo>
                  <a:cubicBezTo>
                    <a:pt x="6937" y="89"/>
                    <a:pt x="190" y="89"/>
                    <a:pt x="190" y="7103"/>
                  </a:cubicBezTo>
                  <a:cubicBezTo>
                    <a:pt x="190" y="14118"/>
                    <a:pt x="6937" y="14118"/>
                    <a:pt x="12264" y="14118"/>
                  </a:cubicBezTo>
                  <a:lnTo>
                    <a:pt x="224258" y="14118"/>
                  </a:lnTo>
                  <a:close/>
                  <a:moveTo>
                    <a:pt x="224613" y="82159"/>
                  </a:moveTo>
                  <a:cubicBezTo>
                    <a:pt x="229584" y="82159"/>
                    <a:pt x="236331" y="82159"/>
                    <a:pt x="236331" y="75145"/>
                  </a:cubicBezTo>
                  <a:cubicBezTo>
                    <a:pt x="236331" y="68130"/>
                    <a:pt x="229584" y="68130"/>
                    <a:pt x="224258" y="68130"/>
                  </a:cubicBezTo>
                  <a:lnTo>
                    <a:pt x="12264" y="68130"/>
                  </a:lnTo>
                  <a:cubicBezTo>
                    <a:pt x="6937" y="68130"/>
                    <a:pt x="190" y="68130"/>
                    <a:pt x="190" y="75145"/>
                  </a:cubicBezTo>
                  <a:cubicBezTo>
                    <a:pt x="190" y="82159"/>
                    <a:pt x="6937" y="82159"/>
                    <a:pt x="11909" y="82159"/>
                  </a:cubicBezTo>
                  <a:lnTo>
                    <a:pt x="224613" y="8215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3169AE4-508C-8C3C-1FD0-8B67E16B030D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0706532" y="4765551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6144A12-C9C4-56A3-59B3-565183146FB0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1023427" y="4849025"/>
              <a:ext cx="116117" cy="160984"/>
            </a:xfrm>
            <a:custGeom>
              <a:avLst/>
              <a:gdLst>
                <a:gd name="connsiteX0" fmla="*/ 62352 w 116117"/>
                <a:gd name="connsiteY0" fmla="*/ 89174 h 160984"/>
                <a:gd name="connsiteX1" fmla="*/ 99282 w 116117"/>
                <a:gd name="connsiteY1" fmla="*/ 121441 h 160984"/>
                <a:gd name="connsiteX2" fmla="*/ 59156 w 116117"/>
                <a:gd name="connsiteY2" fmla="*/ 153357 h 160984"/>
                <a:gd name="connsiteX3" fmla="*/ 9797 w 116117"/>
                <a:gd name="connsiteY3" fmla="*/ 103554 h 160984"/>
                <a:gd name="connsiteX4" fmla="*/ 4826 w 116117"/>
                <a:gd name="connsiteY4" fmla="*/ 97591 h 160984"/>
                <a:gd name="connsiteX5" fmla="*/ 210 w 116117"/>
                <a:gd name="connsiteY5" fmla="*/ 106360 h 160984"/>
                <a:gd name="connsiteX6" fmla="*/ 210 w 116117"/>
                <a:gd name="connsiteY6" fmla="*/ 152656 h 160984"/>
                <a:gd name="connsiteX7" fmla="*/ 4116 w 116117"/>
                <a:gd name="connsiteY7" fmla="*/ 161073 h 160984"/>
                <a:gd name="connsiteX8" fmla="*/ 12993 w 116117"/>
                <a:gd name="connsiteY8" fmla="*/ 154059 h 160984"/>
                <a:gd name="connsiteX9" fmla="*/ 20095 w 116117"/>
                <a:gd name="connsiteY9" fmla="*/ 145992 h 160984"/>
                <a:gd name="connsiteX10" fmla="*/ 59156 w 116117"/>
                <a:gd name="connsiteY10" fmla="*/ 161073 h 160984"/>
                <a:gd name="connsiteX11" fmla="*/ 116327 w 116117"/>
                <a:gd name="connsiteY11" fmla="*/ 112322 h 160984"/>
                <a:gd name="connsiteX12" fmla="*/ 101413 w 116117"/>
                <a:gd name="connsiteY12" fmla="*/ 79003 h 160984"/>
                <a:gd name="connsiteX13" fmla="*/ 60932 w 116117"/>
                <a:gd name="connsiteY13" fmla="*/ 62168 h 160984"/>
                <a:gd name="connsiteX14" fmla="*/ 17255 w 116117"/>
                <a:gd name="connsiteY14" fmla="*/ 33408 h 160984"/>
                <a:gd name="connsiteX15" fmla="*/ 57026 w 116117"/>
                <a:gd name="connsiteY15" fmla="*/ 6753 h 160984"/>
                <a:gd name="connsiteX16" fmla="*/ 98572 w 116117"/>
                <a:gd name="connsiteY16" fmla="*/ 49191 h 160984"/>
                <a:gd name="connsiteX17" fmla="*/ 102833 w 116117"/>
                <a:gd name="connsiteY17" fmla="*/ 52347 h 160984"/>
                <a:gd name="connsiteX18" fmla="*/ 107450 w 116117"/>
                <a:gd name="connsiteY18" fmla="*/ 43930 h 160984"/>
                <a:gd name="connsiteX19" fmla="*/ 107450 w 116117"/>
                <a:gd name="connsiteY19" fmla="*/ 8506 h 160984"/>
                <a:gd name="connsiteX20" fmla="*/ 103544 w 116117"/>
                <a:gd name="connsiteY20" fmla="*/ 89 h 160984"/>
                <a:gd name="connsiteX21" fmla="*/ 96442 w 116117"/>
                <a:gd name="connsiteY21" fmla="*/ 4298 h 160984"/>
                <a:gd name="connsiteX22" fmla="*/ 90405 w 116117"/>
                <a:gd name="connsiteY22" fmla="*/ 9909 h 160984"/>
                <a:gd name="connsiteX23" fmla="*/ 57026 w 116117"/>
                <a:gd name="connsiteY23" fmla="*/ 89 h 160984"/>
                <a:gd name="connsiteX24" fmla="*/ 210 w 116117"/>
                <a:gd name="connsiteY24" fmla="*/ 43229 h 160984"/>
                <a:gd name="connsiteX25" fmla="*/ 15479 w 116117"/>
                <a:gd name="connsiteY25" fmla="*/ 73040 h 160984"/>
                <a:gd name="connsiteX26" fmla="*/ 62352 w 116117"/>
                <a:gd name="connsiteY26" fmla="*/ 89174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6117" h="160984">
                  <a:moveTo>
                    <a:pt x="62352" y="89174"/>
                  </a:moveTo>
                  <a:cubicBezTo>
                    <a:pt x="70164" y="90577"/>
                    <a:pt x="99282" y="96189"/>
                    <a:pt x="99282" y="121441"/>
                  </a:cubicBezTo>
                  <a:cubicBezTo>
                    <a:pt x="99282" y="139328"/>
                    <a:pt x="86854" y="153357"/>
                    <a:pt x="59156" y="153357"/>
                  </a:cubicBezTo>
                  <a:cubicBezTo>
                    <a:pt x="29328" y="153357"/>
                    <a:pt x="16544" y="133366"/>
                    <a:pt x="9797" y="103554"/>
                  </a:cubicBezTo>
                  <a:cubicBezTo>
                    <a:pt x="8732" y="98994"/>
                    <a:pt x="8377" y="97591"/>
                    <a:pt x="4826" y="97591"/>
                  </a:cubicBezTo>
                  <a:cubicBezTo>
                    <a:pt x="210" y="97591"/>
                    <a:pt x="210" y="100047"/>
                    <a:pt x="210" y="106360"/>
                  </a:cubicBezTo>
                  <a:lnTo>
                    <a:pt x="210" y="152656"/>
                  </a:lnTo>
                  <a:cubicBezTo>
                    <a:pt x="210" y="158618"/>
                    <a:pt x="210" y="161073"/>
                    <a:pt x="4116" y="161073"/>
                  </a:cubicBezTo>
                  <a:cubicBezTo>
                    <a:pt x="5891" y="161073"/>
                    <a:pt x="6246" y="160723"/>
                    <a:pt x="12993" y="154059"/>
                  </a:cubicBezTo>
                  <a:cubicBezTo>
                    <a:pt x="13703" y="153357"/>
                    <a:pt x="13703" y="152656"/>
                    <a:pt x="20095" y="145992"/>
                  </a:cubicBezTo>
                  <a:cubicBezTo>
                    <a:pt x="35720" y="160723"/>
                    <a:pt x="51699" y="161073"/>
                    <a:pt x="59156" y="161073"/>
                  </a:cubicBezTo>
                  <a:cubicBezTo>
                    <a:pt x="99993" y="161073"/>
                    <a:pt x="116327" y="137574"/>
                    <a:pt x="116327" y="112322"/>
                  </a:cubicBezTo>
                  <a:cubicBezTo>
                    <a:pt x="116327" y="93733"/>
                    <a:pt x="105674" y="83212"/>
                    <a:pt x="101413" y="79003"/>
                  </a:cubicBezTo>
                  <a:cubicBezTo>
                    <a:pt x="89695" y="67780"/>
                    <a:pt x="75846" y="64974"/>
                    <a:pt x="60932" y="62168"/>
                  </a:cubicBezTo>
                  <a:cubicBezTo>
                    <a:pt x="41046" y="58310"/>
                    <a:pt x="17255" y="53750"/>
                    <a:pt x="17255" y="33408"/>
                  </a:cubicBezTo>
                  <a:cubicBezTo>
                    <a:pt x="17255" y="21133"/>
                    <a:pt x="26487" y="6753"/>
                    <a:pt x="57026" y="6753"/>
                  </a:cubicBezTo>
                  <a:cubicBezTo>
                    <a:pt x="96087" y="6753"/>
                    <a:pt x="97862" y="38318"/>
                    <a:pt x="98572" y="49191"/>
                  </a:cubicBezTo>
                  <a:cubicBezTo>
                    <a:pt x="98927" y="52347"/>
                    <a:pt x="102123" y="52347"/>
                    <a:pt x="102833" y="52347"/>
                  </a:cubicBezTo>
                  <a:cubicBezTo>
                    <a:pt x="107450" y="52347"/>
                    <a:pt x="107450" y="50594"/>
                    <a:pt x="107450" y="43930"/>
                  </a:cubicBezTo>
                  <a:lnTo>
                    <a:pt x="107450" y="8506"/>
                  </a:lnTo>
                  <a:cubicBezTo>
                    <a:pt x="107450" y="2544"/>
                    <a:pt x="107450" y="89"/>
                    <a:pt x="103544" y="89"/>
                  </a:cubicBezTo>
                  <a:cubicBezTo>
                    <a:pt x="101768" y="89"/>
                    <a:pt x="101058" y="89"/>
                    <a:pt x="96442" y="4298"/>
                  </a:cubicBezTo>
                  <a:cubicBezTo>
                    <a:pt x="95376" y="5701"/>
                    <a:pt x="91825" y="8857"/>
                    <a:pt x="90405" y="9909"/>
                  </a:cubicBezTo>
                  <a:cubicBezTo>
                    <a:pt x="76911" y="89"/>
                    <a:pt x="62352" y="89"/>
                    <a:pt x="57026" y="89"/>
                  </a:cubicBezTo>
                  <a:cubicBezTo>
                    <a:pt x="13703" y="89"/>
                    <a:pt x="210" y="23588"/>
                    <a:pt x="210" y="43229"/>
                  </a:cubicBezTo>
                  <a:cubicBezTo>
                    <a:pt x="210" y="55504"/>
                    <a:pt x="5891" y="65324"/>
                    <a:pt x="15479" y="73040"/>
                  </a:cubicBezTo>
                  <a:cubicBezTo>
                    <a:pt x="26842" y="82159"/>
                    <a:pt x="36785" y="84264"/>
                    <a:pt x="62352" y="89174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4ADC9A26-B65B-CA74-E30A-208E00624FEE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1161719" y="4849025"/>
              <a:ext cx="157308" cy="160984"/>
            </a:xfrm>
            <a:custGeom>
              <a:avLst/>
              <a:gdLst>
                <a:gd name="connsiteX0" fmla="*/ 157523 w 157308"/>
                <a:gd name="connsiteY0" fmla="*/ 82159 h 160984"/>
                <a:gd name="connsiteX1" fmla="*/ 79046 w 157308"/>
                <a:gd name="connsiteY1" fmla="*/ 89 h 160984"/>
                <a:gd name="connsiteX2" fmla="*/ 214 w 157308"/>
                <a:gd name="connsiteY2" fmla="*/ 82159 h 160984"/>
                <a:gd name="connsiteX3" fmla="*/ 78691 w 157308"/>
                <a:gd name="connsiteY3" fmla="*/ 161073 h 160984"/>
                <a:gd name="connsiteX4" fmla="*/ 157523 w 157308"/>
                <a:gd name="connsiteY4" fmla="*/ 82159 h 160984"/>
                <a:gd name="connsiteX5" fmla="*/ 79046 w 157308"/>
                <a:gd name="connsiteY5" fmla="*/ 152305 h 160984"/>
                <a:gd name="connsiteX6" fmla="*/ 38564 w 157308"/>
                <a:gd name="connsiteY6" fmla="*/ 128806 h 160984"/>
                <a:gd name="connsiteX7" fmla="*/ 29687 w 157308"/>
                <a:gd name="connsiteY7" fmla="*/ 79354 h 160984"/>
                <a:gd name="connsiteX8" fmla="*/ 38209 w 157308"/>
                <a:gd name="connsiteY8" fmla="*/ 31304 h 160984"/>
                <a:gd name="connsiteX9" fmla="*/ 78691 w 157308"/>
                <a:gd name="connsiteY9" fmla="*/ 7805 h 160984"/>
                <a:gd name="connsiteX10" fmla="*/ 118817 w 157308"/>
                <a:gd name="connsiteY10" fmla="*/ 30602 h 160984"/>
                <a:gd name="connsiteX11" fmla="*/ 128049 w 157308"/>
                <a:gd name="connsiteY11" fmla="*/ 79354 h 160984"/>
                <a:gd name="connsiteX12" fmla="*/ 120237 w 157308"/>
                <a:gd name="connsiteY12" fmla="*/ 126351 h 160984"/>
                <a:gd name="connsiteX13" fmla="*/ 79046 w 157308"/>
                <a:gd name="connsiteY13" fmla="*/ 15230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308" h="160984">
                  <a:moveTo>
                    <a:pt x="157523" y="82159"/>
                  </a:moveTo>
                  <a:cubicBezTo>
                    <a:pt x="157523" y="37266"/>
                    <a:pt x="122013" y="89"/>
                    <a:pt x="79046" y="89"/>
                  </a:cubicBezTo>
                  <a:cubicBezTo>
                    <a:pt x="34658" y="89"/>
                    <a:pt x="214" y="38318"/>
                    <a:pt x="214" y="82159"/>
                  </a:cubicBezTo>
                  <a:cubicBezTo>
                    <a:pt x="214" y="127403"/>
                    <a:pt x="37144" y="161073"/>
                    <a:pt x="78691" y="161073"/>
                  </a:cubicBezTo>
                  <a:cubicBezTo>
                    <a:pt x="121658" y="161073"/>
                    <a:pt x="157523" y="126702"/>
                    <a:pt x="157523" y="82159"/>
                  </a:cubicBezTo>
                  <a:close/>
                  <a:moveTo>
                    <a:pt x="79046" y="152305"/>
                  </a:moveTo>
                  <a:cubicBezTo>
                    <a:pt x="63776" y="152305"/>
                    <a:pt x="48152" y="144940"/>
                    <a:pt x="38564" y="128806"/>
                  </a:cubicBezTo>
                  <a:cubicBezTo>
                    <a:pt x="29687" y="113374"/>
                    <a:pt x="29687" y="91980"/>
                    <a:pt x="29687" y="79354"/>
                  </a:cubicBezTo>
                  <a:cubicBezTo>
                    <a:pt x="29687" y="65675"/>
                    <a:pt x="29687" y="46736"/>
                    <a:pt x="38209" y="31304"/>
                  </a:cubicBezTo>
                  <a:cubicBezTo>
                    <a:pt x="47797" y="15170"/>
                    <a:pt x="64487" y="7805"/>
                    <a:pt x="78691" y="7805"/>
                  </a:cubicBezTo>
                  <a:cubicBezTo>
                    <a:pt x="94315" y="7805"/>
                    <a:pt x="109584" y="15521"/>
                    <a:pt x="118817" y="30602"/>
                  </a:cubicBezTo>
                  <a:cubicBezTo>
                    <a:pt x="128049" y="45684"/>
                    <a:pt x="128049" y="66026"/>
                    <a:pt x="128049" y="79354"/>
                  </a:cubicBezTo>
                  <a:cubicBezTo>
                    <a:pt x="128049" y="91980"/>
                    <a:pt x="128049" y="110919"/>
                    <a:pt x="120237" y="126351"/>
                  </a:cubicBezTo>
                  <a:cubicBezTo>
                    <a:pt x="112425" y="142134"/>
                    <a:pt x="96801" y="152305"/>
                    <a:pt x="79046" y="15230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BC58A3-2E3F-F729-CFB4-FF0FFD45A3E2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1341044" y="4758887"/>
              <a:ext cx="115052" cy="247263"/>
            </a:xfrm>
            <a:custGeom>
              <a:avLst/>
              <a:gdLst>
                <a:gd name="connsiteX0" fmla="*/ 50643 w 115052"/>
                <a:gd name="connsiteY0" fmla="*/ 96188 h 247263"/>
                <a:gd name="connsiteX1" fmla="*/ 50643 w 115052"/>
                <a:gd name="connsiteY1" fmla="*/ 55504 h 247263"/>
                <a:gd name="connsiteX2" fmla="*/ 83312 w 115052"/>
                <a:gd name="connsiteY2" fmla="*/ 7805 h 247263"/>
                <a:gd name="connsiteX3" fmla="*/ 95030 w 115052"/>
                <a:gd name="connsiteY3" fmla="*/ 10260 h 247263"/>
                <a:gd name="connsiteX4" fmla="*/ 84377 w 115052"/>
                <a:gd name="connsiteY4" fmla="*/ 24991 h 247263"/>
                <a:gd name="connsiteX5" fmla="*/ 99646 w 115052"/>
                <a:gd name="connsiteY5" fmla="*/ 40072 h 247263"/>
                <a:gd name="connsiteX6" fmla="*/ 115271 w 115052"/>
                <a:gd name="connsiteY6" fmla="*/ 24640 h 247263"/>
                <a:gd name="connsiteX7" fmla="*/ 83312 w 115052"/>
                <a:gd name="connsiteY7" fmla="*/ 89 h 247263"/>
                <a:gd name="connsiteX8" fmla="*/ 28272 w 115052"/>
                <a:gd name="connsiteY8" fmla="*/ 55855 h 247263"/>
                <a:gd name="connsiteX9" fmla="*/ 28272 w 115052"/>
                <a:gd name="connsiteY9" fmla="*/ 96188 h 247263"/>
                <a:gd name="connsiteX10" fmla="*/ 219 w 115052"/>
                <a:gd name="connsiteY10" fmla="*/ 96188 h 247263"/>
                <a:gd name="connsiteX11" fmla="*/ 219 w 115052"/>
                <a:gd name="connsiteY11" fmla="*/ 107061 h 247263"/>
                <a:gd name="connsiteX12" fmla="*/ 28272 w 115052"/>
                <a:gd name="connsiteY12" fmla="*/ 107061 h 247263"/>
                <a:gd name="connsiteX13" fmla="*/ 28272 w 115052"/>
                <a:gd name="connsiteY13" fmla="*/ 220697 h 247263"/>
                <a:gd name="connsiteX14" fmla="*/ 574 w 115052"/>
                <a:gd name="connsiteY14" fmla="*/ 236480 h 247263"/>
                <a:gd name="connsiteX15" fmla="*/ 574 w 115052"/>
                <a:gd name="connsiteY15" fmla="*/ 247352 h 247263"/>
                <a:gd name="connsiteX16" fmla="*/ 41055 w 115052"/>
                <a:gd name="connsiteY16" fmla="*/ 246300 h 247263"/>
                <a:gd name="connsiteX17" fmla="*/ 86153 w 115052"/>
                <a:gd name="connsiteY17" fmla="*/ 247352 h 247263"/>
                <a:gd name="connsiteX18" fmla="*/ 86153 w 115052"/>
                <a:gd name="connsiteY18" fmla="*/ 236480 h 247263"/>
                <a:gd name="connsiteX19" fmla="*/ 78696 w 115052"/>
                <a:gd name="connsiteY19" fmla="*/ 236480 h 247263"/>
                <a:gd name="connsiteX20" fmla="*/ 51708 w 115052"/>
                <a:gd name="connsiteY20" fmla="*/ 219996 h 247263"/>
                <a:gd name="connsiteX21" fmla="*/ 51708 w 115052"/>
                <a:gd name="connsiteY21" fmla="*/ 107061 h 247263"/>
                <a:gd name="connsiteX22" fmla="*/ 92189 w 115052"/>
                <a:gd name="connsiteY22" fmla="*/ 107061 h 247263"/>
                <a:gd name="connsiteX23" fmla="*/ 92189 w 115052"/>
                <a:gd name="connsiteY23" fmla="*/ 96188 h 247263"/>
                <a:gd name="connsiteX24" fmla="*/ 50643 w 115052"/>
                <a:gd name="connsiteY24" fmla="*/ 96188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52" h="247263">
                  <a:moveTo>
                    <a:pt x="50643" y="96188"/>
                  </a:moveTo>
                  <a:lnTo>
                    <a:pt x="50643" y="55504"/>
                  </a:lnTo>
                  <a:cubicBezTo>
                    <a:pt x="50643" y="24640"/>
                    <a:pt x="67688" y="7805"/>
                    <a:pt x="83312" y="7805"/>
                  </a:cubicBezTo>
                  <a:cubicBezTo>
                    <a:pt x="84377" y="7805"/>
                    <a:pt x="89704" y="7805"/>
                    <a:pt x="95030" y="10260"/>
                  </a:cubicBezTo>
                  <a:cubicBezTo>
                    <a:pt x="90769" y="11663"/>
                    <a:pt x="84377" y="16222"/>
                    <a:pt x="84377" y="24991"/>
                  </a:cubicBezTo>
                  <a:cubicBezTo>
                    <a:pt x="84377" y="33057"/>
                    <a:pt x="90059" y="40072"/>
                    <a:pt x="99646" y="40072"/>
                  </a:cubicBezTo>
                  <a:cubicBezTo>
                    <a:pt x="109944" y="40072"/>
                    <a:pt x="115271" y="33057"/>
                    <a:pt x="115271" y="24640"/>
                  </a:cubicBezTo>
                  <a:cubicBezTo>
                    <a:pt x="115271" y="11663"/>
                    <a:pt x="102132" y="89"/>
                    <a:pt x="83312" y="89"/>
                  </a:cubicBezTo>
                  <a:cubicBezTo>
                    <a:pt x="58455" y="89"/>
                    <a:pt x="28272" y="18678"/>
                    <a:pt x="28272" y="55855"/>
                  </a:cubicBezTo>
                  <a:lnTo>
                    <a:pt x="28272" y="96188"/>
                  </a:lnTo>
                  <a:lnTo>
                    <a:pt x="219" y="96188"/>
                  </a:lnTo>
                  <a:lnTo>
                    <a:pt x="219" y="107061"/>
                  </a:lnTo>
                  <a:lnTo>
                    <a:pt x="28272" y="107061"/>
                  </a:lnTo>
                  <a:lnTo>
                    <a:pt x="28272" y="220697"/>
                  </a:lnTo>
                  <a:cubicBezTo>
                    <a:pt x="28272" y="236480"/>
                    <a:pt x="24365" y="236480"/>
                    <a:pt x="574" y="236480"/>
                  </a:cubicBezTo>
                  <a:lnTo>
                    <a:pt x="574" y="247352"/>
                  </a:lnTo>
                  <a:cubicBezTo>
                    <a:pt x="14423" y="247002"/>
                    <a:pt x="31112" y="246300"/>
                    <a:pt x="41055" y="246300"/>
                  </a:cubicBezTo>
                  <a:cubicBezTo>
                    <a:pt x="55259" y="246300"/>
                    <a:pt x="71949" y="246300"/>
                    <a:pt x="86153" y="247352"/>
                  </a:cubicBezTo>
                  <a:lnTo>
                    <a:pt x="86153" y="236480"/>
                  </a:lnTo>
                  <a:lnTo>
                    <a:pt x="78696" y="236480"/>
                  </a:lnTo>
                  <a:cubicBezTo>
                    <a:pt x="52418" y="236480"/>
                    <a:pt x="51708" y="232622"/>
                    <a:pt x="51708" y="219996"/>
                  </a:cubicBezTo>
                  <a:lnTo>
                    <a:pt x="51708" y="107061"/>
                  </a:lnTo>
                  <a:lnTo>
                    <a:pt x="92189" y="107061"/>
                  </a:lnTo>
                  <a:lnTo>
                    <a:pt x="92189" y="96188"/>
                  </a:lnTo>
                  <a:lnTo>
                    <a:pt x="50643" y="9618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46812A7-C6AF-1BDA-27F6-054EE6DF5866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1444576" y="4790453"/>
              <a:ext cx="111146" cy="219555"/>
            </a:xfrm>
            <a:custGeom>
              <a:avLst/>
              <a:gdLst>
                <a:gd name="connsiteX0" fmla="*/ 54907 w 111146"/>
                <a:gd name="connsiteY0" fmla="*/ 75496 h 219555"/>
                <a:gd name="connsiteX1" fmla="*/ 105686 w 111146"/>
                <a:gd name="connsiteY1" fmla="*/ 75496 h 219555"/>
                <a:gd name="connsiteX2" fmla="*/ 105686 w 111146"/>
                <a:gd name="connsiteY2" fmla="*/ 64623 h 219555"/>
                <a:gd name="connsiteX3" fmla="*/ 54907 w 111146"/>
                <a:gd name="connsiteY3" fmla="*/ 64623 h 219555"/>
                <a:gd name="connsiteX4" fmla="*/ 54907 w 111146"/>
                <a:gd name="connsiteY4" fmla="*/ 89 h 219555"/>
                <a:gd name="connsiteX5" fmla="*/ 46030 w 111146"/>
                <a:gd name="connsiteY5" fmla="*/ 89 h 219555"/>
                <a:gd name="connsiteX6" fmla="*/ 222 w 111146"/>
                <a:gd name="connsiteY6" fmla="*/ 67780 h 219555"/>
                <a:gd name="connsiteX7" fmla="*/ 222 w 111146"/>
                <a:gd name="connsiteY7" fmla="*/ 75496 h 219555"/>
                <a:gd name="connsiteX8" fmla="*/ 30405 w 111146"/>
                <a:gd name="connsiteY8" fmla="*/ 75496 h 219555"/>
                <a:gd name="connsiteX9" fmla="*/ 30405 w 111146"/>
                <a:gd name="connsiteY9" fmla="*/ 172297 h 219555"/>
                <a:gd name="connsiteX10" fmla="*/ 76213 w 111146"/>
                <a:gd name="connsiteY10" fmla="*/ 219645 h 219555"/>
                <a:gd name="connsiteX11" fmla="*/ 111368 w 111146"/>
                <a:gd name="connsiteY11" fmla="*/ 172297 h 219555"/>
                <a:gd name="connsiteX12" fmla="*/ 111368 w 111146"/>
                <a:gd name="connsiteY12" fmla="*/ 152305 h 219555"/>
                <a:gd name="connsiteX13" fmla="*/ 102490 w 111146"/>
                <a:gd name="connsiteY13" fmla="*/ 152305 h 219555"/>
                <a:gd name="connsiteX14" fmla="*/ 102490 w 111146"/>
                <a:gd name="connsiteY14" fmla="*/ 171595 h 219555"/>
                <a:gd name="connsiteX15" fmla="*/ 78699 w 111146"/>
                <a:gd name="connsiteY15" fmla="*/ 210877 h 219555"/>
                <a:gd name="connsiteX16" fmla="*/ 54907 w 111146"/>
                <a:gd name="connsiteY16" fmla="*/ 172998 h 219555"/>
                <a:gd name="connsiteX17" fmla="*/ 54907 w 111146"/>
                <a:gd name="connsiteY17" fmla="*/ 75496 h 219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146" h="219555">
                  <a:moveTo>
                    <a:pt x="54907" y="75496"/>
                  </a:moveTo>
                  <a:lnTo>
                    <a:pt x="105686" y="75496"/>
                  </a:lnTo>
                  <a:lnTo>
                    <a:pt x="105686" y="64623"/>
                  </a:lnTo>
                  <a:lnTo>
                    <a:pt x="54907" y="64623"/>
                  </a:lnTo>
                  <a:lnTo>
                    <a:pt x="54907" y="89"/>
                  </a:lnTo>
                  <a:lnTo>
                    <a:pt x="46030" y="89"/>
                  </a:lnTo>
                  <a:cubicBezTo>
                    <a:pt x="45674" y="28849"/>
                    <a:pt x="35021" y="66377"/>
                    <a:pt x="222" y="67780"/>
                  </a:cubicBezTo>
                  <a:lnTo>
                    <a:pt x="222" y="75496"/>
                  </a:lnTo>
                  <a:lnTo>
                    <a:pt x="30405" y="75496"/>
                  </a:lnTo>
                  <a:lnTo>
                    <a:pt x="30405" y="172297"/>
                  </a:lnTo>
                  <a:cubicBezTo>
                    <a:pt x="30405" y="215436"/>
                    <a:pt x="63429" y="219645"/>
                    <a:pt x="76213" y="219645"/>
                  </a:cubicBezTo>
                  <a:cubicBezTo>
                    <a:pt x="101425" y="219645"/>
                    <a:pt x="111368" y="194743"/>
                    <a:pt x="111368" y="172297"/>
                  </a:cubicBezTo>
                  <a:lnTo>
                    <a:pt x="111368" y="152305"/>
                  </a:lnTo>
                  <a:lnTo>
                    <a:pt x="102490" y="152305"/>
                  </a:lnTo>
                  <a:lnTo>
                    <a:pt x="102490" y="171595"/>
                  </a:lnTo>
                  <a:cubicBezTo>
                    <a:pt x="102490" y="197549"/>
                    <a:pt x="91837" y="210877"/>
                    <a:pt x="78699" y="210877"/>
                  </a:cubicBezTo>
                  <a:cubicBezTo>
                    <a:pt x="54907" y="210877"/>
                    <a:pt x="54907" y="178960"/>
                    <a:pt x="54907" y="172998"/>
                  </a:cubicBezTo>
                  <a:lnTo>
                    <a:pt x="54907" y="75496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01C43785-84BB-9E92-727A-E07E9266173B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1587287" y="4851129"/>
              <a:ext cx="277332" cy="155021"/>
            </a:xfrm>
            <a:custGeom>
              <a:avLst/>
              <a:gdLst>
                <a:gd name="connsiteX0" fmla="*/ 27923 w 277332"/>
                <a:gd name="connsiteY0" fmla="*/ 34460 h 155021"/>
                <a:gd name="connsiteX1" fmla="*/ 27923 w 277332"/>
                <a:gd name="connsiteY1" fmla="*/ 128456 h 155021"/>
                <a:gd name="connsiteX2" fmla="*/ 226 w 277332"/>
                <a:gd name="connsiteY2" fmla="*/ 144238 h 155021"/>
                <a:gd name="connsiteX3" fmla="*/ 226 w 277332"/>
                <a:gd name="connsiteY3" fmla="*/ 155111 h 155021"/>
                <a:gd name="connsiteX4" fmla="*/ 40352 w 277332"/>
                <a:gd name="connsiteY4" fmla="*/ 154059 h 155021"/>
                <a:gd name="connsiteX5" fmla="*/ 80123 w 277332"/>
                <a:gd name="connsiteY5" fmla="*/ 155111 h 155021"/>
                <a:gd name="connsiteX6" fmla="*/ 80123 w 277332"/>
                <a:gd name="connsiteY6" fmla="*/ 144238 h 155021"/>
                <a:gd name="connsiteX7" fmla="*/ 52425 w 277332"/>
                <a:gd name="connsiteY7" fmla="*/ 128456 h 155021"/>
                <a:gd name="connsiteX8" fmla="*/ 52425 w 277332"/>
                <a:gd name="connsiteY8" fmla="*/ 63922 h 155021"/>
                <a:gd name="connsiteX9" fmla="*/ 100364 w 277332"/>
                <a:gd name="connsiteY9" fmla="*/ 7805 h 155021"/>
                <a:gd name="connsiteX10" fmla="*/ 126641 w 277332"/>
                <a:gd name="connsiteY10" fmla="*/ 46736 h 155021"/>
                <a:gd name="connsiteX11" fmla="*/ 126641 w 277332"/>
                <a:gd name="connsiteY11" fmla="*/ 128456 h 155021"/>
                <a:gd name="connsiteX12" fmla="*/ 98943 w 277332"/>
                <a:gd name="connsiteY12" fmla="*/ 144238 h 155021"/>
                <a:gd name="connsiteX13" fmla="*/ 98943 w 277332"/>
                <a:gd name="connsiteY13" fmla="*/ 155111 h 155021"/>
                <a:gd name="connsiteX14" fmla="*/ 139069 w 277332"/>
                <a:gd name="connsiteY14" fmla="*/ 154059 h 155021"/>
                <a:gd name="connsiteX15" fmla="*/ 178840 w 277332"/>
                <a:gd name="connsiteY15" fmla="*/ 155111 h 155021"/>
                <a:gd name="connsiteX16" fmla="*/ 178840 w 277332"/>
                <a:gd name="connsiteY16" fmla="*/ 144238 h 155021"/>
                <a:gd name="connsiteX17" fmla="*/ 151143 w 277332"/>
                <a:gd name="connsiteY17" fmla="*/ 128456 h 155021"/>
                <a:gd name="connsiteX18" fmla="*/ 151143 w 277332"/>
                <a:gd name="connsiteY18" fmla="*/ 63922 h 155021"/>
                <a:gd name="connsiteX19" fmla="*/ 199081 w 277332"/>
                <a:gd name="connsiteY19" fmla="*/ 7805 h 155021"/>
                <a:gd name="connsiteX20" fmla="*/ 225358 w 277332"/>
                <a:gd name="connsiteY20" fmla="*/ 46736 h 155021"/>
                <a:gd name="connsiteX21" fmla="*/ 225358 w 277332"/>
                <a:gd name="connsiteY21" fmla="*/ 128456 h 155021"/>
                <a:gd name="connsiteX22" fmla="*/ 197661 w 277332"/>
                <a:gd name="connsiteY22" fmla="*/ 144238 h 155021"/>
                <a:gd name="connsiteX23" fmla="*/ 197661 w 277332"/>
                <a:gd name="connsiteY23" fmla="*/ 155111 h 155021"/>
                <a:gd name="connsiteX24" fmla="*/ 237787 w 277332"/>
                <a:gd name="connsiteY24" fmla="*/ 154059 h 155021"/>
                <a:gd name="connsiteX25" fmla="*/ 277558 w 277332"/>
                <a:gd name="connsiteY25" fmla="*/ 155111 h 155021"/>
                <a:gd name="connsiteX26" fmla="*/ 277558 w 277332"/>
                <a:gd name="connsiteY26" fmla="*/ 144238 h 155021"/>
                <a:gd name="connsiteX27" fmla="*/ 249860 w 277332"/>
                <a:gd name="connsiteY27" fmla="*/ 133716 h 155021"/>
                <a:gd name="connsiteX28" fmla="*/ 249860 w 277332"/>
                <a:gd name="connsiteY28" fmla="*/ 66727 h 155021"/>
                <a:gd name="connsiteX29" fmla="*/ 238852 w 277332"/>
                <a:gd name="connsiteY29" fmla="*/ 13066 h 155021"/>
                <a:gd name="connsiteX30" fmla="*/ 201567 w 277332"/>
                <a:gd name="connsiteY30" fmla="*/ 89 h 155021"/>
                <a:gd name="connsiteX31" fmla="*/ 150077 w 277332"/>
                <a:gd name="connsiteY31" fmla="*/ 34460 h 155021"/>
                <a:gd name="connsiteX32" fmla="*/ 102849 w 277332"/>
                <a:gd name="connsiteY32" fmla="*/ 89 h 155021"/>
                <a:gd name="connsiteX33" fmla="*/ 50295 w 277332"/>
                <a:gd name="connsiteY33" fmla="*/ 36915 h 155021"/>
                <a:gd name="connsiteX34" fmla="*/ 50295 w 277332"/>
                <a:gd name="connsiteY34" fmla="*/ 89 h 155021"/>
                <a:gd name="connsiteX35" fmla="*/ 226 w 277332"/>
                <a:gd name="connsiteY35" fmla="*/ 3947 h 155021"/>
                <a:gd name="connsiteX36" fmla="*/ 226 w 277332"/>
                <a:gd name="connsiteY36" fmla="*/ 14820 h 155021"/>
                <a:gd name="connsiteX37" fmla="*/ 27923 w 277332"/>
                <a:gd name="connsiteY37" fmla="*/ 34460 h 15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7332" h="155021">
                  <a:moveTo>
                    <a:pt x="27923" y="34460"/>
                  </a:moveTo>
                  <a:lnTo>
                    <a:pt x="27923" y="128456"/>
                  </a:lnTo>
                  <a:cubicBezTo>
                    <a:pt x="27923" y="144238"/>
                    <a:pt x="24017" y="144238"/>
                    <a:pt x="226" y="144238"/>
                  </a:cubicBezTo>
                  <a:lnTo>
                    <a:pt x="226" y="155111"/>
                  </a:lnTo>
                  <a:cubicBezTo>
                    <a:pt x="12654" y="154760"/>
                    <a:pt x="30764" y="154059"/>
                    <a:pt x="40352" y="154059"/>
                  </a:cubicBezTo>
                  <a:cubicBezTo>
                    <a:pt x="49584" y="154059"/>
                    <a:pt x="68050" y="154760"/>
                    <a:pt x="80123" y="155111"/>
                  </a:cubicBezTo>
                  <a:lnTo>
                    <a:pt x="80123" y="144238"/>
                  </a:lnTo>
                  <a:cubicBezTo>
                    <a:pt x="56331" y="144238"/>
                    <a:pt x="52425" y="144238"/>
                    <a:pt x="52425" y="128456"/>
                  </a:cubicBezTo>
                  <a:lnTo>
                    <a:pt x="52425" y="63922"/>
                  </a:lnTo>
                  <a:cubicBezTo>
                    <a:pt x="52425" y="27446"/>
                    <a:pt x="77637" y="7805"/>
                    <a:pt x="100364" y="7805"/>
                  </a:cubicBezTo>
                  <a:cubicBezTo>
                    <a:pt x="122735" y="7805"/>
                    <a:pt x="126641" y="26744"/>
                    <a:pt x="126641" y="46736"/>
                  </a:cubicBezTo>
                  <a:lnTo>
                    <a:pt x="126641" y="128456"/>
                  </a:lnTo>
                  <a:cubicBezTo>
                    <a:pt x="126641" y="144238"/>
                    <a:pt x="122735" y="144238"/>
                    <a:pt x="98943" y="144238"/>
                  </a:cubicBezTo>
                  <a:lnTo>
                    <a:pt x="98943" y="155111"/>
                  </a:lnTo>
                  <a:cubicBezTo>
                    <a:pt x="111372" y="154760"/>
                    <a:pt x="129482" y="154059"/>
                    <a:pt x="139069" y="154059"/>
                  </a:cubicBezTo>
                  <a:cubicBezTo>
                    <a:pt x="148302" y="154059"/>
                    <a:pt x="166767" y="154760"/>
                    <a:pt x="178840" y="155111"/>
                  </a:cubicBezTo>
                  <a:lnTo>
                    <a:pt x="178840" y="144238"/>
                  </a:lnTo>
                  <a:cubicBezTo>
                    <a:pt x="155049" y="144238"/>
                    <a:pt x="151143" y="144238"/>
                    <a:pt x="151143" y="128456"/>
                  </a:cubicBezTo>
                  <a:lnTo>
                    <a:pt x="151143" y="63922"/>
                  </a:lnTo>
                  <a:cubicBezTo>
                    <a:pt x="151143" y="27446"/>
                    <a:pt x="176355" y="7805"/>
                    <a:pt x="199081" y="7805"/>
                  </a:cubicBezTo>
                  <a:cubicBezTo>
                    <a:pt x="221452" y="7805"/>
                    <a:pt x="225358" y="26744"/>
                    <a:pt x="225358" y="46736"/>
                  </a:cubicBezTo>
                  <a:lnTo>
                    <a:pt x="225358" y="128456"/>
                  </a:lnTo>
                  <a:cubicBezTo>
                    <a:pt x="225358" y="144238"/>
                    <a:pt x="221452" y="144238"/>
                    <a:pt x="197661" y="144238"/>
                  </a:cubicBezTo>
                  <a:lnTo>
                    <a:pt x="197661" y="155111"/>
                  </a:lnTo>
                  <a:cubicBezTo>
                    <a:pt x="210089" y="154760"/>
                    <a:pt x="228199" y="154059"/>
                    <a:pt x="237787" y="154059"/>
                  </a:cubicBezTo>
                  <a:cubicBezTo>
                    <a:pt x="247020" y="154059"/>
                    <a:pt x="265485" y="154760"/>
                    <a:pt x="277558" y="155111"/>
                  </a:cubicBezTo>
                  <a:lnTo>
                    <a:pt x="277558" y="144238"/>
                  </a:lnTo>
                  <a:cubicBezTo>
                    <a:pt x="259093" y="144238"/>
                    <a:pt x="250215" y="144238"/>
                    <a:pt x="249860" y="133716"/>
                  </a:cubicBezTo>
                  <a:lnTo>
                    <a:pt x="249860" y="66727"/>
                  </a:lnTo>
                  <a:cubicBezTo>
                    <a:pt x="249860" y="36565"/>
                    <a:pt x="249860" y="25692"/>
                    <a:pt x="238852" y="13066"/>
                  </a:cubicBezTo>
                  <a:cubicBezTo>
                    <a:pt x="233881" y="7103"/>
                    <a:pt x="222163" y="89"/>
                    <a:pt x="201567" y="89"/>
                  </a:cubicBezTo>
                  <a:cubicBezTo>
                    <a:pt x="171739" y="89"/>
                    <a:pt x="156114" y="21133"/>
                    <a:pt x="150077" y="34460"/>
                  </a:cubicBezTo>
                  <a:cubicBezTo>
                    <a:pt x="145106" y="3947"/>
                    <a:pt x="118829" y="89"/>
                    <a:pt x="102849" y="89"/>
                  </a:cubicBezTo>
                  <a:cubicBezTo>
                    <a:pt x="76927" y="89"/>
                    <a:pt x="60237" y="15170"/>
                    <a:pt x="50295" y="36915"/>
                  </a:cubicBezTo>
                  <a:lnTo>
                    <a:pt x="50295" y="89"/>
                  </a:lnTo>
                  <a:lnTo>
                    <a:pt x="226" y="3947"/>
                  </a:lnTo>
                  <a:lnTo>
                    <a:pt x="226" y="14820"/>
                  </a:lnTo>
                  <a:cubicBezTo>
                    <a:pt x="25083" y="14820"/>
                    <a:pt x="27923" y="17275"/>
                    <a:pt x="27923" y="3446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641FBF6-A6B7-AB18-B6AC-6212A355A073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1886755" y="4849025"/>
              <a:ext cx="160149" cy="160984"/>
            </a:xfrm>
            <a:custGeom>
              <a:avLst/>
              <a:gdLst>
                <a:gd name="connsiteX0" fmla="*/ 103568 w 160149"/>
                <a:gd name="connsiteY0" fmla="*/ 130560 h 160984"/>
                <a:gd name="connsiteX1" fmla="*/ 131265 w 160149"/>
                <a:gd name="connsiteY1" fmla="*/ 159320 h 160984"/>
                <a:gd name="connsiteX2" fmla="*/ 160384 w 160149"/>
                <a:gd name="connsiteY2" fmla="*/ 126000 h 160984"/>
                <a:gd name="connsiteX3" fmla="*/ 160384 w 160149"/>
                <a:gd name="connsiteY3" fmla="*/ 106360 h 160984"/>
                <a:gd name="connsiteX4" fmla="*/ 151506 w 160149"/>
                <a:gd name="connsiteY4" fmla="*/ 106360 h 160984"/>
                <a:gd name="connsiteX5" fmla="*/ 151506 w 160149"/>
                <a:gd name="connsiteY5" fmla="*/ 126000 h 160984"/>
                <a:gd name="connsiteX6" fmla="*/ 138723 w 160149"/>
                <a:gd name="connsiteY6" fmla="*/ 148447 h 160984"/>
                <a:gd name="connsiteX7" fmla="*/ 125584 w 160149"/>
                <a:gd name="connsiteY7" fmla="*/ 130911 h 160984"/>
                <a:gd name="connsiteX8" fmla="*/ 125584 w 160149"/>
                <a:gd name="connsiteY8" fmla="*/ 60765 h 160984"/>
                <a:gd name="connsiteX9" fmla="*/ 112800 w 160149"/>
                <a:gd name="connsiteY9" fmla="*/ 19379 h 160984"/>
                <a:gd name="connsiteX10" fmla="*/ 64152 w 160149"/>
                <a:gd name="connsiteY10" fmla="*/ 89 h 160984"/>
                <a:gd name="connsiteX11" fmla="*/ 10532 w 160149"/>
                <a:gd name="connsiteY11" fmla="*/ 39721 h 160984"/>
                <a:gd name="connsiteX12" fmla="*/ 26866 w 160149"/>
                <a:gd name="connsiteY12" fmla="*/ 56205 h 160984"/>
                <a:gd name="connsiteX13" fmla="*/ 43201 w 160149"/>
                <a:gd name="connsiteY13" fmla="*/ 40072 h 160984"/>
                <a:gd name="connsiteX14" fmla="*/ 25091 w 160149"/>
                <a:gd name="connsiteY14" fmla="*/ 23938 h 160984"/>
                <a:gd name="connsiteX15" fmla="*/ 63442 w 160149"/>
                <a:gd name="connsiteY15" fmla="*/ 7805 h 160984"/>
                <a:gd name="connsiteX16" fmla="*/ 101082 w 160149"/>
                <a:gd name="connsiteY16" fmla="*/ 52698 h 160984"/>
                <a:gd name="connsiteX17" fmla="*/ 101082 w 160149"/>
                <a:gd name="connsiteY17" fmla="*/ 65675 h 160984"/>
                <a:gd name="connsiteX18" fmla="*/ 35744 w 160149"/>
                <a:gd name="connsiteY18" fmla="*/ 78301 h 160984"/>
                <a:gd name="connsiteX19" fmla="*/ 234 w 160149"/>
                <a:gd name="connsiteY19" fmla="*/ 123896 h 160984"/>
                <a:gd name="connsiteX20" fmla="*/ 57050 w 160149"/>
                <a:gd name="connsiteY20" fmla="*/ 161073 h 160984"/>
                <a:gd name="connsiteX21" fmla="*/ 103568 w 160149"/>
                <a:gd name="connsiteY21" fmla="*/ 130560 h 160984"/>
                <a:gd name="connsiteX22" fmla="*/ 101082 w 160149"/>
                <a:gd name="connsiteY22" fmla="*/ 73040 h 160984"/>
                <a:gd name="connsiteX23" fmla="*/ 101082 w 160149"/>
                <a:gd name="connsiteY23" fmla="*/ 108113 h 160984"/>
                <a:gd name="connsiteX24" fmla="*/ 59535 w 160149"/>
                <a:gd name="connsiteY24" fmla="*/ 153357 h 160984"/>
                <a:gd name="connsiteX25" fmla="*/ 27577 w 160149"/>
                <a:gd name="connsiteY25" fmla="*/ 123545 h 160984"/>
                <a:gd name="connsiteX26" fmla="*/ 101082 w 160149"/>
                <a:gd name="connsiteY26" fmla="*/ 73040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0149" h="160984">
                  <a:moveTo>
                    <a:pt x="103568" y="130560"/>
                  </a:moveTo>
                  <a:cubicBezTo>
                    <a:pt x="104988" y="144589"/>
                    <a:pt x="114576" y="159320"/>
                    <a:pt x="131265" y="159320"/>
                  </a:cubicBezTo>
                  <a:cubicBezTo>
                    <a:pt x="138723" y="159320"/>
                    <a:pt x="160384" y="154409"/>
                    <a:pt x="160384" y="126000"/>
                  </a:cubicBezTo>
                  <a:lnTo>
                    <a:pt x="160384" y="106360"/>
                  </a:lnTo>
                  <a:lnTo>
                    <a:pt x="151506" y="106360"/>
                  </a:lnTo>
                  <a:lnTo>
                    <a:pt x="151506" y="126000"/>
                  </a:lnTo>
                  <a:cubicBezTo>
                    <a:pt x="151506" y="146343"/>
                    <a:pt x="142629" y="148447"/>
                    <a:pt x="138723" y="148447"/>
                  </a:cubicBezTo>
                  <a:cubicBezTo>
                    <a:pt x="127004" y="148447"/>
                    <a:pt x="125584" y="132664"/>
                    <a:pt x="125584" y="130911"/>
                  </a:cubicBezTo>
                  <a:lnTo>
                    <a:pt x="125584" y="60765"/>
                  </a:lnTo>
                  <a:cubicBezTo>
                    <a:pt x="125584" y="46034"/>
                    <a:pt x="125584" y="32356"/>
                    <a:pt x="112800" y="19379"/>
                  </a:cubicBezTo>
                  <a:cubicBezTo>
                    <a:pt x="98951" y="5701"/>
                    <a:pt x="81196" y="89"/>
                    <a:pt x="64152" y="89"/>
                  </a:cubicBezTo>
                  <a:cubicBezTo>
                    <a:pt x="35034" y="89"/>
                    <a:pt x="10532" y="16573"/>
                    <a:pt x="10532" y="39721"/>
                  </a:cubicBezTo>
                  <a:cubicBezTo>
                    <a:pt x="10532" y="50243"/>
                    <a:pt x="17634" y="56205"/>
                    <a:pt x="26866" y="56205"/>
                  </a:cubicBezTo>
                  <a:cubicBezTo>
                    <a:pt x="36809" y="56205"/>
                    <a:pt x="43201" y="49191"/>
                    <a:pt x="43201" y="40072"/>
                  </a:cubicBezTo>
                  <a:cubicBezTo>
                    <a:pt x="43201" y="35863"/>
                    <a:pt x="41425" y="24289"/>
                    <a:pt x="25091" y="23938"/>
                  </a:cubicBezTo>
                  <a:cubicBezTo>
                    <a:pt x="34678" y="11663"/>
                    <a:pt x="52078" y="7805"/>
                    <a:pt x="63442" y="7805"/>
                  </a:cubicBezTo>
                  <a:cubicBezTo>
                    <a:pt x="80841" y="7805"/>
                    <a:pt x="101082" y="21483"/>
                    <a:pt x="101082" y="52698"/>
                  </a:cubicBezTo>
                  <a:lnTo>
                    <a:pt x="101082" y="65675"/>
                  </a:lnTo>
                  <a:cubicBezTo>
                    <a:pt x="82972" y="66727"/>
                    <a:pt x="58115" y="67780"/>
                    <a:pt x="35744" y="78301"/>
                  </a:cubicBezTo>
                  <a:cubicBezTo>
                    <a:pt x="9111" y="90226"/>
                    <a:pt x="234" y="108464"/>
                    <a:pt x="234" y="123896"/>
                  </a:cubicBezTo>
                  <a:cubicBezTo>
                    <a:pt x="234" y="152305"/>
                    <a:pt x="34678" y="161073"/>
                    <a:pt x="57050" y="161073"/>
                  </a:cubicBezTo>
                  <a:cubicBezTo>
                    <a:pt x="80486" y="161073"/>
                    <a:pt x="96821" y="147044"/>
                    <a:pt x="103568" y="130560"/>
                  </a:cubicBezTo>
                  <a:close/>
                  <a:moveTo>
                    <a:pt x="101082" y="73040"/>
                  </a:moveTo>
                  <a:lnTo>
                    <a:pt x="101082" y="108113"/>
                  </a:lnTo>
                  <a:cubicBezTo>
                    <a:pt x="101082" y="141432"/>
                    <a:pt x="75515" y="153357"/>
                    <a:pt x="59535" y="153357"/>
                  </a:cubicBezTo>
                  <a:cubicBezTo>
                    <a:pt x="42136" y="153357"/>
                    <a:pt x="27577" y="141082"/>
                    <a:pt x="27577" y="123545"/>
                  </a:cubicBezTo>
                  <a:cubicBezTo>
                    <a:pt x="27577" y="104255"/>
                    <a:pt x="42491" y="75145"/>
                    <a:pt x="101082" y="7304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4869B51-A099-726F-7423-71DF093B6901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2053652" y="4854987"/>
              <a:ext cx="178969" cy="151163"/>
            </a:xfrm>
            <a:custGeom>
              <a:avLst/>
              <a:gdLst>
                <a:gd name="connsiteX0" fmla="*/ 97891 w 178969"/>
                <a:gd name="connsiteY0" fmla="*/ 68832 h 151163"/>
                <a:gd name="connsiteX1" fmla="*/ 130560 w 178969"/>
                <a:gd name="connsiteY1" fmla="*/ 29199 h 151163"/>
                <a:gd name="connsiteX2" fmla="*/ 172817 w 178969"/>
                <a:gd name="connsiteY2" fmla="*/ 10962 h 151163"/>
                <a:gd name="connsiteX3" fmla="*/ 172817 w 178969"/>
                <a:gd name="connsiteY3" fmla="*/ 89 h 151163"/>
                <a:gd name="connsiteX4" fmla="*/ 143699 w 178969"/>
                <a:gd name="connsiteY4" fmla="*/ 1141 h 151163"/>
                <a:gd name="connsiteX5" fmla="*/ 109609 w 178969"/>
                <a:gd name="connsiteY5" fmla="*/ 89 h 151163"/>
                <a:gd name="connsiteX6" fmla="*/ 109609 w 178969"/>
                <a:gd name="connsiteY6" fmla="*/ 10962 h 151163"/>
                <a:gd name="connsiteX7" fmla="*/ 119907 w 178969"/>
                <a:gd name="connsiteY7" fmla="*/ 21834 h 151163"/>
                <a:gd name="connsiteX8" fmla="*/ 114581 w 178969"/>
                <a:gd name="connsiteY8" fmla="*/ 34110 h 151163"/>
                <a:gd name="connsiteX9" fmla="*/ 92565 w 178969"/>
                <a:gd name="connsiteY9" fmla="*/ 61466 h 151163"/>
                <a:gd name="connsiteX10" fmla="*/ 64867 w 178969"/>
                <a:gd name="connsiteY10" fmla="*/ 26043 h 151163"/>
                <a:gd name="connsiteX11" fmla="*/ 61671 w 178969"/>
                <a:gd name="connsiteY11" fmla="*/ 19730 h 151163"/>
                <a:gd name="connsiteX12" fmla="*/ 74099 w 178969"/>
                <a:gd name="connsiteY12" fmla="*/ 10962 h 151163"/>
                <a:gd name="connsiteX13" fmla="*/ 74099 w 178969"/>
                <a:gd name="connsiteY13" fmla="*/ 89 h 151163"/>
                <a:gd name="connsiteX14" fmla="*/ 35749 w 178969"/>
                <a:gd name="connsiteY14" fmla="*/ 1141 h 151163"/>
                <a:gd name="connsiteX15" fmla="*/ 2014 w 178969"/>
                <a:gd name="connsiteY15" fmla="*/ 89 h 151163"/>
                <a:gd name="connsiteX16" fmla="*/ 2014 w 178969"/>
                <a:gd name="connsiteY16" fmla="*/ 10962 h 151163"/>
                <a:gd name="connsiteX17" fmla="*/ 43916 w 178969"/>
                <a:gd name="connsiteY17" fmla="*/ 32356 h 151163"/>
                <a:gd name="connsiteX18" fmla="*/ 79071 w 178969"/>
                <a:gd name="connsiteY18" fmla="*/ 77600 h 151163"/>
                <a:gd name="connsiteX19" fmla="*/ 45692 w 178969"/>
                <a:gd name="connsiteY19" fmla="*/ 119337 h 151163"/>
                <a:gd name="connsiteX20" fmla="*/ 239 w 178969"/>
                <a:gd name="connsiteY20" fmla="*/ 140380 h 151163"/>
                <a:gd name="connsiteX21" fmla="*/ 239 w 178969"/>
                <a:gd name="connsiteY21" fmla="*/ 151253 h 151163"/>
                <a:gd name="connsiteX22" fmla="*/ 29712 w 178969"/>
                <a:gd name="connsiteY22" fmla="*/ 150201 h 151163"/>
                <a:gd name="connsiteX23" fmla="*/ 63447 w 178969"/>
                <a:gd name="connsiteY23" fmla="*/ 151253 h 151163"/>
                <a:gd name="connsiteX24" fmla="*/ 63447 w 178969"/>
                <a:gd name="connsiteY24" fmla="*/ 140380 h 151163"/>
                <a:gd name="connsiteX25" fmla="*/ 53149 w 178969"/>
                <a:gd name="connsiteY25" fmla="*/ 129508 h 151163"/>
                <a:gd name="connsiteX26" fmla="*/ 85108 w 178969"/>
                <a:gd name="connsiteY26" fmla="*/ 84965 h 151163"/>
                <a:gd name="connsiteX27" fmla="*/ 112095 w 178969"/>
                <a:gd name="connsiteY27" fmla="*/ 120038 h 151163"/>
                <a:gd name="connsiteX28" fmla="*/ 119552 w 178969"/>
                <a:gd name="connsiteY28" fmla="*/ 131612 h 151163"/>
                <a:gd name="connsiteX29" fmla="*/ 106769 w 178969"/>
                <a:gd name="connsiteY29" fmla="*/ 140380 h 151163"/>
                <a:gd name="connsiteX30" fmla="*/ 106769 w 178969"/>
                <a:gd name="connsiteY30" fmla="*/ 151253 h 151163"/>
                <a:gd name="connsiteX31" fmla="*/ 145119 w 178969"/>
                <a:gd name="connsiteY31" fmla="*/ 150201 h 151163"/>
                <a:gd name="connsiteX32" fmla="*/ 179209 w 178969"/>
                <a:gd name="connsiteY32" fmla="*/ 151253 h 151163"/>
                <a:gd name="connsiteX33" fmla="*/ 179209 w 178969"/>
                <a:gd name="connsiteY33" fmla="*/ 140380 h 151163"/>
                <a:gd name="connsiteX34" fmla="*/ 145474 w 178969"/>
                <a:gd name="connsiteY34" fmla="*/ 129508 h 151163"/>
                <a:gd name="connsiteX35" fmla="*/ 97891 w 178969"/>
                <a:gd name="connsiteY35" fmla="*/ 68832 h 151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969" h="151163">
                  <a:moveTo>
                    <a:pt x="97891" y="68832"/>
                  </a:moveTo>
                  <a:cubicBezTo>
                    <a:pt x="108544" y="55504"/>
                    <a:pt x="122038" y="38318"/>
                    <a:pt x="130560" y="29199"/>
                  </a:cubicBezTo>
                  <a:cubicBezTo>
                    <a:pt x="141568" y="16573"/>
                    <a:pt x="156127" y="11312"/>
                    <a:pt x="172817" y="10962"/>
                  </a:cubicBezTo>
                  <a:lnTo>
                    <a:pt x="172817" y="89"/>
                  </a:lnTo>
                  <a:cubicBezTo>
                    <a:pt x="163584" y="790"/>
                    <a:pt x="152932" y="1141"/>
                    <a:pt x="143699" y="1141"/>
                  </a:cubicBezTo>
                  <a:cubicBezTo>
                    <a:pt x="133046" y="1141"/>
                    <a:pt x="114226" y="440"/>
                    <a:pt x="109609" y="89"/>
                  </a:cubicBezTo>
                  <a:lnTo>
                    <a:pt x="109609" y="10962"/>
                  </a:lnTo>
                  <a:cubicBezTo>
                    <a:pt x="117066" y="11663"/>
                    <a:pt x="119907" y="16222"/>
                    <a:pt x="119907" y="21834"/>
                  </a:cubicBezTo>
                  <a:cubicBezTo>
                    <a:pt x="119907" y="27446"/>
                    <a:pt x="116356" y="32005"/>
                    <a:pt x="114581" y="34110"/>
                  </a:cubicBezTo>
                  <a:lnTo>
                    <a:pt x="92565" y="61466"/>
                  </a:lnTo>
                  <a:lnTo>
                    <a:pt x="64867" y="26043"/>
                  </a:lnTo>
                  <a:cubicBezTo>
                    <a:pt x="61671" y="22536"/>
                    <a:pt x="61671" y="21834"/>
                    <a:pt x="61671" y="19730"/>
                  </a:cubicBezTo>
                  <a:cubicBezTo>
                    <a:pt x="61671" y="14469"/>
                    <a:pt x="66997" y="11312"/>
                    <a:pt x="74099" y="10962"/>
                  </a:cubicBezTo>
                  <a:lnTo>
                    <a:pt x="74099" y="89"/>
                  </a:lnTo>
                  <a:cubicBezTo>
                    <a:pt x="64867" y="440"/>
                    <a:pt x="41430" y="1141"/>
                    <a:pt x="35749" y="1141"/>
                  </a:cubicBezTo>
                  <a:cubicBezTo>
                    <a:pt x="28292" y="1141"/>
                    <a:pt x="11602" y="790"/>
                    <a:pt x="2014" y="89"/>
                  </a:cubicBezTo>
                  <a:lnTo>
                    <a:pt x="2014" y="10962"/>
                  </a:lnTo>
                  <a:cubicBezTo>
                    <a:pt x="26871" y="10962"/>
                    <a:pt x="27226" y="11312"/>
                    <a:pt x="43916" y="32356"/>
                  </a:cubicBezTo>
                  <a:lnTo>
                    <a:pt x="79071" y="77600"/>
                  </a:lnTo>
                  <a:lnTo>
                    <a:pt x="45692" y="119337"/>
                  </a:lnTo>
                  <a:cubicBezTo>
                    <a:pt x="28647" y="139679"/>
                    <a:pt x="7696" y="140380"/>
                    <a:pt x="239" y="140380"/>
                  </a:cubicBezTo>
                  <a:lnTo>
                    <a:pt x="239" y="151253"/>
                  </a:lnTo>
                  <a:cubicBezTo>
                    <a:pt x="9471" y="150551"/>
                    <a:pt x="20479" y="150201"/>
                    <a:pt x="29712" y="150201"/>
                  </a:cubicBezTo>
                  <a:cubicBezTo>
                    <a:pt x="40010" y="150201"/>
                    <a:pt x="54924" y="150902"/>
                    <a:pt x="63447" y="151253"/>
                  </a:cubicBezTo>
                  <a:lnTo>
                    <a:pt x="63447" y="140380"/>
                  </a:lnTo>
                  <a:cubicBezTo>
                    <a:pt x="55634" y="139328"/>
                    <a:pt x="53149" y="134769"/>
                    <a:pt x="53149" y="129508"/>
                  </a:cubicBezTo>
                  <a:cubicBezTo>
                    <a:pt x="53149" y="121792"/>
                    <a:pt x="63447" y="110218"/>
                    <a:pt x="85108" y="84965"/>
                  </a:cubicBezTo>
                  <a:lnTo>
                    <a:pt x="112095" y="120038"/>
                  </a:lnTo>
                  <a:cubicBezTo>
                    <a:pt x="114936" y="123896"/>
                    <a:pt x="119552" y="129508"/>
                    <a:pt x="119552" y="131612"/>
                  </a:cubicBezTo>
                  <a:cubicBezTo>
                    <a:pt x="119552" y="134769"/>
                    <a:pt x="116356" y="140030"/>
                    <a:pt x="106769" y="140380"/>
                  </a:cubicBezTo>
                  <a:lnTo>
                    <a:pt x="106769" y="151253"/>
                  </a:lnTo>
                  <a:cubicBezTo>
                    <a:pt x="117422" y="150902"/>
                    <a:pt x="137307" y="150201"/>
                    <a:pt x="145119" y="150201"/>
                  </a:cubicBezTo>
                  <a:cubicBezTo>
                    <a:pt x="154707" y="150201"/>
                    <a:pt x="168556" y="150551"/>
                    <a:pt x="179209" y="151253"/>
                  </a:cubicBezTo>
                  <a:lnTo>
                    <a:pt x="179209" y="140380"/>
                  </a:lnTo>
                  <a:cubicBezTo>
                    <a:pt x="160034" y="140380"/>
                    <a:pt x="153642" y="139679"/>
                    <a:pt x="145474" y="129508"/>
                  </a:cubicBezTo>
                  <a:lnTo>
                    <a:pt x="97891" y="68832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0BE7920-0F5F-6147-45F6-D08F833B5376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2369847" y="4497590"/>
              <a:ext cx="174708" cy="841397"/>
            </a:xfrm>
            <a:custGeom>
              <a:avLst/>
              <a:gdLst>
                <a:gd name="connsiteX0" fmla="*/ 174955 w 174708"/>
                <a:gd name="connsiteY0" fmla="*/ 837965 h 841397"/>
                <a:gd name="connsiteX1" fmla="*/ 173534 w 174708"/>
                <a:gd name="connsiteY1" fmla="*/ 834808 h 841397"/>
                <a:gd name="connsiteX2" fmla="*/ 112812 w 174708"/>
                <a:gd name="connsiteY2" fmla="*/ 760454 h 841397"/>
                <a:gd name="connsiteX3" fmla="*/ 29719 w 174708"/>
                <a:gd name="connsiteY3" fmla="*/ 420949 h 841397"/>
                <a:gd name="connsiteX4" fmla="*/ 101094 w 174708"/>
                <a:gd name="connsiteY4" fmla="*/ 100383 h 841397"/>
                <a:gd name="connsiteX5" fmla="*/ 173889 w 174708"/>
                <a:gd name="connsiteY5" fmla="*/ 6388 h 841397"/>
                <a:gd name="connsiteX6" fmla="*/ 174955 w 174708"/>
                <a:gd name="connsiteY6" fmla="*/ 3582 h 841397"/>
                <a:gd name="connsiteX7" fmla="*/ 167498 w 174708"/>
                <a:gd name="connsiteY7" fmla="*/ 75 h 841397"/>
                <a:gd name="connsiteX8" fmla="*/ 156489 w 174708"/>
                <a:gd name="connsiteY8" fmla="*/ 5336 h 841397"/>
                <a:gd name="connsiteX9" fmla="*/ 246 w 174708"/>
                <a:gd name="connsiteY9" fmla="*/ 420598 h 841397"/>
                <a:gd name="connsiteX10" fmla="*/ 122400 w 174708"/>
                <a:gd name="connsiteY10" fmla="*/ 802191 h 841397"/>
                <a:gd name="connsiteX11" fmla="*/ 157555 w 174708"/>
                <a:gd name="connsiteY11" fmla="*/ 837264 h 841397"/>
                <a:gd name="connsiteX12" fmla="*/ 167498 w 174708"/>
                <a:gd name="connsiteY12" fmla="*/ 841472 h 841397"/>
                <a:gd name="connsiteX13" fmla="*/ 174955 w 174708"/>
                <a:gd name="connsiteY13" fmla="*/ 837965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55" y="837965"/>
                  </a:moveTo>
                  <a:cubicBezTo>
                    <a:pt x="174955" y="836562"/>
                    <a:pt x="174244" y="835861"/>
                    <a:pt x="173534" y="834808"/>
                  </a:cubicBezTo>
                  <a:cubicBezTo>
                    <a:pt x="160396" y="821831"/>
                    <a:pt x="136604" y="798333"/>
                    <a:pt x="112812" y="760454"/>
                  </a:cubicBezTo>
                  <a:cubicBezTo>
                    <a:pt x="55641" y="669966"/>
                    <a:pt x="29719" y="555979"/>
                    <a:pt x="29719" y="420949"/>
                  </a:cubicBezTo>
                  <a:cubicBezTo>
                    <a:pt x="29719" y="326603"/>
                    <a:pt x="42503" y="204900"/>
                    <a:pt x="101094" y="100383"/>
                  </a:cubicBezTo>
                  <a:cubicBezTo>
                    <a:pt x="129147" y="50580"/>
                    <a:pt x="158265" y="21820"/>
                    <a:pt x="173889" y="6388"/>
                  </a:cubicBezTo>
                  <a:cubicBezTo>
                    <a:pt x="174955" y="5336"/>
                    <a:pt x="174955" y="4634"/>
                    <a:pt x="174955" y="3582"/>
                  </a:cubicBezTo>
                  <a:cubicBezTo>
                    <a:pt x="174955" y="75"/>
                    <a:pt x="172469" y="75"/>
                    <a:pt x="167498" y="75"/>
                  </a:cubicBezTo>
                  <a:cubicBezTo>
                    <a:pt x="162526" y="75"/>
                    <a:pt x="161816" y="75"/>
                    <a:pt x="156489" y="5336"/>
                  </a:cubicBezTo>
                  <a:cubicBezTo>
                    <a:pt x="37531" y="112308"/>
                    <a:pt x="246" y="272942"/>
                    <a:pt x="246" y="420598"/>
                  </a:cubicBezTo>
                  <a:cubicBezTo>
                    <a:pt x="246" y="558434"/>
                    <a:pt x="32205" y="697323"/>
                    <a:pt x="122400" y="802191"/>
                  </a:cubicBezTo>
                  <a:cubicBezTo>
                    <a:pt x="129502" y="810257"/>
                    <a:pt x="142996" y="824637"/>
                    <a:pt x="157555" y="837264"/>
                  </a:cubicBezTo>
                  <a:cubicBezTo>
                    <a:pt x="161816" y="841472"/>
                    <a:pt x="162526" y="841472"/>
                    <a:pt x="167498" y="841472"/>
                  </a:cubicBezTo>
                  <a:cubicBezTo>
                    <a:pt x="172469" y="841472"/>
                    <a:pt x="174955" y="841472"/>
                    <a:pt x="174955" y="83796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E668E38-8605-2BC0-89DF-3540B8CC616D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2613841" y="4528281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794C902-CD66-9869-6539-9BD59E14F0D7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2939213" y="4471220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EBD04B22-0B16-543C-D0AA-EFE1AA2C631A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3182492" y="4524423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3AC206A6-1FD5-7613-9C02-BE9337D7C7EF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2599992" y="4911454"/>
              <a:ext cx="866537" cy="14028"/>
            </a:xfrm>
            <a:custGeom>
              <a:avLst/>
              <a:gdLst>
                <a:gd name="connsiteX0" fmla="*/ 0 w 866537"/>
                <a:gd name="connsiteY0" fmla="*/ 0 h 14028"/>
                <a:gd name="connsiteX1" fmla="*/ 866538 w 866537"/>
                <a:gd name="connsiteY1" fmla="*/ 0 h 14028"/>
                <a:gd name="connsiteX2" fmla="*/ 866538 w 866537"/>
                <a:gd name="connsiteY2" fmla="*/ 14028 h 14028"/>
                <a:gd name="connsiteX3" fmla="*/ 0 w 866537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6537" h="14028">
                  <a:moveTo>
                    <a:pt x="0" y="0"/>
                  </a:moveTo>
                  <a:lnTo>
                    <a:pt x="866538" y="0"/>
                  </a:lnTo>
                  <a:lnTo>
                    <a:pt x="866538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6A91943-5D64-CBE9-5D66-982FA74D4E29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2739162" y="4981596"/>
              <a:ext cx="276977" cy="350728"/>
            </a:xfrm>
            <a:custGeom>
              <a:avLst/>
              <a:gdLst>
                <a:gd name="connsiteX0" fmla="*/ 112469 w 276977"/>
                <a:gd name="connsiteY0" fmla="*/ 313991 h 350728"/>
                <a:gd name="connsiteX1" fmla="*/ 49971 w 276977"/>
                <a:gd name="connsiteY1" fmla="*/ 177557 h 350728"/>
                <a:gd name="connsiteX2" fmla="*/ 44645 w 276977"/>
                <a:gd name="connsiteY2" fmla="*/ 171946 h 350728"/>
                <a:gd name="connsiteX3" fmla="*/ 38608 w 276977"/>
                <a:gd name="connsiteY3" fmla="*/ 174751 h 350728"/>
                <a:gd name="connsiteX4" fmla="*/ 4874 w 276977"/>
                <a:gd name="connsiteY4" fmla="*/ 200004 h 350728"/>
                <a:gd name="connsiteX5" fmla="*/ 257 w 276977"/>
                <a:gd name="connsiteY5" fmla="*/ 205615 h 350728"/>
                <a:gd name="connsiteX6" fmla="*/ 3808 w 276977"/>
                <a:gd name="connsiteY6" fmla="*/ 209473 h 350728"/>
                <a:gd name="connsiteX7" fmla="*/ 15882 w 276977"/>
                <a:gd name="connsiteY7" fmla="*/ 201757 h 350728"/>
                <a:gd name="connsiteX8" fmla="*/ 27245 w 276977"/>
                <a:gd name="connsiteY8" fmla="*/ 193340 h 350728"/>
                <a:gd name="connsiteX9" fmla="*/ 97200 w 276977"/>
                <a:gd name="connsiteY9" fmla="*/ 345205 h 350728"/>
                <a:gd name="connsiteX10" fmla="*/ 104657 w 276977"/>
                <a:gd name="connsiteY10" fmla="*/ 350817 h 350728"/>
                <a:gd name="connsiteX11" fmla="*/ 113534 w 276977"/>
                <a:gd name="connsiteY11" fmla="*/ 343802 h 350728"/>
                <a:gd name="connsiteX12" fmla="*/ 274749 w 276977"/>
                <a:gd name="connsiteY12" fmla="*/ 14118 h 350728"/>
                <a:gd name="connsiteX13" fmla="*/ 277235 w 276977"/>
                <a:gd name="connsiteY13" fmla="*/ 7103 h 350728"/>
                <a:gd name="connsiteX14" fmla="*/ 270133 w 276977"/>
                <a:gd name="connsiteY14" fmla="*/ 89 h 350728"/>
                <a:gd name="connsiteX15" fmla="*/ 261966 w 276977"/>
                <a:gd name="connsiteY15" fmla="*/ 7454 h 350728"/>
                <a:gd name="connsiteX16" fmla="*/ 112469 w 276977"/>
                <a:gd name="connsiteY16" fmla="*/ 313991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6977" h="350728">
                  <a:moveTo>
                    <a:pt x="112469" y="313991"/>
                  </a:moveTo>
                  <a:lnTo>
                    <a:pt x="49971" y="177557"/>
                  </a:lnTo>
                  <a:cubicBezTo>
                    <a:pt x="47486" y="171946"/>
                    <a:pt x="45710" y="171946"/>
                    <a:pt x="44645" y="171946"/>
                  </a:cubicBezTo>
                  <a:cubicBezTo>
                    <a:pt x="44290" y="171946"/>
                    <a:pt x="42514" y="171946"/>
                    <a:pt x="38608" y="174751"/>
                  </a:cubicBezTo>
                  <a:lnTo>
                    <a:pt x="4874" y="200004"/>
                  </a:lnTo>
                  <a:cubicBezTo>
                    <a:pt x="257" y="203511"/>
                    <a:pt x="257" y="204563"/>
                    <a:pt x="257" y="205615"/>
                  </a:cubicBezTo>
                  <a:cubicBezTo>
                    <a:pt x="257" y="207369"/>
                    <a:pt x="1323" y="209473"/>
                    <a:pt x="3808" y="209473"/>
                  </a:cubicBezTo>
                  <a:cubicBezTo>
                    <a:pt x="5939" y="209473"/>
                    <a:pt x="11976" y="204563"/>
                    <a:pt x="15882" y="201757"/>
                  </a:cubicBezTo>
                  <a:cubicBezTo>
                    <a:pt x="18012" y="200004"/>
                    <a:pt x="23339" y="196146"/>
                    <a:pt x="27245" y="193340"/>
                  </a:cubicBezTo>
                  <a:lnTo>
                    <a:pt x="97200" y="345205"/>
                  </a:lnTo>
                  <a:cubicBezTo>
                    <a:pt x="99685" y="350817"/>
                    <a:pt x="101461" y="350817"/>
                    <a:pt x="104657" y="350817"/>
                  </a:cubicBezTo>
                  <a:cubicBezTo>
                    <a:pt x="109983" y="350817"/>
                    <a:pt x="111048" y="348713"/>
                    <a:pt x="113534" y="343802"/>
                  </a:cubicBezTo>
                  <a:lnTo>
                    <a:pt x="274749" y="14118"/>
                  </a:lnTo>
                  <a:cubicBezTo>
                    <a:pt x="277235" y="9208"/>
                    <a:pt x="277235" y="7805"/>
                    <a:pt x="277235" y="7103"/>
                  </a:cubicBezTo>
                  <a:cubicBezTo>
                    <a:pt x="277235" y="3596"/>
                    <a:pt x="274394" y="89"/>
                    <a:pt x="270133" y="89"/>
                  </a:cubicBezTo>
                  <a:cubicBezTo>
                    <a:pt x="267292" y="89"/>
                    <a:pt x="264806" y="1842"/>
                    <a:pt x="261966" y="7454"/>
                  </a:cubicBezTo>
                  <a:lnTo>
                    <a:pt x="112469" y="313991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73B05A1-7635-F0BE-4B92-4A3A8ABDED77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3009156" y="4981596"/>
              <a:ext cx="344126" cy="14028"/>
            </a:xfrm>
            <a:custGeom>
              <a:avLst/>
              <a:gdLst>
                <a:gd name="connsiteX0" fmla="*/ 0 w 344126"/>
                <a:gd name="connsiteY0" fmla="*/ 0 h 14028"/>
                <a:gd name="connsiteX1" fmla="*/ 344127 w 344126"/>
                <a:gd name="connsiteY1" fmla="*/ 0 h 14028"/>
                <a:gd name="connsiteX2" fmla="*/ 344127 w 344126"/>
                <a:gd name="connsiteY2" fmla="*/ 14028 h 14028"/>
                <a:gd name="connsiteX3" fmla="*/ 0 w 344126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126" h="14028">
                  <a:moveTo>
                    <a:pt x="0" y="0"/>
                  </a:moveTo>
                  <a:lnTo>
                    <a:pt x="344127" y="0"/>
                  </a:lnTo>
                  <a:lnTo>
                    <a:pt x="344127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657B92D-5140-78EF-A885-869153425068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3023360" y="5024813"/>
              <a:ext cx="169027" cy="247263"/>
            </a:xfrm>
            <a:custGeom>
              <a:avLst/>
              <a:gdLst>
                <a:gd name="connsiteX0" fmla="*/ 169293 w 169027"/>
                <a:gd name="connsiteY0" fmla="*/ 3954 h 247263"/>
                <a:gd name="connsiteX1" fmla="*/ 164677 w 169027"/>
                <a:gd name="connsiteY1" fmla="*/ 96 h 247263"/>
                <a:gd name="connsiteX2" fmla="*/ 119579 w 169027"/>
                <a:gd name="connsiteY2" fmla="*/ 3954 h 247263"/>
                <a:gd name="connsiteX3" fmla="*/ 114608 w 169027"/>
                <a:gd name="connsiteY3" fmla="*/ 10618 h 247263"/>
                <a:gd name="connsiteX4" fmla="*/ 123130 w 169027"/>
                <a:gd name="connsiteY4" fmla="*/ 14827 h 247263"/>
                <a:gd name="connsiteX5" fmla="*/ 140885 w 169027"/>
                <a:gd name="connsiteY5" fmla="*/ 20789 h 247263"/>
                <a:gd name="connsiteX6" fmla="*/ 139820 w 169027"/>
                <a:gd name="connsiteY6" fmla="*/ 27804 h 247263"/>
                <a:gd name="connsiteX7" fmla="*/ 118514 w 169027"/>
                <a:gd name="connsiteY7" fmla="*/ 110927 h 247263"/>
                <a:gd name="connsiteX8" fmla="*/ 85845 w 169027"/>
                <a:gd name="connsiteY8" fmla="*/ 88480 h 247263"/>
                <a:gd name="connsiteX9" fmla="*/ 266 w 169027"/>
                <a:gd name="connsiteY9" fmla="*/ 191243 h 247263"/>
                <a:gd name="connsiteX10" fmla="*/ 47494 w 169027"/>
                <a:gd name="connsiteY10" fmla="*/ 247360 h 247263"/>
                <a:gd name="connsiteX11" fmla="*/ 93657 w 169027"/>
                <a:gd name="connsiteY11" fmla="*/ 221055 h 247263"/>
                <a:gd name="connsiteX12" fmla="*/ 125971 w 169027"/>
                <a:gd name="connsiteY12" fmla="*/ 247360 h 247263"/>
                <a:gd name="connsiteX13" fmla="*/ 152248 w 169027"/>
                <a:gd name="connsiteY13" fmla="*/ 228070 h 247263"/>
                <a:gd name="connsiteX14" fmla="*/ 162901 w 169027"/>
                <a:gd name="connsiteY14" fmla="*/ 193348 h 247263"/>
                <a:gd name="connsiteX15" fmla="*/ 158640 w 169027"/>
                <a:gd name="connsiteY15" fmla="*/ 189840 h 247263"/>
                <a:gd name="connsiteX16" fmla="*/ 153669 w 169027"/>
                <a:gd name="connsiteY16" fmla="*/ 196154 h 247263"/>
                <a:gd name="connsiteX17" fmla="*/ 126681 w 169027"/>
                <a:gd name="connsiteY17" fmla="*/ 239644 h 247263"/>
                <a:gd name="connsiteX18" fmla="*/ 116028 w 169027"/>
                <a:gd name="connsiteY18" fmla="*/ 223510 h 247263"/>
                <a:gd name="connsiteX19" fmla="*/ 118159 w 169027"/>
                <a:gd name="connsiteY19" fmla="*/ 206675 h 247263"/>
                <a:gd name="connsiteX20" fmla="*/ 169293 w 169027"/>
                <a:gd name="connsiteY20" fmla="*/ 3954 h 247263"/>
                <a:gd name="connsiteX21" fmla="*/ 95432 w 169027"/>
                <a:gd name="connsiteY21" fmla="*/ 201765 h 247263"/>
                <a:gd name="connsiteX22" fmla="*/ 88330 w 169027"/>
                <a:gd name="connsiteY22" fmla="*/ 214742 h 247263"/>
                <a:gd name="connsiteX23" fmla="*/ 48204 w 169027"/>
                <a:gd name="connsiteY23" fmla="*/ 239644 h 247263"/>
                <a:gd name="connsiteX24" fmla="*/ 25478 w 169027"/>
                <a:gd name="connsiteY24" fmla="*/ 206675 h 247263"/>
                <a:gd name="connsiteX25" fmla="*/ 45008 w 169027"/>
                <a:gd name="connsiteY25" fmla="*/ 129866 h 247263"/>
                <a:gd name="connsiteX26" fmla="*/ 86200 w 169027"/>
                <a:gd name="connsiteY26" fmla="*/ 96196 h 247263"/>
                <a:gd name="connsiteX27" fmla="*/ 114253 w 169027"/>
                <a:gd name="connsiteY27" fmla="*/ 127060 h 247263"/>
                <a:gd name="connsiteX28" fmla="*/ 113187 w 169027"/>
                <a:gd name="connsiteY28" fmla="*/ 133022 h 247263"/>
                <a:gd name="connsiteX29" fmla="*/ 95432 w 169027"/>
                <a:gd name="connsiteY29" fmla="*/ 201765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69027" h="247263">
                  <a:moveTo>
                    <a:pt x="169293" y="3954"/>
                  </a:moveTo>
                  <a:cubicBezTo>
                    <a:pt x="169293" y="3604"/>
                    <a:pt x="169293" y="96"/>
                    <a:pt x="164677" y="96"/>
                  </a:cubicBezTo>
                  <a:cubicBezTo>
                    <a:pt x="159350" y="96"/>
                    <a:pt x="125616" y="3253"/>
                    <a:pt x="119579" y="3954"/>
                  </a:cubicBezTo>
                  <a:cubicBezTo>
                    <a:pt x="116738" y="4305"/>
                    <a:pt x="114608" y="6059"/>
                    <a:pt x="114608" y="10618"/>
                  </a:cubicBezTo>
                  <a:cubicBezTo>
                    <a:pt x="114608" y="14827"/>
                    <a:pt x="117804" y="14827"/>
                    <a:pt x="123130" y="14827"/>
                  </a:cubicBezTo>
                  <a:cubicBezTo>
                    <a:pt x="140175" y="14827"/>
                    <a:pt x="140885" y="17282"/>
                    <a:pt x="140885" y="20789"/>
                  </a:cubicBezTo>
                  <a:lnTo>
                    <a:pt x="139820" y="27804"/>
                  </a:lnTo>
                  <a:lnTo>
                    <a:pt x="118514" y="110927"/>
                  </a:lnTo>
                  <a:cubicBezTo>
                    <a:pt x="112122" y="97950"/>
                    <a:pt x="101824" y="88480"/>
                    <a:pt x="85845" y="88480"/>
                  </a:cubicBezTo>
                  <a:cubicBezTo>
                    <a:pt x="44298" y="88480"/>
                    <a:pt x="266" y="140037"/>
                    <a:pt x="266" y="191243"/>
                  </a:cubicBezTo>
                  <a:cubicBezTo>
                    <a:pt x="266" y="224212"/>
                    <a:pt x="19796" y="247360"/>
                    <a:pt x="47494" y="247360"/>
                  </a:cubicBezTo>
                  <a:cubicBezTo>
                    <a:pt x="54596" y="247360"/>
                    <a:pt x="72351" y="245957"/>
                    <a:pt x="93657" y="221055"/>
                  </a:cubicBezTo>
                  <a:cubicBezTo>
                    <a:pt x="96498" y="235786"/>
                    <a:pt x="108926" y="247360"/>
                    <a:pt x="125971" y="247360"/>
                  </a:cubicBezTo>
                  <a:cubicBezTo>
                    <a:pt x="138399" y="247360"/>
                    <a:pt x="146567" y="239293"/>
                    <a:pt x="152248" y="228070"/>
                  </a:cubicBezTo>
                  <a:cubicBezTo>
                    <a:pt x="158285" y="215444"/>
                    <a:pt x="162901" y="194049"/>
                    <a:pt x="162901" y="193348"/>
                  </a:cubicBezTo>
                  <a:cubicBezTo>
                    <a:pt x="162901" y="189840"/>
                    <a:pt x="159705" y="189840"/>
                    <a:pt x="158640" y="189840"/>
                  </a:cubicBezTo>
                  <a:cubicBezTo>
                    <a:pt x="155089" y="189840"/>
                    <a:pt x="154734" y="191243"/>
                    <a:pt x="153669" y="196154"/>
                  </a:cubicBezTo>
                  <a:cubicBezTo>
                    <a:pt x="147632" y="218951"/>
                    <a:pt x="141240" y="239644"/>
                    <a:pt x="126681" y="239644"/>
                  </a:cubicBezTo>
                  <a:cubicBezTo>
                    <a:pt x="117093" y="239644"/>
                    <a:pt x="116028" y="230525"/>
                    <a:pt x="116028" y="223510"/>
                  </a:cubicBezTo>
                  <a:cubicBezTo>
                    <a:pt x="116028" y="215093"/>
                    <a:pt x="116738" y="212638"/>
                    <a:pt x="118159" y="206675"/>
                  </a:cubicBezTo>
                  <a:lnTo>
                    <a:pt x="169293" y="3954"/>
                  </a:lnTo>
                  <a:close/>
                  <a:moveTo>
                    <a:pt x="95432" y="201765"/>
                  </a:moveTo>
                  <a:cubicBezTo>
                    <a:pt x="93657" y="208078"/>
                    <a:pt x="93657" y="208780"/>
                    <a:pt x="88330" y="214742"/>
                  </a:cubicBezTo>
                  <a:cubicBezTo>
                    <a:pt x="72706" y="234032"/>
                    <a:pt x="58147" y="239644"/>
                    <a:pt x="48204" y="239644"/>
                  </a:cubicBezTo>
                  <a:cubicBezTo>
                    <a:pt x="30449" y="239644"/>
                    <a:pt x="25478" y="220354"/>
                    <a:pt x="25478" y="206675"/>
                  </a:cubicBezTo>
                  <a:cubicBezTo>
                    <a:pt x="25478" y="189139"/>
                    <a:pt x="36841" y="145999"/>
                    <a:pt x="45008" y="129866"/>
                  </a:cubicBezTo>
                  <a:cubicBezTo>
                    <a:pt x="56016" y="109173"/>
                    <a:pt x="71996" y="96196"/>
                    <a:pt x="86200" y="96196"/>
                  </a:cubicBezTo>
                  <a:cubicBezTo>
                    <a:pt x="109281" y="96196"/>
                    <a:pt x="114253" y="124956"/>
                    <a:pt x="114253" y="127060"/>
                  </a:cubicBezTo>
                  <a:cubicBezTo>
                    <a:pt x="114253" y="129164"/>
                    <a:pt x="113542" y="131269"/>
                    <a:pt x="113187" y="133022"/>
                  </a:cubicBezTo>
                  <a:lnTo>
                    <a:pt x="95432" y="20176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784212C-9766-3710-5B51-C597E039DF59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3209641" y="5157809"/>
              <a:ext cx="109867" cy="163018"/>
            </a:xfrm>
            <a:custGeom>
              <a:avLst/>
              <a:gdLst>
                <a:gd name="connsiteX0" fmla="*/ 110139 w 109867"/>
                <a:gd name="connsiteY0" fmla="*/ 118434 h 163018"/>
                <a:gd name="connsiteX1" fmla="*/ 101687 w 109867"/>
                <a:gd name="connsiteY1" fmla="*/ 118434 h 163018"/>
                <a:gd name="connsiteX2" fmla="*/ 95225 w 109867"/>
                <a:gd name="connsiteY2" fmla="*/ 140775 h 163018"/>
                <a:gd name="connsiteX3" fmla="*/ 70616 w 109867"/>
                <a:gd name="connsiteY3" fmla="*/ 142248 h 163018"/>
                <a:gd name="connsiteX4" fmla="*/ 24879 w 109867"/>
                <a:gd name="connsiteY4" fmla="*/ 142248 h 163018"/>
                <a:gd name="connsiteX5" fmla="*/ 74593 w 109867"/>
                <a:gd name="connsiteY5" fmla="*/ 101002 h 163018"/>
                <a:gd name="connsiteX6" fmla="*/ 110139 w 109867"/>
                <a:gd name="connsiteY6" fmla="*/ 47972 h 163018"/>
                <a:gd name="connsiteX7" fmla="*/ 51973 w 109867"/>
                <a:gd name="connsiteY7" fmla="*/ 98 h 163018"/>
                <a:gd name="connsiteX8" fmla="*/ 271 w 109867"/>
                <a:gd name="connsiteY8" fmla="*/ 44044 h 163018"/>
                <a:gd name="connsiteX9" fmla="*/ 13445 w 109867"/>
                <a:gd name="connsiteY9" fmla="*/ 57793 h 163018"/>
                <a:gd name="connsiteX10" fmla="*/ 26619 w 109867"/>
                <a:gd name="connsiteY10" fmla="*/ 44781 h 163018"/>
                <a:gd name="connsiteX11" fmla="*/ 11954 w 109867"/>
                <a:gd name="connsiteY11" fmla="*/ 31769 h 163018"/>
                <a:gd name="connsiteX12" fmla="*/ 48245 w 109867"/>
                <a:gd name="connsiteY12" fmla="*/ 8936 h 163018"/>
                <a:gd name="connsiteX13" fmla="*/ 86027 w 109867"/>
                <a:gd name="connsiteY13" fmla="*/ 47972 h 163018"/>
                <a:gd name="connsiteX14" fmla="*/ 62662 w 109867"/>
                <a:gd name="connsiteY14" fmla="*/ 95110 h 163018"/>
                <a:gd name="connsiteX15" fmla="*/ 2757 w 109867"/>
                <a:gd name="connsiteY15" fmla="*/ 153542 h 163018"/>
                <a:gd name="connsiteX16" fmla="*/ 271 w 109867"/>
                <a:gd name="connsiteY16" fmla="*/ 163116 h 163018"/>
                <a:gd name="connsiteX17" fmla="*/ 102682 w 109867"/>
                <a:gd name="connsiteY17" fmla="*/ 163116 h 163018"/>
                <a:gd name="connsiteX18" fmla="*/ 110139 w 109867"/>
                <a:gd name="connsiteY18" fmla="*/ 118434 h 16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867" h="163018">
                  <a:moveTo>
                    <a:pt x="110139" y="118434"/>
                  </a:moveTo>
                  <a:lnTo>
                    <a:pt x="101687" y="118434"/>
                  </a:lnTo>
                  <a:cubicBezTo>
                    <a:pt x="100942" y="123835"/>
                    <a:pt x="98456" y="138320"/>
                    <a:pt x="95225" y="140775"/>
                  </a:cubicBezTo>
                  <a:cubicBezTo>
                    <a:pt x="93236" y="142248"/>
                    <a:pt x="74096" y="142248"/>
                    <a:pt x="70616" y="142248"/>
                  </a:cubicBezTo>
                  <a:lnTo>
                    <a:pt x="24879" y="142248"/>
                  </a:lnTo>
                  <a:cubicBezTo>
                    <a:pt x="50979" y="119416"/>
                    <a:pt x="59679" y="112541"/>
                    <a:pt x="74593" y="101002"/>
                  </a:cubicBezTo>
                  <a:cubicBezTo>
                    <a:pt x="92987" y="86517"/>
                    <a:pt x="110139" y="71296"/>
                    <a:pt x="110139" y="47972"/>
                  </a:cubicBezTo>
                  <a:cubicBezTo>
                    <a:pt x="110139" y="18266"/>
                    <a:pt x="83790" y="98"/>
                    <a:pt x="51973" y="98"/>
                  </a:cubicBezTo>
                  <a:cubicBezTo>
                    <a:pt x="21151" y="98"/>
                    <a:pt x="271" y="21457"/>
                    <a:pt x="271" y="44044"/>
                  </a:cubicBezTo>
                  <a:cubicBezTo>
                    <a:pt x="271" y="56565"/>
                    <a:pt x="10959" y="57793"/>
                    <a:pt x="13445" y="57793"/>
                  </a:cubicBezTo>
                  <a:cubicBezTo>
                    <a:pt x="19411" y="57793"/>
                    <a:pt x="26619" y="53619"/>
                    <a:pt x="26619" y="44781"/>
                  </a:cubicBezTo>
                  <a:cubicBezTo>
                    <a:pt x="26619" y="40361"/>
                    <a:pt x="24879" y="31769"/>
                    <a:pt x="11954" y="31769"/>
                  </a:cubicBezTo>
                  <a:cubicBezTo>
                    <a:pt x="19659" y="14337"/>
                    <a:pt x="36562" y="8936"/>
                    <a:pt x="48245" y="8936"/>
                  </a:cubicBezTo>
                  <a:cubicBezTo>
                    <a:pt x="73102" y="8936"/>
                    <a:pt x="86027" y="28086"/>
                    <a:pt x="86027" y="47972"/>
                  </a:cubicBezTo>
                  <a:cubicBezTo>
                    <a:pt x="86027" y="69332"/>
                    <a:pt x="70616" y="86272"/>
                    <a:pt x="62662" y="95110"/>
                  </a:cubicBezTo>
                  <a:lnTo>
                    <a:pt x="2757" y="153542"/>
                  </a:lnTo>
                  <a:cubicBezTo>
                    <a:pt x="271" y="155751"/>
                    <a:pt x="271" y="156242"/>
                    <a:pt x="271" y="163116"/>
                  </a:cubicBezTo>
                  <a:lnTo>
                    <a:pt x="102682" y="163116"/>
                  </a:lnTo>
                  <a:lnTo>
                    <a:pt x="110139" y="118434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A3D5FAB-AD07-AC9B-4978-4EA983EF0410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3521570" y="4497590"/>
              <a:ext cx="174708" cy="841397"/>
            </a:xfrm>
            <a:custGeom>
              <a:avLst/>
              <a:gdLst>
                <a:gd name="connsiteX0" fmla="*/ 174989 w 174708"/>
                <a:gd name="connsiteY0" fmla="*/ 420949 h 841397"/>
                <a:gd name="connsiteX1" fmla="*/ 52835 w 174708"/>
                <a:gd name="connsiteY1" fmla="*/ 39356 h 841397"/>
                <a:gd name="connsiteX2" fmla="*/ 17680 w 174708"/>
                <a:gd name="connsiteY2" fmla="*/ 4284 h 841397"/>
                <a:gd name="connsiteX3" fmla="*/ 7737 w 174708"/>
                <a:gd name="connsiteY3" fmla="*/ 75 h 841397"/>
                <a:gd name="connsiteX4" fmla="*/ 280 w 174708"/>
                <a:gd name="connsiteY4" fmla="*/ 3582 h 841397"/>
                <a:gd name="connsiteX5" fmla="*/ 2410 w 174708"/>
                <a:gd name="connsiteY5" fmla="*/ 7089 h 841397"/>
                <a:gd name="connsiteX6" fmla="*/ 62422 w 174708"/>
                <a:gd name="connsiteY6" fmla="*/ 81093 h 841397"/>
                <a:gd name="connsiteX7" fmla="*/ 145515 w 174708"/>
                <a:gd name="connsiteY7" fmla="*/ 420598 h 841397"/>
                <a:gd name="connsiteX8" fmla="*/ 74140 w 174708"/>
                <a:gd name="connsiteY8" fmla="*/ 741164 h 841397"/>
                <a:gd name="connsiteX9" fmla="*/ 1700 w 174708"/>
                <a:gd name="connsiteY9" fmla="*/ 834808 h 841397"/>
                <a:gd name="connsiteX10" fmla="*/ 280 w 174708"/>
                <a:gd name="connsiteY10" fmla="*/ 837965 h 841397"/>
                <a:gd name="connsiteX11" fmla="*/ 7737 w 174708"/>
                <a:gd name="connsiteY11" fmla="*/ 841472 h 841397"/>
                <a:gd name="connsiteX12" fmla="*/ 18745 w 174708"/>
                <a:gd name="connsiteY12" fmla="*/ 836211 h 841397"/>
                <a:gd name="connsiteX13" fmla="*/ 174989 w 174708"/>
                <a:gd name="connsiteY13" fmla="*/ 420949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89" y="420949"/>
                  </a:moveTo>
                  <a:cubicBezTo>
                    <a:pt x="174989" y="283113"/>
                    <a:pt x="143030" y="144224"/>
                    <a:pt x="52835" y="39356"/>
                  </a:cubicBezTo>
                  <a:cubicBezTo>
                    <a:pt x="45733" y="31290"/>
                    <a:pt x="32239" y="16910"/>
                    <a:pt x="17680" y="4284"/>
                  </a:cubicBezTo>
                  <a:cubicBezTo>
                    <a:pt x="13418" y="75"/>
                    <a:pt x="12708" y="75"/>
                    <a:pt x="7737" y="75"/>
                  </a:cubicBezTo>
                  <a:cubicBezTo>
                    <a:pt x="3476" y="75"/>
                    <a:pt x="280" y="75"/>
                    <a:pt x="280" y="3582"/>
                  </a:cubicBezTo>
                  <a:cubicBezTo>
                    <a:pt x="280" y="4985"/>
                    <a:pt x="1700" y="6388"/>
                    <a:pt x="2410" y="7089"/>
                  </a:cubicBezTo>
                  <a:cubicBezTo>
                    <a:pt x="14839" y="19716"/>
                    <a:pt x="38631" y="43214"/>
                    <a:pt x="62422" y="81093"/>
                  </a:cubicBezTo>
                  <a:cubicBezTo>
                    <a:pt x="119593" y="171581"/>
                    <a:pt x="145515" y="285568"/>
                    <a:pt x="145515" y="420598"/>
                  </a:cubicBezTo>
                  <a:cubicBezTo>
                    <a:pt x="145515" y="514944"/>
                    <a:pt x="132732" y="636647"/>
                    <a:pt x="74140" y="741164"/>
                  </a:cubicBezTo>
                  <a:cubicBezTo>
                    <a:pt x="46088" y="790967"/>
                    <a:pt x="16614" y="820078"/>
                    <a:pt x="1700" y="834808"/>
                  </a:cubicBezTo>
                  <a:cubicBezTo>
                    <a:pt x="990" y="835861"/>
                    <a:pt x="280" y="836913"/>
                    <a:pt x="280" y="837965"/>
                  </a:cubicBezTo>
                  <a:cubicBezTo>
                    <a:pt x="280" y="841472"/>
                    <a:pt x="3476" y="841472"/>
                    <a:pt x="7737" y="841472"/>
                  </a:cubicBezTo>
                  <a:cubicBezTo>
                    <a:pt x="12708" y="841472"/>
                    <a:pt x="13418" y="841472"/>
                    <a:pt x="18745" y="836211"/>
                  </a:cubicBezTo>
                  <a:cubicBezTo>
                    <a:pt x="137703" y="729239"/>
                    <a:pt x="174989" y="568606"/>
                    <a:pt x="174989" y="420949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51" name="Group 950">
            <a:extLst>
              <a:ext uri="{FF2B5EF4-FFF2-40B4-BE49-F238E27FC236}">
                <a16:creationId xmlns:a16="http://schemas.microsoft.com/office/drawing/2014/main" id="{0940DF15-7A42-7F78-CC7B-B85F83519C83}"/>
              </a:ext>
            </a:extLst>
          </p:cNvPr>
          <p:cNvGrpSpPr/>
          <p:nvPr/>
        </p:nvGrpSpPr>
        <p:grpSpPr>
          <a:xfrm>
            <a:off x="1385504" y="4827338"/>
            <a:ext cx="1317874" cy="381000"/>
            <a:chOff x="1625786" y="5534582"/>
            <a:chExt cx="1317874" cy="381000"/>
          </a:xfrm>
        </p:grpSpPr>
        <p:sp>
          <p:nvSpPr>
            <p:cNvPr id="599" name="Rounded Rectangle 7 1">
              <a:extLst>
                <a:ext uri="{FF2B5EF4-FFF2-40B4-BE49-F238E27FC236}">
                  <a16:creationId xmlns:a16="http://schemas.microsoft.com/office/drawing/2014/main" id="{6E6EA5EC-55A7-EC32-372B-DB33EA3D107D}"/>
                </a:ext>
              </a:extLst>
            </p:cNvPr>
            <p:cNvSpPr/>
            <p:nvPr/>
          </p:nvSpPr>
          <p:spPr>
            <a:xfrm rot="5400000">
              <a:off x="2094223" y="5066145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0B35C1F6-E6F0-6AB3-844C-28FCD7A43F66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2F750F97-0933-A548-0DC2-794DD5677D52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14711C78-7290-6AFE-DFD8-6E3FF8C4043F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2" name="Group 951">
            <a:extLst>
              <a:ext uri="{FF2B5EF4-FFF2-40B4-BE49-F238E27FC236}">
                <a16:creationId xmlns:a16="http://schemas.microsoft.com/office/drawing/2014/main" id="{2FB708AE-13A8-7572-88DD-8D9E29AF2DB4}"/>
              </a:ext>
            </a:extLst>
          </p:cNvPr>
          <p:cNvGrpSpPr/>
          <p:nvPr/>
        </p:nvGrpSpPr>
        <p:grpSpPr>
          <a:xfrm>
            <a:off x="1385504" y="4349818"/>
            <a:ext cx="1317874" cy="381000"/>
            <a:chOff x="1625786" y="4975782"/>
            <a:chExt cx="1317874" cy="381000"/>
          </a:xfrm>
        </p:grpSpPr>
        <p:sp>
          <p:nvSpPr>
            <p:cNvPr id="594" name="Rounded Rectangle 49">
              <a:extLst>
                <a:ext uri="{FF2B5EF4-FFF2-40B4-BE49-F238E27FC236}">
                  <a16:creationId xmlns:a16="http://schemas.microsoft.com/office/drawing/2014/main" id="{F82C839A-61FB-9C01-1EE8-8C9BD0EC662F}"/>
                </a:ext>
              </a:extLst>
            </p:cNvPr>
            <p:cNvSpPr/>
            <p:nvPr/>
          </p:nvSpPr>
          <p:spPr>
            <a:xfrm rot="5400000">
              <a:off x="2094223" y="4507345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A0073CCD-01D8-FEAD-FE2C-F8C844A440D1}"/>
                </a:ext>
              </a:extLst>
            </p:cNvPr>
            <p:cNvSpPr/>
            <p:nvPr/>
          </p:nvSpPr>
          <p:spPr>
            <a:xfrm rot="5400000">
              <a:off x="2540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65E90709-67C1-7974-610E-0910D46F4E0D}"/>
                </a:ext>
              </a:extLst>
            </p:cNvPr>
            <p:cNvSpPr/>
            <p:nvPr/>
          </p:nvSpPr>
          <p:spPr>
            <a:xfrm rot="5400000">
              <a:off x="2159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0644803B-BDC0-9CEF-3008-6FF2957AC7A6}"/>
                </a:ext>
              </a:extLst>
            </p:cNvPr>
            <p:cNvSpPr/>
            <p:nvPr/>
          </p:nvSpPr>
          <p:spPr>
            <a:xfrm rot="5400000">
              <a:off x="1778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3" name="Group 952">
            <a:extLst>
              <a:ext uri="{FF2B5EF4-FFF2-40B4-BE49-F238E27FC236}">
                <a16:creationId xmlns:a16="http://schemas.microsoft.com/office/drawing/2014/main" id="{09EA087A-8EC6-399F-0CFE-BA2767EC9C34}"/>
              </a:ext>
            </a:extLst>
          </p:cNvPr>
          <p:cNvGrpSpPr/>
          <p:nvPr/>
        </p:nvGrpSpPr>
        <p:grpSpPr>
          <a:xfrm>
            <a:off x="1385504" y="3872298"/>
            <a:ext cx="1317874" cy="381000"/>
            <a:chOff x="1625786" y="4404204"/>
            <a:chExt cx="1317874" cy="381000"/>
          </a:xfrm>
        </p:grpSpPr>
        <p:sp>
          <p:nvSpPr>
            <p:cNvPr id="589" name="Rounded Rectangle 29">
              <a:extLst>
                <a:ext uri="{FF2B5EF4-FFF2-40B4-BE49-F238E27FC236}">
                  <a16:creationId xmlns:a16="http://schemas.microsoft.com/office/drawing/2014/main" id="{A67BBB45-A878-CEBA-2BF4-4F463BC7F1C0}"/>
                </a:ext>
              </a:extLst>
            </p:cNvPr>
            <p:cNvSpPr/>
            <p:nvPr/>
          </p:nvSpPr>
          <p:spPr>
            <a:xfrm rot="5400000">
              <a:off x="2094223" y="3935767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DD541660-C4A3-0D2B-9CAE-A43CB78A9395}"/>
                </a:ext>
              </a:extLst>
            </p:cNvPr>
            <p:cNvSpPr/>
            <p:nvPr/>
          </p:nvSpPr>
          <p:spPr>
            <a:xfrm rot="5400000">
              <a:off x="2540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65E5FD76-F978-08B6-45C7-282B99640CE6}"/>
                </a:ext>
              </a:extLst>
            </p:cNvPr>
            <p:cNvSpPr/>
            <p:nvPr/>
          </p:nvSpPr>
          <p:spPr>
            <a:xfrm rot="5400000">
              <a:off x="2159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22FB9FBF-0409-0487-4F7D-DCA603E53903}"/>
                </a:ext>
              </a:extLst>
            </p:cNvPr>
            <p:cNvSpPr/>
            <p:nvPr/>
          </p:nvSpPr>
          <p:spPr>
            <a:xfrm rot="5400000">
              <a:off x="1778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4" name="Group 953">
            <a:extLst>
              <a:ext uri="{FF2B5EF4-FFF2-40B4-BE49-F238E27FC236}">
                <a16:creationId xmlns:a16="http://schemas.microsoft.com/office/drawing/2014/main" id="{CD610605-95B9-294F-B208-E2955E184323}"/>
              </a:ext>
            </a:extLst>
          </p:cNvPr>
          <p:cNvGrpSpPr/>
          <p:nvPr/>
        </p:nvGrpSpPr>
        <p:grpSpPr>
          <a:xfrm>
            <a:off x="1385504" y="5304858"/>
            <a:ext cx="1317875" cy="381000"/>
            <a:chOff x="1625786" y="5534582"/>
            <a:chExt cx="1317875" cy="381000"/>
          </a:xfrm>
        </p:grpSpPr>
        <p:sp>
          <p:nvSpPr>
            <p:cNvPr id="584" name="Rounded Rectangle 7 2">
              <a:extLst>
                <a:ext uri="{FF2B5EF4-FFF2-40B4-BE49-F238E27FC236}">
                  <a16:creationId xmlns:a16="http://schemas.microsoft.com/office/drawing/2014/main" id="{03ACFE9B-E3B2-D0AA-BF95-B500701D31C5}"/>
                </a:ext>
              </a:extLst>
            </p:cNvPr>
            <p:cNvSpPr/>
            <p:nvPr/>
          </p:nvSpPr>
          <p:spPr>
            <a:xfrm rot="5400000">
              <a:off x="2094224" y="5066144"/>
              <a:ext cx="381000" cy="1317875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4B00914D-DBB1-946C-831D-0D55642ACBF3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163E636F-7649-B42D-F754-2AEE4067C5ED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AC842D6E-60F2-D665-99D7-CD93B4E27D63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5" name="Group 954" descr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 title="IguanaTex Vector Display">
            <a:extLst>
              <a:ext uri="{FF2B5EF4-FFF2-40B4-BE49-F238E27FC236}">
                <a16:creationId xmlns:a16="http://schemas.microsoft.com/office/drawing/2014/main" id="{65FDD6DF-769E-5E74-7233-D3A34205B588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889410" y="3957934"/>
            <a:ext cx="368850" cy="209728"/>
            <a:chOff x="10836015" y="5394719"/>
            <a:chExt cx="368850" cy="209728"/>
          </a:xfrm>
        </p:grpSpPr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58EC0342-5163-2BD2-A7E4-7978ADEAA7DF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0836015" y="5394719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46D6AB03-1198-2214-7ECF-308AB8706912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1112546" y="5439782"/>
              <a:ext cx="92319" cy="164665"/>
            </a:xfrm>
            <a:custGeom>
              <a:avLst/>
              <a:gdLst>
                <a:gd name="connsiteX0" fmla="*/ 57554 w 92319"/>
                <a:gd name="connsiteY0" fmla="*/ 7030 h 164665"/>
                <a:gd name="connsiteX1" fmla="*/ 49946 w 92319"/>
                <a:gd name="connsiteY1" fmla="*/ 86 h 164665"/>
                <a:gd name="connsiteX2" fmla="*/ 235 w 92319"/>
                <a:gd name="connsiteY2" fmla="*/ 15958 h 164665"/>
                <a:gd name="connsiteX3" fmla="*/ 235 w 92319"/>
                <a:gd name="connsiteY3" fmla="*/ 24885 h 164665"/>
                <a:gd name="connsiteX4" fmla="*/ 37011 w 92319"/>
                <a:gd name="connsiteY4" fmla="*/ 17941 h 164665"/>
                <a:gd name="connsiteX5" fmla="*/ 37011 w 92319"/>
                <a:gd name="connsiteY5" fmla="*/ 144416 h 164665"/>
                <a:gd name="connsiteX6" fmla="*/ 11648 w 92319"/>
                <a:gd name="connsiteY6" fmla="*/ 155824 h 164665"/>
                <a:gd name="connsiteX7" fmla="*/ 2010 w 92319"/>
                <a:gd name="connsiteY7" fmla="*/ 155824 h 164665"/>
                <a:gd name="connsiteX8" fmla="*/ 2010 w 92319"/>
                <a:gd name="connsiteY8" fmla="*/ 164752 h 164665"/>
                <a:gd name="connsiteX9" fmla="*/ 47156 w 92319"/>
                <a:gd name="connsiteY9" fmla="*/ 163760 h 164665"/>
                <a:gd name="connsiteX10" fmla="*/ 92555 w 92319"/>
                <a:gd name="connsiteY10" fmla="*/ 164752 h 164665"/>
                <a:gd name="connsiteX11" fmla="*/ 92555 w 92319"/>
                <a:gd name="connsiteY11" fmla="*/ 155824 h 164665"/>
                <a:gd name="connsiteX12" fmla="*/ 82917 w 92319"/>
                <a:gd name="connsiteY12" fmla="*/ 155824 h 164665"/>
                <a:gd name="connsiteX13" fmla="*/ 57554 w 92319"/>
                <a:gd name="connsiteY13" fmla="*/ 144416 h 164665"/>
                <a:gd name="connsiteX14" fmla="*/ 57554 w 92319"/>
                <a:gd name="connsiteY14" fmla="*/ 7030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2319" h="164665">
                  <a:moveTo>
                    <a:pt x="57554" y="7030"/>
                  </a:moveTo>
                  <a:cubicBezTo>
                    <a:pt x="57554" y="334"/>
                    <a:pt x="57047" y="86"/>
                    <a:pt x="49946" y="86"/>
                  </a:cubicBezTo>
                  <a:cubicBezTo>
                    <a:pt x="33714" y="15710"/>
                    <a:pt x="10634" y="15958"/>
                    <a:pt x="235" y="15958"/>
                  </a:cubicBezTo>
                  <a:lnTo>
                    <a:pt x="235" y="24885"/>
                  </a:lnTo>
                  <a:cubicBezTo>
                    <a:pt x="6322" y="24885"/>
                    <a:pt x="23061" y="24885"/>
                    <a:pt x="37011" y="17941"/>
                  </a:cubicBezTo>
                  <a:lnTo>
                    <a:pt x="37011" y="144416"/>
                  </a:lnTo>
                  <a:cubicBezTo>
                    <a:pt x="37011" y="152600"/>
                    <a:pt x="37011" y="155824"/>
                    <a:pt x="11648" y="155824"/>
                  </a:cubicBezTo>
                  <a:lnTo>
                    <a:pt x="2010" y="155824"/>
                  </a:lnTo>
                  <a:lnTo>
                    <a:pt x="2010" y="164752"/>
                  </a:lnTo>
                  <a:cubicBezTo>
                    <a:pt x="6576" y="164504"/>
                    <a:pt x="37772" y="163760"/>
                    <a:pt x="47156" y="163760"/>
                  </a:cubicBezTo>
                  <a:cubicBezTo>
                    <a:pt x="55018" y="163760"/>
                    <a:pt x="86975" y="164504"/>
                    <a:pt x="92555" y="164752"/>
                  </a:cubicBezTo>
                  <a:lnTo>
                    <a:pt x="92555" y="155824"/>
                  </a:lnTo>
                  <a:lnTo>
                    <a:pt x="82917" y="155824"/>
                  </a:lnTo>
                  <a:cubicBezTo>
                    <a:pt x="57554" y="155824"/>
                    <a:pt x="57554" y="152600"/>
                    <a:pt x="57554" y="144416"/>
                  </a:cubicBezTo>
                  <a:lnTo>
                    <a:pt x="57554" y="7030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grpSp>
        <p:nvGrpSpPr>
          <p:cNvPr id="956" name="Group 955" descr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 title="IguanaTex Vector Display">
            <a:extLst>
              <a:ext uri="{FF2B5EF4-FFF2-40B4-BE49-F238E27FC236}">
                <a16:creationId xmlns:a16="http://schemas.microsoft.com/office/drawing/2014/main" id="{39FCA054-0761-54DA-C4CA-82C0269C2098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885352" y="4435454"/>
            <a:ext cx="376966" cy="209728"/>
            <a:chOff x="10766885" y="5952795"/>
            <a:chExt cx="376966" cy="209728"/>
          </a:xfrm>
        </p:grpSpPr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7AFA1B2A-F493-9137-DB51-95FDC23932FC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0766885" y="5952795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ED71B69D-8DF9-9167-5D86-CA33C88BC69B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1031749" y="5997858"/>
              <a:ext cx="112102" cy="164665"/>
            </a:xfrm>
            <a:custGeom>
              <a:avLst/>
              <a:gdLst>
                <a:gd name="connsiteX0" fmla="*/ 112338 w 112102"/>
                <a:gd name="connsiteY0" fmla="*/ 119617 h 164665"/>
                <a:gd name="connsiteX1" fmla="*/ 103714 w 112102"/>
                <a:gd name="connsiteY1" fmla="*/ 119617 h 164665"/>
                <a:gd name="connsiteX2" fmla="*/ 97120 w 112102"/>
                <a:gd name="connsiteY2" fmla="*/ 142184 h 164665"/>
                <a:gd name="connsiteX3" fmla="*/ 72011 w 112102"/>
                <a:gd name="connsiteY3" fmla="*/ 143672 h 164665"/>
                <a:gd name="connsiteX4" fmla="*/ 25344 w 112102"/>
                <a:gd name="connsiteY4" fmla="*/ 143672 h 164665"/>
                <a:gd name="connsiteX5" fmla="*/ 76069 w 112102"/>
                <a:gd name="connsiteY5" fmla="*/ 102010 h 164665"/>
                <a:gd name="connsiteX6" fmla="*/ 112338 w 112102"/>
                <a:gd name="connsiteY6" fmla="*/ 48444 h 164665"/>
                <a:gd name="connsiteX7" fmla="*/ 52989 w 112102"/>
                <a:gd name="connsiteY7" fmla="*/ 86 h 164665"/>
                <a:gd name="connsiteX8" fmla="*/ 235 w 112102"/>
                <a:gd name="connsiteY8" fmla="*/ 44476 h 164665"/>
                <a:gd name="connsiteX9" fmla="*/ 13677 w 112102"/>
                <a:gd name="connsiteY9" fmla="*/ 58364 h 164665"/>
                <a:gd name="connsiteX10" fmla="*/ 27119 w 112102"/>
                <a:gd name="connsiteY10" fmla="*/ 45220 h 164665"/>
                <a:gd name="connsiteX11" fmla="*/ 12155 w 112102"/>
                <a:gd name="connsiteY11" fmla="*/ 32077 h 164665"/>
                <a:gd name="connsiteX12" fmla="*/ 49185 w 112102"/>
                <a:gd name="connsiteY12" fmla="*/ 9014 h 164665"/>
                <a:gd name="connsiteX13" fmla="*/ 87736 w 112102"/>
                <a:gd name="connsiteY13" fmla="*/ 48444 h 164665"/>
                <a:gd name="connsiteX14" fmla="*/ 63895 w 112102"/>
                <a:gd name="connsiteY14" fmla="*/ 96058 h 164665"/>
                <a:gd name="connsiteX15" fmla="*/ 2771 w 112102"/>
                <a:gd name="connsiteY15" fmla="*/ 155080 h 164665"/>
                <a:gd name="connsiteX16" fmla="*/ 235 w 112102"/>
                <a:gd name="connsiteY16" fmla="*/ 164752 h 164665"/>
                <a:gd name="connsiteX17" fmla="*/ 104729 w 112102"/>
                <a:gd name="connsiteY17" fmla="*/ 164752 h 164665"/>
                <a:gd name="connsiteX18" fmla="*/ 112338 w 112102"/>
                <a:gd name="connsiteY18" fmla="*/ 119617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2102" h="164665">
                  <a:moveTo>
                    <a:pt x="112338" y="119617"/>
                  </a:moveTo>
                  <a:lnTo>
                    <a:pt x="103714" y="119617"/>
                  </a:lnTo>
                  <a:cubicBezTo>
                    <a:pt x="102954" y="125073"/>
                    <a:pt x="100417" y="139705"/>
                    <a:pt x="97120" y="142184"/>
                  </a:cubicBezTo>
                  <a:cubicBezTo>
                    <a:pt x="95091" y="143672"/>
                    <a:pt x="75562" y="143672"/>
                    <a:pt x="72011" y="143672"/>
                  </a:cubicBezTo>
                  <a:lnTo>
                    <a:pt x="25344" y="143672"/>
                  </a:lnTo>
                  <a:cubicBezTo>
                    <a:pt x="51975" y="120609"/>
                    <a:pt x="60852" y="113666"/>
                    <a:pt x="76069" y="102010"/>
                  </a:cubicBezTo>
                  <a:cubicBezTo>
                    <a:pt x="94838" y="87379"/>
                    <a:pt x="112338" y="72003"/>
                    <a:pt x="112338" y="48444"/>
                  </a:cubicBezTo>
                  <a:cubicBezTo>
                    <a:pt x="112338" y="18437"/>
                    <a:pt x="85453" y="86"/>
                    <a:pt x="52989" y="86"/>
                  </a:cubicBezTo>
                  <a:cubicBezTo>
                    <a:pt x="21540" y="86"/>
                    <a:pt x="235" y="21661"/>
                    <a:pt x="235" y="44476"/>
                  </a:cubicBezTo>
                  <a:cubicBezTo>
                    <a:pt x="235" y="57124"/>
                    <a:pt x="11141" y="58364"/>
                    <a:pt x="13677" y="58364"/>
                  </a:cubicBezTo>
                  <a:cubicBezTo>
                    <a:pt x="19764" y="58364"/>
                    <a:pt x="27119" y="54148"/>
                    <a:pt x="27119" y="45220"/>
                  </a:cubicBezTo>
                  <a:cubicBezTo>
                    <a:pt x="27119" y="40757"/>
                    <a:pt x="25344" y="32077"/>
                    <a:pt x="12155" y="32077"/>
                  </a:cubicBezTo>
                  <a:cubicBezTo>
                    <a:pt x="20018" y="14470"/>
                    <a:pt x="37264" y="9014"/>
                    <a:pt x="49185" y="9014"/>
                  </a:cubicBezTo>
                  <a:cubicBezTo>
                    <a:pt x="74547" y="9014"/>
                    <a:pt x="87736" y="28357"/>
                    <a:pt x="87736" y="48444"/>
                  </a:cubicBezTo>
                  <a:cubicBezTo>
                    <a:pt x="87736" y="70019"/>
                    <a:pt x="72011" y="87131"/>
                    <a:pt x="63895" y="96058"/>
                  </a:cubicBezTo>
                  <a:lnTo>
                    <a:pt x="2771" y="155080"/>
                  </a:lnTo>
                  <a:cubicBezTo>
                    <a:pt x="235" y="157312"/>
                    <a:pt x="235" y="157808"/>
                    <a:pt x="235" y="164752"/>
                  </a:cubicBezTo>
                  <a:lnTo>
                    <a:pt x="104729" y="164752"/>
                  </a:lnTo>
                  <a:lnTo>
                    <a:pt x="112338" y="119617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57" name="Group 956" descr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 title="IguanaTex Vector Display">
            <a:extLst>
              <a:ext uri="{FF2B5EF4-FFF2-40B4-BE49-F238E27FC236}">
                <a16:creationId xmlns:a16="http://schemas.microsoft.com/office/drawing/2014/main" id="{DA9DE207-5B66-AE48-AC0B-B7958347F080}"/>
              </a:ext>
            </a:extLst>
          </p:cNvPr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882309" y="5390494"/>
            <a:ext cx="383053" cy="209728"/>
            <a:chOff x="10919285" y="5637111"/>
            <a:chExt cx="383053" cy="209728"/>
          </a:xfrm>
        </p:grpSpPr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485CB83-16D5-E84D-C3FE-FFE08FFBC07D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0919285" y="56371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69D75A90-CC00-87B2-AF94-079A1F1DC471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1178062" y="5679694"/>
              <a:ext cx="124276" cy="167145"/>
            </a:xfrm>
            <a:custGeom>
              <a:avLst/>
              <a:gdLst>
                <a:gd name="connsiteX0" fmla="*/ 124512 w 124276"/>
                <a:gd name="connsiteY0" fmla="*/ 126561 h 167145"/>
                <a:gd name="connsiteX1" fmla="*/ 124512 w 124276"/>
                <a:gd name="connsiteY1" fmla="*/ 117633 h 167145"/>
                <a:gd name="connsiteX2" fmla="*/ 96359 w 124276"/>
                <a:gd name="connsiteY2" fmla="*/ 117633 h 167145"/>
                <a:gd name="connsiteX3" fmla="*/ 96359 w 124276"/>
                <a:gd name="connsiteY3" fmla="*/ 7030 h 167145"/>
                <a:gd name="connsiteX4" fmla="*/ 90780 w 124276"/>
                <a:gd name="connsiteY4" fmla="*/ 86 h 167145"/>
                <a:gd name="connsiteX5" fmla="*/ 84185 w 124276"/>
                <a:gd name="connsiteY5" fmla="*/ 3558 h 167145"/>
                <a:gd name="connsiteX6" fmla="*/ 235 w 124276"/>
                <a:gd name="connsiteY6" fmla="*/ 117633 h 167145"/>
                <a:gd name="connsiteX7" fmla="*/ 235 w 124276"/>
                <a:gd name="connsiteY7" fmla="*/ 126561 h 167145"/>
                <a:gd name="connsiteX8" fmla="*/ 74801 w 124276"/>
                <a:gd name="connsiteY8" fmla="*/ 126561 h 167145"/>
                <a:gd name="connsiteX9" fmla="*/ 74801 w 124276"/>
                <a:gd name="connsiteY9" fmla="*/ 146896 h 167145"/>
                <a:gd name="connsiteX10" fmla="*/ 54257 w 124276"/>
                <a:gd name="connsiteY10" fmla="*/ 158304 h 167145"/>
                <a:gd name="connsiteX11" fmla="*/ 47409 w 124276"/>
                <a:gd name="connsiteY11" fmla="*/ 158304 h 167145"/>
                <a:gd name="connsiteX12" fmla="*/ 47409 w 124276"/>
                <a:gd name="connsiteY12" fmla="*/ 167231 h 167145"/>
                <a:gd name="connsiteX13" fmla="*/ 85453 w 124276"/>
                <a:gd name="connsiteY13" fmla="*/ 166240 h 167145"/>
                <a:gd name="connsiteX14" fmla="*/ 123751 w 124276"/>
                <a:gd name="connsiteY14" fmla="*/ 167231 h 167145"/>
                <a:gd name="connsiteX15" fmla="*/ 123751 w 124276"/>
                <a:gd name="connsiteY15" fmla="*/ 158304 h 167145"/>
                <a:gd name="connsiteX16" fmla="*/ 116903 w 124276"/>
                <a:gd name="connsiteY16" fmla="*/ 158304 h 167145"/>
                <a:gd name="connsiteX17" fmla="*/ 96359 w 124276"/>
                <a:gd name="connsiteY17" fmla="*/ 146896 h 167145"/>
                <a:gd name="connsiteX18" fmla="*/ 96359 w 124276"/>
                <a:gd name="connsiteY18" fmla="*/ 126561 h 167145"/>
                <a:gd name="connsiteX19" fmla="*/ 124512 w 124276"/>
                <a:gd name="connsiteY19" fmla="*/ 126561 h 167145"/>
                <a:gd name="connsiteX20" fmla="*/ 76576 w 124276"/>
                <a:gd name="connsiteY20" fmla="*/ 26869 h 167145"/>
                <a:gd name="connsiteX21" fmla="*/ 76576 w 124276"/>
                <a:gd name="connsiteY21" fmla="*/ 117633 h 167145"/>
                <a:gd name="connsiteX22" fmla="*/ 9619 w 124276"/>
                <a:gd name="connsiteY22" fmla="*/ 117633 h 167145"/>
                <a:gd name="connsiteX23" fmla="*/ 76576 w 124276"/>
                <a:gd name="connsiteY23" fmla="*/ 26869 h 167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4276" h="167145">
                  <a:moveTo>
                    <a:pt x="124512" y="126561"/>
                  </a:moveTo>
                  <a:lnTo>
                    <a:pt x="124512" y="117633"/>
                  </a:lnTo>
                  <a:lnTo>
                    <a:pt x="96359" y="117633"/>
                  </a:lnTo>
                  <a:lnTo>
                    <a:pt x="96359" y="7030"/>
                  </a:lnTo>
                  <a:cubicBezTo>
                    <a:pt x="96359" y="1822"/>
                    <a:pt x="96359" y="86"/>
                    <a:pt x="90780" y="86"/>
                  </a:cubicBezTo>
                  <a:cubicBezTo>
                    <a:pt x="87736" y="86"/>
                    <a:pt x="86721" y="86"/>
                    <a:pt x="84185" y="3558"/>
                  </a:cubicBezTo>
                  <a:lnTo>
                    <a:pt x="235" y="117633"/>
                  </a:lnTo>
                  <a:lnTo>
                    <a:pt x="235" y="126561"/>
                  </a:lnTo>
                  <a:lnTo>
                    <a:pt x="74801" y="126561"/>
                  </a:lnTo>
                  <a:lnTo>
                    <a:pt x="74801" y="146896"/>
                  </a:lnTo>
                  <a:cubicBezTo>
                    <a:pt x="74801" y="155328"/>
                    <a:pt x="74801" y="158304"/>
                    <a:pt x="54257" y="158304"/>
                  </a:cubicBezTo>
                  <a:lnTo>
                    <a:pt x="47409" y="158304"/>
                  </a:lnTo>
                  <a:lnTo>
                    <a:pt x="47409" y="167231"/>
                  </a:lnTo>
                  <a:cubicBezTo>
                    <a:pt x="60091" y="166735"/>
                    <a:pt x="76323" y="166240"/>
                    <a:pt x="85453" y="166240"/>
                  </a:cubicBezTo>
                  <a:cubicBezTo>
                    <a:pt x="94838" y="166240"/>
                    <a:pt x="111070" y="166735"/>
                    <a:pt x="123751" y="167231"/>
                  </a:cubicBezTo>
                  <a:lnTo>
                    <a:pt x="123751" y="158304"/>
                  </a:lnTo>
                  <a:lnTo>
                    <a:pt x="116903" y="158304"/>
                  </a:lnTo>
                  <a:cubicBezTo>
                    <a:pt x="96359" y="158304"/>
                    <a:pt x="96359" y="155328"/>
                    <a:pt x="96359" y="146896"/>
                  </a:cubicBezTo>
                  <a:lnTo>
                    <a:pt x="96359" y="126561"/>
                  </a:lnTo>
                  <a:lnTo>
                    <a:pt x="124512" y="126561"/>
                  </a:lnTo>
                  <a:close/>
                  <a:moveTo>
                    <a:pt x="76576" y="26869"/>
                  </a:moveTo>
                  <a:lnTo>
                    <a:pt x="76576" y="117633"/>
                  </a:lnTo>
                  <a:lnTo>
                    <a:pt x="9619" y="117633"/>
                  </a:lnTo>
                  <a:lnTo>
                    <a:pt x="76576" y="26869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58" name="Group 957" descr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 title="IguanaTex Vector Display">
            <a:extLst>
              <a:ext uri="{FF2B5EF4-FFF2-40B4-BE49-F238E27FC236}">
                <a16:creationId xmlns:a16="http://schemas.microsoft.com/office/drawing/2014/main" id="{B014BD66-FEB4-BA5E-7917-450FCEFF7132}"/>
              </a:ext>
            </a:extLst>
          </p:cNvPr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884210" y="4910494"/>
            <a:ext cx="379250" cy="214688"/>
            <a:chOff x="11071685" y="5789511"/>
            <a:chExt cx="379250" cy="214688"/>
          </a:xfrm>
        </p:grpSpPr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57CD6714-088E-16EE-C389-B0EE48ED5B10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1071685" y="57895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986802D8-AFF5-BC20-7458-D53F1B8624D0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1334267" y="5834574"/>
              <a:ext cx="116668" cy="169625"/>
            </a:xfrm>
            <a:custGeom>
              <a:avLst/>
              <a:gdLst>
                <a:gd name="connsiteX0" fmla="*/ 55779 w 116668"/>
                <a:gd name="connsiteY0" fmla="*/ 81923 h 169625"/>
                <a:gd name="connsiteX1" fmla="*/ 89765 w 116668"/>
                <a:gd name="connsiteY1" fmla="*/ 121849 h 169625"/>
                <a:gd name="connsiteX2" fmla="*/ 56794 w 116668"/>
                <a:gd name="connsiteY2" fmla="*/ 161776 h 169625"/>
                <a:gd name="connsiteX3" fmla="*/ 13677 w 116668"/>
                <a:gd name="connsiteY3" fmla="*/ 144416 h 169625"/>
                <a:gd name="connsiteX4" fmla="*/ 28387 w 116668"/>
                <a:gd name="connsiteY4" fmla="*/ 130529 h 169625"/>
                <a:gd name="connsiteX5" fmla="*/ 14438 w 116668"/>
                <a:gd name="connsiteY5" fmla="*/ 116889 h 169625"/>
                <a:gd name="connsiteX6" fmla="*/ 235 w 116668"/>
                <a:gd name="connsiteY6" fmla="*/ 131273 h 169625"/>
                <a:gd name="connsiteX7" fmla="*/ 57301 w 116668"/>
                <a:gd name="connsiteY7" fmla="*/ 169711 h 169625"/>
                <a:gd name="connsiteX8" fmla="*/ 116903 w 116668"/>
                <a:gd name="connsiteY8" fmla="*/ 121849 h 169625"/>
                <a:gd name="connsiteX9" fmla="*/ 72772 w 116668"/>
                <a:gd name="connsiteY9" fmla="*/ 77459 h 169625"/>
                <a:gd name="connsiteX10" fmla="*/ 109041 w 116668"/>
                <a:gd name="connsiteY10" fmla="*/ 34309 h 169625"/>
                <a:gd name="connsiteX11" fmla="*/ 57808 w 116668"/>
                <a:gd name="connsiteY11" fmla="*/ 86 h 169625"/>
                <a:gd name="connsiteX12" fmla="*/ 8097 w 116668"/>
                <a:gd name="connsiteY12" fmla="*/ 33317 h 169625"/>
                <a:gd name="connsiteX13" fmla="*/ 21286 w 116668"/>
                <a:gd name="connsiteY13" fmla="*/ 46460 h 169625"/>
                <a:gd name="connsiteX14" fmla="*/ 34221 w 116668"/>
                <a:gd name="connsiteY14" fmla="*/ 33813 h 169625"/>
                <a:gd name="connsiteX15" fmla="*/ 21286 w 116668"/>
                <a:gd name="connsiteY15" fmla="*/ 20917 h 169625"/>
                <a:gd name="connsiteX16" fmla="*/ 57047 w 116668"/>
                <a:gd name="connsiteY16" fmla="*/ 7278 h 169625"/>
                <a:gd name="connsiteX17" fmla="*/ 84439 w 116668"/>
                <a:gd name="connsiteY17" fmla="*/ 34309 h 169625"/>
                <a:gd name="connsiteX18" fmla="*/ 74294 w 116668"/>
                <a:gd name="connsiteY18" fmla="*/ 63820 h 169625"/>
                <a:gd name="connsiteX19" fmla="*/ 46141 w 116668"/>
                <a:gd name="connsiteY19" fmla="*/ 74483 h 169625"/>
                <a:gd name="connsiteX20" fmla="*/ 38025 w 116668"/>
                <a:gd name="connsiteY20" fmla="*/ 75227 h 169625"/>
                <a:gd name="connsiteX21" fmla="*/ 35489 w 116668"/>
                <a:gd name="connsiteY21" fmla="*/ 78451 h 169625"/>
                <a:gd name="connsiteX22" fmla="*/ 42083 w 116668"/>
                <a:gd name="connsiteY22" fmla="*/ 81923 h 169625"/>
                <a:gd name="connsiteX23" fmla="*/ 55779 w 116668"/>
                <a:gd name="connsiteY23" fmla="*/ 81923 h 169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6668" h="169625">
                  <a:moveTo>
                    <a:pt x="55779" y="81923"/>
                  </a:moveTo>
                  <a:cubicBezTo>
                    <a:pt x="75562" y="81923"/>
                    <a:pt x="89765" y="95314"/>
                    <a:pt x="89765" y="121849"/>
                  </a:cubicBezTo>
                  <a:cubicBezTo>
                    <a:pt x="89765" y="152600"/>
                    <a:pt x="71504" y="161776"/>
                    <a:pt x="56794" y="161776"/>
                  </a:cubicBezTo>
                  <a:cubicBezTo>
                    <a:pt x="46649" y="161776"/>
                    <a:pt x="24329" y="159048"/>
                    <a:pt x="13677" y="144416"/>
                  </a:cubicBezTo>
                  <a:cubicBezTo>
                    <a:pt x="25598" y="143920"/>
                    <a:pt x="28387" y="135737"/>
                    <a:pt x="28387" y="130529"/>
                  </a:cubicBezTo>
                  <a:cubicBezTo>
                    <a:pt x="28387" y="122593"/>
                    <a:pt x="22300" y="116889"/>
                    <a:pt x="14438" y="116889"/>
                  </a:cubicBezTo>
                  <a:cubicBezTo>
                    <a:pt x="7336" y="116889"/>
                    <a:pt x="235" y="121105"/>
                    <a:pt x="235" y="131273"/>
                  </a:cubicBezTo>
                  <a:cubicBezTo>
                    <a:pt x="235" y="154584"/>
                    <a:pt x="26612" y="169711"/>
                    <a:pt x="57301" y="169711"/>
                  </a:cubicBezTo>
                  <a:cubicBezTo>
                    <a:pt x="92555" y="169711"/>
                    <a:pt x="116903" y="146648"/>
                    <a:pt x="116903" y="121849"/>
                  </a:cubicBezTo>
                  <a:cubicBezTo>
                    <a:pt x="116903" y="102506"/>
                    <a:pt x="100671" y="83163"/>
                    <a:pt x="72772" y="77459"/>
                  </a:cubicBezTo>
                  <a:cubicBezTo>
                    <a:pt x="99403" y="68035"/>
                    <a:pt x="109041" y="49436"/>
                    <a:pt x="109041" y="34309"/>
                  </a:cubicBezTo>
                  <a:cubicBezTo>
                    <a:pt x="109041" y="14718"/>
                    <a:pt x="85961" y="86"/>
                    <a:pt x="57808" y="86"/>
                  </a:cubicBezTo>
                  <a:cubicBezTo>
                    <a:pt x="29656" y="86"/>
                    <a:pt x="8097" y="13478"/>
                    <a:pt x="8097" y="33317"/>
                  </a:cubicBezTo>
                  <a:cubicBezTo>
                    <a:pt x="8097" y="41748"/>
                    <a:pt x="13677" y="46460"/>
                    <a:pt x="21286" y="46460"/>
                  </a:cubicBezTo>
                  <a:cubicBezTo>
                    <a:pt x="29148" y="46460"/>
                    <a:pt x="34221" y="40757"/>
                    <a:pt x="34221" y="33813"/>
                  </a:cubicBezTo>
                  <a:cubicBezTo>
                    <a:pt x="34221" y="26621"/>
                    <a:pt x="29148" y="21413"/>
                    <a:pt x="21286" y="20917"/>
                  </a:cubicBezTo>
                  <a:cubicBezTo>
                    <a:pt x="30163" y="10006"/>
                    <a:pt x="47663" y="7278"/>
                    <a:pt x="57047" y="7278"/>
                  </a:cubicBezTo>
                  <a:cubicBezTo>
                    <a:pt x="68460" y="7278"/>
                    <a:pt x="84439" y="12734"/>
                    <a:pt x="84439" y="34309"/>
                  </a:cubicBezTo>
                  <a:cubicBezTo>
                    <a:pt x="84439" y="44724"/>
                    <a:pt x="80888" y="56132"/>
                    <a:pt x="74294" y="63820"/>
                  </a:cubicBezTo>
                  <a:cubicBezTo>
                    <a:pt x="65924" y="73243"/>
                    <a:pt x="58823" y="73739"/>
                    <a:pt x="46141" y="74483"/>
                  </a:cubicBezTo>
                  <a:cubicBezTo>
                    <a:pt x="39801" y="74979"/>
                    <a:pt x="39293" y="74979"/>
                    <a:pt x="38025" y="75227"/>
                  </a:cubicBezTo>
                  <a:cubicBezTo>
                    <a:pt x="37518" y="75227"/>
                    <a:pt x="35489" y="75723"/>
                    <a:pt x="35489" y="78451"/>
                  </a:cubicBezTo>
                  <a:cubicBezTo>
                    <a:pt x="35489" y="81923"/>
                    <a:pt x="37772" y="81923"/>
                    <a:pt x="42083" y="81923"/>
                  </a:cubicBezTo>
                  <a:lnTo>
                    <a:pt x="55779" y="81923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sp>
        <p:nvSpPr>
          <p:cNvPr id="606" name="Freeform: Shape 605">
            <a:extLst>
              <a:ext uri="{FF2B5EF4-FFF2-40B4-BE49-F238E27FC236}">
                <a16:creationId xmlns:a16="http://schemas.microsoft.com/office/drawing/2014/main" id="{7D1E80EC-4472-18D1-7E8F-6049E8E64E8A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660119" y="3336083"/>
            <a:ext cx="263128" cy="312498"/>
          </a:xfrm>
          <a:custGeom>
            <a:avLst/>
            <a:gdLst>
              <a:gd name="connsiteX0" fmla="*/ 187762 w 263128"/>
              <a:gd name="connsiteY0" fmla="*/ 238227 h 312498"/>
              <a:gd name="connsiteX1" fmla="*/ 261268 w 263128"/>
              <a:gd name="connsiteY1" fmla="*/ 125643 h 312498"/>
              <a:gd name="connsiteX2" fmla="*/ 130947 w 263128"/>
              <a:gd name="connsiteY2" fmla="*/ 82 h 312498"/>
              <a:gd name="connsiteX3" fmla="*/ 270 w 263128"/>
              <a:gd name="connsiteY3" fmla="*/ 125643 h 312498"/>
              <a:gd name="connsiteX4" fmla="*/ 130947 w 263128"/>
              <a:gd name="connsiteY4" fmla="*/ 248398 h 312498"/>
              <a:gd name="connsiteX5" fmla="*/ 164681 w 263128"/>
              <a:gd name="connsiteY5" fmla="*/ 245241 h 312498"/>
              <a:gd name="connsiteX6" fmla="*/ 214750 w 263128"/>
              <a:gd name="connsiteY6" fmla="*/ 312581 h 312498"/>
              <a:gd name="connsiteX7" fmla="*/ 263399 w 263128"/>
              <a:gd name="connsiteY7" fmla="*/ 247346 h 312498"/>
              <a:gd name="connsiteX8" fmla="*/ 257007 w 263128"/>
              <a:gd name="connsiteY8" fmla="*/ 238227 h 312498"/>
              <a:gd name="connsiteX9" fmla="*/ 250615 w 263128"/>
              <a:gd name="connsiteY9" fmla="*/ 245241 h 312498"/>
              <a:gd name="connsiteX10" fmla="*/ 220432 w 263128"/>
              <a:gd name="connsiteY10" fmla="*/ 258920 h 312498"/>
              <a:gd name="connsiteX11" fmla="*/ 187762 w 263128"/>
              <a:gd name="connsiteY11" fmla="*/ 238227 h 312498"/>
              <a:gd name="connsiteX12" fmla="*/ 97212 w 263128"/>
              <a:gd name="connsiteY12" fmla="*/ 226653 h 312498"/>
              <a:gd name="connsiteX13" fmla="*/ 52470 w 263128"/>
              <a:gd name="connsiteY13" fmla="*/ 125292 h 312498"/>
              <a:gd name="connsiteX14" fmla="*/ 65608 w 263128"/>
              <a:gd name="connsiteY14" fmla="*/ 53042 h 312498"/>
              <a:gd name="connsiteX15" fmla="*/ 130591 w 263128"/>
              <a:gd name="connsiteY15" fmla="*/ 14111 h 312498"/>
              <a:gd name="connsiteX16" fmla="*/ 194509 w 263128"/>
              <a:gd name="connsiteY16" fmla="*/ 50938 h 312498"/>
              <a:gd name="connsiteX17" fmla="*/ 209068 w 263128"/>
              <a:gd name="connsiteY17" fmla="*/ 125292 h 312498"/>
              <a:gd name="connsiteX18" fmla="*/ 174979 w 263128"/>
              <a:gd name="connsiteY18" fmla="*/ 220340 h 312498"/>
              <a:gd name="connsiteX19" fmla="*/ 130591 w 263128"/>
              <a:gd name="connsiteY19" fmla="*/ 190177 h 312498"/>
              <a:gd name="connsiteX20" fmla="*/ 96147 w 263128"/>
              <a:gd name="connsiteY20" fmla="*/ 218937 h 312498"/>
              <a:gd name="connsiteX21" fmla="*/ 97212 w 263128"/>
              <a:gd name="connsiteY21" fmla="*/ 226653 h 312498"/>
              <a:gd name="connsiteX22" fmla="*/ 160065 w 263128"/>
              <a:gd name="connsiteY22" fmla="*/ 228757 h 312498"/>
              <a:gd name="connsiteX23" fmla="*/ 130947 w 263128"/>
              <a:gd name="connsiteY23" fmla="*/ 234369 h 312498"/>
              <a:gd name="connsiteX24" fmla="*/ 108930 w 263128"/>
              <a:gd name="connsiteY24" fmla="*/ 218937 h 312498"/>
              <a:gd name="connsiteX25" fmla="*/ 130947 w 263128"/>
              <a:gd name="connsiteY25" fmla="*/ 202803 h 312498"/>
              <a:gd name="connsiteX26" fmla="*/ 160065 w 263128"/>
              <a:gd name="connsiteY26" fmla="*/ 228757 h 312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63128" h="312498">
                <a:moveTo>
                  <a:pt x="187762" y="238227"/>
                </a:moveTo>
                <a:cubicBezTo>
                  <a:pt x="245999" y="215780"/>
                  <a:pt x="261268" y="163872"/>
                  <a:pt x="261268" y="125643"/>
                </a:cubicBezTo>
                <a:cubicBezTo>
                  <a:pt x="261268" y="49886"/>
                  <a:pt x="209779" y="82"/>
                  <a:pt x="130947" y="82"/>
                </a:cubicBezTo>
                <a:cubicBezTo>
                  <a:pt x="49629" y="82"/>
                  <a:pt x="270" y="51990"/>
                  <a:pt x="270" y="125643"/>
                </a:cubicBezTo>
                <a:cubicBezTo>
                  <a:pt x="270" y="197192"/>
                  <a:pt x="48563" y="248398"/>
                  <a:pt x="130947" y="248398"/>
                </a:cubicBezTo>
                <a:cubicBezTo>
                  <a:pt x="138759" y="248398"/>
                  <a:pt x="150477" y="248047"/>
                  <a:pt x="164681" y="245241"/>
                </a:cubicBezTo>
                <a:cubicBezTo>
                  <a:pt x="174624" y="284874"/>
                  <a:pt x="181726" y="312581"/>
                  <a:pt x="214750" y="312581"/>
                </a:cubicBezTo>
                <a:cubicBezTo>
                  <a:pt x="250970" y="312581"/>
                  <a:pt x="263399" y="271195"/>
                  <a:pt x="263399" y="247346"/>
                </a:cubicBezTo>
                <a:cubicBezTo>
                  <a:pt x="263399" y="244540"/>
                  <a:pt x="263399" y="238227"/>
                  <a:pt x="257007" y="238227"/>
                </a:cubicBezTo>
                <a:cubicBezTo>
                  <a:pt x="251680" y="238227"/>
                  <a:pt x="250970" y="242786"/>
                  <a:pt x="250615" y="245241"/>
                </a:cubicBezTo>
                <a:cubicBezTo>
                  <a:pt x="248484" y="258569"/>
                  <a:pt x="226468" y="258920"/>
                  <a:pt x="220432" y="258920"/>
                </a:cubicBezTo>
                <a:cubicBezTo>
                  <a:pt x="212264" y="258920"/>
                  <a:pt x="201611" y="258920"/>
                  <a:pt x="187762" y="238227"/>
                </a:cubicBezTo>
                <a:close/>
                <a:moveTo>
                  <a:pt x="97212" y="226653"/>
                </a:moveTo>
                <a:cubicBezTo>
                  <a:pt x="53535" y="205960"/>
                  <a:pt x="52470" y="152649"/>
                  <a:pt x="52470" y="125292"/>
                </a:cubicBezTo>
                <a:cubicBezTo>
                  <a:pt x="52470" y="111263"/>
                  <a:pt x="52470" y="77944"/>
                  <a:pt x="65608" y="53042"/>
                </a:cubicBezTo>
                <a:cubicBezTo>
                  <a:pt x="84073" y="19372"/>
                  <a:pt x="114612" y="14111"/>
                  <a:pt x="130591" y="14111"/>
                </a:cubicBezTo>
                <a:cubicBezTo>
                  <a:pt x="149767" y="14111"/>
                  <a:pt x="177465" y="21126"/>
                  <a:pt x="194509" y="50938"/>
                </a:cubicBezTo>
                <a:cubicBezTo>
                  <a:pt x="208003" y="74437"/>
                  <a:pt x="209068" y="104599"/>
                  <a:pt x="209068" y="125292"/>
                </a:cubicBezTo>
                <a:cubicBezTo>
                  <a:pt x="209068" y="144933"/>
                  <a:pt x="209068" y="197192"/>
                  <a:pt x="174979" y="220340"/>
                </a:cubicBezTo>
                <a:cubicBezTo>
                  <a:pt x="167167" y="208766"/>
                  <a:pt x="154383" y="190177"/>
                  <a:pt x="130591" y="190177"/>
                </a:cubicBezTo>
                <a:cubicBezTo>
                  <a:pt x="112481" y="190177"/>
                  <a:pt x="96147" y="202102"/>
                  <a:pt x="96147" y="218937"/>
                </a:cubicBezTo>
                <a:cubicBezTo>
                  <a:pt x="96147" y="221041"/>
                  <a:pt x="96502" y="224899"/>
                  <a:pt x="97212" y="226653"/>
                </a:cubicBezTo>
                <a:close/>
                <a:moveTo>
                  <a:pt x="160065" y="228757"/>
                </a:moveTo>
                <a:cubicBezTo>
                  <a:pt x="151187" y="232615"/>
                  <a:pt x="140534" y="234369"/>
                  <a:pt x="130947" y="234369"/>
                </a:cubicBezTo>
                <a:cubicBezTo>
                  <a:pt x="111416" y="234369"/>
                  <a:pt x="108930" y="223145"/>
                  <a:pt x="108930" y="218937"/>
                </a:cubicBezTo>
                <a:cubicBezTo>
                  <a:pt x="108930" y="209467"/>
                  <a:pt x="119228" y="202803"/>
                  <a:pt x="130947" y="202803"/>
                </a:cubicBezTo>
                <a:cubicBezTo>
                  <a:pt x="140889" y="202803"/>
                  <a:pt x="152963" y="206661"/>
                  <a:pt x="160065" y="228757"/>
                </a:cubicBez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grpSp>
        <p:nvGrpSpPr>
          <p:cNvPr id="735" name="Group 734">
            <a:extLst>
              <a:ext uri="{FF2B5EF4-FFF2-40B4-BE49-F238E27FC236}">
                <a16:creationId xmlns:a16="http://schemas.microsoft.com/office/drawing/2014/main" id="{AFFAD2DE-4547-44B6-490B-3B51AC436D4D}"/>
              </a:ext>
            </a:extLst>
          </p:cNvPr>
          <p:cNvGrpSpPr/>
          <p:nvPr/>
        </p:nvGrpSpPr>
        <p:grpSpPr>
          <a:xfrm>
            <a:off x="3143983" y="4827338"/>
            <a:ext cx="1317874" cy="381000"/>
            <a:chOff x="3726310" y="4827338"/>
            <a:chExt cx="1317874" cy="381000"/>
          </a:xfrm>
        </p:grpSpPr>
        <p:sp>
          <p:nvSpPr>
            <p:cNvPr id="608" name="Rounded Rectangle 7 1">
              <a:extLst>
                <a:ext uri="{FF2B5EF4-FFF2-40B4-BE49-F238E27FC236}">
                  <a16:creationId xmlns:a16="http://schemas.microsoft.com/office/drawing/2014/main" id="{AD4A51CD-9B3E-2A90-8414-06082BCB4FF5}"/>
                </a:ext>
              </a:extLst>
            </p:cNvPr>
            <p:cNvSpPr/>
            <p:nvPr/>
          </p:nvSpPr>
          <p:spPr>
            <a:xfrm rot="5400000">
              <a:off x="4194747" y="435890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392921E7-9096-7C35-337D-76A1167C1DAD}"/>
                </a:ext>
              </a:extLst>
            </p:cNvPr>
            <p:cNvSpPr/>
            <p:nvPr/>
          </p:nvSpPr>
          <p:spPr>
            <a:xfrm rot="5400000">
              <a:off x="4640710" y="490353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1" name="Oval 610">
              <a:extLst>
                <a:ext uri="{FF2B5EF4-FFF2-40B4-BE49-F238E27FC236}">
                  <a16:creationId xmlns:a16="http://schemas.microsoft.com/office/drawing/2014/main" id="{BAFF8B30-333D-4B89-6DB7-E0CCB5FFE921}"/>
                </a:ext>
              </a:extLst>
            </p:cNvPr>
            <p:cNvSpPr/>
            <p:nvPr/>
          </p:nvSpPr>
          <p:spPr>
            <a:xfrm rot="5400000">
              <a:off x="4259710" y="490353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2" name="Oval 611">
              <a:extLst>
                <a:ext uri="{FF2B5EF4-FFF2-40B4-BE49-F238E27FC236}">
                  <a16:creationId xmlns:a16="http://schemas.microsoft.com/office/drawing/2014/main" id="{F560265D-E0C2-C524-7C0D-1335D4F53F1B}"/>
                </a:ext>
              </a:extLst>
            </p:cNvPr>
            <p:cNvSpPr/>
            <p:nvPr/>
          </p:nvSpPr>
          <p:spPr>
            <a:xfrm rot="5400000">
              <a:off x="3878710" y="490353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564DEA41-45A4-C816-2DCC-48136AA4CB5A}"/>
              </a:ext>
            </a:extLst>
          </p:cNvPr>
          <p:cNvGrpSpPr/>
          <p:nvPr/>
        </p:nvGrpSpPr>
        <p:grpSpPr>
          <a:xfrm>
            <a:off x="3143983" y="4349818"/>
            <a:ext cx="1317874" cy="381000"/>
            <a:chOff x="3726310" y="4349818"/>
            <a:chExt cx="1317874" cy="381000"/>
          </a:xfrm>
        </p:grpSpPr>
        <p:sp>
          <p:nvSpPr>
            <p:cNvPr id="614" name="Rounded Rectangle 49">
              <a:extLst>
                <a:ext uri="{FF2B5EF4-FFF2-40B4-BE49-F238E27FC236}">
                  <a16:creationId xmlns:a16="http://schemas.microsoft.com/office/drawing/2014/main" id="{5F77189A-8A2B-B8D8-C167-5D6C767F4909}"/>
                </a:ext>
              </a:extLst>
            </p:cNvPr>
            <p:cNvSpPr/>
            <p:nvPr/>
          </p:nvSpPr>
          <p:spPr>
            <a:xfrm rot="5400000">
              <a:off x="4194747" y="388138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6" name="Oval 615">
              <a:extLst>
                <a:ext uri="{FF2B5EF4-FFF2-40B4-BE49-F238E27FC236}">
                  <a16:creationId xmlns:a16="http://schemas.microsoft.com/office/drawing/2014/main" id="{A691F041-5055-0D05-2756-4D7D9CDC23E9}"/>
                </a:ext>
              </a:extLst>
            </p:cNvPr>
            <p:cNvSpPr/>
            <p:nvPr/>
          </p:nvSpPr>
          <p:spPr>
            <a:xfrm rot="5400000">
              <a:off x="4640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91D558DB-6A83-9B99-D6E0-A5A1296BC38F}"/>
                </a:ext>
              </a:extLst>
            </p:cNvPr>
            <p:cNvSpPr/>
            <p:nvPr/>
          </p:nvSpPr>
          <p:spPr>
            <a:xfrm rot="5400000">
              <a:off x="4259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8" name="Oval 617">
              <a:extLst>
                <a:ext uri="{FF2B5EF4-FFF2-40B4-BE49-F238E27FC236}">
                  <a16:creationId xmlns:a16="http://schemas.microsoft.com/office/drawing/2014/main" id="{CA957F41-FDC6-8A6E-D702-7FB83D25E783}"/>
                </a:ext>
              </a:extLst>
            </p:cNvPr>
            <p:cNvSpPr/>
            <p:nvPr/>
          </p:nvSpPr>
          <p:spPr>
            <a:xfrm rot="5400000">
              <a:off x="3878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3" name="Group 732">
            <a:extLst>
              <a:ext uri="{FF2B5EF4-FFF2-40B4-BE49-F238E27FC236}">
                <a16:creationId xmlns:a16="http://schemas.microsoft.com/office/drawing/2014/main" id="{01D2906B-FD04-5F18-43EF-F9897E8BC0AA}"/>
              </a:ext>
            </a:extLst>
          </p:cNvPr>
          <p:cNvGrpSpPr/>
          <p:nvPr/>
        </p:nvGrpSpPr>
        <p:grpSpPr>
          <a:xfrm>
            <a:off x="3143983" y="3872298"/>
            <a:ext cx="1317874" cy="381000"/>
            <a:chOff x="3726310" y="3872298"/>
            <a:chExt cx="1317874" cy="381000"/>
          </a:xfrm>
        </p:grpSpPr>
        <p:sp>
          <p:nvSpPr>
            <p:cNvPr id="620" name="Rounded Rectangle 29">
              <a:extLst>
                <a:ext uri="{FF2B5EF4-FFF2-40B4-BE49-F238E27FC236}">
                  <a16:creationId xmlns:a16="http://schemas.microsoft.com/office/drawing/2014/main" id="{587A6442-9F99-82DB-AABE-2B60EA815DB3}"/>
                </a:ext>
              </a:extLst>
            </p:cNvPr>
            <p:cNvSpPr/>
            <p:nvPr/>
          </p:nvSpPr>
          <p:spPr>
            <a:xfrm rot="5400000">
              <a:off x="4194747" y="340386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18" name="Oval 717">
              <a:extLst>
                <a:ext uri="{FF2B5EF4-FFF2-40B4-BE49-F238E27FC236}">
                  <a16:creationId xmlns:a16="http://schemas.microsoft.com/office/drawing/2014/main" id="{8C478475-C9CF-FD51-8477-DA99CA359342}"/>
                </a:ext>
              </a:extLst>
            </p:cNvPr>
            <p:cNvSpPr/>
            <p:nvPr/>
          </p:nvSpPr>
          <p:spPr>
            <a:xfrm rot="5400000">
              <a:off x="4640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19" name="Oval 718">
              <a:extLst>
                <a:ext uri="{FF2B5EF4-FFF2-40B4-BE49-F238E27FC236}">
                  <a16:creationId xmlns:a16="http://schemas.microsoft.com/office/drawing/2014/main" id="{008BF470-9700-BD37-111E-D4B86022CEA9}"/>
                </a:ext>
              </a:extLst>
            </p:cNvPr>
            <p:cNvSpPr/>
            <p:nvPr/>
          </p:nvSpPr>
          <p:spPr>
            <a:xfrm rot="5400000">
              <a:off x="4259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0" name="Oval 719">
              <a:extLst>
                <a:ext uri="{FF2B5EF4-FFF2-40B4-BE49-F238E27FC236}">
                  <a16:creationId xmlns:a16="http://schemas.microsoft.com/office/drawing/2014/main" id="{96C34251-8A0C-52D4-FEFA-7EB6F1203BF3}"/>
                </a:ext>
              </a:extLst>
            </p:cNvPr>
            <p:cNvSpPr/>
            <p:nvPr/>
          </p:nvSpPr>
          <p:spPr>
            <a:xfrm rot="5400000">
              <a:off x="3878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6" name="Group 735">
            <a:extLst>
              <a:ext uri="{FF2B5EF4-FFF2-40B4-BE49-F238E27FC236}">
                <a16:creationId xmlns:a16="http://schemas.microsoft.com/office/drawing/2014/main" id="{6A2C2880-733A-DC46-2C6E-2FADB1D365EC}"/>
              </a:ext>
            </a:extLst>
          </p:cNvPr>
          <p:cNvGrpSpPr/>
          <p:nvPr/>
        </p:nvGrpSpPr>
        <p:grpSpPr>
          <a:xfrm>
            <a:off x="3143983" y="5304858"/>
            <a:ext cx="1317874" cy="381000"/>
            <a:chOff x="3726310" y="5304858"/>
            <a:chExt cx="1317874" cy="381000"/>
          </a:xfrm>
        </p:grpSpPr>
        <p:sp>
          <p:nvSpPr>
            <p:cNvPr id="722" name="Rounded Rectangle 7 2">
              <a:extLst>
                <a:ext uri="{FF2B5EF4-FFF2-40B4-BE49-F238E27FC236}">
                  <a16:creationId xmlns:a16="http://schemas.microsoft.com/office/drawing/2014/main" id="{6C17A48B-BCFA-743A-0D49-52340493EFBE}"/>
                </a:ext>
              </a:extLst>
            </p:cNvPr>
            <p:cNvSpPr/>
            <p:nvPr/>
          </p:nvSpPr>
          <p:spPr>
            <a:xfrm rot="5400000">
              <a:off x="4194747" y="483642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4" name="Oval 723">
              <a:extLst>
                <a:ext uri="{FF2B5EF4-FFF2-40B4-BE49-F238E27FC236}">
                  <a16:creationId xmlns:a16="http://schemas.microsoft.com/office/drawing/2014/main" id="{9BEA33DA-EB7B-6DB8-5A85-0F5D03CC04BC}"/>
                </a:ext>
              </a:extLst>
            </p:cNvPr>
            <p:cNvSpPr/>
            <p:nvPr/>
          </p:nvSpPr>
          <p:spPr>
            <a:xfrm rot="5400000">
              <a:off x="4640710" y="53810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5" name="Oval 724">
              <a:extLst>
                <a:ext uri="{FF2B5EF4-FFF2-40B4-BE49-F238E27FC236}">
                  <a16:creationId xmlns:a16="http://schemas.microsoft.com/office/drawing/2014/main" id="{029C9360-3E05-6E54-3403-EBFA0A4AC5D9}"/>
                </a:ext>
              </a:extLst>
            </p:cNvPr>
            <p:cNvSpPr/>
            <p:nvPr/>
          </p:nvSpPr>
          <p:spPr>
            <a:xfrm rot="5400000">
              <a:off x="4259710" y="53810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6" name="Oval 725">
              <a:extLst>
                <a:ext uri="{FF2B5EF4-FFF2-40B4-BE49-F238E27FC236}">
                  <a16:creationId xmlns:a16="http://schemas.microsoft.com/office/drawing/2014/main" id="{1A93D030-E63C-9DBB-24A4-B4104AC43D82}"/>
                </a:ext>
              </a:extLst>
            </p:cNvPr>
            <p:cNvSpPr/>
            <p:nvPr/>
          </p:nvSpPr>
          <p:spPr>
            <a:xfrm rot="5400000">
              <a:off x="3878710" y="53810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DC542C8A-EEBD-A82C-8E62-788081484638}"/>
              </a:ext>
            </a:extLst>
          </p:cNvPr>
          <p:cNvGrpSpPr/>
          <p:nvPr/>
        </p:nvGrpSpPr>
        <p:grpSpPr>
          <a:xfrm>
            <a:off x="4918083" y="3872298"/>
            <a:ext cx="906328" cy="381000"/>
            <a:chOff x="6096000" y="3874413"/>
            <a:chExt cx="906328" cy="381000"/>
          </a:xfrm>
        </p:grpSpPr>
        <p:sp>
          <p:nvSpPr>
            <p:cNvPr id="728" name="Rounded Rectangle 29">
              <a:extLst>
                <a:ext uri="{FF2B5EF4-FFF2-40B4-BE49-F238E27FC236}">
                  <a16:creationId xmlns:a16="http://schemas.microsoft.com/office/drawing/2014/main" id="{1583624B-3864-13E7-6784-24D42D72E66A}"/>
                </a:ext>
              </a:extLst>
            </p:cNvPr>
            <p:cNvSpPr/>
            <p:nvPr/>
          </p:nvSpPr>
          <p:spPr>
            <a:xfrm rot="5400000">
              <a:off x="6358664" y="3611749"/>
              <a:ext cx="381000" cy="906328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31" name="Oval 730">
              <a:extLst>
                <a:ext uri="{FF2B5EF4-FFF2-40B4-BE49-F238E27FC236}">
                  <a16:creationId xmlns:a16="http://schemas.microsoft.com/office/drawing/2014/main" id="{1BD65479-781F-9AE8-1EF8-53D9ED459A89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32" name="Oval 731">
              <a:extLst>
                <a:ext uri="{FF2B5EF4-FFF2-40B4-BE49-F238E27FC236}">
                  <a16:creationId xmlns:a16="http://schemas.microsoft.com/office/drawing/2014/main" id="{FAA7840B-6D61-5B62-A3F9-0948DE37A89C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8" name="Group 737">
            <a:extLst>
              <a:ext uri="{FF2B5EF4-FFF2-40B4-BE49-F238E27FC236}">
                <a16:creationId xmlns:a16="http://schemas.microsoft.com/office/drawing/2014/main" id="{84259E0A-D451-D31F-975E-FB726C512DCB}"/>
              </a:ext>
            </a:extLst>
          </p:cNvPr>
          <p:cNvGrpSpPr/>
          <p:nvPr/>
        </p:nvGrpSpPr>
        <p:grpSpPr>
          <a:xfrm>
            <a:off x="4916343" y="4346538"/>
            <a:ext cx="908067" cy="381000"/>
            <a:chOff x="6095999" y="3874413"/>
            <a:chExt cx="908067" cy="381000"/>
          </a:xfrm>
        </p:grpSpPr>
        <p:sp>
          <p:nvSpPr>
            <p:cNvPr id="739" name="Rounded Rectangle 29">
              <a:extLst>
                <a:ext uri="{FF2B5EF4-FFF2-40B4-BE49-F238E27FC236}">
                  <a16:creationId xmlns:a16="http://schemas.microsoft.com/office/drawing/2014/main" id="{E25679CF-9E94-B057-3131-2B035213903B}"/>
                </a:ext>
              </a:extLst>
            </p:cNvPr>
            <p:cNvSpPr/>
            <p:nvPr/>
          </p:nvSpPr>
          <p:spPr>
            <a:xfrm rot="5400000">
              <a:off x="6359533" y="3610879"/>
              <a:ext cx="381000" cy="908067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1" name="Oval 740">
              <a:extLst>
                <a:ext uri="{FF2B5EF4-FFF2-40B4-BE49-F238E27FC236}">
                  <a16:creationId xmlns:a16="http://schemas.microsoft.com/office/drawing/2014/main" id="{73BEAE9E-E654-1E87-42B7-88E51396DB12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2" name="Oval 741">
              <a:extLst>
                <a:ext uri="{FF2B5EF4-FFF2-40B4-BE49-F238E27FC236}">
                  <a16:creationId xmlns:a16="http://schemas.microsoft.com/office/drawing/2014/main" id="{0ADFD584-F8EC-AD72-F390-602C51BF3B63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43" name="Group 742">
            <a:extLst>
              <a:ext uri="{FF2B5EF4-FFF2-40B4-BE49-F238E27FC236}">
                <a16:creationId xmlns:a16="http://schemas.microsoft.com/office/drawing/2014/main" id="{659B0BD9-203A-54E0-0CBD-614495CD5DA6}"/>
              </a:ext>
            </a:extLst>
          </p:cNvPr>
          <p:cNvGrpSpPr/>
          <p:nvPr/>
        </p:nvGrpSpPr>
        <p:grpSpPr>
          <a:xfrm>
            <a:off x="4916343" y="4829412"/>
            <a:ext cx="908068" cy="381000"/>
            <a:chOff x="6096000" y="3874413"/>
            <a:chExt cx="908068" cy="381000"/>
          </a:xfrm>
        </p:grpSpPr>
        <p:sp>
          <p:nvSpPr>
            <p:cNvPr id="744" name="Rounded Rectangle 29">
              <a:extLst>
                <a:ext uri="{FF2B5EF4-FFF2-40B4-BE49-F238E27FC236}">
                  <a16:creationId xmlns:a16="http://schemas.microsoft.com/office/drawing/2014/main" id="{D924E850-3525-EDD9-BBFD-303FEEDC1490}"/>
                </a:ext>
              </a:extLst>
            </p:cNvPr>
            <p:cNvSpPr/>
            <p:nvPr/>
          </p:nvSpPr>
          <p:spPr>
            <a:xfrm rot="5400000">
              <a:off x="6359534" y="3610879"/>
              <a:ext cx="381000" cy="908068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6" name="Oval 745">
              <a:extLst>
                <a:ext uri="{FF2B5EF4-FFF2-40B4-BE49-F238E27FC236}">
                  <a16:creationId xmlns:a16="http://schemas.microsoft.com/office/drawing/2014/main" id="{8C9D3D17-BEBF-B9D4-E0F5-83494DD33E6D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7" name="Oval 746">
              <a:extLst>
                <a:ext uri="{FF2B5EF4-FFF2-40B4-BE49-F238E27FC236}">
                  <a16:creationId xmlns:a16="http://schemas.microsoft.com/office/drawing/2014/main" id="{98281C33-EFC9-53A6-5FC6-BE1EBA59AEE6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48" name="Group 747">
            <a:extLst>
              <a:ext uri="{FF2B5EF4-FFF2-40B4-BE49-F238E27FC236}">
                <a16:creationId xmlns:a16="http://schemas.microsoft.com/office/drawing/2014/main" id="{28D91CD9-70E1-7FDD-0392-390C96ABE086}"/>
              </a:ext>
            </a:extLst>
          </p:cNvPr>
          <p:cNvGrpSpPr/>
          <p:nvPr/>
        </p:nvGrpSpPr>
        <p:grpSpPr>
          <a:xfrm>
            <a:off x="4927579" y="5302743"/>
            <a:ext cx="896832" cy="381000"/>
            <a:chOff x="6096000" y="3874413"/>
            <a:chExt cx="896832" cy="381000"/>
          </a:xfrm>
        </p:grpSpPr>
        <p:sp>
          <p:nvSpPr>
            <p:cNvPr id="749" name="Rounded Rectangle 29">
              <a:extLst>
                <a:ext uri="{FF2B5EF4-FFF2-40B4-BE49-F238E27FC236}">
                  <a16:creationId xmlns:a16="http://schemas.microsoft.com/office/drawing/2014/main" id="{7198D5E4-6FC8-446B-BE1D-429D4A46264C}"/>
                </a:ext>
              </a:extLst>
            </p:cNvPr>
            <p:cNvSpPr/>
            <p:nvPr/>
          </p:nvSpPr>
          <p:spPr>
            <a:xfrm rot="5400000">
              <a:off x="6353916" y="3616497"/>
              <a:ext cx="381000" cy="896832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51" name="Oval 750">
              <a:extLst>
                <a:ext uri="{FF2B5EF4-FFF2-40B4-BE49-F238E27FC236}">
                  <a16:creationId xmlns:a16="http://schemas.microsoft.com/office/drawing/2014/main" id="{67738C8B-1AB2-6F6A-7DF5-D4E3F4C5808B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52" name="Oval 751">
              <a:extLst>
                <a:ext uri="{FF2B5EF4-FFF2-40B4-BE49-F238E27FC236}">
                  <a16:creationId xmlns:a16="http://schemas.microsoft.com/office/drawing/2014/main" id="{2BA363CC-8368-1AD3-E3A6-EED902E16C96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A40642D-1156-BC0F-0133-0E6A2964B5B1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863762" y="3321875"/>
            <a:ext cx="288695" cy="240599"/>
          </a:xfrm>
          <a:custGeom>
            <a:avLst/>
            <a:gdLst>
              <a:gd name="connsiteX0" fmla="*/ 158629 w 288695"/>
              <a:gd name="connsiteY0" fmla="*/ 93025 h 240599"/>
              <a:gd name="connsiteX1" fmla="*/ 243852 w 288695"/>
              <a:gd name="connsiteY1" fmla="*/ 22880 h 240599"/>
              <a:gd name="connsiteX2" fmla="*/ 277232 w 288695"/>
              <a:gd name="connsiteY2" fmla="*/ 16566 h 240599"/>
              <a:gd name="connsiteX3" fmla="*/ 283268 w 288695"/>
              <a:gd name="connsiteY3" fmla="*/ 16566 h 240599"/>
              <a:gd name="connsiteX4" fmla="*/ 283268 w 288695"/>
              <a:gd name="connsiteY4" fmla="*/ 82 h 240599"/>
              <a:gd name="connsiteX5" fmla="*/ 247048 w 288695"/>
              <a:gd name="connsiteY5" fmla="*/ 1134 h 240599"/>
              <a:gd name="connsiteX6" fmla="*/ 195204 w 288695"/>
              <a:gd name="connsiteY6" fmla="*/ 82 h 240599"/>
              <a:gd name="connsiteX7" fmla="*/ 195204 w 288695"/>
              <a:gd name="connsiteY7" fmla="*/ 16566 h 240599"/>
              <a:gd name="connsiteX8" fmla="*/ 215800 w 288695"/>
              <a:gd name="connsiteY8" fmla="*/ 18320 h 240599"/>
              <a:gd name="connsiteX9" fmla="*/ 220416 w 288695"/>
              <a:gd name="connsiteY9" fmla="*/ 20424 h 240599"/>
              <a:gd name="connsiteX10" fmla="*/ 89029 w 288695"/>
              <a:gd name="connsiteY10" fmla="*/ 128800 h 240599"/>
              <a:gd name="connsiteX11" fmla="*/ 89029 w 288695"/>
              <a:gd name="connsiteY11" fmla="*/ 16566 h 240599"/>
              <a:gd name="connsiteX12" fmla="*/ 127380 w 288695"/>
              <a:gd name="connsiteY12" fmla="*/ 16566 h 240599"/>
              <a:gd name="connsiteX13" fmla="*/ 127380 w 288695"/>
              <a:gd name="connsiteY13" fmla="*/ 82 h 240599"/>
              <a:gd name="connsiteX14" fmla="*/ 63817 w 288695"/>
              <a:gd name="connsiteY14" fmla="*/ 1134 h 240599"/>
              <a:gd name="connsiteX15" fmla="*/ 254 w 288695"/>
              <a:gd name="connsiteY15" fmla="*/ 82 h 240599"/>
              <a:gd name="connsiteX16" fmla="*/ 254 w 288695"/>
              <a:gd name="connsiteY16" fmla="*/ 16566 h 240599"/>
              <a:gd name="connsiteX17" fmla="*/ 38605 w 288695"/>
              <a:gd name="connsiteY17" fmla="*/ 16566 h 240599"/>
              <a:gd name="connsiteX18" fmla="*/ 38605 w 288695"/>
              <a:gd name="connsiteY18" fmla="*/ 224198 h 240599"/>
              <a:gd name="connsiteX19" fmla="*/ 254 w 288695"/>
              <a:gd name="connsiteY19" fmla="*/ 224198 h 240599"/>
              <a:gd name="connsiteX20" fmla="*/ 254 w 288695"/>
              <a:gd name="connsiteY20" fmla="*/ 240682 h 240599"/>
              <a:gd name="connsiteX21" fmla="*/ 63817 w 288695"/>
              <a:gd name="connsiteY21" fmla="*/ 239630 h 240599"/>
              <a:gd name="connsiteX22" fmla="*/ 127380 w 288695"/>
              <a:gd name="connsiteY22" fmla="*/ 240682 h 240599"/>
              <a:gd name="connsiteX23" fmla="*/ 127380 w 288695"/>
              <a:gd name="connsiteY23" fmla="*/ 224198 h 240599"/>
              <a:gd name="connsiteX24" fmla="*/ 89029 w 288695"/>
              <a:gd name="connsiteY24" fmla="*/ 224198 h 240599"/>
              <a:gd name="connsiteX25" fmla="*/ 89029 w 288695"/>
              <a:gd name="connsiteY25" fmla="*/ 150545 h 240599"/>
              <a:gd name="connsiteX26" fmla="*/ 124539 w 288695"/>
              <a:gd name="connsiteY26" fmla="*/ 121434 h 240599"/>
              <a:gd name="connsiteX27" fmla="*/ 197689 w 288695"/>
              <a:gd name="connsiteY27" fmla="*/ 216482 h 240599"/>
              <a:gd name="connsiteX28" fmla="*/ 200530 w 288695"/>
              <a:gd name="connsiteY28" fmla="*/ 221392 h 240599"/>
              <a:gd name="connsiteX29" fmla="*/ 174608 w 288695"/>
              <a:gd name="connsiteY29" fmla="*/ 224198 h 240599"/>
              <a:gd name="connsiteX30" fmla="*/ 174608 w 288695"/>
              <a:gd name="connsiteY30" fmla="*/ 240682 h 240599"/>
              <a:gd name="connsiteX31" fmla="*/ 237105 w 288695"/>
              <a:gd name="connsiteY31" fmla="*/ 239630 h 240599"/>
              <a:gd name="connsiteX32" fmla="*/ 288950 w 288695"/>
              <a:gd name="connsiteY32" fmla="*/ 240682 h 240599"/>
              <a:gd name="connsiteX33" fmla="*/ 288950 w 288695"/>
              <a:gd name="connsiteY33" fmla="*/ 224198 h 240599"/>
              <a:gd name="connsiteX34" fmla="*/ 278652 w 288695"/>
              <a:gd name="connsiteY34" fmla="*/ 224198 h 240599"/>
              <a:gd name="connsiteX35" fmla="*/ 254505 w 288695"/>
              <a:gd name="connsiteY35" fmla="*/ 217183 h 240599"/>
              <a:gd name="connsiteX36" fmla="*/ 158629 w 288695"/>
              <a:gd name="connsiteY36" fmla="*/ 93025 h 2405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288695" h="240599">
                <a:moveTo>
                  <a:pt x="158629" y="93025"/>
                </a:moveTo>
                <a:lnTo>
                  <a:pt x="243852" y="22880"/>
                </a:lnTo>
                <a:cubicBezTo>
                  <a:pt x="251665" y="16566"/>
                  <a:pt x="266579" y="16566"/>
                  <a:pt x="277232" y="16566"/>
                </a:cubicBezTo>
                <a:lnTo>
                  <a:pt x="283268" y="16566"/>
                </a:lnTo>
                <a:lnTo>
                  <a:pt x="283268" y="82"/>
                </a:lnTo>
                <a:cubicBezTo>
                  <a:pt x="269064" y="1134"/>
                  <a:pt x="248824" y="1134"/>
                  <a:pt x="247048" y="1134"/>
                </a:cubicBezTo>
                <a:cubicBezTo>
                  <a:pt x="233555" y="1134"/>
                  <a:pt x="207987" y="1134"/>
                  <a:pt x="195204" y="82"/>
                </a:cubicBezTo>
                <a:lnTo>
                  <a:pt x="195204" y="16566"/>
                </a:lnTo>
                <a:cubicBezTo>
                  <a:pt x="199820" y="16566"/>
                  <a:pt x="206922" y="16566"/>
                  <a:pt x="215800" y="18320"/>
                </a:cubicBezTo>
                <a:cubicBezTo>
                  <a:pt x="221481" y="19723"/>
                  <a:pt x="217220" y="19372"/>
                  <a:pt x="220416" y="20424"/>
                </a:cubicBezTo>
                <a:lnTo>
                  <a:pt x="89029" y="128800"/>
                </a:lnTo>
                <a:lnTo>
                  <a:pt x="89029" y="16566"/>
                </a:lnTo>
                <a:lnTo>
                  <a:pt x="127380" y="16566"/>
                </a:lnTo>
                <a:lnTo>
                  <a:pt x="127380" y="82"/>
                </a:lnTo>
                <a:cubicBezTo>
                  <a:pt x="113886" y="1134"/>
                  <a:pt x="79086" y="1134"/>
                  <a:pt x="63817" y="1134"/>
                </a:cubicBezTo>
                <a:cubicBezTo>
                  <a:pt x="48548" y="1134"/>
                  <a:pt x="13748" y="1134"/>
                  <a:pt x="254" y="82"/>
                </a:cubicBezTo>
                <a:lnTo>
                  <a:pt x="254" y="16566"/>
                </a:lnTo>
                <a:lnTo>
                  <a:pt x="38605" y="16566"/>
                </a:lnTo>
                <a:lnTo>
                  <a:pt x="38605" y="224198"/>
                </a:lnTo>
                <a:lnTo>
                  <a:pt x="254" y="224198"/>
                </a:lnTo>
                <a:lnTo>
                  <a:pt x="254" y="240682"/>
                </a:lnTo>
                <a:cubicBezTo>
                  <a:pt x="13748" y="239630"/>
                  <a:pt x="48548" y="239630"/>
                  <a:pt x="63817" y="239630"/>
                </a:cubicBezTo>
                <a:cubicBezTo>
                  <a:pt x="79086" y="239630"/>
                  <a:pt x="113886" y="239630"/>
                  <a:pt x="127380" y="240682"/>
                </a:cubicBezTo>
                <a:lnTo>
                  <a:pt x="127380" y="224198"/>
                </a:lnTo>
                <a:lnTo>
                  <a:pt x="89029" y="224198"/>
                </a:lnTo>
                <a:lnTo>
                  <a:pt x="89029" y="150545"/>
                </a:lnTo>
                <a:lnTo>
                  <a:pt x="124539" y="121434"/>
                </a:lnTo>
                <a:lnTo>
                  <a:pt x="197689" y="216482"/>
                </a:lnTo>
                <a:cubicBezTo>
                  <a:pt x="199465" y="218586"/>
                  <a:pt x="199465" y="219287"/>
                  <a:pt x="200530" y="221392"/>
                </a:cubicBezTo>
                <a:cubicBezTo>
                  <a:pt x="194138" y="224198"/>
                  <a:pt x="187037" y="224198"/>
                  <a:pt x="174608" y="224198"/>
                </a:cubicBezTo>
                <a:lnTo>
                  <a:pt x="174608" y="240682"/>
                </a:lnTo>
                <a:cubicBezTo>
                  <a:pt x="189167" y="239630"/>
                  <a:pt x="221126" y="239630"/>
                  <a:pt x="237105" y="239630"/>
                </a:cubicBezTo>
                <a:cubicBezTo>
                  <a:pt x="251309" y="239630"/>
                  <a:pt x="275811" y="239630"/>
                  <a:pt x="288950" y="240682"/>
                </a:cubicBezTo>
                <a:lnTo>
                  <a:pt x="288950" y="224198"/>
                </a:lnTo>
                <a:lnTo>
                  <a:pt x="278652" y="224198"/>
                </a:lnTo>
                <a:cubicBezTo>
                  <a:pt x="259832" y="224198"/>
                  <a:pt x="258767" y="222795"/>
                  <a:pt x="254505" y="217183"/>
                </a:cubicBezTo>
                <a:lnTo>
                  <a:pt x="158629" y="93025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02FD5E9-798E-F90E-D0AF-C57E7672BBD6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2189134" y="3264814"/>
            <a:ext cx="183692" cy="170383"/>
          </a:xfrm>
          <a:custGeom>
            <a:avLst/>
            <a:gdLst>
              <a:gd name="connsiteX0" fmla="*/ 98200 w 183692"/>
              <a:gd name="connsiteY0" fmla="*/ 12109 h 170383"/>
              <a:gd name="connsiteX1" fmla="*/ 174013 w 183692"/>
              <a:gd name="connsiteY1" fmla="*/ 12109 h 170383"/>
              <a:gd name="connsiteX2" fmla="*/ 183956 w 183692"/>
              <a:gd name="connsiteY2" fmla="*/ 6216 h 170383"/>
              <a:gd name="connsiteX3" fmla="*/ 174013 w 183692"/>
              <a:gd name="connsiteY3" fmla="*/ 79 h 170383"/>
              <a:gd name="connsiteX4" fmla="*/ 10206 w 183692"/>
              <a:gd name="connsiteY4" fmla="*/ 79 h 170383"/>
              <a:gd name="connsiteX5" fmla="*/ 263 w 183692"/>
              <a:gd name="connsiteY5" fmla="*/ 5971 h 170383"/>
              <a:gd name="connsiteX6" fmla="*/ 10206 w 183692"/>
              <a:gd name="connsiteY6" fmla="*/ 12109 h 170383"/>
              <a:gd name="connsiteX7" fmla="*/ 86020 w 183692"/>
              <a:gd name="connsiteY7" fmla="*/ 12109 h 170383"/>
              <a:gd name="connsiteX8" fmla="*/ 86020 w 183692"/>
              <a:gd name="connsiteY8" fmla="*/ 160888 h 170383"/>
              <a:gd name="connsiteX9" fmla="*/ 92234 w 183692"/>
              <a:gd name="connsiteY9" fmla="*/ 170462 h 170383"/>
              <a:gd name="connsiteX10" fmla="*/ 98200 w 183692"/>
              <a:gd name="connsiteY10" fmla="*/ 160888 h 170383"/>
              <a:gd name="connsiteX11" fmla="*/ 98200 w 183692"/>
              <a:gd name="connsiteY11" fmla="*/ 12109 h 170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3692" h="170383">
                <a:moveTo>
                  <a:pt x="98200" y="12109"/>
                </a:moveTo>
                <a:lnTo>
                  <a:pt x="174013" y="12109"/>
                </a:lnTo>
                <a:cubicBezTo>
                  <a:pt x="177990" y="12109"/>
                  <a:pt x="183956" y="12109"/>
                  <a:pt x="183956" y="6216"/>
                </a:cubicBezTo>
                <a:cubicBezTo>
                  <a:pt x="183956" y="79"/>
                  <a:pt x="178239" y="79"/>
                  <a:pt x="174013" y="79"/>
                </a:cubicBezTo>
                <a:lnTo>
                  <a:pt x="10206" y="79"/>
                </a:lnTo>
                <a:cubicBezTo>
                  <a:pt x="6478" y="79"/>
                  <a:pt x="263" y="79"/>
                  <a:pt x="263" y="5971"/>
                </a:cubicBezTo>
                <a:cubicBezTo>
                  <a:pt x="263" y="12109"/>
                  <a:pt x="5980" y="12109"/>
                  <a:pt x="10206" y="12109"/>
                </a:cubicBezTo>
                <a:lnTo>
                  <a:pt x="86020" y="12109"/>
                </a:lnTo>
                <a:lnTo>
                  <a:pt x="86020" y="160888"/>
                </a:lnTo>
                <a:cubicBezTo>
                  <a:pt x="86020" y="164816"/>
                  <a:pt x="86020" y="170462"/>
                  <a:pt x="92234" y="170462"/>
                </a:cubicBezTo>
                <a:cubicBezTo>
                  <a:pt x="98200" y="170462"/>
                  <a:pt x="98200" y="164570"/>
                  <a:pt x="98200" y="160888"/>
                </a:cubicBezTo>
                <a:lnTo>
                  <a:pt x="98200" y="12109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9BAA42E-C85C-2073-77A1-1D3F08824F7D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3923247" y="3239563"/>
            <a:ext cx="183692" cy="170383"/>
          </a:xfrm>
          <a:custGeom>
            <a:avLst/>
            <a:gdLst>
              <a:gd name="connsiteX0" fmla="*/ 98200 w 183692"/>
              <a:gd name="connsiteY0" fmla="*/ 12109 h 170383"/>
              <a:gd name="connsiteX1" fmla="*/ 174013 w 183692"/>
              <a:gd name="connsiteY1" fmla="*/ 12109 h 170383"/>
              <a:gd name="connsiteX2" fmla="*/ 183956 w 183692"/>
              <a:gd name="connsiteY2" fmla="*/ 6216 h 170383"/>
              <a:gd name="connsiteX3" fmla="*/ 174013 w 183692"/>
              <a:gd name="connsiteY3" fmla="*/ 79 h 170383"/>
              <a:gd name="connsiteX4" fmla="*/ 10206 w 183692"/>
              <a:gd name="connsiteY4" fmla="*/ 79 h 170383"/>
              <a:gd name="connsiteX5" fmla="*/ 263 w 183692"/>
              <a:gd name="connsiteY5" fmla="*/ 5971 h 170383"/>
              <a:gd name="connsiteX6" fmla="*/ 10206 w 183692"/>
              <a:gd name="connsiteY6" fmla="*/ 12109 h 170383"/>
              <a:gd name="connsiteX7" fmla="*/ 86020 w 183692"/>
              <a:gd name="connsiteY7" fmla="*/ 12109 h 170383"/>
              <a:gd name="connsiteX8" fmla="*/ 86020 w 183692"/>
              <a:gd name="connsiteY8" fmla="*/ 160888 h 170383"/>
              <a:gd name="connsiteX9" fmla="*/ 92234 w 183692"/>
              <a:gd name="connsiteY9" fmla="*/ 170462 h 170383"/>
              <a:gd name="connsiteX10" fmla="*/ 98200 w 183692"/>
              <a:gd name="connsiteY10" fmla="*/ 160888 h 170383"/>
              <a:gd name="connsiteX11" fmla="*/ 98200 w 183692"/>
              <a:gd name="connsiteY11" fmla="*/ 12109 h 170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3692" h="170383">
                <a:moveTo>
                  <a:pt x="98200" y="12109"/>
                </a:moveTo>
                <a:lnTo>
                  <a:pt x="174013" y="12109"/>
                </a:lnTo>
                <a:cubicBezTo>
                  <a:pt x="177990" y="12109"/>
                  <a:pt x="183956" y="12109"/>
                  <a:pt x="183956" y="6216"/>
                </a:cubicBezTo>
                <a:cubicBezTo>
                  <a:pt x="183956" y="79"/>
                  <a:pt x="178239" y="79"/>
                  <a:pt x="174013" y="79"/>
                </a:cubicBezTo>
                <a:lnTo>
                  <a:pt x="10206" y="79"/>
                </a:lnTo>
                <a:cubicBezTo>
                  <a:pt x="6478" y="79"/>
                  <a:pt x="263" y="79"/>
                  <a:pt x="263" y="5971"/>
                </a:cubicBezTo>
                <a:cubicBezTo>
                  <a:pt x="263" y="12109"/>
                  <a:pt x="5980" y="12109"/>
                  <a:pt x="10206" y="12109"/>
                </a:cubicBezTo>
                <a:lnTo>
                  <a:pt x="86020" y="12109"/>
                </a:lnTo>
                <a:lnTo>
                  <a:pt x="86020" y="160888"/>
                </a:lnTo>
                <a:cubicBezTo>
                  <a:pt x="86020" y="164816"/>
                  <a:pt x="86020" y="170462"/>
                  <a:pt x="92234" y="170462"/>
                </a:cubicBezTo>
                <a:cubicBezTo>
                  <a:pt x="98200" y="170462"/>
                  <a:pt x="98200" y="164570"/>
                  <a:pt x="98200" y="160888"/>
                </a:cubicBezTo>
                <a:lnTo>
                  <a:pt x="98200" y="12109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2" name="Rounded Rectangle 29">
            <a:extLst>
              <a:ext uri="{FF2B5EF4-FFF2-40B4-BE49-F238E27FC236}">
                <a16:creationId xmlns:a16="http://schemas.microsoft.com/office/drawing/2014/main" id="{808D9260-64B7-6537-DAE5-AB4E67EC631A}"/>
              </a:ext>
            </a:extLst>
          </p:cNvPr>
          <p:cNvSpPr/>
          <p:nvPr/>
        </p:nvSpPr>
        <p:spPr>
          <a:xfrm rot="5400000">
            <a:off x="9715073" y="3912108"/>
            <a:ext cx="1397545" cy="1695433"/>
          </a:xfrm>
          <a:prstGeom prst="round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A1E1FF5-6A35-6100-FDD6-8BD75B298CAE}"/>
              </a:ext>
            </a:extLst>
          </p:cNvPr>
          <p:cNvGrpSpPr/>
          <p:nvPr/>
        </p:nvGrpSpPr>
        <p:grpSpPr>
          <a:xfrm>
            <a:off x="6204221" y="4586841"/>
            <a:ext cx="1317874" cy="381000"/>
            <a:chOff x="1625786" y="4404204"/>
            <a:chExt cx="1317874" cy="381000"/>
          </a:xfrm>
        </p:grpSpPr>
        <p:sp>
          <p:nvSpPr>
            <p:cNvPr id="13" name="Rounded Rectangle 29">
              <a:extLst>
                <a:ext uri="{FF2B5EF4-FFF2-40B4-BE49-F238E27FC236}">
                  <a16:creationId xmlns:a16="http://schemas.microsoft.com/office/drawing/2014/main" id="{90990439-433C-1A53-EB62-88C29CA133EA}"/>
                </a:ext>
              </a:extLst>
            </p:cNvPr>
            <p:cNvSpPr/>
            <p:nvPr/>
          </p:nvSpPr>
          <p:spPr>
            <a:xfrm rot="5400000">
              <a:off x="2094223" y="3935767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72530DFF-62D3-A634-F475-866A371DBC81}"/>
                </a:ext>
              </a:extLst>
            </p:cNvPr>
            <p:cNvSpPr/>
            <p:nvPr/>
          </p:nvSpPr>
          <p:spPr>
            <a:xfrm rot="5400000">
              <a:off x="2540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027E5AD-4CA6-9918-821B-F79F1F53F697}"/>
                </a:ext>
              </a:extLst>
            </p:cNvPr>
            <p:cNvSpPr/>
            <p:nvPr/>
          </p:nvSpPr>
          <p:spPr>
            <a:xfrm rot="5400000">
              <a:off x="2159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381387A6-54E2-25E9-2944-6B98CBFA3BCA}"/>
                </a:ext>
              </a:extLst>
            </p:cNvPr>
            <p:cNvSpPr/>
            <p:nvPr/>
          </p:nvSpPr>
          <p:spPr>
            <a:xfrm rot="5400000">
              <a:off x="1778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02D1B1A-7B90-CB3C-0C60-0FD083D52C36}"/>
              </a:ext>
            </a:extLst>
          </p:cNvPr>
          <p:cNvGrpSpPr/>
          <p:nvPr/>
        </p:nvGrpSpPr>
        <p:grpSpPr>
          <a:xfrm rot="5400000">
            <a:off x="7325189" y="4592456"/>
            <a:ext cx="1317874" cy="381000"/>
            <a:chOff x="3726310" y="3872298"/>
            <a:chExt cx="1317874" cy="381000"/>
          </a:xfrm>
        </p:grpSpPr>
        <p:sp>
          <p:nvSpPr>
            <p:cNvPr id="18" name="Rounded Rectangle 29">
              <a:extLst>
                <a:ext uri="{FF2B5EF4-FFF2-40B4-BE49-F238E27FC236}">
                  <a16:creationId xmlns:a16="http://schemas.microsoft.com/office/drawing/2014/main" id="{95966CE3-6A8D-93C5-2D11-7E246CA5321A}"/>
                </a:ext>
              </a:extLst>
            </p:cNvPr>
            <p:cNvSpPr/>
            <p:nvPr/>
          </p:nvSpPr>
          <p:spPr>
            <a:xfrm rot="5400000">
              <a:off x="4194747" y="340386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A9B9345-B96C-C634-D432-10681AE7848B}"/>
                </a:ext>
              </a:extLst>
            </p:cNvPr>
            <p:cNvSpPr/>
            <p:nvPr/>
          </p:nvSpPr>
          <p:spPr>
            <a:xfrm rot="5400000">
              <a:off x="4640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AC08E0D-D449-BE00-7068-397C970DE81A}"/>
                </a:ext>
              </a:extLst>
            </p:cNvPr>
            <p:cNvSpPr/>
            <p:nvPr/>
          </p:nvSpPr>
          <p:spPr>
            <a:xfrm rot="5400000">
              <a:off x="4259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9BA25196-0183-248F-DA11-C06D69C017C5}"/>
                </a:ext>
              </a:extLst>
            </p:cNvPr>
            <p:cNvSpPr/>
            <p:nvPr/>
          </p:nvSpPr>
          <p:spPr>
            <a:xfrm rot="5400000">
              <a:off x="3878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84D9350-20BB-DBA8-2436-2139A8DCC9AE}"/>
                  </a:ext>
                </a:extLst>
              </p:cNvPr>
              <p:cNvSpPr txBox="1"/>
              <p:nvPr/>
            </p:nvSpPr>
            <p:spPr>
              <a:xfrm>
                <a:off x="7371039" y="4510109"/>
                <a:ext cx="55817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⋅</m:t>
                      </m:r>
                    </m:oMath>
                  </m:oMathPara>
                </a14:m>
                <a:endParaRPr lang="en-CA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84D9350-20BB-DBA8-2436-2139A8DCC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1039" y="4510109"/>
                <a:ext cx="558178" cy="523220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FEF17A3-EAF0-BCA5-A6C9-AA6024F63988}"/>
                  </a:ext>
                </a:extLst>
              </p:cNvPr>
              <p:cNvSpPr txBox="1"/>
              <p:nvPr/>
            </p:nvSpPr>
            <p:spPr>
              <a:xfrm>
                <a:off x="8195498" y="4498214"/>
                <a:ext cx="55817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CA" sz="28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FEF17A3-EAF0-BCA5-A6C9-AA6024F639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5498" y="4498214"/>
                <a:ext cx="558178" cy="523220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ounded Rectangle 29">
            <a:extLst>
              <a:ext uri="{FF2B5EF4-FFF2-40B4-BE49-F238E27FC236}">
                <a16:creationId xmlns:a16="http://schemas.microsoft.com/office/drawing/2014/main" id="{5E869A8C-13CB-5ED7-F2D9-53CD471269D0}"/>
              </a:ext>
            </a:extLst>
          </p:cNvPr>
          <p:cNvSpPr/>
          <p:nvPr/>
        </p:nvSpPr>
        <p:spPr>
          <a:xfrm rot="10800000">
            <a:off x="8687723" y="4562850"/>
            <a:ext cx="381000" cy="425549"/>
          </a:xfrm>
          <a:prstGeom prst="round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106D4E7-B384-2232-7F34-D43647F8E4F2}"/>
              </a:ext>
            </a:extLst>
          </p:cNvPr>
          <p:cNvSpPr/>
          <p:nvPr/>
        </p:nvSpPr>
        <p:spPr>
          <a:xfrm rot="10800000">
            <a:off x="8763925" y="4657135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6434BA7E-CE67-687B-AC7F-583A590E4774}"/>
              </a:ext>
            </a:extLst>
          </p:cNvPr>
          <p:cNvSpPr/>
          <p:nvPr/>
        </p:nvSpPr>
        <p:spPr>
          <a:xfrm rot="10800000">
            <a:off x="8687884" y="4562850"/>
            <a:ext cx="381000" cy="425549"/>
          </a:xfrm>
          <a:prstGeom prst="round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E5C34D9-DDE6-D92E-B73D-90D8BA7B1834}"/>
              </a:ext>
            </a:extLst>
          </p:cNvPr>
          <p:cNvSpPr/>
          <p:nvPr/>
        </p:nvSpPr>
        <p:spPr>
          <a:xfrm rot="10800000">
            <a:off x="8764086" y="4657135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grpSp>
        <p:nvGrpSpPr>
          <p:cNvPr id="897" name="Group 896">
            <a:extLst>
              <a:ext uri="{FF2B5EF4-FFF2-40B4-BE49-F238E27FC236}">
                <a16:creationId xmlns:a16="http://schemas.microsoft.com/office/drawing/2014/main" id="{E1113769-7906-CFF0-62B0-F878D06AA1F2}"/>
              </a:ext>
            </a:extLst>
          </p:cNvPr>
          <p:cNvGrpSpPr/>
          <p:nvPr/>
        </p:nvGrpSpPr>
        <p:grpSpPr>
          <a:xfrm>
            <a:off x="9982536" y="3279022"/>
            <a:ext cx="831779" cy="365701"/>
            <a:chOff x="9982536" y="3279022"/>
            <a:chExt cx="831779" cy="365701"/>
          </a:xfrm>
        </p:grpSpPr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E57B511B-0308-66E8-76C8-299B97BA2B5B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9982536" y="3336083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B9AD0834-7DAC-34F0-16A4-31DF83414A7B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0307908" y="3279022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5AB5E09B-E475-4C55-312C-85ADB176DC04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0551187" y="3332225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01" name="Group 900">
            <a:extLst>
              <a:ext uri="{FF2B5EF4-FFF2-40B4-BE49-F238E27FC236}">
                <a16:creationId xmlns:a16="http://schemas.microsoft.com/office/drawing/2014/main" id="{9D05AF91-5C74-715F-EE24-596D68567FCD}"/>
              </a:ext>
            </a:extLst>
          </p:cNvPr>
          <p:cNvGrpSpPr/>
          <p:nvPr/>
        </p:nvGrpSpPr>
        <p:grpSpPr>
          <a:xfrm>
            <a:off x="5131581" y="3239563"/>
            <a:ext cx="460444" cy="365094"/>
            <a:chOff x="5236660" y="3226445"/>
            <a:chExt cx="460444" cy="365094"/>
          </a:xfrm>
        </p:grpSpPr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E5CA3370-11CF-67AE-D7BA-1A10F58326F6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5236660" y="3348134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610F8216-9153-4599-08C8-1D99582DECF5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5513412" y="3226445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sp>
        <p:nvSpPr>
          <p:cNvPr id="24" name="Title 1">
            <a:extLst>
              <a:ext uri="{FF2B5EF4-FFF2-40B4-BE49-F238E27FC236}">
                <a16:creationId xmlns:a16="http://schemas.microsoft.com/office/drawing/2014/main" id="{161A755C-C7E7-F7B8-98D8-D3FE35812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813" y="0"/>
            <a:ext cx="11382375" cy="1325563"/>
          </a:xfrm>
        </p:spPr>
        <p:txBody>
          <a:bodyPr/>
          <a:lstStyle/>
          <a:p>
            <a:r>
              <a:rPr lang="en-CA" dirty="0"/>
              <a:t>Transformer Encoder</a:t>
            </a:r>
          </a:p>
        </p:txBody>
      </p:sp>
    </p:spTree>
    <p:extLst>
      <p:ext uri="{BB962C8B-B14F-4D97-AF65-F5344CB8AC3E}">
        <p14:creationId xmlns:p14="http://schemas.microsoft.com/office/powerpoint/2010/main" val="3751776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5" grpId="0" animBg="1"/>
      <p:bldP spid="26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FCD6F0-FA8C-6D58-A731-DFB7DA97B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  <a:p>
            <a:endParaRPr lang="en-CA" dirty="0"/>
          </a:p>
        </p:txBody>
      </p:sp>
      <p:grpSp>
        <p:nvGrpSpPr>
          <p:cNvPr id="61" name="Group 60" descr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8698B5A3-373E-AE5E-2858-B17BE9D9AC10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232556" y="1879600"/>
            <a:ext cx="3726888" cy="867767"/>
            <a:chOff x="9969390" y="4471220"/>
            <a:chExt cx="3726888" cy="867767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6024729D-D495-CF48-F899-AECAB8C9383D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0030388" y="4682233"/>
              <a:ext cx="118248" cy="32617"/>
            </a:xfrm>
            <a:custGeom>
              <a:avLst/>
              <a:gdLst>
                <a:gd name="connsiteX0" fmla="*/ 118429 w 118248"/>
                <a:gd name="connsiteY0" fmla="*/ 5347 h 32617"/>
                <a:gd name="connsiteX1" fmla="*/ 112748 w 118248"/>
                <a:gd name="connsiteY1" fmla="*/ 86 h 32617"/>
                <a:gd name="connsiteX2" fmla="*/ 83630 w 118248"/>
                <a:gd name="connsiteY2" fmla="*/ 16921 h 32617"/>
                <a:gd name="connsiteX3" fmla="*/ 60548 w 118248"/>
                <a:gd name="connsiteY3" fmla="*/ 8153 h 32617"/>
                <a:gd name="connsiteX4" fmla="*/ 38532 w 118248"/>
                <a:gd name="connsiteY4" fmla="*/ 86 h 32617"/>
                <a:gd name="connsiteX5" fmla="*/ 181 w 118248"/>
                <a:gd name="connsiteY5" fmla="*/ 27443 h 32617"/>
                <a:gd name="connsiteX6" fmla="*/ 5863 w 118248"/>
                <a:gd name="connsiteY6" fmla="*/ 32704 h 32617"/>
                <a:gd name="connsiteX7" fmla="*/ 34981 w 118248"/>
                <a:gd name="connsiteY7" fmla="*/ 15869 h 32617"/>
                <a:gd name="connsiteX8" fmla="*/ 58063 w 118248"/>
                <a:gd name="connsiteY8" fmla="*/ 24637 h 32617"/>
                <a:gd name="connsiteX9" fmla="*/ 80079 w 118248"/>
                <a:gd name="connsiteY9" fmla="*/ 32704 h 32617"/>
                <a:gd name="connsiteX10" fmla="*/ 118429 w 118248"/>
                <a:gd name="connsiteY10" fmla="*/ 5347 h 32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48" h="32617">
                  <a:moveTo>
                    <a:pt x="118429" y="5347"/>
                  </a:moveTo>
                  <a:lnTo>
                    <a:pt x="112748" y="86"/>
                  </a:lnTo>
                  <a:cubicBezTo>
                    <a:pt x="112748" y="437"/>
                    <a:pt x="99254" y="16921"/>
                    <a:pt x="83630" y="16921"/>
                  </a:cubicBezTo>
                  <a:cubicBezTo>
                    <a:pt x="75462" y="16921"/>
                    <a:pt x="66585" y="11660"/>
                    <a:pt x="60548" y="8153"/>
                  </a:cubicBezTo>
                  <a:cubicBezTo>
                    <a:pt x="50961" y="2541"/>
                    <a:pt x="44569" y="86"/>
                    <a:pt x="38532" y="86"/>
                  </a:cubicBezTo>
                  <a:cubicBezTo>
                    <a:pt x="25038" y="86"/>
                    <a:pt x="18291" y="7802"/>
                    <a:pt x="181" y="27443"/>
                  </a:cubicBezTo>
                  <a:lnTo>
                    <a:pt x="5863" y="32704"/>
                  </a:lnTo>
                  <a:cubicBezTo>
                    <a:pt x="5863" y="32353"/>
                    <a:pt x="19357" y="15869"/>
                    <a:pt x="34981" y="15869"/>
                  </a:cubicBezTo>
                  <a:cubicBezTo>
                    <a:pt x="43148" y="15869"/>
                    <a:pt x="52026" y="21130"/>
                    <a:pt x="58063" y="24637"/>
                  </a:cubicBezTo>
                  <a:cubicBezTo>
                    <a:pt x="67650" y="30249"/>
                    <a:pt x="74042" y="32704"/>
                    <a:pt x="80079" y="32704"/>
                  </a:cubicBezTo>
                  <a:cubicBezTo>
                    <a:pt x="93572" y="32704"/>
                    <a:pt x="100319" y="24988"/>
                    <a:pt x="118429" y="534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5E4D4AB-C712-10E7-F4AB-5EE97C6089A3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9969390" y="4767656"/>
              <a:ext cx="242887" cy="238495"/>
            </a:xfrm>
            <a:custGeom>
              <a:avLst/>
              <a:gdLst>
                <a:gd name="connsiteX0" fmla="*/ 243068 w 242887"/>
                <a:gd name="connsiteY0" fmla="*/ 142485 h 238495"/>
                <a:gd name="connsiteX1" fmla="*/ 226378 w 242887"/>
                <a:gd name="connsiteY1" fmla="*/ 142485 h 238495"/>
                <a:gd name="connsiteX2" fmla="*/ 142930 w 242887"/>
                <a:gd name="connsiteY2" fmla="*/ 222100 h 238495"/>
                <a:gd name="connsiteX3" fmla="*/ 88955 w 242887"/>
                <a:gd name="connsiteY3" fmla="*/ 222100 h 238495"/>
                <a:gd name="connsiteX4" fmla="*/ 88955 w 242887"/>
                <a:gd name="connsiteY4" fmla="*/ 123195 h 238495"/>
                <a:gd name="connsiteX5" fmla="*/ 108485 w 242887"/>
                <a:gd name="connsiteY5" fmla="*/ 123195 h 238495"/>
                <a:gd name="connsiteX6" fmla="*/ 146126 w 242887"/>
                <a:gd name="connsiteY6" fmla="*/ 164230 h 238495"/>
                <a:gd name="connsiteX7" fmla="*/ 162816 w 242887"/>
                <a:gd name="connsiteY7" fmla="*/ 164230 h 238495"/>
                <a:gd name="connsiteX8" fmla="*/ 162816 w 242887"/>
                <a:gd name="connsiteY8" fmla="*/ 65675 h 238495"/>
                <a:gd name="connsiteX9" fmla="*/ 146126 w 242887"/>
                <a:gd name="connsiteY9" fmla="*/ 65675 h 238495"/>
                <a:gd name="connsiteX10" fmla="*/ 108485 w 242887"/>
                <a:gd name="connsiteY10" fmla="*/ 106710 h 238495"/>
                <a:gd name="connsiteX11" fmla="*/ 88955 w 242887"/>
                <a:gd name="connsiteY11" fmla="*/ 106710 h 238495"/>
                <a:gd name="connsiteX12" fmla="*/ 88955 w 242887"/>
                <a:gd name="connsiteY12" fmla="*/ 16573 h 238495"/>
                <a:gd name="connsiteX13" fmla="*/ 142930 w 242887"/>
                <a:gd name="connsiteY13" fmla="*/ 16573 h 238495"/>
                <a:gd name="connsiteX14" fmla="*/ 215015 w 242887"/>
                <a:gd name="connsiteY14" fmla="*/ 84614 h 238495"/>
                <a:gd name="connsiteX15" fmla="*/ 231705 w 242887"/>
                <a:gd name="connsiteY15" fmla="*/ 84614 h 238495"/>
                <a:gd name="connsiteX16" fmla="*/ 220697 w 242887"/>
                <a:gd name="connsiteY16" fmla="*/ 89 h 238495"/>
                <a:gd name="connsiteX17" fmla="*/ 180 w 242887"/>
                <a:gd name="connsiteY17" fmla="*/ 89 h 238495"/>
                <a:gd name="connsiteX18" fmla="*/ 180 w 242887"/>
                <a:gd name="connsiteY18" fmla="*/ 16573 h 238495"/>
                <a:gd name="connsiteX19" fmla="*/ 38531 w 242887"/>
                <a:gd name="connsiteY19" fmla="*/ 16573 h 238495"/>
                <a:gd name="connsiteX20" fmla="*/ 38531 w 242887"/>
                <a:gd name="connsiteY20" fmla="*/ 222100 h 238495"/>
                <a:gd name="connsiteX21" fmla="*/ 180 w 242887"/>
                <a:gd name="connsiteY21" fmla="*/ 222100 h 238495"/>
                <a:gd name="connsiteX22" fmla="*/ 180 w 242887"/>
                <a:gd name="connsiteY22" fmla="*/ 238584 h 238495"/>
                <a:gd name="connsiteX23" fmla="*/ 226733 w 242887"/>
                <a:gd name="connsiteY23" fmla="*/ 238584 h 238495"/>
                <a:gd name="connsiteX24" fmla="*/ 243068 w 242887"/>
                <a:gd name="connsiteY24" fmla="*/ 142485 h 238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2887" h="238495">
                  <a:moveTo>
                    <a:pt x="243068" y="142485"/>
                  </a:moveTo>
                  <a:lnTo>
                    <a:pt x="226378" y="142485"/>
                  </a:lnTo>
                  <a:cubicBezTo>
                    <a:pt x="218566" y="190885"/>
                    <a:pt x="208623" y="222100"/>
                    <a:pt x="142930" y="222100"/>
                  </a:cubicBezTo>
                  <a:lnTo>
                    <a:pt x="88955" y="222100"/>
                  </a:lnTo>
                  <a:lnTo>
                    <a:pt x="88955" y="123195"/>
                  </a:lnTo>
                  <a:lnTo>
                    <a:pt x="108485" y="123195"/>
                  </a:lnTo>
                  <a:cubicBezTo>
                    <a:pt x="142575" y="123195"/>
                    <a:pt x="146126" y="138276"/>
                    <a:pt x="146126" y="164230"/>
                  </a:cubicBezTo>
                  <a:lnTo>
                    <a:pt x="162816" y="164230"/>
                  </a:lnTo>
                  <a:lnTo>
                    <a:pt x="162816" y="65675"/>
                  </a:lnTo>
                  <a:lnTo>
                    <a:pt x="146126" y="65675"/>
                  </a:lnTo>
                  <a:cubicBezTo>
                    <a:pt x="146126" y="91629"/>
                    <a:pt x="142930" y="106710"/>
                    <a:pt x="108485" y="106710"/>
                  </a:cubicBezTo>
                  <a:lnTo>
                    <a:pt x="88955" y="106710"/>
                  </a:lnTo>
                  <a:lnTo>
                    <a:pt x="88955" y="16573"/>
                  </a:lnTo>
                  <a:lnTo>
                    <a:pt x="142930" y="16573"/>
                  </a:lnTo>
                  <a:cubicBezTo>
                    <a:pt x="200101" y="16573"/>
                    <a:pt x="209334" y="42176"/>
                    <a:pt x="215015" y="84614"/>
                  </a:cubicBezTo>
                  <a:lnTo>
                    <a:pt x="231705" y="84614"/>
                  </a:lnTo>
                  <a:lnTo>
                    <a:pt x="220697" y="89"/>
                  </a:lnTo>
                  <a:lnTo>
                    <a:pt x="180" y="89"/>
                  </a:lnTo>
                  <a:lnTo>
                    <a:pt x="180" y="16573"/>
                  </a:lnTo>
                  <a:lnTo>
                    <a:pt x="38531" y="16573"/>
                  </a:lnTo>
                  <a:lnTo>
                    <a:pt x="38531" y="222100"/>
                  </a:lnTo>
                  <a:lnTo>
                    <a:pt x="180" y="222100"/>
                  </a:lnTo>
                  <a:lnTo>
                    <a:pt x="180" y="238584"/>
                  </a:lnTo>
                  <a:lnTo>
                    <a:pt x="226733" y="238584"/>
                  </a:lnTo>
                  <a:lnTo>
                    <a:pt x="243068" y="14248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51A054A-CA52-36ED-D4B5-39CF4FA5658B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0342359" y="4877434"/>
              <a:ext cx="236140" cy="82070"/>
            </a:xfrm>
            <a:custGeom>
              <a:avLst/>
              <a:gdLst>
                <a:gd name="connsiteX0" fmla="*/ 224258 w 236140"/>
                <a:gd name="connsiteY0" fmla="*/ 14118 h 82070"/>
                <a:gd name="connsiteX1" fmla="*/ 236331 w 236140"/>
                <a:gd name="connsiteY1" fmla="*/ 7103 h 82070"/>
                <a:gd name="connsiteX2" fmla="*/ 224613 w 236140"/>
                <a:gd name="connsiteY2" fmla="*/ 89 h 82070"/>
                <a:gd name="connsiteX3" fmla="*/ 11909 w 236140"/>
                <a:gd name="connsiteY3" fmla="*/ 89 h 82070"/>
                <a:gd name="connsiteX4" fmla="*/ 190 w 236140"/>
                <a:gd name="connsiteY4" fmla="*/ 7103 h 82070"/>
                <a:gd name="connsiteX5" fmla="*/ 12264 w 236140"/>
                <a:gd name="connsiteY5" fmla="*/ 14118 h 82070"/>
                <a:gd name="connsiteX6" fmla="*/ 224258 w 236140"/>
                <a:gd name="connsiteY6" fmla="*/ 14118 h 82070"/>
                <a:gd name="connsiteX7" fmla="*/ 224613 w 236140"/>
                <a:gd name="connsiteY7" fmla="*/ 82159 h 82070"/>
                <a:gd name="connsiteX8" fmla="*/ 236331 w 236140"/>
                <a:gd name="connsiteY8" fmla="*/ 75145 h 82070"/>
                <a:gd name="connsiteX9" fmla="*/ 224258 w 236140"/>
                <a:gd name="connsiteY9" fmla="*/ 68130 h 82070"/>
                <a:gd name="connsiteX10" fmla="*/ 12264 w 236140"/>
                <a:gd name="connsiteY10" fmla="*/ 68130 h 82070"/>
                <a:gd name="connsiteX11" fmla="*/ 190 w 236140"/>
                <a:gd name="connsiteY11" fmla="*/ 75145 h 82070"/>
                <a:gd name="connsiteX12" fmla="*/ 11909 w 236140"/>
                <a:gd name="connsiteY12" fmla="*/ 82159 h 82070"/>
                <a:gd name="connsiteX13" fmla="*/ 224613 w 236140"/>
                <a:gd name="connsiteY13" fmla="*/ 82159 h 8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140" h="82070">
                  <a:moveTo>
                    <a:pt x="224258" y="14118"/>
                  </a:moveTo>
                  <a:cubicBezTo>
                    <a:pt x="229584" y="14118"/>
                    <a:pt x="236331" y="14118"/>
                    <a:pt x="236331" y="7103"/>
                  </a:cubicBezTo>
                  <a:cubicBezTo>
                    <a:pt x="236331" y="89"/>
                    <a:pt x="229584" y="89"/>
                    <a:pt x="224613" y="89"/>
                  </a:cubicBezTo>
                  <a:lnTo>
                    <a:pt x="11909" y="89"/>
                  </a:lnTo>
                  <a:cubicBezTo>
                    <a:pt x="6937" y="89"/>
                    <a:pt x="190" y="89"/>
                    <a:pt x="190" y="7103"/>
                  </a:cubicBezTo>
                  <a:cubicBezTo>
                    <a:pt x="190" y="14118"/>
                    <a:pt x="6937" y="14118"/>
                    <a:pt x="12264" y="14118"/>
                  </a:cubicBezTo>
                  <a:lnTo>
                    <a:pt x="224258" y="14118"/>
                  </a:lnTo>
                  <a:close/>
                  <a:moveTo>
                    <a:pt x="224613" y="82159"/>
                  </a:moveTo>
                  <a:cubicBezTo>
                    <a:pt x="229584" y="82159"/>
                    <a:pt x="236331" y="82159"/>
                    <a:pt x="236331" y="75145"/>
                  </a:cubicBezTo>
                  <a:cubicBezTo>
                    <a:pt x="236331" y="68130"/>
                    <a:pt x="229584" y="68130"/>
                    <a:pt x="224258" y="68130"/>
                  </a:cubicBezTo>
                  <a:lnTo>
                    <a:pt x="12264" y="68130"/>
                  </a:lnTo>
                  <a:cubicBezTo>
                    <a:pt x="6937" y="68130"/>
                    <a:pt x="190" y="68130"/>
                    <a:pt x="190" y="75145"/>
                  </a:cubicBezTo>
                  <a:cubicBezTo>
                    <a:pt x="190" y="82159"/>
                    <a:pt x="6937" y="82159"/>
                    <a:pt x="11909" y="82159"/>
                  </a:cubicBezTo>
                  <a:lnTo>
                    <a:pt x="224613" y="8215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3169AE4-508C-8C3C-1FD0-8B67E16B030D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0706532" y="4765551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6144A12-C9C4-56A3-59B3-565183146FB0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1023427" y="4849025"/>
              <a:ext cx="116117" cy="160984"/>
            </a:xfrm>
            <a:custGeom>
              <a:avLst/>
              <a:gdLst>
                <a:gd name="connsiteX0" fmla="*/ 62352 w 116117"/>
                <a:gd name="connsiteY0" fmla="*/ 89174 h 160984"/>
                <a:gd name="connsiteX1" fmla="*/ 99282 w 116117"/>
                <a:gd name="connsiteY1" fmla="*/ 121441 h 160984"/>
                <a:gd name="connsiteX2" fmla="*/ 59156 w 116117"/>
                <a:gd name="connsiteY2" fmla="*/ 153357 h 160984"/>
                <a:gd name="connsiteX3" fmla="*/ 9797 w 116117"/>
                <a:gd name="connsiteY3" fmla="*/ 103554 h 160984"/>
                <a:gd name="connsiteX4" fmla="*/ 4826 w 116117"/>
                <a:gd name="connsiteY4" fmla="*/ 97591 h 160984"/>
                <a:gd name="connsiteX5" fmla="*/ 210 w 116117"/>
                <a:gd name="connsiteY5" fmla="*/ 106360 h 160984"/>
                <a:gd name="connsiteX6" fmla="*/ 210 w 116117"/>
                <a:gd name="connsiteY6" fmla="*/ 152656 h 160984"/>
                <a:gd name="connsiteX7" fmla="*/ 4116 w 116117"/>
                <a:gd name="connsiteY7" fmla="*/ 161073 h 160984"/>
                <a:gd name="connsiteX8" fmla="*/ 12993 w 116117"/>
                <a:gd name="connsiteY8" fmla="*/ 154059 h 160984"/>
                <a:gd name="connsiteX9" fmla="*/ 20095 w 116117"/>
                <a:gd name="connsiteY9" fmla="*/ 145992 h 160984"/>
                <a:gd name="connsiteX10" fmla="*/ 59156 w 116117"/>
                <a:gd name="connsiteY10" fmla="*/ 161073 h 160984"/>
                <a:gd name="connsiteX11" fmla="*/ 116327 w 116117"/>
                <a:gd name="connsiteY11" fmla="*/ 112322 h 160984"/>
                <a:gd name="connsiteX12" fmla="*/ 101413 w 116117"/>
                <a:gd name="connsiteY12" fmla="*/ 79003 h 160984"/>
                <a:gd name="connsiteX13" fmla="*/ 60932 w 116117"/>
                <a:gd name="connsiteY13" fmla="*/ 62168 h 160984"/>
                <a:gd name="connsiteX14" fmla="*/ 17255 w 116117"/>
                <a:gd name="connsiteY14" fmla="*/ 33408 h 160984"/>
                <a:gd name="connsiteX15" fmla="*/ 57026 w 116117"/>
                <a:gd name="connsiteY15" fmla="*/ 6753 h 160984"/>
                <a:gd name="connsiteX16" fmla="*/ 98572 w 116117"/>
                <a:gd name="connsiteY16" fmla="*/ 49191 h 160984"/>
                <a:gd name="connsiteX17" fmla="*/ 102833 w 116117"/>
                <a:gd name="connsiteY17" fmla="*/ 52347 h 160984"/>
                <a:gd name="connsiteX18" fmla="*/ 107450 w 116117"/>
                <a:gd name="connsiteY18" fmla="*/ 43930 h 160984"/>
                <a:gd name="connsiteX19" fmla="*/ 107450 w 116117"/>
                <a:gd name="connsiteY19" fmla="*/ 8506 h 160984"/>
                <a:gd name="connsiteX20" fmla="*/ 103544 w 116117"/>
                <a:gd name="connsiteY20" fmla="*/ 89 h 160984"/>
                <a:gd name="connsiteX21" fmla="*/ 96442 w 116117"/>
                <a:gd name="connsiteY21" fmla="*/ 4298 h 160984"/>
                <a:gd name="connsiteX22" fmla="*/ 90405 w 116117"/>
                <a:gd name="connsiteY22" fmla="*/ 9909 h 160984"/>
                <a:gd name="connsiteX23" fmla="*/ 57026 w 116117"/>
                <a:gd name="connsiteY23" fmla="*/ 89 h 160984"/>
                <a:gd name="connsiteX24" fmla="*/ 210 w 116117"/>
                <a:gd name="connsiteY24" fmla="*/ 43229 h 160984"/>
                <a:gd name="connsiteX25" fmla="*/ 15479 w 116117"/>
                <a:gd name="connsiteY25" fmla="*/ 73040 h 160984"/>
                <a:gd name="connsiteX26" fmla="*/ 62352 w 116117"/>
                <a:gd name="connsiteY26" fmla="*/ 89174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6117" h="160984">
                  <a:moveTo>
                    <a:pt x="62352" y="89174"/>
                  </a:moveTo>
                  <a:cubicBezTo>
                    <a:pt x="70164" y="90577"/>
                    <a:pt x="99282" y="96189"/>
                    <a:pt x="99282" y="121441"/>
                  </a:cubicBezTo>
                  <a:cubicBezTo>
                    <a:pt x="99282" y="139328"/>
                    <a:pt x="86854" y="153357"/>
                    <a:pt x="59156" y="153357"/>
                  </a:cubicBezTo>
                  <a:cubicBezTo>
                    <a:pt x="29328" y="153357"/>
                    <a:pt x="16544" y="133366"/>
                    <a:pt x="9797" y="103554"/>
                  </a:cubicBezTo>
                  <a:cubicBezTo>
                    <a:pt x="8732" y="98994"/>
                    <a:pt x="8377" y="97591"/>
                    <a:pt x="4826" y="97591"/>
                  </a:cubicBezTo>
                  <a:cubicBezTo>
                    <a:pt x="210" y="97591"/>
                    <a:pt x="210" y="100047"/>
                    <a:pt x="210" y="106360"/>
                  </a:cubicBezTo>
                  <a:lnTo>
                    <a:pt x="210" y="152656"/>
                  </a:lnTo>
                  <a:cubicBezTo>
                    <a:pt x="210" y="158618"/>
                    <a:pt x="210" y="161073"/>
                    <a:pt x="4116" y="161073"/>
                  </a:cubicBezTo>
                  <a:cubicBezTo>
                    <a:pt x="5891" y="161073"/>
                    <a:pt x="6246" y="160723"/>
                    <a:pt x="12993" y="154059"/>
                  </a:cubicBezTo>
                  <a:cubicBezTo>
                    <a:pt x="13703" y="153357"/>
                    <a:pt x="13703" y="152656"/>
                    <a:pt x="20095" y="145992"/>
                  </a:cubicBezTo>
                  <a:cubicBezTo>
                    <a:pt x="35720" y="160723"/>
                    <a:pt x="51699" y="161073"/>
                    <a:pt x="59156" y="161073"/>
                  </a:cubicBezTo>
                  <a:cubicBezTo>
                    <a:pt x="99993" y="161073"/>
                    <a:pt x="116327" y="137574"/>
                    <a:pt x="116327" y="112322"/>
                  </a:cubicBezTo>
                  <a:cubicBezTo>
                    <a:pt x="116327" y="93733"/>
                    <a:pt x="105674" y="83212"/>
                    <a:pt x="101413" y="79003"/>
                  </a:cubicBezTo>
                  <a:cubicBezTo>
                    <a:pt x="89695" y="67780"/>
                    <a:pt x="75846" y="64974"/>
                    <a:pt x="60932" y="62168"/>
                  </a:cubicBezTo>
                  <a:cubicBezTo>
                    <a:pt x="41046" y="58310"/>
                    <a:pt x="17255" y="53750"/>
                    <a:pt x="17255" y="33408"/>
                  </a:cubicBezTo>
                  <a:cubicBezTo>
                    <a:pt x="17255" y="21133"/>
                    <a:pt x="26487" y="6753"/>
                    <a:pt x="57026" y="6753"/>
                  </a:cubicBezTo>
                  <a:cubicBezTo>
                    <a:pt x="96087" y="6753"/>
                    <a:pt x="97862" y="38318"/>
                    <a:pt x="98572" y="49191"/>
                  </a:cubicBezTo>
                  <a:cubicBezTo>
                    <a:pt x="98927" y="52347"/>
                    <a:pt x="102123" y="52347"/>
                    <a:pt x="102833" y="52347"/>
                  </a:cubicBezTo>
                  <a:cubicBezTo>
                    <a:pt x="107450" y="52347"/>
                    <a:pt x="107450" y="50594"/>
                    <a:pt x="107450" y="43930"/>
                  </a:cubicBezTo>
                  <a:lnTo>
                    <a:pt x="107450" y="8506"/>
                  </a:lnTo>
                  <a:cubicBezTo>
                    <a:pt x="107450" y="2544"/>
                    <a:pt x="107450" y="89"/>
                    <a:pt x="103544" y="89"/>
                  </a:cubicBezTo>
                  <a:cubicBezTo>
                    <a:pt x="101768" y="89"/>
                    <a:pt x="101058" y="89"/>
                    <a:pt x="96442" y="4298"/>
                  </a:cubicBezTo>
                  <a:cubicBezTo>
                    <a:pt x="95376" y="5701"/>
                    <a:pt x="91825" y="8857"/>
                    <a:pt x="90405" y="9909"/>
                  </a:cubicBezTo>
                  <a:cubicBezTo>
                    <a:pt x="76911" y="89"/>
                    <a:pt x="62352" y="89"/>
                    <a:pt x="57026" y="89"/>
                  </a:cubicBezTo>
                  <a:cubicBezTo>
                    <a:pt x="13703" y="89"/>
                    <a:pt x="210" y="23588"/>
                    <a:pt x="210" y="43229"/>
                  </a:cubicBezTo>
                  <a:cubicBezTo>
                    <a:pt x="210" y="55504"/>
                    <a:pt x="5891" y="65324"/>
                    <a:pt x="15479" y="73040"/>
                  </a:cubicBezTo>
                  <a:cubicBezTo>
                    <a:pt x="26842" y="82159"/>
                    <a:pt x="36785" y="84264"/>
                    <a:pt x="62352" y="89174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4ADC9A26-B65B-CA74-E30A-208E00624FEE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1161719" y="4849025"/>
              <a:ext cx="157308" cy="160984"/>
            </a:xfrm>
            <a:custGeom>
              <a:avLst/>
              <a:gdLst>
                <a:gd name="connsiteX0" fmla="*/ 157523 w 157308"/>
                <a:gd name="connsiteY0" fmla="*/ 82159 h 160984"/>
                <a:gd name="connsiteX1" fmla="*/ 79046 w 157308"/>
                <a:gd name="connsiteY1" fmla="*/ 89 h 160984"/>
                <a:gd name="connsiteX2" fmla="*/ 214 w 157308"/>
                <a:gd name="connsiteY2" fmla="*/ 82159 h 160984"/>
                <a:gd name="connsiteX3" fmla="*/ 78691 w 157308"/>
                <a:gd name="connsiteY3" fmla="*/ 161073 h 160984"/>
                <a:gd name="connsiteX4" fmla="*/ 157523 w 157308"/>
                <a:gd name="connsiteY4" fmla="*/ 82159 h 160984"/>
                <a:gd name="connsiteX5" fmla="*/ 79046 w 157308"/>
                <a:gd name="connsiteY5" fmla="*/ 152305 h 160984"/>
                <a:gd name="connsiteX6" fmla="*/ 38564 w 157308"/>
                <a:gd name="connsiteY6" fmla="*/ 128806 h 160984"/>
                <a:gd name="connsiteX7" fmla="*/ 29687 w 157308"/>
                <a:gd name="connsiteY7" fmla="*/ 79354 h 160984"/>
                <a:gd name="connsiteX8" fmla="*/ 38209 w 157308"/>
                <a:gd name="connsiteY8" fmla="*/ 31304 h 160984"/>
                <a:gd name="connsiteX9" fmla="*/ 78691 w 157308"/>
                <a:gd name="connsiteY9" fmla="*/ 7805 h 160984"/>
                <a:gd name="connsiteX10" fmla="*/ 118817 w 157308"/>
                <a:gd name="connsiteY10" fmla="*/ 30602 h 160984"/>
                <a:gd name="connsiteX11" fmla="*/ 128049 w 157308"/>
                <a:gd name="connsiteY11" fmla="*/ 79354 h 160984"/>
                <a:gd name="connsiteX12" fmla="*/ 120237 w 157308"/>
                <a:gd name="connsiteY12" fmla="*/ 126351 h 160984"/>
                <a:gd name="connsiteX13" fmla="*/ 79046 w 157308"/>
                <a:gd name="connsiteY13" fmla="*/ 15230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308" h="160984">
                  <a:moveTo>
                    <a:pt x="157523" y="82159"/>
                  </a:moveTo>
                  <a:cubicBezTo>
                    <a:pt x="157523" y="37266"/>
                    <a:pt x="122013" y="89"/>
                    <a:pt x="79046" y="89"/>
                  </a:cubicBezTo>
                  <a:cubicBezTo>
                    <a:pt x="34658" y="89"/>
                    <a:pt x="214" y="38318"/>
                    <a:pt x="214" y="82159"/>
                  </a:cubicBezTo>
                  <a:cubicBezTo>
                    <a:pt x="214" y="127403"/>
                    <a:pt x="37144" y="161073"/>
                    <a:pt x="78691" y="161073"/>
                  </a:cubicBezTo>
                  <a:cubicBezTo>
                    <a:pt x="121658" y="161073"/>
                    <a:pt x="157523" y="126702"/>
                    <a:pt x="157523" y="82159"/>
                  </a:cubicBezTo>
                  <a:close/>
                  <a:moveTo>
                    <a:pt x="79046" y="152305"/>
                  </a:moveTo>
                  <a:cubicBezTo>
                    <a:pt x="63776" y="152305"/>
                    <a:pt x="48152" y="144940"/>
                    <a:pt x="38564" y="128806"/>
                  </a:cubicBezTo>
                  <a:cubicBezTo>
                    <a:pt x="29687" y="113374"/>
                    <a:pt x="29687" y="91980"/>
                    <a:pt x="29687" y="79354"/>
                  </a:cubicBezTo>
                  <a:cubicBezTo>
                    <a:pt x="29687" y="65675"/>
                    <a:pt x="29687" y="46736"/>
                    <a:pt x="38209" y="31304"/>
                  </a:cubicBezTo>
                  <a:cubicBezTo>
                    <a:pt x="47797" y="15170"/>
                    <a:pt x="64487" y="7805"/>
                    <a:pt x="78691" y="7805"/>
                  </a:cubicBezTo>
                  <a:cubicBezTo>
                    <a:pt x="94315" y="7805"/>
                    <a:pt x="109584" y="15521"/>
                    <a:pt x="118817" y="30602"/>
                  </a:cubicBezTo>
                  <a:cubicBezTo>
                    <a:pt x="128049" y="45684"/>
                    <a:pt x="128049" y="66026"/>
                    <a:pt x="128049" y="79354"/>
                  </a:cubicBezTo>
                  <a:cubicBezTo>
                    <a:pt x="128049" y="91980"/>
                    <a:pt x="128049" y="110919"/>
                    <a:pt x="120237" y="126351"/>
                  </a:cubicBezTo>
                  <a:cubicBezTo>
                    <a:pt x="112425" y="142134"/>
                    <a:pt x="96801" y="152305"/>
                    <a:pt x="79046" y="15230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BC58A3-2E3F-F729-CFB4-FF0FFD45A3E2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1341044" y="4758887"/>
              <a:ext cx="115052" cy="247263"/>
            </a:xfrm>
            <a:custGeom>
              <a:avLst/>
              <a:gdLst>
                <a:gd name="connsiteX0" fmla="*/ 50643 w 115052"/>
                <a:gd name="connsiteY0" fmla="*/ 96188 h 247263"/>
                <a:gd name="connsiteX1" fmla="*/ 50643 w 115052"/>
                <a:gd name="connsiteY1" fmla="*/ 55504 h 247263"/>
                <a:gd name="connsiteX2" fmla="*/ 83312 w 115052"/>
                <a:gd name="connsiteY2" fmla="*/ 7805 h 247263"/>
                <a:gd name="connsiteX3" fmla="*/ 95030 w 115052"/>
                <a:gd name="connsiteY3" fmla="*/ 10260 h 247263"/>
                <a:gd name="connsiteX4" fmla="*/ 84377 w 115052"/>
                <a:gd name="connsiteY4" fmla="*/ 24991 h 247263"/>
                <a:gd name="connsiteX5" fmla="*/ 99646 w 115052"/>
                <a:gd name="connsiteY5" fmla="*/ 40072 h 247263"/>
                <a:gd name="connsiteX6" fmla="*/ 115271 w 115052"/>
                <a:gd name="connsiteY6" fmla="*/ 24640 h 247263"/>
                <a:gd name="connsiteX7" fmla="*/ 83312 w 115052"/>
                <a:gd name="connsiteY7" fmla="*/ 89 h 247263"/>
                <a:gd name="connsiteX8" fmla="*/ 28272 w 115052"/>
                <a:gd name="connsiteY8" fmla="*/ 55855 h 247263"/>
                <a:gd name="connsiteX9" fmla="*/ 28272 w 115052"/>
                <a:gd name="connsiteY9" fmla="*/ 96188 h 247263"/>
                <a:gd name="connsiteX10" fmla="*/ 219 w 115052"/>
                <a:gd name="connsiteY10" fmla="*/ 96188 h 247263"/>
                <a:gd name="connsiteX11" fmla="*/ 219 w 115052"/>
                <a:gd name="connsiteY11" fmla="*/ 107061 h 247263"/>
                <a:gd name="connsiteX12" fmla="*/ 28272 w 115052"/>
                <a:gd name="connsiteY12" fmla="*/ 107061 h 247263"/>
                <a:gd name="connsiteX13" fmla="*/ 28272 w 115052"/>
                <a:gd name="connsiteY13" fmla="*/ 220697 h 247263"/>
                <a:gd name="connsiteX14" fmla="*/ 574 w 115052"/>
                <a:gd name="connsiteY14" fmla="*/ 236480 h 247263"/>
                <a:gd name="connsiteX15" fmla="*/ 574 w 115052"/>
                <a:gd name="connsiteY15" fmla="*/ 247352 h 247263"/>
                <a:gd name="connsiteX16" fmla="*/ 41055 w 115052"/>
                <a:gd name="connsiteY16" fmla="*/ 246300 h 247263"/>
                <a:gd name="connsiteX17" fmla="*/ 86153 w 115052"/>
                <a:gd name="connsiteY17" fmla="*/ 247352 h 247263"/>
                <a:gd name="connsiteX18" fmla="*/ 86153 w 115052"/>
                <a:gd name="connsiteY18" fmla="*/ 236480 h 247263"/>
                <a:gd name="connsiteX19" fmla="*/ 78696 w 115052"/>
                <a:gd name="connsiteY19" fmla="*/ 236480 h 247263"/>
                <a:gd name="connsiteX20" fmla="*/ 51708 w 115052"/>
                <a:gd name="connsiteY20" fmla="*/ 219996 h 247263"/>
                <a:gd name="connsiteX21" fmla="*/ 51708 w 115052"/>
                <a:gd name="connsiteY21" fmla="*/ 107061 h 247263"/>
                <a:gd name="connsiteX22" fmla="*/ 92189 w 115052"/>
                <a:gd name="connsiteY22" fmla="*/ 107061 h 247263"/>
                <a:gd name="connsiteX23" fmla="*/ 92189 w 115052"/>
                <a:gd name="connsiteY23" fmla="*/ 96188 h 247263"/>
                <a:gd name="connsiteX24" fmla="*/ 50643 w 115052"/>
                <a:gd name="connsiteY24" fmla="*/ 96188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52" h="247263">
                  <a:moveTo>
                    <a:pt x="50643" y="96188"/>
                  </a:moveTo>
                  <a:lnTo>
                    <a:pt x="50643" y="55504"/>
                  </a:lnTo>
                  <a:cubicBezTo>
                    <a:pt x="50643" y="24640"/>
                    <a:pt x="67688" y="7805"/>
                    <a:pt x="83312" y="7805"/>
                  </a:cubicBezTo>
                  <a:cubicBezTo>
                    <a:pt x="84377" y="7805"/>
                    <a:pt x="89704" y="7805"/>
                    <a:pt x="95030" y="10260"/>
                  </a:cubicBezTo>
                  <a:cubicBezTo>
                    <a:pt x="90769" y="11663"/>
                    <a:pt x="84377" y="16222"/>
                    <a:pt x="84377" y="24991"/>
                  </a:cubicBezTo>
                  <a:cubicBezTo>
                    <a:pt x="84377" y="33057"/>
                    <a:pt x="90059" y="40072"/>
                    <a:pt x="99646" y="40072"/>
                  </a:cubicBezTo>
                  <a:cubicBezTo>
                    <a:pt x="109944" y="40072"/>
                    <a:pt x="115271" y="33057"/>
                    <a:pt x="115271" y="24640"/>
                  </a:cubicBezTo>
                  <a:cubicBezTo>
                    <a:pt x="115271" y="11663"/>
                    <a:pt x="102132" y="89"/>
                    <a:pt x="83312" y="89"/>
                  </a:cubicBezTo>
                  <a:cubicBezTo>
                    <a:pt x="58455" y="89"/>
                    <a:pt x="28272" y="18678"/>
                    <a:pt x="28272" y="55855"/>
                  </a:cubicBezTo>
                  <a:lnTo>
                    <a:pt x="28272" y="96188"/>
                  </a:lnTo>
                  <a:lnTo>
                    <a:pt x="219" y="96188"/>
                  </a:lnTo>
                  <a:lnTo>
                    <a:pt x="219" y="107061"/>
                  </a:lnTo>
                  <a:lnTo>
                    <a:pt x="28272" y="107061"/>
                  </a:lnTo>
                  <a:lnTo>
                    <a:pt x="28272" y="220697"/>
                  </a:lnTo>
                  <a:cubicBezTo>
                    <a:pt x="28272" y="236480"/>
                    <a:pt x="24365" y="236480"/>
                    <a:pt x="574" y="236480"/>
                  </a:cubicBezTo>
                  <a:lnTo>
                    <a:pt x="574" y="247352"/>
                  </a:lnTo>
                  <a:cubicBezTo>
                    <a:pt x="14423" y="247002"/>
                    <a:pt x="31112" y="246300"/>
                    <a:pt x="41055" y="246300"/>
                  </a:cubicBezTo>
                  <a:cubicBezTo>
                    <a:pt x="55259" y="246300"/>
                    <a:pt x="71949" y="246300"/>
                    <a:pt x="86153" y="247352"/>
                  </a:cubicBezTo>
                  <a:lnTo>
                    <a:pt x="86153" y="236480"/>
                  </a:lnTo>
                  <a:lnTo>
                    <a:pt x="78696" y="236480"/>
                  </a:lnTo>
                  <a:cubicBezTo>
                    <a:pt x="52418" y="236480"/>
                    <a:pt x="51708" y="232622"/>
                    <a:pt x="51708" y="219996"/>
                  </a:cubicBezTo>
                  <a:lnTo>
                    <a:pt x="51708" y="107061"/>
                  </a:lnTo>
                  <a:lnTo>
                    <a:pt x="92189" y="107061"/>
                  </a:lnTo>
                  <a:lnTo>
                    <a:pt x="92189" y="96188"/>
                  </a:lnTo>
                  <a:lnTo>
                    <a:pt x="50643" y="9618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46812A7-C6AF-1BDA-27F6-054EE6DF5866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1444576" y="4790453"/>
              <a:ext cx="111146" cy="219555"/>
            </a:xfrm>
            <a:custGeom>
              <a:avLst/>
              <a:gdLst>
                <a:gd name="connsiteX0" fmla="*/ 54907 w 111146"/>
                <a:gd name="connsiteY0" fmla="*/ 75496 h 219555"/>
                <a:gd name="connsiteX1" fmla="*/ 105686 w 111146"/>
                <a:gd name="connsiteY1" fmla="*/ 75496 h 219555"/>
                <a:gd name="connsiteX2" fmla="*/ 105686 w 111146"/>
                <a:gd name="connsiteY2" fmla="*/ 64623 h 219555"/>
                <a:gd name="connsiteX3" fmla="*/ 54907 w 111146"/>
                <a:gd name="connsiteY3" fmla="*/ 64623 h 219555"/>
                <a:gd name="connsiteX4" fmla="*/ 54907 w 111146"/>
                <a:gd name="connsiteY4" fmla="*/ 89 h 219555"/>
                <a:gd name="connsiteX5" fmla="*/ 46030 w 111146"/>
                <a:gd name="connsiteY5" fmla="*/ 89 h 219555"/>
                <a:gd name="connsiteX6" fmla="*/ 222 w 111146"/>
                <a:gd name="connsiteY6" fmla="*/ 67780 h 219555"/>
                <a:gd name="connsiteX7" fmla="*/ 222 w 111146"/>
                <a:gd name="connsiteY7" fmla="*/ 75496 h 219555"/>
                <a:gd name="connsiteX8" fmla="*/ 30405 w 111146"/>
                <a:gd name="connsiteY8" fmla="*/ 75496 h 219555"/>
                <a:gd name="connsiteX9" fmla="*/ 30405 w 111146"/>
                <a:gd name="connsiteY9" fmla="*/ 172297 h 219555"/>
                <a:gd name="connsiteX10" fmla="*/ 76213 w 111146"/>
                <a:gd name="connsiteY10" fmla="*/ 219645 h 219555"/>
                <a:gd name="connsiteX11" fmla="*/ 111368 w 111146"/>
                <a:gd name="connsiteY11" fmla="*/ 172297 h 219555"/>
                <a:gd name="connsiteX12" fmla="*/ 111368 w 111146"/>
                <a:gd name="connsiteY12" fmla="*/ 152305 h 219555"/>
                <a:gd name="connsiteX13" fmla="*/ 102490 w 111146"/>
                <a:gd name="connsiteY13" fmla="*/ 152305 h 219555"/>
                <a:gd name="connsiteX14" fmla="*/ 102490 w 111146"/>
                <a:gd name="connsiteY14" fmla="*/ 171595 h 219555"/>
                <a:gd name="connsiteX15" fmla="*/ 78699 w 111146"/>
                <a:gd name="connsiteY15" fmla="*/ 210877 h 219555"/>
                <a:gd name="connsiteX16" fmla="*/ 54907 w 111146"/>
                <a:gd name="connsiteY16" fmla="*/ 172998 h 219555"/>
                <a:gd name="connsiteX17" fmla="*/ 54907 w 111146"/>
                <a:gd name="connsiteY17" fmla="*/ 75496 h 219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146" h="219555">
                  <a:moveTo>
                    <a:pt x="54907" y="75496"/>
                  </a:moveTo>
                  <a:lnTo>
                    <a:pt x="105686" y="75496"/>
                  </a:lnTo>
                  <a:lnTo>
                    <a:pt x="105686" y="64623"/>
                  </a:lnTo>
                  <a:lnTo>
                    <a:pt x="54907" y="64623"/>
                  </a:lnTo>
                  <a:lnTo>
                    <a:pt x="54907" y="89"/>
                  </a:lnTo>
                  <a:lnTo>
                    <a:pt x="46030" y="89"/>
                  </a:lnTo>
                  <a:cubicBezTo>
                    <a:pt x="45674" y="28849"/>
                    <a:pt x="35021" y="66377"/>
                    <a:pt x="222" y="67780"/>
                  </a:cubicBezTo>
                  <a:lnTo>
                    <a:pt x="222" y="75496"/>
                  </a:lnTo>
                  <a:lnTo>
                    <a:pt x="30405" y="75496"/>
                  </a:lnTo>
                  <a:lnTo>
                    <a:pt x="30405" y="172297"/>
                  </a:lnTo>
                  <a:cubicBezTo>
                    <a:pt x="30405" y="215436"/>
                    <a:pt x="63429" y="219645"/>
                    <a:pt x="76213" y="219645"/>
                  </a:cubicBezTo>
                  <a:cubicBezTo>
                    <a:pt x="101425" y="219645"/>
                    <a:pt x="111368" y="194743"/>
                    <a:pt x="111368" y="172297"/>
                  </a:cubicBezTo>
                  <a:lnTo>
                    <a:pt x="111368" y="152305"/>
                  </a:lnTo>
                  <a:lnTo>
                    <a:pt x="102490" y="152305"/>
                  </a:lnTo>
                  <a:lnTo>
                    <a:pt x="102490" y="171595"/>
                  </a:lnTo>
                  <a:cubicBezTo>
                    <a:pt x="102490" y="197549"/>
                    <a:pt x="91837" y="210877"/>
                    <a:pt x="78699" y="210877"/>
                  </a:cubicBezTo>
                  <a:cubicBezTo>
                    <a:pt x="54907" y="210877"/>
                    <a:pt x="54907" y="178960"/>
                    <a:pt x="54907" y="172998"/>
                  </a:cubicBezTo>
                  <a:lnTo>
                    <a:pt x="54907" y="75496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01C43785-84BB-9E92-727A-E07E9266173B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1587287" y="4851129"/>
              <a:ext cx="277332" cy="155021"/>
            </a:xfrm>
            <a:custGeom>
              <a:avLst/>
              <a:gdLst>
                <a:gd name="connsiteX0" fmla="*/ 27923 w 277332"/>
                <a:gd name="connsiteY0" fmla="*/ 34460 h 155021"/>
                <a:gd name="connsiteX1" fmla="*/ 27923 w 277332"/>
                <a:gd name="connsiteY1" fmla="*/ 128456 h 155021"/>
                <a:gd name="connsiteX2" fmla="*/ 226 w 277332"/>
                <a:gd name="connsiteY2" fmla="*/ 144238 h 155021"/>
                <a:gd name="connsiteX3" fmla="*/ 226 w 277332"/>
                <a:gd name="connsiteY3" fmla="*/ 155111 h 155021"/>
                <a:gd name="connsiteX4" fmla="*/ 40352 w 277332"/>
                <a:gd name="connsiteY4" fmla="*/ 154059 h 155021"/>
                <a:gd name="connsiteX5" fmla="*/ 80123 w 277332"/>
                <a:gd name="connsiteY5" fmla="*/ 155111 h 155021"/>
                <a:gd name="connsiteX6" fmla="*/ 80123 w 277332"/>
                <a:gd name="connsiteY6" fmla="*/ 144238 h 155021"/>
                <a:gd name="connsiteX7" fmla="*/ 52425 w 277332"/>
                <a:gd name="connsiteY7" fmla="*/ 128456 h 155021"/>
                <a:gd name="connsiteX8" fmla="*/ 52425 w 277332"/>
                <a:gd name="connsiteY8" fmla="*/ 63922 h 155021"/>
                <a:gd name="connsiteX9" fmla="*/ 100364 w 277332"/>
                <a:gd name="connsiteY9" fmla="*/ 7805 h 155021"/>
                <a:gd name="connsiteX10" fmla="*/ 126641 w 277332"/>
                <a:gd name="connsiteY10" fmla="*/ 46736 h 155021"/>
                <a:gd name="connsiteX11" fmla="*/ 126641 w 277332"/>
                <a:gd name="connsiteY11" fmla="*/ 128456 h 155021"/>
                <a:gd name="connsiteX12" fmla="*/ 98943 w 277332"/>
                <a:gd name="connsiteY12" fmla="*/ 144238 h 155021"/>
                <a:gd name="connsiteX13" fmla="*/ 98943 w 277332"/>
                <a:gd name="connsiteY13" fmla="*/ 155111 h 155021"/>
                <a:gd name="connsiteX14" fmla="*/ 139069 w 277332"/>
                <a:gd name="connsiteY14" fmla="*/ 154059 h 155021"/>
                <a:gd name="connsiteX15" fmla="*/ 178840 w 277332"/>
                <a:gd name="connsiteY15" fmla="*/ 155111 h 155021"/>
                <a:gd name="connsiteX16" fmla="*/ 178840 w 277332"/>
                <a:gd name="connsiteY16" fmla="*/ 144238 h 155021"/>
                <a:gd name="connsiteX17" fmla="*/ 151143 w 277332"/>
                <a:gd name="connsiteY17" fmla="*/ 128456 h 155021"/>
                <a:gd name="connsiteX18" fmla="*/ 151143 w 277332"/>
                <a:gd name="connsiteY18" fmla="*/ 63922 h 155021"/>
                <a:gd name="connsiteX19" fmla="*/ 199081 w 277332"/>
                <a:gd name="connsiteY19" fmla="*/ 7805 h 155021"/>
                <a:gd name="connsiteX20" fmla="*/ 225358 w 277332"/>
                <a:gd name="connsiteY20" fmla="*/ 46736 h 155021"/>
                <a:gd name="connsiteX21" fmla="*/ 225358 w 277332"/>
                <a:gd name="connsiteY21" fmla="*/ 128456 h 155021"/>
                <a:gd name="connsiteX22" fmla="*/ 197661 w 277332"/>
                <a:gd name="connsiteY22" fmla="*/ 144238 h 155021"/>
                <a:gd name="connsiteX23" fmla="*/ 197661 w 277332"/>
                <a:gd name="connsiteY23" fmla="*/ 155111 h 155021"/>
                <a:gd name="connsiteX24" fmla="*/ 237787 w 277332"/>
                <a:gd name="connsiteY24" fmla="*/ 154059 h 155021"/>
                <a:gd name="connsiteX25" fmla="*/ 277558 w 277332"/>
                <a:gd name="connsiteY25" fmla="*/ 155111 h 155021"/>
                <a:gd name="connsiteX26" fmla="*/ 277558 w 277332"/>
                <a:gd name="connsiteY26" fmla="*/ 144238 h 155021"/>
                <a:gd name="connsiteX27" fmla="*/ 249860 w 277332"/>
                <a:gd name="connsiteY27" fmla="*/ 133716 h 155021"/>
                <a:gd name="connsiteX28" fmla="*/ 249860 w 277332"/>
                <a:gd name="connsiteY28" fmla="*/ 66727 h 155021"/>
                <a:gd name="connsiteX29" fmla="*/ 238852 w 277332"/>
                <a:gd name="connsiteY29" fmla="*/ 13066 h 155021"/>
                <a:gd name="connsiteX30" fmla="*/ 201567 w 277332"/>
                <a:gd name="connsiteY30" fmla="*/ 89 h 155021"/>
                <a:gd name="connsiteX31" fmla="*/ 150077 w 277332"/>
                <a:gd name="connsiteY31" fmla="*/ 34460 h 155021"/>
                <a:gd name="connsiteX32" fmla="*/ 102849 w 277332"/>
                <a:gd name="connsiteY32" fmla="*/ 89 h 155021"/>
                <a:gd name="connsiteX33" fmla="*/ 50295 w 277332"/>
                <a:gd name="connsiteY33" fmla="*/ 36915 h 155021"/>
                <a:gd name="connsiteX34" fmla="*/ 50295 w 277332"/>
                <a:gd name="connsiteY34" fmla="*/ 89 h 155021"/>
                <a:gd name="connsiteX35" fmla="*/ 226 w 277332"/>
                <a:gd name="connsiteY35" fmla="*/ 3947 h 155021"/>
                <a:gd name="connsiteX36" fmla="*/ 226 w 277332"/>
                <a:gd name="connsiteY36" fmla="*/ 14820 h 155021"/>
                <a:gd name="connsiteX37" fmla="*/ 27923 w 277332"/>
                <a:gd name="connsiteY37" fmla="*/ 34460 h 15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7332" h="155021">
                  <a:moveTo>
                    <a:pt x="27923" y="34460"/>
                  </a:moveTo>
                  <a:lnTo>
                    <a:pt x="27923" y="128456"/>
                  </a:lnTo>
                  <a:cubicBezTo>
                    <a:pt x="27923" y="144238"/>
                    <a:pt x="24017" y="144238"/>
                    <a:pt x="226" y="144238"/>
                  </a:cubicBezTo>
                  <a:lnTo>
                    <a:pt x="226" y="155111"/>
                  </a:lnTo>
                  <a:cubicBezTo>
                    <a:pt x="12654" y="154760"/>
                    <a:pt x="30764" y="154059"/>
                    <a:pt x="40352" y="154059"/>
                  </a:cubicBezTo>
                  <a:cubicBezTo>
                    <a:pt x="49584" y="154059"/>
                    <a:pt x="68050" y="154760"/>
                    <a:pt x="80123" y="155111"/>
                  </a:cubicBezTo>
                  <a:lnTo>
                    <a:pt x="80123" y="144238"/>
                  </a:lnTo>
                  <a:cubicBezTo>
                    <a:pt x="56331" y="144238"/>
                    <a:pt x="52425" y="144238"/>
                    <a:pt x="52425" y="128456"/>
                  </a:cubicBezTo>
                  <a:lnTo>
                    <a:pt x="52425" y="63922"/>
                  </a:lnTo>
                  <a:cubicBezTo>
                    <a:pt x="52425" y="27446"/>
                    <a:pt x="77637" y="7805"/>
                    <a:pt x="100364" y="7805"/>
                  </a:cubicBezTo>
                  <a:cubicBezTo>
                    <a:pt x="122735" y="7805"/>
                    <a:pt x="126641" y="26744"/>
                    <a:pt x="126641" y="46736"/>
                  </a:cubicBezTo>
                  <a:lnTo>
                    <a:pt x="126641" y="128456"/>
                  </a:lnTo>
                  <a:cubicBezTo>
                    <a:pt x="126641" y="144238"/>
                    <a:pt x="122735" y="144238"/>
                    <a:pt x="98943" y="144238"/>
                  </a:cubicBezTo>
                  <a:lnTo>
                    <a:pt x="98943" y="155111"/>
                  </a:lnTo>
                  <a:cubicBezTo>
                    <a:pt x="111372" y="154760"/>
                    <a:pt x="129482" y="154059"/>
                    <a:pt x="139069" y="154059"/>
                  </a:cubicBezTo>
                  <a:cubicBezTo>
                    <a:pt x="148302" y="154059"/>
                    <a:pt x="166767" y="154760"/>
                    <a:pt x="178840" y="155111"/>
                  </a:cubicBezTo>
                  <a:lnTo>
                    <a:pt x="178840" y="144238"/>
                  </a:lnTo>
                  <a:cubicBezTo>
                    <a:pt x="155049" y="144238"/>
                    <a:pt x="151143" y="144238"/>
                    <a:pt x="151143" y="128456"/>
                  </a:cubicBezTo>
                  <a:lnTo>
                    <a:pt x="151143" y="63922"/>
                  </a:lnTo>
                  <a:cubicBezTo>
                    <a:pt x="151143" y="27446"/>
                    <a:pt x="176355" y="7805"/>
                    <a:pt x="199081" y="7805"/>
                  </a:cubicBezTo>
                  <a:cubicBezTo>
                    <a:pt x="221452" y="7805"/>
                    <a:pt x="225358" y="26744"/>
                    <a:pt x="225358" y="46736"/>
                  </a:cubicBezTo>
                  <a:lnTo>
                    <a:pt x="225358" y="128456"/>
                  </a:lnTo>
                  <a:cubicBezTo>
                    <a:pt x="225358" y="144238"/>
                    <a:pt x="221452" y="144238"/>
                    <a:pt x="197661" y="144238"/>
                  </a:cubicBezTo>
                  <a:lnTo>
                    <a:pt x="197661" y="155111"/>
                  </a:lnTo>
                  <a:cubicBezTo>
                    <a:pt x="210089" y="154760"/>
                    <a:pt x="228199" y="154059"/>
                    <a:pt x="237787" y="154059"/>
                  </a:cubicBezTo>
                  <a:cubicBezTo>
                    <a:pt x="247020" y="154059"/>
                    <a:pt x="265485" y="154760"/>
                    <a:pt x="277558" y="155111"/>
                  </a:cubicBezTo>
                  <a:lnTo>
                    <a:pt x="277558" y="144238"/>
                  </a:lnTo>
                  <a:cubicBezTo>
                    <a:pt x="259093" y="144238"/>
                    <a:pt x="250215" y="144238"/>
                    <a:pt x="249860" y="133716"/>
                  </a:cubicBezTo>
                  <a:lnTo>
                    <a:pt x="249860" y="66727"/>
                  </a:lnTo>
                  <a:cubicBezTo>
                    <a:pt x="249860" y="36565"/>
                    <a:pt x="249860" y="25692"/>
                    <a:pt x="238852" y="13066"/>
                  </a:cubicBezTo>
                  <a:cubicBezTo>
                    <a:pt x="233881" y="7103"/>
                    <a:pt x="222163" y="89"/>
                    <a:pt x="201567" y="89"/>
                  </a:cubicBezTo>
                  <a:cubicBezTo>
                    <a:pt x="171739" y="89"/>
                    <a:pt x="156114" y="21133"/>
                    <a:pt x="150077" y="34460"/>
                  </a:cubicBezTo>
                  <a:cubicBezTo>
                    <a:pt x="145106" y="3947"/>
                    <a:pt x="118829" y="89"/>
                    <a:pt x="102849" y="89"/>
                  </a:cubicBezTo>
                  <a:cubicBezTo>
                    <a:pt x="76927" y="89"/>
                    <a:pt x="60237" y="15170"/>
                    <a:pt x="50295" y="36915"/>
                  </a:cubicBezTo>
                  <a:lnTo>
                    <a:pt x="50295" y="89"/>
                  </a:lnTo>
                  <a:lnTo>
                    <a:pt x="226" y="3947"/>
                  </a:lnTo>
                  <a:lnTo>
                    <a:pt x="226" y="14820"/>
                  </a:lnTo>
                  <a:cubicBezTo>
                    <a:pt x="25083" y="14820"/>
                    <a:pt x="27923" y="17275"/>
                    <a:pt x="27923" y="3446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641FBF6-A6B7-AB18-B6AC-6212A355A073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1886755" y="4849025"/>
              <a:ext cx="160149" cy="160984"/>
            </a:xfrm>
            <a:custGeom>
              <a:avLst/>
              <a:gdLst>
                <a:gd name="connsiteX0" fmla="*/ 103568 w 160149"/>
                <a:gd name="connsiteY0" fmla="*/ 130560 h 160984"/>
                <a:gd name="connsiteX1" fmla="*/ 131265 w 160149"/>
                <a:gd name="connsiteY1" fmla="*/ 159320 h 160984"/>
                <a:gd name="connsiteX2" fmla="*/ 160384 w 160149"/>
                <a:gd name="connsiteY2" fmla="*/ 126000 h 160984"/>
                <a:gd name="connsiteX3" fmla="*/ 160384 w 160149"/>
                <a:gd name="connsiteY3" fmla="*/ 106360 h 160984"/>
                <a:gd name="connsiteX4" fmla="*/ 151506 w 160149"/>
                <a:gd name="connsiteY4" fmla="*/ 106360 h 160984"/>
                <a:gd name="connsiteX5" fmla="*/ 151506 w 160149"/>
                <a:gd name="connsiteY5" fmla="*/ 126000 h 160984"/>
                <a:gd name="connsiteX6" fmla="*/ 138723 w 160149"/>
                <a:gd name="connsiteY6" fmla="*/ 148447 h 160984"/>
                <a:gd name="connsiteX7" fmla="*/ 125584 w 160149"/>
                <a:gd name="connsiteY7" fmla="*/ 130911 h 160984"/>
                <a:gd name="connsiteX8" fmla="*/ 125584 w 160149"/>
                <a:gd name="connsiteY8" fmla="*/ 60765 h 160984"/>
                <a:gd name="connsiteX9" fmla="*/ 112800 w 160149"/>
                <a:gd name="connsiteY9" fmla="*/ 19379 h 160984"/>
                <a:gd name="connsiteX10" fmla="*/ 64152 w 160149"/>
                <a:gd name="connsiteY10" fmla="*/ 89 h 160984"/>
                <a:gd name="connsiteX11" fmla="*/ 10532 w 160149"/>
                <a:gd name="connsiteY11" fmla="*/ 39721 h 160984"/>
                <a:gd name="connsiteX12" fmla="*/ 26866 w 160149"/>
                <a:gd name="connsiteY12" fmla="*/ 56205 h 160984"/>
                <a:gd name="connsiteX13" fmla="*/ 43201 w 160149"/>
                <a:gd name="connsiteY13" fmla="*/ 40072 h 160984"/>
                <a:gd name="connsiteX14" fmla="*/ 25091 w 160149"/>
                <a:gd name="connsiteY14" fmla="*/ 23938 h 160984"/>
                <a:gd name="connsiteX15" fmla="*/ 63442 w 160149"/>
                <a:gd name="connsiteY15" fmla="*/ 7805 h 160984"/>
                <a:gd name="connsiteX16" fmla="*/ 101082 w 160149"/>
                <a:gd name="connsiteY16" fmla="*/ 52698 h 160984"/>
                <a:gd name="connsiteX17" fmla="*/ 101082 w 160149"/>
                <a:gd name="connsiteY17" fmla="*/ 65675 h 160984"/>
                <a:gd name="connsiteX18" fmla="*/ 35744 w 160149"/>
                <a:gd name="connsiteY18" fmla="*/ 78301 h 160984"/>
                <a:gd name="connsiteX19" fmla="*/ 234 w 160149"/>
                <a:gd name="connsiteY19" fmla="*/ 123896 h 160984"/>
                <a:gd name="connsiteX20" fmla="*/ 57050 w 160149"/>
                <a:gd name="connsiteY20" fmla="*/ 161073 h 160984"/>
                <a:gd name="connsiteX21" fmla="*/ 103568 w 160149"/>
                <a:gd name="connsiteY21" fmla="*/ 130560 h 160984"/>
                <a:gd name="connsiteX22" fmla="*/ 101082 w 160149"/>
                <a:gd name="connsiteY22" fmla="*/ 73040 h 160984"/>
                <a:gd name="connsiteX23" fmla="*/ 101082 w 160149"/>
                <a:gd name="connsiteY23" fmla="*/ 108113 h 160984"/>
                <a:gd name="connsiteX24" fmla="*/ 59535 w 160149"/>
                <a:gd name="connsiteY24" fmla="*/ 153357 h 160984"/>
                <a:gd name="connsiteX25" fmla="*/ 27577 w 160149"/>
                <a:gd name="connsiteY25" fmla="*/ 123545 h 160984"/>
                <a:gd name="connsiteX26" fmla="*/ 101082 w 160149"/>
                <a:gd name="connsiteY26" fmla="*/ 73040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0149" h="160984">
                  <a:moveTo>
                    <a:pt x="103568" y="130560"/>
                  </a:moveTo>
                  <a:cubicBezTo>
                    <a:pt x="104988" y="144589"/>
                    <a:pt x="114576" y="159320"/>
                    <a:pt x="131265" y="159320"/>
                  </a:cubicBezTo>
                  <a:cubicBezTo>
                    <a:pt x="138723" y="159320"/>
                    <a:pt x="160384" y="154409"/>
                    <a:pt x="160384" y="126000"/>
                  </a:cubicBezTo>
                  <a:lnTo>
                    <a:pt x="160384" y="106360"/>
                  </a:lnTo>
                  <a:lnTo>
                    <a:pt x="151506" y="106360"/>
                  </a:lnTo>
                  <a:lnTo>
                    <a:pt x="151506" y="126000"/>
                  </a:lnTo>
                  <a:cubicBezTo>
                    <a:pt x="151506" y="146343"/>
                    <a:pt x="142629" y="148447"/>
                    <a:pt x="138723" y="148447"/>
                  </a:cubicBezTo>
                  <a:cubicBezTo>
                    <a:pt x="127004" y="148447"/>
                    <a:pt x="125584" y="132664"/>
                    <a:pt x="125584" y="130911"/>
                  </a:cubicBezTo>
                  <a:lnTo>
                    <a:pt x="125584" y="60765"/>
                  </a:lnTo>
                  <a:cubicBezTo>
                    <a:pt x="125584" y="46034"/>
                    <a:pt x="125584" y="32356"/>
                    <a:pt x="112800" y="19379"/>
                  </a:cubicBezTo>
                  <a:cubicBezTo>
                    <a:pt x="98951" y="5701"/>
                    <a:pt x="81196" y="89"/>
                    <a:pt x="64152" y="89"/>
                  </a:cubicBezTo>
                  <a:cubicBezTo>
                    <a:pt x="35034" y="89"/>
                    <a:pt x="10532" y="16573"/>
                    <a:pt x="10532" y="39721"/>
                  </a:cubicBezTo>
                  <a:cubicBezTo>
                    <a:pt x="10532" y="50243"/>
                    <a:pt x="17634" y="56205"/>
                    <a:pt x="26866" y="56205"/>
                  </a:cubicBezTo>
                  <a:cubicBezTo>
                    <a:pt x="36809" y="56205"/>
                    <a:pt x="43201" y="49191"/>
                    <a:pt x="43201" y="40072"/>
                  </a:cubicBezTo>
                  <a:cubicBezTo>
                    <a:pt x="43201" y="35863"/>
                    <a:pt x="41425" y="24289"/>
                    <a:pt x="25091" y="23938"/>
                  </a:cubicBezTo>
                  <a:cubicBezTo>
                    <a:pt x="34678" y="11663"/>
                    <a:pt x="52078" y="7805"/>
                    <a:pt x="63442" y="7805"/>
                  </a:cubicBezTo>
                  <a:cubicBezTo>
                    <a:pt x="80841" y="7805"/>
                    <a:pt x="101082" y="21483"/>
                    <a:pt x="101082" y="52698"/>
                  </a:cubicBezTo>
                  <a:lnTo>
                    <a:pt x="101082" y="65675"/>
                  </a:lnTo>
                  <a:cubicBezTo>
                    <a:pt x="82972" y="66727"/>
                    <a:pt x="58115" y="67780"/>
                    <a:pt x="35744" y="78301"/>
                  </a:cubicBezTo>
                  <a:cubicBezTo>
                    <a:pt x="9111" y="90226"/>
                    <a:pt x="234" y="108464"/>
                    <a:pt x="234" y="123896"/>
                  </a:cubicBezTo>
                  <a:cubicBezTo>
                    <a:pt x="234" y="152305"/>
                    <a:pt x="34678" y="161073"/>
                    <a:pt x="57050" y="161073"/>
                  </a:cubicBezTo>
                  <a:cubicBezTo>
                    <a:pt x="80486" y="161073"/>
                    <a:pt x="96821" y="147044"/>
                    <a:pt x="103568" y="130560"/>
                  </a:cubicBezTo>
                  <a:close/>
                  <a:moveTo>
                    <a:pt x="101082" y="73040"/>
                  </a:moveTo>
                  <a:lnTo>
                    <a:pt x="101082" y="108113"/>
                  </a:lnTo>
                  <a:cubicBezTo>
                    <a:pt x="101082" y="141432"/>
                    <a:pt x="75515" y="153357"/>
                    <a:pt x="59535" y="153357"/>
                  </a:cubicBezTo>
                  <a:cubicBezTo>
                    <a:pt x="42136" y="153357"/>
                    <a:pt x="27577" y="141082"/>
                    <a:pt x="27577" y="123545"/>
                  </a:cubicBezTo>
                  <a:cubicBezTo>
                    <a:pt x="27577" y="104255"/>
                    <a:pt x="42491" y="75145"/>
                    <a:pt x="101082" y="7304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4869B51-A099-726F-7423-71DF093B6901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2053652" y="4854987"/>
              <a:ext cx="178969" cy="151163"/>
            </a:xfrm>
            <a:custGeom>
              <a:avLst/>
              <a:gdLst>
                <a:gd name="connsiteX0" fmla="*/ 97891 w 178969"/>
                <a:gd name="connsiteY0" fmla="*/ 68832 h 151163"/>
                <a:gd name="connsiteX1" fmla="*/ 130560 w 178969"/>
                <a:gd name="connsiteY1" fmla="*/ 29199 h 151163"/>
                <a:gd name="connsiteX2" fmla="*/ 172817 w 178969"/>
                <a:gd name="connsiteY2" fmla="*/ 10962 h 151163"/>
                <a:gd name="connsiteX3" fmla="*/ 172817 w 178969"/>
                <a:gd name="connsiteY3" fmla="*/ 89 h 151163"/>
                <a:gd name="connsiteX4" fmla="*/ 143699 w 178969"/>
                <a:gd name="connsiteY4" fmla="*/ 1141 h 151163"/>
                <a:gd name="connsiteX5" fmla="*/ 109609 w 178969"/>
                <a:gd name="connsiteY5" fmla="*/ 89 h 151163"/>
                <a:gd name="connsiteX6" fmla="*/ 109609 w 178969"/>
                <a:gd name="connsiteY6" fmla="*/ 10962 h 151163"/>
                <a:gd name="connsiteX7" fmla="*/ 119907 w 178969"/>
                <a:gd name="connsiteY7" fmla="*/ 21834 h 151163"/>
                <a:gd name="connsiteX8" fmla="*/ 114581 w 178969"/>
                <a:gd name="connsiteY8" fmla="*/ 34110 h 151163"/>
                <a:gd name="connsiteX9" fmla="*/ 92565 w 178969"/>
                <a:gd name="connsiteY9" fmla="*/ 61466 h 151163"/>
                <a:gd name="connsiteX10" fmla="*/ 64867 w 178969"/>
                <a:gd name="connsiteY10" fmla="*/ 26043 h 151163"/>
                <a:gd name="connsiteX11" fmla="*/ 61671 w 178969"/>
                <a:gd name="connsiteY11" fmla="*/ 19730 h 151163"/>
                <a:gd name="connsiteX12" fmla="*/ 74099 w 178969"/>
                <a:gd name="connsiteY12" fmla="*/ 10962 h 151163"/>
                <a:gd name="connsiteX13" fmla="*/ 74099 w 178969"/>
                <a:gd name="connsiteY13" fmla="*/ 89 h 151163"/>
                <a:gd name="connsiteX14" fmla="*/ 35749 w 178969"/>
                <a:gd name="connsiteY14" fmla="*/ 1141 h 151163"/>
                <a:gd name="connsiteX15" fmla="*/ 2014 w 178969"/>
                <a:gd name="connsiteY15" fmla="*/ 89 h 151163"/>
                <a:gd name="connsiteX16" fmla="*/ 2014 w 178969"/>
                <a:gd name="connsiteY16" fmla="*/ 10962 h 151163"/>
                <a:gd name="connsiteX17" fmla="*/ 43916 w 178969"/>
                <a:gd name="connsiteY17" fmla="*/ 32356 h 151163"/>
                <a:gd name="connsiteX18" fmla="*/ 79071 w 178969"/>
                <a:gd name="connsiteY18" fmla="*/ 77600 h 151163"/>
                <a:gd name="connsiteX19" fmla="*/ 45692 w 178969"/>
                <a:gd name="connsiteY19" fmla="*/ 119337 h 151163"/>
                <a:gd name="connsiteX20" fmla="*/ 239 w 178969"/>
                <a:gd name="connsiteY20" fmla="*/ 140380 h 151163"/>
                <a:gd name="connsiteX21" fmla="*/ 239 w 178969"/>
                <a:gd name="connsiteY21" fmla="*/ 151253 h 151163"/>
                <a:gd name="connsiteX22" fmla="*/ 29712 w 178969"/>
                <a:gd name="connsiteY22" fmla="*/ 150201 h 151163"/>
                <a:gd name="connsiteX23" fmla="*/ 63447 w 178969"/>
                <a:gd name="connsiteY23" fmla="*/ 151253 h 151163"/>
                <a:gd name="connsiteX24" fmla="*/ 63447 w 178969"/>
                <a:gd name="connsiteY24" fmla="*/ 140380 h 151163"/>
                <a:gd name="connsiteX25" fmla="*/ 53149 w 178969"/>
                <a:gd name="connsiteY25" fmla="*/ 129508 h 151163"/>
                <a:gd name="connsiteX26" fmla="*/ 85108 w 178969"/>
                <a:gd name="connsiteY26" fmla="*/ 84965 h 151163"/>
                <a:gd name="connsiteX27" fmla="*/ 112095 w 178969"/>
                <a:gd name="connsiteY27" fmla="*/ 120038 h 151163"/>
                <a:gd name="connsiteX28" fmla="*/ 119552 w 178969"/>
                <a:gd name="connsiteY28" fmla="*/ 131612 h 151163"/>
                <a:gd name="connsiteX29" fmla="*/ 106769 w 178969"/>
                <a:gd name="connsiteY29" fmla="*/ 140380 h 151163"/>
                <a:gd name="connsiteX30" fmla="*/ 106769 w 178969"/>
                <a:gd name="connsiteY30" fmla="*/ 151253 h 151163"/>
                <a:gd name="connsiteX31" fmla="*/ 145119 w 178969"/>
                <a:gd name="connsiteY31" fmla="*/ 150201 h 151163"/>
                <a:gd name="connsiteX32" fmla="*/ 179209 w 178969"/>
                <a:gd name="connsiteY32" fmla="*/ 151253 h 151163"/>
                <a:gd name="connsiteX33" fmla="*/ 179209 w 178969"/>
                <a:gd name="connsiteY33" fmla="*/ 140380 h 151163"/>
                <a:gd name="connsiteX34" fmla="*/ 145474 w 178969"/>
                <a:gd name="connsiteY34" fmla="*/ 129508 h 151163"/>
                <a:gd name="connsiteX35" fmla="*/ 97891 w 178969"/>
                <a:gd name="connsiteY35" fmla="*/ 68832 h 151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969" h="151163">
                  <a:moveTo>
                    <a:pt x="97891" y="68832"/>
                  </a:moveTo>
                  <a:cubicBezTo>
                    <a:pt x="108544" y="55504"/>
                    <a:pt x="122038" y="38318"/>
                    <a:pt x="130560" y="29199"/>
                  </a:cubicBezTo>
                  <a:cubicBezTo>
                    <a:pt x="141568" y="16573"/>
                    <a:pt x="156127" y="11312"/>
                    <a:pt x="172817" y="10962"/>
                  </a:cubicBezTo>
                  <a:lnTo>
                    <a:pt x="172817" y="89"/>
                  </a:lnTo>
                  <a:cubicBezTo>
                    <a:pt x="163584" y="790"/>
                    <a:pt x="152932" y="1141"/>
                    <a:pt x="143699" y="1141"/>
                  </a:cubicBezTo>
                  <a:cubicBezTo>
                    <a:pt x="133046" y="1141"/>
                    <a:pt x="114226" y="440"/>
                    <a:pt x="109609" y="89"/>
                  </a:cubicBezTo>
                  <a:lnTo>
                    <a:pt x="109609" y="10962"/>
                  </a:lnTo>
                  <a:cubicBezTo>
                    <a:pt x="117066" y="11663"/>
                    <a:pt x="119907" y="16222"/>
                    <a:pt x="119907" y="21834"/>
                  </a:cubicBezTo>
                  <a:cubicBezTo>
                    <a:pt x="119907" y="27446"/>
                    <a:pt x="116356" y="32005"/>
                    <a:pt x="114581" y="34110"/>
                  </a:cubicBezTo>
                  <a:lnTo>
                    <a:pt x="92565" y="61466"/>
                  </a:lnTo>
                  <a:lnTo>
                    <a:pt x="64867" y="26043"/>
                  </a:lnTo>
                  <a:cubicBezTo>
                    <a:pt x="61671" y="22536"/>
                    <a:pt x="61671" y="21834"/>
                    <a:pt x="61671" y="19730"/>
                  </a:cubicBezTo>
                  <a:cubicBezTo>
                    <a:pt x="61671" y="14469"/>
                    <a:pt x="66997" y="11312"/>
                    <a:pt x="74099" y="10962"/>
                  </a:cubicBezTo>
                  <a:lnTo>
                    <a:pt x="74099" y="89"/>
                  </a:lnTo>
                  <a:cubicBezTo>
                    <a:pt x="64867" y="440"/>
                    <a:pt x="41430" y="1141"/>
                    <a:pt x="35749" y="1141"/>
                  </a:cubicBezTo>
                  <a:cubicBezTo>
                    <a:pt x="28292" y="1141"/>
                    <a:pt x="11602" y="790"/>
                    <a:pt x="2014" y="89"/>
                  </a:cubicBezTo>
                  <a:lnTo>
                    <a:pt x="2014" y="10962"/>
                  </a:lnTo>
                  <a:cubicBezTo>
                    <a:pt x="26871" y="10962"/>
                    <a:pt x="27226" y="11312"/>
                    <a:pt x="43916" y="32356"/>
                  </a:cubicBezTo>
                  <a:lnTo>
                    <a:pt x="79071" y="77600"/>
                  </a:lnTo>
                  <a:lnTo>
                    <a:pt x="45692" y="119337"/>
                  </a:lnTo>
                  <a:cubicBezTo>
                    <a:pt x="28647" y="139679"/>
                    <a:pt x="7696" y="140380"/>
                    <a:pt x="239" y="140380"/>
                  </a:cubicBezTo>
                  <a:lnTo>
                    <a:pt x="239" y="151253"/>
                  </a:lnTo>
                  <a:cubicBezTo>
                    <a:pt x="9471" y="150551"/>
                    <a:pt x="20479" y="150201"/>
                    <a:pt x="29712" y="150201"/>
                  </a:cubicBezTo>
                  <a:cubicBezTo>
                    <a:pt x="40010" y="150201"/>
                    <a:pt x="54924" y="150902"/>
                    <a:pt x="63447" y="151253"/>
                  </a:cubicBezTo>
                  <a:lnTo>
                    <a:pt x="63447" y="140380"/>
                  </a:lnTo>
                  <a:cubicBezTo>
                    <a:pt x="55634" y="139328"/>
                    <a:pt x="53149" y="134769"/>
                    <a:pt x="53149" y="129508"/>
                  </a:cubicBezTo>
                  <a:cubicBezTo>
                    <a:pt x="53149" y="121792"/>
                    <a:pt x="63447" y="110218"/>
                    <a:pt x="85108" y="84965"/>
                  </a:cubicBezTo>
                  <a:lnTo>
                    <a:pt x="112095" y="120038"/>
                  </a:lnTo>
                  <a:cubicBezTo>
                    <a:pt x="114936" y="123896"/>
                    <a:pt x="119552" y="129508"/>
                    <a:pt x="119552" y="131612"/>
                  </a:cubicBezTo>
                  <a:cubicBezTo>
                    <a:pt x="119552" y="134769"/>
                    <a:pt x="116356" y="140030"/>
                    <a:pt x="106769" y="140380"/>
                  </a:cubicBezTo>
                  <a:lnTo>
                    <a:pt x="106769" y="151253"/>
                  </a:lnTo>
                  <a:cubicBezTo>
                    <a:pt x="117422" y="150902"/>
                    <a:pt x="137307" y="150201"/>
                    <a:pt x="145119" y="150201"/>
                  </a:cubicBezTo>
                  <a:cubicBezTo>
                    <a:pt x="154707" y="150201"/>
                    <a:pt x="168556" y="150551"/>
                    <a:pt x="179209" y="151253"/>
                  </a:cubicBezTo>
                  <a:lnTo>
                    <a:pt x="179209" y="140380"/>
                  </a:lnTo>
                  <a:cubicBezTo>
                    <a:pt x="160034" y="140380"/>
                    <a:pt x="153642" y="139679"/>
                    <a:pt x="145474" y="129508"/>
                  </a:cubicBezTo>
                  <a:lnTo>
                    <a:pt x="97891" y="68832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0BE7920-0F5F-6147-45F6-D08F833B5376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2369847" y="4497590"/>
              <a:ext cx="174708" cy="841397"/>
            </a:xfrm>
            <a:custGeom>
              <a:avLst/>
              <a:gdLst>
                <a:gd name="connsiteX0" fmla="*/ 174955 w 174708"/>
                <a:gd name="connsiteY0" fmla="*/ 837965 h 841397"/>
                <a:gd name="connsiteX1" fmla="*/ 173534 w 174708"/>
                <a:gd name="connsiteY1" fmla="*/ 834808 h 841397"/>
                <a:gd name="connsiteX2" fmla="*/ 112812 w 174708"/>
                <a:gd name="connsiteY2" fmla="*/ 760454 h 841397"/>
                <a:gd name="connsiteX3" fmla="*/ 29719 w 174708"/>
                <a:gd name="connsiteY3" fmla="*/ 420949 h 841397"/>
                <a:gd name="connsiteX4" fmla="*/ 101094 w 174708"/>
                <a:gd name="connsiteY4" fmla="*/ 100383 h 841397"/>
                <a:gd name="connsiteX5" fmla="*/ 173889 w 174708"/>
                <a:gd name="connsiteY5" fmla="*/ 6388 h 841397"/>
                <a:gd name="connsiteX6" fmla="*/ 174955 w 174708"/>
                <a:gd name="connsiteY6" fmla="*/ 3582 h 841397"/>
                <a:gd name="connsiteX7" fmla="*/ 167498 w 174708"/>
                <a:gd name="connsiteY7" fmla="*/ 75 h 841397"/>
                <a:gd name="connsiteX8" fmla="*/ 156489 w 174708"/>
                <a:gd name="connsiteY8" fmla="*/ 5336 h 841397"/>
                <a:gd name="connsiteX9" fmla="*/ 246 w 174708"/>
                <a:gd name="connsiteY9" fmla="*/ 420598 h 841397"/>
                <a:gd name="connsiteX10" fmla="*/ 122400 w 174708"/>
                <a:gd name="connsiteY10" fmla="*/ 802191 h 841397"/>
                <a:gd name="connsiteX11" fmla="*/ 157555 w 174708"/>
                <a:gd name="connsiteY11" fmla="*/ 837264 h 841397"/>
                <a:gd name="connsiteX12" fmla="*/ 167498 w 174708"/>
                <a:gd name="connsiteY12" fmla="*/ 841472 h 841397"/>
                <a:gd name="connsiteX13" fmla="*/ 174955 w 174708"/>
                <a:gd name="connsiteY13" fmla="*/ 837965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55" y="837965"/>
                  </a:moveTo>
                  <a:cubicBezTo>
                    <a:pt x="174955" y="836562"/>
                    <a:pt x="174244" y="835861"/>
                    <a:pt x="173534" y="834808"/>
                  </a:cubicBezTo>
                  <a:cubicBezTo>
                    <a:pt x="160396" y="821831"/>
                    <a:pt x="136604" y="798333"/>
                    <a:pt x="112812" y="760454"/>
                  </a:cubicBezTo>
                  <a:cubicBezTo>
                    <a:pt x="55641" y="669966"/>
                    <a:pt x="29719" y="555979"/>
                    <a:pt x="29719" y="420949"/>
                  </a:cubicBezTo>
                  <a:cubicBezTo>
                    <a:pt x="29719" y="326603"/>
                    <a:pt x="42503" y="204900"/>
                    <a:pt x="101094" y="100383"/>
                  </a:cubicBezTo>
                  <a:cubicBezTo>
                    <a:pt x="129147" y="50580"/>
                    <a:pt x="158265" y="21820"/>
                    <a:pt x="173889" y="6388"/>
                  </a:cubicBezTo>
                  <a:cubicBezTo>
                    <a:pt x="174955" y="5336"/>
                    <a:pt x="174955" y="4634"/>
                    <a:pt x="174955" y="3582"/>
                  </a:cubicBezTo>
                  <a:cubicBezTo>
                    <a:pt x="174955" y="75"/>
                    <a:pt x="172469" y="75"/>
                    <a:pt x="167498" y="75"/>
                  </a:cubicBezTo>
                  <a:cubicBezTo>
                    <a:pt x="162526" y="75"/>
                    <a:pt x="161816" y="75"/>
                    <a:pt x="156489" y="5336"/>
                  </a:cubicBezTo>
                  <a:cubicBezTo>
                    <a:pt x="37531" y="112308"/>
                    <a:pt x="246" y="272942"/>
                    <a:pt x="246" y="420598"/>
                  </a:cubicBezTo>
                  <a:cubicBezTo>
                    <a:pt x="246" y="558434"/>
                    <a:pt x="32205" y="697323"/>
                    <a:pt x="122400" y="802191"/>
                  </a:cubicBezTo>
                  <a:cubicBezTo>
                    <a:pt x="129502" y="810257"/>
                    <a:pt x="142996" y="824637"/>
                    <a:pt x="157555" y="837264"/>
                  </a:cubicBezTo>
                  <a:cubicBezTo>
                    <a:pt x="161816" y="841472"/>
                    <a:pt x="162526" y="841472"/>
                    <a:pt x="167498" y="841472"/>
                  </a:cubicBezTo>
                  <a:cubicBezTo>
                    <a:pt x="172469" y="841472"/>
                    <a:pt x="174955" y="841472"/>
                    <a:pt x="174955" y="83796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E668E38-8605-2BC0-89DF-3540B8CC616D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2613841" y="4528281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794C902-CD66-9869-6539-9BD59E14F0D7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2939213" y="4471220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EBD04B22-0B16-543C-D0AA-EFE1AA2C631A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3182492" y="4524423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3AC206A6-1FD5-7613-9C02-BE9337D7C7EF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2599992" y="4911454"/>
              <a:ext cx="866537" cy="14028"/>
            </a:xfrm>
            <a:custGeom>
              <a:avLst/>
              <a:gdLst>
                <a:gd name="connsiteX0" fmla="*/ 0 w 866537"/>
                <a:gd name="connsiteY0" fmla="*/ 0 h 14028"/>
                <a:gd name="connsiteX1" fmla="*/ 866538 w 866537"/>
                <a:gd name="connsiteY1" fmla="*/ 0 h 14028"/>
                <a:gd name="connsiteX2" fmla="*/ 866538 w 866537"/>
                <a:gd name="connsiteY2" fmla="*/ 14028 h 14028"/>
                <a:gd name="connsiteX3" fmla="*/ 0 w 866537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6537" h="14028">
                  <a:moveTo>
                    <a:pt x="0" y="0"/>
                  </a:moveTo>
                  <a:lnTo>
                    <a:pt x="866538" y="0"/>
                  </a:lnTo>
                  <a:lnTo>
                    <a:pt x="866538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6A91943-5D64-CBE9-5D66-982FA74D4E29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2739162" y="4981596"/>
              <a:ext cx="276977" cy="350728"/>
            </a:xfrm>
            <a:custGeom>
              <a:avLst/>
              <a:gdLst>
                <a:gd name="connsiteX0" fmla="*/ 112469 w 276977"/>
                <a:gd name="connsiteY0" fmla="*/ 313991 h 350728"/>
                <a:gd name="connsiteX1" fmla="*/ 49971 w 276977"/>
                <a:gd name="connsiteY1" fmla="*/ 177557 h 350728"/>
                <a:gd name="connsiteX2" fmla="*/ 44645 w 276977"/>
                <a:gd name="connsiteY2" fmla="*/ 171946 h 350728"/>
                <a:gd name="connsiteX3" fmla="*/ 38608 w 276977"/>
                <a:gd name="connsiteY3" fmla="*/ 174751 h 350728"/>
                <a:gd name="connsiteX4" fmla="*/ 4874 w 276977"/>
                <a:gd name="connsiteY4" fmla="*/ 200004 h 350728"/>
                <a:gd name="connsiteX5" fmla="*/ 257 w 276977"/>
                <a:gd name="connsiteY5" fmla="*/ 205615 h 350728"/>
                <a:gd name="connsiteX6" fmla="*/ 3808 w 276977"/>
                <a:gd name="connsiteY6" fmla="*/ 209473 h 350728"/>
                <a:gd name="connsiteX7" fmla="*/ 15882 w 276977"/>
                <a:gd name="connsiteY7" fmla="*/ 201757 h 350728"/>
                <a:gd name="connsiteX8" fmla="*/ 27245 w 276977"/>
                <a:gd name="connsiteY8" fmla="*/ 193340 h 350728"/>
                <a:gd name="connsiteX9" fmla="*/ 97200 w 276977"/>
                <a:gd name="connsiteY9" fmla="*/ 345205 h 350728"/>
                <a:gd name="connsiteX10" fmla="*/ 104657 w 276977"/>
                <a:gd name="connsiteY10" fmla="*/ 350817 h 350728"/>
                <a:gd name="connsiteX11" fmla="*/ 113534 w 276977"/>
                <a:gd name="connsiteY11" fmla="*/ 343802 h 350728"/>
                <a:gd name="connsiteX12" fmla="*/ 274749 w 276977"/>
                <a:gd name="connsiteY12" fmla="*/ 14118 h 350728"/>
                <a:gd name="connsiteX13" fmla="*/ 277235 w 276977"/>
                <a:gd name="connsiteY13" fmla="*/ 7103 h 350728"/>
                <a:gd name="connsiteX14" fmla="*/ 270133 w 276977"/>
                <a:gd name="connsiteY14" fmla="*/ 89 h 350728"/>
                <a:gd name="connsiteX15" fmla="*/ 261966 w 276977"/>
                <a:gd name="connsiteY15" fmla="*/ 7454 h 350728"/>
                <a:gd name="connsiteX16" fmla="*/ 112469 w 276977"/>
                <a:gd name="connsiteY16" fmla="*/ 313991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6977" h="350728">
                  <a:moveTo>
                    <a:pt x="112469" y="313991"/>
                  </a:moveTo>
                  <a:lnTo>
                    <a:pt x="49971" y="177557"/>
                  </a:lnTo>
                  <a:cubicBezTo>
                    <a:pt x="47486" y="171946"/>
                    <a:pt x="45710" y="171946"/>
                    <a:pt x="44645" y="171946"/>
                  </a:cubicBezTo>
                  <a:cubicBezTo>
                    <a:pt x="44290" y="171946"/>
                    <a:pt x="42514" y="171946"/>
                    <a:pt x="38608" y="174751"/>
                  </a:cubicBezTo>
                  <a:lnTo>
                    <a:pt x="4874" y="200004"/>
                  </a:lnTo>
                  <a:cubicBezTo>
                    <a:pt x="257" y="203511"/>
                    <a:pt x="257" y="204563"/>
                    <a:pt x="257" y="205615"/>
                  </a:cubicBezTo>
                  <a:cubicBezTo>
                    <a:pt x="257" y="207369"/>
                    <a:pt x="1323" y="209473"/>
                    <a:pt x="3808" y="209473"/>
                  </a:cubicBezTo>
                  <a:cubicBezTo>
                    <a:pt x="5939" y="209473"/>
                    <a:pt x="11976" y="204563"/>
                    <a:pt x="15882" y="201757"/>
                  </a:cubicBezTo>
                  <a:cubicBezTo>
                    <a:pt x="18012" y="200004"/>
                    <a:pt x="23339" y="196146"/>
                    <a:pt x="27245" y="193340"/>
                  </a:cubicBezTo>
                  <a:lnTo>
                    <a:pt x="97200" y="345205"/>
                  </a:lnTo>
                  <a:cubicBezTo>
                    <a:pt x="99685" y="350817"/>
                    <a:pt x="101461" y="350817"/>
                    <a:pt x="104657" y="350817"/>
                  </a:cubicBezTo>
                  <a:cubicBezTo>
                    <a:pt x="109983" y="350817"/>
                    <a:pt x="111048" y="348713"/>
                    <a:pt x="113534" y="343802"/>
                  </a:cubicBezTo>
                  <a:lnTo>
                    <a:pt x="274749" y="14118"/>
                  </a:lnTo>
                  <a:cubicBezTo>
                    <a:pt x="277235" y="9208"/>
                    <a:pt x="277235" y="7805"/>
                    <a:pt x="277235" y="7103"/>
                  </a:cubicBezTo>
                  <a:cubicBezTo>
                    <a:pt x="277235" y="3596"/>
                    <a:pt x="274394" y="89"/>
                    <a:pt x="270133" y="89"/>
                  </a:cubicBezTo>
                  <a:cubicBezTo>
                    <a:pt x="267292" y="89"/>
                    <a:pt x="264806" y="1842"/>
                    <a:pt x="261966" y="7454"/>
                  </a:cubicBezTo>
                  <a:lnTo>
                    <a:pt x="112469" y="313991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73B05A1-7635-F0BE-4B92-4A3A8ABDED77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3009156" y="4981596"/>
              <a:ext cx="344126" cy="14028"/>
            </a:xfrm>
            <a:custGeom>
              <a:avLst/>
              <a:gdLst>
                <a:gd name="connsiteX0" fmla="*/ 0 w 344126"/>
                <a:gd name="connsiteY0" fmla="*/ 0 h 14028"/>
                <a:gd name="connsiteX1" fmla="*/ 344127 w 344126"/>
                <a:gd name="connsiteY1" fmla="*/ 0 h 14028"/>
                <a:gd name="connsiteX2" fmla="*/ 344127 w 344126"/>
                <a:gd name="connsiteY2" fmla="*/ 14028 h 14028"/>
                <a:gd name="connsiteX3" fmla="*/ 0 w 344126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126" h="14028">
                  <a:moveTo>
                    <a:pt x="0" y="0"/>
                  </a:moveTo>
                  <a:lnTo>
                    <a:pt x="344127" y="0"/>
                  </a:lnTo>
                  <a:lnTo>
                    <a:pt x="344127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657B92D-5140-78EF-A885-869153425068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3023360" y="5024813"/>
              <a:ext cx="169027" cy="247263"/>
            </a:xfrm>
            <a:custGeom>
              <a:avLst/>
              <a:gdLst>
                <a:gd name="connsiteX0" fmla="*/ 169293 w 169027"/>
                <a:gd name="connsiteY0" fmla="*/ 3954 h 247263"/>
                <a:gd name="connsiteX1" fmla="*/ 164677 w 169027"/>
                <a:gd name="connsiteY1" fmla="*/ 96 h 247263"/>
                <a:gd name="connsiteX2" fmla="*/ 119579 w 169027"/>
                <a:gd name="connsiteY2" fmla="*/ 3954 h 247263"/>
                <a:gd name="connsiteX3" fmla="*/ 114608 w 169027"/>
                <a:gd name="connsiteY3" fmla="*/ 10618 h 247263"/>
                <a:gd name="connsiteX4" fmla="*/ 123130 w 169027"/>
                <a:gd name="connsiteY4" fmla="*/ 14827 h 247263"/>
                <a:gd name="connsiteX5" fmla="*/ 140885 w 169027"/>
                <a:gd name="connsiteY5" fmla="*/ 20789 h 247263"/>
                <a:gd name="connsiteX6" fmla="*/ 139820 w 169027"/>
                <a:gd name="connsiteY6" fmla="*/ 27804 h 247263"/>
                <a:gd name="connsiteX7" fmla="*/ 118514 w 169027"/>
                <a:gd name="connsiteY7" fmla="*/ 110927 h 247263"/>
                <a:gd name="connsiteX8" fmla="*/ 85845 w 169027"/>
                <a:gd name="connsiteY8" fmla="*/ 88480 h 247263"/>
                <a:gd name="connsiteX9" fmla="*/ 266 w 169027"/>
                <a:gd name="connsiteY9" fmla="*/ 191243 h 247263"/>
                <a:gd name="connsiteX10" fmla="*/ 47494 w 169027"/>
                <a:gd name="connsiteY10" fmla="*/ 247360 h 247263"/>
                <a:gd name="connsiteX11" fmla="*/ 93657 w 169027"/>
                <a:gd name="connsiteY11" fmla="*/ 221055 h 247263"/>
                <a:gd name="connsiteX12" fmla="*/ 125971 w 169027"/>
                <a:gd name="connsiteY12" fmla="*/ 247360 h 247263"/>
                <a:gd name="connsiteX13" fmla="*/ 152248 w 169027"/>
                <a:gd name="connsiteY13" fmla="*/ 228070 h 247263"/>
                <a:gd name="connsiteX14" fmla="*/ 162901 w 169027"/>
                <a:gd name="connsiteY14" fmla="*/ 193348 h 247263"/>
                <a:gd name="connsiteX15" fmla="*/ 158640 w 169027"/>
                <a:gd name="connsiteY15" fmla="*/ 189840 h 247263"/>
                <a:gd name="connsiteX16" fmla="*/ 153669 w 169027"/>
                <a:gd name="connsiteY16" fmla="*/ 196154 h 247263"/>
                <a:gd name="connsiteX17" fmla="*/ 126681 w 169027"/>
                <a:gd name="connsiteY17" fmla="*/ 239644 h 247263"/>
                <a:gd name="connsiteX18" fmla="*/ 116028 w 169027"/>
                <a:gd name="connsiteY18" fmla="*/ 223510 h 247263"/>
                <a:gd name="connsiteX19" fmla="*/ 118159 w 169027"/>
                <a:gd name="connsiteY19" fmla="*/ 206675 h 247263"/>
                <a:gd name="connsiteX20" fmla="*/ 169293 w 169027"/>
                <a:gd name="connsiteY20" fmla="*/ 3954 h 247263"/>
                <a:gd name="connsiteX21" fmla="*/ 95432 w 169027"/>
                <a:gd name="connsiteY21" fmla="*/ 201765 h 247263"/>
                <a:gd name="connsiteX22" fmla="*/ 88330 w 169027"/>
                <a:gd name="connsiteY22" fmla="*/ 214742 h 247263"/>
                <a:gd name="connsiteX23" fmla="*/ 48204 w 169027"/>
                <a:gd name="connsiteY23" fmla="*/ 239644 h 247263"/>
                <a:gd name="connsiteX24" fmla="*/ 25478 w 169027"/>
                <a:gd name="connsiteY24" fmla="*/ 206675 h 247263"/>
                <a:gd name="connsiteX25" fmla="*/ 45008 w 169027"/>
                <a:gd name="connsiteY25" fmla="*/ 129866 h 247263"/>
                <a:gd name="connsiteX26" fmla="*/ 86200 w 169027"/>
                <a:gd name="connsiteY26" fmla="*/ 96196 h 247263"/>
                <a:gd name="connsiteX27" fmla="*/ 114253 w 169027"/>
                <a:gd name="connsiteY27" fmla="*/ 127060 h 247263"/>
                <a:gd name="connsiteX28" fmla="*/ 113187 w 169027"/>
                <a:gd name="connsiteY28" fmla="*/ 133022 h 247263"/>
                <a:gd name="connsiteX29" fmla="*/ 95432 w 169027"/>
                <a:gd name="connsiteY29" fmla="*/ 201765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69027" h="247263">
                  <a:moveTo>
                    <a:pt x="169293" y="3954"/>
                  </a:moveTo>
                  <a:cubicBezTo>
                    <a:pt x="169293" y="3604"/>
                    <a:pt x="169293" y="96"/>
                    <a:pt x="164677" y="96"/>
                  </a:cubicBezTo>
                  <a:cubicBezTo>
                    <a:pt x="159350" y="96"/>
                    <a:pt x="125616" y="3253"/>
                    <a:pt x="119579" y="3954"/>
                  </a:cubicBezTo>
                  <a:cubicBezTo>
                    <a:pt x="116738" y="4305"/>
                    <a:pt x="114608" y="6059"/>
                    <a:pt x="114608" y="10618"/>
                  </a:cubicBezTo>
                  <a:cubicBezTo>
                    <a:pt x="114608" y="14827"/>
                    <a:pt x="117804" y="14827"/>
                    <a:pt x="123130" y="14827"/>
                  </a:cubicBezTo>
                  <a:cubicBezTo>
                    <a:pt x="140175" y="14827"/>
                    <a:pt x="140885" y="17282"/>
                    <a:pt x="140885" y="20789"/>
                  </a:cubicBezTo>
                  <a:lnTo>
                    <a:pt x="139820" y="27804"/>
                  </a:lnTo>
                  <a:lnTo>
                    <a:pt x="118514" y="110927"/>
                  </a:lnTo>
                  <a:cubicBezTo>
                    <a:pt x="112122" y="97950"/>
                    <a:pt x="101824" y="88480"/>
                    <a:pt x="85845" y="88480"/>
                  </a:cubicBezTo>
                  <a:cubicBezTo>
                    <a:pt x="44298" y="88480"/>
                    <a:pt x="266" y="140037"/>
                    <a:pt x="266" y="191243"/>
                  </a:cubicBezTo>
                  <a:cubicBezTo>
                    <a:pt x="266" y="224212"/>
                    <a:pt x="19796" y="247360"/>
                    <a:pt x="47494" y="247360"/>
                  </a:cubicBezTo>
                  <a:cubicBezTo>
                    <a:pt x="54596" y="247360"/>
                    <a:pt x="72351" y="245957"/>
                    <a:pt x="93657" y="221055"/>
                  </a:cubicBezTo>
                  <a:cubicBezTo>
                    <a:pt x="96498" y="235786"/>
                    <a:pt x="108926" y="247360"/>
                    <a:pt x="125971" y="247360"/>
                  </a:cubicBezTo>
                  <a:cubicBezTo>
                    <a:pt x="138399" y="247360"/>
                    <a:pt x="146567" y="239293"/>
                    <a:pt x="152248" y="228070"/>
                  </a:cubicBezTo>
                  <a:cubicBezTo>
                    <a:pt x="158285" y="215444"/>
                    <a:pt x="162901" y="194049"/>
                    <a:pt x="162901" y="193348"/>
                  </a:cubicBezTo>
                  <a:cubicBezTo>
                    <a:pt x="162901" y="189840"/>
                    <a:pt x="159705" y="189840"/>
                    <a:pt x="158640" y="189840"/>
                  </a:cubicBezTo>
                  <a:cubicBezTo>
                    <a:pt x="155089" y="189840"/>
                    <a:pt x="154734" y="191243"/>
                    <a:pt x="153669" y="196154"/>
                  </a:cubicBezTo>
                  <a:cubicBezTo>
                    <a:pt x="147632" y="218951"/>
                    <a:pt x="141240" y="239644"/>
                    <a:pt x="126681" y="239644"/>
                  </a:cubicBezTo>
                  <a:cubicBezTo>
                    <a:pt x="117093" y="239644"/>
                    <a:pt x="116028" y="230525"/>
                    <a:pt x="116028" y="223510"/>
                  </a:cubicBezTo>
                  <a:cubicBezTo>
                    <a:pt x="116028" y="215093"/>
                    <a:pt x="116738" y="212638"/>
                    <a:pt x="118159" y="206675"/>
                  </a:cubicBezTo>
                  <a:lnTo>
                    <a:pt x="169293" y="3954"/>
                  </a:lnTo>
                  <a:close/>
                  <a:moveTo>
                    <a:pt x="95432" y="201765"/>
                  </a:moveTo>
                  <a:cubicBezTo>
                    <a:pt x="93657" y="208078"/>
                    <a:pt x="93657" y="208780"/>
                    <a:pt x="88330" y="214742"/>
                  </a:cubicBezTo>
                  <a:cubicBezTo>
                    <a:pt x="72706" y="234032"/>
                    <a:pt x="58147" y="239644"/>
                    <a:pt x="48204" y="239644"/>
                  </a:cubicBezTo>
                  <a:cubicBezTo>
                    <a:pt x="30449" y="239644"/>
                    <a:pt x="25478" y="220354"/>
                    <a:pt x="25478" y="206675"/>
                  </a:cubicBezTo>
                  <a:cubicBezTo>
                    <a:pt x="25478" y="189139"/>
                    <a:pt x="36841" y="145999"/>
                    <a:pt x="45008" y="129866"/>
                  </a:cubicBezTo>
                  <a:cubicBezTo>
                    <a:pt x="56016" y="109173"/>
                    <a:pt x="71996" y="96196"/>
                    <a:pt x="86200" y="96196"/>
                  </a:cubicBezTo>
                  <a:cubicBezTo>
                    <a:pt x="109281" y="96196"/>
                    <a:pt x="114253" y="124956"/>
                    <a:pt x="114253" y="127060"/>
                  </a:cubicBezTo>
                  <a:cubicBezTo>
                    <a:pt x="114253" y="129164"/>
                    <a:pt x="113542" y="131269"/>
                    <a:pt x="113187" y="133022"/>
                  </a:cubicBezTo>
                  <a:lnTo>
                    <a:pt x="95432" y="20176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784212C-9766-3710-5B51-C597E039DF59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3209641" y="5157809"/>
              <a:ext cx="109867" cy="163018"/>
            </a:xfrm>
            <a:custGeom>
              <a:avLst/>
              <a:gdLst>
                <a:gd name="connsiteX0" fmla="*/ 110139 w 109867"/>
                <a:gd name="connsiteY0" fmla="*/ 118434 h 163018"/>
                <a:gd name="connsiteX1" fmla="*/ 101687 w 109867"/>
                <a:gd name="connsiteY1" fmla="*/ 118434 h 163018"/>
                <a:gd name="connsiteX2" fmla="*/ 95225 w 109867"/>
                <a:gd name="connsiteY2" fmla="*/ 140775 h 163018"/>
                <a:gd name="connsiteX3" fmla="*/ 70616 w 109867"/>
                <a:gd name="connsiteY3" fmla="*/ 142248 h 163018"/>
                <a:gd name="connsiteX4" fmla="*/ 24879 w 109867"/>
                <a:gd name="connsiteY4" fmla="*/ 142248 h 163018"/>
                <a:gd name="connsiteX5" fmla="*/ 74593 w 109867"/>
                <a:gd name="connsiteY5" fmla="*/ 101002 h 163018"/>
                <a:gd name="connsiteX6" fmla="*/ 110139 w 109867"/>
                <a:gd name="connsiteY6" fmla="*/ 47972 h 163018"/>
                <a:gd name="connsiteX7" fmla="*/ 51973 w 109867"/>
                <a:gd name="connsiteY7" fmla="*/ 98 h 163018"/>
                <a:gd name="connsiteX8" fmla="*/ 271 w 109867"/>
                <a:gd name="connsiteY8" fmla="*/ 44044 h 163018"/>
                <a:gd name="connsiteX9" fmla="*/ 13445 w 109867"/>
                <a:gd name="connsiteY9" fmla="*/ 57793 h 163018"/>
                <a:gd name="connsiteX10" fmla="*/ 26619 w 109867"/>
                <a:gd name="connsiteY10" fmla="*/ 44781 h 163018"/>
                <a:gd name="connsiteX11" fmla="*/ 11954 w 109867"/>
                <a:gd name="connsiteY11" fmla="*/ 31769 h 163018"/>
                <a:gd name="connsiteX12" fmla="*/ 48245 w 109867"/>
                <a:gd name="connsiteY12" fmla="*/ 8936 h 163018"/>
                <a:gd name="connsiteX13" fmla="*/ 86027 w 109867"/>
                <a:gd name="connsiteY13" fmla="*/ 47972 h 163018"/>
                <a:gd name="connsiteX14" fmla="*/ 62662 w 109867"/>
                <a:gd name="connsiteY14" fmla="*/ 95110 h 163018"/>
                <a:gd name="connsiteX15" fmla="*/ 2757 w 109867"/>
                <a:gd name="connsiteY15" fmla="*/ 153542 h 163018"/>
                <a:gd name="connsiteX16" fmla="*/ 271 w 109867"/>
                <a:gd name="connsiteY16" fmla="*/ 163116 h 163018"/>
                <a:gd name="connsiteX17" fmla="*/ 102682 w 109867"/>
                <a:gd name="connsiteY17" fmla="*/ 163116 h 163018"/>
                <a:gd name="connsiteX18" fmla="*/ 110139 w 109867"/>
                <a:gd name="connsiteY18" fmla="*/ 118434 h 16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867" h="163018">
                  <a:moveTo>
                    <a:pt x="110139" y="118434"/>
                  </a:moveTo>
                  <a:lnTo>
                    <a:pt x="101687" y="118434"/>
                  </a:lnTo>
                  <a:cubicBezTo>
                    <a:pt x="100942" y="123835"/>
                    <a:pt x="98456" y="138320"/>
                    <a:pt x="95225" y="140775"/>
                  </a:cubicBezTo>
                  <a:cubicBezTo>
                    <a:pt x="93236" y="142248"/>
                    <a:pt x="74096" y="142248"/>
                    <a:pt x="70616" y="142248"/>
                  </a:cubicBezTo>
                  <a:lnTo>
                    <a:pt x="24879" y="142248"/>
                  </a:lnTo>
                  <a:cubicBezTo>
                    <a:pt x="50979" y="119416"/>
                    <a:pt x="59679" y="112541"/>
                    <a:pt x="74593" y="101002"/>
                  </a:cubicBezTo>
                  <a:cubicBezTo>
                    <a:pt x="92987" y="86517"/>
                    <a:pt x="110139" y="71296"/>
                    <a:pt x="110139" y="47972"/>
                  </a:cubicBezTo>
                  <a:cubicBezTo>
                    <a:pt x="110139" y="18266"/>
                    <a:pt x="83790" y="98"/>
                    <a:pt x="51973" y="98"/>
                  </a:cubicBezTo>
                  <a:cubicBezTo>
                    <a:pt x="21151" y="98"/>
                    <a:pt x="271" y="21457"/>
                    <a:pt x="271" y="44044"/>
                  </a:cubicBezTo>
                  <a:cubicBezTo>
                    <a:pt x="271" y="56565"/>
                    <a:pt x="10959" y="57793"/>
                    <a:pt x="13445" y="57793"/>
                  </a:cubicBezTo>
                  <a:cubicBezTo>
                    <a:pt x="19411" y="57793"/>
                    <a:pt x="26619" y="53619"/>
                    <a:pt x="26619" y="44781"/>
                  </a:cubicBezTo>
                  <a:cubicBezTo>
                    <a:pt x="26619" y="40361"/>
                    <a:pt x="24879" y="31769"/>
                    <a:pt x="11954" y="31769"/>
                  </a:cubicBezTo>
                  <a:cubicBezTo>
                    <a:pt x="19659" y="14337"/>
                    <a:pt x="36562" y="8936"/>
                    <a:pt x="48245" y="8936"/>
                  </a:cubicBezTo>
                  <a:cubicBezTo>
                    <a:pt x="73102" y="8936"/>
                    <a:pt x="86027" y="28086"/>
                    <a:pt x="86027" y="47972"/>
                  </a:cubicBezTo>
                  <a:cubicBezTo>
                    <a:pt x="86027" y="69332"/>
                    <a:pt x="70616" y="86272"/>
                    <a:pt x="62662" y="95110"/>
                  </a:cubicBezTo>
                  <a:lnTo>
                    <a:pt x="2757" y="153542"/>
                  </a:lnTo>
                  <a:cubicBezTo>
                    <a:pt x="271" y="155751"/>
                    <a:pt x="271" y="156242"/>
                    <a:pt x="271" y="163116"/>
                  </a:cubicBezTo>
                  <a:lnTo>
                    <a:pt x="102682" y="163116"/>
                  </a:lnTo>
                  <a:lnTo>
                    <a:pt x="110139" y="118434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A3D5FAB-AD07-AC9B-4978-4EA983EF0410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3521570" y="4497590"/>
              <a:ext cx="174708" cy="841397"/>
            </a:xfrm>
            <a:custGeom>
              <a:avLst/>
              <a:gdLst>
                <a:gd name="connsiteX0" fmla="*/ 174989 w 174708"/>
                <a:gd name="connsiteY0" fmla="*/ 420949 h 841397"/>
                <a:gd name="connsiteX1" fmla="*/ 52835 w 174708"/>
                <a:gd name="connsiteY1" fmla="*/ 39356 h 841397"/>
                <a:gd name="connsiteX2" fmla="*/ 17680 w 174708"/>
                <a:gd name="connsiteY2" fmla="*/ 4284 h 841397"/>
                <a:gd name="connsiteX3" fmla="*/ 7737 w 174708"/>
                <a:gd name="connsiteY3" fmla="*/ 75 h 841397"/>
                <a:gd name="connsiteX4" fmla="*/ 280 w 174708"/>
                <a:gd name="connsiteY4" fmla="*/ 3582 h 841397"/>
                <a:gd name="connsiteX5" fmla="*/ 2410 w 174708"/>
                <a:gd name="connsiteY5" fmla="*/ 7089 h 841397"/>
                <a:gd name="connsiteX6" fmla="*/ 62422 w 174708"/>
                <a:gd name="connsiteY6" fmla="*/ 81093 h 841397"/>
                <a:gd name="connsiteX7" fmla="*/ 145515 w 174708"/>
                <a:gd name="connsiteY7" fmla="*/ 420598 h 841397"/>
                <a:gd name="connsiteX8" fmla="*/ 74140 w 174708"/>
                <a:gd name="connsiteY8" fmla="*/ 741164 h 841397"/>
                <a:gd name="connsiteX9" fmla="*/ 1700 w 174708"/>
                <a:gd name="connsiteY9" fmla="*/ 834808 h 841397"/>
                <a:gd name="connsiteX10" fmla="*/ 280 w 174708"/>
                <a:gd name="connsiteY10" fmla="*/ 837965 h 841397"/>
                <a:gd name="connsiteX11" fmla="*/ 7737 w 174708"/>
                <a:gd name="connsiteY11" fmla="*/ 841472 h 841397"/>
                <a:gd name="connsiteX12" fmla="*/ 18745 w 174708"/>
                <a:gd name="connsiteY12" fmla="*/ 836211 h 841397"/>
                <a:gd name="connsiteX13" fmla="*/ 174989 w 174708"/>
                <a:gd name="connsiteY13" fmla="*/ 420949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89" y="420949"/>
                  </a:moveTo>
                  <a:cubicBezTo>
                    <a:pt x="174989" y="283113"/>
                    <a:pt x="143030" y="144224"/>
                    <a:pt x="52835" y="39356"/>
                  </a:cubicBezTo>
                  <a:cubicBezTo>
                    <a:pt x="45733" y="31290"/>
                    <a:pt x="32239" y="16910"/>
                    <a:pt x="17680" y="4284"/>
                  </a:cubicBezTo>
                  <a:cubicBezTo>
                    <a:pt x="13418" y="75"/>
                    <a:pt x="12708" y="75"/>
                    <a:pt x="7737" y="75"/>
                  </a:cubicBezTo>
                  <a:cubicBezTo>
                    <a:pt x="3476" y="75"/>
                    <a:pt x="280" y="75"/>
                    <a:pt x="280" y="3582"/>
                  </a:cubicBezTo>
                  <a:cubicBezTo>
                    <a:pt x="280" y="4985"/>
                    <a:pt x="1700" y="6388"/>
                    <a:pt x="2410" y="7089"/>
                  </a:cubicBezTo>
                  <a:cubicBezTo>
                    <a:pt x="14839" y="19716"/>
                    <a:pt x="38631" y="43214"/>
                    <a:pt x="62422" y="81093"/>
                  </a:cubicBezTo>
                  <a:cubicBezTo>
                    <a:pt x="119593" y="171581"/>
                    <a:pt x="145515" y="285568"/>
                    <a:pt x="145515" y="420598"/>
                  </a:cubicBezTo>
                  <a:cubicBezTo>
                    <a:pt x="145515" y="514944"/>
                    <a:pt x="132732" y="636647"/>
                    <a:pt x="74140" y="741164"/>
                  </a:cubicBezTo>
                  <a:cubicBezTo>
                    <a:pt x="46088" y="790967"/>
                    <a:pt x="16614" y="820078"/>
                    <a:pt x="1700" y="834808"/>
                  </a:cubicBezTo>
                  <a:cubicBezTo>
                    <a:pt x="990" y="835861"/>
                    <a:pt x="280" y="836913"/>
                    <a:pt x="280" y="837965"/>
                  </a:cubicBezTo>
                  <a:cubicBezTo>
                    <a:pt x="280" y="841472"/>
                    <a:pt x="3476" y="841472"/>
                    <a:pt x="7737" y="841472"/>
                  </a:cubicBezTo>
                  <a:cubicBezTo>
                    <a:pt x="12708" y="841472"/>
                    <a:pt x="13418" y="841472"/>
                    <a:pt x="18745" y="836211"/>
                  </a:cubicBezTo>
                  <a:cubicBezTo>
                    <a:pt x="137703" y="729239"/>
                    <a:pt x="174989" y="568606"/>
                    <a:pt x="174989" y="420949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51" name="Group 950">
            <a:extLst>
              <a:ext uri="{FF2B5EF4-FFF2-40B4-BE49-F238E27FC236}">
                <a16:creationId xmlns:a16="http://schemas.microsoft.com/office/drawing/2014/main" id="{0940DF15-7A42-7F78-CC7B-B85F83519C83}"/>
              </a:ext>
            </a:extLst>
          </p:cNvPr>
          <p:cNvGrpSpPr/>
          <p:nvPr/>
        </p:nvGrpSpPr>
        <p:grpSpPr>
          <a:xfrm>
            <a:off x="1385504" y="4827338"/>
            <a:ext cx="1317874" cy="381000"/>
            <a:chOff x="1625786" y="5534582"/>
            <a:chExt cx="1317874" cy="381000"/>
          </a:xfrm>
        </p:grpSpPr>
        <p:sp>
          <p:nvSpPr>
            <p:cNvPr id="599" name="Rounded Rectangle 7 1">
              <a:extLst>
                <a:ext uri="{FF2B5EF4-FFF2-40B4-BE49-F238E27FC236}">
                  <a16:creationId xmlns:a16="http://schemas.microsoft.com/office/drawing/2014/main" id="{6E6EA5EC-55A7-EC32-372B-DB33EA3D107D}"/>
                </a:ext>
              </a:extLst>
            </p:cNvPr>
            <p:cNvSpPr/>
            <p:nvPr/>
          </p:nvSpPr>
          <p:spPr>
            <a:xfrm rot="5400000">
              <a:off x="2094223" y="5066145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0B35C1F6-E6F0-6AB3-844C-28FCD7A43F66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2F750F97-0933-A548-0DC2-794DD5677D52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14711C78-7290-6AFE-DFD8-6E3FF8C4043F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2" name="Group 951">
            <a:extLst>
              <a:ext uri="{FF2B5EF4-FFF2-40B4-BE49-F238E27FC236}">
                <a16:creationId xmlns:a16="http://schemas.microsoft.com/office/drawing/2014/main" id="{2FB708AE-13A8-7572-88DD-8D9E29AF2DB4}"/>
              </a:ext>
            </a:extLst>
          </p:cNvPr>
          <p:cNvGrpSpPr/>
          <p:nvPr/>
        </p:nvGrpSpPr>
        <p:grpSpPr>
          <a:xfrm>
            <a:off x="1385504" y="4349818"/>
            <a:ext cx="1317874" cy="381000"/>
            <a:chOff x="1625786" y="4975782"/>
            <a:chExt cx="1317874" cy="381000"/>
          </a:xfrm>
        </p:grpSpPr>
        <p:sp>
          <p:nvSpPr>
            <p:cNvPr id="594" name="Rounded Rectangle 49">
              <a:extLst>
                <a:ext uri="{FF2B5EF4-FFF2-40B4-BE49-F238E27FC236}">
                  <a16:creationId xmlns:a16="http://schemas.microsoft.com/office/drawing/2014/main" id="{F82C839A-61FB-9C01-1EE8-8C9BD0EC662F}"/>
                </a:ext>
              </a:extLst>
            </p:cNvPr>
            <p:cNvSpPr/>
            <p:nvPr/>
          </p:nvSpPr>
          <p:spPr>
            <a:xfrm rot="5400000">
              <a:off x="2094223" y="4507345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A0073CCD-01D8-FEAD-FE2C-F8C844A440D1}"/>
                </a:ext>
              </a:extLst>
            </p:cNvPr>
            <p:cNvSpPr/>
            <p:nvPr/>
          </p:nvSpPr>
          <p:spPr>
            <a:xfrm rot="5400000">
              <a:off x="2540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65E90709-67C1-7974-610E-0910D46F4E0D}"/>
                </a:ext>
              </a:extLst>
            </p:cNvPr>
            <p:cNvSpPr/>
            <p:nvPr/>
          </p:nvSpPr>
          <p:spPr>
            <a:xfrm rot="5400000">
              <a:off x="2159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0644803B-BDC0-9CEF-3008-6FF2957AC7A6}"/>
                </a:ext>
              </a:extLst>
            </p:cNvPr>
            <p:cNvSpPr/>
            <p:nvPr/>
          </p:nvSpPr>
          <p:spPr>
            <a:xfrm rot="5400000">
              <a:off x="1778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3" name="Group 952">
            <a:extLst>
              <a:ext uri="{FF2B5EF4-FFF2-40B4-BE49-F238E27FC236}">
                <a16:creationId xmlns:a16="http://schemas.microsoft.com/office/drawing/2014/main" id="{09EA087A-8EC6-399F-0CFE-BA2767EC9C34}"/>
              </a:ext>
            </a:extLst>
          </p:cNvPr>
          <p:cNvGrpSpPr/>
          <p:nvPr/>
        </p:nvGrpSpPr>
        <p:grpSpPr>
          <a:xfrm>
            <a:off x="1385504" y="3872298"/>
            <a:ext cx="1317874" cy="381000"/>
            <a:chOff x="1625786" y="4404204"/>
            <a:chExt cx="1317874" cy="381000"/>
          </a:xfrm>
        </p:grpSpPr>
        <p:sp>
          <p:nvSpPr>
            <p:cNvPr id="589" name="Rounded Rectangle 29">
              <a:extLst>
                <a:ext uri="{FF2B5EF4-FFF2-40B4-BE49-F238E27FC236}">
                  <a16:creationId xmlns:a16="http://schemas.microsoft.com/office/drawing/2014/main" id="{A67BBB45-A878-CEBA-2BF4-4F463BC7F1C0}"/>
                </a:ext>
              </a:extLst>
            </p:cNvPr>
            <p:cNvSpPr/>
            <p:nvPr/>
          </p:nvSpPr>
          <p:spPr>
            <a:xfrm rot="5400000">
              <a:off x="2094223" y="3935767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DD541660-C4A3-0D2B-9CAE-A43CB78A9395}"/>
                </a:ext>
              </a:extLst>
            </p:cNvPr>
            <p:cNvSpPr/>
            <p:nvPr/>
          </p:nvSpPr>
          <p:spPr>
            <a:xfrm rot="5400000">
              <a:off x="2540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65E5FD76-F978-08B6-45C7-282B99640CE6}"/>
                </a:ext>
              </a:extLst>
            </p:cNvPr>
            <p:cNvSpPr/>
            <p:nvPr/>
          </p:nvSpPr>
          <p:spPr>
            <a:xfrm rot="5400000">
              <a:off x="2159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22FB9FBF-0409-0487-4F7D-DCA603E53903}"/>
                </a:ext>
              </a:extLst>
            </p:cNvPr>
            <p:cNvSpPr/>
            <p:nvPr/>
          </p:nvSpPr>
          <p:spPr>
            <a:xfrm rot="5400000">
              <a:off x="1778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4" name="Group 953">
            <a:extLst>
              <a:ext uri="{FF2B5EF4-FFF2-40B4-BE49-F238E27FC236}">
                <a16:creationId xmlns:a16="http://schemas.microsoft.com/office/drawing/2014/main" id="{CD610605-95B9-294F-B208-E2955E184323}"/>
              </a:ext>
            </a:extLst>
          </p:cNvPr>
          <p:cNvGrpSpPr/>
          <p:nvPr/>
        </p:nvGrpSpPr>
        <p:grpSpPr>
          <a:xfrm>
            <a:off x="1385504" y="5304858"/>
            <a:ext cx="1317875" cy="381000"/>
            <a:chOff x="1625786" y="5534582"/>
            <a:chExt cx="1317875" cy="381000"/>
          </a:xfrm>
        </p:grpSpPr>
        <p:sp>
          <p:nvSpPr>
            <p:cNvPr id="584" name="Rounded Rectangle 7 2">
              <a:extLst>
                <a:ext uri="{FF2B5EF4-FFF2-40B4-BE49-F238E27FC236}">
                  <a16:creationId xmlns:a16="http://schemas.microsoft.com/office/drawing/2014/main" id="{03ACFE9B-E3B2-D0AA-BF95-B500701D31C5}"/>
                </a:ext>
              </a:extLst>
            </p:cNvPr>
            <p:cNvSpPr/>
            <p:nvPr/>
          </p:nvSpPr>
          <p:spPr>
            <a:xfrm rot="5400000">
              <a:off x="2094224" y="5066144"/>
              <a:ext cx="381000" cy="1317875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4B00914D-DBB1-946C-831D-0D55642ACBF3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163E636F-7649-B42D-F754-2AEE4067C5ED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AC842D6E-60F2-D665-99D7-CD93B4E27D63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5" name="Group 954" descr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 title="IguanaTex Vector Display">
            <a:extLst>
              <a:ext uri="{FF2B5EF4-FFF2-40B4-BE49-F238E27FC236}">
                <a16:creationId xmlns:a16="http://schemas.microsoft.com/office/drawing/2014/main" id="{65FDD6DF-769E-5E74-7233-D3A34205B588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889410" y="3957934"/>
            <a:ext cx="368850" cy="209728"/>
            <a:chOff x="10836015" y="5394719"/>
            <a:chExt cx="368850" cy="209728"/>
          </a:xfrm>
        </p:grpSpPr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58EC0342-5163-2BD2-A7E4-7978ADEAA7DF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0836015" y="5394719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46D6AB03-1198-2214-7ECF-308AB8706912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1112546" y="5439782"/>
              <a:ext cx="92319" cy="164665"/>
            </a:xfrm>
            <a:custGeom>
              <a:avLst/>
              <a:gdLst>
                <a:gd name="connsiteX0" fmla="*/ 57554 w 92319"/>
                <a:gd name="connsiteY0" fmla="*/ 7030 h 164665"/>
                <a:gd name="connsiteX1" fmla="*/ 49946 w 92319"/>
                <a:gd name="connsiteY1" fmla="*/ 86 h 164665"/>
                <a:gd name="connsiteX2" fmla="*/ 235 w 92319"/>
                <a:gd name="connsiteY2" fmla="*/ 15958 h 164665"/>
                <a:gd name="connsiteX3" fmla="*/ 235 w 92319"/>
                <a:gd name="connsiteY3" fmla="*/ 24885 h 164665"/>
                <a:gd name="connsiteX4" fmla="*/ 37011 w 92319"/>
                <a:gd name="connsiteY4" fmla="*/ 17941 h 164665"/>
                <a:gd name="connsiteX5" fmla="*/ 37011 w 92319"/>
                <a:gd name="connsiteY5" fmla="*/ 144416 h 164665"/>
                <a:gd name="connsiteX6" fmla="*/ 11648 w 92319"/>
                <a:gd name="connsiteY6" fmla="*/ 155824 h 164665"/>
                <a:gd name="connsiteX7" fmla="*/ 2010 w 92319"/>
                <a:gd name="connsiteY7" fmla="*/ 155824 h 164665"/>
                <a:gd name="connsiteX8" fmla="*/ 2010 w 92319"/>
                <a:gd name="connsiteY8" fmla="*/ 164752 h 164665"/>
                <a:gd name="connsiteX9" fmla="*/ 47156 w 92319"/>
                <a:gd name="connsiteY9" fmla="*/ 163760 h 164665"/>
                <a:gd name="connsiteX10" fmla="*/ 92555 w 92319"/>
                <a:gd name="connsiteY10" fmla="*/ 164752 h 164665"/>
                <a:gd name="connsiteX11" fmla="*/ 92555 w 92319"/>
                <a:gd name="connsiteY11" fmla="*/ 155824 h 164665"/>
                <a:gd name="connsiteX12" fmla="*/ 82917 w 92319"/>
                <a:gd name="connsiteY12" fmla="*/ 155824 h 164665"/>
                <a:gd name="connsiteX13" fmla="*/ 57554 w 92319"/>
                <a:gd name="connsiteY13" fmla="*/ 144416 h 164665"/>
                <a:gd name="connsiteX14" fmla="*/ 57554 w 92319"/>
                <a:gd name="connsiteY14" fmla="*/ 7030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2319" h="164665">
                  <a:moveTo>
                    <a:pt x="57554" y="7030"/>
                  </a:moveTo>
                  <a:cubicBezTo>
                    <a:pt x="57554" y="334"/>
                    <a:pt x="57047" y="86"/>
                    <a:pt x="49946" y="86"/>
                  </a:cubicBezTo>
                  <a:cubicBezTo>
                    <a:pt x="33714" y="15710"/>
                    <a:pt x="10634" y="15958"/>
                    <a:pt x="235" y="15958"/>
                  </a:cubicBezTo>
                  <a:lnTo>
                    <a:pt x="235" y="24885"/>
                  </a:lnTo>
                  <a:cubicBezTo>
                    <a:pt x="6322" y="24885"/>
                    <a:pt x="23061" y="24885"/>
                    <a:pt x="37011" y="17941"/>
                  </a:cubicBezTo>
                  <a:lnTo>
                    <a:pt x="37011" y="144416"/>
                  </a:lnTo>
                  <a:cubicBezTo>
                    <a:pt x="37011" y="152600"/>
                    <a:pt x="37011" y="155824"/>
                    <a:pt x="11648" y="155824"/>
                  </a:cubicBezTo>
                  <a:lnTo>
                    <a:pt x="2010" y="155824"/>
                  </a:lnTo>
                  <a:lnTo>
                    <a:pt x="2010" y="164752"/>
                  </a:lnTo>
                  <a:cubicBezTo>
                    <a:pt x="6576" y="164504"/>
                    <a:pt x="37772" y="163760"/>
                    <a:pt x="47156" y="163760"/>
                  </a:cubicBezTo>
                  <a:cubicBezTo>
                    <a:pt x="55018" y="163760"/>
                    <a:pt x="86975" y="164504"/>
                    <a:pt x="92555" y="164752"/>
                  </a:cubicBezTo>
                  <a:lnTo>
                    <a:pt x="92555" y="155824"/>
                  </a:lnTo>
                  <a:lnTo>
                    <a:pt x="82917" y="155824"/>
                  </a:lnTo>
                  <a:cubicBezTo>
                    <a:pt x="57554" y="155824"/>
                    <a:pt x="57554" y="152600"/>
                    <a:pt x="57554" y="144416"/>
                  </a:cubicBezTo>
                  <a:lnTo>
                    <a:pt x="57554" y="7030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grpSp>
        <p:nvGrpSpPr>
          <p:cNvPr id="956" name="Group 955" descr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 title="IguanaTex Vector Display">
            <a:extLst>
              <a:ext uri="{FF2B5EF4-FFF2-40B4-BE49-F238E27FC236}">
                <a16:creationId xmlns:a16="http://schemas.microsoft.com/office/drawing/2014/main" id="{39FCA054-0761-54DA-C4CA-82C0269C2098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885352" y="4435454"/>
            <a:ext cx="376966" cy="209728"/>
            <a:chOff x="10766885" y="5952795"/>
            <a:chExt cx="376966" cy="209728"/>
          </a:xfrm>
        </p:grpSpPr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7AFA1B2A-F493-9137-DB51-95FDC23932FC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0766885" y="5952795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ED71B69D-8DF9-9167-5D86-CA33C88BC69B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1031749" y="5997858"/>
              <a:ext cx="112102" cy="164665"/>
            </a:xfrm>
            <a:custGeom>
              <a:avLst/>
              <a:gdLst>
                <a:gd name="connsiteX0" fmla="*/ 112338 w 112102"/>
                <a:gd name="connsiteY0" fmla="*/ 119617 h 164665"/>
                <a:gd name="connsiteX1" fmla="*/ 103714 w 112102"/>
                <a:gd name="connsiteY1" fmla="*/ 119617 h 164665"/>
                <a:gd name="connsiteX2" fmla="*/ 97120 w 112102"/>
                <a:gd name="connsiteY2" fmla="*/ 142184 h 164665"/>
                <a:gd name="connsiteX3" fmla="*/ 72011 w 112102"/>
                <a:gd name="connsiteY3" fmla="*/ 143672 h 164665"/>
                <a:gd name="connsiteX4" fmla="*/ 25344 w 112102"/>
                <a:gd name="connsiteY4" fmla="*/ 143672 h 164665"/>
                <a:gd name="connsiteX5" fmla="*/ 76069 w 112102"/>
                <a:gd name="connsiteY5" fmla="*/ 102010 h 164665"/>
                <a:gd name="connsiteX6" fmla="*/ 112338 w 112102"/>
                <a:gd name="connsiteY6" fmla="*/ 48444 h 164665"/>
                <a:gd name="connsiteX7" fmla="*/ 52989 w 112102"/>
                <a:gd name="connsiteY7" fmla="*/ 86 h 164665"/>
                <a:gd name="connsiteX8" fmla="*/ 235 w 112102"/>
                <a:gd name="connsiteY8" fmla="*/ 44476 h 164665"/>
                <a:gd name="connsiteX9" fmla="*/ 13677 w 112102"/>
                <a:gd name="connsiteY9" fmla="*/ 58364 h 164665"/>
                <a:gd name="connsiteX10" fmla="*/ 27119 w 112102"/>
                <a:gd name="connsiteY10" fmla="*/ 45220 h 164665"/>
                <a:gd name="connsiteX11" fmla="*/ 12155 w 112102"/>
                <a:gd name="connsiteY11" fmla="*/ 32077 h 164665"/>
                <a:gd name="connsiteX12" fmla="*/ 49185 w 112102"/>
                <a:gd name="connsiteY12" fmla="*/ 9014 h 164665"/>
                <a:gd name="connsiteX13" fmla="*/ 87736 w 112102"/>
                <a:gd name="connsiteY13" fmla="*/ 48444 h 164665"/>
                <a:gd name="connsiteX14" fmla="*/ 63895 w 112102"/>
                <a:gd name="connsiteY14" fmla="*/ 96058 h 164665"/>
                <a:gd name="connsiteX15" fmla="*/ 2771 w 112102"/>
                <a:gd name="connsiteY15" fmla="*/ 155080 h 164665"/>
                <a:gd name="connsiteX16" fmla="*/ 235 w 112102"/>
                <a:gd name="connsiteY16" fmla="*/ 164752 h 164665"/>
                <a:gd name="connsiteX17" fmla="*/ 104729 w 112102"/>
                <a:gd name="connsiteY17" fmla="*/ 164752 h 164665"/>
                <a:gd name="connsiteX18" fmla="*/ 112338 w 112102"/>
                <a:gd name="connsiteY18" fmla="*/ 119617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2102" h="164665">
                  <a:moveTo>
                    <a:pt x="112338" y="119617"/>
                  </a:moveTo>
                  <a:lnTo>
                    <a:pt x="103714" y="119617"/>
                  </a:lnTo>
                  <a:cubicBezTo>
                    <a:pt x="102954" y="125073"/>
                    <a:pt x="100417" y="139705"/>
                    <a:pt x="97120" y="142184"/>
                  </a:cubicBezTo>
                  <a:cubicBezTo>
                    <a:pt x="95091" y="143672"/>
                    <a:pt x="75562" y="143672"/>
                    <a:pt x="72011" y="143672"/>
                  </a:cubicBezTo>
                  <a:lnTo>
                    <a:pt x="25344" y="143672"/>
                  </a:lnTo>
                  <a:cubicBezTo>
                    <a:pt x="51975" y="120609"/>
                    <a:pt x="60852" y="113666"/>
                    <a:pt x="76069" y="102010"/>
                  </a:cubicBezTo>
                  <a:cubicBezTo>
                    <a:pt x="94838" y="87379"/>
                    <a:pt x="112338" y="72003"/>
                    <a:pt x="112338" y="48444"/>
                  </a:cubicBezTo>
                  <a:cubicBezTo>
                    <a:pt x="112338" y="18437"/>
                    <a:pt x="85453" y="86"/>
                    <a:pt x="52989" y="86"/>
                  </a:cubicBezTo>
                  <a:cubicBezTo>
                    <a:pt x="21540" y="86"/>
                    <a:pt x="235" y="21661"/>
                    <a:pt x="235" y="44476"/>
                  </a:cubicBezTo>
                  <a:cubicBezTo>
                    <a:pt x="235" y="57124"/>
                    <a:pt x="11141" y="58364"/>
                    <a:pt x="13677" y="58364"/>
                  </a:cubicBezTo>
                  <a:cubicBezTo>
                    <a:pt x="19764" y="58364"/>
                    <a:pt x="27119" y="54148"/>
                    <a:pt x="27119" y="45220"/>
                  </a:cubicBezTo>
                  <a:cubicBezTo>
                    <a:pt x="27119" y="40757"/>
                    <a:pt x="25344" y="32077"/>
                    <a:pt x="12155" y="32077"/>
                  </a:cubicBezTo>
                  <a:cubicBezTo>
                    <a:pt x="20018" y="14470"/>
                    <a:pt x="37264" y="9014"/>
                    <a:pt x="49185" y="9014"/>
                  </a:cubicBezTo>
                  <a:cubicBezTo>
                    <a:pt x="74547" y="9014"/>
                    <a:pt x="87736" y="28357"/>
                    <a:pt x="87736" y="48444"/>
                  </a:cubicBezTo>
                  <a:cubicBezTo>
                    <a:pt x="87736" y="70019"/>
                    <a:pt x="72011" y="87131"/>
                    <a:pt x="63895" y="96058"/>
                  </a:cubicBezTo>
                  <a:lnTo>
                    <a:pt x="2771" y="155080"/>
                  </a:lnTo>
                  <a:cubicBezTo>
                    <a:pt x="235" y="157312"/>
                    <a:pt x="235" y="157808"/>
                    <a:pt x="235" y="164752"/>
                  </a:cubicBezTo>
                  <a:lnTo>
                    <a:pt x="104729" y="164752"/>
                  </a:lnTo>
                  <a:lnTo>
                    <a:pt x="112338" y="119617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57" name="Group 956" descr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 title="IguanaTex Vector Display">
            <a:extLst>
              <a:ext uri="{FF2B5EF4-FFF2-40B4-BE49-F238E27FC236}">
                <a16:creationId xmlns:a16="http://schemas.microsoft.com/office/drawing/2014/main" id="{DA9DE207-5B66-AE48-AC0B-B7958347F080}"/>
              </a:ext>
            </a:extLst>
          </p:cNvPr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882309" y="5390494"/>
            <a:ext cx="383053" cy="209728"/>
            <a:chOff x="10919285" y="5637111"/>
            <a:chExt cx="383053" cy="209728"/>
          </a:xfrm>
        </p:grpSpPr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485CB83-16D5-E84D-C3FE-FFE08FFBC07D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0919285" y="56371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69D75A90-CC00-87B2-AF94-079A1F1DC471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1178062" y="5679694"/>
              <a:ext cx="124276" cy="167145"/>
            </a:xfrm>
            <a:custGeom>
              <a:avLst/>
              <a:gdLst>
                <a:gd name="connsiteX0" fmla="*/ 124512 w 124276"/>
                <a:gd name="connsiteY0" fmla="*/ 126561 h 167145"/>
                <a:gd name="connsiteX1" fmla="*/ 124512 w 124276"/>
                <a:gd name="connsiteY1" fmla="*/ 117633 h 167145"/>
                <a:gd name="connsiteX2" fmla="*/ 96359 w 124276"/>
                <a:gd name="connsiteY2" fmla="*/ 117633 h 167145"/>
                <a:gd name="connsiteX3" fmla="*/ 96359 w 124276"/>
                <a:gd name="connsiteY3" fmla="*/ 7030 h 167145"/>
                <a:gd name="connsiteX4" fmla="*/ 90780 w 124276"/>
                <a:gd name="connsiteY4" fmla="*/ 86 h 167145"/>
                <a:gd name="connsiteX5" fmla="*/ 84185 w 124276"/>
                <a:gd name="connsiteY5" fmla="*/ 3558 h 167145"/>
                <a:gd name="connsiteX6" fmla="*/ 235 w 124276"/>
                <a:gd name="connsiteY6" fmla="*/ 117633 h 167145"/>
                <a:gd name="connsiteX7" fmla="*/ 235 w 124276"/>
                <a:gd name="connsiteY7" fmla="*/ 126561 h 167145"/>
                <a:gd name="connsiteX8" fmla="*/ 74801 w 124276"/>
                <a:gd name="connsiteY8" fmla="*/ 126561 h 167145"/>
                <a:gd name="connsiteX9" fmla="*/ 74801 w 124276"/>
                <a:gd name="connsiteY9" fmla="*/ 146896 h 167145"/>
                <a:gd name="connsiteX10" fmla="*/ 54257 w 124276"/>
                <a:gd name="connsiteY10" fmla="*/ 158304 h 167145"/>
                <a:gd name="connsiteX11" fmla="*/ 47409 w 124276"/>
                <a:gd name="connsiteY11" fmla="*/ 158304 h 167145"/>
                <a:gd name="connsiteX12" fmla="*/ 47409 w 124276"/>
                <a:gd name="connsiteY12" fmla="*/ 167231 h 167145"/>
                <a:gd name="connsiteX13" fmla="*/ 85453 w 124276"/>
                <a:gd name="connsiteY13" fmla="*/ 166240 h 167145"/>
                <a:gd name="connsiteX14" fmla="*/ 123751 w 124276"/>
                <a:gd name="connsiteY14" fmla="*/ 167231 h 167145"/>
                <a:gd name="connsiteX15" fmla="*/ 123751 w 124276"/>
                <a:gd name="connsiteY15" fmla="*/ 158304 h 167145"/>
                <a:gd name="connsiteX16" fmla="*/ 116903 w 124276"/>
                <a:gd name="connsiteY16" fmla="*/ 158304 h 167145"/>
                <a:gd name="connsiteX17" fmla="*/ 96359 w 124276"/>
                <a:gd name="connsiteY17" fmla="*/ 146896 h 167145"/>
                <a:gd name="connsiteX18" fmla="*/ 96359 w 124276"/>
                <a:gd name="connsiteY18" fmla="*/ 126561 h 167145"/>
                <a:gd name="connsiteX19" fmla="*/ 124512 w 124276"/>
                <a:gd name="connsiteY19" fmla="*/ 126561 h 167145"/>
                <a:gd name="connsiteX20" fmla="*/ 76576 w 124276"/>
                <a:gd name="connsiteY20" fmla="*/ 26869 h 167145"/>
                <a:gd name="connsiteX21" fmla="*/ 76576 w 124276"/>
                <a:gd name="connsiteY21" fmla="*/ 117633 h 167145"/>
                <a:gd name="connsiteX22" fmla="*/ 9619 w 124276"/>
                <a:gd name="connsiteY22" fmla="*/ 117633 h 167145"/>
                <a:gd name="connsiteX23" fmla="*/ 76576 w 124276"/>
                <a:gd name="connsiteY23" fmla="*/ 26869 h 167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4276" h="167145">
                  <a:moveTo>
                    <a:pt x="124512" y="126561"/>
                  </a:moveTo>
                  <a:lnTo>
                    <a:pt x="124512" y="117633"/>
                  </a:lnTo>
                  <a:lnTo>
                    <a:pt x="96359" y="117633"/>
                  </a:lnTo>
                  <a:lnTo>
                    <a:pt x="96359" y="7030"/>
                  </a:lnTo>
                  <a:cubicBezTo>
                    <a:pt x="96359" y="1822"/>
                    <a:pt x="96359" y="86"/>
                    <a:pt x="90780" y="86"/>
                  </a:cubicBezTo>
                  <a:cubicBezTo>
                    <a:pt x="87736" y="86"/>
                    <a:pt x="86721" y="86"/>
                    <a:pt x="84185" y="3558"/>
                  </a:cubicBezTo>
                  <a:lnTo>
                    <a:pt x="235" y="117633"/>
                  </a:lnTo>
                  <a:lnTo>
                    <a:pt x="235" y="126561"/>
                  </a:lnTo>
                  <a:lnTo>
                    <a:pt x="74801" y="126561"/>
                  </a:lnTo>
                  <a:lnTo>
                    <a:pt x="74801" y="146896"/>
                  </a:lnTo>
                  <a:cubicBezTo>
                    <a:pt x="74801" y="155328"/>
                    <a:pt x="74801" y="158304"/>
                    <a:pt x="54257" y="158304"/>
                  </a:cubicBezTo>
                  <a:lnTo>
                    <a:pt x="47409" y="158304"/>
                  </a:lnTo>
                  <a:lnTo>
                    <a:pt x="47409" y="167231"/>
                  </a:lnTo>
                  <a:cubicBezTo>
                    <a:pt x="60091" y="166735"/>
                    <a:pt x="76323" y="166240"/>
                    <a:pt x="85453" y="166240"/>
                  </a:cubicBezTo>
                  <a:cubicBezTo>
                    <a:pt x="94838" y="166240"/>
                    <a:pt x="111070" y="166735"/>
                    <a:pt x="123751" y="167231"/>
                  </a:cubicBezTo>
                  <a:lnTo>
                    <a:pt x="123751" y="158304"/>
                  </a:lnTo>
                  <a:lnTo>
                    <a:pt x="116903" y="158304"/>
                  </a:lnTo>
                  <a:cubicBezTo>
                    <a:pt x="96359" y="158304"/>
                    <a:pt x="96359" y="155328"/>
                    <a:pt x="96359" y="146896"/>
                  </a:cubicBezTo>
                  <a:lnTo>
                    <a:pt x="96359" y="126561"/>
                  </a:lnTo>
                  <a:lnTo>
                    <a:pt x="124512" y="126561"/>
                  </a:lnTo>
                  <a:close/>
                  <a:moveTo>
                    <a:pt x="76576" y="26869"/>
                  </a:moveTo>
                  <a:lnTo>
                    <a:pt x="76576" y="117633"/>
                  </a:lnTo>
                  <a:lnTo>
                    <a:pt x="9619" y="117633"/>
                  </a:lnTo>
                  <a:lnTo>
                    <a:pt x="76576" y="26869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58" name="Group 957" descr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 title="IguanaTex Vector Display">
            <a:extLst>
              <a:ext uri="{FF2B5EF4-FFF2-40B4-BE49-F238E27FC236}">
                <a16:creationId xmlns:a16="http://schemas.microsoft.com/office/drawing/2014/main" id="{B014BD66-FEB4-BA5E-7917-450FCEFF7132}"/>
              </a:ext>
            </a:extLst>
          </p:cNvPr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884210" y="4910494"/>
            <a:ext cx="379250" cy="214688"/>
            <a:chOff x="11071685" y="5789511"/>
            <a:chExt cx="379250" cy="214688"/>
          </a:xfrm>
        </p:grpSpPr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57CD6714-088E-16EE-C389-B0EE48ED5B10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1071685" y="57895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986802D8-AFF5-BC20-7458-D53F1B8624D0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1334267" y="5834574"/>
              <a:ext cx="116668" cy="169625"/>
            </a:xfrm>
            <a:custGeom>
              <a:avLst/>
              <a:gdLst>
                <a:gd name="connsiteX0" fmla="*/ 55779 w 116668"/>
                <a:gd name="connsiteY0" fmla="*/ 81923 h 169625"/>
                <a:gd name="connsiteX1" fmla="*/ 89765 w 116668"/>
                <a:gd name="connsiteY1" fmla="*/ 121849 h 169625"/>
                <a:gd name="connsiteX2" fmla="*/ 56794 w 116668"/>
                <a:gd name="connsiteY2" fmla="*/ 161776 h 169625"/>
                <a:gd name="connsiteX3" fmla="*/ 13677 w 116668"/>
                <a:gd name="connsiteY3" fmla="*/ 144416 h 169625"/>
                <a:gd name="connsiteX4" fmla="*/ 28387 w 116668"/>
                <a:gd name="connsiteY4" fmla="*/ 130529 h 169625"/>
                <a:gd name="connsiteX5" fmla="*/ 14438 w 116668"/>
                <a:gd name="connsiteY5" fmla="*/ 116889 h 169625"/>
                <a:gd name="connsiteX6" fmla="*/ 235 w 116668"/>
                <a:gd name="connsiteY6" fmla="*/ 131273 h 169625"/>
                <a:gd name="connsiteX7" fmla="*/ 57301 w 116668"/>
                <a:gd name="connsiteY7" fmla="*/ 169711 h 169625"/>
                <a:gd name="connsiteX8" fmla="*/ 116903 w 116668"/>
                <a:gd name="connsiteY8" fmla="*/ 121849 h 169625"/>
                <a:gd name="connsiteX9" fmla="*/ 72772 w 116668"/>
                <a:gd name="connsiteY9" fmla="*/ 77459 h 169625"/>
                <a:gd name="connsiteX10" fmla="*/ 109041 w 116668"/>
                <a:gd name="connsiteY10" fmla="*/ 34309 h 169625"/>
                <a:gd name="connsiteX11" fmla="*/ 57808 w 116668"/>
                <a:gd name="connsiteY11" fmla="*/ 86 h 169625"/>
                <a:gd name="connsiteX12" fmla="*/ 8097 w 116668"/>
                <a:gd name="connsiteY12" fmla="*/ 33317 h 169625"/>
                <a:gd name="connsiteX13" fmla="*/ 21286 w 116668"/>
                <a:gd name="connsiteY13" fmla="*/ 46460 h 169625"/>
                <a:gd name="connsiteX14" fmla="*/ 34221 w 116668"/>
                <a:gd name="connsiteY14" fmla="*/ 33813 h 169625"/>
                <a:gd name="connsiteX15" fmla="*/ 21286 w 116668"/>
                <a:gd name="connsiteY15" fmla="*/ 20917 h 169625"/>
                <a:gd name="connsiteX16" fmla="*/ 57047 w 116668"/>
                <a:gd name="connsiteY16" fmla="*/ 7278 h 169625"/>
                <a:gd name="connsiteX17" fmla="*/ 84439 w 116668"/>
                <a:gd name="connsiteY17" fmla="*/ 34309 h 169625"/>
                <a:gd name="connsiteX18" fmla="*/ 74294 w 116668"/>
                <a:gd name="connsiteY18" fmla="*/ 63820 h 169625"/>
                <a:gd name="connsiteX19" fmla="*/ 46141 w 116668"/>
                <a:gd name="connsiteY19" fmla="*/ 74483 h 169625"/>
                <a:gd name="connsiteX20" fmla="*/ 38025 w 116668"/>
                <a:gd name="connsiteY20" fmla="*/ 75227 h 169625"/>
                <a:gd name="connsiteX21" fmla="*/ 35489 w 116668"/>
                <a:gd name="connsiteY21" fmla="*/ 78451 h 169625"/>
                <a:gd name="connsiteX22" fmla="*/ 42083 w 116668"/>
                <a:gd name="connsiteY22" fmla="*/ 81923 h 169625"/>
                <a:gd name="connsiteX23" fmla="*/ 55779 w 116668"/>
                <a:gd name="connsiteY23" fmla="*/ 81923 h 169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6668" h="169625">
                  <a:moveTo>
                    <a:pt x="55779" y="81923"/>
                  </a:moveTo>
                  <a:cubicBezTo>
                    <a:pt x="75562" y="81923"/>
                    <a:pt x="89765" y="95314"/>
                    <a:pt x="89765" y="121849"/>
                  </a:cubicBezTo>
                  <a:cubicBezTo>
                    <a:pt x="89765" y="152600"/>
                    <a:pt x="71504" y="161776"/>
                    <a:pt x="56794" y="161776"/>
                  </a:cubicBezTo>
                  <a:cubicBezTo>
                    <a:pt x="46649" y="161776"/>
                    <a:pt x="24329" y="159048"/>
                    <a:pt x="13677" y="144416"/>
                  </a:cubicBezTo>
                  <a:cubicBezTo>
                    <a:pt x="25598" y="143920"/>
                    <a:pt x="28387" y="135737"/>
                    <a:pt x="28387" y="130529"/>
                  </a:cubicBezTo>
                  <a:cubicBezTo>
                    <a:pt x="28387" y="122593"/>
                    <a:pt x="22300" y="116889"/>
                    <a:pt x="14438" y="116889"/>
                  </a:cubicBezTo>
                  <a:cubicBezTo>
                    <a:pt x="7336" y="116889"/>
                    <a:pt x="235" y="121105"/>
                    <a:pt x="235" y="131273"/>
                  </a:cubicBezTo>
                  <a:cubicBezTo>
                    <a:pt x="235" y="154584"/>
                    <a:pt x="26612" y="169711"/>
                    <a:pt x="57301" y="169711"/>
                  </a:cubicBezTo>
                  <a:cubicBezTo>
                    <a:pt x="92555" y="169711"/>
                    <a:pt x="116903" y="146648"/>
                    <a:pt x="116903" y="121849"/>
                  </a:cubicBezTo>
                  <a:cubicBezTo>
                    <a:pt x="116903" y="102506"/>
                    <a:pt x="100671" y="83163"/>
                    <a:pt x="72772" y="77459"/>
                  </a:cubicBezTo>
                  <a:cubicBezTo>
                    <a:pt x="99403" y="68035"/>
                    <a:pt x="109041" y="49436"/>
                    <a:pt x="109041" y="34309"/>
                  </a:cubicBezTo>
                  <a:cubicBezTo>
                    <a:pt x="109041" y="14718"/>
                    <a:pt x="85961" y="86"/>
                    <a:pt x="57808" y="86"/>
                  </a:cubicBezTo>
                  <a:cubicBezTo>
                    <a:pt x="29656" y="86"/>
                    <a:pt x="8097" y="13478"/>
                    <a:pt x="8097" y="33317"/>
                  </a:cubicBezTo>
                  <a:cubicBezTo>
                    <a:pt x="8097" y="41748"/>
                    <a:pt x="13677" y="46460"/>
                    <a:pt x="21286" y="46460"/>
                  </a:cubicBezTo>
                  <a:cubicBezTo>
                    <a:pt x="29148" y="46460"/>
                    <a:pt x="34221" y="40757"/>
                    <a:pt x="34221" y="33813"/>
                  </a:cubicBezTo>
                  <a:cubicBezTo>
                    <a:pt x="34221" y="26621"/>
                    <a:pt x="29148" y="21413"/>
                    <a:pt x="21286" y="20917"/>
                  </a:cubicBezTo>
                  <a:cubicBezTo>
                    <a:pt x="30163" y="10006"/>
                    <a:pt x="47663" y="7278"/>
                    <a:pt x="57047" y="7278"/>
                  </a:cubicBezTo>
                  <a:cubicBezTo>
                    <a:pt x="68460" y="7278"/>
                    <a:pt x="84439" y="12734"/>
                    <a:pt x="84439" y="34309"/>
                  </a:cubicBezTo>
                  <a:cubicBezTo>
                    <a:pt x="84439" y="44724"/>
                    <a:pt x="80888" y="56132"/>
                    <a:pt x="74294" y="63820"/>
                  </a:cubicBezTo>
                  <a:cubicBezTo>
                    <a:pt x="65924" y="73243"/>
                    <a:pt x="58823" y="73739"/>
                    <a:pt x="46141" y="74483"/>
                  </a:cubicBezTo>
                  <a:cubicBezTo>
                    <a:pt x="39801" y="74979"/>
                    <a:pt x="39293" y="74979"/>
                    <a:pt x="38025" y="75227"/>
                  </a:cubicBezTo>
                  <a:cubicBezTo>
                    <a:pt x="37518" y="75227"/>
                    <a:pt x="35489" y="75723"/>
                    <a:pt x="35489" y="78451"/>
                  </a:cubicBezTo>
                  <a:cubicBezTo>
                    <a:pt x="35489" y="81923"/>
                    <a:pt x="37772" y="81923"/>
                    <a:pt x="42083" y="81923"/>
                  </a:cubicBezTo>
                  <a:lnTo>
                    <a:pt x="55779" y="81923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sp>
        <p:nvSpPr>
          <p:cNvPr id="606" name="Freeform: Shape 605">
            <a:extLst>
              <a:ext uri="{FF2B5EF4-FFF2-40B4-BE49-F238E27FC236}">
                <a16:creationId xmlns:a16="http://schemas.microsoft.com/office/drawing/2014/main" id="{7D1E80EC-4472-18D1-7E8F-6049E8E64E8A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660119" y="3336083"/>
            <a:ext cx="263128" cy="312498"/>
          </a:xfrm>
          <a:custGeom>
            <a:avLst/>
            <a:gdLst>
              <a:gd name="connsiteX0" fmla="*/ 187762 w 263128"/>
              <a:gd name="connsiteY0" fmla="*/ 238227 h 312498"/>
              <a:gd name="connsiteX1" fmla="*/ 261268 w 263128"/>
              <a:gd name="connsiteY1" fmla="*/ 125643 h 312498"/>
              <a:gd name="connsiteX2" fmla="*/ 130947 w 263128"/>
              <a:gd name="connsiteY2" fmla="*/ 82 h 312498"/>
              <a:gd name="connsiteX3" fmla="*/ 270 w 263128"/>
              <a:gd name="connsiteY3" fmla="*/ 125643 h 312498"/>
              <a:gd name="connsiteX4" fmla="*/ 130947 w 263128"/>
              <a:gd name="connsiteY4" fmla="*/ 248398 h 312498"/>
              <a:gd name="connsiteX5" fmla="*/ 164681 w 263128"/>
              <a:gd name="connsiteY5" fmla="*/ 245241 h 312498"/>
              <a:gd name="connsiteX6" fmla="*/ 214750 w 263128"/>
              <a:gd name="connsiteY6" fmla="*/ 312581 h 312498"/>
              <a:gd name="connsiteX7" fmla="*/ 263399 w 263128"/>
              <a:gd name="connsiteY7" fmla="*/ 247346 h 312498"/>
              <a:gd name="connsiteX8" fmla="*/ 257007 w 263128"/>
              <a:gd name="connsiteY8" fmla="*/ 238227 h 312498"/>
              <a:gd name="connsiteX9" fmla="*/ 250615 w 263128"/>
              <a:gd name="connsiteY9" fmla="*/ 245241 h 312498"/>
              <a:gd name="connsiteX10" fmla="*/ 220432 w 263128"/>
              <a:gd name="connsiteY10" fmla="*/ 258920 h 312498"/>
              <a:gd name="connsiteX11" fmla="*/ 187762 w 263128"/>
              <a:gd name="connsiteY11" fmla="*/ 238227 h 312498"/>
              <a:gd name="connsiteX12" fmla="*/ 97212 w 263128"/>
              <a:gd name="connsiteY12" fmla="*/ 226653 h 312498"/>
              <a:gd name="connsiteX13" fmla="*/ 52470 w 263128"/>
              <a:gd name="connsiteY13" fmla="*/ 125292 h 312498"/>
              <a:gd name="connsiteX14" fmla="*/ 65608 w 263128"/>
              <a:gd name="connsiteY14" fmla="*/ 53042 h 312498"/>
              <a:gd name="connsiteX15" fmla="*/ 130591 w 263128"/>
              <a:gd name="connsiteY15" fmla="*/ 14111 h 312498"/>
              <a:gd name="connsiteX16" fmla="*/ 194509 w 263128"/>
              <a:gd name="connsiteY16" fmla="*/ 50938 h 312498"/>
              <a:gd name="connsiteX17" fmla="*/ 209068 w 263128"/>
              <a:gd name="connsiteY17" fmla="*/ 125292 h 312498"/>
              <a:gd name="connsiteX18" fmla="*/ 174979 w 263128"/>
              <a:gd name="connsiteY18" fmla="*/ 220340 h 312498"/>
              <a:gd name="connsiteX19" fmla="*/ 130591 w 263128"/>
              <a:gd name="connsiteY19" fmla="*/ 190177 h 312498"/>
              <a:gd name="connsiteX20" fmla="*/ 96147 w 263128"/>
              <a:gd name="connsiteY20" fmla="*/ 218937 h 312498"/>
              <a:gd name="connsiteX21" fmla="*/ 97212 w 263128"/>
              <a:gd name="connsiteY21" fmla="*/ 226653 h 312498"/>
              <a:gd name="connsiteX22" fmla="*/ 160065 w 263128"/>
              <a:gd name="connsiteY22" fmla="*/ 228757 h 312498"/>
              <a:gd name="connsiteX23" fmla="*/ 130947 w 263128"/>
              <a:gd name="connsiteY23" fmla="*/ 234369 h 312498"/>
              <a:gd name="connsiteX24" fmla="*/ 108930 w 263128"/>
              <a:gd name="connsiteY24" fmla="*/ 218937 h 312498"/>
              <a:gd name="connsiteX25" fmla="*/ 130947 w 263128"/>
              <a:gd name="connsiteY25" fmla="*/ 202803 h 312498"/>
              <a:gd name="connsiteX26" fmla="*/ 160065 w 263128"/>
              <a:gd name="connsiteY26" fmla="*/ 228757 h 312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63128" h="312498">
                <a:moveTo>
                  <a:pt x="187762" y="238227"/>
                </a:moveTo>
                <a:cubicBezTo>
                  <a:pt x="245999" y="215780"/>
                  <a:pt x="261268" y="163872"/>
                  <a:pt x="261268" y="125643"/>
                </a:cubicBezTo>
                <a:cubicBezTo>
                  <a:pt x="261268" y="49886"/>
                  <a:pt x="209779" y="82"/>
                  <a:pt x="130947" y="82"/>
                </a:cubicBezTo>
                <a:cubicBezTo>
                  <a:pt x="49629" y="82"/>
                  <a:pt x="270" y="51990"/>
                  <a:pt x="270" y="125643"/>
                </a:cubicBezTo>
                <a:cubicBezTo>
                  <a:pt x="270" y="197192"/>
                  <a:pt x="48563" y="248398"/>
                  <a:pt x="130947" y="248398"/>
                </a:cubicBezTo>
                <a:cubicBezTo>
                  <a:pt x="138759" y="248398"/>
                  <a:pt x="150477" y="248047"/>
                  <a:pt x="164681" y="245241"/>
                </a:cubicBezTo>
                <a:cubicBezTo>
                  <a:pt x="174624" y="284874"/>
                  <a:pt x="181726" y="312581"/>
                  <a:pt x="214750" y="312581"/>
                </a:cubicBezTo>
                <a:cubicBezTo>
                  <a:pt x="250970" y="312581"/>
                  <a:pt x="263399" y="271195"/>
                  <a:pt x="263399" y="247346"/>
                </a:cubicBezTo>
                <a:cubicBezTo>
                  <a:pt x="263399" y="244540"/>
                  <a:pt x="263399" y="238227"/>
                  <a:pt x="257007" y="238227"/>
                </a:cubicBezTo>
                <a:cubicBezTo>
                  <a:pt x="251680" y="238227"/>
                  <a:pt x="250970" y="242786"/>
                  <a:pt x="250615" y="245241"/>
                </a:cubicBezTo>
                <a:cubicBezTo>
                  <a:pt x="248484" y="258569"/>
                  <a:pt x="226468" y="258920"/>
                  <a:pt x="220432" y="258920"/>
                </a:cubicBezTo>
                <a:cubicBezTo>
                  <a:pt x="212264" y="258920"/>
                  <a:pt x="201611" y="258920"/>
                  <a:pt x="187762" y="238227"/>
                </a:cubicBezTo>
                <a:close/>
                <a:moveTo>
                  <a:pt x="97212" y="226653"/>
                </a:moveTo>
                <a:cubicBezTo>
                  <a:pt x="53535" y="205960"/>
                  <a:pt x="52470" y="152649"/>
                  <a:pt x="52470" y="125292"/>
                </a:cubicBezTo>
                <a:cubicBezTo>
                  <a:pt x="52470" y="111263"/>
                  <a:pt x="52470" y="77944"/>
                  <a:pt x="65608" y="53042"/>
                </a:cubicBezTo>
                <a:cubicBezTo>
                  <a:pt x="84073" y="19372"/>
                  <a:pt x="114612" y="14111"/>
                  <a:pt x="130591" y="14111"/>
                </a:cubicBezTo>
                <a:cubicBezTo>
                  <a:pt x="149767" y="14111"/>
                  <a:pt x="177465" y="21126"/>
                  <a:pt x="194509" y="50938"/>
                </a:cubicBezTo>
                <a:cubicBezTo>
                  <a:pt x="208003" y="74437"/>
                  <a:pt x="209068" y="104599"/>
                  <a:pt x="209068" y="125292"/>
                </a:cubicBezTo>
                <a:cubicBezTo>
                  <a:pt x="209068" y="144933"/>
                  <a:pt x="209068" y="197192"/>
                  <a:pt x="174979" y="220340"/>
                </a:cubicBezTo>
                <a:cubicBezTo>
                  <a:pt x="167167" y="208766"/>
                  <a:pt x="154383" y="190177"/>
                  <a:pt x="130591" y="190177"/>
                </a:cubicBezTo>
                <a:cubicBezTo>
                  <a:pt x="112481" y="190177"/>
                  <a:pt x="96147" y="202102"/>
                  <a:pt x="96147" y="218937"/>
                </a:cubicBezTo>
                <a:cubicBezTo>
                  <a:pt x="96147" y="221041"/>
                  <a:pt x="96502" y="224899"/>
                  <a:pt x="97212" y="226653"/>
                </a:cubicBezTo>
                <a:close/>
                <a:moveTo>
                  <a:pt x="160065" y="228757"/>
                </a:moveTo>
                <a:cubicBezTo>
                  <a:pt x="151187" y="232615"/>
                  <a:pt x="140534" y="234369"/>
                  <a:pt x="130947" y="234369"/>
                </a:cubicBezTo>
                <a:cubicBezTo>
                  <a:pt x="111416" y="234369"/>
                  <a:pt x="108930" y="223145"/>
                  <a:pt x="108930" y="218937"/>
                </a:cubicBezTo>
                <a:cubicBezTo>
                  <a:pt x="108930" y="209467"/>
                  <a:pt x="119228" y="202803"/>
                  <a:pt x="130947" y="202803"/>
                </a:cubicBezTo>
                <a:cubicBezTo>
                  <a:pt x="140889" y="202803"/>
                  <a:pt x="152963" y="206661"/>
                  <a:pt x="160065" y="228757"/>
                </a:cubicBez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grpSp>
        <p:nvGrpSpPr>
          <p:cNvPr id="735" name="Group 734">
            <a:extLst>
              <a:ext uri="{FF2B5EF4-FFF2-40B4-BE49-F238E27FC236}">
                <a16:creationId xmlns:a16="http://schemas.microsoft.com/office/drawing/2014/main" id="{AFFAD2DE-4547-44B6-490B-3B51AC436D4D}"/>
              </a:ext>
            </a:extLst>
          </p:cNvPr>
          <p:cNvGrpSpPr/>
          <p:nvPr/>
        </p:nvGrpSpPr>
        <p:grpSpPr>
          <a:xfrm>
            <a:off x="3143983" y="4827338"/>
            <a:ext cx="1317874" cy="381000"/>
            <a:chOff x="3726310" y="4827338"/>
            <a:chExt cx="1317874" cy="381000"/>
          </a:xfrm>
        </p:grpSpPr>
        <p:sp>
          <p:nvSpPr>
            <p:cNvPr id="608" name="Rounded Rectangle 7 1">
              <a:extLst>
                <a:ext uri="{FF2B5EF4-FFF2-40B4-BE49-F238E27FC236}">
                  <a16:creationId xmlns:a16="http://schemas.microsoft.com/office/drawing/2014/main" id="{AD4A51CD-9B3E-2A90-8414-06082BCB4FF5}"/>
                </a:ext>
              </a:extLst>
            </p:cNvPr>
            <p:cNvSpPr/>
            <p:nvPr/>
          </p:nvSpPr>
          <p:spPr>
            <a:xfrm rot="5400000">
              <a:off x="4194747" y="435890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392921E7-9096-7C35-337D-76A1167C1DAD}"/>
                </a:ext>
              </a:extLst>
            </p:cNvPr>
            <p:cNvSpPr/>
            <p:nvPr/>
          </p:nvSpPr>
          <p:spPr>
            <a:xfrm rot="5400000">
              <a:off x="4640710" y="490353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1" name="Oval 610">
              <a:extLst>
                <a:ext uri="{FF2B5EF4-FFF2-40B4-BE49-F238E27FC236}">
                  <a16:creationId xmlns:a16="http://schemas.microsoft.com/office/drawing/2014/main" id="{BAFF8B30-333D-4B89-6DB7-E0CCB5FFE921}"/>
                </a:ext>
              </a:extLst>
            </p:cNvPr>
            <p:cNvSpPr/>
            <p:nvPr/>
          </p:nvSpPr>
          <p:spPr>
            <a:xfrm rot="5400000">
              <a:off x="4259710" y="490353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2" name="Oval 611">
              <a:extLst>
                <a:ext uri="{FF2B5EF4-FFF2-40B4-BE49-F238E27FC236}">
                  <a16:creationId xmlns:a16="http://schemas.microsoft.com/office/drawing/2014/main" id="{F560265D-E0C2-C524-7C0D-1335D4F53F1B}"/>
                </a:ext>
              </a:extLst>
            </p:cNvPr>
            <p:cNvSpPr/>
            <p:nvPr/>
          </p:nvSpPr>
          <p:spPr>
            <a:xfrm rot="5400000">
              <a:off x="3878710" y="490353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564DEA41-45A4-C816-2DCC-48136AA4CB5A}"/>
              </a:ext>
            </a:extLst>
          </p:cNvPr>
          <p:cNvGrpSpPr/>
          <p:nvPr/>
        </p:nvGrpSpPr>
        <p:grpSpPr>
          <a:xfrm>
            <a:off x="3143983" y="4349818"/>
            <a:ext cx="1317874" cy="381000"/>
            <a:chOff x="3726310" y="4349818"/>
            <a:chExt cx="1317874" cy="381000"/>
          </a:xfrm>
        </p:grpSpPr>
        <p:sp>
          <p:nvSpPr>
            <p:cNvPr id="614" name="Rounded Rectangle 49">
              <a:extLst>
                <a:ext uri="{FF2B5EF4-FFF2-40B4-BE49-F238E27FC236}">
                  <a16:creationId xmlns:a16="http://schemas.microsoft.com/office/drawing/2014/main" id="{5F77189A-8A2B-B8D8-C167-5D6C767F4909}"/>
                </a:ext>
              </a:extLst>
            </p:cNvPr>
            <p:cNvSpPr/>
            <p:nvPr/>
          </p:nvSpPr>
          <p:spPr>
            <a:xfrm rot="5400000">
              <a:off x="4194747" y="388138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6" name="Oval 615">
              <a:extLst>
                <a:ext uri="{FF2B5EF4-FFF2-40B4-BE49-F238E27FC236}">
                  <a16:creationId xmlns:a16="http://schemas.microsoft.com/office/drawing/2014/main" id="{A691F041-5055-0D05-2756-4D7D9CDC23E9}"/>
                </a:ext>
              </a:extLst>
            </p:cNvPr>
            <p:cNvSpPr/>
            <p:nvPr/>
          </p:nvSpPr>
          <p:spPr>
            <a:xfrm rot="5400000">
              <a:off x="4640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91D558DB-6A83-9B99-D6E0-A5A1296BC38F}"/>
                </a:ext>
              </a:extLst>
            </p:cNvPr>
            <p:cNvSpPr/>
            <p:nvPr/>
          </p:nvSpPr>
          <p:spPr>
            <a:xfrm rot="5400000">
              <a:off x="4259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8" name="Oval 617">
              <a:extLst>
                <a:ext uri="{FF2B5EF4-FFF2-40B4-BE49-F238E27FC236}">
                  <a16:creationId xmlns:a16="http://schemas.microsoft.com/office/drawing/2014/main" id="{CA957F41-FDC6-8A6E-D702-7FB83D25E783}"/>
                </a:ext>
              </a:extLst>
            </p:cNvPr>
            <p:cNvSpPr/>
            <p:nvPr/>
          </p:nvSpPr>
          <p:spPr>
            <a:xfrm rot="5400000">
              <a:off x="3878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3" name="Group 732">
            <a:extLst>
              <a:ext uri="{FF2B5EF4-FFF2-40B4-BE49-F238E27FC236}">
                <a16:creationId xmlns:a16="http://schemas.microsoft.com/office/drawing/2014/main" id="{01D2906B-FD04-5F18-43EF-F9897E8BC0AA}"/>
              </a:ext>
            </a:extLst>
          </p:cNvPr>
          <p:cNvGrpSpPr/>
          <p:nvPr/>
        </p:nvGrpSpPr>
        <p:grpSpPr>
          <a:xfrm>
            <a:off x="3143983" y="3872298"/>
            <a:ext cx="1317874" cy="381000"/>
            <a:chOff x="3726310" y="3872298"/>
            <a:chExt cx="1317874" cy="381000"/>
          </a:xfrm>
        </p:grpSpPr>
        <p:sp>
          <p:nvSpPr>
            <p:cNvPr id="620" name="Rounded Rectangle 29">
              <a:extLst>
                <a:ext uri="{FF2B5EF4-FFF2-40B4-BE49-F238E27FC236}">
                  <a16:creationId xmlns:a16="http://schemas.microsoft.com/office/drawing/2014/main" id="{587A6442-9F99-82DB-AABE-2B60EA815DB3}"/>
                </a:ext>
              </a:extLst>
            </p:cNvPr>
            <p:cNvSpPr/>
            <p:nvPr/>
          </p:nvSpPr>
          <p:spPr>
            <a:xfrm rot="5400000">
              <a:off x="4194747" y="340386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18" name="Oval 717">
              <a:extLst>
                <a:ext uri="{FF2B5EF4-FFF2-40B4-BE49-F238E27FC236}">
                  <a16:creationId xmlns:a16="http://schemas.microsoft.com/office/drawing/2014/main" id="{8C478475-C9CF-FD51-8477-DA99CA359342}"/>
                </a:ext>
              </a:extLst>
            </p:cNvPr>
            <p:cNvSpPr/>
            <p:nvPr/>
          </p:nvSpPr>
          <p:spPr>
            <a:xfrm rot="5400000">
              <a:off x="4640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19" name="Oval 718">
              <a:extLst>
                <a:ext uri="{FF2B5EF4-FFF2-40B4-BE49-F238E27FC236}">
                  <a16:creationId xmlns:a16="http://schemas.microsoft.com/office/drawing/2014/main" id="{008BF470-9700-BD37-111E-D4B86022CEA9}"/>
                </a:ext>
              </a:extLst>
            </p:cNvPr>
            <p:cNvSpPr/>
            <p:nvPr/>
          </p:nvSpPr>
          <p:spPr>
            <a:xfrm rot="5400000">
              <a:off x="4259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0" name="Oval 719">
              <a:extLst>
                <a:ext uri="{FF2B5EF4-FFF2-40B4-BE49-F238E27FC236}">
                  <a16:creationId xmlns:a16="http://schemas.microsoft.com/office/drawing/2014/main" id="{96C34251-8A0C-52D4-FEFA-7EB6F1203BF3}"/>
                </a:ext>
              </a:extLst>
            </p:cNvPr>
            <p:cNvSpPr/>
            <p:nvPr/>
          </p:nvSpPr>
          <p:spPr>
            <a:xfrm rot="5400000">
              <a:off x="3878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6" name="Group 735">
            <a:extLst>
              <a:ext uri="{FF2B5EF4-FFF2-40B4-BE49-F238E27FC236}">
                <a16:creationId xmlns:a16="http://schemas.microsoft.com/office/drawing/2014/main" id="{6A2C2880-733A-DC46-2C6E-2FADB1D365EC}"/>
              </a:ext>
            </a:extLst>
          </p:cNvPr>
          <p:cNvGrpSpPr/>
          <p:nvPr/>
        </p:nvGrpSpPr>
        <p:grpSpPr>
          <a:xfrm>
            <a:off x="3143983" y="5304858"/>
            <a:ext cx="1317874" cy="381000"/>
            <a:chOff x="3726310" y="5304858"/>
            <a:chExt cx="1317874" cy="381000"/>
          </a:xfrm>
        </p:grpSpPr>
        <p:sp>
          <p:nvSpPr>
            <p:cNvPr id="722" name="Rounded Rectangle 7 2">
              <a:extLst>
                <a:ext uri="{FF2B5EF4-FFF2-40B4-BE49-F238E27FC236}">
                  <a16:creationId xmlns:a16="http://schemas.microsoft.com/office/drawing/2014/main" id="{6C17A48B-BCFA-743A-0D49-52340493EFBE}"/>
                </a:ext>
              </a:extLst>
            </p:cNvPr>
            <p:cNvSpPr/>
            <p:nvPr/>
          </p:nvSpPr>
          <p:spPr>
            <a:xfrm rot="5400000">
              <a:off x="4194747" y="483642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4" name="Oval 723">
              <a:extLst>
                <a:ext uri="{FF2B5EF4-FFF2-40B4-BE49-F238E27FC236}">
                  <a16:creationId xmlns:a16="http://schemas.microsoft.com/office/drawing/2014/main" id="{9BEA33DA-EB7B-6DB8-5A85-0F5D03CC04BC}"/>
                </a:ext>
              </a:extLst>
            </p:cNvPr>
            <p:cNvSpPr/>
            <p:nvPr/>
          </p:nvSpPr>
          <p:spPr>
            <a:xfrm rot="5400000">
              <a:off x="4640710" y="53810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5" name="Oval 724">
              <a:extLst>
                <a:ext uri="{FF2B5EF4-FFF2-40B4-BE49-F238E27FC236}">
                  <a16:creationId xmlns:a16="http://schemas.microsoft.com/office/drawing/2014/main" id="{029C9360-3E05-6E54-3403-EBFA0A4AC5D9}"/>
                </a:ext>
              </a:extLst>
            </p:cNvPr>
            <p:cNvSpPr/>
            <p:nvPr/>
          </p:nvSpPr>
          <p:spPr>
            <a:xfrm rot="5400000">
              <a:off x="4259710" y="53810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6" name="Oval 725">
              <a:extLst>
                <a:ext uri="{FF2B5EF4-FFF2-40B4-BE49-F238E27FC236}">
                  <a16:creationId xmlns:a16="http://schemas.microsoft.com/office/drawing/2014/main" id="{1A93D030-E63C-9DBB-24A4-B4104AC43D82}"/>
                </a:ext>
              </a:extLst>
            </p:cNvPr>
            <p:cNvSpPr/>
            <p:nvPr/>
          </p:nvSpPr>
          <p:spPr>
            <a:xfrm rot="5400000">
              <a:off x="3878710" y="53810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DC542C8A-EEBD-A82C-8E62-788081484638}"/>
              </a:ext>
            </a:extLst>
          </p:cNvPr>
          <p:cNvGrpSpPr/>
          <p:nvPr/>
        </p:nvGrpSpPr>
        <p:grpSpPr>
          <a:xfrm>
            <a:off x="4918083" y="3872298"/>
            <a:ext cx="906328" cy="381000"/>
            <a:chOff x="6096000" y="3874413"/>
            <a:chExt cx="906328" cy="381000"/>
          </a:xfrm>
        </p:grpSpPr>
        <p:sp>
          <p:nvSpPr>
            <p:cNvPr id="728" name="Rounded Rectangle 29">
              <a:extLst>
                <a:ext uri="{FF2B5EF4-FFF2-40B4-BE49-F238E27FC236}">
                  <a16:creationId xmlns:a16="http://schemas.microsoft.com/office/drawing/2014/main" id="{1583624B-3864-13E7-6784-24D42D72E66A}"/>
                </a:ext>
              </a:extLst>
            </p:cNvPr>
            <p:cNvSpPr/>
            <p:nvPr/>
          </p:nvSpPr>
          <p:spPr>
            <a:xfrm rot="5400000">
              <a:off x="6358664" y="3611749"/>
              <a:ext cx="381000" cy="906328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31" name="Oval 730">
              <a:extLst>
                <a:ext uri="{FF2B5EF4-FFF2-40B4-BE49-F238E27FC236}">
                  <a16:creationId xmlns:a16="http://schemas.microsoft.com/office/drawing/2014/main" id="{1BD65479-781F-9AE8-1EF8-53D9ED459A89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32" name="Oval 731">
              <a:extLst>
                <a:ext uri="{FF2B5EF4-FFF2-40B4-BE49-F238E27FC236}">
                  <a16:creationId xmlns:a16="http://schemas.microsoft.com/office/drawing/2014/main" id="{FAA7840B-6D61-5B62-A3F9-0948DE37A89C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8" name="Group 737">
            <a:extLst>
              <a:ext uri="{FF2B5EF4-FFF2-40B4-BE49-F238E27FC236}">
                <a16:creationId xmlns:a16="http://schemas.microsoft.com/office/drawing/2014/main" id="{84259E0A-D451-D31F-975E-FB726C512DCB}"/>
              </a:ext>
            </a:extLst>
          </p:cNvPr>
          <p:cNvGrpSpPr/>
          <p:nvPr/>
        </p:nvGrpSpPr>
        <p:grpSpPr>
          <a:xfrm>
            <a:off x="4916343" y="4346538"/>
            <a:ext cx="908067" cy="381000"/>
            <a:chOff x="6095999" y="3874413"/>
            <a:chExt cx="908067" cy="381000"/>
          </a:xfrm>
        </p:grpSpPr>
        <p:sp>
          <p:nvSpPr>
            <p:cNvPr id="739" name="Rounded Rectangle 29">
              <a:extLst>
                <a:ext uri="{FF2B5EF4-FFF2-40B4-BE49-F238E27FC236}">
                  <a16:creationId xmlns:a16="http://schemas.microsoft.com/office/drawing/2014/main" id="{E25679CF-9E94-B057-3131-2B035213903B}"/>
                </a:ext>
              </a:extLst>
            </p:cNvPr>
            <p:cNvSpPr/>
            <p:nvPr/>
          </p:nvSpPr>
          <p:spPr>
            <a:xfrm rot="5400000">
              <a:off x="6359533" y="3610879"/>
              <a:ext cx="381000" cy="908067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1" name="Oval 740">
              <a:extLst>
                <a:ext uri="{FF2B5EF4-FFF2-40B4-BE49-F238E27FC236}">
                  <a16:creationId xmlns:a16="http://schemas.microsoft.com/office/drawing/2014/main" id="{73BEAE9E-E654-1E87-42B7-88E51396DB12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2" name="Oval 741">
              <a:extLst>
                <a:ext uri="{FF2B5EF4-FFF2-40B4-BE49-F238E27FC236}">
                  <a16:creationId xmlns:a16="http://schemas.microsoft.com/office/drawing/2014/main" id="{0ADFD584-F8EC-AD72-F390-602C51BF3B63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43" name="Group 742">
            <a:extLst>
              <a:ext uri="{FF2B5EF4-FFF2-40B4-BE49-F238E27FC236}">
                <a16:creationId xmlns:a16="http://schemas.microsoft.com/office/drawing/2014/main" id="{659B0BD9-203A-54E0-0CBD-614495CD5DA6}"/>
              </a:ext>
            </a:extLst>
          </p:cNvPr>
          <p:cNvGrpSpPr/>
          <p:nvPr/>
        </p:nvGrpSpPr>
        <p:grpSpPr>
          <a:xfrm>
            <a:off x="4916343" y="4829412"/>
            <a:ext cx="908068" cy="381000"/>
            <a:chOff x="6096000" y="3874413"/>
            <a:chExt cx="908068" cy="381000"/>
          </a:xfrm>
        </p:grpSpPr>
        <p:sp>
          <p:nvSpPr>
            <p:cNvPr id="744" name="Rounded Rectangle 29">
              <a:extLst>
                <a:ext uri="{FF2B5EF4-FFF2-40B4-BE49-F238E27FC236}">
                  <a16:creationId xmlns:a16="http://schemas.microsoft.com/office/drawing/2014/main" id="{D924E850-3525-EDD9-BBFD-303FEEDC1490}"/>
                </a:ext>
              </a:extLst>
            </p:cNvPr>
            <p:cNvSpPr/>
            <p:nvPr/>
          </p:nvSpPr>
          <p:spPr>
            <a:xfrm rot="5400000">
              <a:off x="6359534" y="3610879"/>
              <a:ext cx="381000" cy="908068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6" name="Oval 745">
              <a:extLst>
                <a:ext uri="{FF2B5EF4-FFF2-40B4-BE49-F238E27FC236}">
                  <a16:creationId xmlns:a16="http://schemas.microsoft.com/office/drawing/2014/main" id="{8C9D3D17-BEBF-B9D4-E0F5-83494DD33E6D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7" name="Oval 746">
              <a:extLst>
                <a:ext uri="{FF2B5EF4-FFF2-40B4-BE49-F238E27FC236}">
                  <a16:creationId xmlns:a16="http://schemas.microsoft.com/office/drawing/2014/main" id="{98281C33-EFC9-53A6-5FC6-BE1EBA59AEE6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48" name="Group 747">
            <a:extLst>
              <a:ext uri="{FF2B5EF4-FFF2-40B4-BE49-F238E27FC236}">
                <a16:creationId xmlns:a16="http://schemas.microsoft.com/office/drawing/2014/main" id="{28D91CD9-70E1-7FDD-0392-390C96ABE086}"/>
              </a:ext>
            </a:extLst>
          </p:cNvPr>
          <p:cNvGrpSpPr/>
          <p:nvPr/>
        </p:nvGrpSpPr>
        <p:grpSpPr>
          <a:xfrm>
            <a:off x="4927579" y="5302743"/>
            <a:ext cx="896832" cy="381000"/>
            <a:chOff x="6096000" y="3874413"/>
            <a:chExt cx="896832" cy="381000"/>
          </a:xfrm>
        </p:grpSpPr>
        <p:sp>
          <p:nvSpPr>
            <p:cNvPr id="749" name="Rounded Rectangle 29">
              <a:extLst>
                <a:ext uri="{FF2B5EF4-FFF2-40B4-BE49-F238E27FC236}">
                  <a16:creationId xmlns:a16="http://schemas.microsoft.com/office/drawing/2014/main" id="{7198D5E4-6FC8-446B-BE1D-429D4A46264C}"/>
                </a:ext>
              </a:extLst>
            </p:cNvPr>
            <p:cNvSpPr/>
            <p:nvPr/>
          </p:nvSpPr>
          <p:spPr>
            <a:xfrm rot="5400000">
              <a:off x="6353916" y="3616497"/>
              <a:ext cx="381000" cy="896832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51" name="Oval 750">
              <a:extLst>
                <a:ext uri="{FF2B5EF4-FFF2-40B4-BE49-F238E27FC236}">
                  <a16:creationId xmlns:a16="http://schemas.microsoft.com/office/drawing/2014/main" id="{67738C8B-1AB2-6F6A-7DF5-D4E3F4C5808B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52" name="Oval 751">
              <a:extLst>
                <a:ext uri="{FF2B5EF4-FFF2-40B4-BE49-F238E27FC236}">
                  <a16:creationId xmlns:a16="http://schemas.microsoft.com/office/drawing/2014/main" id="{2BA363CC-8368-1AD3-E3A6-EED902E16C96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A40642D-1156-BC0F-0133-0E6A2964B5B1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863762" y="3321875"/>
            <a:ext cx="288695" cy="240599"/>
          </a:xfrm>
          <a:custGeom>
            <a:avLst/>
            <a:gdLst>
              <a:gd name="connsiteX0" fmla="*/ 158629 w 288695"/>
              <a:gd name="connsiteY0" fmla="*/ 93025 h 240599"/>
              <a:gd name="connsiteX1" fmla="*/ 243852 w 288695"/>
              <a:gd name="connsiteY1" fmla="*/ 22880 h 240599"/>
              <a:gd name="connsiteX2" fmla="*/ 277232 w 288695"/>
              <a:gd name="connsiteY2" fmla="*/ 16566 h 240599"/>
              <a:gd name="connsiteX3" fmla="*/ 283268 w 288695"/>
              <a:gd name="connsiteY3" fmla="*/ 16566 h 240599"/>
              <a:gd name="connsiteX4" fmla="*/ 283268 w 288695"/>
              <a:gd name="connsiteY4" fmla="*/ 82 h 240599"/>
              <a:gd name="connsiteX5" fmla="*/ 247048 w 288695"/>
              <a:gd name="connsiteY5" fmla="*/ 1134 h 240599"/>
              <a:gd name="connsiteX6" fmla="*/ 195204 w 288695"/>
              <a:gd name="connsiteY6" fmla="*/ 82 h 240599"/>
              <a:gd name="connsiteX7" fmla="*/ 195204 w 288695"/>
              <a:gd name="connsiteY7" fmla="*/ 16566 h 240599"/>
              <a:gd name="connsiteX8" fmla="*/ 215800 w 288695"/>
              <a:gd name="connsiteY8" fmla="*/ 18320 h 240599"/>
              <a:gd name="connsiteX9" fmla="*/ 220416 w 288695"/>
              <a:gd name="connsiteY9" fmla="*/ 20424 h 240599"/>
              <a:gd name="connsiteX10" fmla="*/ 89029 w 288695"/>
              <a:gd name="connsiteY10" fmla="*/ 128800 h 240599"/>
              <a:gd name="connsiteX11" fmla="*/ 89029 w 288695"/>
              <a:gd name="connsiteY11" fmla="*/ 16566 h 240599"/>
              <a:gd name="connsiteX12" fmla="*/ 127380 w 288695"/>
              <a:gd name="connsiteY12" fmla="*/ 16566 h 240599"/>
              <a:gd name="connsiteX13" fmla="*/ 127380 w 288695"/>
              <a:gd name="connsiteY13" fmla="*/ 82 h 240599"/>
              <a:gd name="connsiteX14" fmla="*/ 63817 w 288695"/>
              <a:gd name="connsiteY14" fmla="*/ 1134 h 240599"/>
              <a:gd name="connsiteX15" fmla="*/ 254 w 288695"/>
              <a:gd name="connsiteY15" fmla="*/ 82 h 240599"/>
              <a:gd name="connsiteX16" fmla="*/ 254 w 288695"/>
              <a:gd name="connsiteY16" fmla="*/ 16566 h 240599"/>
              <a:gd name="connsiteX17" fmla="*/ 38605 w 288695"/>
              <a:gd name="connsiteY17" fmla="*/ 16566 h 240599"/>
              <a:gd name="connsiteX18" fmla="*/ 38605 w 288695"/>
              <a:gd name="connsiteY18" fmla="*/ 224198 h 240599"/>
              <a:gd name="connsiteX19" fmla="*/ 254 w 288695"/>
              <a:gd name="connsiteY19" fmla="*/ 224198 h 240599"/>
              <a:gd name="connsiteX20" fmla="*/ 254 w 288695"/>
              <a:gd name="connsiteY20" fmla="*/ 240682 h 240599"/>
              <a:gd name="connsiteX21" fmla="*/ 63817 w 288695"/>
              <a:gd name="connsiteY21" fmla="*/ 239630 h 240599"/>
              <a:gd name="connsiteX22" fmla="*/ 127380 w 288695"/>
              <a:gd name="connsiteY22" fmla="*/ 240682 h 240599"/>
              <a:gd name="connsiteX23" fmla="*/ 127380 w 288695"/>
              <a:gd name="connsiteY23" fmla="*/ 224198 h 240599"/>
              <a:gd name="connsiteX24" fmla="*/ 89029 w 288695"/>
              <a:gd name="connsiteY24" fmla="*/ 224198 h 240599"/>
              <a:gd name="connsiteX25" fmla="*/ 89029 w 288695"/>
              <a:gd name="connsiteY25" fmla="*/ 150545 h 240599"/>
              <a:gd name="connsiteX26" fmla="*/ 124539 w 288695"/>
              <a:gd name="connsiteY26" fmla="*/ 121434 h 240599"/>
              <a:gd name="connsiteX27" fmla="*/ 197689 w 288695"/>
              <a:gd name="connsiteY27" fmla="*/ 216482 h 240599"/>
              <a:gd name="connsiteX28" fmla="*/ 200530 w 288695"/>
              <a:gd name="connsiteY28" fmla="*/ 221392 h 240599"/>
              <a:gd name="connsiteX29" fmla="*/ 174608 w 288695"/>
              <a:gd name="connsiteY29" fmla="*/ 224198 h 240599"/>
              <a:gd name="connsiteX30" fmla="*/ 174608 w 288695"/>
              <a:gd name="connsiteY30" fmla="*/ 240682 h 240599"/>
              <a:gd name="connsiteX31" fmla="*/ 237105 w 288695"/>
              <a:gd name="connsiteY31" fmla="*/ 239630 h 240599"/>
              <a:gd name="connsiteX32" fmla="*/ 288950 w 288695"/>
              <a:gd name="connsiteY32" fmla="*/ 240682 h 240599"/>
              <a:gd name="connsiteX33" fmla="*/ 288950 w 288695"/>
              <a:gd name="connsiteY33" fmla="*/ 224198 h 240599"/>
              <a:gd name="connsiteX34" fmla="*/ 278652 w 288695"/>
              <a:gd name="connsiteY34" fmla="*/ 224198 h 240599"/>
              <a:gd name="connsiteX35" fmla="*/ 254505 w 288695"/>
              <a:gd name="connsiteY35" fmla="*/ 217183 h 240599"/>
              <a:gd name="connsiteX36" fmla="*/ 158629 w 288695"/>
              <a:gd name="connsiteY36" fmla="*/ 93025 h 2405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288695" h="240599">
                <a:moveTo>
                  <a:pt x="158629" y="93025"/>
                </a:moveTo>
                <a:lnTo>
                  <a:pt x="243852" y="22880"/>
                </a:lnTo>
                <a:cubicBezTo>
                  <a:pt x="251665" y="16566"/>
                  <a:pt x="266579" y="16566"/>
                  <a:pt x="277232" y="16566"/>
                </a:cubicBezTo>
                <a:lnTo>
                  <a:pt x="283268" y="16566"/>
                </a:lnTo>
                <a:lnTo>
                  <a:pt x="283268" y="82"/>
                </a:lnTo>
                <a:cubicBezTo>
                  <a:pt x="269064" y="1134"/>
                  <a:pt x="248824" y="1134"/>
                  <a:pt x="247048" y="1134"/>
                </a:cubicBezTo>
                <a:cubicBezTo>
                  <a:pt x="233555" y="1134"/>
                  <a:pt x="207987" y="1134"/>
                  <a:pt x="195204" y="82"/>
                </a:cubicBezTo>
                <a:lnTo>
                  <a:pt x="195204" y="16566"/>
                </a:lnTo>
                <a:cubicBezTo>
                  <a:pt x="199820" y="16566"/>
                  <a:pt x="206922" y="16566"/>
                  <a:pt x="215800" y="18320"/>
                </a:cubicBezTo>
                <a:cubicBezTo>
                  <a:pt x="221481" y="19723"/>
                  <a:pt x="217220" y="19372"/>
                  <a:pt x="220416" y="20424"/>
                </a:cubicBezTo>
                <a:lnTo>
                  <a:pt x="89029" y="128800"/>
                </a:lnTo>
                <a:lnTo>
                  <a:pt x="89029" y="16566"/>
                </a:lnTo>
                <a:lnTo>
                  <a:pt x="127380" y="16566"/>
                </a:lnTo>
                <a:lnTo>
                  <a:pt x="127380" y="82"/>
                </a:lnTo>
                <a:cubicBezTo>
                  <a:pt x="113886" y="1134"/>
                  <a:pt x="79086" y="1134"/>
                  <a:pt x="63817" y="1134"/>
                </a:cubicBezTo>
                <a:cubicBezTo>
                  <a:pt x="48548" y="1134"/>
                  <a:pt x="13748" y="1134"/>
                  <a:pt x="254" y="82"/>
                </a:cubicBezTo>
                <a:lnTo>
                  <a:pt x="254" y="16566"/>
                </a:lnTo>
                <a:lnTo>
                  <a:pt x="38605" y="16566"/>
                </a:lnTo>
                <a:lnTo>
                  <a:pt x="38605" y="224198"/>
                </a:lnTo>
                <a:lnTo>
                  <a:pt x="254" y="224198"/>
                </a:lnTo>
                <a:lnTo>
                  <a:pt x="254" y="240682"/>
                </a:lnTo>
                <a:cubicBezTo>
                  <a:pt x="13748" y="239630"/>
                  <a:pt x="48548" y="239630"/>
                  <a:pt x="63817" y="239630"/>
                </a:cubicBezTo>
                <a:cubicBezTo>
                  <a:pt x="79086" y="239630"/>
                  <a:pt x="113886" y="239630"/>
                  <a:pt x="127380" y="240682"/>
                </a:cubicBezTo>
                <a:lnTo>
                  <a:pt x="127380" y="224198"/>
                </a:lnTo>
                <a:lnTo>
                  <a:pt x="89029" y="224198"/>
                </a:lnTo>
                <a:lnTo>
                  <a:pt x="89029" y="150545"/>
                </a:lnTo>
                <a:lnTo>
                  <a:pt x="124539" y="121434"/>
                </a:lnTo>
                <a:lnTo>
                  <a:pt x="197689" y="216482"/>
                </a:lnTo>
                <a:cubicBezTo>
                  <a:pt x="199465" y="218586"/>
                  <a:pt x="199465" y="219287"/>
                  <a:pt x="200530" y="221392"/>
                </a:cubicBezTo>
                <a:cubicBezTo>
                  <a:pt x="194138" y="224198"/>
                  <a:pt x="187037" y="224198"/>
                  <a:pt x="174608" y="224198"/>
                </a:cubicBezTo>
                <a:lnTo>
                  <a:pt x="174608" y="240682"/>
                </a:lnTo>
                <a:cubicBezTo>
                  <a:pt x="189167" y="239630"/>
                  <a:pt x="221126" y="239630"/>
                  <a:pt x="237105" y="239630"/>
                </a:cubicBezTo>
                <a:cubicBezTo>
                  <a:pt x="251309" y="239630"/>
                  <a:pt x="275811" y="239630"/>
                  <a:pt x="288950" y="240682"/>
                </a:cubicBezTo>
                <a:lnTo>
                  <a:pt x="288950" y="224198"/>
                </a:lnTo>
                <a:lnTo>
                  <a:pt x="278652" y="224198"/>
                </a:lnTo>
                <a:cubicBezTo>
                  <a:pt x="259832" y="224198"/>
                  <a:pt x="258767" y="222795"/>
                  <a:pt x="254505" y="217183"/>
                </a:cubicBezTo>
                <a:lnTo>
                  <a:pt x="158629" y="93025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02FD5E9-798E-F90E-D0AF-C57E7672BBD6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2189134" y="3264814"/>
            <a:ext cx="183692" cy="170383"/>
          </a:xfrm>
          <a:custGeom>
            <a:avLst/>
            <a:gdLst>
              <a:gd name="connsiteX0" fmla="*/ 98200 w 183692"/>
              <a:gd name="connsiteY0" fmla="*/ 12109 h 170383"/>
              <a:gd name="connsiteX1" fmla="*/ 174013 w 183692"/>
              <a:gd name="connsiteY1" fmla="*/ 12109 h 170383"/>
              <a:gd name="connsiteX2" fmla="*/ 183956 w 183692"/>
              <a:gd name="connsiteY2" fmla="*/ 6216 h 170383"/>
              <a:gd name="connsiteX3" fmla="*/ 174013 w 183692"/>
              <a:gd name="connsiteY3" fmla="*/ 79 h 170383"/>
              <a:gd name="connsiteX4" fmla="*/ 10206 w 183692"/>
              <a:gd name="connsiteY4" fmla="*/ 79 h 170383"/>
              <a:gd name="connsiteX5" fmla="*/ 263 w 183692"/>
              <a:gd name="connsiteY5" fmla="*/ 5971 h 170383"/>
              <a:gd name="connsiteX6" fmla="*/ 10206 w 183692"/>
              <a:gd name="connsiteY6" fmla="*/ 12109 h 170383"/>
              <a:gd name="connsiteX7" fmla="*/ 86020 w 183692"/>
              <a:gd name="connsiteY7" fmla="*/ 12109 h 170383"/>
              <a:gd name="connsiteX8" fmla="*/ 86020 w 183692"/>
              <a:gd name="connsiteY8" fmla="*/ 160888 h 170383"/>
              <a:gd name="connsiteX9" fmla="*/ 92234 w 183692"/>
              <a:gd name="connsiteY9" fmla="*/ 170462 h 170383"/>
              <a:gd name="connsiteX10" fmla="*/ 98200 w 183692"/>
              <a:gd name="connsiteY10" fmla="*/ 160888 h 170383"/>
              <a:gd name="connsiteX11" fmla="*/ 98200 w 183692"/>
              <a:gd name="connsiteY11" fmla="*/ 12109 h 170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3692" h="170383">
                <a:moveTo>
                  <a:pt x="98200" y="12109"/>
                </a:moveTo>
                <a:lnTo>
                  <a:pt x="174013" y="12109"/>
                </a:lnTo>
                <a:cubicBezTo>
                  <a:pt x="177990" y="12109"/>
                  <a:pt x="183956" y="12109"/>
                  <a:pt x="183956" y="6216"/>
                </a:cubicBezTo>
                <a:cubicBezTo>
                  <a:pt x="183956" y="79"/>
                  <a:pt x="178239" y="79"/>
                  <a:pt x="174013" y="79"/>
                </a:cubicBezTo>
                <a:lnTo>
                  <a:pt x="10206" y="79"/>
                </a:lnTo>
                <a:cubicBezTo>
                  <a:pt x="6478" y="79"/>
                  <a:pt x="263" y="79"/>
                  <a:pt x="263" y="5971"/>
                </a:cubicBezTo>
                <a:cubicBezTo>
                  <a:pt x="263" y="12109"/>
                  <a:pt x="5980" y="12109"/>
                  <a:pt x="10206" y="12109"/>
                </a:cubicBezTo>
                <a:lnTo>
                  <a:pt x="86020" y="12109"/>
                </a:lnTo>
                <a:lnTo>
                  <a:pt x="86020" y="160888"/>
                </a:lnTo>
                <a:cubicBezTo>
                  <a:pt x="86020" y="164816"/>
                  <a:pt x="86020" y="170462"/>
                  <a:pt x="92234" y="170462"/>
                </a:cubicBezTo>
                <a:cubicBezTo>
                  <a:pt x="98200" y="170462"/>
                  <a:pt x="98200" y="164570"/>
                  <a:pt x="98200" y="160888"/>
                </a:cubicBezTo>
                <a:lnTo>
                  <a:pt x="98200" y="12109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9BAA42E-C85C-2073-77A1-1D3F08824F7D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3923247" y="3239563"/>
            <a:ext cx="183692" cy="170383"/>
          </a:xfrm>
          <a:custGeom>
            <a:avLst/>
            <a:gdLst>
              <a:gd name="connsiteX0" fmla="*/ 98200 w 183692"/>
              <a:gd name="connsiteY0" fmla="*/ 12109 h 170383"/>
              <a:gd name="connsiteX1" fmla="*/ 174013 w 183692"/>
              <a:gd name="connsiteY1" fmla="*/ 12109 h 170383"/>
              <a:gd name="connsiteX2" fmla="*/ 183956 w 183692"/>
              <a:gd name="connsiteY2" fmla="*/ 6216 h 170383"/>
              <a:gd name="connsiteX3" fmla="*/ 174013 w 183692"/>
              <a:gd name="connsiteY3" fmla="*/ 79 h 170383"/>
              <a:gd name="connsiteX4" fmla="*/ 10206 w 183692"/>
              <a:gd name="connsiteY4" fmla="*/ 79 h 170383"/>
              <a:gd name="connsiteX5" fmla="*/ 263 w 183692"/>
              <a:gd name="connsiteY5" fmla="*/ 5971 h 170383"/>
              <a:gd name="connsiteX6" fmla="*/ 10206 w 183692"/>
              <a:gd name="connsiteY6" fmla="*/ 12109 h 170383"/>
              <a:gd name="connsiteX7" fmla="*/ 86020 w 183692"/>
              <a:gd name="connsiteY7" fmla="*/ 12109 h 170383"/>
              <a:gd name="connsiteX8" fmla="*/ 86020 w 183692"/>
              <a:gd name="connsiteY8" fmla="*/ 160888 h 170383"/>
              <a:gd name="connsiteX9" fmla="*/ 92234 w 183692"/>
              <a:gd name="connsiteY9" fmla="*/ 170462 h 170383"/>
              <a:gd name="connsiteX10" fmla="*/ 98200 w 183692"/>
              <a:gd name="connsiteY10" fmla="*/ 160888 h 170383"/>
              <a:gd name="connsiteX11" fmla="*/ 98200 w 183692"/>
              <a:gd name="connsiteY11" fmla="*/ 12109 h 170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3692" h="170383">
                <a:moveTo>
                  <a:pt x="98200" y="12109"/>
                </a:moveTo>
                <a:lnTo>
                  <a:pt x="174013" y="12109"/>
                </a:lnTo>
                <a:cubicBezTo>
                  <a:pt x="177990" y="12109"/>
                  <a:pt x="183956" y="12109"/>
                  <a:pt x="183956" y="6216"/>
                </a:cubicBezTo>
                <a:cubicBezTo>
                  <a:pt x="183956" y="79"/>
                  <a:pt x="178239" y="79"/>
                  <a:pt x="174013" y="79"/>
                </a:cubicBezTo>
                <a:lnTo>
                  <a:pt x="10206" y="79"/>
                </a:lnTo>
                <a:cubicBezTo>
                  <a:pt x="6478" y="79"/>
                  <a:pt x="263" y="79"/>
                  <a:pt x="263" y="5971"/>
                </a:cubicBezTo>
                <a:cubicBezTo>
                  <a:pt x="263" y="12109"/>
                  <a:pt x="5980" y="12109"/>
                  <a:pt x="10206" y="12109"/>
                </a:cubicBezTo>
                <a:lnTo>
                  <a:pt x="86020" y="12109"/>
                </a:lnTo>
                <a:lnTo>
                  <a:pt x="86020" y="160888"/>
                </a:lnTo>
                <a:cubicBezTo>
                  <a:pt x="86020" y="164816"/>
                  <a:pt x="86020" y="170462"/>
                  <a:pt x="92234" y="170462"/>
                </a:cubicBezTo>
                <a:cubicBezTo>
                  <a:pt x="98200" y="170462"/>
                  <a:pt x="98200" y="164570"/>
                  <a:pt x="98200" y="160888"/>
                </a:cubicBezTo>
                <a:lnTo>
                  <a:pt x="98200" y="12109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2" name="Rounded Rectangle 29">
            <a:extLst>
              <a:ext uri="{FF2B5EF4-FFF2-40B4-BE49-F238E27FC236}">
                <a16:creationId xmlns:a16="http://schemas.microsoft.com/office/drawing/2014/main" id="{808D9260-64B7-6537-DAE5-AB4E67EC631A}"/>
              </a:ext>
            </a:extLst>
          </p:cNvPr>
          <p:cNvSpPr/>
          <p:nvPr/>
        </p:nvSpPr>
        <p:spPr>
          <a:xfrm rot="5400000">
            <a:off x="9715073" y="3912108"/>
            <a:ext cx="1397545" cy="1695433"/>
          </a:xfrm>
          <a:prstGeom prst="round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9025FAB-3DEC-8F84-0926-4EB797AEE357}"/>
              </a:ext>
            </a:extLst>
          </p:cNvPr>
          <p:cNvGrpSpPr/>
          <p:nvPr/>
        </p:nvGrpSpPr>
        <p:grpSpPr>
          <a:xfrm>
            <a:off x="6204221" y="4586841"/>
            <a:ext cx="1317874" cy="381000"/>
            <a:chOff x="1625786" y="4404204"/>
            <a:chExt cx="1317874" cy="381000"/>
          </a:xfrm>
        </p:grpSpPr>
        <p:sp>
          <p:nvSpPr>
            <p:cNvPr id="35" name="Rounded Rectangle 29">
              <a:extLst>
                <a:ext uri="{FF2B5EF4-FFF2-40B4-BE49-F238E27FC236}">
                  <a16:creationId xmlns:a16="http://schemas.microsoft.com/office/drawing/2014/main" id="{EEB6AE59-1D58-252A-A8E2-676396D61CC5}"/>
                </a:ext>
              </a:extLst>
            </p:cNvPr>
            <p:cNvSpPr/>
            <p:nvPr/>
          </p:nvSpPr>
          <p:spPr>
            <a:xfrm rot="5400000">
              <a:off x="2094223" y="3935767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E6F07206-BD9E-2974-05E9-CB9A356FBC77}"/>
                </a:ext>
              </a:extLst>
            </p:cNvPr>
            <p:cNvSpPr/>
            <p:nvPr/>
          </p:nvSpPr>
          <p:spPr>
            <a:xfrm rot="5400000">
              <a:off x="2540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840FF904-5EA8-BDCE-1D8F-4E1A05D4B221}"/>
                </a:ext>
              </a:extLst>
            </p:cNvPr>
            <p:cNvSpPr/>
            <p:nvPr/>
          </p:nvSpPr>
          <p:spPr>
            <a:xfrm rot="5400000">
              <a:off x="2159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82C12D05-DE04-2035-932B-9BB0121C8CC4}"/>
                </a:ext>
              </a:extLst>
            </p:cNvPr>
            <p:cNvSpPr/>
            <p:nvPr/>
          </p:nvSpPr>
          <p:spPr>
            <a:xfrm rot="5400000">
              <a:off x="1778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sp>
        <p:nvSpPr>
          <p:cNvPr id="904" name="Oval 903">
            <a:extLst>
              <a:ext uri="{FF2B5EF4-FFF2-40B4-BE49-F238E27FC236}">
                <a16:creationId xmlns:a16="http://schemas.microsoft.com/office/drawing/2014/main" id="{52AA8B76-210B-89EA-752C-E581B7F9D9B3}"/>
              </a:ext>
            </a:extLst>
          </p:cNvPr>
          <p:cNvSpPr/>
          <p:nvPr/>
        </p:nvSpPr>
        <p:spPr>
          <a:xfrm rot="10800000">
            <a:off x="9726509" y="4194137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grpSp>
        <p:nvGrpSpPr>
          <p:cNvPr id="906" name="Group 905">
            <a:extLst>
              <a:ext uri="{FF2B5EF4-FFF2-40B4-BE49-F238E27FC236}">
                <a16:creationId xmlns:a16="http://schemas.microsoft.com/office/drawing/2014/main" id="{121FCBD5-6616-3E4F-7548-79A53DB67FD6}"/>
              </a:ext>
            </a:extLst>
          </p:cNvPr>
          <p:cNvGrpSpPr/>
          <p:nvPr/>
        </p:nvGrpSpPr>
        <p:grpSpPr>
          <a:xfrm>
            <a:off x="9982536" y="3279022"/>
            <a:ext cx="831779" cy="365701"/>
            <a:chOff x="9982536" y="3279022"/>
            <a:chExt cx="831779" cy="365701"/>
          </a:xfrm>
        </p:grpSpPr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12BB8255-D66B-38BE-E797-497D6F7A01FF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9982536" y="3336083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7036D529-6370-11E3-1DBD-29C1FFE28A42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0307908" y="3279022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38464EBD-5373-8AA0-D0CA-B4F65D808F25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0551187" y="3332225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10" name="Group 909">
            <a:extLst>
              <a:ext uri="{FF2B5EF4-FFF2-40B4-BE49-F238E27FC236}">
                <a16:creationId xmlns:a16="http://schemas.microsoft.com/office/drawing/2014/main" id="{213117A2-7D8B-35A1-1494-3A8D956FFC07}"/>
              </a:ext>
            </a:extLst>
          </p:cNvPr>
          <p:cNvGrpSpPr/>
          <p:nvPr/>
        </p:nvGrpSpPr>
        <p:grpSpPr>
          <a:xfrm>
            <a:off x="5131581" y="3239563"/>
            <a:ext cx="460444" cy="365094"/>
            <a:chOff x="5236660" y="3226445"/>
            <a:chExt cx="460444" cy="365094"/>
          </a:xfrm>
        </p:grpSpPr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BCAC8328-3902-4C76-5001-8F5DA36AB536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5236660" y="3348134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2B5A293E-706D-CA47-D435-61F497633FC9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5513412" y="3226445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A9545E77-CAE1-0022-46BC-0C7CD0D29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813" y="0"/>
            <a:ext cx="11382375" cy="1325563"/>
          </a:xfrm>
        </p:spPr>
        <p:txBody>
          <a:bodyPr/>
          <a:lstStyle/>
          <a:p>
            <a:r>
              <a:rPr lang="en-CA" dirty="0"/>
              <a:t>Transformer Encoder</a:t>
            </a:r>
          </a:p>
        </p:txBody>
      </p:sp>
    </p:spTree>
    <p:extLst>
      <p:ext uri="{BB962C8B-B14F-4D97-AF65-F5344CB8AC3E}">
        <p14:creationId xmlns:p14="http://schemas.microsoft.com/office/powerpoint/2010/main" val="3201189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0">
        <p159:morph option="byObject"/>
      </p:transition>
    </mc:Choice>
    <mc:Fallback xmlns="">
      <p:transition spd="slow" advTm="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FCD6F0-FA8C-6D58-A731-DFB7DA97B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  <a:p>
            <a:endParaRPr lang="en-CA" dirty="0"/>
          </a:p>
        </p:txBody>
      </p:sp>
      <p:grpSp>
        <p:nvGrpSpPr>
          <p:cNvPr id="61" name="Group 60" descr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8698B5A3-373E-AE5E-2858-B17BE9D9AC10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232556" y="1879600"/>
            <a:ext cx="3726888" cy="867767"/>
            <a:chOff x="9969390" y="4471220"/>
            <a:chExt cx="3726888" cy="867767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6024729D-D495-CF48-F899-AECAB8C9383D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0030388" y="4682233"/>
              <a:ext cx="118248" cy="32617"/>
            </a:xfrm>
            <a:custGeom>
              <a:avLst/>
              <a:gdLst>
                <a:gd name="connsiteX0" fmla="*/ 118429 w 118248"/>
                <a:gd name="connsiteY0" fmla="*/ 5347 h 32617"/>
                <a:gd name="connsiteX1" fmla="*/ 112748 w 118248"/>
                <a:gd name="connsiteY1" fmla="*/ 86 h 32617"/>
                <a:gd name="connsiteX2" fmla="*/ 83630 w 118248"/>
                <a:gd name="connsiteY2" fmla="*/ 16921 h 32617"/>
                <a:gd name="connsiteX3" fmla="*/ 60548 w 118248"/>
                <a:gd name="connsiteY3" fmla="*/ 8153 h 32617"/>
                <a:gd name="connsiteX4" fmla="*/ 38532 w 118248"/>
                <a:gd name="connsiteY4" fmla="*/ 86 h 32617"/>
                <a:gd name="connsiteX5" fmla="*/ 181 w 118248"/>
                <a:gd name="connsiteY5" fmla="*/ 27443 h 32617"/>
                <a:gd name="connsiteX6" fmla="*/ 5863 w 118248"/>
                <a:gd name="connsiteY6" fmla="*/ 32704 h 32617"/>
                <a:gd name="connsiteX7" fmla="*/ 34981 w 118248"/>
                <a:gd name="connsiteY7" fmla="*/ 15869 h 32617"/>
                <a:gd name="connsiteX8" fmla="*/ 58063 w 118248"/>
                <a:gd name="connsiteY8" fmla="*/ 24637 h 32617"/>
                <a:gd name="connsiteX9" fmla="*/ 80079 w 118248"/>
                <a:gd name="connsiteY9" fmla="*/ 32704 h 32617"/>
                <a:gd name="connsiteX10" fmla="*/ 118429 w 118248"/>
                <a:gd name="connsiteY10" fmla="*/ 5347 h 32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48" h="32617">
                  <a:moveTo>
                    <a:pt x="118429" y="5347"/>
                  </a:moveTo>
                  <a:lnTo>
                    <a:pt x="112748" y="86"/>
                  </a:lnTo>
                  <a:cubicBezTo>
                    <a:pt x="112748" y="437"/>
                    <a:pt x="99254" y="16921"/>
                    <a:pt x="83630" y="16921"/>
                  </a:cubicBezTo>
                  <a:cubicBezTo>
                    <a:pt x="75462" y="16921"/>
                    <a:pt x="66585" y="11660"/>
                    <a:pt x="60548" y="8153"/>
                  </a:cubicBezTo>
                  <a:cubicBezTo>
                    <a:pt x="50961" y="2541"/>
                    <a:pt x="44569" y="86"/>
                    <a:pt x="38532" y="86"/>
                  </a:cubicBezTo>
                  <a:cubicBezTo>
                    <a:pt x="25038" y="86"/>
                    <a:pt x="18291" y="7802"/>
                    <a:pt x="181" y="27443"/>
                  </a:cubicBezTo>
                  <a:lnTo>
                    <a:pt x="5863" y="32704"/>
                  </a:lnTo>
                  <a:cubicBezTo>
                    <a:pt x="5863" y="32353"/>
                    <a:pt x="19357" y="15869"/>
                    <a:pt x="34981" y="15869"/>
                  </a:cubicBezTo>
                  <a:cubicBezTo>
                    <a:pt x="43148" y="15869"/>
                    <a:pt x="52026" y="21130"/>
                    <a:pt x="58063" y="24637"/>
                  </a:cubicBezTo>
                  <a:cubicBezTo>
                    <a:pt x="67650" y="30249"/>
                    <a:pt x="74042" y="32704"/>
                    <a:pt x="80079" y="32704"/>
                  </a:cubicBezTo>
                  <a:cubicBezTo>
                    <a:pt x="93572" y="32704"/>
                    <a:pt x="100319" y="24988"/>
                    <a:pt x="118429" y="534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5E4D4AB-C712-10E7-F4AB-5EE97C6089A3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9969390" y="4767656"/>
              <a:ext cx="242887" cy="238495"/>
            </a:xfrm>
            <a:custGeom>
              <a:avLst/>
              <a:gdLst>
                <a:gd name="connsiteX0" fmla="*/ 243068 w 242887"/>
                <a:gd name="connsiteY0" fmla="*/ 142485 h 238495"/>
                <a:gd name="connsiteX1" fmla="*/ 226378 w 242887"/>
                <a:gd name="connsiteY1" fmla="*/ 142485 h 238495"/>
                <a:gd name="connsiteX2" fmla="*/ 142930 w 242887"/>
                <a:gd name="connsiteY2" fmla="*/ 222100 h 238495"/>
                <a:gd name="connsiteX3" fmla="*/ 88955 w 242887"/>
                <a:gd name="connsiteY3" fmla="*/ 222100 h 238495"/>
                <a:gd name="connsiteX4" fmla="*/ 88955 w 242887"/>
                <a:gd name="connsiteY4" fmla="*/ 123195 h 238495"/>
                <a:gd name="connsiteX5" fmla="*/ 108485 w 242887"/>
                <a:gd name="connsiteY5" fmla="*/ 123195 h 238495"/>
                <a:gd name="connsiteX6" fmla="*/ 146126 w 242887"/>
                <a:gd name="connsiteY6" fmla="*/ 164230 h 238495"/>
                <a:gd name="connsiteX7" fmla="*/ 162816 w 242887"/>
                <a:gd name="connsiteY7" fmla="*/ 164230 h 238495"/>
                <a:gd name="connsiteX8" fmla="*/ 162816 w 242887"/>
                <a:gd name="connsiteY8" fmla="*/ 65675 h 238495"/>
                <a:gd name="connsiteX9" fmla="*/ 146126 w 242887"/>
                <a:gd name="connsiteY9" fmla="*/ 65675 h 238495"/>
                <a:gd name="connsiteX10" fmla="*/ 108485 w 242887"/>
                <a:gd name="connsiteY10" fmla="*/ 106710 h 238495"/>
                <a:gd name="connsiteX11" fmla="*/ 88955 w 242887"/>
                <a:gd name="connsiteY11" fmla="*/ 106710 h 238495"/>
                <a:gd name="connsiteX12" fmla="*/ 88955 w 242887"/>
                <a:gd name="connsiteY12" fmla="*/ 16573 h 238495"/>
                <a:gd name="connsiteX13" fmla="*/ 142930 w 242887"/>
                <a:gd name="connsiteY13" fmla="*/ 16573 h 238495"/>
                <a:gd name="connsiteX14" fmla="*/ 215015 w 242887"/>
                <a:gd name="connsiteY14" fmla="*/ 84614 h 238495"/>
                <a:gd name="connsiteX15" fmla="*/ 231705 w 242887"/>
                <a:gd name="connsiteY15" fmla="*/ 84614 h 238495"/>
                <a:gd name="connsiteX16" fmla="*/ 220697 w 242887"/>
                <a:gd name="connsiteY16" fmla="*/ 89 h 238495"/>
                <a:gd name="connsiteX17" fmla="*/ 180 w 242887"/>
                <a:gd name="connsiteY17" fmla="*/ 89 h 238495"/>
                <a:gd name="connsiteX18" fmla="*/ 180 w 242887"/>
                <a:gd name="connsiteY18" fmla="*/ 16573 h 238495"/>
                <a:gd name="connsiteX19" fmla="*/ 38531 w 242887"/>
                <a:gd name="connsiteY19" fmla="*/ 16573 h 238495"/>
                <a:gd name="connsiteX20" fmla="*/ 38531 w 242887"/>
                <a:gd name="connsiteY20" fmla="*/ 222100 h 238495"/>
                <a:gd name="connsiteX21" fmla="*/ 180 w 242887"/>
                <a:gd name="connsiteY21" fmla="*/ 222100 h 238495"/>
                <a:gd name="connsiteX22" fmla="*/ 180 w 242887"/>
                <a:gd name="connsiteY22" fmla="*/ 238584 h 238495"/>
                <a:gd name="connsiteX23" fmla="*/ 226733 w 242887"/>
                <a:gd name="connsiteY23" fmla="*/ 238584 h 238495"/>
                <a:gd name="connsiteX24" fmla="*/ 243068 w 242887"/>
                <a:gd name="connsiteY24" fmla="*/ 142485 h 238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2887" h="238495">
                  <a:moveTo>
                    <a:pt x="243068" y="142485"/>
                  </a:moveTo>
                  <a:lnTo>
                    <a:pt x="226378" y="142485"/>
                  </a:lnTo>
                  <a:cubicBezTo>
                    <a:pt x="218566" y="190885"/>
                    <a:pt x="208623" y="222100"/>
                    <a:pt x="142930" y="222100"/>
                  </a:cubicBezTo>
                  <a:lnTo>
                    <a:pt x="88955" y="222100"/>
                  </a:lnTo>
                  <a:lnTo>
                    <a:pt x="88955" y="123195"/>
                  </a:lnTo>
                  <a:lnTo>
                    <a:pt x="108485" y="123195"/>
                  </a:lnTo>
                  <a:cubicBezTo>
                    <a:pt x="142575" y="123195"/>
                    <a:pt x="146126" y="138276"/>
                    <a:pt x="146126" y="164230"/>
                  </a:cubicBezTo>
                  <a:lnTo>
                    <a:pt x="162816" y="164230"/>
                  </a:lnTo>
                  <a:lnTo>
                    <a:pt x="162816" y="65675"/>
                  </a:lnTo>
                  <a:lnTo>
                    <a:pt x="146126" y="65675"/>
                  </a:lnTo>
                  <a:cubicBezTo>
                    <a:pt x="146126" y="91629"/>
                    <a:pt x="142930" y="106710"/>
                    <a:pt x="108485" y="106710"/>
                  </a:cubicBezTo>
                  <a:lnTo>
                    <a:pt x="88955" y="106710"/>
                  </a:lnTo>
                  <a:lnTo>
                    <a:pt x="88955" y="16573"/>
                  </a:lnTo>
                  <a:lnTo>
                    <a:pt x="142930" y="16573"/>
                  </a:lnTo>
                  <a:cubicBezTo>
                    <a:pt x="200101" y="16573"/>
                    <a:pt x="209334" y="42176"/>
                    <a:pt x="215015" y="84614"/>
                  </a:cubicBezTo>
                  <a:lnTo>
                    <a:pt x="231705" y="84614"/>
                  </a:lnTo>
                  <a:lnTo>
                    <a:pt x="220697" y="89"/>
                  </a:lnTo>
                  <a:lnTo>
                    <a:pt x="180" y="89"/>
                  </a:lnTo>
                  <a:lnTo>
                    <a:pt x="180" y="16573"/>
                  </a:lnTo>
                  <a:lnTo>
                    <a:pt x="38531" y="16573"/>
                  </a:lnTo>
                  <a:lnTo>
                    <a:pt x="38531" y="222100"/>
                  </a:lnTo>
                  <a:lnTo>
                    <a:pt x="180" y="222100"/>
                  </a:lnTo>
                  <a:lnTo>
                    <a:pt x="180" y="238584"/>
                  </a:lnTo>
                  <a:lnTo>
                    <a:pt x="226733" y="238584"/>
                  </a:lnTo>
                  <a:lnTo>
                    <a:pt x="243068" y="14248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51A054A-CA52-36ED-D4B5-39CF4FA5658B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0342359" y="4877434"/>
              <a:ext cx="236140" cy="82070"/>
            </a:xfrm>
            <a:custGeom>
              <a:avLst/>
              <a:gdLst>
                <a:gd name="connsiteX0" fmla="*/ 224258 w 236140"/>
                <a:gd name="connsiteY0" fmla="*/ 14118 h 82070"/>
                <a:gd name="connsiteX1" fmla="*/ 236331 w 236140"/>
                <a:gd name="connsiteY1" fmla="*/ 7103 h 82070"/>
                <a:gd name="connsiteX2" fmla="*/ 224613 w 236140"/>
                <a:gd name="connsiteY2" fmla="*/ 89 h 82070"/>
                <a:gd name="connsiteX3" fmla="*/ 11909 w 236140"/>
                <a:gd name="connsiteY3" fmla="*/ 89 h 82070"/>
                <a:gd name="connsiteX4" fmla="*/ 190 w 236140"/>
                <a:gd name="connsiteY4" fmla="*/ 7103 h 82070"/>
                <a:gd name="connsiteX5" fmla="*/ 12264 w 236140"/>
                <a:gd name="connsiteY5" fmla="*/ 14118 h 82070"/>
                <a:gd name="connsiteX6" fmla="*/ 224258 w 236140"/>
                <a:gd name="connsiteY6" fmla="*/ 14118 h 82070"/>
                <a:gd name="connsiteX7" fmla="*/ 224613 w 236140"/>
                <a:gd name="connsiteY7" fmla="*/ 82159 h 82070"/>
                <a:gd name="connsiteX8" fmla="*/ 236331 w 236140"/>
                <a:gd name="connsiteY8" fmla="*/ 75145 h 82070"/>
                <a:gd name="connsiteX9" fmla="*/ 224258 w 236140"/>
                <a:gd name="connsiteY9" fmla="*/ 68130 h 82070"/>
                <a:gd name="connsiteX10" fmla="*/ 12264 w 236140"/>
                <a:gd name="connsiteY10" fmla="*/ 68130 h 82070"/>
                <a:gd name="connsiteX11" fmla="*/ 190 w 236140"/>
                <a:gd name="connsiteY11" fmla="*/ 75145 h 82070"/>
                <a:gd name="connsiteX12" fmla="*/ 11909 w 236140"/>
                <a:gd name="connsiteY12" fmla="*/ 82159 h 82070"/>
                <a:gd name="connsiteX13" fmla="*/ 224613 w 236140"/>
                <a:gd name="connsiteY13" fmla="*/ 82159 h 8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140" h="82070">
                  <a:moveTo>
                    <a:pt x="224258" y="14118"/>
                  </a:moveTo>
                  <a:cubicBezTo>
                    <a:pt x="229584" y="14118"/>
                    <a:pt x="236331" y="14118"/>
                    <a:pt x="236331" y="7103"/>
                  </a:cubicBezTo>
                  <a:cubicBezTo>
                    <a:pt x="236331" y="89"/>
                    <a:pt x="229584" y="89"/>
                    <a:pt x="224613" y="89"/>
                  </a:cubicBezTo>
                  <a:lnTo>
                    <a:pt x="11909" y="89"/>
                  </a:lnTo>
                  <a:cubicBezTo>
                    <a:pt x="6937" y="89"/>
                    <a:pt x="190" y="89"/>
                    <a:pt x="190" y="7103"/>
                  </a:cubicBezTo>
                  <a:cubicBezTo>
                    <a:pt x="190" y="14118"/>
                    <a:pt x="6937" y="14118"/>
                    <a:pt x="12264" y="14118"/>
                  </a:cubicBezTo>
                  <a:lnTo>
                    <a:pt x="224258" y="14118"/>
                  </a:lnTo>
                  <a:close/>
                  <a:moveTo>
                    <a:pt x="224613" y="82159"/>
                  </a:moveTo>
                  <a:cubicBezTo>
                    <a:pt x="229584" y="82159"/>
                    <a:pt x="236331" y="82159"/>
                    <a:pt x="236331" y="75145"/>
                  </a:cubicBezTo>
                  <a:cubicBezTo>
                    <a:pt x="236331" y="68130"/>
                    <a:pt x="229584" y="68130"/>
                    <a:pt x="224258" y="68130"/>
                  </a:cubicBezTo>
                  <a:lnTo>
                    <a:pt x="12264" y="68130"/>
                  </a:lnTo>
                  <a:cubicBezTo>
                    <a:pt x="6937" y="68130"/>
                    <a:pt x="190" y="68130"/>
                    <a:pt x="190" y="75145"/>
                  </a:cubicBezTo>
                  <a:cubicBezTo>
                    <a:pt x="190" y="82159"/>
                    <a:pt x="6937" y="82159"/>
                    <a:pt x="11909" y="82159"/>
                  </a:cubicBezTo>
                  <a:lnTo>
                    <a:pt x="224613" y="8215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3169AE4-508C-8C3C-1FD0-8B67E16B030D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0706532" y="4765551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6144A12-C9C4-56A3-59B3-565183146FB0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1023427" y="4849025"/>
              <a:ext cx="116117" cy="160984"/>
            </a:xfrm>
            <a:custGeom>
              <a:avLst/>
              <a:gdLst>
                <a:gd name="connsiteX0" fmla="*/ 62352 w 116117"/>
                <a:gd name="connsiteY0" fmla="*/ 89174 h 160984"/>
                <a:gd name="connsiteX1" fmla="*/ 99282 w 116117"/>
                <a:gd name="connsiteY1" fmla="*/ 121441 h 160984"/>
                <a:gd name="connsiteX2" fmla="*/ 59156 w 116117"/>
                <a:gd name="connsiteY2" fmla="*/ 153357 h 160984"/>
                <a:gd name="connsiteX3" fmla="*/ 9797 w 116117"/>
                <a:gd name="connsiteY3" fmla="*/ 103554 h 160984"/>
                <a:gd name="connsiteX4" fmla="*/ 4826 w 116117"/>
                <a:gd name="connsiteY4" fmla="*/ 97591 h 160984"/>
                <a:gd name="connsiteX5" fmla="*/ 210 w 116117"/>
                <a:gd name="connsiteY5" fmla="*/ 106360 h 160984"/>
                <a:gd name="connsiteX6" fmla="*/ 210 w 116117"/>
                <a:gd name="connsiteY6" fmla="*/ 152656 h 160984"/>
                <a:gd name="connsiteX7" fmla="*/ 4116 w 116117"/>
                <a:gd name="connsiteY7" fmla="*/ 161073 h 160984"/>
                <a:gd name="connsiteX8" fmla="*/ 12993 w 116117"/>
                <a:gd name="connsiteY8" fmla="*/ 154059 h 160984"/>
                <a:gd name="connsiteX9" fmla="*/ 20095 w 116117"/>
                <a:gd name="connsiteY9" fmla="*/ 145992 h 160984"/>
                <a:gd name="connsiteX10" fmla="*/ 59156 w 116117"/>
                <a:gd name="connsiteY10" fmla="*/ 161073 h 160984"/>
                <a:gd name="connsiteX11" fmla="*/ 116327 w 116117"/>
                <a:gd name="connsiteY11" fmla="*/ 112322 h 160984"/>
                <a:gd name="connsiteX12" fmla="*/ 101413 w 116117"/>
                <a:gd name="connsiteY12" fmla="*/ 79003 h 160984"/>
                <a:gd name="connsiteX13" fmla="*/ 60932 w 116117"/>
                <a:gd name="connsiteY13" fmla="*/ 62168 h 160984"/>
                <a:gd name="connsiteX14" fmla="*/ 17255 w 116117"/>
                <a:gd name="connsiteY14" fmla="*/ 33408 h 160984"/>
                <a:gd name="connsiteX15" fmla="*/ 57026 w 116117"/>
                <a:gd name="connsiteY15" fmla="*/ 6753 h 160984"/>
                <a:gd name="connsiteX16" fmla="*/ 98572 w 116117"/>
                <a:gd name="connsiteY16" fmla="*/ 49191 h 160984"/>
                <a:gd name="connsiteX17" fmla="*/ 102833 w 116117"/>
                <a:gd name="connsiteY17" fmla="*/ 52347 h 160984"/>
                <a:gd name="connsiteX18" fmla="*/ 107450 w 116117"/>
                <a:gd name="connsiteY18" fmla="*/ 43930 h 160984"/>
                <a:gd name="connsiteX19" fmla="*/ 107450 w 116117"/>
                <a:gd name="connsiteY19" fmla="*/ 8506 h 160984"/>
                <a:gd name="connsiteX20" fmla="*/ 103544 w 116117"/>
                <a:gd name="connsiteY20" fmla="*/ 89 h 160984"/>
                <a:gd name="connsiteX21" fmla="*/ 96442 w 116117"/>
                <a:gd name="connsiteY21" fmla="*/ 4298 h 160984"/>
                <a:gd name="connsiteX22" fmla="*/ 90405 w 116117"/>
                <a:gd name="connsiteY22" fmla="*/ 9909 h 160984"/>
                <a:gd name="connsiteX23" fmla="*/ 57026 w 116117"/>
                <a:gd name="connsiteY23" fmla="*/ 89 h 160984"/>
                <a:gd name="connsiteX24" fmla="*/ 210 w 116117"/>
                <a:gd name="connsiteY24" fmla="*/ 43229 h 160984"/>
                <a:gd name="connsiteX25" fmla="*/ 15479 w 116117"/>
                <a:gd name="connsiteY25" fmla="*/ 73040 h 160984"/>
                <a:gd name="connsiteX26" fmla="*/ 62352 w 116117"/>
                <a:gd name="connsiteY26" fmla="*/ 89174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6117" h="160984">
                  <a:moveTo>
                    <a:pt x="62352" y="89174"/>
                  </a:moveTo>
                  <a:cubicBezTo>
                    <a:pt x="70164" y="90577"/>
                    <a:pt x="99282" y="96189"/>
                    <a:pt x="99282" y="121441"/>
                  </a:cubicBezTo>
                  <a:cubicBezTo>
                    <a:pt x="99282" y="139328"/>
                    <a:pt x="86854" y="153357"/>
                    <a:pt x="59156" y="153357"/>
                  </a:cubicBezTo>
                  <a:cubicBezTo>
                    <a:pt x="29328" y="153357"/>
                    <a:pt x="16544" y="133366"/>
                    <a:pt x="9797" y="103554"/>
                  </a:cubicBezTo>
                  <a:cubicBezTo>
                    <a:pt x="8732" y="98994"/>
                    <a:pt x="8377" y="97591"/>
                    <a:pt x="4826" y="97591"/>
                  </a:cubicBezTo>
                  <a:cubicBezTo>
                    <a:pt x="210" y="97591"/>
                    <a:pt x="210" y="100047"/>
                    <a:pt x="210" y="106360"/>
                  </a:cubicBezTo>
                  <a:lnTo>
                    <a:pt x="210" y="152656"/>
                  </a:lnTo>
                  <a:cubicBezTo>
                    <a:pt x="210" y="158618"/>
                    <a:pt x="210" y="161073"/>
                    <a:pt x="4116" y="161073"/>
                  </a:cubicBezTo>
                  <a:cubicBezTo>
                    <a:pt x="5891" y="161073"/>
                    <a:pt x="6246" y="160723"/>
                    <a:pt x="12993" y="154059"/>
                  </a:cubicBezTo>
                  <a:cubicBezTo>
                    <a:pt x="13703" y="153357"/>
                    <a:pt x="13703" y="152656"/>
                    <a:pt x="20095" y="145992"/>
                  </a:cubicBezTo>
                  <a:cubicBezTo>
                    <a:pt x="35720" y="160723"/>
                    <a:pt x="51699" y="161073"/>
                    <a:pt x="59156" y="161073"/>
                  </a:cubicBezTo>
                  <a:cubicBezTo>
                    <a:pt x="99993" y="161073"/>
                    <a:pt x="116327" y="137574"/>
                    <a:pt x="116327" y="112322"/>
                  </a:cubicBezTo>
                  <a:cubicBezTo>
                    <a:pt x="116327" y="93733"/>
                    <a:pt x="105674" y="83212"/>
                    <a:pt x="101413" y="79003"/>
                  </a:cubicBezTo>
                  <a:cubicBezTo>
                    <a:pt x="89695" y="67780"/>
                    <a:pt x="75846" y="64974"/>
                    <a:pt x="60932" y="62168"/>
                  </a:cubicBezTo>
                  <a:cubicBezTo>
                    <a:pt x="41046" y="58310"/>
                    <a:pt x="17255" y="53750"/>
                    <a:pt x="17255" y="33408"/>
                  </a:cubicBezTo>
                  <a:cubicBezTo>
                    <a:pt x="17255" y="21133"/>
                    <a:pt x="26487" y="6753"/>
                    <a:pt x="57026" y="6753"/>
                  </a:cubicBezTo>
                  <a:cubicBezTo>
                    <a:pt x="96087" y="6753"/>
                    <a:pt x="97862" y="38318"/>
                    <a:pt x="98572" y="49191"/>
                  </a:cubicBezTo>
                  <a:cubicBezTo>
                    <a:pt x="98927" y="52347"/>
                    <a:pt x="102123" y="52347"/>
                    <a:pt x="102833" y="52347"/>
                  </a:cubicBezTo>
                  <a:cubicBezTo>
                    <a:pt x="107450" y="52347"/>
                    <a:pt x="107450" y="50594"/>
                    <a:pt x="107450" y="43930"/>
                  </a:cubicBezTo>
                  <a:lnTo>
                    <a:pt x="107450" y="8506"/>
                  </a:lnTo>
                  <a:cubicBezTo>
                    <a:pt x="107450" y="2544"/>
                    <a:pt x="107450" y="89"/>
                    <a:pt x="103544" y="89"/>
                  </a:cubicBezTo>
                  <a:cubicBezTo>
                    <a:pt x="101768" y="89"/>
                    <a:pt x="101058" y="89"/>
                    <a:pt x="96442" y="4298"/>
                  </a:cubicBezTo>
                  <a:cubicBezTo>
                    <a:pt x="95376" y="5701"/>
                    <a:pt x="91825" y="8857"/>
                    <a:pt x="90405" y="9909"/>
                  </a:cubicBezTo>
                  <a:cubicBezTo>
                    <a:pt x="76911" y="89"/>
                    <a:pt x="62352" y="89"/>
                    <a:pt x="57026" y="89"/>
                  </a:cubicBezTo>
                  <a:cubicBezTo>
                    <a:pt x="13703" y="89"/>
                    <a:pt x="210" y="23588"/>
                    <a:pt x="210" y="43229"/>
                  </a:cubicBezTo>
                  <a:cubicBezTo>
                    <a:pt x="210" y="55504"/>
                    <a:pt x="5891" y="65324"/>
                    <a:pt x="15479" y="73040"/>
                  </a:cubicBezTo>
                  <a:cubicBezTo>
                    <a:pt x="26842" y="82159"/>
                    <a:pt x="36785" y="84264"/>
                    <a:pt x="62352" y="89174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4ADC9A26-B65B-CA74-E30A-208E00624FEE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1161719" y="4849025"/>
              <a:ext cx="157308" cy="160984"/>
            </a:xfrm>
            <a:custGeom>
              <a:avLst/>
              <a:gdLst>
                <a:gd name="connsiteX0" fmla="*/ 157523 w 157308"/>
                <a:gd name="connsiteY0" fmla="*/ 82159 h 160984"/>
                <a:gd name="connsiteX1" fmla="*/ 79046 w 157308"/>
                <a:gd name="connsiteY1" fmla="*/ 89 h 160984"/>
                <a:gd name="connsiteX2" fmla="*/ 214 w 157308"/>
                <a:gd name="connsiteY2" fmla="*/ 82159 h 160984"/>
                <a:gd name="connsiteX3" fmla="*/ 78691 w 157308"/>
                <a:gd name="connsiteY3" fmla="*/ 161073 h 160984"/>
                <a:gd name="connsiteX4" fmla="*/ 157523 w 157308"/>
                <a:gd name="connsiteY4" fmla="*/ 82159 h 160984"/>
                <a:gd name="connsiteX5" fmla="*/ 79046 w 157308"/>
                <a:gd name="connsiteY5" fmla="*/ 152305 h 160984"/>
                <a:gd name="connsiteX6" fmla="*/ 38564 w 157308"/>
                <a:gd name="connsiteY6" fmla="*/ 128806 h 160984"/>
                <a:gd name="connsiteX7" fmla="*/ 29687 w 157308"/>
                <a:gd name="connsiteY7" fmla="*/ 79354 h 160984"/>
                <a:gd name="connsiteX8" fmla="*/ 38209 w 157308"/>
                <a:gd name="connsiteY8" fmla="*/ 31304 h 160984"/>
                <a:gd name="connsiteX9" fmla="*/ 78691 w 157308"/>
                <a:gd name="connsiteY9" fmla="*/ 7805 h 160984"/>
                <a:gd name="connsiteX10" fmla="*/ 118817 w 157308"/>
                <a:gd name="connsiteY10" fmla="*/ 30602 h 160984"/>
                <a:gd name="connsiteX11" fmla="*/ 128049 w 157308"/>
                <a:gd name="connsiteY11" fmla="*/ 79354 h 160984"/>
                <a:gd name="connsiteX12" fmla="*/ 120237 w 157308"/>
                <a:gd name="connsiteY12" fmla="*/ 126351 h 160984"/>
                <a:gd name="connsiteX13" fmla="*/ 79046 w 157308"/>
                <a:gd name="connsiteY13" fmla="*/ 15230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308" h="160984">
                  <a:moveTo>
                    <a:pt x="157523" y="82159"/>
                  </a:moveTo>
                  <a:cubicBezTo>
                    <a:pt x="157523" y="37266"/>
                    <a:pt x="122013" y="89"/>
                    <a:pt x="79046" y="89"/>
                  </a:cubicBezTo>
                  <a:cubicBezTo>
                    <a:pt x="34658" y="89"/>
                    <a:pt x="214" y="38318"/>
                    <a:pt x="214" y="82159"/>
                  </a:cubicBezTo>
                  <a:cubicBezTo>
                    <a:pt x="214" y="127403"/>
                    <a:pt x="37144" y="161073"/>
                    <a:pt x="78691" y="161073"/>
                  </a:cubicBezTo>
                  <a:cubicBezTo>
                    <a:pt x="121658" y="161073"/>
                    <a:pt x="157523" y="126702"/>
                    <a:pt x="157523" y="82159"/>
                  </a:cubicBezTo>
                  <a:close/>
                  <a:moveTo>
                    <a:pt x="79046" y="152305"/>
                  </a:moveTo>
                  <a:cubicBezTo>
                    <a:pt x="63776" y="152305"/>
                    <a:pt x="48152" y="144940"/>
                    <a:pt x="38564" y="128806"/>
                  </a:cubicBezTo>
                  <a:cubicBezTo>
                    <a:pt x="29687" y="113374"/>
                    <a:pt x="29687" y="91980"/>
                    <a:pt x="29687" y="79354"/>
                  </a:cubicBezTo>
                  <a:cubicBezTo>
                    <a:pt x="29687" y="65675"/>
                    <a:pt x="29687" y="46736"/>
                    <a:pt x="38209" y="31304"/>
                  </a:cubicBezTo>
                  <a:cubicBezTo>
                    <a:pt x="47797" y="15170"/>
                    <a:pt x="64487" y="7805"/>
                    <a:pt x="78691" y="7805"/>
                  </a:cubicBezTo>
                  <a:cubicBezTo>
                    <a:pt x="94315" y="7805"/>
                    <a:pt x="109584" y="15521"/>
                    <a:pt x="118817" y="30602"/>
                  </a:cubicBezTo>
                  <a:cubicBezTo>
                    <a:pt x="128049" y="45684"/>
                    <a:pt x="128049" y="66026"/>
                    <a:pt x="128049" y="79354"/>
                  </a:cubicBezTo>
                  <a:cubicBezTo>
                    <a:pt x="128049" y="91980"/>
                    <a:pt x="128049" y="110919"/>
                    <a:pt x="120237" y="126351"/>
                  </a:cubicBezTo>
                  <a:cubicBezTo>
                    <a:pt x="112425" y="142134"/>
                    <a:pt x="96801" y="152305"/>
                    <a:pt x="79046" y="15230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BC58A3-2E3F-F729-CFB4-FF0FFD45A3E2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1341044" y="4758887"/>
              <a:ext cx="115052" cy="247263"/>
            </a:xfrm>
            <a:custGeom>
              <a:avLst/>
              <a:gdLst>
                <a:gd name="connsiteX0" fmla="*/ 50643 w 115052"/>
                <a:gd name="connsiteY0" fmla="*/ 96188 h 247263"/>
                <a:gd name="connsiteX1" fmla="*/ 50643 w 115052"/>
                <a:gd name="connsiteY1" fmla="*/ 55504 h 247263"/>
                <a:gd name="connsiteX2" fmla="*/ 83312 w 115052"/>
                <a:gd name="connsiteY2" fmla="*/ 7805 h 247263"/>
                <a:gd name="connsiteX3" fmla="*/ 95030 w 115052"/>
                <a:gd name="connsiteY3" fmla="*/ 10260 h 247263"/>
                <a:gd name="connsiteX4" fmla="*/ 84377 w 115052"/>
                <a:gd name="connsiteY4" fmla="*/ 24991 h 247263"/>
                <a:gd name="connsiteX5" fmla="*/ 99646 w 115052"/>
                <a:gd name="connsiteY5" fmla="*/ 40072 h 247263"/>
                <a:gd name="connsiteX6" fmla="*/ 115271 w 115052"/>
                <a:gd name="connsiteY6" fmla="*/ 24640 h 247263"/>
                <a:gd name="connsiteX7" fmla="*/ 83312 w 115052"/>
                <a:gd name="connsiteY7" fmla="*/ 89 h 247263"/>
                <a:gd name="connsiteX8" fmla="*/ 28272 w 115052"/>
                <a:gd name="connsiteY8" fmla="*/ 55855 h 247263"/>
                <a:gd name="connsiteX9" fmla="*/ 28272 w 115052"/>
                <a:gd name="connsiteY9" fmla="*/ 96188 h 247263"/>
                <a:gd name="connsiteX10" fmla="*/ 219 w 115052"/>
                <a:gd name="connsiteY10" fmla="*/ 96188 h 247263"/>
                <a:gd name="connsiteX11" fmla="*/ 219 w 115052"/>
                <a:gd name="connsiteY11" fmla="*/ 107061 h 247263"/>
                <a:gd name="connsiteX12" fmla="*/ 28272 w 115052"/>
                <a:gd name="connsiteY12" fmla="*/ 107061 h 247263"/>
                <a:gd name="connsiteX13" fmla="*/ 28272 w 115052"/>
                <a:gd name="connsiteY13" fmla="*/ 220697 h 247263"/>
                <a:gd name="connsiteX14" fmla="*/ 574 w 115052"/>
                <a:gd name="connsiteY14" fmla="*/ 236480 h 247263"/>
                <a:gd name="connsiteX15" fmla="*/ 574 w 115052"/>
                <a:gd name="connsiteY15" fmla="*/ 247352 h 247263"/>
                <a:gd name="connsiteX16" fmla="*/ 41055 w 115052"/>
                <a:gd name="connsiteY16" fmla="*/ 246300 h 247263"/>
                <a:gd name="connsiteX17" fmla="*/ 86153 w 115052"/>
                <a:gd name="connsiteY17" fmla="*/ 247352 h 247263"/>
                <a:gd name="connsiteX18" fmla="*/ 86153 w 115052"/>
                <a:gd name="connsiteY18" fmla="*/ 236480 h 247263"/>
                <a:gd name="connsiteX19" fmla="*/ 78696 w 115052"/>
                <a:gd name="connsiteY19" fmla="*/ 236480 h 247263"/>
                <a:gd name="connsiteX20" fmla="*/ 51708 w 115052"/>
                <a:gd name="connsiteY20" fmla="*/ 219996 h 247263"/>
                <a:gd name="connsiteX21" fmla="*/ 51708 w 115052"/>
                <a:gd name="connsiteY21" fmla="*/ 107061 h 247263"/>
                <a:gd name="connsiteX22" fmla="*/ 92189 w 115052"/>
                <a:gd name="connsiteY22" fmla="*/ 107061 h 247263"/>
                <a:gd name="connsiteX23" fmla="*/ 92189 w 115052"/>
                <a:gd name="connsiteY23" fmla="*/ 96188 h 247263"/>
                <a:gd name="connsiteX24" fmla="*/ 50643 w 115052"/>
                <a:gd name="connsiteY24" fmla="*/ 96188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52" h="247263">
                  <a:moveTo>
                    <a:pt x="50643" y="96188"/>
                  </a:moveTo>
                  <a:lnTo>
                    <a:pt x="50643" y="55504"/>
                  </a:lnTo>
                  <a:cubicBezTo>
                    <a:pt x="50643" y="24640"/>
                    <a:pt x="67688" y="7805"/>
                    <a:pt x="83312" y="7805"/>
                  </a:cubicBezTo>
                  <a:cubicBezTo>
                    <a:pt x="84377" y="7805"/>
                    <a:pt x="89704" y="7805"/>
                    <a:pt x="95030" y="10260"/>
                  </a:cubicBezTo>
                  <a:cubicBezTo>
                    <a:pt x="90769" y="11663"/>
                    <a:pt x="84377" y="16222"/>
                    <a:pt x="84377" y="24991"/>
                  </a:cubicBezTo>
                  <a:cubicBezTo>
                    <a:pt x="84377" y="33057"/>
                    <a:pt x="90059" y="40072"/>
                    <a:pt x="99646" y="40072"/>
                  </a:cubicBezTo>
                  <a:cubicBezTo>
                    <a:pt x="109944" y="40072"/>
                    <a:pt x="115271" y="33057"/>
                    <a:pt x="115271" y="24640"/>
                  </a:cubicBezTo>
                  <a:cubicBezTo>
                    <a:pt x="115271" y="11663"/>
                    <a:pt x="102132" y="89"/>
                    <a:pt x="83312" y="89"/>
                  </a:cubicBezTo>
                  <a:cubicBezTo>
                    <a:pt x="58455" y="89"/>
                    <a:pt x="28272" y="18678"/>
                    <a:pt x="28272" y="55855"/>
                  </a:cubicBezTo>
                  <a:lnTo>
                    <a:pt x="28272" y="96188"/>
                  </a:lnTo>
                  <a:lnTo>
                    <a:pt x="219" y="96188"/>
                  </a:lnTo>
                  <a:lnTo>
                    <a:pt x="219" y="107061"/>
                  </a:lnTo>
                  <a:lnTo>
                    <a:pt x="28272" y="107061"/>
                  </a:lnTo>
                  <a:lnTo>
                    <a:pt x="28272" y="220697"/>
                  </a:lnTo>
                  <a:cubicBezTo>
                    <a:pt x="28272" y="236480"/>
                    <a:pt x="24365" y="236480"/>
                    <a:pt x="574" y="236480"/>
                  </a:cubicBezTo>
                  <a:lnTo>
                    <a:pt x="574" y="247352"/>
                  </a:lnTo>
                  <a:cubicBezTo>
                    <a:pt x="14423" y="247002"/>
                    <a:pt x="31112" y="246300"/>
                    <a:pt x="41055" y="246300"/>
                  </a:cubicBezTo>
                  <a:cubicBezTo>
                    <a:pt x="55259" y="246300"/>
                    <a:pt x="71949" y="246300"/>
                    <a:pt x="86153" y="247352"/>
                  </a:cubicBezTo>
                  <a:lnTo>
                    <a:pt x="86153" y="236480"/>
                  </a:lnTo>
                  <a:lnTo>
                    <a:pt x="78696" y="236480"/>
                  </a:lnTo>
                  <a:cubicBezTo>
                    <a:pt x="52418" y="236480"/>
                    <a:pt x="51708" y="232622"/>
                    <a:pt x="51708" y="219996"/>
                  </a:cubicBezTo>
                  <a:lnTo>
                    <a:pt x="51708" y="107061"/>
                  </a:lnTo>
                  <a:lnTo>
                    <a:pt x="92189" y="107061"/>
                  </a:lnTo>
                  <a:lnTo>
                    <a:pt x="92189" y="96188"/>
                  </a:lnTo>
                  <a:lnTo>
                    <a:pt x="50643" y="9618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46812A7-C6AF-1BDA-27F6-054EE6DF5866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1444576" y="4790453"/>
              <a:ext cx="111146" cy="219555"/>
            </a:xfrm>
            <a:custGeom>
              <a:avLst/>
              <a:gdLst>
                <a:gd name="connsiteX0" fmla="*/ 54907 w 111146"/>
                <a:gd name="connsiteY0" fmla="*/ 75496 h 219555"/>
                <a:gd name="connsiteX1" fmla="*/ 105686 w 111146"/>
                <a:gd name="connsiteY1" fmla="*/ 75496 h 219555"/>
                <a:gd name="connsiteX2" fmla="*/ 105686 w 111146"/>
                <a:gd name="connsiteY2" fmla="*/ 64623 h 219555"/>
                <a:gd name="connsiteX3" fmla="*/ 54907 w 111146"/>
                <a:gd name="connsiteY3" fmla="*/ 64623 h 219555"/>
                <a:gd name="connsiteX4" fmla="*/ 54907 w 111146"/>
                <a:gd name="connsiteY4" fmla="*/ 89 h 219555"/>
                <a:gd name="connsiteX5" fmla="*/ 46030 w 111146"/>
                <a:gd name="connsiteY5" fmla="*/ 89 h 219555"/>
                <a:gd name="connsiteX6" fmla="*/ 222 w 111146"/>
                <a:gd name="connsiteY6" fmla="*/ 67780 h 219555"/>
                <a:gd name="connsiteX7" fmla="*/ 222 w 111146"/>
                <a:gd name="connsiteY7" fmla="*/ 75496 h 219555"/>
                <a:gd name="connsiteX8" fmla="*/ 30405 w 111146"/>
                <a:gd name="connsiteY8" fmla="*/ 75496 h 219555"/>
                <a:gd name="connsiteX9" fmla="*/ 30405 w 111146"/>
                <a:gd name="connsiteY9" fmla="*/ 172297 h 219555"/>
                <a:gd name="connsiteX10" fmla="*/ 76213 w 111146"/>
                <a:gd name="connsiteY10" fmla="*/ 219645 h 219555"/>
                <a:gd name="connsiteX11" fmla="*/ 111368 w 111146"/>
                <a:gd name="connsiteY11" fmla="*/ 172297 h 219555"/>
                <a:gd name="connsiteX12" fmla="*/ 111368 w 111146"/>
                <a:gd name="connsiteY12" fmla="*/ 152305 h 219555"/>
                <a:gd name="connsiteX13" fmla="*/ 102490 w 111146"/>
                <a:gd name="connsiteY13" fmla="*/ 152305 h 219555"/>
                <a:gd name="connsiteX14" fmla="*/ 102490 w 111146"/>
                <a:gd name="connsiteY14" fmla="*/ 171595 h 219555"/>
                <a:gd name="connsiteX15" fmla="*/ 78699 w 111146"/>
                <a:gd name="connsiteY15" fmla="*/ 210877 h 219555"/>
                <a:gd name="connsiteX16" fmla="*/ 54907 w 111146"/>
                <a:gd name="connsiteY16" fmla="*/ 172998 h 219555"/>
                <a:gd name="connsiteX17" fmla="*/ 54907 w 111146"/>
                <a:gd name="connsiteY17" fmla="*/ 75496 h 219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146" h="219555">
                  <a:moveTo>
                    <a:pt x="54907" y="75496"/>
                  </a:moveTo>
                  <a:lnTo>
                    <a:pt x="105686" y="75496"/>
                  </a:lnTo>
                  <a:lnTo>
                    <a:pt x="105686" y="64623"/>
                  </a:lnTo>
                  <a:lnTo>
                    <a:pt x="54907" y="64623"/>
                  </a:lnTo>
                  <a:lnTo>
                    <a:pt x="54907" y="89"/>
                  </a:lnTo>
                  <a:lnTo>
                    <a:pt x="46030" y="89"/>
                  </a:lnTo>
                  <a:cubicBezTo>
                    <a:pt x="45674" y="28849"/>
                    <a:pt x="35021" y="66377"/>
                    <a:pt x="222" y="67780"/>
                  </a:cubicBezTo>
                  <a:lnTo>
                    <a:pt x="222" y="75496"/>
                  </a:lnTo>
                  <a:lnTo>
                    <a:pt x="30405" y="75496"/>
                  </a:lnTo>
                  <a:lnTo>
                    <a:pt x="30405" y="172297"/>
                  </a:lnTo>
                  <a:cubicBezTo>
                    <a:pt x="30405" y="215436"/>
                    <a:pt x="63429" y="219645"/>
                    <a:pt x="76213" y="219645"/>
                  </a:cubicBezTo>
                  <a:cubicBezTo>
                    <a:pt x="101425" y="219645"/>
                    <a:pt x="111368" y="194743"/>
                    <a:pt x="111368" y="172297"/>
                  </a:cubicBezTo>
                  <a:lnTo>
                    <a:pt x="111368" y="152305"/>
                  </a:lnTo>
                  <a:lnTo>
                    <a:pt x="102490" y="152305"/>
                  </a:lnTo>
                  <a:lnTo>
                    <a:pt x="102490" y="171595"/>
                  </a:lnTo>
                  <a:cubicBezTo>
                    <a:pt x="102490" y="197549"/>
                    <a:pt x="91837" y="210877"/>
                    <a:pt x="78699" y="210877"/>
                  </a:cubicBezTo>
                  <a:cubicBezTo>
                    <a:pt x="54907" y="210877"/>
                    <a:pt x="54907" y="178960"/>
                    <a:pt x="54907" y="172998"/>
                  </a:cubicBezTo>
                  <a:lnTo>
                    <a:pt x="54907" y="75496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01C43785-84BB-9E92-727A-E07E9266173B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1587287" y="4851129"/>
              <a:ext cx="277332" cy="155021"/>
            </a:xfrm>
            <a:custGeom>
              <a:avLst/>
              <a:gdLst>
                <a:gd name="connsiteX0" fmla="*/ 27923 w 277332"/>
                <a:gd name="connsiteY0" fmla="*/ 34460 h 155021"/>
                <a:gd name="connsiteX1" fmla="*/ 27923 w 277332"/>
                <a:gd name="connsiteY1" fmla="*/ 128456 h 155021"/>
                <a:gd name="connsiteX2" fmla="*/ 226 w 277332"/>
                <a:gd name="connsiteY2" fmla="*/ 144238 h 155021"/>
                <a:gd name="connsiteX3" fmla="*/ 226 w 277332"/>
                <a:gd name="connsiteY3" fmla="*/ 155111 h 155021"/>
                <a:gd name="connsiteX4" fmla="*/ 40352 w 277332"/>
                <a:gd name="connsiteY4" fmla="*/ 154059 h 155021"/>
                <a:gd name="connsiteX5" fmla="*/ 80123 w 277332"/>
                <a:gd name="connsiteY5" fmla="*/ 155111 h 155021"/>
                <a:gd name="connsiteX6" fmla="*/ 80123 w 277332"/>
                <a:gd name="connsiteY6" fmla="*/ 144238 h 155021"/>
                <a:gd name="connsiteX7" fmla="*/ 52425 w 277332"/>
                <a:gd name="connsiteY7" fmla="*/ 128456 h 155021"/>
                <a:gd name="connsiteX8" fmla="*/ 52425 w 277332"/>
                <a:gd name="connsiteY8" fmla="*/ 63922 h 155021"/>
                <a:gd name="connsiteX9" fmla="*/ 100364 w 277332"/>
                <a:gd name="connsiteY9" fmla="*/ 7805 h 155021"/>
                <a:gd name="connsiteX10" fmla="*/ 126641 w 277332"/>
                <a:gd name="connsiteY10" fmla="*/ 46736 h 155021"/>
                <a:gd name="connsiteX11" fmla="*/ 126641 w 277332"/>
                <a:gd name="connsiteY11" fmla="*/ 128456 h 155021"/>
                <a:gd name="connsiteX12" fmla="*/ 98943 w 277332"/>
                <a:gd name="connsiteY12" fmla="*/ 144238 h 155021"/>
                <a:gd name="connsiteX13" fmla="*/ 98943 w 277332"/>
                <a:gd name="connsiteY13" fmla="*/ 155111 h 155021"/>
                <a:gd name="connsiteX14" fmla="*/ 139069 w 277332"/>
                <a:gd name="connsiteY14" fmla="*/ 154059 h 155021"/>
                <a:gd name="connsiteX15" fmla="*/ 178840 w 277332"/>
                <a:gd name="connsiteY15" fmla="*/ 155111 h 155021"/>
                <a:gd name="connsiteX16" fmla="*/ 178840 w 277332"/>
                <a:gd name="connsiteY16" fmla="*/ 144238 h 155021"/>
                <a:gd name="connsiteX17" fmla="*/ 151143 w 277332"/>
                <a:gd name="connsiteY17" fmla="*/ 128456 h 155021"/>
                <a:gd name="connsiteX18" fmla="*/ 151143 w 277332"/>
                <a:gd name="connsiteY18" fmla="*/ 63922 h 155021"/>
                <a:gd name="connsiteX19" fmla="*/ 199081 w 277332"/>
                <a:gd name="connsiteY19" fmla="*/ 7805 h 155021"/>
                <a:gd name="connsiteX20" fmla="*/ 225358 w 277332"/>
                <a:gd name="connsiteY20" fmla="*/ 46736 h 155021"/>
                <a:gd name="connsiteX21" fmla="*/ 225358 w 277332"/>
                <a:gd name="connsiteY21" fmla="*/ 128456 h 155021"/>
                <a:gd name="connsiteX22" fmla="*/ 197661 w 277332"/>
                <a:gd name="connsiteY22" fmla="*/ 144238 h 155021"/>
                <a:gd name="connsiteX23" fmla="*/ 197661 w 277332"/>
                <a:gd name="connsiteY23" fmla="*/ 155111 h 155021"/>
                <a:gd name="connsiteX24" fmla="*/ 237787 w 277332"/>
                <a:gd name="connsiteY24" fmla="*/ 154059 h 155021"/>
                <a:gd name="connsiteX25" fmla="*/ 277558 w 277332"/>
                <a:gd name="connsiteY25" fmla="*/ 155111 h 155021"/>
                <a:gd name="connsiteX26" fmla="*/ 277558 w 277332"/>
                <a:gd name="connsiteY26" fmla="*/ 144238 h 155021"/>
                <a:gd name="connsiteX27" fmla="*/ 249860 w 277332"/>
                <a:gd name="connsiteY27" fmla="*/ 133716 h 155021"/>
                <a:gd name="connsiteX28" fmla="*/ 249860 w 277332"/>
                <a:gd name="connsiteY28" fmla="*/ 66727 h 155021"/>
                <a:gd name="connsiteX29" fmla="*/ 238852 w 277332"/>
                <a:gd name="connsiteY29" fmla="*/ 13066 h 155021"/>
                <a:gd name="connsiteX30" fmla="*/ 201567 w 277332"/>
                <a:gd name="connsiteY30" fmla="*/ 89 h 155021"/>
                <a:gd name="connsiteX31" fmla="*/ 150077 w 277332"/>
                <a:gd name="connsiteY31" fmla="*/ 34460 h 155021"/>
                <a:gd name="connsiteX32" fmla="*/ 102849 w 277332"/>
                <a:gd name="connsiteY32" fmla="*/ 89 h 155021"/>
                <a:gd name="connsiteX33" fmla="*/ 50295 w 277332"/>
                <a:gd name="connsiteY33" fmla="*/ 36915 h 155021"/>
                <a:gd name="connsiteX34" fmla="*/ 50295 w 277332"/>
                <a:gd name="connsiteY34" fmla="*/ 89 h 155021"/>
                <a:gd name="connsiteX35" fmla="*/ 226 w 277332"/>
                <a:gd name="connsiteY35" fmla="*/ 3947 h 155021"/>
                <a:gd name="connsiteX36" fmla="*/ 226 w 277332"/>
                <a:gd name="connsiteY36" fmla="*/ 14820 h 155021"/>
                <a:gd name="connsiteX37" fmla="*/ 27923 w 277332"/>
                <a:gd name="connsiteY37" fmla="*/ 34460 h 15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7332" h="155021">
                  <a:moveTo>
                    <a:pt x="27923" y="34460"/>
                  </a:moveTo>
                  <a:lnTo>
                    <a:pt x="27923" y="128456"/>
                  </a:lnTo>
                  <a:cubicBezTo>
                    <a:pt x="27923" y="144238"/>
                    <a:pt x="24017" y="144238"/>
                    <a:pt x="226" y="144238"/>
                  </a:cubicBezTo>
                  <a:lnTo>
                    <a:pt x="226" y="155111"/>
                  </a:lnTo>
                  <a:cubicBezTo>
                    <a:pt x="12654" y="154760"/>
                    <a:pt x="30764" y="154059"/>
                    <a:pt x="40352" y="154059"/>
                  </a:cubicBezTo>
                  <a:cubicBezTo>
                    <a:pt x="49584" y="154059"/>
                    <a:pt x="68050" y="154760"/>
                    <a:pt x="80123" y="155111"/>
                  </a:cubicBezTo>
                  <a:lnTo>
                    <a:pt x="80123" y="144238"/>
                  </a:lnTo>
                  <a:cubicBezTo>
                    <a:pt x="56331" y="144238"/>
                    <a:pt x="52425" y="144238"/>
                    <a:pt x="52425" y="128456"/>
                  </a:cubicBezTo>
                  <a:lnTo>
                    <a:pt x="52425" y="63922"/>
                  </a:lnTo>
                  <a:cubicBezTo>
                    <a:pt x="52425" y="27446"/>
                    <a:pt x="77637" y="7805"/>
                    <a:pt x="100364" y="7805"/>
                  </a:cubicBezTo>
                  <a:cubicBezTo>
                    <a:pt x="122735" y="7805"/>
                    <a:pt x="126641" y="26744"/>
                    <a:pt x="126641" y="46736"/>
                  </a:cubicBezTo>
                  <a:lnTo>
                    <a:pt x="126641" y="128456"/>
                  </a:lnTo>
                  <a:cubicBezTo>
                    <a:pt x="126641" y="144238"/>
                    <a:pt x="122735" y="144238"/>
                    <a:pt x="98943" y="144238"/>
                  </a:cubicBezTo>
                  <a:lnTo>
                    <a:pt x="98943" y="155111"/>
                  </a:lnTo>
                  <a:cubicBezTo>
                    <a:pt x="111372" y="154760"/>
                    <a:pt x="129482" y="154059"/>
                    <a:pt x="139069" y="154059"/>
                  </a:cubicBezTo>
                  <a:cubicBezTo>
                    <a:pt x="148302" y="154059"/>
                    <a:pt x="166767" y="154760"/>
                    <a:pt x="178840" y="155111"/>
                  </a:cubicBezTo>
                  <a:lnTo>
                    <a:pt x="178840" y="144238"/>
                  </a:lnTo>
                  <a:cubicBezTo>
                    <a:pt x="155049" y="144238"/>
                    <a:pt x="151143" y="144238"/>
                    <a:pt x="151143" y="128456"/>
                  </a:cubicBezTo>
                  <a:lnTo>
                    <a:pt x="151143" y="63922"/>
                  </a:lnTo>
                  <a:cubicBezTo>
                    <a:pt x="151143" y="27446"/>
                    <a:pt x="176355" y="7805"/>
                    <a:pt x="199081" y="7805"/>
                  </a:cubicBezTo>
                  <a:cubicBezTo>
                    <a:pt x="221452" y="7805"/>
                    <a:pt x="225358" y="26744"/>
                    <a:pt x="225358" y="46736"/>
                  </a:cubicBezTo>
                  <a:lnTo>
                    <a:pt x="225358" y="128456"/>
                  </a:lnTo>
                  <a:cubicBezTo>
                    <a:pt x="225358" y="144238"/>
                    <a:pt x="221452" y="144238"/>
                    <a:pt x="197661" y="144238"/>
                  </a:cubicBezTo>
                  <a:lnTo>
                    <a:pt x="197661" y="155111"/>
                  </a:lnTo>
                  <a:cubicBezTo>
                    <a:pt x="210089" y="154760"/>
                    <a:pt x="228199" y="154059"/>
                    <a:pt x="237787" y="154059"/>
                  </a:cubicBezTo>
                  <a:cubicBezTo>
                    <a:pt x="247020" y="154059"/>
                    <a:pt x="265485" y="154760"/>
                    <a:pt x="277558" y="155111"/>
                  </a:cubicBezTo>
                  <a:lnTo>
                    <a:pt x="277558" y="144238"/>
                  </a:lnTo>
                  <a:cubicBezTo>
                    <a:pt x="259093" y="144238"/>
                    <a:pt x="250215" y="144238"/>
                    <a:pt x="249860" y="133716"/>
                  </a:cubicBezTo>
                  <a:lnTo>
                    <a:pt x="249860" y="66727"/>
                  </a:lnTo>
                  <a:cubicBezTo>
                    <a:pt x="249860" y="36565"/>
                    <a:pt x="249860" y="25692"/>
                    <a:pt x="238852" y="13066"/>
                  </a:cubicBezTo>
                  <a:cubicBezTo>
                    <a:pt x="233881" y="7103"/>
                    <a:pt x="222163" y="89"/>
                    <a:pt x="201567" y="89"/>
                  </a:cubicBezTo>
                  <a:cubicBezTo>
                    <a:pt x="171739" y="89"/>
                    <a:pt x="156114" y="21133"/>
                    <a:pt x="150077" y="34460"/>
                  </a:cubicBezTo>
                  <a:cubicBezTo>
                    <a:pt x="145106" y="3947"/>
                    <a:pt x="118829" y="89"/>
                    <a:pt x="102849" y="89"/>
                  </a:cubicBezTo>
                  <a:cubicBezTo>
                    <a:pt x="76927" y="89"/>
                    <a:pt x="60237" y="15170"/>
                    <a:pt x="50295" y="36915"/>
                  </a:cubicBezTo>
                  <a:lnTo>
                    <a:pt x="50295" y="89"/>
                  </a:lnTo>
                  <a:lnTo>
                    <a:pt x="226" y="3947"/>
                  </a:lnTo>
                  <a:lnTo>
                    <a:pt x="226" y="14820"/>
                  </a:lnTo>
                  <a:cubicBezTo>
                    <a:pt x="25083" y="14820"/>
                    <a:pt x="27923" y="17275"/>
                    <a:pt x="27923" y="3446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641FBF6-A6B7-AB18-B6AC-6212A355A073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1886755" y="4849025"/>
              <a:ext cx="160149" cy="160984"/>
            </a:xfrm>
            <a:custGeom>
              <a:avLst/>
              <a:gdLst>
                <a:gd name="connsiteX0" fmla="*/ 103568 w 160149"/>
                <a:gd name="connsiteY0" fmla="*/ 130560 h 160984"/>
                <a:gd name="connsiteX1" fmla="*/ 131265 w 160149"/>
                <a:gd name="connsiteY1" fmla="*/ 159320 h 160984"/>
                <a:gd name="connsiteX2" fmla="*/ 160384 w 160149"/>
                <a:gd name="connsiteY2" fmla="*/ 126000 h 160984"/>
                <a:gd name="connsiteX3" fmla="*/ 160384 w 160149"/>
                <a:gd name="connsiteY3" fmla="*/ 106360 h 160984"/>
                <a:gd name="connsiteX4" fmla="*/ 151506 w 160149"/>
                <a:gd name="connsiteY4" fmla="*/ 106360 h 160984"/>
                <a:gd name="connsiteX5" fmla="*/ 151506 w 160149"/>
                <a:gd name="connsiteY5" fmla="*/ 126000 h 160984"/>
                <a:gd name="connsiteX6" fmla="*/ 138723 w 160149"/>
                <a:gd name="connsiteY6" fmla="*/ 148447 h 160984"/>
                <a:gd name="connsiteX7" fmla="*/ 125584 w 160149"/>
                <a:gd name="connsiteY7" fmla="*/ 130911 h 160984"/>
                <a:gd name="connsiteX8" fmla="*/ 125584 w 160149"/>
                <a:gd name="connsiteY8" fmla="*/ 60765 h 160984"/>
                <a:gd name="connsiteX9" fmla="*/ 112800 w 160149"/>
                <a:gd name="connsiteY9" fmla="*/ 19379 h 160984"/>
                <a:gd name="connsiteX10" fmla="*/ 64152 w 160149"/>
                <a:gd name="connsiteY10" fmla="*/ 89 h 160984"/>
                <a:gd name="connsiteX11" fmla="*/ 10532 w 160149"/>
                <a:gd name="connsiteY11" fmla="*/ 39721 h 160984"/>
                <a:gd name="connsiteX12" fmla="*/ 26866 w 160149"/>
                <a:gd name="connsiteY12" fmla="*/ 56205 h 160984"/>
                <a:gd name="connsiteX13" fmla="*/ 43201 w 160149"/>
                <a:gd name="connsiteY13" fmla="*/ 40072 h 160984"/>
                <a:gd name="connsiteX14" fmla="*/ 25091 w 160149"/>
                <a:gd name="connsiteY14" fmla="*/ 23938 h 160984"/>
                <a:gd name="connsiteX15" fmla="*/ 63442 w 160149"/>
                <a:gd name="connsiteY15" fmla="*/ 7805 h 160984"/>
                <a:gd name="connsiteX16" fmla="*/ 101082 w 160149"/>
                <a:gd name="connsiteY16" fmla="*/ 52698 h 160984"/>
                <a:gd name="connsiteX17" fmla="*/ 101082 w 160149"/>
                <a:gd name="connsiteY17" fmla="*/ 65675 h 160984"/>
                <a:gd name="connsiteX18" fmla="*/ 35744 w 160149"/>
                <a:gd name="connsiteY18" fmla="*/ 78301 h 160984"/>
                <a:gd name="connsiteX19" fmla="*/ 234 w 160149"/>
                <a:gd name="connsiteY19" fmla="*/ 123896 h 160984"/>
                <a:gd name="connsiteX20" fmla="*/ 57050 w 160149"/>
                <a:gd name="connsiteY20" fmla="*/ 161073 h 160984"/>
                <a:gd name="connsiteX21" fmla="*/ 103568 w 160149"/>
                <a:gd name="connsiteY21" fmla="*/ 130560 h 160984"/>
                <a:gd name="connsiteX22" fmla="*/ 101082 w 160149"/>
                <a:gd name="connsiteY22" fmla="*/ 73040 h 160984"/>
                <a:gd name="connsiteX23" fmla="*/ 101082 w 160149"/>
                <a:gd name="connsiteY23" fmla="*/ 108113 h 160984"/>
                <a:gd name="connsiteX24" fmla="*/ 59535 w 160149"/>
                <a:gd name="connsiteY24" fmla="*/ 153357 h 160984"/>
                <a:gd name="connsiteX25" fmla="*/ 27577 w 160149"/>
                <a:gd name="connsiteY25" fmla="*/ 123545 h 160984"/>
                <a:gd name="connsiteX26" fmla="*/ 101082 w 160149"/>
                <a:gd name="connsiteY26" fmla="*/ 73040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0149" h="160984">
                  <a:moveTo>
                    <a:pt x="103568" y="130560"/>
                  </a:moveTo>
                  <a:cubicBezTo>
                    <a:pt x="104988" y="144589"/>
                    <a:pt x="114576" y="159320"/>
                    <a:pt x="131265" y="159320"/>
                  </a:cubicBezTo>
                  <a:cubicBezTo>
                    <a:pt x="138723" y="159320"/>
                    <a:pt x="160384" y="154409"/>
                    <a:pt x="160384" y="126000"/>
                  </a:cubicBezTo>
                  <a:lnTo>
                    <a:pt x="160384" y="106360"/>
                  </a:lnTo>
                  <a:lnTo>
                    <a:pt x="151506" y="106360"/>
                  </a:lnTo>
                  <a:lnTo>
                    <a:pt x="151506" y="126000"/>
                  </a:lnTo>
                  <a:cubicBezTo>
                    <a:pt x="151506" y="146343"/>
                    <a:pt x="142629" y="148447"/>
                    <a:pt x="138723" y="148447"/>
                  </a:cubicBezTo>
                  <a:cubicBezTo>
                    <a:pt x="127004" y="148447"/>
                    <a:pt x="125584" y="132664"/>
                    <a:pt x="125584" y="130911"/>
                  </a:cubicBezTo>
                  <a:lnTo>
                    <a:pt x="125584" y="60765"/>
                  </a:lnTo>
                  <a:cubicBezTo>
                    <a:pt x="125584" y="46034"/>
                    <a:pt x="125584" y="32356"/>
                    <a:pt x="112800" y="19379"/>
                  </a:cubicBezTo>
                  <a:cubicBezTo>
                    <a:pt x="98951" y="5701"/>
                    <a:pt x="81196" y="89"/>
                    <a:pt x="64152" y="89"/>
                  </a:cubicBezTo>
                  <a:cubicBezTo>
                    <a:pt x="35034" y="89"/>
                    <a:pt x="10532" y="16573"/>
                    <a:pt x="10532" y="39721"/>
                  </a:cubicBezTo>
                  <a:cubicBezTo>
                    <a:pt x="10532" y="50243"/>
                    <a:pt x="17634" y="56205"/>
                    <a:pt x="26866" y="56205"/>
                  </a:cubicBezTo>
                  <a:cubicBezTo>
                    <a:pt x="36809" y="56205"/>
                    <a:pt x="43201" y="49191"/>
                    <a:pt x="43201" y="40072"/>
                  </a:cubicBezTo>
                  <a:cubicBezTo>
                    <a:pt x="43201" y="35863"/>
                    <a:pt x="41425" y="24289"/>
                    <a:pt x="25091" y="23938"/>
                  </a:cubicBezTo>
                  <a:cubicBezTo>
                    <a:pt x="34678" y="11663"/>
                    <a:pt x="52078" y="7805"/>
                    <a:pt x="63442" y="7805"/>
                  </a:cubicBezTo>
                  <a:cubicBezTo>
                    <a:pt x="80841" y="7805"/>
                    <a:pt x="101082" y="21483"/>
                    <a:pt x="101082" y="52698"/>
                  </a:cubicBezTo>
                  <a:lnTo>
                    <a:pt x="101082" y="65675"/>
                  </a:lnTo>
                  <a:cubicBezTo>
                    <a:pt x="82972" y="66727"/>
                    <a:pt x="58115" y="67780"/>
                    <a:pt x="35744" y="78301"/>
                  </a:cubicBezTo>
                  <a:cubicBezTo>
                    <a:pt x="9111" y="90226"/>
                    <a:pt x="234" y="108464"/>
                    <a:pt x="234" y="123896"/>
                  </a:cubicBezTo>
                  <a:cubicBezTo>
                    <a:pt x="234" y="152305"/>
                    <a:pt x="34678" y="161073"/>
                    <a:pt x="57050" y="161073"/>
                  </a:cubicBezTo>
                  <a:cubicBezTo>
                    <a:pt x="80486" y="161073"/>
                    <a:pt x="96821" y="147044"/>
                    <a:pt x="103568" y="130560"/>
                  </a:cubicBezTo>
                  <a:close/>
                  <a:moveTo>
                    <a:pt x="101082" y="73040"/>
                  </a:moveTo>
                  <a:lnTo>
                    <a:pt x="101082" y="108113"/>
                  </a:lnTo>
                  <a:cubicBezTo>
                    <a:pt x="101082" y="141432"/>
                    <a:pt x="75515" y="153357"/>
                    <a:pt x="59535" y="153357"/>
                  </a:cubicBezTo>
                  <a:cubicBezTo>
                    <a:pt x="42136" y="153357"/>
                    <a:pt x="27577" y="141082"/>
                    <a:pt x="27577" y="123545"/>
                  </a:cubicBezTo>
                  <a:cubicBezTo>
                    <a:pt x="27577" y="104255"/>
                    <a:pt x="42491" y="75145"/>
                    <a:pt x="101082" y="7304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4869B51-A099-726F-7423-71DF093B6901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2053652" y="4854987"/>
              <a:ext cx="178969" cy="151163"/>
            </a:xfrm>
            <a:custGeom>
              <a:avLst/>
              <a:gdLst>
                <a:gd name="connsiteX0" fmla="*/ 97891 w 178969"/>
                <a:gd name="connsiteY0" fmla="*/ 68832 h 151163"/>
                <a:gd name="connsiteX1" fmla="*/ 130560 w 178969"/>
                <a:gd name="connsiteY1" fmla="*/ 29199 h 151163"/>
                <a:gd name="connsiteX2" fmla="*/ 172817 w 178969"/>
                <a:gd name="connsiteY2" fmla="*/ 10962 h 151163"/>
                <a:gd name="connsiteX3" fmla="*/ 172817 w 178969"/>
                <a:gd name="connsiteY3" fmla="*/ 89 h 151163"/>
                <a:gd name="connsiteX4" fmla="*/ 143699 w 178969"/>
                <a:gd name="connsiteY4" fmla="*/ 1141 h 151163"/>
                <a:gd name="connsiteX5" fmla="*/ 109609 w 178969"/>
                <a:gd name="connsiteY5" fmla="*/ 89 h 151163"/>
                <a:gd name="connsiteX6" fmla="*/ 109609 w 178969"/>
                <a:gd name="connsiteY6" fmla="*/ 10962 h 151163"/>
                <a:gd name="connsiteX7" fmla="*/ 119907 w 178969"/>
                <a:gd name="connsiteY7" fmla="*/ 21834 h 151163"/>
                <a:gd name="connsiteX8" fmla="*/ 114581 w 178969"/>
                <a:gd name="connsiteY8" fmla="*/ 34110 h 151163"/>
                <a:gd name="connsiteX9" fmla="*/ 92565 w 178969"/>
                <a:gd name="connsiteY9" fmla="*/ 61466 h 151163"/>
                <a:gd name="connsiteX10" fmla="*/ 64867 w 178969"/>
                <a:gd name="connsiteY10" fmla="*/ 26043 h 151163"/>
                <a:gd name="connsiteX11" fmla="*/ 61671 w 178969"/>
                <a:gd name="connsiteY11" fmla="*/ 19730 h 151163"/>
                <a:gd name="connsiteX12" fmla="*/ 74099 w 178969"/>
                <a:gd name="connsiteY12" fmla="*/ 10962 h 151163"/>
                <a:gd name="connsiteX13" fmla="*/ 74099 w 178969"/>
                <a:gd name="connsiteY13" fmla="*/ 89 h 151163"/>
                <a:gd name="connsiteX14" fmla="*/ 35749 w 178969"/>
                <a:gd name="connsiteY14" fmla="*/ 1141 h 151163"/>
                <a:gd name="connsiteX15" fmla="*/ 2014 w 178969"/>
                <a:gd name="connsiteY15" fmla="*/ 89 h 151163"/>
                <a:gd name="connsiteX16" fmla="*/ 2014 w 178969"/>
                <a:gd name="connsiteY16" fmla="*/ 10962 h 151163"/>
                <a:gd name="connsiteX17" fmla="*/ 43916 w 178969"/>
                <a:gd name="connsiteY17" fmla="*/ 32356 h 151163"/>
                <a:gd name="connsiteX18" fmla="*/ 79071 w 178969"/>
                <a:gd name="connsiteY18" fmla="*/ 77600 h 151163"/>
                <a:gd name="connsiteX19" fmla="*/ 45692 w 178969"/>
                <a:gd name="connsiteY19" fmla="*/ 119337 h 151163"/>
                <a:gd name="connsiteX20" fmla="*/ 239 w 178969"/>
                <a:gd name="connsiteY20" fmla="*/ 140380 h 151163"/>
                <a:gd name="connsiteX21" fmla="*/ 239 w 178969"/>
                <a:gd name="connsiteY21" fmla="*/ 151253 h 151163"/>
                <a:gd name="connsiteX22" fmla="*/ 29712 w 178969"/>
                <a:gd name="connsiteY22" fmla="*/ 150201 h 151163"/>
                <a:gd name="connsiteX23" fmla="*/ 63447 w 178969"/>
                <a:gd name="connsiteY23" fmla="*/ 151253 h 151163"/>
                <a:gd name="connsiteX24" fmla="*/ 63447 w 178969"/>
                <a:gd name="connsiteY24" fmla="*/ 140380 h 151163"/>
                <a:gd name="connsiteX25" fmla="*/ 53149 w 178969"/>
                <a:gd name="connsiteY25" fmla="*/ 129508 h 151163"/>
                <a:gd name="connsiteX26" fmla="*/ 85108 w 178969"/>
                <a:gd name="connsiteY26" fmla="*/ 84965 h 151163"/>
                <a:gd name="connsiteX27" fmla="*/ 112095 w 178969"/>
                <a:gd name="connsiteY27" fmla="*/ 120038 h 151163"/>
                <a:gd name="connsiteX28" fmla="*/ 119552 w 178969"/>
                <a:gd name="connsiteY28" fmla="*/ 131612 h 151163"/>
                <a:gd name="connsiteX29" fmla="*/ 106769 w 178969"/>
                <a:gd name="connsiteY29" fmla="*/ 140380 h 151163"/>
                <a:gd name="connsiteX30" fmla="*/ 106769 w 178969"/>
                <a:gd name="connsiteY30" fmla="*/ 151253 h 151163"/>
                <a:gd name="connsiteX31" fmla="*/ 145119 w 178969"/>
                <a:gd name="connsiteY31" fmla="*/ 150201 h 151163"/>
                <a:gd name="connsiteX32" fmla="*/ 179209 w 178969"/>
                <a:gd name="connsiteY32" fmla="*/ 151253 h 151163"/>
                <a:gd name="connsiteX33" fmla="*/ 179209 w 178969"/>
                <a:gd name="connsiteY33" fmla="*/ 140380 h 151163"/>
                <a:gd name="connsiteX34" fmla="*/ 145474 w 178969"/>
                <a:gd name="connsiteY34" fmla="*/ 129508 h 151163"/>
                <a:gd name="connsiteX35" fmla="*/ 97891 w 178969"/>
                <a:gd name="connsiteY35" fmla="*/ 68832 h 151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969" h="151163">
                  <a:moveTo>
                    <a:pt x="97891" y="68832"/>
                  </a:moveTo>
                  <a:cubicBezTo>
                    <a:pt x="108544" y="55504"/>
                    <a:pt x="122038" y="38318"/>
                    <a:pt x="130560" y="29199"/>
                  </a:cubicBezTo>
                  <a:cubicBezTo>
                    <a:pt x="141568" y="16573"/>
                    <a:pt x="156127" y="11312"/>
                    <a:pt x="172817" y="10962"/>
                  </a:cubicBezTo>
                  <a:lnTo>
                    <a:pt x="172817" y="89"/>
                  </a:lnTo>
                  <a:cubicBezTo>
                    <a:pt x="163584" y="790"/>
                    <a:pt x="152932" y="1141"/>
                    <a:pt x="143699" y="1141"/>
                  </a:cubicBezTo>
                  <a:cubicBezTo>
                    <a:pt x="133046" y="1141"/>
                    <a:pt x="114226" y="440"/>
                    <a:pt x="109609" y="89"/>
                  </a:cubicBezTo>
                  <a:lnTo>
                    <a:pt x="109609" y="10962"/>
                  </a:lnTo>
                  <a:cubicBezTo>
                    <a:pt x="117066" y="11663"/>
                    <a:pt x="119907" y="16222"/>
                    <a:pt x="119907" y="21834"/>
                  </a:cubicBezTo>
                  <a:cubicBezTo>
                    <a:pt x="119907" y="27446"/>
                    <a:pt x="116356" y="32005"/>
                    <a:pt x="114581" y="34110"/>
                  </a:cubicBezTo>
                  <a:lnTo>
                    <a:pt x="92565" y="61466"/>
                  </a:lnTo>
                  <a:lnTo>
                    <a:pt x="64867" y="26043"/>
                  </a:lnTo>
                  <a:cubicBezTo>
                    <a:pt x="61671" y="22536"/>
                    <a:pt x="61671" y="21834"/>
                    <a:pt x="61671" y="19730"/>
                  </a:cubicBezTo>
                  <a:cubicBezTo>
                    <a:pt x="61671" y="14469"/>
                    <a:pt x="66997" y="11312"/>
                    <a:pt x="74099" y="10962"/>
                  </a:cubicBezTo>
                  <a:lnTo>
                    <a:pt x="74099" y="89"/>
                  </a:lnTo>
                  <a:cubicBezTo>
                    <a:pt x="64867" y="440"/>
                    <a:pt x="41430" y="1141"/>
                    <a:pt x="35749" y="1141"/>
                  </a:cubicBezTo>
                  <a:cubicBezTo>
                    <a:pt x="28292" y="1141"/>
                    <a:pt x="11602" y="790"/>
                    <a:pt x="2014" y="89"/>
                  </a:cubicBezTo>
                  <a:lnTo>
                    <a:pt x="2014" y="10962"/>
                  </a:lnTo>
                  <a:cubicBezTo>
                    <a:pt x="26871" y="10962"/>
                    <a:pt x="27226" y="11312"/>
                    <a:pt x="43916" y="32356"/>
                  </a:cubicBezTo>
                  <a:lnTo>
                    <a:pt x="79071" y="77600"/>
                  </a:lnTo>
                  <a:lnTo>
                    <a:pt x="45692" y="119337"/>
                  </a:lnTo>
                  <a:cubicBezTo>
                    <a:pt x="28647" y="139679"/>
                    <a:pt x="7696" y="140380"/>
                    <a:pt x="239" y="140380"/>
                  </a:cubicBezTo>
                  <a:lnTo>
                    <a:pt x="239" y="151253"/>
                  </a:lnTo>
                  <a:cubicBezTo>
                    <a:pt x="9471" y="150551"/>
                    <a:pt x="20479" y="150201"/>
                    <a:pt x="29712" y="150201"/>
                  </a:cubicBezTo>
                  <a:cubicBezTo>
                    <a:pt x="40010" y="150201"/>
                    <a:pt x="54924" y="150902"/>
                    <a:pt x="63447" y="151253"/>
                  </a:cubicBezTo>
                  <a:lnTo>
                    <a:pt x="63447" y="140380"/>
                  </a:lnTo>
                  <a:cubicBezTo>
                    <a:pt x="55634" y="139328"/>
                    <a:pt x="53149" y="134769"/>
                    <a:pt x="53149" y="129508"/>
                  </a:cubicBezTo>
                  <a:cubicBezTo>
                    <a:pt x="53149" y="121792"/>
                    <a:pt x="63447" y="110218"/>
                    <a:pt x="85108" y="84965"/>
                  </a:cubicBezTo>
                  <a:lnTo>
                    <a:pt x="112095" y="120038"/>
                  </a:lnTo>
                  <a:cubicBezTo>
                    <a:pt x="114936" y="123896"/>
                    <a:pt x="119552" y="129508"/>
                    <a:pt x="119552" y="131612"/>
                  </a:cubicBezTo>
                  <a:cubicBezTo>
                    <a:pt x="119552" y="134769"/>
                    <a:pt x="116356" y="140030"/>
                    <a:pt x="106769" y="140380"/>
                  </a:cubicBezTo>
                  <a:lnTo>
                    <a:pt x="106769" y="151253"/>
                  </a:lnTo>
                  <a:cubicBezTo>
                    <a:pt x="117422" y="150902"/>
                    <a:pt x="137307" y="150201"/>
                    <a:pt x="145119" y="150201"/>
                  </a:cubicBezTo>
                  <a:cubicBezTo>
                    <a:pt x="154707" y="150201"/>
                    <a:pt x="168556" y="150551"/>
                    <a:pt x="179209" y="151253"/>
                  </a:cubicBezTo>
                  <a:lnTo>
                    <a:pt x="179209" y="140380"/>
                  </a:lnTo>
                  <a:cubicBezTo>
                    <a:pt x="160034" y="140380"/>
                    <a:pt x="153642" y="139679"/>
                    <a:pt x="145474" y="129508"/>
                  </a:cubicBezTo>
                  <a:lnTo>
                    <a:pt x="97891" y="68832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0BE7920-0F5F-6147-45F6-D08F833B5376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2369847" y="4497590"/>
              <a:ext cx="174708" cy="841397"/>
            </a:xfrm>
            <a:custGeom>
              <a:avLst/>
              <a:gdLst>
                <a:gd name="connsiteX0" fmla="*/ 174955 w 174708"/>
                <a:gd name="connsiteY0" fmla="*/ 837965 h 841397"/>
                <a:gd name="connsiteX1" fmla="*/ 173534 w 174708"/>
                <a:gd name="connsiteY1" fmla="*/ 834808 h 841397"/>
                <a:gd name="connsiteX2" fmla="*/ 112812 w 174708"/>
                <a:gd name="connsiteY2" fmla="*/ 760454 h 841397"/>
                <a:gd name="connsiteX3" fmla="*/ 29719 w 174708"/>
                <a:gd name="connsiteY3" fmla="*/ 420949 h 841397"/>
                <a:gd name="connsiteX4" fmla="*/ 101094 w 174708"/>
                <a:gd name="connsiteY4" fmla="*/ 100383 h 841397"/>
                <a:gd name="connsiteX5" fmla="*/ 173889 w 174708"/>
                <a:gd name="connsiteY5" fmla="*/ 6388 h 841397"/>
                <a:gd name="connsiteX6" fmla="*/ 174955 w 174708"/>
                <a:gd name="connsiteY6" fmla="*/ 3582 h 841397"/>
                <a:gd name="connsiteX7" fmla="*/ 167498 w 174708"/>
                <a:gd name="connsiteY7" fmla="*/ 75 h 841397"/>
                <a:gd name="connsiteX8" fmla="*/ 156489 w 174708"/>
                <a:gd name="connsiteY8" fmla="*/ 5336 h 841397"/>
                <a:gd name="connsiteX9" fmla="*/ 246 w 174708"/>
                <a:gd name="connsiteY9" fmla="*/ 420598 h 841397"/>
                <a:gd name="connsiteX10" fmla="*/ 122400 w 174708"/>
                <a:gd name="connsiteY10" fmla="*/ 802191 h 841397"/>
                <a:gd name="connsiteX11" fmla="*/ 157555 w 174708"/>
                <a:gd name="connsiteY11" fmla="*/ 837264 h 841397"/>
                <a:gd name="connsiteX12" fmla="*/ 167498 w 174708"/>
                <a:gd name="connsiteY12" fmla="*/ 841472 h 841397"/>
                <a:gd name="connsiteX13" fmla="*/ 174955 w 174708"/>
                <a:gd name="connsiteY13" fmla="*/ 837965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55" y="837965"/>
                  </a:moveTo>
                  <a:cubicBezTo>
                    <a:pt x="174955" y="836562"/>
                    <a:pt x="174244" y="835861"/>
                    <a:pt x="173534" y="834808"/>
                  </a:cubicBezTo>
                  <a:cubicBezTo>
                    <a:pt x="160396" y="821831"/>
                    <a:pt x="136604" y="798333"/>
                    <a:pt x="112812" y="760454"/>
                  </a:cubicBezTo>
                  <a:cubicBezTo>
                    <a:pt x="55641" y="669966"/>
                    <a:pt x="29719" y="555979"/>
                    <a:pt x="29719" y="420949"/>
                  </a:cubicBezTo>
                  <a:cubicBezTo>
                    <a:pt x="29719" y="326603"/>
                    <a:pt x="42503" y="204900"/>
                    <a:pt x="101094" y="100383"/>
                  </a:cubicBezTo>
                  <a:cubicBezTo>
                    <a:pt x="129147" y="50580"/>
                    <a:pt x="158265" y="21820"/>
                    <a:pt x="173889" y="6388"/>
                  </a:cubicBezTo>
                  <a:cubicBezTo>
                    <a:pt x="174955" y="5336"/>
                    <a:pt x="174955" y="4634"/>
                    <a:pt x="174955" y="3582"/>
                  </a:cubicBezTo>
                  <a:cubicBezTo>
                    <a:pt x="174955" y="75"/>
                    <a:pt x="172469" y="75"/>
                    <a:pt x="167498" y="75"/>
                  </a:cubicBezTo>
                  <a:cubicBezTo>
                    <a:pt x="162526" y="75"/>
                    <a:pt x="161816" y="75"/>
                    <a:pt x="156489" y="5336"/>
                  </a:cubicBezTo>
                  <a:cubicBezTo>
                    <a:pt x="37531" y="112308"/>
                    <a:pt x="246" y="272942"/>
                    <a:pt x="246" y="420598"/>
                  </a:cubicBezTo>
                  <a:cubicBezTo>
                    <a:pt x="246" y="558434"/>
                    <a:pt x="32205" y="697323"/>
                    <a:pt x="122400" y="802191"/>
                  </a:cubicBezTo>
                  <a:cubicBezTo>
                    <a:pt x="129502" y="810257"/>
                    <a:pt x="142996" y="824637"/>
                    <a:pt x="157555" y="837264"/>
                  </a:cubicBezTo>
                  <a:cubicBezTo>
                    <a:pt x="161816" y="841472"/>
                    <a:pt x="162526" y="841472"/>
                    <a:pt x="167498" y="841472"/>
                  </a:cubicBezTo>
                  <a:cubicBezTo>
                    <a:pt x="172469" y="841472"/>
                    <a:pt x="174955" y="841472"/>
                    <a:pt x="174955" y="83796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E668E38-8605-2BC0-89DF-3540B8CC616D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2613841" y="4528281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794C902-CD66-9869-6539-9BD59E14F0D7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2939213" y="4471220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EBD04B22-0B16-543C-D0AA-EFE1AA2C631A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3182492" y="4524423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3AC206A6-1FD5-7613-9C02-BE9337D7C7EF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2599992" y="4911454"/>
              <a:ext cx="866537" cy="14028"/>
            </a:xfrm>
            <a:custGeom>
              <a:avLst/>
              <a:gdLst>
                <a:gd name="connsiteX0" fmla="*/ 0 w 866537"/>
                <a:gd name="connsiteY0" fmla="*/ 0 h 14028"/>
                <a:gd name="connsiteX1" fmla="*/ 866538 w 866537"/>
                <a:gd name="connsiteY1" fmla="*/ 0 h 14028"/>
                <a:gd name="connsiteX2" fmla="*/ 866538 w 866537"/>
                <a:gd name="connsiteY2" fmla="*/ 14028 h 14028"/>
                <a:gd name="connsiteX3" fmla="*/ 0 w 866537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6537" h="14028">
                  <a:moveTo>
                    <a:pt x="0" y="0"/>
                  </a:moveTo>
                  <a:lnTo>
                    <a:pt x="866538" y="0"/>
                  </a:lnTo>
                  <a:lnTo>
                    <a:pt x="866538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6A91943-5D64-CBE9-5D66-982FA74D4E29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2739162" y="4981596"/>
              <a:ext cx="276977" cy="350728"/>
            </a:xfrm>
            <a:custGeom>
              <a:avLst/>
              <a:gdLst>
                <a:gd name="connsiteX0" fmla="*/ 112469 w 276977"/>
                <a:gd name="connsiteY0" fmla="*/ 313991 h 350728"/>
                <a:gd name="connsiteX1" fmla="*/ 49971 w 276977"/>
                <a:gd name="connsiteY1" fmla="*/ 177557 h 350728"/>
                <a:gd name="connsiteX2" fmla="*/ 44645 w 276977"/>
                <a:gd name="connsiteY2" fmla="*/ 171946 h 350728"/>
                <a:gd name="connsiteX3" fmla="*/ 38608 w 276977"/>
                <a:gd name="connsiteY3" fmla="*/ 174751 h 350728"/>
                <a:gd name="connsiteX4" fmla="*/ 4874 w 276977"/>
                <a:gd name="connsiteY4" fmla="*/ 200004 h 350728"/>
                <a:gd name="connsiteX5" fmla="*/ 257 w 276977"/>
                <a:gd name="connsiteY5" fmla="*/ 205615 h 350728"/>
                <a:gd name="connsiteX6" fmla="*/ 3808 w 276977"/>
                <a:gd name="connsiteY6" fmla="*/ 209473 h 350728"/>
                <a:gd name="connsiteX7" fmla="*/ 15882 w 276977"/>
                <a:gd name="connsiteY7" fmla="*/ 201757 h 350728"/>
                <a:gd name="connsiteX8" fmla="*/ 27245 w 276977"/>
                <a:gd name="connsiteY8" fmla="*/ 193340 h 350728"/>
                <a:gd name="connsiteX9" fmla="*/ 97200 w 276977"/>
                <a:gd name="connsiteY9" fmla="*/ 345205 h 350728"/>
                <a:gd name="connsiteX10" fmla="*/ 104657 w 276977"/>
                <a:gd name="connsiteY10" fmla="*/ 350817 h 350728"/>
                <a:gd name="connsiteX11" fmla="*/ 113534 w 276977"/>
                <a:gd name="connsiteY11" fmla="*/ 343802 h 350728"/>
                <a:gd name="connsiteX12" fmla="*/ 274749 w 276977"/>
                <a:gd name="connsiteY12" fmla="*/ 14118 h 350728"/>
                <a:gd name="connsiteX13" fmla="*/ 277235 w 276977"/>
                <a:gd name="connsiteY13" fmla="*/ 7103 h 350728"/>
                <a:gd name="connsiteX14" fmla="*/ 270133 w 276977"/>
                <a:gd name="connsiteY14" fmla="*/ 89 h 350728"/>
                <a:gd name="connsiteX15" fmla="*/ 261966 w 276977"/>
                <a:gd name="connsiteY15" fmla="*/ 7454 h 350728"/>
                <a:gd name="connsiteX16" fmla="*/ 112469 w 276977"/>
                <a:gd name="connsiteY16" fmla="*/ 313991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6977" h="350728">
                  <a:moveTo>
                    <a:pt x="112469" y="313991"/>
                  </a:moveTo>
                  <a:lnTo>
                    <a:pt x="49971" y="177557"/>
                  </a:lnTo>
                  <a:cubicBezTo>
                    <a:pt x="47486" y="171946"/>
                    <a:pt x="45710" y="171946"/>
                    <a:pt x="44645" y="171946"/>
                  </a:cubicBezTo>
                  <a:cubicBezTo>
                    <a:pt x="44290" y="171946"/>
                    <a:pt x="42514" y="171946"/>
                    <a:pt x="38608" y="174751"/>
                  </a:cubicBezTo>
                  <a:lnTo>
                    <a:pt x="4874" y="200004"/>
                  </a:lnTo>
                  <a:cubicBezTo>
                    <a:pt x="257" y="203511"/>
                    <a:pt x="257" y="204563"/>
                    <a:pt x="257" y="205615"/>
                  </a:cubicBezTo>
                  <a:cubicBezTo>
                    <a:pt x="257" y="207369"/>
                    <a:pt x="1323" y="209473"/>
                    <a:pt x="3808" y="209473"/>
                  </a:cubicBezTo>
                  <a:cubicBezTo>
                    <a:pt x="5939" y="209473"/>
                    <a:pt x="11976" y="204563"/>
                    <a:pt x="15882" y="201757"/>
                  </a:cubicBezTo>
                  <a:cubicBezTo>
                    <a:pt x="18012" y="200004"/>
                    <a:pt x="23339" y="196146"/>
                    <a:pt x="27245" y="193340"/>
                  </a:cubicBezTo>
                  <a:lnTo>
                    <a:pt x="97200" y="345205"/>
                  </a:lnTo>
                  <a:cubicBezTo>
                    <a:pt x="99685" y="350817"/>
                    <a:pt x="101461" y="350817"/>
                    <a:pt x="104657" y="350817"/>
                  </a:cubicBezTo>
                  <a:cubicBezTo>
                    <a:pt x="109983" y="350817"/>
                    <a:pt x="111048" y="348713"/>
                    <a:pt x="113534" y="343802"/>
                  </a:cubicBezTo>
                  <a:lnTo>
                    <a:pt x="274749" y="14118"/>
                  </a:lnTo>
                  <a:cubicBezTo>
                    <a:pt x="277235" y="9208"/>
                    <a:pt x="277235" y="7805"/>
                    <a:pt x="277235" y="7103"/>
                  </a:cubicBezTo>
                  <a:cubicBezTo>
                    <a:pt x="277235" y="3596"/>
                    <a:pt x="274394" y="89"/>
                    <a:pt x="270133" y="89"/>
                  </a:cubicBezTo>
                  <a:cubicBezTo>
                    <a:pt x="267292" y="89"/>
                    <a:pt x="264806" y="1842"/>
                    <a:pt x="261966" y="7454"/>
                  </a:cubicBezTo>
                  <a:lnTo>
                    <a:pt x="112469" y="313991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73B05A1-7635-F0BE-4B92-4A3A8ABDED77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3009156" y="4981596"/>
              <a:ext cx="344126" cy="14028"/>
            </a:xfrm>
            <a:custGeom>
              <a:avLst/>
              <a:gdLst>
                <a:gd name="connsiteX0" fmla="*/ 0 w 344126"/>
                <a:gd name="connsiteY0" fmla="*/ 0 h 14028"/>
                <a:gd name="connsiteX1" fmla="*/ 344127 w 344126"/>
                <a:gd name="connsiteY1" fmla="*/ 0 h 14028"/>
                <a:gd name="connsiteX2" fmla="*/ 344127 w 344126"/>
                <a:gd name="connsiteY2" fmla="*/ 14028 h 14028"/>
                <a:gd name="connsiteX3" fmla="*/ 0 w 344126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126" h="14028">
                  <a:moveTo>
                    <a:pt x="0" y="0"/>
                  </a:moveTo>
                  <a:lnTo>
                    <a:pt x="344127" y="0"/>
                  </a:lnTo>
                  <a:lnTo>
                    <a:pt x="344127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657B92D-5140-78EF-A885-869153425068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3023360" y="5024813"/>
              <a:ext cx="169027" cy="247263"/>
            </a:xfrm>
            <a:custGeom>
              <a:avLst/>
              <a:gdLst>
                <a:gd name="connsiteX0" fmla="*/ 169293 w 169027"/>
                <a:gd name="connsiteY0" fmla="*/ 3954 h 247263"/>
                <a:gd name="connsiteX1" fmla="*/ 164677 w 169027"/>
                <a:gd name="connsiteY1" fmla="*/ 96 h 247263"/>
                <a:gd name="connsiteX2" fmla="*/ 119579 w 169027"/>
                <a:gd name="connsiteY2" fmla="*/ 3954 h 247263"/>
                <a:gd name="connsiteX3" fmla="*/ 114608 w 169027"/>
                <a:gd name="connsiteY3" fmla="*/ 10618 h 247263"/>
                <a:gd name="connsiteX4" fmla="*/ 123130 w 169027"/>
                <a:gd name="connsiteY4" fmla="*/ 14827 h 247263"/>
                <a:gd name="connsiteX5" fmla="*/ 140885 w 169027"/>
                <a:gd name="connsiteY5" fmla="*/ 20789 h 247263"/>
                <a:gd name="connsiteX6" fmla="*/ 139820 w 169027"/>
                <a:gd name="connsiteY6" fmla="*/ 27804 h 247263"/>
                <a:gd name="connsiteX7" fmla="*/ 118514 w 169027"/>
                <a:gd name="connsiteY7" fmla="*/ 110927 h 247263"/>
                <a:gd name="connsiteX8" fmla="*/ 85845 w 169027"/>
                <a:gd name="connsiteY8" fmla="*/ 88480 h 247263"/>
                <a:gd name="connsiteX9" fmla="*/ 266 w 169027"/>
                <a:gd name="connsiteY9" fmla="*/ 191243 h 247263"/>
                <a:gd name="connsiteX10" fmla="*/ 47494 w 169027"/>
                <a:gd name="connsiteY10" fmla="*/ 247360 h 247263"/>
                <a:gd name="connsiteX11" fmla="*/ 93657 w 169027"/>
                <a:gd name="connsiteY11" fmla="*/ 221055 h 247263"/>
                <a:gd name="connsiteX12" fmla="*/ 125971 w 169027"/>
                <a:gd name="connsiteY12" fmla="*/ 247360 h 247263"/>
                <a:gd name="connsiteX13" fmla="*/ 152248 w 169027"/>
                <a:gd name="connsiteY13" fmla="*/ 228070 h 247263"/>
                <a:gd name="connsiteX14" fmla="*/ 162901 w 169027"/>
                <a:gd name="connsiteY14" fmla="*/ 193348 h 247263"/>
                <a:gd name="connsiteX15" fmla="*/ 158640 w 169027"/>
                <a:gd name="connsiteY15" fmla="*/ 189840 h 247263"/>
                <a:gd name="connsiteX16" fmla="*/ 153669 w 169027"/>
                <a:gd name="connsiteY16" fmla="*/ 196154 h 247263"/>
                <a:gd name="connsiteX17" fmla="*/ 126681 w 169027"/>
                <a:gd name="connsiteY17" fmla="*/ 239644 h 247263"/>
                <a:gd name="connsiteX18" fmla="*/ 116028 w 169027"/>
                <a:gd name="connsiteY18" fmla="*/ 223510 h 247263"/>
                <a:gd name="connsiteX19" fmla="*/ 118159 w 169027"/>
                <a:gd name="connsiteY19" fmla="*/ 206675 h 247263"/>
                <a:gd name="connsiteX20" fmla="*/ 169293 w 169027"/>
                <a:gd name="connsiteY20" fmla="*/ 3954 h 247263"/>
                <a:gd name="connsiteX21" fmla="*/ 95432 w 169027"/>
                <a:gd name="connsiteY21" fmla="*/ 201765 h 247263"/>
                <a:gd name="connsiteX22" fmla="*/ 88330 w 169027"/>
                <a:gd name="connsiteY22" fmla="*/ 214742 h 247263"/>
                <a:gd name="connsiteX23" fmla="*/ 48204 w 169027"/>
                <a:gd name="connsiteY23" fmla="*/ 239644 h 247263"/>
                <a:gd name="connsiteX24" fmla="*/ 25478 w 169027"/>
                <a:gd name="connsiteY24" fmla="*/ 206675 h 247263"/>
                <a:gd name="connsiteX25" fmla="*/ 45008 w 169027"/>
                <a:gd name="connsiteY25" fmla="*/ 129866 h 247263"/>
                <a:gd name="connsiteX26" fmla="*/ 86200 w 169027"/>
                <a:gd name="connsiteY26" fmla="*/ 96196 h 247263"/>
                <a:gd name="connsiteX27" fmla="*/ 114253 w 169027"/>
                <a:gd name="connsiteY27" fmla="*/ 127060 h 247263"/>
                <a:gd name="connsiteX28" fmla="*/ 113187 w 169027"/>
                <a:gd name="connsiteY28" fmla="*/ 133022 h 247263"/>
                <a:gd name="connsiteX29" fmla="*/ 95432 w 169027"/>
                <a:gd name="connsiteY29" fmla="*/ 201765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69027" h="247263">
                  <a:moveTo>
                    <a:pt x="169293" y="3954"/>
                  </a:moveTo>
                  <a:cubicBezTo>
                    <a:pt x="169293" y="3604"/>
                    <a:pt x="169293" y="96"/>
                    <a:pt x="164677" y="96"/>
                  </a:cubicBezTo>
                  <a:cubicBezTo>
                    <a:pt x="159350" y="96"/>
                    <a:pt x="125616" y="3253"/>
                    <a:pt x="119579" y="3954"/>
                  </a:cubicBezTo>
                  <a:cubicBezTo>
                    <a:pt x="116738" y="4305"/>
                    <a:pt x="114608" y="6059"/>
                    <a:pt x="114608" y="10618"/>
                  </a:cubicBezTo>
                  <a:cubicBezTo>
                    <a:pt x="114608" y="14827"/>
                    <a:pt x="117804" y="14827"/>
                    <a:pt x="123130" y="14827"/>
                  </a:cubicBezTo>
                  <a:cubicBezTo>
                    <a:pt x="140175" y="14827"/>
                    <a:pt x="140885" y="17282"/>
                    <a:pt x="140885" y="20789"/>
                  </a:cubicBezTo>
                  <a:lnTo>
                    <a:pt x="139820" y="27804"/>
                  </a:lnTo>
                  <a:lnTo>
                    <a:pt x="118514" y="110927"/>
                  </a:lnTo>
                  <a:cubicBezTo>
                    <a:pt x="112122" y="97950"/>
                    <a:pt x="101824" y="88480"/>
                    <a:pt x="85845" y="88480"/>
                  </a:cubicBezTo>
                  <a:cubicBezTo>
                    <a:pt x="44298" y="88480"/>
                    <a:pt x="266" y="140037"/>
                    <a:pt x="266" y="191243"/>
                  </a:cubicBezTo>
                  <a:cubicBezTo>
                    <a:pt x="266" y="224212"/>
                    <a:pt x="19796" y="247360"/>
                    <a:pt x="47494" y="247360"/>
                  </a:cubicBezTo>
                  <a:cubicBezTo>
                    <a:pt x="54596" y="247360"/>
                    <a:pt x="72351" y="245957"/>
                    <a:pt x="93657" y="221055"/>
                  </a:cubicBezTo>
                  <a:cubicBezTo>
                    <a:pt x="96498" y="235786"/>
                    <a:pt x="108926" y="247360"/>
                    <a:pt x="125971" y="247360"/>
                  </a:cubicBezTo>
                  <a:cubicBezTo>
                    <a:pt x="138399" y="247360"/>
                    <a:pt x="146567" y="239293"/>
                    <a:pt x="152248" y="228070"/>
                  </a:cubicBezTo>
                  <a:cubicBezTo>
                    <a:pt x="158285" y="215444"/>
                    <a:pt x="162901" y="194049"/>
                    <a:pt x="162901" y="193348"/>
                  </a:cubicBezTo>
                  <a:cubicBezTo>
                    <a:pt x="162901" y="189840"/>
                    <a:pt x="159705" y="189840"/>
                    <a:pt x="158640" y="189840"/>
                  </a:cubicBezTo>
                  <a:cubicBezTo>
                    <a:pt x="155089" y="189840"/>
                    <a:pt x="154734" y="191243"/>
                    <a:pt x="153669" y="196154"/>
                  </a:cubicBezTo>
                  <a:cubicBezTo>
                    <a:pt x="147632" y="218951"/>
                    <a:pt x="141240" y="239644"/>
                    <a:pt x="126681" y="239644"/>
                  </a:cubicBezTo>
                  <a:cubicBezTo>
                    <a:pt x="117093" y="239644"/>
                    <a:pt x="116028" y="230525"/>
                    <a:pt x="116028" y="223510"/>
                  </a:cubicBezTo>
                  <a:cubicBezTo>
                    <a:pt x="116028" y="215093"/>
                    <a:pt x="116738" y="212638"/>
                    <a:pt x="118159" y="206675"/>
                  </a:cubicBezTo>
                  <a:lnTo>
                    <a:pt x="169293" y="3954"/>
                  </a:lnTo>
                  <a:close/>
                  <a:moveTo>
                    <a:pt x="95432" y="201765"/>
                  </a:moveTo>
                  <a:cubicBezTo>
                    <a:pt x="93657" y="208078"/>
                    <a:pt x="93657" y="208780"/>
                    <a:pt x="88330" y="214742"/>
                  </a:cubicBezTo>
                  <a:cubicBezTo>
                    <a:pt x="72706" y="234032"/>
                    <a:pt x="58147" y="239644"/>
                    <a:pt x="48204" y="239644"/>
                  </a:cubicBezTo>
                  <a:cubicBezTo>
                    <a:pt x="30449" y="239644"/>
                    <a:pt x="25478" y="220354"/>
                    <a:pt x="25478" y="206675"/>
                  </a:cubicBezTo>
                  <a:cubicBezTo>
                    <a:pt x="25478" y="189139"/>
                    <a:pt x="36841" y="145999"/>
                    <a:pt x="45008" y="129866"/>
                  </a:cubicBezTo>
                  <a:cubicBezTo>
                    <a:pt x="56016" y="109173"/>
                    <a:pt x="71996" y="96196"/>
                    <a:pt x="86200" y="96196"/>
                  </a:cubicBezTo>
                  <a:cubicBezTo>
                    <a:pt x="109281" y="96196"/>
                    <a:pt x="114253" y="124956"/>
                    <a:pt x="114253" y="127060"/>
                  </a:cubicBezTo>
                  <a:cubicBezTo>
                    <a:pt x="114253" y="129164"/>
                    <a:pt x="113542" y="131269"/>
                    <a:pt x="113187" y="133022"/>
                  </a:cubicBezTo>
                  <a:lnTo>
                    <a:pt x="95432" y="20176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784212C-9766-3710-5B51-C597E039DF59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3209641" y="5157809"/>
              <a:ext cx="109867" cy="163018"/>
            </a:xfrm>
            <a:custGeom>
              <a:avLst/>
              <a:gdLst>
                <a:gd name="connsiteX0" fmla="*/ 110139 w 109867"/>
                <a:gd name="connsiteY0" fmla="*/ 118434 h 163018"/>
                <a:gd name="connsiteX1" fmla="*/ 101687 w 109867"/>
                <a:gd name="connsiteY1" fmla="*/ 118434 h 163018"/>
                <a:gd name="connsiteX2" fmla="*/ 95225 w 109867"/>
                <a:gd name="connsiteY2" fmla="*/ 140775 h 163018"/>
                <a:gd name="connsiteX3" fmla="*/ 70616 w 109867"/>
                <a:gd name="connsiteY3" fmla="*/ 142248 h 163018"/>
                <a:gd name="connsiteX4" fmla="*/ 24879 w 109867"/>
                <a:gd name="connsiteY4" fmla="*/ 142248 h 163018"/>
                <a:gd name="connsiteX5" fmla="*/ 74593 w 109867"/>
                <a:gd name="connsiteY5" fmla="*/ 101002 h 163018"/>
                <a:gd name="connsiteX6" fmla="*/ 110139 w 109867"/>
                <a:gd name="connsiteY6" fmla="*/ 47972 h 163018"/>
                <a:gd name="connsiteX7" fmla="*/ 51973 w 109867"/>
                <a:gd name="connsiteY7" fmla="*/ 98 h 163018"/>
                <a:gd name="connsiteX8" fmla="*/ 271 w 109867"/>
                <a:gd name="connsiteY8" fmla="*/ 44044 h 163018"/>
                <a:gd name="connsiteX9" fmla="*/ 13445 w 109867"/>
                <a:gd name="connsiteY9" fmla="*/ 57793 h 163018"/>
                <a:gd name="connsiteX10" fmla="*/ 26619 w 109867"/>
                <a:gd name="connsiteY10" fmla="*/ 44781 h 163018"/>
                <a:gd name="connsiteX11" fmla="*/ 11954 w 109867"/>
                <a:gd name="connsiteY11" fmla="*/ 31769 h 163018"/>
                <a:gd name="connsiteX12" fmla="*/ 48245 w 109867"/>
                <a:gd name="connsiteY12" fmla="*/ 8936 h 163018"/>
                <a:gd name="connsiteX13" fmla="*/ 86027 w 109867"/>
                <a:gd name="connsiteY13" fmla="*/ 47972 h 163018"/>
                <a:gd name="connsiteX14" fmla="*/ 62662 w 109867"/>
                <a:gd name="connsiteY14" fmla="*/ 95110 h 163018"/>
                <a:gd name="connsiteX15" fmla="*/ 2757 w 109867"/>
                <a:gd name="connsiteY15" fmla="*/ 153542 h 163018"/>
                <a:gd name="connsiteX16" fmla="*/ 271 w 109867"/>
                <a:gd name="connsiteY16" fmla="*/ 163116 h 163018"/>
                <a:gd name="connsiteX17" fmla="*/ 102682 w 109867"/>
                <a:gd name="connsiteY17" fmla="*/ 163116 h 163018"/>
                <a:gd name="connsiteX18" fmla="*/ 110139 w 109867"/>
                <a:gd name="connsiteY18" fmla="*/ 118434 h 16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867" h="163018">
                  <a:moveTo>
                    <a:pt x="110139" y="118434"/>
                  </a:moveTo>
                  <a:lnTo>
                    <a:pt x="101687" y="118434"/>
                  </a:lnTo>
                  <a:cubicBezTo>
                    <a:pt x="100942" y="123835"/>
                    <a:pt x="98456" y="138320"/>
                    <a:pt x="95225" y="140775"/>
                  </a:cubicBezTo>
                  <a:cubicBezTo>
                    <a:pt x="93236" y="142248"/>
                    <a:pt x="74096" y="142248"/>
                    <a:pt x="70616" y="142248"/>
                  </a:cubicBezTo>
                  <a:lnTo>
                    <a:pt x="24879" y="142248"/>
                  </a:lnTo>
                  <a:cubicBezTo>
                    <a:pt x="50979" y="119416"/>
                    <a:pt x="59679" y="112541"/>
                    <a:pt x="74593" y="101002"/>
                  </a:cubicBezTo>
                  <a:cubicBezTo>
                    <a:pt x="92987" y="86517"/>
                    <a:pt x="110139" y="71296"/>
                    <a:pt x="110139" y="47972"/>
                  </a:cubicBezTo>
                  <a:cubicBezTo>
                    <a:pt x="110139" y="18266"/>
                    <a:pt x="83790" y="98"/>
                    <a:pt x="51973" y="98"/>
                  </a:cubicBezTo>
                  <a:cubicBezTo>
                    <a:pt x="21151" y="98"/>
                    <a:pt x="271" y="21457"/>
                    <a:pt x="271" y="44044"/>
                  </a:cubicBezTo>
                  <a:cubicBezTo>
                    <a:pt x="271" y="56565"/>
                    <a:pt x="10959" y="57793"/>
                    <a:pt x="13445" y="57793"/>
                  </a:cubicBezTo>
                  <a:cubicBezTo>
                    <a:pt x="19411" y="57793"/>
                    <a:pt x="26619" y="53619"/>
                    <a:pt x="26619" y="44781"/>
                  </a:cubicBezTo>
                  <a:cubicBezTo>
                    <a:pt x="26619" y="40361"/>
                    <a:pt x="24879" y="31769"/>
                    <a:pt x="11954" y="31769"/>
                  </a:cubicBezTo>
                  <a:cubicBezTo>
                    <a:pt x="19659" y="14337"/>
                    <a:pt x="36562" y="8936"/>
                    <a:pt x="48245" y="8936"/>
                  </a:cubicBezTo>
                  <a:cubicBezTo>
                    <a:pt x="73102" y="8936"/>
                    <a:pt x="86027" y="28086"/>
                    <a:pt x="86027" y="47972"/>
                  </a:cubicBezTo>
                  <a:cubicBezTo>
                    <a:pt x="86027" y="69332"/>
                    <a:pt x="70616" y="86272"/>
                    <a:pt x="62662" y="95110"/>
                  </a:cubicBezTo>
                  <a:lnTo>
                    <a:pt x="2757" y="153542"/>
                  </a:lnTo>
                  <a:cubicBezTo>
                    <a:pt x="271" y="155751"/>
                    <a:pt x="271" y="156242"/>
                    <a:pt x="271" y="163116"/>
                  </a:cubicBezTo>
                  <a:lnTo>
                    <a:pt x="102682" y="163116"/>
                  </a:lnTo>
                  <a:lnTo>
                    <a:pt x="110139" y="118434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A3D5FAB-AD07-AC9B-4978-4EA983EF0410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3521570" y="4497590"/>
              <a:ext cx="174708" cy="841397"/>
            </a:xfrm>
            <a:custGeom>
              <a:avLst/>
              <a:gdLst>
                <a:gd name="connsiteX0" fmla="*/ 174989 w 174708"/>
                <a:gd name="connsiteY0" fmla="*/ 420949 h 841397"/>
                <a:gd name="connsiteX1" fmla="*/ 52835 w 174708"/>
                <a:gd name="connsiteY1" fmla="*/ 39356 h 841397"/>
                <a:gd name="connsiteX2" fmla="*/ 17680 w 174708"/>
                <a:gd name="connsiteY2" fmla="*/ 4284 h 841397"/>
                <a:gd name="connsiteX3" fmla="*/ 7737 w 174708"/>
                <a:gd name="connsiteY3" fmla="*/ 75 h 841397"/>
                <a:gd name="connsiteX4" fmla="*/ 280 w 174708"/>
                <a:gd name="connsiteY4" fmla="*/ 3582 h 841397"/>
                <a:gd name="connsiteX5" fmla="*/ 2410 w 174708"/>
                <a:gd name="connsiteY5" fmla="*/ 7089 h 841397"/>
                <a:gd name="connsiteX6" fmla="*/ 62422 w 174708"/>
                <a:gd name="connsiteY6" fmla="*/ 81093 h 841397"/>
                <a:gd name="connsiteX7" fmla="*/ 145515 w 174708"/>
                <a:gd name="connsiteY7" fmla="*/ 420598 h 841397"/>
                <a:gd name="connsiteX8" fmla="*/ 74140 w 174708"/>
                <a:gd name="connsiteY8" fmla="*/ 741164 h 841397"/>
                <a:gd name="connsiteX9" fmla="*/ 1700 w 174708"/>
                <a:gd name="connsiteY9" fmla="*/ 834808 h 841397"/>
                <a:gd name="connsiteX10" fmla="*/ 280 w 174708"/>
                <a:gd name="connsiteY10" fmla="*/ 837965 h 841397"/>
                <a:gd name="connsiteX11" fmla="*/ 7737 w 174708"/>
                <a:gd name="connsiteY11" fmla="*/ 841472 h 841397"/>
                <a:gd name="connsiteX12" fmla="*/ 18745 w 174708"/>
                <a:gd name="connsiteY12" fmla="*/ 836211 h 841397"/>
                <a:gd name="connsiteX13" fmla="*/ 174989 w 174708"/>
                <a:gd name="connsiteY13" fmla="*/ 420949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89" y="420949"/>
                  </a:moveTo>
                  <a:cubicBezTo>
                    <a:pt x="174989" y="283113"/>
                    <a:pt x="143030" y="144224"/>
                    <a:pt x="52835" y="39356"/>
                  </a:cubicBezTo>
                  <a:cubicBezTo>
                    <a:pt x="45733" y="31290"/>
                    <a:pt x="32239" y="16910"/>
                    <a:pt x="17680" y="4284"/>
                  </a:cubicBezTo>
                  <a:cubicBezTo>
                    <a:pt x="13418" y="75"/>
                    <a:pt x="12708" y="75"/>
                    <a:pt x="7737" y="75"/>
                  </a:cubicBezTo>
                  <a:cubicBezTo>
                    <a:pt x="3476" y="75"/>
                    <a:pt x="280" y="75"/>
                    <a:pt x="280" y="3582"/>
                  </a:cubicBezTo>
                  <a:cubicBezTo>
                    <a:pt x="280" y="4985"/>
                    <a:pt x="1700" y="6388"/>
                    <a:pt x="2410" y="7089"/>
                  </a:cubicBezTo>
                  <a:cubicBezTo>
                    <a:pt x="14839" y="19716"/>
                    <a:pt x="38631" y="43214"/>
                    <a:pt x="62422" y="81093"/>
                  </a:cubicBezTo>
                  <a:cubicBezTo>
                    <a:pt x="119593" y="171581"/>
                    <a:pt x="145515" y="285568"/>
                    <a:pt x="145515" y="420598"/>
                  </a:cubicBezTo>
                  <a:cubicBezTo>
                    <a:pt x="145515" y="514944"/>
                    <a:pt x="132732" y="636647"/>
                    <a:pt x="74140" y="741164"/>
                  </a:cubicBezTo>
                  <a:cubicBezTo>
                    <a:pt x="46088" y="790967"/>
                    <a:pt x="16614" y="820078"/>
                    <a:pt x="1700" y="834808"/>
                  </a:cubicBezTo>
                  <a:cubicBezTo>
                    <a:pt x="990" y="835861"/>
                    <a:pt x="280" y="836913"/>
                    <a:pt x="280" y="837965"/>
                  </a:cubicBezTo>
                  <a:cubicBezTo>
                    <a:pt x="280" y="841472"/>
                    <a:pt x="3476" y="841472"/>
                    <a:pt x="7737" y="841472"/>
                  </a:cubicBezTo>
                  <a:cubicBezTo>
                    <a:pt x="12708" y="841472"/>
                    <a:pt x="13418" y="841472"/>
                    <a:pt x="18745" y="836211"/>
                  </a:cubicBezTo>
                  <a:cubicBezTo>
                    <a:pt x="137703" y="729239"/>
                    <a:pt x="174989" y="568606"/>
                    <a:pt x="174989" y="420949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51" name="Group 950">
            <a:extLst>
              <a:ext uri="{FF2B5EF4-FFF2-40B4-BE49-F238E27FC236}">
                <a16:creationId xmlns:a16="http://schemas.microsoft.com/office/drawing/2014/main" id="{0940DF15-7A42-7F78-CC7B-B85F83519C83}"/>
              </a:ext>
            </a:extLst>
          </p:cNvPr>
          <p:cNvGrpSpPr/>
          <p:nvPr/>
        </p:nvGrpSpPr>
        <p:grpSpPr>
          <a:xfrm>
            <a:off x="1385504" y="4827338"/>
            <a:ext cx="1317874" cy="381000"/>
            <a:chOff x="1625786" y="5534582"/>
            <a:chExt cx="1317874" cy="381000"/>
          </a:xfrm>
        </p:grpSpPr>
        <p:sp>
          <p:nvSpPr>
            <p:cNvPr id="599" name="Rounded Rectangle 7 1">
              <a:extLst>
                <a:ext uri="{FF2B5EF4-FFF2-40B4-BE49-F238E27FC236}">
                  <a16:creationId xmlns:a16="http://schemas.microsoft.com/office/drawing/2014/main" id="{6E6EA5EC-55A7-EC32-372B-DB33EA3D107D}"/>
                </a:ext>
              </a:extLst>
            </p:cNvPr>
            <p:cNvSpPr/>
            <p:nvPr/>
          </p:nvSpPr>
          <p:spPr>
            <a:xfrm rot="5400000">
              <a:off x="2094223" y="5066145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0B35C1F6-E6F0-6AB3-844C-28FCD7A43F66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2F750F97-0933-A548-0DC2-794DD5677D52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14711C78-7290-6AFE-DFD8-6E3FF8C4043F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2" name="Group 951">
            <a:extLst>
              <a:ext uri="{FF2B5EF4-FFF2-40B4-BE49-F238E27FC236}">
                <a16:creationId xmlns:a16="http://schemas.microsoft.com/office/drawing/2014/main" id="{2FB708AE-13A8-7572-88DD-8D9E29AF2DB4}"/>
              </a:ext>
            </a:extLst>
          </p:cNvPr>
          <p:cNvGrpSpPr/>
          <p:nvPr/>
        </p:nvGrpSpPr>
        <p:grpSpPr>
          <a:xfrm>
            <a:off x="1385504" y="4349818"/>
            <a:ext cx="1317874" cy="381000"/>
            <a:chOff x="1625786" y="4975782"/>
            <a:chExt cx="1317874" cy="381000"/>
          </a:xfrm>
        </p:grpSpPr>
        <p:sp>
          <p:nvSpPr>
            <p:cNvPr id="594" name="Rounded Rectangle 49">
              <a:extLst>
                <a:ext uri="{FF2B5EF4-FFF2-40B4-BE49-F238E27FC236}">
                  <a16:creationId xmlns:a16="http://schemas.microsoft.com/office/drawing/2014/main" id="{F82C839A-61FB-9C01-1EE8-8C9BD0EC662F}"/>
                </a:ext>
              </a:extLst>
            </p:cNvPr>
            <p:cNvSpPr/>
            <p:nvPr/>
          </p:nvSpPr>
          <p:spPr>
            <a:xfrm rot="5400000">
              <a:off x="2094223" y="4507345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A0073CCD-01D8-FEAD-FE2C-F8C844A440D1}"/>
                </a:ext>
              </a:extLst>
            </p:cNvPr>
            <p:cNvSpPr/>
            <p:nvPr/>
          </p:nvSpPr>
          <p:spPr>
            <a:xfrm rot="5400000">
              <a:off x="2540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65E90709-67C1-7974-610E-0910D46F4E0D}"/>
                </a:ext>
              </a:extLst>
            </p:cNvPr>
            <p:cNvSpPr/>
            <p:nvPr/>
          </p:nvSpPr>
          <p:spPr>
            <a:xfrm rot="5400000">
              <a:off x="2159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0644803B-BDC0-9CEF-3008-6FF2957AC7A6}"/>
                </a:ext>
              </a:extLst>
            </p:cNvPr>
            <p:cNvSpPr/>
            <p:nvPr/>
          </p:nvSpPr>
          <p:spPr>
            <a:xfrm rot="5400000">
              <a:off x="1778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3" name="Group 952">
            <a:extLst>
              <a:ext uri="{FF2B5EF4-FFF2-40B4-BE49-F238E27FC236}">
                <a16:creationId xmlns:a16="http://schemas.microsoft.com/office/drawing/2014/main" id="{09EA087A-8EC6-399F-0CFE-BA2767EC9C34}"/>
              </a:ext>
            </a:extLst>
          </p:cNvPr>
          <p:cNvGrpSpPr/>
          <p:nvPr/>
        </p:nvGrpSpPr>
        <p:grpSpPr>
          <a:xfrm>
            <a:off x="1385504" y="3872298"/>
            <a:ext cx="1317874" cy="381000"/>
            <a:chOff x="1625786" y="4404204"/>
            <a:chExt cx="1317874" cy="381000"/>
          </a:xfrm>
        </p:grpSpPr>
        <p:sp>
          <p:nvSpPr>
            <p:cNvPr id="589" name="Rounded Rectangle 29">
              <a:extLst>
                <a:ext uri="{FF2B5EF4-FFF2-40B4-BE49-F238E27FC236}">
                  <a16:creationId xmlns:a16="http://schemas.microsoft.com/office/drawing/2014/main" id="{A67BBB45-A878-CEBA-2BF4-4F463BC7F1C0}"/>
                </a:ext>
              </a:extLst>
            </p:cNvPr>
            <p:cNvSpPr/>
            <p:nvPr/>
          </p:nvSpPr>
          <p:spPr>
            <a:xfrm rot="5400000">
              <a:off x="2094223" y="3935767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DD541660-C4A3-0D2B-9CAE-A43CB78A9395}"/>
                </a:ext>
              </a:extLst>
            </p:cNvPr>
            <p:cNvSpPr/>
            <p:nvPr/>
          </p:nvSpPr>
          <p:spPr>
            <a:xfrm rot="5400000">
              <a:off x="2540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65E5FD76-F978-08B6-45C7-282B99640CE6}"/>
                </a:ext>
              </a:extLst>
            </p:cNvPr>
            <p:cNvSpPr/>
            <p:nvPr/>
          </p:nvSpPr>
          <p:spPr>
            <a:xfrm rot="5400000">
              <a:off x="2159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22FB9FBF-0409-0487-4F7D-DCA603E53903}"/>
                </a:ext>
              </a:extLst>
            </p:cNvPr>
            <p:cNvSpPr/>
            <p:nvPr/>
          </p:nvSpPr>
          <p:spPr>
            <a:xfrm rot="5400000">
              <a:off x="1778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4" name="Group 953">
            <a:extLst>
              <a:ext uri="{FF2B5EF4-FFF2-40B4-BE49-F238E27FC236}">
                <a16:creationId xmlns:a16="http://schemas.microsoft.com/office/drawing/2014/main" id="{CD610605-95B9-294F-B208-E2955E184323}"/>
              </a:ext>
            </a:extLst>
          </p:cNvPr>
          <p:cNvGrpSpPr/>
          <p:nvPr/>
        </p:nvGrpSpPr>
        <p:grpSpPr>
          <a:xfrm>
            <a:off x="1385504" y="5304858"/>
            <a:ext cx="1317875" cy="381000"/>
            <a:chOff x="1625786" y="5534582"/>
            <a:chExt cx="1317875" cy="381000"/>
          </a:xfrm>
        </p:grpSpPr>
        <p:sp>
          <p:nvSpPr>
            <p:cNvPr id="584" name="Rounded Rectangle 7 2">
              <a:extLst>
                <a:ext uri="{FF2B5EF4-FFF2-40B4-BE49-F238E27FC236}">
                  <a16:creationId xmlns:a16="http://schemas.microsoft.com/office/drawing/2014/main" id="{03ACFE9B-E3B2-D0AA-BF95-B500701D31C5}"/>
                </a:ext>
              </a:extLst>
            </p:cNvPr>
            <p:cNvSpPr/>
            <p:nvPr/>
          </p:nvSpPr>
          <p:spPr>
            <a:xfrm rot="5400000">
              <a:off x="2094224" y="5066144"/>
              <a:ext cx="381000" cy="1317875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4B00914D-DBB1-946C-831D-0D55642ACBF3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163E636F-7649-B42D-F754-2AEE4067C5ED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AC842D6E-60F2-D665-99D7-CD93B4E27D63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5" name="Group 954" descr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 title="IguanaTex Vector Display">
            <a:extLst>
              <a:ext uri="{FF2B5EF4-FFF2-40B4-BE49-F238E27FC236}">
                <a16:creationId xmlns:a16="http://schemas.microsoft.com/office/drawing/2014/main" id="{65FDD6DF-769E-5E74-7233-D3A34205B588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889410" y="3957934"/>
            <a:ext cx="368850" cy="209728"/>
            <a:chOff x="10836015" y="5394719"/>
            <a:chExt cx="368850" cy="209728"/>
          </a:xfrm>
        </p:grpSpPr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58EC0342-5163-2BD2-A7E4-7978ADEAA7DF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0836015" y="5394719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46D6AB03-1198-2214-7ECF-308AB8706912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1112546" y="5439782"/>
              <a:ext cx="92319" cy="164665"/>
            </a:xfrm>
            <a:custGeom>
              <a:avLst/>
              <a:gdLst>
                <a:gd name="connsiteX0" fmla="*/ 57554 w 92319"/>
                <a:gd name="connsiteY0" fmla="*/ 7030 h 164665"/>
                <a:gd name="connsiteX1" fmla="*/ 49946 w 92319"/>
                <a:gd name="connsiteY1" fmla="*/ 86 h 164665"/>
                <a:gd name="connsiteX2" fmla="*/ 235 w 92319"/>
                <a:gd name="connsiteY2" fmla="*/ 15958 h 164665"/>
                <a:gd name="connsiteX3" fmla="*/ 235 w 92319"/>
                <a:gd name="connsiteY3" fmla="*/ 24885 h 164665"/>
                <a:gd name="connsiteX4" fmla="*/ 37011 w 92319"/>
                <a:gd name="connsiteY4" fmla="*/ 17941 h 164665"/>
                <a:gd name="connsiteX5" fmla="*/ 37011 w 92319"/>
                <a:gd name="connsiteY5" fmla="*/ 144416 h 164665"/>
                <a:gd name="connsiteX6" fmla="*/ 11648 w 92319"/>
                <a:gd name="connsiteY6" fmla="*/ 155824 h 164665"/>
                <a:gd name="connsiteX7" fmla="*/ 2010 w 92319"/>
                <a:gd name="connsiteY7" fmla="*/ 155824 h 164665"/>
                <a:gd name="connsiteX8" fmla="*/ 2010 w 92319"/>
                <a:gd name="connsiteY8" fmla="*/ 164752 h 164665"/>
                <a:gd name="connsiteX9" fmla="*/ 47156 w 92319"/>
                <a:gd name="connsiteY9" fmla="*/ 163760 h 164665"/>
                <a:gd name="connsiteX10" fmla="*/ 92555 w 92319"/>
                <a:gd name="connsiteY10" fmla="*/ 164752 h 164665"/>
                <a:gd name="connsiteX11" fmla="*/ 92555 w 92319"/>
                <a:gd name="connsiteY11" fmla="*/ 155824 h 164665"/>
                <a:gd name="connsiteX12" fmla="*/ 82917 w 92319"/>
                <a:gd name="connsiteY12" fmla="*/ 155824 h 164665"/>
                <a:gd name="connsiteX13" fmla="*/ 57554 w 92319"/>
                <a:gd name="connsiteY13" fmla="*/ 144416 h 164665"/>
                <a:gd name="connsiteX14" fmla="*/ 57554 w 92319"/>
                <a:gd name="connsiteY14" fmla="*/ 7030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2319" h="164665">
                  <a:moveTo>
                    <a:pt x="57554" y="7030"/>
                  </a:moveTo>
                  <a:cubicBezTo>
                    <a:pt x="57554" y="334"/>
                    <a:pt x="57047" y="86"/>
                    <a:pt x="49946" y="86"/>
                  </a:cubicBezTo>
                  <a:cubicBezTo>
                    <a:pt x="33714" y="15710"/>
                    <a:pt x="10634" y="15958"/>
                    <a:pt x="235" y="15958"/>
                  </a:cubicBezTo>
                  <a:lnTo>
                    <a:pt x="235" y="24885"/>
                  </a:lnTo>
                  <a:cubicBezTo>
                    <a:pt x="6322" y="24885"/>
                    <a:pt x="23061" y="24885"/>
                    <a:pt x="37011" y="17941"/>
                  </a:cubicBezTo>
                  <a:lnTo>
                    <a:pt x="37011" y="144416"/>
                  </a:lnTo>
                  <a:cubicBezTo>
                    <a:pt x="37011" y="152600"/>
                    <a:pt x="37011" y="155824"/>
                    <a:pt x="11648" y="155824"/>
                  </a:cubicBezTo>
                  <a:lnTo>
                    <a:pt x="2010" y="155824"/>
                  </a:lnTo>
                  <a:lnTo>
                    <a:pt x="2010" y="164752"/>
                  </a:lnTo>
                  <a:cubicBezTo>
                    <a:pt x="6576" y="164504"/>
                    <a:pt x="37772" y="163760"/>
                    <a:pt x="47156" y="163760"/>
                  </a:cubicBezTo>
                  <a:cubicBezTo>
                    <a:pt x="55018" y="163760"/>
                    <a:pt x="86975" y="164504"/>
                    <a:pt x="92555" y="164752"/>
                  </a:cubicBezTo>
                  <a:lnTo>
                    <a:pt x="92555" y="155824"/>
                  </a:lnTo>
                  <a:lnTo>
                    <a:pt x="82917" y="155824"/>
                  </a:lnTo>
                  <a:cubicBezTo>
                    <a:pt x="57554" y="155824"/>
                    <a:pt x="57554" y="152600"/>
                    <a:pt x="57554" y="144416"/>
                  </a:cubicBezTo>
                  <a:lnTo>
                    <a:pt x="57554" y="7030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grpSp>
        <p:nvGrpSpPr>
          <p:cNvPr id="956" name="Group 955" descr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 title="IguanaTex Vector Display">
            <a:extLst>
              <a:ext uri="{FF2B5EF4-FFF2-40B4-BE49-F238E27FC236}">
                <a16:creationId xmlns:a16="http://schemas.microsoft.com/office/drawing/2014/main" id="{39FCA054-0761-54DA-C4CA-82C0269C2098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885352" y="4435454"/>
            <a:ext cx="376966" cy="209728"/>
            <a:chOff x="10766885" y="5952795"/>
            <a:chExt cx="376966" cy="209728"/>
          </a:xfrm>
        </p:grpSpPr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7AFA1B2A-F493-9137-DB51-95FDC23932FC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0766885" y="5952795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ED71B69D-8DF9-9167-5D86-CA33C88BC69B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1031749" y="5997858"/>
              <a:ext cx="112102" cy="164665"/>
            </a:xfrm>
            <a:custGeom>
              <a:avLst/>
              <a:gdLst>
                <a:gd name="connsiteX0" fmla="*/ 112338 w 112102"/>
                <a:gd name="connsiteY0" fmla="*/ 119617 h 164665"/>
                <a:gd name="connsiteX1" fmla="*/ 103714 w 112102"/>
                <a:gd name="connsiteY1" fmla="*/ 119617 h 164665"/>
                <a:gd name="connsiteX2" fmla="*/ 97120 w 112102"/>
                <a:gd name="connsiteY2" fmla="*/ 142184 h 164665"/>
                <a:gd name="connsiteX3" fmla="*/ 72011 w 112102"/>
                <a:gd name="connsiteY3" fmla="*/ 143672 h 164665"/>
                <a:gd name="connsiteX4" fmla="*/ 25344 w 112102"/>
                <a:gd name="connsiteY4" fmla="*/ 143672 h 164665"/>
                <a:gd name="connsiteX5" fmla="*/ 76069 w 112102"/>
                <a:gd name="connsiteY5" fmla="*/ 102010 h 164665"/>
                <a:gd name="connsiteX6" fmla="*/ 112338 w 112102"/>
                <a:gd name="connsiteY6" fmla="*/ 48444 h 164665"/>
                <a:gd name="connsiteX7" fmla="*/ 52989 w 112102"/>
                <a:gd name="connsiteY7" fmla="*/ 86 h 164665"/>
                <a:gd name="connsiteX8" fmla="*/ 235 w 112102"/>
                <a:gd name="connsiteY8" fmla="*/ 44476 h 164665"/>
                <a:gd name="connsiteX9" fmla="*/ 13677 w 112102"/>
                <a:gd name="connsiteY9" fmla="*/ 58364 h 164665"/>
                <a:gd name="connsiteX10" fmla="*/ 27119 w 112102"/>
                <a:gd name="connsiteY10" fmla="*/ 45220 h 164665"/>
                <a:gd name="connsiteX11" fmla="*/ 12155 w 112102"/>
                <a:gd name="connsiteY11" fmla="*/ 32077 h 164665"/>
                <a:gd name="connsiteX12" fmla="*/ 49185 w 112102"/>
                <a:gd name="connsiteY12" fmla="*/ 9014 h 164665"/>
                <a:gd name="connsiteX13" fmla="*/ 87736 w 112102"/>
                <a:gd name="connsiteY13" fmla="*/ 48444 h 164665"/>
                <a:gd name="connsiteX14" fmla="*/ 63895 w 112102"/>
                <a:gd name="connsiteY14" fmla="*/ 96058 h 164665"/>
                <a:gd name="connsiteX15" fmla="*/ 2771 w 112102"/>
                <a:gd name="connsiteY15" fmla="*/ 155080 h 164665"/>
                <a:gd name="connsiteX16" fmla="*/ 235 w 112102"/>
                <a:gd name="connsiteY16" fmla="*/ 164752 h 164665"/>
                <a:gd name="connsiteX17" fmla="*/ 104729 w 112102"/>
                <a:gd name="connsiteY17" fmla="*/ 164752 h 164665"/>
                <a:gd name="connsiteX18" fmla="*/ 112338 w 112102"/>
                <a:gd name="connsiteY18" fmla="*/ 119617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2102" h="164665">
                  <a:moveTo>
                    <a:pt x="112338" y="119617"/>
                  </a:moveTo>
                  <a:lnTo>
                    <a:pt x="103714" y="119617"/>
                  </a:lnTo>
                  <a:cubicBezTo>
                    <a:pt x="102954" y="125073"/>
                    <a:pt x="100417" y="139705"/>
                    <a:pt x="97120" y="142184"/>
                  </a:cubicBezTo>
                  <a:cubicBezTo>
                    <a:pt x="95091" y="143672"/>
                    <a:pt x="75562" y="143672"/>
                    <a:pt x="72011" y="143672"/>
                  </a:cubicBezTo>
                  <a:lnTo>
                    <a:pt x="25344" y="143672"/>
                  </a:lnTo>
                  <a:cubicBezTo>
                    <a:pt x="51975" y="120609"/>
                    <a:pt x="60852" y="113666"/>
                    <a:pt x="76069" y="102010"/>
                  </a:cubicBezTo>
                  <a:cubicBezTo>
                    <a:pt x="94838" y="87379"/>
                    <a:pt x="112338" y="72003"/>
                    <a:pt x="112338" y="48444"/>
                  </a:cubicBezTo>
                  <a:cubicBezTo>
                    <a:pt x="112338" y="18437"/>
                    <a:pt x="85453" y="86"/>
                    <a:pt x="52989" y="86"/>
                  </a:cubicBezTo>
                  <a:cubicBezTo>
                    <a:pt x="21540" y="86"/>
                    <a:pt x="235" y="21661"/>
                    <a:pt x="235" y="44476"/>
                  </a:cubicBezTo>
                  <a:cubicBezTo>
                    <a:pt x="235" y="57124"/>
                    <a:pt x="11141" y="58364"/>
                    <a:pt x="13677" y="58364"/>
                  </a:cubicBezTo>
                  <a:cubicBezTo>
                    <a:pt x="19764" y="58364"/>
                    <a:pt x="27119" y="54148"/>
                    <a:pt x="27119" y="45220"/>
                  </a:cubicBezTo>
                  <a:cubicBezTo>
                    <a:pt x="27119" y="40757"/>
                    <a:pt x="25344" y="32077"/>
                    <a:pt x="12155" y="32077"/>
                  </a:cubicBezTo>
                  <a:cubicBezTo>
                    <a:pt x="20018" y="14470"/>
                    <a:pt x="37264" y="9014"/>
                    <a:pt x="49185" y="9014"/>
                  </a:cubicBezTo>
                  <a:cubicBezTo>
                    <a:pt x="74547" y="9014"/>
                    <a:pt x="87736" y="28357"/>
                    <a:pt x="87736" y="48444"/>
                  </a:cubicBezTo>
                  <a:cubicBezTo>
                    <a:pt x="87736" y="70019"/>
                    <a:pt x="72011" y="87131"/>
                    <a:pt x="63895" y="96058"/>
                  </a:cubicBezTo>
                  <a:lnTo>
                    <a:pt x="2771" y="155080"/>
                  </a:lnTo>
                  <a:cubicBezTo>
                    <a:pt x="235" y="157312"/>
                    <a:pt x="235" y="157808"/>
                    <a:pt x="235" y="164752"/>
                  </a:cubicBezTo>
                  <a:lnTo>
                    <a:pt x="104729" y="164752"/>
                  </a:lnTo>
                  <a:lnTo>
                    <a:pt x="112338" y="119617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57" name="Group 956" descr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 title="IguanaTex Vector Display">
            <a:extLst>
              <a:ext uri="{FF2B5EF4-FFF2-40B4-BE49-F238E27FC236}">
                <a16:creationId xmlns:a16="http://schemas.microsoft.com/office/drawing/2014/main" id="{DA9DE207-5B66-AE48-AC0B-B7958347F080}"/>
              </a:ext>
            </a:extLst>
          </p:cNvPr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882309" y="5390494"/>
            <a:ext cx="383053" cy="209728"/>
            <a:chOff x="10919285" y="5637111"/>
            <a:chExt cx="383053" cy="209728"/>
          </a:xfrm>
        </p:grpSpPr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485CB83-16D5-E84D-C3FE-FFE08FFBC07D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0919285" y="56371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69D75A90-CC00-87B2-AF94-079A1F1DC471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1178062" y="5679694"/>
              <a:ext cx="124276" cy="167145"/>
            </a:xfrm>
            <a:custGeom>
              <a:avLst/>
              <a:gdLst>
                <a:gd name="connsiteX0" fmla="*/ 124512 w 124276"/>
                <a:gd name="connsiteY0" fmla="*/ 126561 h 167145"/>
                <a:gd name="connsiteX1" fmla="*/ 124512 w 124276"/>
                <a:gd name="connsiteY1" fmla="*/ 117633 h 167145"/>
                <a:gd name="connsiteX2" fmla="*/ 96359 w 124276"/>
                <a:gd name="connsiteY2" fmla="*/ 117633 h 167145"/>
                <a:gd name="connsiteX3" fmla="*/ 96359 w 124276"/>
                <a:gd name="connsiteY3" fmla="*/ 7030 h 167145"/>
                <a:gd name="connsiteX4" fmla="*/ 90780 w 124276"/>
                <a:gd name="connsiteY4" fmla="*/ 86 h 167145"/>
                <a:gd name="connsiteX5" fmla="*/ 84185 w 124276"/>
                <a:gd name="connsiteY5" fmla="*/ 3558 h 167145"/>
                <a:gd name="connsiteX6" fmla="*/ 235 w 124276"/>
                <a:gd name="connsiteY6" fmla="*/ 117633 h 167145"/>
                <a:gd name="connsiteX7" fmla="*/ 235 w 124276"/>
                <a:gd name="connsiteY7" fmla="*/ 126561 h 167145"/>
                <a:gd name="connsiteX8" fmla="*/ 74801 w 124276"/>
                <a:gd name="connsiteY8" fmla="*/ 126561 h 167145"/>
                <a:gd name="connsiteX9" fmla="*/ 74801 w 124276"/>
                <a:gd name="connsiteY9" fmla="*/ 146896 h 167145"/>
                <a:gd name="connsiteX10" fmla="*/ 54257 w 124276"/>
                <a:gd name="connsiteY10" fmla="*/ 158304 h 167145"/>
                <a:gd name="connsiteX11" fmla="*/ 47409 w 124276"/>
                <a:gd name="connsiteY11" fmla="*/ 158304 h 167145"/>
                <a:gd name="connsiteX12" fmla="*/ 47409 w 124276"/>
                <a:gd name="connsiteY12" fmla="*/ 167231 h 167145"/>
                <a:gd name="connsiteX13" fmla="*/ 85453 w 124276"/>
                <a:gd name="connsiteY13" fmla="*/ 166240 h 167145"/>
                <a:gd name="connsiteX14" fmla="*/ 123751 w 124276"/>
                <a:gd name="connsiteY14" fmla="*/ 167231 h 167145"/>
                <a:gd name="connsiteX15" fmla="*/ 123751 w 124276"/>
                <a:gd name="connsiteY15" fmla="*/ 158304 h 167145"/>
                <a:gd name="connsiteX16" fmla="*/ 116903 w 124276"/>
                <a:gd name="connsiteY16" fmla="*/ 158304 h 167145"/>
                <a:gd name="connsiteX17" fmla="*/ 96359 w 124276"/>
                <a:gd name="connsiteY17" fmla="*/ 146896 h 167145"/>
                <a:gd name="connsiteX18" fmla="*/ 96359 w 124276"/>
                <a:gd name="connsiteY18" fmla="*/ 126561 h 167145"/>
                <a:gd name="connsiteX19" fmla="*/ 124512 w 124276"/>
                <a:gd name="connsiteY19" fmla="*/ 126561 h 167145"/>
                <a:gd name="connsiteX20" fmla="*/ 76576 w 124276"/>
                <a:gd name="connsiteY20" fmla="*/ 26869 h 167145"/>
                <a:gd name="connsiteX21" fmla="*/ 76576 w 124276"/>
                <a:gd name="connsiteY21" fmla="*/ 117633 h 167145"/>
                <a:gd name="connsiteX22" fmla="*/ 9619 w 124276"/>
                <a:gd name="connsiteY22" fmla="*/ 117633 h 167145"/>
                <a:gd name="connsiteX23" fmla="*/ 76576 w 124276"/>
                <a:gd name="connsiteY23" fmla="*/ 26869 h 167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4276" h="167145">
                  <a:moveTo>
                    <a:pt x="124512" y="126561"/>
                  </a:moveTo>
                  <a:lnTo>
                    <a:pt x="124512" y="117633"/>
                  </a:lnTo>
                  <a:lnTo>
                    <a:pt x="96359" y="117633"/>
                  </a:lnTo>
                  <a:lnTo>
                    <a:pt x="96359" y="7030"/>
                  </a:lnTo>
                  <a:cubicBezTo>
                    <a:pt x="96359" y="1822"/>
                    <a:pt x="96359" y="86"/>
                    <a:pt x="90780" y="86"/>
                  </a:cubicBezTo>
                  <a:cubicBezTo>
                    <a:pt x="87736" y="86"/>
                    <a:pt x="86721" y="86"/>
                    <a:pt x="84185" y="3558"/>
                  </a:cubicBezTo>
                  <a:lnTo>
                    <a:pt x="235" y="117633"/>
                  </a:lnTo>
                  <a:lnTo>
                    <a:pt x="235" y="126561"/>
                  </a:lnTo>
                  <a:lnTo>
                    <a:pt x="74801" y="126561"/>
                  </a:lnTo>
                  <a:lnTo>
                    <a:pt x="74801" y="146896"/>
                  </a:lnTo>
                  <a:cubicBezTo>
                    <a:pt x="74801" y="155328"/>
                    <a:pt x="74801" y="158304"/>
                    <a:pt x="54257" y="158304"/>
                  </a:cubicBezTo>
                  <a:lnTo>
                    <a:pt x="47409" y="158304"/>
                  </a:lnTo>
                  <a:lnTo>
                    <a:pt x="47409" y="167231"/>
                  </a:lnTo>
                  <a:cubicBezTo>
                    <a:pt x="60091" y="166735"/>
                    <a:pt x="76323" y="166240"/>
                    <a:pt x="85453" y="166240"/>
                  </a:cubicBezTo>
                  <a:cubicBezTo>
                    <a:pt x="94838" y="166240"/>
                    <a:pt x="111070" y="166735"/>
                    <a:pt x="123751" y="167231"/>
                  </a:cubicBezTo>
                  <a:lnTo>
                    <a:pt x="123751" y="158304"/>
                  </a:lnTo>
                  <a:lnTo>
                    <a:pt x="116903" y="158304"/>
                  </a:lnTo>
                  <a:cubicBezTo>
                    <a:pt x="96359" y="158304"/>
                    <a:pt x="96359" y="155328"/>
                    <a:pt x="96359" y="146896"/>
                  </a:cubicBezTo>
                  <a:lnTo>
                    <a:pt x="96359" y="126561"/>
                  </a:lnTo>
                  <a:lnTo>
                    <a:pt x="124512" y="126561"/>
                  </a:lnTo>
                  <a:close/>
                  <a:moveTo>
                    <a:pt x="76576" y="26869"/>
                  </a:moveTo>
                  <a:lnTo>
                    <a:pt x="76576" y="117633"/>
                  </a:lnTo>
                  <a:lnTo>
                    <a:pt x="9619" y="117633"/>
                  </a:lnTo>
                  <a:lnTo>
                    <a:pt x="76576" y="26869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58" name="Group 957" descr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 title="IguanaTex Vector Display">
            <a:extLst>
              <a:ext uri="{FF2B5EF4-FFF2-40B4-BE49-F238E27FC236}">
                <a16:creationId xmlns:a16="http://schemas.microsoft.com/office/drawing/2014/main" id="{B014BD66-FEB4-BA5E-7917-450FCEFF7132}"/>
              </a:ext>
            </a:extLst>
          </p:cNvPr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884210" y="4910494"/>
            <a:ext cx="379250" cy="214688"/>
            <a:chOff x="11071685" y="5789511"/>
            <a:chExt cx="379250" cy="214688"/>
          </a:xfrm>
        </p:grpSpPr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57CD6714-088E-16EE-C389-B0EE48ED5B10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1071685" y="57895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986802D8-AFF5-BC20-7458-D53F1B8624D0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1334267" y="5834574"/>
              <a:ext cx="116668" cy="169625"/>
            </a:xfrm>
            <a:custGeom>
              <a:avLst/>
              <a:gdLst>
                <a:gd name="connsiteX0" fmla="*/ 55779 w 116668"/>
                <a:gd name="connsiteY0" fmla="*/ 81923 h 169625"/>
                <a:gd name="connsiteX1" fmla="*/ 89765 w 116668"/>
                <a:gd name="connsiteY1" fmla="*/ 121849 h 169625"/>
                <a:gd name="connsiteX2" fmla="*/ 56794 w 116668"/>
                <a:gd name="connsiteY2" fmla="*/ 161776 h 169625"/>
                <a:gd name="connsiteX3" fmla="*/ 13677 w 116668"/>
                <a:gd name="connsiteY3" fmla="*/ 144416 h 169625"/>
                <a:gd name="connsiteX4" fmla="*/ 28387 w 116668"/>
                <a:gd name="connsiteY4" fmla="*/ 130529 h 169625"/>
                <a:gd name="connsiteX5" fmla="*/ 14438 w 116668"/>
                <a:gd name="connsiteY5" fmla="*/ 116889 h 169625"/>
                <a:gd name="connsiteX6" fmla="*/ 235 w 116668"/>
                <a:gd name="connsiteY6" fmla="*/ 131273 h 169625"/>
                <a:gd name="connsiteX7" fmla="*/ 57301 w 116668"/>
                <a:gd name="connsiteY7" fmla="*/ 169711 h 169625"/>
                <a:gd name="connsiteX8" fmla="*/ 116903 w 116668"/>
                <a:gd name="connsiteY8" fmla="*/ 121849 h 169625"/>
                <a:gd name="connsiteX9" fmla="*/ 72772 w 116668"/>
                <a:gd name="connsiteY9" fmla="*/ 77459 h 169625"/>
                <a:gd name="connsiteX10" fmla="*/ 109041 w 116668"/>
                <a:gd name="connsiteY10" fmla="*/ 34309 h 169625"/>
                <a:gd name="connsiteX11" fmla="*/ 57808 w 116668"/>
                <a:gd name="connsiteY11" fmla="*/ 86 h 169625"/>
                <a:gd name="connsiteX12" fmla="*/ 8097 w 116668"/>
                <a:gd name="connsiteY12" fmla="*/ 33317 h 169625"/>
                <a:gd name="connsiteX13" fmla="*/ 21286 w 116668"/>
                <a:gd name="connsiteY13" fmla="*/ 46460 h 169625"/>
                <a:gd name="connsiteX14" fmla="*/ 34221 w 116668"/>
                <a:gd name="connsiteY14" fmla="*/ 33813 h 169625"/>
                <a:gd name="connsiteX15" fmla="*/ 21286 w 116668"/>
                <a:gd name="connsiteY15" fmla="*/ 20917 h 169625"/>
                <a:gd name="connsiteX16" fmla="*/ 57047 w 116668"/>
                <a:gd name="connsiteY16" fmla="*/ 7278 h 169625"/>
                <a:gd name="connsiteX17" fmla="*/ 84439 w 116668"/>
                <a:gd name="connsiteY17" fmla="*/ 34309 h 169625"/>
                <a:gd name="connsiteX18" fmla="*/ 74294 w 116668"/>
                <a:gd name="connsiteY18" fmla="*/ 63820 h 169625"/>
                <a:gd name="connsiteX19" fmla="*/ 46141 w 116668"/>
                <a:gd name="connsiteY19" fmla="*/ 74483 h 169625"/>
                <a:gd name="connsiteX20" fmla="*/ 38025 w 116668"/>
                <a:gd name="connsiteY20" fmla="*/ 75227 h 169625"/>
                <a:gd name="connsiteX21" fmla="*/ 35489 w 116668"/>
                <a:gd name="connsiteY21" fmla="*/ 78451 h 169625"/>
                <a:gd name="connsiteX22" fmla="*/ 42083 w 116668"/>
                <a:gd name="connsiteY22" fmla="*/ 81923 h 169625"/>
                <a:gd name="connsiteX23" fmla="*/ 55779 w 116668"/>
                <a:gd name="connsiteY23" fmla="*/ 81923 h 169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6668" h="169625">
                  <a:moveTo>
                    <a:pt x="55779" y="81923"/>
                  </a:moveTo>
                  <a:cubicBezTo>
                    <a:pt x="75562" y="81923"/>
                    <a:pt x="89765" y="95314"/>
                    <a:pt x="89765" y="121849"/>
                  </a:cubicBezTo>
                  <a:cubicBezTo>
                    <a:pt x="89765" y="152600"/>
                    <a:pt x="71504" y="161776"/>
                    <a:pt x="56794" y="161776"/>
                  </a:cubicBezTo>
                  <a:cubicBezTo>
                    <a:pt x="46649" y="161776"/>
                    <a:pt x="24329" y="159048"/>
                    <a:pt x="13677" y="144416"/>
                  </a:cubicBezTo>
                  <a:cubicBezTo>
                    <a:pt x="25598" y="143920"/>
                    <a:pt x="28387" y="135737"/>
                    <a:pt x="28387" y="130529"/>
                  </a:cubicBezTo>
                  <a:cubicBezTo>
                    <a:pt x="28387" y="122593"/>
                    <a:pt x="22300" y="116889"/>
                    <a:pt x="14438" y="116889"/>
                  </a:cubicBezTo>
                  <a:cubicBezTo>
                    <a:pt x="7336" y="116889"/>
                    <a:pt x="235" y="121105"/>
                    <a:pt x="235" y="131273"/>
                  </a:cubicBezTo>
                  <a:cubicBezTo>
                    <a:pt x="235" y="154584"/>
                    <a:pt x="26612" y="169711"/>
                    <a:pt x="57301" y="169711"/>
                  </a:cubicBezTo>
                  <a:cubicBezTo>
                    <a:pt x="92555" y="169711"/>
                    <a:pt x="116903" y="146648"/>
                    <a:pt x="116903" y="121849"/>
                  </a:cubicBezTo>
                  <a:cubicBezTo>
                    <a:pt x="116903" y="102506"/>
                    <a:pt x="100671" y="83163"/>
                    <a:pt x="72772" y="77459"/>
                  </a:cubicBezTo>
                  <a:cubicBezTo>
                    <a:pt x="99403" y="68035"/>
                    <a:pt x="109041" y="49436"/>
                    <a:pt x="109041" y="34309"/>
                  </a:cubicBezTo>
                  <a:cubicBezTo>
                    <a:pt x="109041" y="14718"/>
                    <a:pt x="85961" y="86"/>
                    <a:pt x="57808" y="86"/>
                  </a:cubicBezTo>
                  <a:cubicBezTo>
                    <a:pt x="29656" y="86"/>
                    <a:pt x="8097" y="13478"/>
                    <a:pt x="8097" y="33317"/>
                  </a:cubicBezTo>
                  <a:cubicBezTo>
                    <a:pt x="8097" y="41748"/>
                    <a:pt x="13677" y="46460"/>
                    <a:pt x="21286" y="46460"/>
                  </a:cubicBezTo>
                  <a:cubicBezTo>
                    <a:pt x="29148" y="46460"/>
                    <a:pt x="34221" y="40757"/>
                    <a:pt x="34221" y="33813"/>
                  </a:cubicBezTo>
                  <a:cubicBezTo>
                    <a:pt x="34221" y="26621"/>
                    <a:pt x="29148" y="21413"/>
                    <a:pt x="21286" y="20917"/>
                  </a:cubicBezTo>
                  <a:cubicBezTo>
                    <a:pt x="30163" y="10006"/>
                    <a:pt x="47663" y="7278"/>
                    <a:pt x="57047" y="7278"/>
                  </a:cubicBezTo>
                  <a:cubicBezTo>
                    <a:pt x="68460" y="7278"/>
                    <a:pt x="84439" y="12734"/>
                    <a:pt x="84439" y="34309"/>
                  </a:cubicBezTo>
                  <a:cubicBezTo>
                    <a:pt x="84439" y="44724"/>
                    <a:pt x="80888" y="56132"/>
                    <a:pt x="74294" y="63820"/>
                  </a:cubicBezTo>
                  <a:cubicBezTo>
                    <a:pt x="65924" y="73243"/>
                    <a:pt x="58823" y="73739"/>
                    <a:pt x="46141" y="74483"/>
                  </a:cubicBezTo>
                  <a:cubicBezTo>
                    <a:pt x="39801" y="74979"/>
                    <a:pt x="39293" y="74979"/>
                    <a:pt x="38025" y="75227"/>
                  </a:cubicBezTo>
                  <a:cubicBezTo>
                    <a:pt x="37518" y="75227"/>
                    <a:pt x="35489" y="75723"/>
                    <a:pt x="35489" y="78451"/>
                  </a:cubicBezTo>
                  <a:cubicBezTo>
                    <a:pt x="35489" y="81923"/>
                    <a:pt x="37772" y="81923"/>
                    <a:pt x="42083" y="81923"/>
                  </a:cubicBezTo>
                  <a:lnTo>
                    <a:pt x="55779" y="81923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sp>
        <p:nvSpPr>
          <p:cNvPr id="606" name="Freeform: Shape 605">
            <a:extLst>
              <a:ext uri="{FF2B5EF4-FFF2-40B4-BE49-F238E27FC236}">
                <a16:creationId xmlns:a16="http://schemas.microsoft.com/office/drawing/2014/main" id="{7D1E80EC-4472-18D1-7E8F-6049E8E64E8A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660119" y="3336083"/>
            <a:ext cx="263128" cy="312498"/>
          </a:xfrm>
          <a:custGeom>
            <a:avLst/>
            <a:gdLst>
              <a:gd name="connsiteX0" fmla="*/ 187762 w 263128"/>
              <a:gd name="connsiteY0" fmla="*/ 238227 h 312498"/>
              <a:gd name="connsiteX1" fmla="*/ 261268 w 263128"/>
              <a:gd name="connsiteY1" fmla="*/ 125643 h 312498"/>
              <a:gd name="connsiteX2" fmla="*/ 130947 w 263128"/>
              <a:gd name="connsiteY2" fmla="*/ 82 h 312498"/>
              <a:gd name="connsiteX3" fmla="*/ 270 w 263128"/>
              <a:gd name="connsiteY3" fmla="*/ 125643 h 312498"/>
              <a:gd name="connsiteX4" fmla="*/ 130947 w 263128"/>
              <a:gd name="connsiteY4" fmla="*/ 248398 h 312498"/>
              <a:gd name="connsiteX5" fmla="*/ 164681 w 263128"/>
              <a:gd name="connsiteY5" fmla="*/ 245241 h 312498"/>
              <a:gd name="connsiteX6" fmla="*/ 214750 w 263128"/>
              <a:gd name="connsiteY6" fmla="*/ 312581 h 312498"/>
              <a:gd name="connsiteX7" fmla="*/ 263399 w 263128"/>
              <a:gd name="connsiteY7" fmla="*/ 247346 h 312498"/>
              <a:gd name="connsiteX8" fmla="*/ 257007 w 263128"/>
              <a:gd name="connsiteY8" fmla="*/ 238227 h 312498"/>
              <a:gd name="connsiteX9" fmla="*/ 250615 w 263128"/>
              <a:gd name="connsiteY9" fmla="*/ 245241 h 312498"/>
              <a:gd name="connsiteX10" fmla="*/ 220432 w 263128"/>
              <a:gd name="connsiteY10" fmla="*/ 258920 h 312498"/>
              <a:gd name="connsiteX11" fmla="*/ 187762 w 263128"/>
              <a:gd name="connsiteY11" fmla="*/ 238227 h 312498"/>
              <a:gd name="connsiteX12" fmla="*/ 97212 w 263128"/>
              <a:gd name="connsiteY12" fmla="*/ 226653 h 312498"/>
              <a:gd name="connsiteX13" fmla="*/ 52470 w 263128"/>
              <a:gd name="connsiteY13" fmla="*/ 125292 h 312498"/>
              <a:gd name="connsiteX14" fmla="*/ 65608 w 263128"/>
              <a:gd name="connsiteY14" fmla="*/ 53042 h 312498"/>
              <a:gd name="connsiteX15" fmla="*/ 130591 w 263128"/>
              <a:gd name="connsiteY15" fmla="*/ 14111 h 312498"/>
              <a:gd name="connsiteX16" fmla="*/ 194509 w 263128"/>
              <a:gd name="connsiteY16" fmla="*/ 50938 h 312498"/>
              <a:gd name="connsiteX17" fmla="*/ 209068 w 263128"/>
              <a:gd name="connsiteY17" fmla="*/ 125292 h 312498"/>
              <a:gd name="connsiteX18" fmla="*/ 174979 w 263128"/>
              <a:gd name="connsiteY18" fmla="*/ 220340 h 312498"/>
              <a:gd name="connsiteX19" fmla="*/ 130591 w 263128"/>
              <a:gd name="connsiteY19" fmla="*/ 190177 h 312498"/>
              <a:gd name="connsiteX20" fmla="*/ 96147 w 263128"/>
              <a:gd name="connsiteY20" fmla="*/ 218937 h 312498"/>
              <a:gd name="connsiteX21" fmla="*/ 97212 w 263128"/>
              <a:gd name="connsiteY21" fmla="*/ 226653 h 312498"/>
              <a:gd name="connsiteX22" fmla="*/ 160065 w 263128"/>
              <a:gd name="connsiteY22" fmla="*/ 228757 h 312498"/>
              <a:gd name="connsiteX23" fmla="*/ 130947 w 263128"/>
              <a:gd name="connsiteY23" fmla="*/ 234369 h 312498"/>
              <a:gd name="connsiteX24" fmla="*/ 108930 w 263128"/>
              <a:gd name="connsiteY24" fmla="*/ 218937 h 312498"/>
              <a:gd name="connsiteX25" fmla="*/ 130947 w 263128"/>
              <a:gd name="connsiteY25" fmla="*/ 202803 h 312498"/>
              <a:gd name="connsiteX26" fmla="*/ 160065 w 263128"/>
              <a:gd name="connsiteY26" fmla="*/ 228757 h 312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63128" h="312498">
                <a:moveTo>
                  <a:pt x="187762" y="238227"/>
                </a:moveTo>
                <a:cubicBezTo>
                  <a:pt x="245999" y="215780"/>
                  <a:pt x="261268" y="163872"/>
                  <a:pt x="261268" y="125643"/>
                </a:cubicBezTo>
                <a:cubicBezTo>
                  <a:pt x="261268" y="49886"/>
                  <a:pt x="209779" y="82"/>
                  <a:pt x="130947" y="82"/>
                </a:cubicBezTo>
                <a:cubicBezTo>
                  <a:pt x="49629" y="82"/>
                  <a:pt x="270" y="51990"/>
                  <a:pt x="270" y="125643"/>
                </a:cubicBezTo>
                <a:cubicBezTo>
                  <a:pt x="270" y="197192"/>
                  <a:pt x="48563" y="248398"/>
                  <a:pt x="130947" y="248398"/>
                </a:cubicBezTo>
                <a:cubicBezTo>
                  <a:pt x="138759" y="248398"/>
                  <a:pt x="150477" y="248047"/>
                  <a:pt x="164681" y="245241"/>
                </a:cubicBezTo>
                <a:cubicBezTo>
                  <a:pt x="174624" y="284874"/>
                  <a:pt x="181726" y="312581"/>
                  <a:pt x="214750" y="312581"/>
                </a:cubicBezTo>
                <a:cubicBezTo>
                  <a:pt x="250970" y="312581"/>
                  <a:pt x="263399" y="271195"/>
                  <a:pt x="263399" y="247346"/>
                </a:cubicBezTo>
                <a:cubicBezTo>
                  <a:pt x="263399" y="244540"/>
                  <a:pt x="263399" y="238227"/>
                  <a:pt x="257007" y="238227"/>
                </a:cubicBezTo>
                <a:cubicBezTo>
                  <a:pt x="251680" y="238227"/>
                  <a:pt x="250970" y="242786"/>
                  <a:pt x="250615" y="245241"/>
                </a:cubicBezTo>
                <a:cubicBezTo>
                  <a:pt x="248484" y="258569"/>
                  <a:pt x="226468" y="258920"/>
                  <a:pt x="220432" y="258920"/>
                </a:cubicBezTo>
                <a:cubicBezTo>
                  <a:pt x="212264" y="258920"/>
                  <a:pt x="201611" y="258920"/>
                  <a:pt x="187762" y="238227"/>
                </a:cubicBezTo>
                <a:close/>
                <a:moveTo>
                  <a:pt x="97212" y="226653"/>
                </a:moveTo>
                <a:cubicBezTo>
                  <a:pt x="53535" y="205960"/>
                  <a:pt x="52470" y="152649"/>
                  <a:pt x="52470" y="125292"/>
                </a:cubicBezTo>
                <a:cubicBezTo>
                  <a:pt x="52470" y="111263"/>
                  <a:pt x="52470" y="77944"/>
                  <a:pt x="65608" y="53042"/>
                </a:cubicBezTo>
                <a:cubicBezTo>
                  <a:pt x="84073" y="19372"/>
                  <a:pt x="114612" y="14111"/>
                  <a:pt x="130591" y="14111"/>
                </a:cubicBezTo>
                <a:cubicBezTo>
                  <a:pt x="149767" y="14111"/>
                  <a:pt x="177465" y="21126"/>
                  <a:pt x="194509" y="50938"/>
                </a:cubicBezTo>
                <a:cubicBezTo>
                  <a:pt x="208003" y="74437"/>
                  <a:pt x="209068" y="104599"/>
                  <a:pt x="209068" y="125292"/>
                </a:cubicBezTo>
                <a:cubicBezTo>
                  <a:pt x="209068" y="144933"/>
                  <a:pt x="209068" y="197192"/>
                  <a:pt x="174979" y="220340"/>
                </a:cubicBezTo>
                <a:cubicBezTo>
                  <a:pt x="167167" y="208766"/>
                  <a:pt x="154383" y="190177"/>
                  <a:pt x="130591" y="190177"/>
                </a:cubicBezTo>
                <a:cubicBezTo>
                  <a:pt x="112481" y="190177"/>
                  <a:pt x="96147" y="202102"/>
                  <a:pt x="96147" y="218937"/>
                </a:cubicBezTo>
                <a:cubicBezTo>
                  <a:pt x="96147" y="221041"/>
                  <a:pt x="96502" y="224899"/>
                  <a:pt x="97212" y="226653"/>
                </a:cubicBezTo>
                <a:close/>
                <a:moveTo>
                  <a:pt x="160065" y="228757"/>
                </a:moveTo>
                <a:cubicBezTo>
                  <a:pt x="151187" y="232615"/>
                  <a:pt x="140534" y="234369"/>
                  <a:pt x="130947" y="234369"/>
                </a:cubicBezTo>
                <a:cubicBezTo>
                  <a:pt x="111416" y="234369"/>
                  <a:pt x="108930" y="223145"/>
                  <a:pt x="108930" y="218937"/>
                </a:cubicBezTo>
                <a:cubicBezTo>
                  <a:pt x="108930" y="209467"/>
                  <a:pt x="119228" y="202803"/>
                  <a:pt x="130947" y="202803"/>
                </a:cubicBezTo>
                <a:cubicBezTo>
                  <a:pt x="140889" y="202803"/>
                  <a:pt x="152963" y="206661"/>
                  <a:pt x="160065" y="228757"/>
                </a:cubicBez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grpSp>
        <p:nvGrpSpPr>
          <p:cNvPr id="735" name="Group 734">
            <a:extLst>
              <a:ext uri="{FF2B5EF4-FFF2-40B4-BE49-F238E27FC236}">
                <a16:creationId xmlns:a16="http://schemas.microsoft.com/office/drawing/2014/main" id="{AFFAD2DE-4547-44B6-490B-3B51AC436D4D}"/>
              </a:ext>
            </a:extLst>
          </p:cNvPr>
          <p:cNvGrpSpPr/>
          <p:nvPr/>
        </p:nvGrpSpPr>
        <p:grpSpPr>
          <a:xfrm>
            <a:off x="3143983" y="4827338"/>
            <a:ext cx="1317874" cy="381000"/>
            <a:chOff x="3726310" y="4827338"/>
            <a:chExt cx="1317874" cy="381000"/>
          </a:xfrm>
        </p:grpSpPr>
        <p:sp>
          <p:nvSpPr>
            <p:cNvPr id="608" name="Rounded Rectangle 7 1">
              <a:extLst>
                <a:ext uri="{FF2B5EF4-FFF2-40B4-BE49-F238E27FC236}">
                  <a16:creationId xmlns:a16="http://schemas.microsoft.com/office/drawing/2014/main" id="{AD4A51CD-9B3E-2A90-8414-06082BCB4FF5}"/>
                </a:ext>
              </a:extLst>
            </p:cNvPr>
            <p:cNvSpPr/>
            <p:nvPr/>
          </p:nvSpPr>
          <p:spPr>
            <a:xfrm rot="5400000">
              <a:off x="4194747" y="435890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392921E7-9096-7C35-337D-76A1167C1DAD}"/>
                </a:ext>
              </a:extLst>
            </p:cNvPr>
            <p:cNvSpPr/>
            <p:nvPr/>
          </p:nvSpPr>
          <p:spPr>
            <a:xfrm rot="5400000">
              <a:off x="4640710" y="490353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1" name="Oval 610">
              <a:extLst>
                <a:ext uri="{FF2B5EF4-FFF2-40B4-BE49-F238E27FC236}">
                  <a16:creationId xmlns:a16="http://schemas.microsoft.com/office/drawing/2014/main" id="{BAFF8B30-333D-4B89-6DB7-E0CCB5FFE921}"/>
                </a:ext>
              </a:extLst>
            </p:cNvPr>
            <p:cNvSpPr/>
            <p:nvPr/>
          </p:nvSpPr>
          <p:spPr>
            <a:xfrm rot="5400000">
              <a:off x="4259710" y="490353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2" name="Oval 611">
              <a:extLst>
                <a:ext uri="{FF2B5EF4-FFF2-40B4-BE49-F238E27FC236}">
                  <a16:creationId xmlns:a16="http://schemas.microsoft.com/office/drawing/2014/main" id="{F560265D-E0C2-C524-7C0D-1335D4F53F1B}"/>
                </a:ext>
              </a:extLst>
            </p:cNvPr>
            <p:cNvSpPr/>
            <p:nvPr/>
          </p:nvSpPr>
          <p:spPr>
            <a:xfrm rot="5400000">
              <a:off x="3878710" y="490353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564DEA41-45A4-C816-2DCC-48136AA4CB5A}"/>
              </a:ext>
            </a:extLst>
          </p:cNvPr>
          <p:cNvGrpSpPr/>
          <p:nvPr/>
        </p:nvGrpSpPr>
        <p:grpSpPr>
          <a:xfrm>
            <a:off x="3143983" y="4349818"/>
            <a:ext cx="1317874" cy="381000"/>
            <a:chOff x="3726310" y="4349818"/>
            <a:chExt cx="1317874" cy="381000"/>
          </a:xfrm>
        </p:grpSpPr>
        <p:sp>
          <p:nvSpPr>
            <p:cNvPr id="614" name="Rounded Rectangle 49">
              <a:extLst>
                <a:ext uri="{FF2B5EF4-FFF2-40B4-BE49-F238E27FC236}">
                  <a16:creationId xmlns:a16="http://schemas.microsoft.com/office/drawing/2014/main" id="{5F77189A-8A2B-B8D8-C167-5D6C767F4909}"/>
                </a:ext>
              </a:extLst>
            </p:cNvPr>
            <p:cNvSpPr/>
            <p:nvPr/>
          </p:nvSpPr>
          <p:spPr>
            <a:xfrm rot="5400000">
              <a:off x="4194747" y="388138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6" name="Oval 615">
              <a:extLst>
                <a:ext uri="{FF2B5EF4-FFF2-40B4-BE49-F238E27FC236}">
                  <a16:creationId xmlns:a16="http://schemas.microsoft.com/office/drawing/2014/main" id="{A691F041-5055-0D05-2756-4D7D9CDC23E9}"/>
                </a:ext>
              </a:extLst>
            </p:cNvPr>
            <p:cNvSpPr/>
            <p:nvPr/>
          </p:nvSpPr>
          <p:spPr>
            <a:xfrm rot="5400000">
              <a:off x="4640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91D558DB-6A83-9B99-D6E0-A5A1296BC38F}"/>
                </a:ext>
              </a:extLst>
            </p:cNvPr>
            <p:cNvSpPr/>
            <p:nvPr/>
          </p:nvSpPr>
          <p:spPr>
            <a:xfrm rot="5400000">
              <a:off x="4259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8" name="Oval 617">
              <a:extLst>
                <a:ext uri="{FF2B5EF4-FFF2-40B4-BE49-F238E27FC236}">
                  <a16:creationId xmlns:a16="http://schemas.microsoft.com/office/drawing/2014/main" id="{CA957F41-FDC6-8A6E-D702-7FB83D25E783}"/>
                </a:ext>
              </a:extLst>
            </p:cNvPr>
            <p:cNvSpPr/>
            <p:nvPr/>
          </p:nvSpPr>
          <p:spPr>
            <a:xfrm rot="5400000">
              <a:off x="3878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3" name="Group 732">
            <a:extLst>
              <a:ext uri="{FF2B5EF4-FFF2-40B4-BE49-F238E27FC236}">
                <a16:creationId xmlns:a16="http://schemas.microsoft.com/office/drawing/2014/main" id="{01D2906B-FD04-5F18-43EF-F9897E8BC0AA}"/>
              </a:ext>
            </a:extLst>
          </p:cNvPr>
          <p:cNvGrpSpPr/>
          <p:nvPr/>
        </p:nvGrpSpPr>
        <p:grpSpPr>
          <a:xfrm>
            <a:off x="3143983" y="3872298"/>
            <a:ext cx="1317874" cy="381000"/>
            <a:chOff x="3726310" y="3872298"/>
            <a:chExt cx="1317874" cy="381000"/>
          </a:xfrm>
        </p:grpSpPr>
        <p:sp>
          <p:nvSpPr>
            <p:cNvPr id="620" name="Rounded Rectangle 29">
              <a:extLst>
                <a:ext uri="{FF2B5EF4-FFF2-40B4-BE49-F238E27FC236}">
                  <a16:creationId xmlns:a16="http://schemas.microsoft.com/office/drawing/2014/main" id="{587A6442-9F99-82DB-AABE-2B60EA815DB3}"/>
                </a:ext>
              </a:extLst>
            </p:cNvPr>
            <p:cNvSpPr/>
            <p:nvPr/>
          </p:nvSpPr>
          <p:spPr>
            <a:xfrm rot="5400000">
              <a:off x="4194747" y="340386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18" name="Oval 717">
              <a:extLst>
                <a:ext uri="{FF2B5EF4-FFF2-40B4-BE49-F238E27FC236}">
                  <a16:creationId xmlns:a16="http://schemas.microsoft.com/office/drawing/2014/main" id="{8C478475-C9CF-FD51-8477-DA99CA359342}"/>
                </a:ext>
              </a:extLst>
            </p:cNvPr>
            <p:cNvSpPr/>
            <p:nvPr/>
          </p:nvSpPr>
          <p:spPr>
            <a:xfrm rot="5400000">
              <a:off x="4640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19" name="Oval 718">
              <a:extLst>
                <a:ext uri="{FF2B5EF4-FFF2-40B4-BE49-F238E27FC236}">
                  <a16:creationId xmlns:a16="http://schemas.microsoft.com/office/drawing/2014/main" id="{008BF470-9700-BD37-111E-D4B86022CEA9}"/>
                </a:ext>
              </a:extLst>
            </p:cNvPr>
            <p:cNvSpPr/>
            <p:nvPr/>
          </p:nvSpPr>
          <p:spPr>
            <a:xfrm rot="5400000">
              <a:off x="4259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0" name="Oval 719">
              <a:extLst>
                <a:ext uri="{FF2B5EF4-FFF2-40B4-BE49-F238E27FC236}">
                  <a16:creationId xmlns:a16="http://schemas.microsoft.com/office/drawing/2014/main" id="{96C34251-8A0C-52D4-FEFA-7EB6F1203BF3}"/>
                </a:ext>
              </a:extLst>
            </p:cNvPr>
            <p:cNvSpPr/>
            <p:nvPr/>
          </p:nvSpPr>
          <p:spPr>
            <a:xfrm rot="5400000">
              <a:off x="3878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6" name="Group 735">
            <a:extLst>
              <a:ext uri="{FF2B5EF4-FFF2-40B4-BE49-F238E27FC236}">
                <a16:creationId xmlns:a16="http://schemas.microsoft.com/office/drawing/2014/main" id="{6A2C2880-733A-DC46-2C6E-2FADB1D365EC}"/>
              </a:ext>
            </a:extLst>
          </p:cNvPr>
          <p:cNvGrpSpPr/>
          <p:nvPr/>
        </p:nvGrpSpPr>
        <p:grpSpPr>
          <a:xfrm>
            <a:off x="3143983" y="5304858"/>
            <a:ext cx="1317874" cy="381000"/>
            <a:chOff x="3726310" y="5304858"/>
            <a:chExt cx="1317874" cy="381000"/>
          </a:xfrm>
        </p:grpSpPr>
        <p:sp>
          <p:nvSpPr>
            <p:cNvPr id="722" name="Rounded Rectangle 7 2">
              <a:extLst>
                <a:ext uri="{FF2B5EF4-FFF2-40B4-BE49-F238E27FC236}">
                  <a16:creationId xmlns:a16="http://schemas.microsoft.com/office/drawing/2014/main" id="{6C17A48B-BCFA-743A-0D49-52340493EFBE}"/>
                </a:ext>
              </a:extLst>
            </p:cNvPr>
            <p:cNvSpPr/>
            <p:nvPr/>
          </p:nvSpPr>
          <p:spPr>
            <a:xfrm rot="5400000">
              <a:off x="4194747" y="483642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4" name="Oval 723">
              <a:extLst>
                <a:ext uri="{FF2B5EF4-FFF2-40B4-BE49-F238E27FC236}">
                  <a16:creationId xmlns:a16="http://schemas.microsoft.com/office/drawing/2014/main" id="{9BEA33DA-EB7B-6DB8-5A85-0F5D03CC04BC}"/>
                </a:ext>
              </a:extLst>
            </p:cNvPr>
            <p:cNvSpPr/>
            <p:nvPr/>
          </p:nvSpPr>
          <p:spPr>
            <a:xfrm rot="5400000">
              <a:off x="4640710" y="53810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5" name="Oval 724">
              <a:extLst>
                <a:ext uri="{FF2B5EF4-FFF2-40B4-BE49-F238E27FC236}">
                  <a16:creationId xmlns:a16="http://schemas.microsoft.com/office/drawing/2014/main" id="{029C9360-3E05-6E54-3403-EBFA0A4AC5D9}"/>
                </a:ext>
              </a:extLst>
            </p:cNvPr>
            <p:cNvSpPr/>
            <p:nvPr/>
          </p:nvSpPr>
          <p:spPr>
            <a:xfrm rot="5400000">
              <a:off x="4259710" y="53810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6" name="Oval 725">
              <a:extLst>
                <a:ext uri="{FF2B5EF4-FFF2-40B4-BE49-F238E27FC236}">
                  <a16:creationId xmlns:a16="http://schemas.microsoft.com/office/drawing/2014/main" id="{1A93D030-E63C-9DBB-24A4-B4104AC43D82}"/>
                </a:ext>
              </a:extLst>
            </p:cNvPr>
            <p:cNvSpPr/>
            <p:nvPr/>
          </p:nvSpPr>
          <p:spPr>
            <a:xfrm rot="5400000">
              <a:off x="3878710" y="53810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DC542C8A-EEBD-A82C-8E62-788081484638}"/>
              </a:ext>
            </a:extLst>
          </p:cNvPr>
          <p:cNvGrpSpPr/>
          <p:nvPr/>
        </p:nvGrpSpPr>
        <p:grpSpPr>
          <a:xfrm>
            <a:off x="4918083" y="3872298"/>
            <a:ext cx="906328" cy="381000"/>
            <a:chOff x="6096000" y="3874413"/>
            <a:chExt cx="906328" cy="381000"/>
          </a:xfrm>
        </p:grpSpPr>
        <p:sp>
          <p:nvSpPr>
            <p:cNvPr id="728" name="Rounded Rectangle 29">
              <a:extLst>
                <a:ext uri="{FF2B5EF4-FFF2-40B4-BE49-F238E27FC236}">
                  <a16:creationId xmlns:a16="http://schemas.microsoft.com/office/drawing/2014/main" id="{1583624B-3864-13E7-6784-24D42D72E66A}"/>
                </a:ext>
              </a:extLst>
            </p:cNvPr>
            <p:cNvSpPr/>
            <p:nvPr/>
          </p:nvSpPr>
          <p:spPr>
            <a:xfrm rot="5400000">
              <a:off x="6358664" y="3611749"/>
              <a:ext cx="381000" cy="906328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31" name="Oval 730">
              <a:extLst>
                <a:ext uri="{FF2B5EF4-FFF2-40B4-BE49-F238E27FC236}">
                  <a16:creationId xmlns:a16="http://schemas.microsoft.com/office/drawing/2014/main" id="{1BD65479-781F-9AE8-1EF8-53D9ED459A89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32" name="Oval 731">
              <a:extLst>
                <a:ext uri="{FF2B5EF4-FFF2-40B4-BE49-F238E27FC236}">
                  <a16:creationId xmlns:a16="http://schemas.microsoft.com/office/drawing/2014/main" id="{FAA7840B-6D61-5B62-A3F9-0948DE37A89C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8" name="Group 737">
            <a:extLst>
              <a:ext uri="{FF2B5EF4-FFF2-40B4-BE49-F238E27FC236}">
                <a16:creationId xmlns:a16="http://schemas.microsoft.com/office/drawing/2014/main" id="{84259E0A-D451-D31F-975E-FB726C512DCB}"/>
              </a:ext>
            </a:extLst>
          </p:cNvPr>
          <p:cNvGrpSpPr/>
          <p:nvPr/>
        </p:nvGrpSpPr>
        <p:grpSpPr>
          <a:xfrm>
            <a:off x="4916343" y="4346538"/>
            <a:ext cx="908067" cy="381000"/>
            <a:chOff x="6095999" y="3874413"/>
            <a:chExt cx="908067" cy="381000"/>
          </a:xfrm>
        </p:grpSpPr>
        <p:sp>
          <p:nvSpPr>
            <p:cNvPr id="739" name="Rounded Rectangle 29">
              <a:extLst>
                <a:ext uri="{FF2B5EF4-FFF2-40B4-BE49-F238E27FC236}">
                  <a16:creationId xmlns:a16="http://schemas.microsoft.com/office/drawing/2014/main" id="{E25679CF-9E94-B057-3131-2B035213903B}"/>
                </a:ext>
              </a:extLst>
            </p:cNvPr>
            <p:cNvSpPr/>
            <p:nvPr/>
          </p:nvSpPr>
          <p:spPr>
            <a:xfrm rot="5400000">
              <a:off x="6359533" y="3610879"/>
              <a:ext cx="381000" cy="908067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1" name="Oval 740">
              <a:extLst>
                <a:ext uri="{FF2B5EF4-FFF2-40B4-BE49-F238E27FC236}">
                  <a16:creationId xmlns:a16="http://schemas.microsoft.com/office/drawing/2014/main" id="{73BEAE9E-E654-1E87-42B7-88E51396DB12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2" name="Oval 741">
              <a:extLst>
                <a:ext uri="{FF2B5EF4-FFF2-40B4-BE49-F238E27FC236}">
                  <a16:creationId xmlns:a16="http://schemas.microsoft.com/office/drawing/2014/main" id="{0ADFD584-F8EC-AD72-F390-602C51BF3B63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43" name="Group 742">
            <a:extLst>
              <a:ext uri="{FF2B5EF4-FFF2-40B4-BE49-F238E27FC236}">
                <a16:creationId xmlns:a16="http://schemas.microsoft.com/office/drawing/2014/main" id="{659B0BD9-203A-54E0-0CBD-614495CD5DA6}"/>
              </a:ext>
            </a:extLst>
          </p:cNvPr>
          <p:cNvGrpSpPr/>
          <p:nvPr/>
        </p:nvGrpSpPr>
        <p:grpSpPr>
          <a:xfrm>
            <a:off x="4916343" y="4829412"/>
            <a:ext cx="908068" cy="381000"/>
            <a:chOff x="6096000" y="3874413"/>
            <a:chExt cx="908068" cy="381000"/>
          </a:xfrm>
        </p:grpSpPr>
        <p:sp>
          <p:nvSpPr>
            <p:cNvPr id="744" name="Rounded Rectangle 29">
              <a:extLst>
                <a:ext uri="{FF2B5EF4-FFF2-40B4-BE49-F238E27FC236}">
                  <a16:creationId xmlns:a16="http://schemas.microsoft.com/office/drawing/2014/main" id="{D924E850-3525-EDD9-BBFD-303FEEDC1490}"/>
                </a:ext>
              </a:extLst>
            </p:cNvPr>
            <p:cNvSpPr/>
            <p:nvPr/>
          </p:nvSpPr>
          <p:spPr>
            <a:xfrm rot="5400000">
              <a:off x="6359534" y="3610879"/>
              <a:ext cx="381000" cy="908068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6" name="Oval 745">
              <a:extLst>
                <a:ext uri="{FF2B5EF4-FFF2-40B4-BE49-F238E27FC236}">
                  <a16:creationId xmlns:a16="http://schemas.microsoft.com/office/drawing/2014/main" id="{8C9D3D17-BEBF-B9D4-E0F5-83494DD33E6D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7" name="Oval 746">
              <a:extLst>
                <a:ext uri="{FF2B5EF4-FFF2-40B4-BE49-F238E27FC236}">
                  <a16:creationId xmlns:a16="http://schemas.microsoft.com/office/drawing/2014/main" id="{98281C33-EFC9-53A6-5FC6-BE1EBA59AEE6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48" name="Group 747">
            <a:extLst>
              <a:ext uri="{FF2B5EF4-FFF2-40B4-BE49-F238E27FC236}">
                <a16:creationId xmlns:a16="http://schemas.microsoft.com/office/drawing/2014/main" id="{28D91CD9-70E1-7FDD-0392-390C96ABE086}"/>
              </a:ext>
            </a:extLst>
          </p:cNvPr>
          <p:cNvGrpSpPr/>
          <p:nvPr/>
        </p:nvGrpSpPr>
        <p:grpSpPr>
          <a:xfrm>
            <a:off x="4927579" y="5302743"/>
            <a:ext cx="896832" cy="381000"/>
            <a:chOff x="6096000" y="3874413"/>
            <a:chExt cx="896832" cy="381000"/>
          </a:xfrm>
        </p:grpSpPr>
        <p:sp>
          <p:nvSpPr>
            <p:cNvPr id="749" name="Rounded Rectangle 29">
              <a:extLst>
                <a:ext uri="{FF2B5EF4-FFF2-40B4-BE49-F238E27FC236}">
                  <a16:creationId xmlns:a16="http://schemas.microsoft.com/office/drawing/2014/main" id="{7198D5E4-6FC8-446B-BE1D-429D4A46264C}"/>
                </a:ext>
              </a:extLst>
            </p:cNvPr>
            <p:cNvSpPr/>
            <p:nvPr/>
          </p:nvSpPr>
          <p:spPr>
            <a:xfrm rot="5400000">
              <a:off x="6353916" y="3616497"/>
              <a:ext cx="381000" cy="896832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51" name="Oval 750">
              <a:extLst>
                <a:ext uri="{FF2B5EF4-FFF2-40B4-BE49-F238E27FC236}">
                  <a16:creationId xmlns:a16="http://schemas.microsoft.com/office/drawing/2014/main" id="{67738C8B-1AB2-6F6A-7DF5-D4E3F4C5808B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52" name="Oval 751">
              <a:extLst>
                <a:ext uri="{FF2B5EF4-FFF2-40B4-BE49-F238E27FC236}">
                  <a16:creationId xmlns:a16="http://schemas.microsoft.com/office/drawing/2014/main" id="{2BA363CC-8368-1AD3-E3A6-EED902E16C96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A40642D-1156-BC0F-0133-0E6A2964B5B1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863762" y="3321875"/>
            <a:ext cx="288695" cy="240599"/>
          </a:xfrm>
          <a:custGeom>
            <a:avLst/>
            <a:gdLst>
              <a:gd name="connsiteX0" fmla="*/ 158629 w 288695"/>
              <a:gd name="connsiteY0" fmla="*/ 93025 h 240599"/>
              <a:gd name="connsiteX1" fmla="*/ 243852 w 288695"/>
              <a:gd name="connsiteY1" fmla="*/ 22880 h 240599"/>
              <a:gd name="connsiteX2" fmla="*/ 277232 w 288695"/>
              <a:gd name="connsiteY2" fmla="*/ 16566 h 240599"/>
              <a:gd name="connsiteX3" fmla="*/ 283268 w 288695"/>
              <a:gd name="connsiteY3" fmla="*/ 16566 h 240599"/>
              <a:gd name="connsiteX4" fmla="*/ 283268 w 288695"/>
              <a:gd name="connsiteY4" fmla="*/ 82 h 240599"/>
              <a:gd name="connsiteX5" fmla="*/ 247048 w 288695"/>
              <a:gd name="connsiteY5" fmla="*/ 1134 h 240599"/>
              <a:gd name="connsiteX6" fmla="*/ 195204 w 288695"/>
              <a:gd name="connsiteY6" fmla="*/ 82 h 240599"/>
              <a:gd name="connsiteX7" fmla="*/ 195204 w 288695"/>
              <a:gd name="connsiteY7" fmla="*/ 16566 h 240599"/>
              <a:gd name="connsiteX8" fmla="*/ 215800 w 288695"/>
              <a:gd name="connsiteY8" fmla="*/ 18320 h 240599"/>
              <a:gd name="connsiteX9" fmla="*/ 220416 w 288695"/>
              <a:gd name="connsiteY9" fmla="*/ 20424 h 240599"/>
              <a:gd name="connsiteX10" fmla="*/ 89029 w 288695"/>
              <a:gd name="connsiteY10" fmla="*/ 128800 h 240599"/>
              <a:gd name="connsiteX11" fmla="*/ 89029 w 288695"/>
              <a:gd name="connsiteY11" fmla="*/ 16566 h 240599"/>
              <a:gd name="connsiteX12" fmla="*/ 127380 w 288695"/>
              <a:gd name="connsiteY12" fmla="*/ 16566 h 240599"/>
              <a:gd name="connsiteX13" fmla="*/ 127380 w 288695"/>
              <a:gd name="connsiteY13" fmla="*/ 82 h 240599"/>
              <a:gd name="connsiteX14" fmla="*/ 63817 w 288695"/>
              <a:gd name="connsiteY14" fmla="*/ 1134 h 240599"/>
              <a:gd name="connsiteX15" fmla="*/ 254 w 288695"/>
              <a:gd name="connsiteY15" fmla="*/ 82 h 240599"/>
              <a:gd name="connsiteX16" fmla="*/ 254 w 288695"/>
              <a:gd name="connsiteY16" fmla="*/ 16566 h 240599"/>
              <a:gd name="connsiteX17" fmla="*/ 38605 w 288695"/>
              <a:gd name="connsiteY17" fmla="*/ 16566 h 240599"/>
              <a:gd name="connsiteX18" fmla="*/ 38605 w 288695"/>
              <a:gd name="connsiteY18" fmla="*/ 224198 h 240599"/>
              <a:gd name="connsiteX19" fmla="*/ 254 w 288695"/>
              <a:gd name="connsiteY19" fmla="*/ 224198 h 240599"/>
              <a:gd name="connsiteX20" fmla="*/ 254 w 288695"/>
              <a:gd name="connsiteY20" fmla="*/ 240682 h 240599"/>
              <a:gd name="connsiteX21" fmla="*/ 63817 w 288695"/>
              <a:gd name="connsiteY21" fmla="*/ 239630 h 240599"/>
              <a:gd name="connsiteX22" fmla="*/ 127380 w 288695"/>
              <a:gd name="connsiteY22" fmla="*/ 240682 h 240599"/>
              <a:gd name="connsiteX23" fmla="*/ 127380 w 288695"/>
              <a:gd name="connsiteY23" fmla="*/ 224198 h 240599"/>
              <a:gd name="connsiteX24" fmla="*/ 89029 w 288695"/>
              <a:gd name="connsiteY24" fmla="*/ 224198 h 240599"/>
              <a:gd name="connsiteX25" fmla="*/ 89029 w 288695"/>
              <a:gd name="connsiteY25" fmla="*/ 150545 h 240599"/>
              <a:gd name="connsiteX26" fmla="*/ 124539 w 288695"/>
              <a:gd name="connsiteY26" fmla="*/ 121434 h 240599"/>
              <a:gd name="connsiteX27" fmla="*/ 197689 w 288695"/>
              <a:gd name="connsiteY27" fmla="*/ 216482 h 240599"/>
              <a:gd name="connsiteX28" fmla="*/ 200530 w 288695"/>
              <a:gd name="connsiteY28" fmla="*/ 221392 h 240599"/>
              <a:gd name="connsiteX29" fmla="*/ 174608 w 288695"/>
              <a:gd name="connsiteY29" fmla="*/ 224198 h 240599"/>
              <a:gd name="connsiteX30" fmla="*/ 174608 w 288695"/>
              <a:gd name="connsiteY30" fmla="*/ 240682 h 240599"/>
              <a:gd name="connsiteX31" fmla="*/ 237105 w 288695"/>
              <a:gd name="connsiteY31" fmla="*/ 239630 h 240599"/>
              <a:gd name="connsiteX32" fmla="*/ 288950 w 288695"/>
              <a:gd name="connsiteY32" fmla="*/ 240682 h 240599"/>
              <a:gd name="connsiteX33" fmla="*/ 288950 w 288695"/>
              <a:gd name="connsiteY33" fmla="*/ 224198 h 240599"/>
              <a:gd name="connsiteX34" fmla="*/ 278652 w 288695"/>
              <a:gd name="connsiteY34" fmla="*/ 224198 h 240599"/>
              <a:gd name="connsiteX35" fmla="*/ 254505 w 288695"/>
              <a:gd name="connsiteY35" fmla="*/ 217183 h 240599"/>
              <a:gd name="connsiteX36" fmla="*/ 158629 w 288695"/>
              <a:gd name="connsiteY36" fmla="*/ 93025 h 2405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288695" h="240599">
                <a:moveTo>
                  <a:pt x="158629" y="93025"/>
                </a:moveTo>
                <a:lnTo>
                  <a:pt x="243852" y="22880"/>
                </a:lnTo>
                <a:cubicBezTo>
                  <a:pt x="251665" y="16566"/>
                  <a:pt x="266579" y="16566"/>
                  <a:pt x="277232" y="16566"/>
                </a:cubicBezTo>
                <a:lnTo>
                  <a:pt x="283268" y="16566"/>
                </a:lnTo>
                <a:lnTo>
                  <a:pt x="283268" y="82"/>
                </a:lnTo>
                <a:cubicBezTo>
                  <a:pt x="269064" y="1134"/>
                  <a:pt x="248824" y="1134"/>
                  <a:pt x="247048" y="1134"/>
                </a:cubicBezTo>
                <a:cubicBezTo>
                  <a:pt x="233555" y="1134"/>
                  <a:pt x="207987" y="1134"/>
                  <a:pt x="195204" y="82"/>
                </a:cubicBezTo>
                <a:lnTo>
                  <a:pt x="195204" y="16566"/>
                </a:lnTo>
                <a:cubicBezTo>
                  <a:pt x="199820" y="16566"/>
                  <a:pt x="206922" y="16566"/>
                  <a:pt x="215800" y="18320"/>
                </a:cubicBezTo>
                <a:cubicBezTo>
                  <a:pt x="221481" y="19723"/>
                  <a:pt x="217220" y="19372"/>
                  <a:pt x="220416" y="20424"/>
                </a:cubicBezTo>
                <a:lnTo>
                  <a:pt x="89029" y="128800"/>
                </a:lnTo>
                <a:lnTo>
                  <a:pt x="89029" y="16566"/>
                </a:lnTo>
                <a:lnTo>
                  <a:pt x="127380" y="16566"/>
                </a:lnTo>
                <a:lnTo>
                  <a:pt x="127380" y="82"/>
                </a:lnTo>
                <a:cubicBezTo>
                  <a:pt x="113886" y="1134"/>
                  <a:pt x="79086" y="1134"/>
                  <a:pt x="63817" y="1134"/>
                </a:cubicBezTo>
                <a:cubicBezTo>
                  <a:pt x="48548" y="1134"/>
                  <a:pt x="13748" y="1134"/>
                  <a:pt x="254" y="82"/>
                </a:cubicBezTo>
                <a:lnTo>
                  <a:pt x="254" y="16566"/>
                </a:lnTo>
                <a:lnTo>
                  <a:pt x="38605" y="16566"/>
                </a:lnTo>
                <a:lnTo>
                  <a:pt x="38605" y="224198"/>
                </a:lnTo>
                <a:lnTo>
                  <a:pt x="254" y="224198"/>
                </a:lnTo>
                <a:lnTo>
                  <a:pt x="254" y="240682"/>
                </a:lnTo>
                <a:cubicBezTo>
                  <a:pt x="13748" y="239630"/>
                  <a:pt x="48548" y="239630"/>
                  <a:pt x="63817" y="239630"/>
                </a:cubicBezTo>
                <a:cubicBezTo>
                  <a:pt x="79086" y="239630"/>
                  <a:pt x="113886" y="239630"/>
                  <a:pt x="127380" y="240682"/>
                </a:cubicBezTo>
                <a:lnTo>
                  <a:pt x="127380" y="224198"/>
                </a:lnTo>
                <a:lnTo>
                  <a:pt x="89029" y="224198"/>
                </a:lnTo>
                <a:lnTo>
                  <a:pt x="89029" y="150545"/>
                </a:lnTo>
                <a:lnTo>
                  <a:pt x="124539" y="121434"/>
                </a:lnTo>
                <a:lnTo>
                  <a:pt x="197689" y="216482"/>
                </a:lnTo>
                <a:cubicBezTo>
                  <a:pt x="199465" y="218586"/>
                  <a:pt x="199465" y="219287"/>
                  <a:pt x="200530" y="221392"/>
                </a:cubicBezTo>
                <a:cubicBezTo>
                  <a:pt x="194138" y="224198"/>
                  <a:pt x="187037" y="224198"/>
                  <a:pt x="174608" y="224198"/>
                </a:cubicBezTo>
                <a:lnTo>
                  <a:pt x="174608" y="240682"/>
                </a:lnTo>
                <a:cubicBezTo>
                  <a:pt x="189167" y="239630"/>
                  <a:pt x="221126" y="239630"/>
                  <a:pt x="237105" y="239630"/>
                </a:cubicBezTo>
                <a:cubicBezTo>
                  <a:pt x="251309" y="239630"/>
                  <a:pt x="275811" y="239630"/>
                  <a:pt x="288950" y="240682"/>
                </a:cubicBezTo>
                <a:lnTo>
                  <a:pt x="288950" y="224198"/>
                </a:lnTo>
                <a:lnTo>
                  <a:pt x="278652" y="224198"/>
                </a:lnTo>
                <a:cubicBezTo>
                  <a:pt x="259832" y="224198"/>
                  <a:pt x="258767" y="222795"/>
                  <a:pt x="254505" y="217183"/>
                </a:cubicBezTo>
                <a:lnTo>
                  <a:pt x="158629" y="93025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02FD5E9-798E-F90E-D0AF-C57E7672BBD6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2189134" y="3264814"/>
            <a:ext cx="183692" cy="170383"/>
          </a:xfrm>
          <a:custGeom>
            <a:avLst/>
            <a:gdLst>
              <a:gd name="connsiteX0" fmla="*/ 98200 w 183692"/>
              <a:gd name="connsiteY0" fmla="*/ 12109 h 170383"/>
              <a:gd name="connsiteX1" fmla="*/ 174013 w 183692"/>
              <a:gd name="connsiteY1" fmla="*/ 12109 h 170383"/>
              <a:gd name="connsiteX2" fmla="*/ 183956 w 183692"/>
              <a:gd name="connsiteY2" fmla="*/ 6216 h 170383"/>
              <a:gd name="connsiteX3" fmla="*/ 174013 w 183692"/>
              <a:gd name="connsiteY3" fmla="*/ 79 h 170383"/>
              <a:gd name="connsiteX4" fmla="*/ 10206 w 183692"/>
              <a:gd name="connsiteY4" fmla="*/ 79 h 170383"/>
              <a:gd name="connsiteX5" fmla="*/ 263 w 183692"/>
              <a:gd name="connsiteY5" fmla="*/ 5971 h 170383"/>
              <a:gd name="connsiteX6" fmla="*/ 10206 w 183692"/>
              <a:gd name="connsiteY6" fmla="*/ 12109 h 170383"/>
              <a:gd name="connsiteX7" fmla="*/ 86020 w 183692"/>
              <a:gd name="connsiteY7" fmla="*/ 12109 h 170383"/>
              <a:gd name="connsiteX8" fmla="*/ 86020 w 183692"/>
              <a:gd name="connsiteY8" fmla="*/ 160888 h 170383"/>
              <a:gd name="connsiteX9" fmla="*/ 92234 w 183692"/>
              <a:gd name="connsiteY9" fmla="*/ 170462 h 170383"/>
              <a:gd name="connsiteX10" fmla="*/ 98200 w 183692"/>
              <a:gd name="connsiteY10" fmla="*/ 160888 h 170383"/>
              <a:gd name="connsiteX11" fmla="*/ 98200 w 183692"/>
              <a:gd name="connsiteY11" fmla="*/ 12109 h 170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3692" h="170383">
                <a:moveTo>
                  <a:pt x="98200" y="12109"/>
                </a:moveTo>
                <a:lnTo>
                  <a:pt x="174013" y="12109"/>
                </a:lnTo>
                <a:cubicBezTo>
                  <a:pt x="177990" y="12109"/>
                  <a:pt x="183956" y="12109"/>
                  <a:pt x="183956" y="6216"/>
                </a:cubicBezTo>
                <a:cubicBezTo>
                  <a:pt x="183956" y="79"/>
                  <a:pt x="178239" y="79"/>
                  <a:pt x="174013" y="79"/>
                </a:cubicBezTo>
                <a:lnTo>
                  <a:pt x="10206" y="79"/>
                </a:lnTo>
                <a:cubicBezTo>
                  <a:pt x="6478" y="79"/>
                  <a:pt x="263" y="79"/>
                  <a:pt x="263" y="5971"/>
                </a:cubicBezTo>
                <a:cubicBezTo>
                  <a:pt x="263" y="12109"/>
                  <a:pt x="5980" y="12109"/>
                  <a:pt x="10206" y="12109"/>
                </a:cubicBezTo>
                <a:lnTo>
                  <a:pt x="86020" y="12109"/>
                </a:lnTo>
                <a:lnTo>
                  <a:pt x="86020" y="160888"/>
                </a:lnTo>
                <a:cubicBezTo>
                  <a:pt x="86020" y="164816"/>
                  <a:pt x="86020" y="170462"/>
                  <a:pt x="92234" y="170462"/>
                </a:cubicBezTo>
                <a:cubicBezTo>
                  <a:pt x="98200" y="170462"/>
                  <a:pt x="98200" y="164570"/>
                  <a:pt x="98200" y="160888"/>
                </a:cubicBezTo>
                <a:lnTo>
                  <a:pt x="98200" y="12109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9BAA42E-C85C-2073-77A1-1D3F08824F7D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3923247" y="3239563"/>
            <a:ext cx="183692" cy="170383"/>
          </a:xfrm>
          <a:custGeom>
            <a:avLst/>
            <a:gdLst>
              <a:gd name="connsiteX0" fmla="*/ 98200 w 183692"/>
              <a:gd name="connsiteY0" fmla="*/ 12109 h 170383"/>
              <a:gd name="connsiteX1" fmla="*/ 174013 w 183692"/>
              <a:gd name="connsiteY1" fmla="*/ 12109 h 170383"/>
              <a:gd name="connsiteX2" fmla="*/ 183956 w 183692"/>
              <a:gd name="connsiteY2" fmla="*/ 6216 h 170383"/>
              <a:gd name="connsiteX3" fmla="*/ 174013 w 183692"/>
              <a:gd name="connsiteY3" fmla="*/ 79 h 170383"/>
              <a:gd name="connsiteX4" fmla="*/ 10206 w 183692"/>
              <a:gd name="connsiteY4" fmla="*/ 79 h 170383"/>
              <a:gd name="connsiteX5" fmla="*/ 263 w 183692"/>
              <a:gd name="connsiteY5" fmla="*/ 5971 h 170383"/>
              <a:gd name="connsiteX6" fmla="*/ 10206 w 183692"/>
              <a:gd name="connsiteY6" fmla="*/ 12109 h 170383"/>
              <a:gd name="connsiteX7" fmla="*/ 86020 w 183692"/>
              <a:gd name="connsiteY7" fmla="*/ 12109 h 170383"/>
              <a:gd name="connsiteX8" fmla="*/ 86020 w 183692"/>
              <a:gd name="connsiteY8" fmla="*/ 160888 h 170383"/>
              <a:gd name="connsiteX9" fmla="*/ 92234 w 183692"/>
              <a:gd name="connsiteY9" fmla="*/ 170462 h 170383"/>
              <a:gd name="connsiteX10" fmla="*/ 98200 w 183692"/>
              <a:gd name="connsiteY10" fmla="*/ 160888 h 170383"/>
              <a:gd name="connsiteX11" fmla="*/ 98200 w 183692"/>
              <a:gd name="connsiteY11" fmla="*/ 12109 h 170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3692" h="170383">
                <a:moveTo>
                  <a:pt x="98200" y="12109"/>
                </a:moveTo>
                <a:lnTo>
                  <a:pt x="174013" y="12109"/>
                </a:lnTo>
                <a:cubicBezTo>
                  <a:pt x="177990" y="12109"/>
                  <a:pt x="183956" y="12109"/>
                  <a:pt x="183956" y="6216"/>
                </a:cubicBezTo>
                <a:cubicBezTo>
                  <a:pt x="183956" y="79"/>
                  <a:pt x="178239" y="79"/>
                  <a:pt x="174013" y="79"/>
                </a:cubicBezTo>
                <a:lnTo>
                  <a:pt x="10206" y="79"/>
                </a:lnTo>
                <a:cubicBezTo>
                  <a:pt x="6478" y="79"/>
                  <a:pt x="263" y="79"/>
                  <a:pt x="263" y="5971"/>
                </a:cubicBezTo>
                <a:cubicBezTo>
                  <a:pt x="263" y="12109"/>
                  <a:pt x="5980" y="12109"/>
                  <a:pt x="10206" y="12109"/>
                </a:cubicBezTo>
                <a:lnTo>
                  <a:pt x="86020" y="12109"/>
                </a:lnTo>
                <a:lnTo>
                  <a:pt x="86020" y="160888"/>
                </a:lnTo>
                <a:cubicBezTo>
                  <a:pt x="86020" y="164816"/>
                  <a:pt x="86020" y="170462"/>
                  <a:pt x="92234" y="170462"/>
                </a:cubicBezTo>
                <a:cubicBezTo>
                  <a:pt x="98200" y="170462"/>
                  <a:pt x="98200" y="164570"/>
                  <a:pt x="98200" y="160888"/>
                </a:cubicBezTo>
                <a:lnTo>
                  <a:pt x="98200" y="12109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2" name="Rounded Rectangle 29">
            <a:extLst>
              <a:ext uri="{FF2B5EF4-FFF2-40B4-BE49-F238E27FC236}">
                <a16:creationId xmlns:a16="http://schemas.microsoft.com/office/drawing/2014/main" id="{808D9260-64B7-6537-DAE5-AB4E67EC631A}"/>
              </a:ext>
            </a:extLst>
          </p:cNvPr>
          <p:cNvSpPr/>
          <p:nvPr/>
        </p:nvSpPr>
        <p:spPr>
          <a:xfrm rot="5400000">
            <a:off x="9715073" y="3912108"/>
            <a:ext cx="1397545" cy="1695433"/>
          </a:xfrm>
          <a:prstGeom prst="round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9025FAB-3DEC-8F84-0926-4EB797AEE357}"/>
              </a:ext>
            </a:extLst>
          </p:cNvPr>
          <p:cNvGrpSpPr/>
          <p:nvPr/>
        </p:nvGrpSpPr>
        <p:grpSpPr>
          <a:xfrm>
            <a:off x="6204221" y="4586841"/>
            <a:ext cx="1317874" cy="381000"/>
            <a:chOff x="1625786" y="4404204"/>
            <a:chExt cx="1317874" cy="381000"/>
          </a:xfrm>
        </p:grpSpPr>
        <p:sp>
          <p:nvSpPr>
            <p:cNvPr id="35" name="Rounded Rectangle 29">
              <a:extLst>
                <a:ext uri="{FF2B5EF4-FFF2-40B4-BE49-F238E27FC236}">
                  <a16:creationId xmlns:a16="http://schemas.microsoft.com/office/drawing/2014/main" id="{EEB6AE59-1D58-252A-A8E2-676396D61CC5}"/>
                </a:ext>
              </a:extLst>
            </p:cNvPr>
            <p:cNvSpPr/>
            <p:nvPr/>
          </p:nvSpPr>
          <p:spPr>
            <a:xfrm rot="5400000">
              <a:off x="2094223" y="3935767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E6F07206-BD9E-2974-05E9-CB9A356FBC77}"/>
                </a:ext>
              </a:extLst>
            </p:cNvPr>
            <p:cNvSpPr/>
            <p:nvPr/>
          </p:nvSpPr>
          <p:spPr>
            <a:xfrm rot="5400000">
              <a:off x="2540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840FF904-5EA8-BDCE-1D8F-4E1A05D4B221}"/>
                </a:ext>
              </a:extLst>
            </p:cNvPr>
            <p:cNvSpPr/>
            <p:nvPr/>
          </p:nvSpPr>
          <p:spPr>
            <a:xfrm rot="5400000">
              <a:off x="2159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82C12D05-DE04-2035-932B-9BB0121C8CC4}"/>
                </a:ext>
              </a:extLst>
            </p:cNvPr>
            <p:cNvSpPr/>
            <p:nvPr/>
          </p:nvSpPr>
          <p:spPr>
            <a:xfrm rot="5400000">
              <a:off x="1778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992B34B-FA0D-5E31-D74E-5944C6FE168E}"/>
              </a:ext>
            </a:extLst>
          </p:cNvPr>
          <p:cNvGrpSpPr/>
          <p:nvPr/>
        </p:nvGrpSpPr>
        <p:grpSpPr>
          <a:xfrm>
            <a:off x="3141062" y="4350283"/>
            <a:ext cx="1317874" cy="381000"/>
            <a:chOff x="3726310" y="4349818"/>
            <a:chExt cx="1317874" cy="381000"/>
          </a:xfrm>
        </p:grpSpPr>
        <p:sp>
          <p:nvSpPr>
            <p:cNvPr id="13" name="Rounded Rectangle 49">
              <a:extLst>
                <a:ext uri="{FF2B5EF4-FFF2-40B4-BE49-F238E27FC236}">
                  <a16:creationId xmlns:a16="http://schemas.microsoft.com/office/drawing/2014/main" id="{F2D273F8-CDD8-23B6-ED38-DB5CB68BA0BD}"/>
                </a:ext>
              </a:extLst>
            </p:cNvPr>
            <p:cNvSpPr/>
            <p:nvPr/>
          </p:nvSpPr>
          <p:spPr>
            <a:xfrm rot="5400000">
              <a:off x="4194747" y="388138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6697CFF-4116-3A33-961C-529DCC39A307}"/>
                </a:ext>
              </a:extLst>
            </p:cNvPr>
            <p:cNvSpPr/>
            <p:nvPr/>
          </p:nvSpPr>
          <p:spPr>
            <a:xfrm rot="5400000">
              <a:off x="4640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D8C63290-C146-B342-9997-EA71A285FEE9}"/>
                </a:ext>
              </a:extLst>
            </p:cNvPr>
            <p:cNvSpPr/>
            <p:nvPr/>
          </p:nvSpPr>
          <p:spPr>
            <a:xfrm rot="5400000">
              <a:off x="4259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0659539-BE8B-6484-33F6-FBA283C0C443}"/>
                </a:ext>
              </a:extLst>
            </p:cNvPr>
            <p:cNvSpPr/>
            <p:nvPr/>
          </p:nvSpPr>
          <p:spPr>
            <a:xfrm rot="5400000">
              <a:off x="3878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sp>
        <p:nvSpPr>
          <p:cNvPr id="22" name="Oval 21">
            <a:extLst>
              <a:ext uri="{FF2B5EF4-FFF2-40B4-BE49-F238E27FC236}">
                <a16:creationId xmlns:a16="http://schemas.microsoft.com/office/drawing/2014/main" id="{94FB7082-B4EC-1368-8BF5-1111078D79EA}"/>
              </a:ext>
            </a:extLst>
          </p:cNvPr>
          <p:cNvSpPr/>
          <p:nvPr/>
        </p:nvSpPr>
        <p:spPr>
          <a:xfrm rot="10800000">
            <a:off x="9726509" y="4194137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B8A1F30-2F14-DC1A-5CA6-33872441F52F}"/>
              </a:ext>
            </a:extLst>
          </p:cNvPr>
          <p:cNvGrpSpPr/>
          <p:nvPr/>
        </p:nvGrpSpPr>
        <p:grpSpPr>
          <a:xfrm>
            <a:off x="9982536" y="3279022"/>
            <a:ext cx="831779" cy="365701"/>
            <a:chOff x="9982536" y="3279022"/>
            <a:chExt cx="831779" cy="365701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59BE5CE-A5BC-8433-25AC-FA3C1A5AA809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9982536" y="3336083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9E973C8-FA1E-EC08-5276-BB23CC6593D2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0307908" y="3279022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87D18D3-1170-886A-AC7F-3351D5A1121B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0551187" y="3332225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525F41D-CEEA-C3AB-3204-BA1D2A0FA03E}"/>
              </a:ext>
            </a:extLst>
          </p:cNvPr>
          <p:cNvGrpSpPr/>
          <p:nvPr/>
        </p:nvGrpSpPr>
        <p:grpSpPr>
          <a:xfrm>
            <a:off x="5131581" y="3239563"/>
            <a:ext cx="460444" cy="365094"/>
            <a:chOff x="5236660" y="3226445"/>
            <a:chExt cx="460444" cy="365094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201AB778-358B-9881-3580-E4F225127F61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5236660" y="3348134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E3F3ECE-8CAF-196D-FAC1-BF3F9D183DA3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5513412" y="3226445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sp>
        <p:nvSpPr>
          <p:cNvPr id="7" name="Title 1">
            <a:extLst>
              <a:ext uri="{FF2B5EF4-FFF2-40B4-BE49-F238E27FC236}">
                <a16:creationId xmlns:a16="http://schemas.microsoft.com/office/drawing/2014/main" id="{6C9DD1F0-F669-77F4-82AC-3967663983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4813" y="0"/>
            <a:ext cx="113823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b="1" kern="1200">
                <a:solidFill>
                  <a:schemeClr val="tx1"/>
                </a:solidFill>
                <a:latin typeface="Nunito" pitchFamily="2" charset="0"/>
                <a:ea typeface="+mj-ea"/>
                <a:cs typeface="+mj-cs"/>
              </a:defRPr>
            </a:lvl1pPr>
          </a:lstStyle>
          <a:p>
            <a:r>
              <a:rPr lang="en-CA" dirty="0"/>
              <a:t>Transformer Encoder</a:t>
            </a:r>
          </a:p>
        </p:txBody>
      </p:sp>
    </p:spTree>
    <p:extLst>
      <p:ext uri="{BB962C8B-B14F-4D97-AF65-F5344CB8AC3E}">
        <p14:creationId xmlns:p14="http://schemas.microsoft.com/office/powerpoint/2010/main" val="2936148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FCD6F0-FA8C-6D58-A731-DFB7DA97B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  <a:p>
            <a:endParaRPr lang="en-CA" dirty="0"/>
          </a:p>
        </p:txBody>
      </p:sp>
      <p:grpSp>
        <p:nvGrpSpPr>
          <p:cNvPr id="61" name="Group 60" descr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8698B5A3-373E-AE5E-2858-B17BE9D9AC10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232556" y="1879600"/>
            <a:ext cx="3726888" cy="867767"/>
            <a:chOff x="9969390" y="4471220"/>
            <a:chExt cx="3726888" cy="867767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6024729D-D495-CF48-F899-AECAB8C9383D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0030388" y="4682233"/>
              <a:ext cx="118248" cy="32617"/>
            </a:xfrm>
            <a:custGeom>
              <a:avLst/>
              <a:gdLst>
                <a:gd name="connsiteX0" fmla="*/ 118429 w 118248"/>
                <a:gd name="connsiteY0" fmla="*/ 5347 h 32617"/>
                <a:gd name="connsiteX1" fmla="*/ 112748 w 118248"/>
                <a:gd name="connsiteY1" fmla="*/ 86 h 32617"/>
                <a:gd name="connsiteX2" fmla="*/ 83630 w 118248"/>
                <a:gd name="connsiteY2" fmla="*/ 16921 h 32617"/>
                <a:gd name="connsiteX3" fmla="*/ 60548 w 118248"/>
                <a:gd name="connsiteY3" fmla="*/ 8153 h 32617"/>
                <a:gd name="connsiteX4" fmla="*/ 38532 w 118248"/>
                <a:gd name="connsiteY4" fmla="*/ 86 h 32617"/>
                <a:gd name="connsiteX5" fmla="*/ 181 w 118248"/>
                <a:gd name="connsiteY5" fmla="*/ 27443 h 32617"/>
                <a:gd name="connsiteX6" fmla="*/ 5863 w 118248"/>
                <a:gd name="connsiteY6" fmla="*/ 32704 h 32617"/>
                <a:gd name="connsiteX7" fmla="*/ 34981 w 118248"/>
                <a:gd name="connsiteY7" fmla="*/ 15869 h 32617"/>
                <a:gd name="connsiteX8" fmla="*/ 58063 w 118248"/>
                <a:gd name="connsiteY8" fmla="*/ 24637 h 32617"/>
                <a:gd name="connsiteX9" fmla="*/ 80079 w 118248"/>
                <a:gd name="connsiteY9" fmla="*/ 32704 h 32617"/>
                <a:gd name="connsiteX10" fmla="*/ 118429 w 118248"/>
                <a:gd name="connsiteY10" fmla="*/ 5347 h 32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48" h="32617">
                  <a:moveTo>
                    <a:pt x="118429" y="5347"/>
                  </a:moveTo>
                  <a:lnTo>
                    <a:pt x="112748" y="86"/>
                  </a:lnTo>
                  <a:cubicBezTo>
                    <a:pt x="112748" y="437"/>
                    <a:pt x="99254" y="16921"/>
                    <a:pt x="83630" y="16921"/>
                  </a:cubicBezTo>
                  <a:cubicBezTo>
                    <a:pt x="75462" y="16921"/>
                    <a:pt x="66585" y="11660"/>
                    <a:pt x="60548" y="8153"/>
                  </a:cubicBezTo>
                  <a:cubicBezTo>
                    <a:pt x="50961" y="2541"/>
                    <a:pt x="44569" y="86"/>
                    <a:pt x="38532" y="86"/>
                  </a:cubicBezTo>
                  <a:cubicBezTo>
                    <a:pt x="25038" y="86"/>
                    <a:pt x="18291" y="7802"/>
                    <a:pt x="181" y="27443"/>
                  </a:cubicBezTo>
                  <a:lnTo>
                    <a:pt x="5863" y="32704"/>
                  </a:lnTo>
                  <a:cubicBezTo>
                    <a:pt x="5863" y="32353"/>
                    <a:pt x="19357" y="15869"/>
                    <a:pt x="34981" y="15869"/>
                  </a:cubicBezTo>
                  <a:cubicBezTo>
                    <a:pt x="43148" y="15869"/>
                    <a:pt x="52026" y="21130"/>
                    <a:pt x="58063" y="24637"/>
                  </a:cubicBezTo>
                  <a:cubicBezTo>
                    <a:pt x="67650" y="30249"/>
                    <a:pt x="74042" y="32704"/>
                    <a:pt x="80079" y="32704"/>
                  </a:cubicBezTo>
                  <a:cubicBezTo>
                    <a:pt x="93572" y="32704"/>
                    <a:pt x="100319" y="24988"/>
                    <a:pt x="118429" y="534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5E4D4AB-C712-10E7-F4AB-5EE97C6089A3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9969390" y="4767656"/>
              <a:ext cx="242887" cy="238495"/>
            </a:xfrm>
            <a:custGeom>
              <a:avLst/>
              <a:gdLst>
                <a:gd name="connsiteX0" fmla="*/ 243068 w 242887"/>
                <a:gd name="connsiteY0" fmla="*/ 142485 h 238495"/>
                <a:gd name="connsiteX1" fmla="*/ 226378 w 242887"/>
                <a:gd name="connsiteY1" fmla="*/ 142485 h 238495"/>
                <a:gd name="connsiteX2" fmla="*/ 142930 w 242887"/>
                <a:gd name="connsiteY2" fmla="*/ 222100 h 238495"/>
                <a:gd name="connsiteX3" fmla="*/ 88955 w 242887"/>
                <a:gd name="connsiteY3" fmla="*/ 222100 h 238495"/>
                <a:gd name="connsiteX4" fmla="*/ 88955 w 242887"/>
                <a:gd name="connsiteY4" fmla="*/ 123195 h 238495"/>
                <a:gd name="connsiteX5" fmla="*/ 108485 w 242887"/>
                <a:gd name="connsiteY5" fmla="*/ 123195 h 238495"/>
                <a:gd name="connsiteX6" fmla="*/ 146126 w 242887"/>
                <a:gd name="connsiteY6" fmla="*/ 164230 h 238495"/>
                <a:gd name="connsiteX7" fmla="*/ 162816 w 242887"/>
                <a:gd name="connsiteY7" fmla="*/ 164230 h 238495"/>
                <a:gd name="connsiteX8" fmla="*/ 162816 w 242887"/>
                <a:gd name="connsiteY8" fmla="*/ 65675 h 238495"/>
                <a:gd name="connsiteX9" fmla="*/ 146126 w 242887"/>
                <a:gd name="connsiteY9" fmla="*/ 65675 h 238495"/>
                <a:gd name="connsiteX10" fmla="*/ 108485 w 242887"/>
                <a:gd name="connsiteY10" fmla="*/ 106710 h 238495"/>
                <a:gd name="connsiteX11" fmla="*/ 88955 w 242887"/>
                <a:gd name="connsiteY11" fmla="*/ 106710 h 238495"/>
                <a:gd name="connsiteX12" fmla="*/ 88955 w 242887"/>
                <a:gd name="connsiteY12" fmla="*/ 16573 h 238495"/>
                <a:gd name="connsiteX13" fmla="*/ 142930 w 242887"/>
                <a:gd name="connsiteY13" fmla="*/ 16573 h 238495"/>
                <a:gd name="connsiteX14" fmla="*/ 215015 w 242887"/>
                <a:gd name="connsiteY14" fmla="*/ 84614 h 238495"/>
                <a:gd name="connsiteX15" fmla="*/ 231705 w 242887"/>
                <a:gd name="connsiteY15" fmla="*/ 84614 h 238495"/>
                <a:gd name="connsiteX16" fmla="*/ 220697 w 242887"/>
                <a:gd name="connsiteY16" fmla="*/ 89 h 238495"/>
                <a:gd name="connsiteX17" fmla="*/ 180 w 242887"/>
                <a:gd name="connsiteY17" fmla="*/ 89 h 238495"/>
                <a:gd name="connsiteX18" fmla="*/ 180 w 242887"/>
                <a:gd name="connsiteY18" fmla="*/ 16573 h 238495"/>
                <a:gd name="connsiteX19" fmla="*/ 38531 w 242887"/>
                <a:gd name="connsiteY19" fmla="*/ 16573 h 238495"/>
                <a:gd name="connsiteX20" fmla="*/ 38531 w 242887"/>
                <a:gd name="connsiteY20" fmla="*/ 222100 h 238495"/>
                <a:gd name="connsiteX21" fmla="*/ 180 w 242887"/>
                <a:gd name="connsiteY21" fmla="*/ 222100 h 238495"/>
                <a:gd name="connsiteX22" fmla="*/ 180 w 242887"/>
                <a:gd name="connsiteY22" fmla="*/ 238584 h 238495"/>
                <a:gd name="connsiteX23" fmla="*/ 226733 w 242887"/>
                <a:gd name="connsiteY23" fmla="*/ 238584 h 238495"/>
                <a:gd name="connsiteX24" fmla="*/ 243068 w 242887"/>
                <a:gd name="connsiteY24" fmla="*/ 142485 h 238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2887" h="238495">
                  <a:moveTo>
                    <a:pt x="243068" y="142485"/>
                  </a:moveTo>
                  <a:lnTo>
                    <a:pt x="226378" y="142485"/>
                  </a:lnTo>
                  <a:cubicBezTo>
                    <a:pt x="218566" y="190885"/>
                    <a:pt x="208623" y="222100"/>
                    <a:pt x="142930" y="222100"/>
                  </a:cubicBezTo>
                  <a:lnTo>
                    <a:pt x="88955" y="222100"/>
                  </a:lnTo>
                  <a:lnTo>
                    <a:pt x="88955" y="123195"/>
                  </a:lnTo>
                  <a:lnTo>
                    <a:pt x="108485" y="123195"/>
                  </a:lnTo>
                  <a:cubicBezTo>
                    <a:pt x="142575" y="123195"/>
                    <a:pt x="146126" y="138276"/>
                    <a:pt x="146126" y="164230"/>
                  </a:cubicBezTo>
                  <a:lnTo>
                    <a:pt x="162816" y="164230"/>
                  </a:lnTo>
                  <a:lnTo>
                    <a:pt x="162816" y="65675"/>
                  </a:lnTo>
                  <a:lnTo>
                    <a:pt x="146126" y="65675"/>
                  </a:lnTo>
                  <a:cubicBezTo>
                    <a:pt x="146126" y="91629"/>
                    <a:pt x="142930" y="106710"/>
                    <a:pt x="108485" y="106710"/>
                  </a:cubicBezTo>
                  <a:lnTo>
                    <a:pt x="88955" y="106710"/>
                  </a:lnTo>
                  <a:lnTo>
                    <a:pt x="88955" y="16573"/>
                  </a:lnTo>
                  <a:lnTo>
                    <a:pt x="142930" y="16573"/>
                  </a:lnTo>
                  <a:cubicBezTo>
                    <a:pt x="200101" y="16573"/>
                    <a:pt x="209334" y="42176"/>
                    <a:pt x="215015" y="84614"/>
                  </a:cubicBezTo>
                  <a:lnTo>
                    <a:pt x="231705" y="84614"/>
                  </a:lnTo>
                  <a:lnTo>
                    <a:pt x="220697" y="89"/>
                  </a:lnTo>
                  <a:lnTo>
                    <a:pt x="180" y="89"/>
                  </a:lnTo>
                  <a:lnTo>
                    <a:pt x="180" y="16573"/>
                  </a:lnTo>
                  <a:lnTo>
                    <a:pt x="38531" y="16573"/>
                  </a:lnTo>
                  <a:lnTo>
                    <a:pt x="38531" y="222100"/>
                  </a:lnTo>
                  <a:lnTo>
                    <a:pt x="180" y="222100"/>
                  </a:lnTo>
                  <a:lnTo>
                    <a:pt x="180" y="238584"/>
                  </a:lnTo>
                  <a:lnTo>
                    <a:pt x="226733" y="238584"/>
                  </a:lnTo>
                  <a:lnTo>
                    <a:pt x="243068" y="14248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51A054A-CA52-36ED-D4B5-39CF4FA5658B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0342359" y="4877434"/>
              <a:ext cx="236140" cy="82070"/>
            </a:xfrm>
            <a:custGeom>
              <a:avLst/>
              <a:gdLst>
                <a:gd name="connsiteX0" fmla="*/ 224258 w 236140"/>
                <a:gd name="connsiteY0" fmla="*/ 14118 h 82070"/>
                <a:gd name="connsiteX1" fmla="*/ 236331 w 236140"/>
                <a:gd name="connsiteY1" fmla="*/ 7103 h 82070"/>
                <a:gd name="connsiteX2" fmla="*/ 224613 w 236140"/>
                <a:gd name="connsiteY2" fmla="*/ 89 h 82070"/>
                <a:gd name="connsiteX3" fmla="*/ 11909 w 236140"/>
                <a:gd name="connsiteY3" fmla="*/ 89 h 82070"/>
                <a:gd name="connsiteX4" fmla="*/ 190 w 236140"/>
                <a:gd name="connsiteY4" fmla="*/ 7103 h 82070"/>
                <a:gd name="connsiteX5" fmla="*/ 12264 w 236140"/>
                <a:gd name="connsiteY5" fmla="*/ 14118 h 82070"/>
                <a:gd name="connsiteX6" fmla="*/ 224258 w 236140"/>
                <a:gd name="connsiteY6" fmla="*/ 14118 h 82070"/>
                <a:gd name="connsiteX7" fmla="*/ 224613 w 236140"/>
                <a:gd name="connsiteY7" fmla="*/ 82159 h 82070"/>
                <a:gd name="connsiteX8" fmla="*/ 236331 w 236140"/>
                <a:gd name="connsiteY8" fmla="*/ 75145 h 82070"/>
                <a:gd name="connsiteX9" fmla="*/ 224258 w 236140"/>
                <a:gd name="connsiteY9" fmla="*/ 68130 h 82070"/>
                <a:gd name="connsiteX10" fmla="*/ 12264 w 236140"/>
                <a:gd name="connsiteY10" fmla="*/ 68130 h 82070"/>
                <a:gd name="connsiteX11" fmla="*/ 190 w 236140"/>
                <a:gd name="connsiteY11" fmla="*/ 75145 h 82070"/>
                <a:gd name="connsiteX12" fmla="*/ 11909 w 236140"/>
                <a:gd name="connsiteY12" fmla="*/ 82159 h 82070"/>
                <a:gd name="connsiteX13" fmla="*/ 224613 w 236140"/>
                <a:gd name="connsiteY13" fmla="*/ 82159 h 8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140" h="82070">
                  <a:moveTo>
                    <a:pt x="224258" y="14118"/>
                  </a:moveTo>
                  <a:cubicBezTo>
                    <a:pt x="229584" y="14118"/>
                    <a:pt x="236331" y="14118"/>
                    <a:pt x="236331" y="7103"/>
                  </a:cubicBezTo>
                  <a:cubicBezTo>
                    <a:pt x="236331" y="89"/>
                    <a:pt x="229584" y="89"/>
                    <a:pt x="224613" y="89"/>
                  </a:cubicBezTo>
                  <a:lnTo>
                    <a:pt x="11909" y="89"/>
                  </a:lnTo>
                  <a:cubicBezTo>
                    <a:pt x="6937" y="89"/>
                    <a:pt x="190" y="89"/>
                    <a:pt x="190" y="7103"/>
                  </a:cubicBezTo>
                  <a:cubicBezTo>
                    <a:pt x="190" y="14118"/>
                    <a:pt x="6937" y="14118"/>
                    <a:pt x="12264" y="14118"/>
                  </a:cubicBezTo>
                  <a:lnTo>
                    <a:pt x="224258" y="14118"/>
                  </a:lnTo>
                  <a:close/>
                  <a:moveTo>
                    <a:pt x="224613" y="82159"/>
                  </a:moveTo>
                  <a:cubicBezTo>
                    <a:pt x="229584" y="82159"/>
                    <a:pt x="236331" y="82159"/>
                    <a:pt x="236331" y="75145"/>
                  </a:cubicBezTo>
                  <a:cubicBezTo>
                    <a:pt x="236331" y="68130"/>
                    <a:pt x="229584" y="68130"/>
                    <a:pt x="224258" y="68130"/>
                  </a:cubicBezTo>
                  <a:lnTo>
                    <a:pt x="12264" y="68130"/>
                  </a:lnTo>
                  <a:cubicBezTo>
                    <a:pt x="6937" y="68130"/>
                    <a:pt x="190" y="68130"/>
                    <a:pt x="190" y="75145"/>
                  </a:cubicBezTo>
                  <a:cubicBezTo>
                    <a:pt x="190" y="82159"/>
                    <a:pt x="6937" y="82159"/>
                    <a:pt x="11909" y="82159"/>
                  </a:cubicBezTo>
                  <a:lnTo>
                    <a:pt x="224613" y="8215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3169AE4-508C-8C3C-1FD0-8B67E16B030D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0706532" y="4765551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6144A12-C9C4-56A3-59B3-565183146FB0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1023427" y="4849025"/>
              <a:ext cx="116117" cy="160984"/>
            </a:xfrm>
            <a:custGeom>
              <a:avLst/>
              <a:gdLst>
                <a:gd name="connsiteX0" fmla="*/ 62352 w 116117"/>
                <a:gd name="connsiteY0" fmla="*/ 89174 h 160984"/>
                <a:gd name="connsiteX1" fmla="*/ 99282 w 116117"/>
                <a:gd name="connsiteY1" fmla="*/ 121441 h 160984"/>
                <a:gd name="connsiteX2" fmla="*/ 59156 w 116117"/>
                <a:gd name="connsiteY2" fmla="*/ 153357 h 160984"/>
                <a:gd name="connsiteX3" fmla="*/ 9797 w 116117"/>
                <a:gd name="connsiteY3" fmla="*/ 103554 h 160984"/>
                <a:gd name="connsiteX4" fmla="*/ 4826 w 116117"/>
                <a:gd name="connsiteY4" fmla="*/ 97591 h 160984"/>
                <a:gd name="connsiteX5" fmla="*/ 210 w 116117"/>
                <a:gd name="connsiteY5" fmla="*/ 106360 h 160984"/>
                <a:gd name="connsiteX6" fmla="*/ 210 w 116117"/>
                <a:gd name="connsiteY6" fmla="*/ 152656 h 160984"/>
                <a:gd name="connsiteX7" fmla="*/ 4116 w 116117"/>
                <a:gd name="connsiteY7" fmla="*/ 161073 h 160984"/>
                <a:gd name="connsiteX8" fmla="*/ 12993 w 116117"/>
                <a:gd name="connsiteY8" fmla="*/ 154059 h 160984"/>
                <a:gd name="connsiteX9" fmla="*/ 20095 w 116117"/>
                <a:gd name="connsiteY9" fmla="*/ 145992 h 160984"/>
                <a:gd name="connsiteX10" fmla="*/ 59156 w 116117"/>
                <a:gd name="connsiteY10" fmla="*/ 161073 h 160984"/>
                <a:gd name="connsiteX11" fmla="*/ 116327 w 116117"/>
                <a:gd name="connsiteY11" fmla="*/ 112322 h 160984"/>
                <a:gd name="connsiteX12" fmla="*/ 101413 w 116117"/>
                <a:gd name="connsiteY12" fmla="*/ 79003 h 160984"/>
                <a:gd name="connsiteX13" fmla="*/ 60932 w 116117"/>
                <a:gd name="connsiteY13" fmla="*/ 62168 h 160984"/>
                <a:gd name="connsiteX14" fmla="*/ 17255 w 116117"/>
                <a:gd name="connsiteY14" fmla="*/ 33408 h 160984"/>
                <a:gd name="connsiteX15" fmla="*/ 57026 w 116117"/>
                <a:gd name="connsiteY15" fmla="*/ 6753 h 160984"/>
                <a:gd name="connsiteX16" fmla="*/ 98572 w 116117"/>
                <a:gd name="connsiteY16" fmla="*/ 49191 h 160984"/>
                <a:gd name="connsiteX17" fmla="*/ 102833 w 116117"/>
                <a:gd name="connsiteY17" fmla="*/ 52347 h 160984"/>
                <a:gd name="connsiteX18" fmla="*/ 107450 w 116117"/>
                <a:gd name="connsiteY18" fmla="*/ 43930 h 160984"/>
                <a:gd name="connsiteX19" fmla="*/ 107450 w 116117"/>
                <a:gd name="connsiteY19" fmla="*/ 8506 h 160984"/>
                <a:gd name="connsiteX20" fmla="*/ 103544 w 116117"/>
                <a:gd name="connsiteY20" fmla="*/ 89 h 160984"/>
                <a:gd name="connsiteX21" fmla="*/ 96442 w 116117"/>
                <a:gd name="connsiteY21" fmla="*/ 4298 h 160984"/>
                <a:gd name="connsiteX22" fmla="*/ 90405 w 116117"/>
                <a:gd name="connsiteY22" fmla="*/ 9909 h 160984"/>
                <a:gd name="connsiteX23" fmla="*/ 57026 w 116117"/>
                <a:gd name="connsiteY23" fmla="*/ 89 h 160984"/>
                <a:gd name="connsiteX24" fmla="*/ 210 w 116117"/>
                <a:gd name="connsiteY24" fmla="*/ 43229 h 160984"/>
                <a:gd name="connsiteX25" fmla="*/ 15479 w 116117"/>
                <a:gd name="connsiteY25" fmla="*/ 73040 h 160984"/>
                <a:gd name="connsiteX26" fmla="*/ 62352 w 116117"/>
                <a:gd name="connsiteY26" fmla="*/ 89174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6117" h="160984">
                  <a:moveTo>
                    <a:pt x="62352" y="89174"/>
                  </a:moveTo>
                  <a:cubicBezTo>
                    <a:pt x="70164" y="90577"/>
                    <a:pt x="99282" y="96189"/>
                    <a:pt x="99282" y="121441"/>
                  </a:cubicBezTo>
                  <a:cubicBezTo>
                    <a:pt x="99282" y="139328"/>
                    <a:pt x="86854" y="153357"/>
                    <a:pt x="59156" y="153357"/>
                  </a:cubicBezTo>
                  <a:cubicBezTo>
                    <a:pt x="29328" y="153357"/>
                    <a:pt x="16544" y="133366"/>
                    <a:pt x="9797" y="103554"/>
                  </a:cubicBezTo>
                  <a:cubicBezTo>
                    <a:pt x="8732" y="98994"/>
                    <a:pt x="8377" y="97591"/>
                    <a:pt x="4826" y="97591"/>
                  </a:cubicBezTo>
                  <a:cubicBezTo>
                    <a:pt x="210" y="97591"/>
                    <a:pt x="210" y="100047"/>
                    <a:pt x="210" y="106360"/>
                  </a:cubicBezTo>
                  <a:lnTo>
                    <a:pt x="210" y="152656"/>
                  </a:lnTo>
                  <a:cubicBezTo>
                    <a:pt x="210" y="158618"/>
                    <a:pt x="210" y="161073"/>
                    <a:pt x="4116" y="161073"/>
                  </a:cubicBezTo>
                  <a:cubicBezTo>
                    <a:pt x="5891" y="161073"/>
                    <a:pt x="6246" y="160723"/>
                    <a:pt x="12993" y="154059"/>
                  </a:cubicBezTo>
                  <a:cubicBezTo>
                    <a:pt x="13703" y="153357"/>
                    <a:pt x="13703" y="152656"/>
                    <a:pt x="20095" y="145992"/>
                  </a:cubicBezTo>
                  <a:cubicBezTo>
                    <a:pt x="35720" y="160723"/>
                    <a:pt x="51699" y="161073"/>
                    <a:pt x="59156" y="161073"/>
                  </a:cubicBezTo>
                  <a:cubicBezTo>
                    <a:pt x="99993" y="161073"/>
                    <a:pt x="116327" y="137574"/>
                    <a:pt x="116327" y="112322"/>
                  </a:cubicBezTo>
                  <a:cubicBezTo>
                    <a:pt x="116327" y="93733"/>
                    <a:pt x="105674" y="83212"/>
                    <a:pt x="101413" y="79003"/>
                  </a:cubicBezTo>
                  <a:cubicBezTo>
                    <a:pt x="89695" y="67780"/>
                    <a:pt x="75846" y="64974"/>
                    <a:pt x="60932" y="62168"/>
                  </a:cubicBezTo>
                  <a:cubicBezTo>
                    <a:pt x="41046" y="58310"/>
                    <a:pt x="17255" y="53750"/>
                    <a:pt x="17255" y="33408"/>
                  </a:cubicBezTo>
                  <a:cubicBezTo>
                    <a:pt x="17255" y="21133"/>
                    <a:pt x="26487" y="6753"/>
                    <a:pt x="57026" y="6753"/>
                  </a:cubicBezTo>
                  <a:cubicBezTo>
                    <a:pt x="96087" y="6753"/>
                    <a:pt x="97862" y="38318"/>
                    <a:pt x="98572" y="49191"/>
                  </a:cubicBezTo>
                  <a:cubicBezTo>
                    <a:pt x="98927" y="52347"/>
                    <a:pt x="102123" y="52347"/>
                    <a:pt x="102833" y="52347"/>
                  </a:cubicBezTo>
                  <a:cubicBezTo>
                    <a:pt x="107450" y="52347"/>
                    <a:pt x="107450" y="50594"/>
                    <a:pt x="107450" y="43930"/>
                  </a:cubicBezTo>
                  <a:lnTo>
                    <a:pt x="107450" y="8506"/>
                  </a:lnTo>
                  <a:cubicBezTo>
                    <a:pt x="107450" y="2544"/>
                    <a:pt x="107450" y="89"/>
                    <a:pt x="103544" y="89"/>
                  </a:cubicBezTo>
                  <a:cubicBezTo>
                    <a:pt x="101768" y="89"/>
                    <a:pt x="101058" y="89"/>
                    <a:pt x="96442" y="4298"/>
                  </a:cubicBezTo>
                  <a:cubicBezTo>
                    <a:pt x="95376" y="5701"/>
                    <a:pt x="91825" y="8857"/>
                    <a:pt x="90405" y="9909"/>
                  </a:cubicBezTo>
                  <a:cubicBezTo>
                    <a:pt x="76911" y="89"/>
                    <a:pt x="62352" y="89"/>
                    <a:pt x="57026" y="89"/>
                  </a:cubicBezTo>
                  <a:cubicBezTo>
                    <a:pt x="13703" y="89"/>
                    <a:pt x="210" y="23588"/>
                    <a:pt x="210" y="43229"/>
                  </a:cubicBezTo>
                  <a:cubicBezTo>
                    <a:pt x="210" y="55504"/>
                    <a:pt x="5891" y="65324"/>
                    <a:pt x="15479" y="73040"/>
                  </a:cubicBezTo>
                  <a:cubicBezTo>
                    <a:pt x="26842" y="82159"/>
                    <a:pt x="36785" y="84264"/>
                    <a:pt x="62352" y="89174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4ADC9A26-B65B-CA74-E30A-208E00624FEE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1161719" y="4849025"/>
              <a:ext cx="157308" cy="160984"/>
            </a:xfrm>
            <a:custGeom>
              <a:avLst/>
              <a:gdLst>
                <a:gd name="connsiteX0" fmla="*/ 157523 w 157308"/>
                <a:gd name="connsiteY0" fmla="*/ 82159 h 160984"/>
                <a:gd name="connsiteX1" fmla="*/ 79046 w 157308"/>
                <a:gd name="connsiteY1" fmla="*/ 89 h 160984"/>
                <a:gd name="connsiteX2" fmla="*/ 214 w 157308"/>
                <a:gd name="connsiteY2" fmla="*/ 82159 h 160984"/>
                <a:gd name="connsiteX3" fmla="*/ 78691 w 157308"/>
                <a:gd name="connsiteY3" fmla="*/ 161073 h 160984"/>
                <a:gd name="connsiteX4" fmla="*/ 157523 w 157308"/>
                <a:gd name="connsiteY4" fmla="*/ 82159 h 160984"/>
                <a:gd name="connsiteX5" fmla="*/ 79046 w 157308"/>
                <a:gd name="connsiteY5" fmla="*/ 152305 h 160984"/>
                <a:gd name="connsiteX6" fmla="*/ 38564 w 157308"/>
                <a:gd name="connsiteY6" fmla="*/ 128806 h 160984"/>
                <a:gd name="connsiteX7" fmla="*/ 29687 w 157308"/>
                <a:gd name="connsiteY7" fmla="*/ 79354 h 160984"/>
                <a:gd name="connsiteX8" fmla="*/ 38209 w 157308"/>
                <a:gd name="connsiteY8" fmla="*/ 31304 h 160984"/>
                <a:gd name="connsiteX9" fmla="*/ 78691 w 157308"/>
                <a:gd name="connsiteY9" fmla="*/ 7805 h 160984"/>
                <a:gd name="connsiteX10" fmla="*/ 118817 w 157308"/>
                <a:gd name="connsiteY10" fmla="*/ 30602 h 160984"/>
                <a:gd name="connsiteX11" fmla="*/ 128049 w 157308"/>
                <a:gd name="connsiteY11" fmla="*/ 79354 h 160984"/>
                <a:gd name="connsiteX12" fmla="*/ 120237 w 157308"/>
                <a:gd name="connsiteY12" fmla="*/ 126351 h 160984"/>
                <a:gd name="connsiteX13" fmla="*/ 79046 w 157308"/>
                <a:gd name="connsiteY13" fmla="*/ 15230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308" h="160984">
                  <a:moveTo>
                    <a:pt x="157523" y="82159"/>
                  </a:moveTo>
                  <a:cubicBezTo>
                    <a:pt x="157523" y="37266"/>
                    <a:pt x="122013" y="89"/>
                    <a:pt x="79046" y="89"/>
                  </a:cubicBezTo>
                  <a:cubicBezTo>
                    <a:pt x="34658" y="89"/>
                    <a:pt x="214" y="38318"/>
                    <a:pt x="214" y="82159"/>
                  </a:cubicBezTo>
                  <a:cubicBezTo>
                    <a:pt x="214" y="127403"/>
                    <a:pt x="37144" y="161073"/>
                    <a:pt x="78691" y="161073"/>
                  </a:cubicBezTo>
                  <a:cubicBezTo>
                    <a:pt x="121658" y="161073"/>
                    <a:pt x="157523" y="126702"/>
                    <a:pt x="157523" y="82159"/>
                  </a:cubicBezTo>
                  <a:close/>
                  <a:moveTo>
                    <a:pt x="79046" y="152305"/>
                  </a:moveTo>
                  <a:cubicBezTo>
                    <a:pt x="63776" y="152305"/>
                    <a:pt x="48152" y="144940"/>
                    <a:pt x="38564" y="128806"/>
                  </a:cubicBezTo>
                  <a:cubicBezTo>
                    <a:pt x="29687" y="113374"/>
                    <a:pt x="29687" y="91980"/>
                    <a:pt x="29687" y="79354"/>
                  </a:cubicBezTo>
                  <a:cubicBezTo>
                    <a:pt x="29687" y="65675"/>
                    <a:pt x="29687" y="46736"/>
                    <a:pt x="38209" y="31304"/>
                  </a:cubicBezTo>
                  <a:cubicBezTo>
                    <a:pt x="47797" y="15170"/>
                    <a:pt x="64487" y="7805"/>
                    <a:pt x="78691" y="7805"/>
                  </a:cubicBezTo>
                  <a:cubicBezTo>
                    <a:pt x="94315" y="7805"/>
                    <a:pt x="109584" y="15521"/>
                    <a:pt x="118817" y="30602"/>
                  </a:cubicBezTo>
                  <a:cubicBezTo>
                    <a:pt x="128049" y="45684"/>
                    <a:pt x="128049" y="66026"/>
                    <a:pt x="128049" y="79354"/>
                  </a:cubicBezTo>
                  <a:cubicBezTo>
                    <a:pt x="128049" y="91980"/>
                    <a:pt x="128049" y="110919"/>
                    <a:pt x="120237" y="126351"/>
                  </a:cubicBezTo>
                  <a:cubicBezTo>
                    <a:pt x="112425" y="142134"/>
                    <a:pt x="96801" y="152305"/>
                    <a:pt x="79046" y="15230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BC58A3-2E3F-F729-CFB4-FF0FFD45A3E2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1341044" y="4758887"/>
              <a:ext cx="115052" cy="247263"/>
            </a:xfrm>
            <a:custGeom>
              <a:avLst/>
              <a:gdLst>
                <a:gd name="connsiteX0" fmla="*/ 50643 w 115052"/>
                <a:gd name="connsiteY0" fmla="*/ 96188 h 247263"/>
                <a:gd name="connsiteX1" fmla="*/ 50643 w 115052"/>
                <a:gd name="connsiteY1" fmla="*/ 55504 h 247263"/>
                <a:gd name="connsiteX2" fmla="*/ 83312 w 115052"/>
                <a:gd name="connsiteY2" fmla="*/ 7805 h 247263"/>
                <a:gd name="connsiteX3" fmla="*/ 95030 w 115052"/>
                <a:gd name="connsiteY3" fmla="*/ 10260 h 247263"/>
                <a:gd name="connsiteX4" fmla="*/ 84377 w 115052"/>
                <a:gd name="connsiteY4" fmla="*/ 24991 h 247263"/>
                <a:gd name="connsiteX5" fmla="*/ 99646 w 115052"/>
                <a:gd name="connsiteY5" fmla="*/ 40072 h 247263"/>
                <a:gd name="connsiteX6" fmla="*/ 115271 w 115052"/>
                <a:gd name="connsiteY6" fmla="*/ 24640 h 247263"/>
                <a:gd name="connsiteX7" fmla="*/ 83312 w 115052"/>
                <a:gd name="connsiteY7" fmla="*/ 89 h 247263"/>
                <a:gd name="connsiteX8" fmla="*/ 28272 w 115052"/>
                <a:gd name="connsiteY8" fmla="*/ 55855 h 247263"/>
                <a:gd name="connsiteX9" fmla="*/ 28272 w 115052"/>
                <a:gd name="connsiteY9" fmla="*/ 96188 h 247263"/>
                <a:gd name="connsiteX10" fmla="*/ 219 w 115052"/>
                <a:gd name="connsiteY10" fmla="*/ 96188 h 247263"/>
                <a:gd name="connsiteX11" fmla="*/ 219 w 115052"/>
                <a:gd name="connsiteY11" fmla="*/ 107061 h 247263"/>
                <a:gd name="connsiteX12" fmla="*/ 28272 w 115052"/>
                <a:gd name="connsiteY12" fmla="*/ 107061 h 247263"/>
                <a:gd name="connsiteX13" fmla="*/ 28272 w 115052"/>
                <a:gd name="connsiteY13" fmla="*/ 220697 h 247263"/>
                <a:gd name="connsiteX14" fmla="*/ 574 w 115052"/>
                <a:gd name="connsiteY14" fmla="*/ 236480 h 247263"/>
                <a:gd name="connsiteX15" fmla="*/ 574 w 115052"/>
                <a:gd name="connsiteY15" fmla="*/ 247352 h 247263"/>
                <a:gd name="connsiteX16" fmla="*/ 41055 w 115052"/>
                <a:gd name="connsiteY16" fmla="*/ 246300 h 247263"/>
                <a:gd name="connsiteX17" fmla="*/ 86153 w 115052"/>
                <a:gd name="connsiteY17" fmla="*/ 247352 h 247263"/>
                <a:gd name="connsiteX18" fmla="*/ 86153 w 115052"/>
                <a:gd name="connsiteY18" fmla="*/ 236480 h 247263"/>
                <a:gd name="connsiteX19" fmla="*/ 78696 w 115052"/>
                <a:gd name="connsiteY19" fmla="*/ 236480 h 247263"/>
                <a:gd name="connsiteX20" fmla="*/ 51708 w 115052"/>
                <a:gd name="connsiteY20" fmla="*/ 219996 h 247263"/>
                <a:gd name="connsiteX21" fmla="*/ 51708 w 115052"/>
                <a:gd name="connsiteY21" fmla="*/ 107061 h 247263"/>
                <a:gd name="connsiteX22" fmla="*/ 92189 w 115052"/>
                <a:gd name="connsiteY22" fmla="*/ 107061 h 247263"/>
                <a:gd name="connsiteX23" fmla="*/ 92189 w 115052"/>
                <a:gd name="connsiteY23" fmla="*/ 96188 h 247263"/>
                <a:gd name="connsiteX24" fmla="*/ 50643 w 115052"/>
                <a:gd name="connsiteY24" fmla="*/ 96188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52" h="247263">
                  <a:moveTo>
                    <a:pt x="50643" y="96188"/>
                  </a:moveTo>
                  <a:lnTo>
                    <a:pt x="50643" y="55504"/>
                  </a:lnTo>
                  <a:cubicBezTo>
                    <a:pt x="50643" y="24640"/>
                    <a:pt x="67688" y="7805"/>
                    <a:pt x="83312" y="7805"/>
                  </a:cubicBezTo>
                  <a:cubicBezTo>
                    <a:pt x="84377" y="7805"/>
                    <a:pt x="89704" y="7805"/>
                    <a:pt x="95030" y="10260"/>
                  </a:cubicBezTo>
                  <a:cubicBezTo>
                    <a:pt x="90769" y="11663"/>
                    <a:pt x="84377" y="16222"/>
                    <a:pt x="84377" y="24991"/>
                  </a:cubicBezTo>
                  <a:cubicBezTo>
                    <a:pt x="84377" y="33057"/>
                    <a:pt x="90059" y="40072"/>
                    <a:pt x="99646" y="40072"/>
                  </a:cubicBezTo>
                  <a:cubicBezTo>
                    <a:pt x="109944" y="40072"/>
                    <a:pt x="115271" y="33057"/>
                    <a:pt x="115271" y="24640"/>
                  </a:cubicBezTo>
                  <a:cubicBezTo>
                    <a:pt x="115271" y="11663"/>
                    <a:pt x="102132" y="89"/>
                    <a:pt x="83312" y="89"/>
                  </a:cubicBezTo>
                  <a:cubicBezTo>
                    <a:pt x="58455" y="89"/>
                    <a:pt x="28272" y="18678"/>
                    <a:pt x="28272" y="55855"/>
                  </a:cubicBezTo>
                  <a:lnTo>
                    <a:pt x="28272" y="96188"/>
                  </a:lnTo>
                  <a:lnTo>
                    <a:pt x="219" y="96188"/>
                  </a:lnTo>
                  <a:lnTo>
                    <a:pt x="219" y="107061"/>
                  </a:lnTo>
                  <a:lnTo>
                    <a:pt x="28272" y="107061"/>
                  </a:lnTo>
                  <a:lnTo>
                    <a:pt x="28272" y="220697"/>
                  </a:lnTo>
                  <a:cubicBezTo>
                    <a:pt x="28272" y="236480"/>
                    <a:pt x="24365" y="236480"/>
                    <a:pt x="574" y="236480"/>
                  </a:cubicBezTo>
                  <a:lnTo>
                    <a:pt x="574" y="247352"/>
                  </a:lnTo>
                  <a:cubicBezTo>
                    <a:pt x="14423" y="247002"/>
                    <a:pt x="31112" y="246300"/>
                    <a:pt x="41055" y="246300"/>
                  </a:cubicBezTo>
                  <a:cubicBezTo>
                    <a:pt x="55259" y="246300"/>
                    <a:pt x="71949" y="246300"/>
                    <a:pt x="86153" y="247352"/>
                  </a:cubicBezTo>
                  <a:lnTo>
                    <a:pt x="86153" y="236480"/>
                  </a:lnTo>
                  <a:lnTo>
                    <a:pt x="78696" y="236480"/>
                  </a:lnTo>
                  <a:cubicBezTo>
                    <a:pt x="52418" y="236480"/>
                    <a:pt x="51708" y="232622"/>
                    <a:pt x="51708" y="219996"/>
                  </a:cubicBezTo>
                  <a:lnTo>
                    <a:pt x="51708" y="107061"/>
                  </a:lnTo>
                  <a:lnTo>
                    <a:pt x="92189" y="107061"/>
                  </a:lnTo>
                  <a:lnTo>
                    <a:pt x="92189" y="96188"/>
                  </a:lnTo>
                  <a:lnTo>
                    <a:pt x="50643" y="9618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46812A7-C6AF-1BDA-27F6-054EE6DF5866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1444576" y="4790453"/>
              <a:ext cx="111146" cy="219555"/>
            </a:xfrm>
            <a:custGeom>
              <a:avLst/>
              <a:gdLst>
                <a:gd name="connsiteX0" fmla="*/ 54907 w 111146"/>
                <a:gd name="connsiteY0" fmla="*/ 75496 h 219555"/>
                <a:gd name="connsiteX1" fmla="*/ 105686 w 111146"/>
                <a:gd name="connsiteY1" fmla="*/ 75496 h 219555"/>
                <a:gd name="connsiteX2" fmla="*/ 105686 w 111146"/>
                <a:gd name="connsiteY2" fmla="*/ 64623 h 219555"/>
                <a:gd name="connsiteX3" fmla="*/ 54907 w 111146"/>
                <a:gd name="connsiteY3" fmla="*/ 64623 h 219555"/>
                <a:gd name="connsiteX4" fmla="*/ 54907 w 111146"/>
                <a:gd name="connsiteY4" fmla="*/ 89 h 219555"/>
                <a:gd name="connsiteX5" fmla="*/ 46030 w 111146"/>
                <a:gd name="connsiteY5" fmla="*/ 89 h 219555"/>
                <a:gd name="connsiteX6" fmla="*/ 222 w 111146"/>
                <a:gd name="connsiteY6" fmla="*/ 67780 h 219555"/>
                <a:gd name="connsiteX7" fmla="*/ 222 w 111146"/>
                <a:gd name="connsiteY7" fmla="*/ 75496 h 219555"/>
                <a:gd name="connsiteX8" fmla="*/ 30405 w 111146"/>
                <a:gd name="connsiteY8" fmla="*/ 75496 h 219555"/>
                <a:gd name="connsiteX9" fmla="*/ 30405 w 111146"/>
                <a:gd name="connsiteY9" fmla="*/ 172297 h 219555"/>
                <a:gd name="connsiteX10" fmla="*/ 76213 w 111146"/>
                <a:gd name="connsiteY10" fmla="*/ 219645 h 219555"/>
                <a:gd name="connsiteX11" fmla="*/ 111368 w 111146"/>
                <a:gd name="connsiteY11" fmla="*/ 172297 h 219555"/>
                <a:gd name="connsiteX12" fmla="*/ 111368 w 111146"/>
                <a:gd name="connsiteY12" fmla="*/ 152305 h 219555"/>
                <a:gd name="connsiteX13" fmla="*/ 102490 w 111146"/>
                <a:gd name="connsiteY13" fmla="*/ 152305 h 219555"/>
                <a:gd name="connsiteX14" fmla="*/ 102490 w 111146"/>
                <a:gd name="connsiteY14" fmla="*/ 171595 h 219555"/>
                <a:gd name="connsiteX15" fmla="*/ 78699 w 111146"/>
                <a:gd name="connsiteY15" fmla="*/ 210877 h 219555"/>
                <a:gd name="connsiteX16" fmla="*/ 54907 w 111146"/>
                <a:gd name="connsiteY16" fmla="*/ 172998 h 219555"/>
                <a:gd name="connsiteX17" fmla="*/ 54907 w 111146"/>
                <a:gd name="connsiteY17" fmla="*/ 75496 h 219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146" h="219555">
                  <a:moveTo>
                    <a:pt x="54907" y="75496"/>
                  </a:moveTo>
                  <a:lnTo>
                    <a:pt x="105686" y="75496"/>
                  </a:lnTo>
                  <a:lnTo>
                    <a:pt x="105686" y="64623"/>
                  </a:lnTo>
                  <a:lnTo>
                    <a:pt x="54907" y="64623"/>
                  </a:lnTo>
                  <a:lnTo>
                    <a:pt x="54907" y="89"/>
                  </a:lnTo>
                  <a:lnTo>
                    <a:pt x="46030" y="89"/>
                  </a:lnTo>
                  <a:cubicBezTo>
                    <a:pt x="45674" y="28849"/>
                    <a:pt x="35021" y="66377"/>
                    <a:pt x="222" y="67780"/>
                  </a:cubicBezTo>
                  <a:lnTo>
                    <a:pt x="222" y="75496"/>
                  </a:lnTo>
                  <a:lnTo>
                    <a:pt x="30405" y="75496"/>
                  </a:lnTo>
                  <a:lnTo>
                    <a:pt x="30405" y="172297"/>
                  </a:lnTo>
                  <a:cubicBezTo>
                    <a:pt x="30405" y="215436"/>
                    <a:pt x="63429" y="219645"/>
                    <a:pt x="76213" y="219645"/>
                  </a:cubicBezTo>
                  <a:cubicBezTo>
                    <a:pt x="101425" y="219645"/>
                    <a:pt x="111368" y="194743"/>
                    <a:pt x="111368" y="172297"/>
                  </a:cubicBezTo>
                  <a:lnTo>
                    <a:pt x="111368" y="152305"/>
                  </a:lnTo>
                  <a:lnTo>
                    <a:pt x="102490" y="152305"/>
                  </a:lnTo>
                  <a:lnTo>
                    <a:pt x="102490" y="171595"/>
                  </a:lnTo>
                  <a:cubicBezTo>
                    <a:pt x="102490" y="197549"/>
                    <a:pt x="91837" y="210877"/>
                    <a:pt x="78699" y="210877"/>
                  </a:cubicBezTo>
                  <a:cubicBezTo>
                    <a:pt x="54907" y="210877"/>
                    <a:pt x="54907" y="178960"/>
                    <a:pt x="54907" y="172998"/>
                  </a:cubicBezTo>
                  <a:lnTo>
                    <a:pt x="54907" y="75496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01C43785-84BB-9E92-727A-E07E9266173B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1587287" y="4851129"/>
              <a:ext cx="277332" cy="155021"/>
            </a:xfrm>
            <a:custGeom>
              <a:avLst/>
              <a:gdLst>
                <a:gd name="connsiteX0" fmla="*/ 27923 w 277332"/>
                <a:gd name="connsiteY0" fmla="*/ 34460 h 155021"/>
                <a:gd name="connsiteX1" fmla="*/ 27923 w 277332"/>
                <a:gd name="connsiteY1" fmla="*/ 128456 h 155021"/>
                <a:gd name="connsiteX2" fmla="*/ 226 w 277332"/>
                <a:gd name="connsiteY2" fmla="*/ 144238 h 155021"/>
                <a:gd name="connsiteX3" fmla="*/ 226 w 277332"/>
                <a:gd name="connsiteY3" fmla="*/ 155111 h 155021"/>
                <a:gd name="connsiteX4" fmla="*/ 40352 w 277332"/>
                <a:gd name="connsiteY4" fmla="*/ 154059 h 155021"/>
                <a:gd name="connsiteX5" fmla="*/ 80123 w 277332"/>
                <a:gd name="connsiteY5" fmla="*/ 155111 h 155021"/>
                <a:gd name="connsiteX6" fmla="*/ 80123 w 277332"/>
                <a:gd name="connsiteY6" fmla="*/ 144238 h 155021"/>
                <a:gd name="connsiteX7" fmla="*/ 52425 w 277332"/>
                <a:gd name="connsiteY7" fmla="*/ 128456 h 155021"/>
                <a:gd name="connsiteX8" fmla="*/ 52425 w 277332"/>
                <a:gd name="connsiteY8" fmla="*/ 63922 h 155021"/>
                <a:gd name="connsiteX9" fmla="*/ 100364 w 277332"/>
                <a:gd name="connsiteY9" fmla="*/ 7805 h 155021"/>
                <a:gd name="connsiteX10" fmla="*/ 126641 w 277332"/>
                <a:gd name="connsiteY10" fmla="*/ 46736 h 155021"/>
                <a:gd name="connsiteX11" fmla="*/ 126641 w 277332"/>
                <a:gd name="connsiteY11" fmla="*/ 128456 h 155021"/>
                <a:gd name="connsiteX12" fmla="*/ 98943 w 277332"/>
                <a:gd name="connsiteY12" fmla="*/ 144238 h 155021"/>
                <a:gd name="connsiteX13" fmla="*/ 98943 w 277332"/>
                <a:gd name="connsiteY13" fmla="*/ 155111 h 155021"/>
                <a:gd name="connsiteX14" fmla="*/ 139069 w 277332"/>
                <a:gd name="connsiteY14" fmla="*/ 154059 h 155021"/>
                <a:gd name="connsiteX15" fmla="*/ 178840 w 277332"/>
                <a:gd name="connsiteY15" fmla="*/ 155111 h 155021"/>
                <a:gd name="connsiteX16" fmla="*/ 178840 w 277332"/>
                <a:gd name="connsiteY16" fmla="*/ 144238 h 155021"/>
                <a:gd name="connsiteX17" fmla="*/ 151143 w 277332"/>
                <a:gd name="connsiteY17" fmla="*/ 128456 h 155021"/>
                <a:gd name="connsiteX18" fmla="*/ 151143 w 277332"/>
                <a:gd name="connsiteY18" fmla="*/ 63922 h 155021"/>
                <a:gd name="connsiteX19" fmla="*/ 199081 w 277332"/>
                <a:gd name="connsiteY19" fmla="*/ 7805 h 155021"/>
                <a:gd name="connsiteX20" fmla="*/ 225358 w 277332"/>
                <a:gd name="connsiteY20" fmla="*/ 46736 h 155021"/>
                <a:gd name="connsiteX21" fmla="*/ 225358 w 277332"/>
                <a:gd name="connsiteY21" fmla="*/ 128456 h 155021"/>
                <a:gd name="connsiteX22" fmla="*/ 197661 w 277332"/>
                <a:gd name="connsiteY22" fmla="*/ 144238 h 155021"/>
                <a:gd name="connsiteX23" fmla="*/ 197661 w 277332"/>
                <a:gd name="connsiteY23" fmla="*/ 155111 h 155021"/>
                <a:gd name="connsiteX24" fmla="*/ 237787 w 277332"/>
                <a:gd name="connsiteY24" fmla="*/ 154059 h 155021"/>
                <a:gd name="connsiteX25" fmla="*/ 277558 w 277332"/>
                <a:gd name="connsiteY25" fmla="*/ 155111 h 155021"/>
                <a:gd name="connsiteX26" fmla="*/ 277558 w 277332"/>
                <a:gd name="connsiteY26" fmla="*/ 144238 h 155021"/>
                <a:gd name="connsiteX27" fmla="*/ 249860 w 277332"/>
                <a:gd name="connsiteY27" fmla="*/ 133716 h 155021"/>
                <a:gd name="connsiteX28" fmla="*/ 249860 w 277332"/>
                <a:gd name="connsiteY28" fmla="*/ 66727 h 155021"/>
                <a:gd name="connsiteX29" fmla="*/ 238852 w 277332"/>
                <a:gd name="connsiteY29" fmla="*/ 13066 h 155021"/>
                <a:gd name="connsiteX30" fmla="*/ 201567 w 277332"/>
                <a:gd name="connsiteY30" fmla="*/ 89 h 155021"/>
                <a:gd name="connsiteX31" fmla="*/ 150077 w 277332"/>
                <a:gd name="connsiteY31" fmla="*/ 34460 h 155021"/>
                <a:gd name="connsiteX32" fmla="*/ 102849 w 277332"/>
                <a:gd name="connsiteY32" fmla="*/ 89 h 155021"/>
                <a:gd name="connsiteX33" fmla="*/ 50295 w 277332"/>
                <a:gd name="connsiteY33" fmla="*/ 36915 h 155021"/>
                <a:gd name="connsiteX34" fmla="*/ 50295 w 277332"/>
                <a:gd name="connsiteY34" fmla="*/ 89 h 155021"/>
                <a:gd name="connsiteX35" fmla="*/ 226 w 277332"/>
                <a:gd name="connsiteY35" fmla="*/ 3947 h 155021"/>
                <a:gd name="connsiteX36" fmla="*/ 226 w 277332"/>
                <a:gd name="connsiteY36" fmla="*/ 14820 h 155021"/>
                <a:gd name="connsiteX37" fmla="*/ 27923 w 277332"/>
                <a:gd name="connsiteY37" fmla="*/ 34460 h 15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7332" h="155021">
                  <a:moveTo>
                    <a:pt x="27923" y="34460"/>
                  </a:moveTo>
                  <a:lnTo>
                    <a:pt x="27923" y="128456"/>
                  </a:lnTo>
                  <a:cubicBezTo>
                    <a:pt x="27923" y="144238"/>
                    <a:pt x="24017" y="144238"/>
                    <a:pt x="226" y="144238"/>
                  </a:cubicBezTo>
                  <a:lnTo>
                    <a:pt x="226" y="155111"/>
                  </a:lnTo>
                  <a:cubicBezTo>
                    <a:pt x="12654" y="154760"/>
                    <a:pt x="30764" y="154059"/>
                    <a:pt x="40352" y="154059"/>
                  </a:cubicBezTo>
                  <a:cubicBezTo>
                    <a:pt x="49584" y="154059"/>
                    <a:pt x="68050" y="154760"/>
                    <a:pt x="80123" y="155111"/>
                  </a:cubicBezTo>
                  <a:lnTo>
                    <a:pt x="80123" y="144238"/>
                  </a:lnTo>
                  <a:cubicBezTo>
                    <a:pt x="56331" y="144238"/>
                    <a:pt x="52425" y="144238"/>
                    <a:pt x="52425" y="128456"/>
                  </a:cubicBezTo>
                  <a:lnTo>
                    <a:pt x="52425" y="63922"/>
                  </a:lnTo>
                  <a:cubicBezTo>
                    <a:pt x="52425" y="27446"/>
                    <a:pt x="77637" y="7805"/>
                    <a:pt x="100364" y="7805"/>
                  </a:cubicBezTo>
                  <a:cubicBezTo>
                    <a:pt x="122735" y="7805"/>
                    <a:pt x="126641" y="26744"/>
                    <a:pt x="126641" y="46736"/>
                  </a:cubicBezTo>
                  <a:lnTo>
                    <a:pt x="126641" y="128456"/>
                  </a:lnTo>
                  <a:cubicBezTo>
                    <a:pt x="126641" y="144238"/>
                    <a:pt x="122735" y="144238"/>
                    <a:pt x="98943" y="144238"/>
                  </a:cubicBezTo>
                  <a:lnTo>
                    <a:pt x="98943" y="155111"/>
                  </a:lnTo>
                  <a:cubicBezTo>
                    <a:pt x="111372" y="154760"/>
                    <a:pt x="129482" y="154059"/>
                    <a:pt x="139069" y="154059"/>
                  </a:cubicBezTo>
                  <a:cubicBezTo>
                    <a:pt x="148302" y="154059"/>
                    <a:pt x="166767" y="154760"/>
                    <a:pt x="178840" y="155111"/>
                  </a:cubicBezTo>
                  <a:lnTo>
                    <a:pt x="178840" y="144238"/>
                  </a:lnTo>
                  <a:cubicBezTo>
                    <a:pt x="155049" y="144238"/>
                    <a:pt x="151143" y="144238"/>
                    <a:pt x="151143" y="128456"/>
                  </a:cubicBezTo>
                  <a:lnTo>
                    <a:pt x="151143" y="63922"/>
                  </a:lnTo>
                  <a:cubicBezTo>
                    <a:pt x="151143" y="27446"/>
                    <a:pt x="176355" y="7805"/>
                    <a:pt x="199081" y="7805"/>
                  </a:cubicBezTo>
                  <a:cubicBezTo>
                    <a:pt x="221452" y="7805"/>
                    <a:pt x="225358" y="26744"/>
                    <a:pt x="225358" y="46736"/>
                  </a:cubicBezTo>
                  <a:lnTo>
                    <a:pt x="225358" y="128456"/>
                  </a:lnTo>
                  <a:cubicBezTo>
                    <a:pt x="225358" y="144238"/>
                    <a:pt x="221452" y="144238"/>
                    <a:pt x="197661" y="144238"/>
                  </a:cubicBezTo>
                  <a:lnTo>
                    <a:pt x="197661" y="155111"/>
                  </a:lnTo>
                  <a:cubicBezTo>
                    <a:pt x="210089" y="154760"/>
                    <a:pt x="228199" y="154059"/>
                    <a:pt x="237787" y="154059"/>
                  </a:cubicBezTo>
                  <a:cubicBezTo>
                    <a:pt x="247020" y="154059"/>
                    <a:pt x="265485" y="154760"/>
                    <a:pt x="277558" y="155111"/>
                  </a:cubicBezTo>
                  <a:lnTo>
                    <a:pt x="277558" y="144238"/>
                  </a:lnTo>
                  <a:cubicBezTo>
                    <a:pt x="259093" y="144238"/>
                    <a:pt x="250215" y="144238"/>
                    <a:pt x="249860" y="133716"/>
                  </a:cubicBezTo>
                  <a:lnTo>
                    <a:pt x="249860" y="66727"/>
                  </a:lnTo>
                  <a:cubicBezTo>
                    <a:pt x="249860" y="36565"/>
                    <a:pt x="249860" y="25692"/>
                    <a:pt x="238852" y="13066"/>
                  </a:cubicBezTo>
                  <a:cubicBezTo>
                    <a:pt x="233881" y="7103"/>
                    <a:pt x="222163" y="89"/>
                    <a:pt x="201567" y="89"/>
                  </a:cubicBezTo>
                  <a:cubicBezTo>
                    <a:pt x="171739" y="89"/>
                    <a:pt x="156114" y="21133"/>
                    <a:pt x="150077" y="34460"/>
                  </a:cubicBezTo>
                  <a:cubicBezTo>
                    <a:pt x="145106" y="3947"/>
                    <a:pt x="118829" y="89"/>
                    <a:pt x="102849" y="89"/>
                  </a:cubicBezTo>
                  <a:cubicBezTo>
                    <a:pt x="76927" y="89"/>
                    <a:pt x="60237" y="15170"/>
                    <a:pt x="50295" y="36915"/>
                  </a:cubicBezTo>
                  <a:lnTo>
                    <a:pt x="50295" y="89"/>
                  </a:lnTo>
                  <a:lnTo>
                    <a:pt x="226" y="3947"/>
                  </a:lnTo>
                  <a:lnTo>
                    <a:pt x="226" y="14820"/>
                  </a:lnTo>
                  <a:cubicBezTo>
                    <a:pt x="25083" y="14820"/>
                    <a:pt x="27923" y="17275"/>
                    <a:pt x="27923" y="3446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641FBF6-A6B7-AB18-B6AC-6212A355A073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1886755" y="4849025"/>
              <a:ext cx="160149" cy="160984"/>
            </a:xfrm>
            <a:custGeom>
              <a:avLst/>
              <a:gdLst>
                <a:gd name="connsiteX0" fmla="*/ 103568 w 160149"/>
                <a:gd name="connsiteY0" fmla="*/ 130560 h 160984"/>
                <a:gd name="connsiteX1" fmla="*/ 131265 w 160149"/>
                <a:gd name="connsiteY1" fmla="*/ 159320 h 160984"/>
                <a:gd name="connsiteX2" fmla="*/ 160384 w 160149"/>
                <a:gd name="connsiteY2" fmla="*/ 126000 h 160984"/>
                <a:gd name="connsiteX3" fmla="*/ 160384 w 160149"/>
                <a:gd name="connsiteY3" fmla="*/ 106360 h 160984"/>
                <a:gd name="connsiteX4" fmla="*/ 151506 w 160149"/>
                <a:gd name="connsiteY4" fmla="*/ 106360 h 160984"/>
                <a:gd name="connsiteX5" fmla="*/ 151506 w 160149"/>
                <a:gd name="connsiteY5" fmla="*/ 126000 h 160984"/>
                <a:gd name="connsiteX6" fmla="*/ 138723 w 160149"/>
                <a:gd name="connsiteY6" fmla="*/ 148447 h 160984"/>
                <a:gd name="connsiteX7" fmla="*/ 125584 w 160149"/>
                <a:gd name="connsiteY7" fmla="*/ 130911 h 160984"/>
                <a:gd name="connsiteX8" fmla="*/ 125584 w 160149"/>
                <a:gd name="connsiteY8" fmla="*/ 60765 h 160984"/>
                <a:gd name="connsiteX9" fmla="*/ 112800 w 160149"/>
                <a:gd name="connsiteY9" fmla="*/ 19379 h 160984"/>
                <a:gd name="connsiteX10" fmla="*/ 64152 w 160149"/>
                <a:gd name="connsiteY10" fmla="*/ 89 h 160984"/>
                <a:gd name="connsiteX11" fmla="*/ 10532 w 160149"/>
                <a:gd name="connsiteY11" fmla="*/ 39721 h 160984"/>
                <a:gd name="connsiteX12" fmla="*/ 26866 w 160149"/>
                <a:gd name="connsiteY12" fmla="*/ 56205 h 160984"/>
                <a:gd name="connsiteX13" fmla="*/ 43201 w 160149"/>
                <a:gd name="connsiteY13" fmla="*/ 40072 h 160984"/>
                <a:gd name="connsiteX14" fmla="*/ 25091 w 160149"/>
                <a:gd name="connsiteY14" fmla="*/ 23938 h 160984"/>
                <a:gd name="connsiteX15" fmla="*/ 63442 w 160149"/>
                <a:gd name="connsiteY15" fmla="*/ 7805 h 160984"/>
                <a:gd name="connsiteX16" fmla="*/ 101082 w 160149"/>
                <a:gd name="connsiteY16" fmla="*/ 52698 h 160984"/>
                <a:gd name="connsiteX17" fmla="*/ 101082 w 160149"/>
                <a:gd name="connsiteY17" fmla="*/ 65675 h 160984"/>
                <a:gd name="connsiteX18" fmla="*/ 35744 w 160149"/>
                <a:gd name="connsiteY18" fmla="*/ 78301 h 160984"/>
                <a:gd name="connsiteX19" fmla="*/ 234 w 160149"/>
                <a:gd name="connsiteY19" fmla="*/ 123896 h 160984"/>
                <a:gd name="connsiteX20" fmla="*/ 57050 w 160149"/>
                <a:gd name="connsiteY20" fmla="*/ 161073 h 160984"/>
                <a:gd name="connsiteX21" fmla="*/ 103568 w 160149"/>
                <a:gd name="connsiteY21" fmla="*/ 130560 h 160984"/>
                <a:gd name="connsiteX22" fmla="*/ 101082 w 160149"/>
                <a:gd name="connsiteY22" fmla="*/ 73040 h 160984"/>
                <a:gd name="connsiteX23" fmla="*/ 101082 w 160149"/>
                <a:gd name="connsiteY23" fmla="*/ 108113 h 160984"/>
                <a:gd name="connsiteX24" fmla="*/ 59535 w 160149"/>
                <a:gd name="connsiteY24" fmla="*/ 153357 h 160984"/>
                <a:gd name="connsiteX25" fmla="*/ 27577 w 160149"/>
                <a:gd name="connsiteY25" fmla="*/ 123545 h 160984"/>
                <a:gd name="connsiteX26" fmla="*/ 101082 w 160149"/>
                <a:gd name="connsiteY26" fmla="*/ 73040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0149" h="160984">
                  <a:moveTo>
                    <a:pt x="103568" y="130560"/>
                  </a:moveTo>
                  <a:cubicBezTo>
                    <a:pt x="104988" y="144589"/>
                    <a:pt x="114576" y="159320"/>
                    <a:pt x="131265" y="159320"/>
                  </a:cubicBezTo>
                  <a:cubicBezTo>
                    <a:pt x="138723" y="159320"/>
                    <a:pt x="160384" y="154409"/>
                    <a:pt x="160384" y="126000"/>
                  </a:cubicBezTo>
                  <a:lnTo>
                    <a:pt x="160384" y="106360"/>
                  </a:lnTo>
                  <a:lnTo>
                    <a:pt x="151506" y="106360"/>
                  </a:lnTo>
                  <a:lnTo>
                    <a:pt x="151506" y="126000"/>
                  </a:lnTo>
                  <a:cubicBezTo>
                    <a:pt x="151506" y="146343"/>
                    <a:pt x="142629" y="148447"/>
                    <a:pt x="138723" y="148447"/>
                  </a:cubicBezTo>
                  <a:cubicBezTo>
                    <a:pt x="127004" y="148447"/>
                    <a:pt x="125584" y="132664"/>
                    <a:pt x="125584" y="130911"/>
                  </a:cubicBezTo>
                  <a:lnTo>
                    <a:pt x="125584" y="60765"/>
                  </a:lnTo>
                  <a:cubicBezTo>
                    <a:pt x="125584" y="46034"/>
                    <a:pt x="125584" y="32356"/>
                    <a:pt x="112800" y="19379"/>
                  </a:cubicBezTo>
                  <a:cubicBezTo>
                    <a:pt x="98951" y="5701"/>
                    <a:pt x="81196" y="89"/>
                    <a:pt x="64152" y="89"/>
                  </a:cubicBezTo>
                  <a:cubicBezTo>
                    <a:pt x="35034" y="89"/>
                    <a:pt x="10532" y="16573"/>
                    <a:pt x="10532" y="39721"/>
                  </a:cubicBezTo>
                  <a:cubicBezTo>
                    <a:pt x="10532" y="50243"/>
                    <a:pt x="17634" y="56205"/>
                    <a:pt x="26866" y="56205"/>
                  </a:cubicBezTo>
                  <a:cubicBezTo>
                    <a:pt x="36809" y="56205"/>
                    <a:pt x="43201" y="49191"/>
                    <a:pt x="43201" y="40072"/>
                  </a:cubicBezTo>
                  <a:cubicBezTo>
                    <a:pt x="43201" y="35863"/>
                    <a:pt x="41425" y="24289"/>
                    <a:pt x="25091" y="23938"/>
                  </a:cubicBezTo>
                  <a:cubicBezTo>
                    <a:pt x="34678" y="11663"/>
                    <a:pt x="52078" y="7805"/>
                    <a:pt x="63442" y="7805"/>
                  </a:cubicBezTo>
                  <a:cubicBezTo>
                    <a:pt x="80841" y="7805"/>
                    <a:pt x="101082" y="21483"/>
                    <a:pt x="101082" y="52698"/>
                  </a:cubicBezTo>
                  <a:lnTo>
                    <a:pt x="101082" y="65675"/>
                  </a:lnTo>
                  <a:cubicBezTo>
                    <a:pt x="82972" y="66727"/>
                    <a:pt x="58115" y="67780"/>
                    <a:pt x="35744" y="78301"/>
                  </a:cubicBezTo>
                  <a:cubicBezTo>
                    <a:pt x="9111" y="90226"/>
                    <a:pt x="234" y="108464"/>
                    <a:pt x="234" y="123896"/>
                  </a:cubicBezTo>
                  <a:cubicBezTo>
                    <a:pt x="234" y="152305"/>
                    <a:pt x="34678" y="161073"/>
                    <a:pt x="57050" y="161073"/>
                  </a:cubicBezTo>
                  <a:cubicBezTo>
                    <a:pt x="80486" y="161073"/>
                    <a:pt x="96821" y="147044"/>
                    <a:pt x="103568" y="130560"/>
                  </a:cubicBezTo>
                  <a:close/>
                  <a:moveTo>
                    <a:pt x="101082" y="73040"/>
                  </a:moveTo>
                  <a:lnTo>
                    <a:pt x="101082" y="108113"/>
                  </a:lnTo>
                  <a:cubicBezTo>
                    <a:pt x="101082" y="141432"/>
                    <a:pt x="75515" y="153357"/>
                    <a:pt x="59535" y="153357"/>
                  </a:cubicBezTo>
                  <a:cubicBezTo>
                    <a:pt x="42136" y="153357"/>
                    <a:pt x="27577" y="141082"/>
                    <a:pt x="27577" y="123545"/>
                  </a:cubicBezTo>
                  <a:cubicBezTo>
                    <a:pt x="27577" y="104255"/>
                    <a:pt x="42491" y="75145"/>
                    <a:pt x="101082" y="7304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4869B51-A099-726F-7423-71DF093B6901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2053652" y="4854987"/>
              <a:ext cx="178969" cy="151163"/>
            </a:xfrm>
            <a:custGeom>
              <a:avLst/>
              <a:gdLst>
                <a:gd name="connsiteX0" fmla="*/ 97891 w 178969"/>
                <a:gd name="connsiteY0" fmla="*/ 68832 h 151163"/>
                <a:gd name="connsiteX1" fmla="*/ 130560 w 178969"/>
                <a:gd name="connsiteY1" fmla="*/ 29199 h 151163"/>
                <a:gd name="connsiteX2" fmla="*/ 172817 w 178969"/>
                <a:gd name="connsiteY2" fmla="*/ 10962 h 151163"/>
                <a:gd name="connsiteX3" fmla="*/ 172817 w 178969"/>
                <a:gd name="connsiteY3" fmla="*/ 89 h 151163"/>
                <a:gd name="connsiteX4" fmla="*/ 143699 w 178969"/>
                <a:gd name="connsiteY4" fmla="*/ 1141 h 151163"/>
                <a:gd name="connsiteX5" fmla="*/ 109609 w 178969"/>
                <a:gd name="connsiteY5" fmla="*/ 89 h 151163"/>
                <a:gd name="connsiteX6" fmla="*/ 109609 w 178969"/>
                <a:gd name="connsiteY6" fmla="*/ 10962 h 151163"/>
                <a:gd name="connsiteX7" fmla="*/ 119907 w 178969"/>
                <a:gd name="connsiteY7" fmla="*/ 21834 h 151163"/>
                <a:gd name="connsiteX8" fmla="*/ 114581 w 178969"/>
                <a:gd name="connsiteY8" fmla="*/ 34110 h 151163"/>
                <a:gd name="connsiteX9" fmla="*/ 92565 w 178969"/>
                <a:gd name="connsiteY9" fmla="*/ 61466 h 151163"/>
                <a:gd name="connsiteX10" fmla="*/ 64867 w 178969"/>
                <a:gd name="connsiteY10" fmla="*/ 26043 h 151163"/>
                <a:gd name="connsiteX11" fmla="*/ 61671 w 178969"/>
                <a:gd name="connsiteY11" fmla="*/ 19730 h 151163"/>
                <a:gd name="connsiteX12" fmla="*/ 74099 w 178969"/>
                <a:gd name="connsiteY12" fmla="*/ 10962 h 151163"/>
                <a:gd name="connsiteX13" fmla="*/ 74099 w 178969"/>
                <a:gd name="connsiteY13" fmla="*/ 89 h 151163"/>
                <a:gd name="connsiteX14" fmla="*/ 35749 w 178969"/>
                <a:gd name="connsiteY14" fmla="*/ 1141 h 151163"/>
                <a:gd name="connsiteX15" fmla="*/ 2014 w 178969"/>
                <a:gd name="connsiteY15" fmla="*/ 89 h 151163"/>
                <a:gd name="connsiteX16" fmla="*/ 2014 w 178969"/>
                <a:gd name="connsiteY16" fmla="*/ 10962 h 151163"/>
                <a:gd name="connsiteX17" fmla="*/ 43916 w 178969"/>
                <a:gd name="connsiteY17" fmla="*/ 32356 h 151163"/>
                <a:gd name="connsiteX18" fmla="*/ 79071 w 178969"/>
                <a:gd name="connsiteY18" fmla="*/ 77600 h 151163"/>
                <a:gd name="connsiteX19" fmla="*/ 45692 w 178969"/>
                <a:gd name="connsiteY19" fmla="*/ 119337 h 151163"/>
                <a:gd name="connsiteX20" fmla="*/ 239 w 178969"/>
                <a:gd name="connsiteY20" fmla="*/ 140380 h 151163"/>
                <a:gd name="connsiteX21" fmla="*/ 239 w 178969"/>
                <a:gd name="connsiteY21" fmla="*/ 151253 h 151163"/>
                <a:gd name="connsiteX22" fmla="*/ 29712 w 178969"/>
                <a:gd name="connsiteY22" fmla="*/ 150201 h 151163"/>
                <a:gd name="connsiteX23" fmla="*/ 63447 w 178969"/>
                <a:gd name="connsiteY23" fmla="*/ 151253 h 151163"/>
                <a:gd name="connsiteX24" fmla="*/ 63447 w 178969"/>
                <a:gd name="connsiteY24" fmla="*/ 140380 h 151163"/>
                <a:gd name="connsiteX25" fmla="*/ 53149 w 178969"/>
                <a:gd name="connsiteY25" fmla="*/ 129508 h 151163"/>
                <a:gd name="connsiteX26" fmla="*/ 85108 w 178969"/>
                <a:gd name="connsiteY26" fmla="*/ 84965 h 151163"/>
                <a:gd name="connsiteX27" fmla="*/ 112095 w 178969"/>
                <a:gd name="connsiteY27" fmla="*/ 120038 h 151163"/>
                <a:gd name="connsiteX28" fmla="*/ 119552 w 178969"/>
                <a:gd name="connsiteY28" fmla="*/ 131612 h 151163"/>
                <a:gd name="connsiteX29" fmla="*/ 106769 w 178969"/>
                <a:gd name="connsiteY29" fmla="*/ 140380 h 151163"/>
                <a:gd name="connsiteX30" fmla="*/ 106769 w 178969"/>
                <a:gd name="connsiteY30" fmla="*/ 151253 h 151163"/>
                <a:gd name="connsiteX31" fmla="*/ 145119 w 178969"/>
                <a:gd name="connsiteY31" fmla="*/ 150201 h 151163"/>
                <a:gd name="connsiteX32" fmla="*/ 179209 w 178969"/>
                <a:gd name="connsiteY32" fmla="*/ 151253 h 151163"/>
                <a:gd name="connsiteX33" fmla="*/ 179209 w 178969"/>
                <a:gd name="connsiteY33" fmla="*/ 140380 h 151163"/>
                <a:gd name="connsiteX34" fmla="*/ 145474 w 178969"/>
                <a:gd name="connsiteY34" fmla="*/ 129508 h 151163"/>
                <a:gd name="connsiteX35" fmla="*/ 97891 w 178969"/>
                <a:gd name="connsiteY35" fmla="*/ 68832 h 151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969" h="151163">
                  <a:moveTo>
                    <a:pt x="97891" y="68832"/>
                  </a:moveTo>
                  <a:cubicBezTo>
                    <a:pt x="108544" y="55504"/>
                    <a:pt x="122038" y="38318"/>
                    <a:pt x="130560" y="29199"/>
                  </a:cubicBezTo>
                  <a:cubicBezTo>
                    <a:pt x="141568" y="16573"/>
                    <a:pt x="156127" y="11312"/>
                    <a:pt x="172817" y="10962"/>
                  </a:cubicBezTo>
                  <a:lnTo>
                    <a:pt x="172817" y="89"/>
                  </a:lnTo>
                  <a:cubicBezTo>
                    <a:pt x="163584" y="790"/>
                    <a:pt x="152932" y="1141"/>
                    <a:pt x="143699" y="1141"/>
                  </a:cubicBezTo>
                  <a:cubicBezTo>
                    <a:pt x="133046" y="1141"/>
                    <a:pt x="114226" y="440"/>
                    <a:pt x="109609" y="89"/>
                  </a:cubicBezTo>
                  <a:lnTo>
                    <a:pt x="109609" y="10962"/>
                  </a:lnTo>
                  <a:cubicBezTo>
                    <a:pt x="117066" y="11663"/>
                    <a:pt x="119907" y="16222"/>
                    <a:pt x="119907" y="21834"/>
                  </a:cubicBezTo>
                  <a:cubicBezTo>
                    <a:pt x="119907" y="27446"/>
                    <a:pt x="116356" y="32005"/>
                    <a:pt x="114581" y="34110"/>
                  </a:cubicBezTo>
                  <a:lnTo>
                    <a:pt x="92565" y="61466"/>
                  </a:lnTo>
                  <a:lnTo>
                    <a:pt x="64867" y="26043"/>
                  </a:lnTo>
                  <a:cubicBezTo>
                    <a:pt x="61671" y="22536"/>
                    <a:pt x="61671" y="21834"/>
                    <a:pt x="61671" y="19730"/>
                  </a:cubicBezTo>
                  <a:cubicBezTo>
                    <a:pt x="61671" y="14469"/>
                    <a:pt x="66997" y="11312"/>
                    <a:pt x="74099" y="10962"/>
                  </a:cubicBezTo>
                  <a:lnTo>
                    <a:pt x="74099" y="89"/>
                  </a:lnTo>
                  <a:cubicBezTo>
                    <a:pt x="64867" y="440"/>
                    <a:pt x="41430" y="1141"/>
                    <a:pt x="35749" y="1141"/>
                  </a:cubicBezTo>
                  <a:cubicBezTo>
                    <a:pt x="28292" y="1141"/>
                    <a:pt x="11602" y="790"/>
                    <a:pt x="2014" y="89"/>
                  </a:cubicBezTo>
                  <a:lnTo>
                    <a:pt x="2014" y="10962"/>
                  </a:lnTo>
                  <a:cubicBezTo>
                    <a:pt x="26871" y="10962"/>
                    <a:pt x="27226" y="11312"/>
                    <a:pt x="43916" y="32356"/>
                  </a:cubicBezTo>
                  <a:lnTo>
                    <a:pt x="79071" y="77600"/>
                  </a:lnTo>
                  <a:lnTo>
                    <a:pt x="45692" y="119337"/>
                  </a:lnTo>
                  <a:cubicBezTo>
                    <a:pt x="28647" y="139679"/>
                    <a:pt x="7696" y="140380"/>
                    <a:pt x="239" y="140380"/>
                  </a:cubicBezTo>
                  <a:lnTo>
                    <a:pt x="239" y="151253"/>
                  </a:lnTo>
                  <a:cubicBezTo>
                    <a:pt x="9471" y="150551"/>
                    <a:pt x="20479" y="150201"/>
                    <a:pt x="29712" y="150201"/>
                  </a:cubicBezTo>
                  <a:cubicBezTo>
                    <a:pt x="40010" y="150201"/>
                    <a:pt x="54924" y="150902"/>
                    <a:pt x="63447" y="151253"/>
                  </a:cubicBezTo>
                  <a:lnTo>
                    <a:pt x="63447" y="140380"/>
                  </a:lnTo>
                  <a:cubicBezTo>
                    <a:pt x="55634" y="139328"/>
                    <a:pt x="53149" y="134769"/>
                    <a:pt x="53149" y="129508"/>
                  </a:cubicBezTo>
                  <a:cubicBezTo>
                    <a:pt x="53149" y="121792"/>
                    <a:pt x="63447" y="110218"/>
                    <a:pt x="85108" y="84965"/>
                  </a:cubicBezTo>
                  <a:lnTo>
                    <a:pt x="112095" y="120038"/>
                  </a:lnTo>
                  <a:cubicBezTo>
                    <a:pt x="114936" y="123896"/>
                    <a:pt x="119552" y="129508"/>
                    <a:pt x="119552" y="131612"/>
                  </a:cubicBezTo>
                  <a:cubicBezTo>
                    <a:pt x="119552" y="134769"/>
                    <a:pt x="116356" y="140030"/>
                    <a:pt x="106769" y="140380"/>
                  </a:cubicBezTo>
                  <a:lnTo>
                    <a:pt x="106769" y="151253"/>
                  </a:lnTo>
                  <a:cubicBezTo>
                    <a:pt x="117422" y="150902"/>
                    <a:pt x="137307" y="150201"/>
                    <a:pt x="145119" y="150201"/>
                  </a:cubicBezTo>
                  <a:cubicBezTo>
                    <a:pt x="154707" y="150201"/>
                    <a:pt x="168556" y="150551"/>
                    <a:pt x="179209" y="151253"/>
                  </a:cubicBezTo>
                  <a:lnTo>
                    <a:pt x="179209" y="140380"/>
                  </a:lnTo>
                  <a:cubicBezTo>
                    <a:pt x="160034" y="140380"/>
                    <a:pt x="153642" y="139679"/>
                    <a:pt x="145474" y="129508"/>
                  </a:cubicBezTo>
                  <a:lnTo>
                    <a:pt x="97891" y="68832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0BE7920-0F5F-6147-45F6-D08F833B5376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2369847" y="4497590"/>
              <a:ext cx="174708" cy="841397"/>
            </a:xfrm>
            <a:custGeom>
              <a:avLst/>
              <a:gdLst>
                <a:gd name="connsiteX0" fmla="*/ 174955 w 174708"/>
                <a:gd name="connsiteY0" fmla="*/ 837965 h 841397"/>
                <a:gd name="connsiteX1" fmla="*/ 173534 w 174708"/>
                <a:gd name="connsiteY1" fmla="*/ 834808 h 841397"/>
                <a:gd name="connsiteX2" fmla="*/ 112812 w 174708"/>
                <a:gd name="connsiteY2" fmla="*/ 760454 h 841397"/>
                <a:gd name="connsiteX3" fmla="*/ 29719 w 174708"/>
                <a:gd name="connsiteY3" fmla="*/ 420949 h 841397"/>
                <a:gd name="connsiteX4" fmla="*/ 101094 w 174708"/>
                <a:gd name="connsiteY4" fmla="*/ 100383 h 841397"/>
                <a:gd name="connsiteX5" fmla="*/ 173889 w 174708"/>
                <a:gd name="connsiteY5" fmla="*/ 6388 h 841397"/>
                <a:gd name="connsiteX6" fmla="*/ 174955 w 174708"/>
                <a:gd name="connsiteY6" fmla="*/ 3582 h 841397"/>
                <a:gd name="connsiteX7" fmla="*/ 167498 w 174708"/>
                <a:gd name="connsiteY7" fmla="*/ 75 h 841397"/>
                <a:gd name="connsiteX8" fmla="*/ 156489 w 174708"/>
                <a:gd name="connsiteY8" fmla="*/ 5336 h 841397"/>
                <a:gd name="connsiteX9" fmla="*/ 246 w 174708"/>
                <a:gd name="connsiteY9" fmla="*/ 420598 h 841397"/>
                <a:gd name="connsiteX10" fmla="*/ 122400 w 174708"/>
                <a:gd name="connsiteY10" fmla="*/ 802191 h 841397"/>
                <a:gd name="connsiteX11" fmla="*/ 157555 w 174708"/>
                <a:gd name="connsiteY11" fmla="*/ 837264 h 841397"/>
                <a:gd name="connsiteX12" fmla="*/ 167498 w 174708"/>
                <a:gd name="connsiteY12" fmla="*/ 841472 h 841397"/>
                <a:gd name="connsiteX13" fmla="*/ 174955 w 174708"/>
                <a:gd name="connsiteY13" fmla="*/ 837965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55" y="837965"/>
                  </a:moveTo>
                  <a:cubicBezTo>
                    <a:pt x="174955" y="836562"/>
                    <a:pt x="174244" y="835861"/>
                    <a:pt x="173534" y="834808"/>
                  </a:cubicBezTo>
                  <a:cubicBezTo>
                    <a:pt x="160396" y="821831"/>
                    <a:pt x="136604" y="798333"/>
                    <a:pt x="112812" y="760454"/>
                  </a:cubicBezTo>
                  <a:cubicBezTo>
                    <a:pt x="55641" y="669966"/>
                    <a:pt x="29719" y="555979"/>
                    <a:pt x="29719" y="420949"/>
                  </a:cubicBezTo>
                  <a:cubicBezTo>
                    <a:pt x="29719" y="326603"/>
                    <a:pt x="42503" y="204900"/>
                    <a:pt x="101094" y="100383"/>
                  </a:cubicBezTo>
                  <a:cubicBezTo>
                    <a:pt x="129147" y="50580"/>
                    <a:pt x="158265" y="21820"/>
                    <a:pt x="173889" y="6388"/>
                  </a:cubicBezTo>
                  <a:cubicBezTo>
                    <a:pt x="174955" y="5336"/>
                    <a:pt x="174955" y="4634"/>
                    <a:pt x="174955" y="3582"/>
                  </a:cubicBezTo>
                  <a:cubicBezTo>
                    <a:pt x="174955" y="75"/>
                    <a:pt x="172469" y="75"/>
                    <a:pt x="167498" y="75"/>
                  </a:cubicBezTo>
                  <a:cubicBezTo>
                    <a:pt x="162526" y="75"/>
                    <a:pt x="161816" y="75"/>
                    <a:pt x="156489" y="5336"/>
                  </a:cubicBezTo>
                  <a:cubicBezTo>
                    <a:pt x="37531" y="112308"/>
                    <a:pt x="246" y="272942"/>
                    <a:pt x="246" y="420598"/>
                  </a:cubicBezTo>
                  <a:cubicBezTo>
                    <a:pt x="246" y="558434"/>
                    <a:pt x="32205" y="697323"/>
                    <a:pt x="122400" y="802191"/>
                  </a:cubicBezTo>
                  <a:cubicBezTo>
                    <a:pt x="129502" y="810257"/>
                    <a:pt x="142996" y="824637"/>
                    <a:pt x="157555" y="837264"/>
                  </a:cubicBezTo>
                  <a:cubicBezTo>
                    <a:pt x="161816" y="841472"/>
                    <a:pt x="162526" y="841472"/>
                    <a:pt x="167498" y="841472"/>
                  </a:cubicBezTo>
                  <a:cubicBezTo>
                    <a:pt x="172469" y="841472"/>
                    <a:pt x="174955" y="841472"/>
                    <a:pt x="174955" y="83796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E668E38-8605-2BC0-89DF-3540B8CC616D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2613841" y="4528281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794C902-CD66-9869-6539-9BD59E14F0D7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2939213" y="4471220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EBD04B22-0B16-543C-D0AA-EFE1AA2C631A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3182492" y="4524423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3AC206A6-1FD5-7613-9C02-BE9337D7C7EF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2599992" y="4911454"/>
              <a:ext cx="866537" cy="14028"/>
            </a:xfrm>
            <a:custGeom>
              <a:avLst/>
              <a:gdLst>
                <a:gd name="connsiteX0" fmla="*/ 0 w 866537"/>
                <a:gd name="connsiteY0" fmla="*/ 0 h 14028"/>
                <a:gd name="connsiteX1" fmla="*/ 866538 w 866537"/>
                <a:gd name="connsiteY1" fmla="*/ 0 h 14028"/>
                <a:gd name="connsiteX2" fmla="*/ 866538 w 866537"/>
                <a:gd name="connsiteY2" fmla="*/ 14028 h 14028"/>
                <a:gd name="connsiteX3" fmla="*/ 0 w 866537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6537" h="14028">
                  <a:moveTo>
                    <a:pt x="0" y="0"/>
                  </a:moveTo>
                  <a:lnTo>
                    <a:pt x="866538" y="0"/>
                  </a:lnTo>
                  <a:lnTo>
                    <a:pt x="866538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6A91943-5D64-CBE9-5D66-982FA74D4E29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2739162" y="4981596"/>
              <a:ext cx="276977" cy="350728"/>
            </a:xfrm>
            <a:custGeom>
              <a:avLst/>
              <a:gdLst>
                <a:gd name="connsiteX0" fmla="*/ 112469 w 276977"/>
                <a:gd name="connsiteY0" fmla="*/ 313991 h 350728"/>
                <a:gd name="connsiteX1" fmla="*/ 49971 w 276977"/>
                <a:gd name="connsiteY1" fmla="*/ 177557 h 350728"/>
                <a:gd name="connsiteX2" fmla="*/ 44645 w 276977"/>
                <a:gd name="connsiteY2" fmla="*/ 171946 h 350728"/>
                <a:gd name="connsiteX3" fmla="*/ 38608 w 276977"/>
                <a:gd name="connsiteY3" fmla="*/ 174751 h 350728"/>
                <a:gd name="connsiteX4" fmla="*/ 4874 w 276977"/>
                <a:gd name="connsiteY4" fmla="*/ 200004 h 350728"/>
                <a:gd name="connsiteX5" fmla="*/ 257 w 276977"/>
                <a:gd name="connsiteY5" fmla="*/ 205615 h 350728"/>
                <a:gd name="connsiteX6" fmla="*/ 3808 w 276977"/>
                <a:gd name="connsiteY6" fmla="*/ 209473 h 350728"/>
                <a:gd name="connsiteX7" fmla="*/ 15882 w 276977"/>
                <a:gd name="connsiteY7" fmla="*/ 201757 h 350728"/>
                <a:gd name="connsiteX8" fmla="*/ 27245 w 276977"/>
                <a:gd name="connsiteY8" fmla="*/ 193340 h 350728"/>
                <a:gd name="connsiteX9" fmla="*/ 97200 w 276977"/>
                <a:gd name="connsiteY9" fmla="*/ 345205 h 350728"/>
                <a:gd name="connsiteX10" fmla="*/ 104657 w 276977"/>
                <a:gd name="connsiteY10" fmla="*/ 350817 h 350728"/>
                <a:gd name="connsiteX11" fmla="*/ 113534 w 276977"/>
                <a:gd name="connsiteY11" fmla="*/ 343802 h 350728"/>
                <a:gd name="connsiteX12" fmla="*/ 274749 w 276977"/>
                <a:gd name="connsiteY12" fmla="*/ 14118 h 350728"/>
                <a:gd name="connsiteX13" fmla="*/ 277235 w 276977"/>
                <a:gd name="connsiteY13" fmla="*/ 7103 h 350728"/>
                <a:gd name="connsiteX14" fmla="*/ 270133 w 276977"/>
                <a:gd name="connsiteY14" fmla="*/ 89 h 350728"/>
                <a:gd name="connsiteX15" fmla="*/ 261966 w 276977"/>
                <a:gd name="connsiteY15" fmla="*/ 7454 h 350728"/>
                <a:gd name="connsiteX16" fmla="*/ 112469 w 276977"/>
                <a:gd name="connsiteY16" fmla="*/ 313991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6977" h="350728">
                  <a:moveTo>
                    <a:pt x="112469" y="313991"/>
                  </a:moveTo>
                  <a:lnTo>
                    <a:pt x="49971" y="177557"/>
                  </a:lnTo>
                  <a:cubicBezTo>
                    <a:pt x="47486" y="171946"/>
                    <a:pt x="45710" y="171946"/>
                    <a:pt x="44645" y="171946"/>
                  </a:cubicBezTo>
                  <a:cubicBezTo>
                    <a:pt x="44290" y="171946"/>
                    <a:pt x="42514" y="171946"/>
                    <a:pt x="38608" y="174751"/>
                  </a:cubicBezTo>
                  <a:lnTo>
                    <a:pt x="4874" y="200004"/>
                  </a:lnTo>
                  <a:cubicBezTo>
                    <a:pt x="257" y="203511"/>
                    <a:pt x="257" y="204563"/>
                    <a:pt x="257" y="205615"/>
                  </a:cubicBezTo>
                  <a:cubicBezTo>
                    <a:pt x="257" y="207369"/>
                    <a:pt x="1323" y="209473"/>
                    <a:pt x="3808" y="209473"/>
                  </a:cubicBezTo>
                  <a:cubicBezTo>
                    <a:pt x="5939" y="209473"/>
                    <a:pt x="11976" y="204563"/>
                    <a:pt x="15882" y="201757"/>
                  </a:cubicBezTo>
                  <a:cubicBezTo>
                    <a:pt x="18012" y="200004"/>
                    <a:pt x="23339" y="196146"/>
                    <a:pt x="27245" y="193340"/>
                  </a:cubicBezTo>
                  <a:lnTo>
                    <a:pt x="97200" y="345205"/>
                  </a:lnTo>
                  <a:cubicBezTo>
                    <a:pt x="99685" y="350817"/>
                    <a:pt x="101461" y="350817"/>
                    <a:pt x="104657" y="350817"/>
                  </a:cubicBezTo>
                  <a:cubicBezTo>
                    <a:pt x="109983" y="350817"/>
                    <a:pt x="111048" y="348713"/>
                    <a:pt x="113534" y="343802"/>
                  </a:cubicBezTo>
                  <a:lnTo>
                    <a:pt x="274749" y="14118"/>
                  </a:lnTo>
                  <a:cubicBezTo>
                    <a:pt x="277235" y="9208"/>
                    <a:pt x="277235" y="7805"/>
                    <a:pt x="277235" y="7103"/>
                  </a:cubicBezTo>
                  <a:cubicBezTo>
                    <a:pt x="277235" y="3596"/>
                    <a:pt x="274394" y="89"/>
                    <a:pt x="270133" y="89"/>
                  </a:cubicBezTo>
                  <a:cubicBezTo>
                    <a:pt x="267292" y="89"/>
                    <a:pt x="264806" y="1842"/>
                    <a:pt x="261966" y="7454"/>
                  </a:cubicBezTo>
                  <a:lnTo>
                    <a:pt x="112469" y="313991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73B05A1-7635-F0BE-4B92-4A3A8ABDED77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3009156" y="4981596"/>
              <a:ext cx="344126" cy="14028"/>
            </a:xfrm>
            <a:custGeom>
              <a:avLst/>
              <a:gdLst>
                <a:gd name="connsiteX0" fmla="*/ 0 w 344126"/>
                <a:gd name="connsiteY0" fmla="*/ 0 h 14028"/>
                <a:gd name="connsiteX1" fmla="*/ 344127 w 344126"/>
                <a:gd name="connsiteY1" fmla="*/ 0 h 14028"/>
                <a:gd name="connsiteX2" fmla="*/ 344127 w 344126"/>
                <a:gd name="connsiteY2" fmla="*/ 14028 h 14028"/>
                <a:gd name="connsiteX3" fmla="*/ 0 w 344126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126" h="14028">
                  <a:moveTo>
                    <a:pt x="0" y="0"/>
                  </a:moveTo>
                  <a:lnTo>
                    <a:pt x="344127" y="0"/>
                  </a:lnTo>
                  <a:lnTo>
                    <a:pt x="344127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657B92D-5140-78EF-A885-869153425068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3023360" y="5024813"/>
              <a:ext cx="169027" cy="247263"/>
            </a:xfrm>
            <a:custGeom>
              <a:avLst/>
              <a:gdLst>
                <a:gd name="connsiteX0" fmla="*/ 169293 w 169027"/>
                <a:gd name="connsiteY0" fmla="*/ 3954 h 247263"/>
                <a:gd name="connsiteX1" fmla="*/ 164677 w 169027"/>
                <a:gd name="connsiteY1" fmla="*/ 96 h 247263"/>
                <a:gd name="connsiteX2" fmla="*/ 119579 w 169027"/>
                <a:gd name="connsiteY2" fmla="*/ 3954 h 247263"/>
                <a:gd name="connsiteX3" fmla="*/ 114608 w 169027"/>
                <a:gd name="connsiteY3" fmla="*/ 10618 h 247263"/>
                <a:gd name="connsiteX4" fmla="*/ 123130 w 169027"/>
                <a:gd name="connsiteY4" fmla="*/ 14827 h 247263"/>
                <a:gd name="connsiteX5" fmla="*/ 140885 w 169027"/>
                <a:gd name="connsiteY5" fmla="*/ 20789 h 247263"/>
                <a:gd name="connsiteX6" fmla="*/ 139820 w 169027"/>
                <a:gd name="connsiteY6" fmla="*/ 27804 h 247263"/>
                <a:gd name="connsiteX7" fmla="*/ 118514 w 169027"/>
                <a:gd name="connsiteY7" fmla="*/ 110927 h 247263"/>
                <a:gd name="connsiteX8" fmla="*/ 85845 w 169027"/>
                <a:gd name="connsiteY8" fmla="*/ 88480 h 247263"/>
                <a:gd name="connsiteX9" fmla="*/ 266 w 169027"/>
                <a:gd name="connsiteY9" fmla="*/ 191243 h 247263"/>
                <a:gd name="connsiteX10" fmla="*/ 47494 w 169027"/>
                <a:gd name="connsiteY10" fmla="*/ 247360 h 247263"/>
                <a:gd name="connsiteX11" fmla="*/ 93657 w 169027"/>
                <a:gd name="connsiteY11" fmla="*/ 221055 h 247263"/>
                <a:gd name="connsiteX12" fmla="*/ 125971 w 169027"/>
                <a:gd name="connsiteY12" fmla="*/ 247360 h 247263"/>
                <a:gd name="connsiteX13" fmla="*/ 152248 w 169027"/>
                <a:gd name="connsiteY13" fmla="*/ 228070 h 247263"/>
                <a:gd name="connsiteX14" fmla="*/ 162901 w 169027"/>
                <a:gd name="connsiteY14" fmla="*/ 193348 h 247263"/>
                <a:gd name="connsiteX15" fmla="*/ 158640 w 169027"/>
                <a:gd name="connsiteY15" fmla="*/ 189840 h 247263"/>
                <a:gd name="connsiteX16" fmla="*/ 153669 w 169027"/>
                <a:gd name="connsiteY16" fmla="*/ 196154 h 247263"/>
                <a:gd name="connsiteX17" fmla="*/ 126681 w 169027"/>
                <a:gd name="connsiteY17" fmla="*/ 239644 h 247263"/>
                <a:gd name="connsiteX18" fmla="*/ 116028 w 169027"/>
                <a:gd name="connsiteY18" fmla="*/ 223510 h 247263"/>
                <a:gd name="connsiteX19" fmla="*/ 118159 w 169027"/>
                <a:gd name="connsiteY19" fmla="*/ 206675 h 247263"/>
                <a:gd name="connsiteX20" fmla="*/ 169293 w 169027"/>
                <a:gd name="connsiteY20" fmla="*/ 3954 h 247263"/>
                <a:gd name="connsiteX21" fmla="*/ 95432 w 169027"/>
                <a:gd name="connsiteY21" fmla="*/ 201765 h 247263"/>
                <a:gd name="connsiteX22" fmla="*/ 88330 w 169027"/>
                <a:gd name="connsiteY22" fmla="*/ 214742 h 247263"/>
                <a:gd name="connsiteX23" fmla="*/ 48204 w 169027"/>
                <a:gd name="connsiteY23" fmla="*/ 239644 h 247263"/>
                <a:gd name="connsiteX24" fmla="*/ 25478 w 169027"/>
                <a:gd name="connsiteY24" fmla="*/ 206675 h 247263"/>
                <a:gd name="connsiteX25" fmla="*/ 45008 w 169027"/>
                <a:gd name="connsiteY25" fmla="*/ 129866 h 247263"/>
                <a:gd name="connsiteX26" fmla="*/ 86200 w 169027"/>
                <a:gd name="connsiteY26" fmla="*/ 96196 h 247263"/>
                <a:gd name="connsiteX27" fmla="*/ 114253 w 169027"/>
                <a:gd name="connsiteY27" fmla="*/ 127060 h 247263"/>
                <a:gd name="connsiteX28" fmla="*/ 113187 w 169027"/>
                <a:gd name="connsiteY28" fmla="*/ 133022 h 247263"/>
                <a:gd name="connsiteX29" fmla="*/ 95432 w 169027"/>
                <a:gd name="connsiteY29" fmla="*/ 201765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69027" h="247263">
                  <a:moveTo>
                    <a:pt x="169293" y="3954"/>
                  </a:moveTo>
                  <a:cubicBezTo>
                    <a:pt x="169293" y="3604"/>
                    <a:pt x="169293" y="96"/>
                    <a:pt x="164677" y="96"/>
                  </a:cubicBezTo>
                  <a:cubicBezTo>
                    <a:pt x="159350" y="96"/>
                    <a:pt x="125616" y="3253"/>
                    <a:pt x="119579" y="3954"/>
                  </a:cubicBezTo>
                  <a:cubicBezTo>
                    <a:pt x="116738" y="4305"/>
                    <a:pt x="114608" y="6059"/>
                    <a:pt x="114608" y="10618"/>
                  </a:cubicBezTo>
                  <a:cubicBezTo>
                    <a:pt x="114608" y="14827"/>
                    <a:pt x="117804" y="14827"/>
                    <a:pt x="123130" y="14827"/>
                  </a:cubicBezTo>
                  <a:cubicBezTo>
                    <a:pt x="140175" y="14827"/>
                    <a:pt x="140885" y="17282"/>
                    <a:pt x="140885" y="20789"/>
                  </a:cubicBezTo>
                  <a:lnTo>
                    <a:pt x="139820" y="27804"/>
                  </a:lnTo>
                  <a:lnTo>
                    <a:pt x="118514" y="110927"/>
                  </a:lnTo>
                  <a:cubicBezTo>
                    <a:pt x="112122" y="97950"/>
                    <a:pt x="101824" y="88480"/>
                    <a:pt x="85845" y="88480"/>
                  </a:cubicBezTo>
                  <a:cubicBezTo>
                    <a:pt x="44298" y="88480"/>
                    <a:pt x="266" y="140037"/>
                    <a:pt x="266" y="191243"/>
                  </a:cubicBezTo>
                  <a:cubicBezTo>
                    <a:pt x="266" y="224212"/>
                    <a:pt x="19796" y="247360"/>
                    <a:pt x="47494" y="247360"/>
                  </a:cubicBezTo>
                  <a:cubicBezTo>
                    <a:pt x="54596" y="247360"/>
                    <a:pt x="72351" y="245957"/>
                    <a:pt x="93657" y="221055"/>
                  </a:cubicBezTo>
                  <a:cubicBezTo>
                    <a:pt x="96498" y="235786"/>
                    <a:pt x="108926" y="247360"/>
                    <a:pt x="125971" y="247360"/>
                  </a:cubicBezTo>
                  <a:cubicBezTo>
                    <a:pt x="138399" y="247360"/>
                    <a:pt x="146567" y="239293"/>
                    <a:pt x="152248" y="228070"/>
                  </a:cubicBezTo>
                  <a:cubicBezTo>
                    <a:pt x="158285" y="215444"/>
                    <a:pt x="162901" y="194049"/>
                    <a:pt x="162901" y="193348"/>
                  </a:cubicBezTo>
                  <a:cubicBezTo>
                    <a:pt x="162901" y="189840"/>
                    <a:pt x="159705" y="189840"/>
                    <a:pt x="158640" y="189840"/>
                  </a:cubicBezTo>
                  <a:cubicBezTo>
                    <a:pt x="155089" y="189840"/>
                    <a:pt x="154734" y="191243"/>
                    <a:pt x="153669" y="196154"/>
                  </a:cubicBezTo>
                  <a:cubicBezTo>
                    <a:pt x="147632" y="218951"/>
                    <a:pt x="141240" y="239644"/>
                    <a:pt x="126681" y="239644"/>
                  </a:cubicBezTo>
                  <a:cubicBezTo>
                    <a:pt x="117093" y="239644"/>
                    <a:pt x="116028" y="230525"/>
                    <a:pt x="116028" y="223510"/>
                  </a:cubicBezTo>
                  <a:cubicBezTo>
                    <a:pt x="116028" y="215093"/>
                    <a:pt x="116738" y="212638"/>
                    <a:pt x="118159" y="206675"/>
                  </a:cubicBezTo>
                  <a:lnTo>
                    <a:pt x="169293" y="3954"/>
                  </a:lnTo>
                  <a:close/>
                  <a:moveTo>
                    <a:pt x="95432" y="201765"/>
                  </a:moveTo>
                  <a:cubicBezTo>
                    <a:pt x="93657" y="208078"/>
                    <a:pt x="93657" y="208780"/>
                    <a:pt x="88330" y="214742"/>
                  </a:cubicBezTo>
                  <a:cubicBezTo>
                    <a:pt x="72706" y="234032"/>
                    <a:pt x="58147" y="239644"/>
                    <a:pt x="48204" y="239644"/>
                  </a:cubicBezTo>
                  <a:cubicBezTo>
                    <a:pt x="30449" y="239644"/>
                    <a:pt x="25478" y="220354"/>
                    <a:pt x="25478" y="206675"/>
                  </a:cubicBezTo>
                  <a:cubicBezTo>
                    <a:pt x="25478" y="189139"/>
                    <a:pt x="36841" y="145999"/>
                    <a:pt x="45008" y="129866"/>
                  </a:cubicBezTo>
                  <a:cubicBezTo>
                    <a:pt x="56016" y="109173"/>
                    <a:pt x="71996" y="96196"/>
                    <a:pt x="86200" y="96196"/>
                  </a:cubicBezTo>
                  <a:cubicBezTo>
                    <a:pt x="109281" y="96196"/>
                    <a:pt x="114253" y="124956"/>
                    <a:pt x="114253" y="127060"/>
                  </a:cubicBezTo>
                  <a:cubicBezTo>
                    <a:pt x="114253" y="129164"/>
                    <a:pt x="113542" y="131269"/>
                    <a:pt x="113187" y="133022"/>
                  </a:cubicBezTo>
                  <a:lnTo>
                    <a:pt x="95432" y="20176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784212C-9766-3710-5B51-C597E039DF59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3209641" y="5157809"/>
              <a:ext cx="109867" cy="163018"/>
            </a:xfrm>
            <a:custGeom>
              <a:avLst/>
              <a:gdLst>
                <a:gd name="connsiteX0" fmla="*/ 110139 w 109867"/>
                <a:gd name="connsiteY0" fmla="*/ 118434 h 163018"/>
                <a:gd name="connsiteX1" fmla="*/ 101687 w 109867"/>
                <a:gd name="connsiteY1" fmla="*/ 118434 h 163018"/>
                <a:gd name="connsiteX2" fmla="*/ 95225 w 109867"/>
                <a:gd name="connsiteY2" fmla="*/ 140775 h 163018"/>
                <a:gd name="connsiteX3" fmla="*/ 70616 w 109867"/>
                <a:gd name="connsiteY3" fmla="*/ 142248 h 163018"/>
                <a:gd name="connsiteX4" fmla="*/ 24879 w 109867"/>
                <a:gd name="connsiteY4" fmla="*/ 142248 h 163018"/>
                <a:gd name="connsiteX5" fmla="*/ 74593 w 109867"/>
                <a:gd name="connsiteY5" fmla="*/ 101002 h 163018"/>
                <a:gd name="connsiteX6" fmla="*/ 110139 w 109867"/>
                <a:gd name="connsiteY6" fmla="*/ 47972 h 163018"/>
                <a:gd name="connsiteX7" fmla="*/ 51973 w 109867"/>
                <a:gd name="connsiteY7" fmla="*/ 98 h 163018"/>
                <a:gd name="connsiteX8" fmla="*/ 271 w 109867"/>
                <a:gd name="connsiteY8" fmla="*/ 44044 h 163018"/>
                <a:gd name="connsiteX9" fmla="*/ 13445 w 109867"/>
                <a:gd name="connsiteY9" fmla="*/ 57793 h 163018"/>
                <a:gd name="connsiteX10" fmla="*/ 26619 w 109867"/>
                <a:gd name="connsiteY10" fmla="*/ 44781 h 163018"/>
                <a:gd name="connsiteX11" fmla="*/ 11954 w 109867"/>
                <a:gd name="connsiteY11" fmla="*/ 31769 h 163018"/>
                <a:gd name="connsiteX12" fmla="*/ 48245 w 109867"/>
                <a:gd name="connsiteY12" fmla="*/ 8936 h 163018"/>
                <a:gd name="connsiteX13" fmla="*/ 86027 w 109867"/>
                <a:gd name="connsiteY13" fmla="*/ 47972 h 163018"/>
                <a:gd name="connsiteX14" fmla="*/ 62662 w 109867"/>
                <a:gd name="connsiteY14" fmla="*/ 95110 h 163018"/>
                <a:gd name="connsiteX15" fmla="*/ 2757 w 109867"/>
                <a:gd name="connsiteY15" fmla="*/ 153542 h 163018"/>
                <a:gd name="connsiteX16" fmla="*/ 271 w 109867"/>
                <a:gd name="connsiteY16" fmla="*/ 163116 h 163018"/>
                <a:gd name="connsiteX17" fmla="*/ 102682 w 109867"/>
                <a:gd name="connsiteY17" fmla="*/ 163116 h 163018"/>
                <a:gd name="connsiteX18" fmla="*/ 110139 w 109867"/>
                <a:gd name="connsiteY18" fmla="*/ 118434 h 16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867" h="163018">
                  <a:moveTo>
                    <a:pt x="110139" y="118434"/>
                  </a:moveTo>
                  <a:lnTo>
                    <a:pt x="101687" y="118434"/>
                  </a:lnTo>
                  <a:cubicBezTo>
                    <a:pt x="100942" y="123835"/>
                    <a:pt x="98456" y="138320"/>
                    <a:pt x="95225" y="140775"/>
                  </a:cubicBezTo>
                  <a:cubicBezTo>
                    <a:pt x="93236" y="142248"/>
                    <a:pt x="74096" y="142248"/>
                    <a:pt x="70616" y="142248"/>
                  </a:cubicBezTo>
                  <a:lnTo>
                    <a:pt x="24879" y="142248"/>
                  </a:lnTo>
                  <a:cubicBezTo>
                    <a:pt x="50979" y="119416"/>
                    <a:pt x="59679" y="112541"/>
                    <a:pt x="74593" y="101002"/>
                  </a:cubicBezTo>
                  <a:cubicBezTo>
                    <a:pt x="92987" y="86517"/>
                    <a:pt x="110139" y="71296"/>
                    <a:pt x="110139" y="47972"/>
                  </a:cubicBezTo>
                  <a:cubicBezTo>
                    <a:pt x="110139" y="18266"/>
                    <a:pt x="83790" y="98"/>
                    <a:pt x="51973" y="98"/>
                  </a:cubicBezTo>
                  <a:cubicBezTo>
                    <a:pt x="21151" y="98"/>
                    <a:pt x="271" y="21457"/>
                    <a:pt x="271" y="44044"/>
                  </a:cubicBezTo>
                  <a:cubicBezTo>
                    <a:pt x="271" y="56565"/>
                    <a:pt x="10959" y="57793"/>
                    <a:pt x="13445" y="57793"/>
                  </a:cubicBezTo>
                  <a:cubicBezTo>
                    <a:pt x="19411" y="57793"/>
                    <a:pt x="26619" y="53619"/>
                    <a:pt x="26619" y="44781"/>
                  </a:cubicBezTo>
                  <a:cubicBezTo>
                    <a:pt x="26619" y="40361"/>
                    <a:pt x="24879" y="31769"/>
                    <a:pt x="11954" y="31769"/>
                  </a:cubicBezTo>
                  <a:cubicBezTo>
                    <a:pt x="19659" y="14337"/>
                    <a:pt x="36562" y="8936"/>
                    <a:pt x="48245" y="8936"/>
                  </a:cubicBezTo>
                  <a:cubicBezTo>
                    <a:pt x="73102" y="8936"/>
                    <a:pt x="86027" y="28086"/>
                    <a:pt x="86027" y="47972"/>
                  </a:cubicBezTo>
                  <a:cubicBezTo>
                    <a:pt x="86027" y="69332"/>
                    <a:pt x="70616" y="86272"/>
                    <a:pt x="62662" y="95110"/>
                  </a:cubicBezTo>
                  <a:lnTo>
                    <a:pt x="2757" y="153542"/>
                  </a:lnTo>
                  <a:cubicBezTo>
                    <a:pt x="271" y="155751"/>
                    <a:pt x="271" y="156242"/>
                    <a:pt x="271" y="163116"/>
                  </a:cubicBezTo>
                  <a:lnTo>
                    <a:pt x="102682" y="163116"/>
                  </a:lnTo>
                  <a:lnTo>
                    <a:pt x="110139" y="118434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A3D5FAB-AD07-AC9B-4978-4EA983EF0410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3521570" y="4497590"/>
              <a:ext cx="174708" cy="841397"/>
            </a:xfrm>
            <a:custGeom>
              <a:avLst/>
              <a:gdLst>
                <a:gd name="connsiteX0" fmla="*/ 174989 w 174708"/>
                <a:gd name="connsiteY0" fmla="*/ 420949 h 841397"/>
                <a:gd name="connsiteX1" fmla="*/ 52835 w 174708"/>
                <a:gd name="connsiteY1" fmla="*/ 39356 h 841397"/>
                <a:gd name="connsiteX2" fmla="*/ 17680 w 174708"/>
                <a:gd name="connsiteY2" fmla="*/ 4284 h 841397"/>
                <a:gd name="connsiteX3" fmla="*/ 7737 w 174708"/>
                <a:gd name="connsiteY3" fmla="*/ 75 h 841397"/>
                <a:gd name="connsiteX4" fmla="*/ 280 w 174708"/>
                <a:gd name="connsiteY4" fmla="*/ 3582 h 841397"/>
                <a:gd name="connsiteX5" fmla="*/ 2410 w 174708"/>
                <a:gd name="connsiteY5" fmla="*/ 7089 h 841397"/>
                <a:gd name="connsiteX6" fmla="*/ 62422 w 174708"/>
                <a:gd name="connsiteY6" fmla="*/ 81093 h 841397"/>
                <a:gd name="connsiteX7" fmla="*/ 145515 w 174708"/>
                <a:gd name="connsiteY7" fmla="*/ 420598 h 841397"/>
                <a:gd name="connsiteX8" fmla="*/ 74140 w 174708"/>
                <a:gd name="connsiteY8" fmla="*/ 741164 h 841397"/>
                <a:gd name="connsiteX9" fmla="*/ 1700 w 174708"/>
                <a:gd name="connsiteY9" fmla="*/ 834808 h 841397"/>
                <a:gd name="connsiteX10" fmla="*/ 280 w 174708"/>
                <a:gd name="connsiteY10" fmla="*/ 837965 h 841397"/>
                <a:gd name="connsiteX11" fmla="*/ 7737 w 174708"/>
                <a:gd name="connsiteY11" fmla="*/ 841472 h 841397"/>
                <a:gd name="connsiteX12" fmla="*/ 18745 w 174708"/>
                <a:gd name="connsiteY12" fmla="*/ 836211 h 841397"/>
                <a:gd name="connsiteX13" fmla="*/ 174989 w 174708"/>
                <a:gd name="connsiteY13" fmla="*/ 420949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89" y="420949"/>
                  </a:moveTo>
                  <a:cubicBezTo>
                    <a:pt x="174989" y="283113"/>
                    <a:pt x="143030" y="144224"/>
                    <a:pt x="52835" y="39356"/>
                  </a:cubicBezTo>
                  <a:cubicBezTo>
                    <a:pt x="45733" y="31290"/>
                    <a:pt x="32239" y="16910"/>
                    <a:pt x="17680" y="4284"/>
                  </a:cubicBezTo>
                  <a:cubicBezTo>
                    <a:pt x="13418" y="75"/>
                    <a:pt x="12708" y="75"/>
                    <a:pt x="7737" y="75"/>
                  </a:cubicBezTo>
                  <a:cubicBezTo>
                    <a:pt x="3476" y="75"/>
                    <a:pt x="280" y="75"/>
                    <a:pt x="280" y="3582"/>
                  </a:cubicBezTo>
                  <a:cubicBezTo>
                    <a:pt x="280" y="4985"/>
                    <a:pt x="1700" y="6388"/>
                    <a:pt x="2410" y="7089"/>
                  </a:cubicBezTo>
                  <a:cubicBezTo>
                    <a:pt x="14839" y="19716"/>
                    <a:pt x="38631" y="43214"/>
                    <a:pt x="62422" y="81093"/>
                  </a:cubicBezTo>
                  <a:cubicBezTo>
                    <a:pt x="119593" y="171581"/>
                    <a:pt x="145515" y="285568"/>
                    <a:pt x="145515" y="420598"/>
                  </a:cubicBezTo>
                  <a:cubicBezTo>
                    <a:pt x="145515" y="514944"/>
                    <a:pt x="132732" y="636647"/>
                    <a:pt x="74140" y="741164"/>
                  </a:cubicBezTo>
                  <a:cubicBezTo>
                    <a:pt x="46088" y="790967"/>
                    <a:pt x="16614" y="820078"/>
                    <a:pt x="1700" y="834808"/>
                  </a:cubicBezTo>
                  <a:cubicBezTo>
                    <a:pt x="990" y="835861"/>
                    <a:pt x="280" y="836913"/>
                    <a:pt x="280" y="837965"/>
                  </a:cubicBezTo>
                  <a:cubicBezTo>
                    <a:pt x="280" y="841472"/>
                    <a:pt x="3476" y="841472"/>
                    <a:pt x="7737" y="841472"/>
                  </a:cubicBezTo>
                  <a:cubicBezTo>
                    <a:pt x="12708" y="841472"/>
                    <a:pt x="13418" y="841472"/>
                    <a:pt x="18745" y="836211"/>
                  </a:cubicBezTo>
                  <a:cubicBezTo>
                    <a:pt x="137703" y="729239"/>
                    <a:pt x="174989" y="568606"/>
                    <a:pt x="174989" y="420949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51" name="Group 950">
            <a:extLst>
              <a:ext uri="{FF2B5EF4-FFF2-40B4-BE49-F238E27FC236}">
                <a16:creationId xmlns:a16="http://schemas.microsoft.com/office/drawing/2014/main" id="{0940DF15-7A42-7F78-CC7B-B85F83519C83}"/>
              </a:ext>
            </a:extLst>
          </p:cNvPr>
          <p:cNvGrpSpPr/>
          <p:nvPr/>
        </p:nvGrpSpPr>
        <p:grpSpPr>
          <a:xfrm>
            <a:off x="1385504" y="4827338"/>
            <a:ext cx="1317874" cy="381000"/>
            <a:chOff x="1625786" y="5534582"/>
            <a:chExt cx="1317874" cy="381000"/>
          </a:xfrm>
        </p:grpSpPr>
        <p:sp>
          <p:nvSpPr>
            <p:cNvPr id="599" name="Rounded Rectangle 7 1">
              <a:extLst>
                <a:ext uri="{FF2B5EF4-FFF2-40B4-BE49-F238E27FC236}">
                  <a16:creationId xmlns:a16="http://schemas.microsoft.com/office/drawing/2014/main" id="{6E6EA5EC-55A7-EC32-372B-DB33EA3D107D}"/>
                </a:ext>
              </a:extLst>
            </p:cNvPr>
            <p:cNvSpPr/>
            <p:nvPr/>
          </p:nvSpPr>
          <p:spPr>
            <a:xfrm rot="5400000">
              <a:off x="2094223" y="5066145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0B35C1F6-E6F0-6AB3-844C-28FCD7A43F66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2F750F97-0933-A548-0DC2-794DD5677D52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14711C78-7290-6AFE-DFD8-6E3FF8C4043F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2" name="Group 951">
            <a:extLst>
              <a:ext uri="{FF2B5EF4-FFF2-40B4-BE49-F238E27FC236}">
                <a16:creationId xmlns:a16="http://schemas.microsoft.com/office/drawing/2014/main" id="{2FB708AE-13A8-7572-88DD-8D9E29AF2DB4}"/>
              </a:ext>
            </a:extLst>
          </p:cNvPr>
          <p:cNvGrpSpPr/>
          <p:nvPr/>
        </p:nvGrpSpPr>
        <p:grpSpPr>
          <a:xfrm>
            <a:off x="1385504" y="4349818"/>
            <a:ext cx="1317874" cy="381000"/>
            <a:chOff x="1625786" y="4975782"/>
            <a:chExt cx="1317874" cy="381000"/>
          </a:xfrm>
        </p:grpSpPr>
        <p:sp>
          <p:nvSpPr>
            <p:cNvPr id="594" name="Rounded Rectangle 49">
              <a:extLst>
                <a:ext uri="{FF2B5EF4-FFF2-40B4-BE49-F238E27FC236}">
                  <a16:creationId xmlns:a16="http://schemas.microsoft.com/office/drawing/2014/main" id="{F82C839A-61FB-9C01-1EE8-8C9BD0EC662F}"/>
                </a:ext>
              </a:extLst>
            </p:cNvPr>
            <p:cNvSpPr/>
            <p:nvPr/>
          </p:nvSpPr>
          <p:spPr>
            <a:xfrm rot="5400000">
              <a:off x="2094223" y="4507345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A0073CCD-01D8-FEAD-FE2C-F8C844A440D1}"/>
                </a:ext>
              </a:extLst>
            </p:cNvPr>
            <p:cNvSpPr/>
            <p:nvPr/>
          </p:nvSpPr>
          <p:spPr>
            <a:xfrm rot="5400000">
              <a:off x="2540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65E90709-67C1-7974-610E-0910D46F4E0D}"/>
                </a:ext>
              </a:extLst>
            </p:cNvPr>
            <p:cNvSpPr/>
            <p:nvPr/>
          </p:nvSpPr>
          <p:spPr>
            <a:xfrm rot="5400000">
              <a:off x="2159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0644803B-BDC0-9CEF-3008-6FF2957AC7A6}"/>
                </a:ext>
              </a:extLst>
            </p:cNvPr>
            <p:cNvSpPr/>
            <p:nvPr/>
          </p:nvSpPr>
          <p:spPr>
            <a:xfrm rot="5400000">
              <a:off x="1778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3" name="Group 952">
            <a:extLst>
              <a:ext uri="{FF2B5EF4-FFF2-40B4-BE49-F238E27FC236}">
                <a16:creationId xmlns:a16="http://schemas.microsoft.com/office/drawing/2014/main" id="{09EA087A-8EC6-399F-0CFE-BA2767EC9C34}"/>
              </a:ext>
            </a:extLst>
          </p:cNvPr>
          <p:cNvGrpSpPr/>
          <p:nvPr/>
        </p:nvGrpSpPr>
        <p:grpSpPr>
          <a:xfrm>
            <a:off x="1385504" y="3872298"/>
            <a:ext cx="1317874" cy="381000"/>
            <a:chOff x="1625786" y="4404204"/>
            <a:chExt cx="1317874" cy="381000"/>
          </a:xfrm>
        </p:grpSpPr>
        <p:sp>
          <p:nvSpPr>
            <p:cNvPr id="589" name="Rounded Rectangle 29">
              <a:extLst>
                <a:ext uri="{FF2B5EF4-FFF2-40B4-BE49-F238E27FC236}">
                  <a16:creationId xmlns:a16="http://schemas.microsoft.com/office/drawing/2014/main" id="{A67BBB45-A878-CEBA-2BF4-4F463BC7F1C0}"/>
                </a:ext>
              </a:extLst>
            </p:cNvPr>
            <p:cNvSpPr/>
            <p:nvPr/>
          </p:nvSpPr>
          <p:spPr>
            <a:xfrm rot="5400000">
              <a:off x="2094223" y="3935767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DD541660-C4A3-0D2B-9CAE-A43CB78A9395}"/>
                </a:ext>
              </a:extLst>
            </p:cNvPr>
            <p:cNvSpPr/>
            <p:nvPr/>
          </p:nvSpPr>
          <p:spPr>
            <a:xfrm rot="5400000">
              <a:off x="2540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65E5FD76-F978-08B6-45C7-282B99640CE6}"/>
                </a:ext>
              </a:extLst>
            </p:cNvPr>
            <p:cNvSpPr/>
            <p:nvPr/>
          </p:nvSpPr>
          <p:spPr>
            <a:xfrm rot="5400000">
              <a:off x="2159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22FB9FBF-0409-0487-4F7D-DCA603E53903}"/>
                </a:ext>
              </a:extLst>
            </p:cNvPr>
            <p:cNvSpPr/>
            <p:nvPr/>
          </p:nvSpPr>
          <p:spPr>
            <a:xfrm rot="5400000">
              <a:off x="1778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4" name="Group 953">
            <a:extLst>
              <a:ext uri="{FF2B5EF4-FFF2-40B4-BE49-F238E27FC236}">
                <a16:creationId xmlns:a16="http://schemas.microsoft.com/office/drawing/2014/main" id="{CD610605-95B9-294F-B208-E2955E184323}"/>
              </a:ext>
            </a:extLst>
          </p:cNvPr>
          <p:cNvGrpSpPr/>
          <p:nvPr/>
        </p:nvGrpSpPr>
        <p:grpSpPr>
          <a:xfrm>
            <a:off x="1385504" y="5304858"/>
            <a:ext cx="1317875" cy="381000"/>
            <a:chOff x="1625786" y="5534582"/>
            <a:chExt cx="1317875" cy="381000"/>
          </a:xfrm>
        </p:grpSpPr>
        <p:sp>
          <p:nvSpPr>
            <p:cNvPr id="584" name="Rounded Rectangle 7 2">
              <a:extLst>
                <a:ext uri="{FF2B5EF4-FFF2-40B4-BE49-F238E27FC236}">
                  <a16:creationId xmlns:a16="http://schemas.microsoft.com/office/drawing/2014/main" id="{03ACFE9B-E3B2-D0AA-BF95-B500701D31C5}"/>
                </a:ext>
              </a:extLst>
            </p:cNvPr>
            <p:cNvSpPr/>
            <p:nvPr/>
          </p:nvSpPr>
          <p:spPr>
            <a:xfrm rot="5400000">
              <a:off x="2094224" y="5066144"/>
              <a:ext cx="381000" cy="1317875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4B00914D-DBB1-946C-831D-0D55642ACBF3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163E636F-7649-B42D-F754-2AEE4067C5ED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AC842D6E-60F2-D665-99D7-CD93B4E27D63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5" name="Group 954" descr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 title="IguanaTex Vector Display">
            <a:extLst>
              <a:ext uri="{FF2B5EF4-FFF2-40B4-BE49-F238E27FC236}">
                <a16:creationId xmlns:a16="http://schemas.microsoft.com/office/drawing/2014/main" id="{65FDD6DF-769E-5E74-7233-D3A34205B588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889410" y="3957934"/>
            <a:ext cx="368850" cy="209728"/>
            <a:chOff x="10836015" y="5394719"/>
            <a:chExt cx="368850" cy="209728"/>
          </a:xfrm>
        </p:grpSpPr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58EC0342-5163-2BD2-A7E4-7978ADEAA7DF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0836015" y="5394719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46D6AB03-1198-2214-7ECF-308AB8706912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1112546" y="5439782"/>
              <a:ext cx="92319" cy="164665"/>
            </a:xfrm>
            <a:custGeom>
              <a:avLst/>
              <a:gdLst>
                <a:gd name="connsiteX0" fmla="*/ 57554 w 92319"/>
                <a:gd name="connsiteY0" fmla="*/ 7030 h 164665"/>
                <a:gd name="connsiteX1" fmla="*/ 49946 w 92319"/>
                <a:gd name="connsiteY1" fmla="*/ 86 h 164665"/>
                <a:gd name="connsiteX2" fmla="*/ 235 w 92319"/>
                <a:gd name="connsiteY2" fmla="*/ 15958 h 164665"/>
                <a:gd name="connsiteX3" fmla="*/ 235 w 92319"/>
                <a:gd name="connsiteY3" fmla="*/ 24885 h 164665"/>
                <a:gd name="connsiteX4" fmla="*/ 37011 w 92319"/>
                <a:gd name="connsiteY4" fmla="*/ 17941 h 164665"/>
                <a:gd name="connsiteX5" fmla="*/ 37011 w 92319"/>
                <a:gd name="connsiteY5" fmla="*/ 144416 h 164665"/>
                <a:gd name="connsiteX6" fmla="*/ 11648 w 92319"/>
                <a:gd name="connsiteY6" fmla="*/ 155824 h 164665"/>
                <a:gd name="connsiteX7" fmla="*/ 2010 w 92319"/>
                <a:gd name="connsiteY7" fmla="*/ 155824 h 164665"/>
                <a:gd name="connsiteX8" fmla="*/ 2010 w 92319"/>
                <a:gd name="connsiteY8" fmla="*/ 164752 h 164665"/>
                <a:gd name="connsiteX9" fmla="*/ 47156 w 92319"/>
                <a:gd name="connsiteY9" fmla="*/ 163760 h 164665"/>
                <a:gd name="connsiteX10" fmla="*/ 92555 w 92319"/>
                <a:gd name="connsiteY10" fmla="*/ 164752 h 164665"/>
                <a:gd name="connsiteX11" fmla="*/ 92555 w 92319"/>
                <a:gd name="connsiteY11" fmla="*/ 155824 h 164665"/>
                <a:gd name="connsiteX12" fmla="*/ 82917 w 92319"/>
                <a:gd name="connsiteY12" fmla="*/ 155824 h 164665"/>
                <a:gd name="connsiteX13" fmla="*/ 57554 w 92319"/>
                <a:gd name="connsiteY13" fmla="*/ 144416 h 164665"/>
                <a:gd name="connsiteX14" fmla="*/ 57554 w 92319"/>
                <a:gd name="connsiteY14" fmla="*/ 7030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2319" h="164665">
                  <a:moveTo>
                    <a:pt x="57554" y="7030"/>
                  </a:moveTo>
                  <a:cubicBezTo>
                    <a:pt x="57554" y="334"/>
                    <a:pt x="57047" y="86"/>
                    <a:pt x="49946" y="86"/>
                  </a:cubicBezTo>
                  <a:cubicBezTo>
                    <a:pt x="33714" y="15710"/>
                    <a:pt x="10634" y="15958"/>
                    <a:pt x="235" y="15958"/>
                  </a:cubicBezTo>
                  <a:lnTo>
                    <a:pt x="235" y="24885"/>
                  </a:lnTo>
                  <a:cubicBezTo>
                    <a:pt x="6322" y="24885"/>
                    <a:pt x="23061" y="24885"/>
                    <a:pt x="37011" y="17941"/>
                  </a:cubicBezTo>
                  <a:lnTo>
                    <a:pt x="37011" y="144416"/>
                  </a:lnTo>
                  <a:cubicBezTo>
                    <a:pt x="37011" y="152600"/>
                    <a:pt x="37011" y="155824"/>
                    <a:pt x="11648" y="155824"/>
                  </a:cubicBezTo>
                  <a:lnTo>
                    <a:pt x="2010" y="155824"/>
                  </a:lnTo>
                  <a:lnTo>
                    <a:pt x="2010" y="164752"/>
                  </a:lnTo>
                  <a:cubicBezTo>
                    <a:pt x="6576" y="164504"/>
                    <a:pt x="37772" y="163760"/>
                    <a:pt x="47156" y="163760"/>
                  </a:cubicBezTo>
                  <a:cubicBezTo>
                    <a:pt x="55018" y="163760"/>
                    <a:pt x="86975" y="164504"/>
                    <a:pt x="92555" y="164752"/>
                  </a:cubicBezTo>
                  <a:lnTo>
                    <a:pt x="92555" y="155824"/>
                  </a:lnTo>
                  <a:lnTo>
                    <a:pt x="82917" y="155824"/>
                  </a:lnTo>
                  <a:cubicBezTo>
                    <a:pt x="57554" y="155824"/>
                    <a:pt x="57554" y="152600"/>
                    <a:pt x="57554" y="144416"/>
                  </a:cubicBezTo>
                  <a:lnTo>
                    <a:pt x="57554" y="7030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grpSp>
        <p:nvGrpSpPr>
          <p:cNvPr id="956" name="Group 955" descr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 title="IguanaTex Vector Display">
            <a:extLst>
              <a:ext uri="{FF2B5EF4-FFF2-40B4-BE49-F238E27FC236}">
                <a16:creationId xmlns:a16="http://schemas.microsoft.com/office/drawing/2014/main" id="{39FCA054-0761-54DA-C4CA-82C0269C2098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885352" y="4435454"/>
            <a:ext cx="376966" cy="209728"/>
            <a:chOff x="10766885" y="5952795"/>
            <a:chExt cx="376966" cy="209728"/>
          </a:xfrm>
        </p:grpSpPr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7AFA1B2A-F493-9137-DB51-95FDC23932FC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0766885" y="5952795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ED71B69D-8DF9-9167-5D86-CA33C88BC69B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1031749" y="5997858"/>
              <a:ext cx="112102" cy="164665"/>
            </a:xfrm>
            <a:custGeom>
              <a:avLst/>
              <a:gdLst>
                <a:gd name="connsiteX0" fmla="*/ 112338 w 112102"/>
                <a:gd name="connsiteY0" fmla="*/ 119617 h 164665"/>
                <a:gd name="connsiteX1" fmla="*/ 103714 w 112102"/>
                <a:gd name="connsiteY1" fmla="*/ 119617 h 164665"/>
                <a:gd name="connsiteX2" fmla="*/ 97120 w 112102"/>
                <a:gd name="connsiteY2" fmla="*/ 142184 h 164665"/>
                <a:gd name="connsiteX3" fmla="*/ 72011 w 112102"/>
                <a:gd name="connsiteY3" fmla="*/ 143672 h 164665"/>
                <a:gd name="connsiteX4" fmla="*/ 25344 w 112102"/>
                <a:gd name="connsiteY4" fmla="*/ 143672 h 164665"/>
                <a:gd name="connsiteX5" fmla="*/ 76069 w 112102"/>
                <a:gd name="connsiteY5" fmla="*/ 102010 h 164665"/>
                <a:gd name="connsiteX6" fmla="*/ 112338 w 112102"/>
                <a:gd name="connsiteY6" fmla="*/ 48444 h 164665"/>
                <a:gd name="connsiteX7" fmla="*/ 52989 w 112102"/>
                <a:gd name="connsiteY7" fmla="*/ 86 h 164665"/>
                <a:gd name="connsiteX8" fmla="*/ 235 w 112102"/>
                <a:gd name="connsiteY8" fmla="*/ 44476 h 164665"/>
                <a:gd name="connsiteX9" fmla="*/ 13677 w 112102"/>
                <a:gd name="connsiteY9" fmla="*/ 58364 h 164665"/>
                <a:gd name="connsiteX10" fmla="*/ 27119 w 112102"/>
                <a:gd name="connsiteY10" fmla="*/ 45220 h 164665"/>
                <a:gd name="connsiteX11" fmla="*/ 12155 w 112102"/>
                <a:gd name="connsiteY11" fmla="*/ 32077 h 164665"/>
                <a:gd name="connsiteX12" fmla="*/ 49185 w 112102"/>
                <a:gd name="connsiteY12" fmla="*/ 9014 h 164665"/>
                <a:gd name="connsiteX13" fmla="*/ 87736 w 112102"/>
                <a:gd name="connsiteY13" fmla="*/ 48444 h 164665"/>
                <a:gd name="connsiteX14" fmla="*/ 63895 w 112102"/>
                <a:gd name="connsiteY14" fmla="*/ 96058 h 164665"/>
                <a:gd name="connsiteX15" fmla="*/ 2771 w 112102"/>
                <a:gd name="connsiteY15" fmla="*/ 155080 h 164665"/>
                <a:gd name="connsiteX16" fmla="*/ 235 w 112102"/>
                <a:gd name="connsiteY16" fmla="*/ 164752 h 164665"/>
                <a:gd name="connsiteX17" fmla="*/ 104729 w 112102"/>
                <a:gd name="connsiteY17" fmla="*/ 164752 h 164665"/>
                <a:gd name="connsiteX18" fmla="*/ 112338 w 112102"/>
                <a:gd name="connsiteY18" fmla="*/ 119617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2102" h="164665">
                  <a:moveTo>
                    <a:pt x="112338" y="119617"/>
                  </a:moveTo>
                  <a:lnTo>
                    <a:pt x="103714" y="119617"/>
                  </a:lnTo>
                  <a:cubicBezTo>
                    <a:pt x="102954" y="125073"/>
                    <a:pt x="100417" y="139705"/>
                    <a:pt x="97120" y="142184"/>
                  </a:cubicBezTo>
                  <a:cubicBezTo>
                    <a:pt x="95091" y="143672"/>
                    <a:pt x="75562" y="143672"/>
                    <a:pt x="72011" y="143672"/>
                  </a:cubicBezTo>
                  <a:lnTo>
                    <a:pt x="25344" y="143672"/>
                  </a:lnTo>
                  <a:cubicBezTo>
                    <a:pt x="51975" y="120609"/>
                    <a:pt x="60852" y="113666"/>
                    <a:pt x="76069" y="102010"/>
                  </a:cubicBezTo>
                  <a:cubicBezTo>
                    <a:pt x="94838" y="87379"/>
                    <a:pt x="112338" y="72003"/>
                    <a:pt x="112338" y="48444"/>
                  </a:cubicBezTo>
                  <a:cubicBezTo>
                    <a:pt x="112338" y="18437"/>
                    <a:pt x="85453" y="86"/>
                    <a:pt x="52989" y="86"/>
                  </a:cubicBezTo>
                  <a:cubicBezTo>
                    <a:pt x="21540" y="86"/>
                    <a:pt x="235" y="21661"/>
                    <a:pt x="235" y="44476"/>
                  </a:cubicBezTo>
                  <a:cubicBezTo>
                    <a:pt x="235" y="57124"/>
                    <a:pt x="11141" y="58364"/>
                    <a:pt x="13677" y="58364"/>
                  </a:cubicBezTo>
                  <a:cubicBezTo>
                    <a:pt x="19764" y="58364"/>
                    <a:pt x="27119" y="54148"/>
                    <a:pt x="27119" y="45220"/>
                  </a:cubicBezTo>
                  <a:cubicBezTo>
                    <a:pt x="27119" y="40757"/>
                    <a:pt x="25344" y="32077"/>
                    <a:pt x="12155" y="32077"/>
                  </a:cubicBezTo>
                  <a:cubicBezTo>
                    <a:pt x="20018" y="14470"/>
                    <a:pt x="37264" y="9014"/>
                    <a:pt x="49185" y="9014"/>
                  </a:cubicBezTo>
                  <a:cubicBezTo>
                    <a:pt x="74547" y="9014"/>
                    <a:pt x="87736" y="28357"/>
                    <a:pt x="87736" y="48444"/>
                  </a:cubicBezTo>
                  <a:cubicBezTo>
                    <a:pt x="87736" y="70019"/>
                    <a:pt x="72011" y="87131"/>
                    <a:pt x="63895" y="96058"/>
                  </a:cubicBezTo>
                  <a:lnTo>
                    <a:pt x="2771" y="155080"/>
                  </a:lnTo>
                  <a:cubicBezTo>
                    <a:pt x="235" y="157312"/>
                    <a:pt x="235" y="157808"/>
                    <a:pt x="235" y="164752"/>
                  </a:cubicBezTo>
                  <a:lnTo>
                    <a:pt x="104729" y="164752"/>
                  </a:lnTo>
                  <a:lnTo>
                    <a:pt x="112338" y="119617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57" name="Group 956" descr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 title="IguanaTex Vector Display">
            <a:extLst>
              <a:ext uri="{FF2B5EF4-FFF2-40B4-BE49-F238E27FC236}">
                <a16:creationId xmlns:a16="http://schemas.microsoft.com/office/drawing/2014/main" id="{DA9DE207-5B66-AE48-AC0B-B7958347F080}"/>
              </a:ext>
            </a:extLst>
          </p:cNvPr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882309" y="5390494"/>
            <a:ext cx="383053" cy="209728"/>
            <a:chOff x="10919285" y="5637111"/>
            <a:chExt cx="383053" cy="209728"/>
          </a:xfrm>
        </p:grpSpPr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485CB83-16D5-E84D-C3FE-FFE08FFBC07D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0919285" y="56371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69D75A90-CC00-87B2-AF94-079A1F1DC471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1178062" y="5679694"/>
              <a:ext cx="124276" cy="167145"/>
            </a:xfrm>
            <a:custGeom>
              <a:avLst/>
              <a:gdLst>
                <a:gd name="connsiteX0" fmla="*/ 124512 w 124276"/>
                <a:gd name="connsiteY0" fmla="*/ 126561 h 167145"/>
                <a:gd name="connsiteX1" fmla="*/ 124512 w 124276"/>
                <a:gd name="connsiteY1" fmla="*/ 117633 h 167145"/>
                <a:gd name="connsiteX2" fmla="*/ 96359 w 124276"/>
                <a:gd name="connsiteY2" fmla="*/ 117633 h 167145"/>
                <a:gd name="connsiteX3" fmla="*/ 96359 w 124276"/>
                <a:gd name="connsiteY3" fmla="*/ 7030 h 167145"/>
                <a:gd name="connsiteX4" fmla="*/ 90780 w 124276"/>
                <a:gd name="connsiteY4" fmla="*/ 86 h 167145"/>
                <a:gd name="connsiteX5" fmla="*/ 84185 w 124276"/>
                <a:gd name="connsiteY5" fmla="*/ 3558 h 167145"/>
                <a:gd name="connsiteX6" fmla="*/ 235 w 124276"/>
                <a:gd name="connsiteY6" fmla="*/ 117633 h 167145"/>
                <a:gd name="connsiteX7" fmla="*/ 235 w 124276"/>
                <a:gd name="connsiteY7" fmla="*/ 126561 h 167145"/>
                <a:gd name="connsiteX8" fmla="*/ 74801 w 124276"/>
                <a:gd name="connsiteY8" fmla="*/ 126561 h 167145"/>
                <a:gd name="connsiteX9" fmla="*/ 74801 w 124276"/>
                <a:gd name="connsiteY9" fmla="*/ 146896 h 167145"/>
                <a:gd name="connsiteX10" fmla="*/ 54257 w 124276"/>
                <a:gd name="connsiteY10" fmla="*/ 158304 h 167145"/>
                <a:gd name="connsiteX11" fmla="*/ 47409 w 124276"/>
                <a:gd name="connsiteY11" fmla="*/ 158304 h 167145"/>
                <a:gd name="connsiteX12" fmla="*/ 47409 w 124276"/>
                <a:gd name="connsiteY12" fmla="*/ 167231 h 167145"/>
                <a:gd name="connsiteX13" fmla="*/ 85453 w 124276"/>
                <a:gd name="connsiteY13" fmla="*/ 166240 h 167145"/>
                <a:gd name="connsiteX14" fmla="*/ 123751 w 124276"/>
                <a:gd name="connsiteY14" fmla="*/ 167231 h 167145"/>
                <a:gd name="connsiteX15" fmla="*/ 123751 w 124276"/>
                <a:gd name="connsiteY15" fmla="*/ 158304 h 167145"/>
                <a:gd name="connsiteX16" fmla="*/ 116903 w 124276"/>
                <a:gd name="connsiteY16" fmla="*/ 158304 h 167145"/>
                <a:gd name="connsiteX17" fmla="*/ 96359 w 124276"/>
                <a:gd name="connsiteY17" fmla="*/ 146896 h 167145"/>
                <a:gd name="connsiteX18" fmla="*/ 96359 w 124276"/>
                <a:gd name="connsiteY18" fmla="*/ 126561 h 167145"/>
                <a:gd name="connsiteX19" fmla="*/ 124512 w 124276"/>
                <a:gd name="connsiteY19" fmla="*/ 126561 h 167145"/>
                <a:gd name="connsiteX20" fmla="*/ 76576 w 124276"/>
                <a:gd name="connsiteY20" fmla="*/ 26869 h 167145"/>
                <a:gd name="connsiteX21" fmla="*/ 76576 w 124276"/>
                <a:gd name="connsiteY21" fmla="*/ 117633 h 167145"/>
                <a:gd name="connsiteX22" fmla="*/ 9619 w 124276"/>
                <a:gd name="connsiteY22" fmla="*/ 117633 h 167145"/>
                <a:gd name="connsiteX23" fmla="*/ 76576 w 124276"/>
                <a:gd name="connsiteY23" fmla="*/ 26869 h 167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4276" h="167145">
                  <a:moveTo>
                    <a:pt x="124512" y="126561"/>
                  </a:moveTo>
                  <a:lnTo>
                    <a:pt x="124512" y="117633"/>
                  </a:lnTo>
                  <a:lnTo>
                    <a:pt x="96359" y="117633"/>
                  </a:lnTo>
                  <a:lnTo>
                    <a:pt x="96359" y="7030"/>
                  </a:lnTo>
                  <a:cubicBezTo>
                    <a:pt x="96359" y="1822"/>
                    <a:pt x="96359" y="86"/>
                    <a:pt x="90780" y="86"/>
                  </a:cubicBezTo>
                  <a:cubicBezTo>
                    <a:pt x="87736" y="86"/>
                    <a:pt x="86721" y="86"/>
                    <a:pt x="84185" y="3558"/>
                  </a:cubicBezTo>
                  <a:lnTo>
                    <a:pt x="235" y="117633"/>
                  </a:lnTo>
                  <a:lnTo>
                    <a:pt x="235" y="126561"/>
                  </a:lnTo>
                  <a:lnTo>
                    <a:pt x="74801" y="126561"/>
                  </a:lnTo>
                  <a:lnTo>
                    <a:pt x="74801" y="146896"/>
                  </a:lnTo>
                  <a:cubicBezTo>
                    <a:pt x="74801" y="155328"/>
                    <a:pt x="74801" y="158304"/>
                    <a:pt x="54257" y="158304"/>
                  </a:cubicBezTo>
                  <a:lnTo>
                    <a:pt x="47409" y="158304"/>
                  </a:lnTo>
                  <a:lnTo>
                    <a:pt x="47409" y="167231"/>
                  </a:lnTo>
                  <a:cubicBezTo>
                    <a:pt x="60091" y="166735"/>
                    <a:pt x="76323" y="166240"/>
                    <a:pt x="85453" y="166240"/>
                  </a:cubicBezTo>
                  <a:cubicBezTo>
                    <a:pt x="94838" y="166240"/>
                    <a:pt x="111070" y="166735"/>
                    <a:pt x="123751" y="167231"/>
                  </a:cubicBezTo>
                  <a:lnTo>
                    <a:pt x="123751" y="158304"/>
                  </a:lnTo>
                  <a:lnTo>
                    <a:pt x="116903" y="158304"/>
                  </a:lnTo>
                  <a:cubicBezTo>
                    <a:pt x="96359" y="158304"/>
                    <a:pt x="96359" y="155328"/>
                    <a:pt x="96359" y="146896"/>
                  </a:cubicBezTo>
                  <a:lnTo>
                    <a:pt x="96359" y="126561"/>
                  </a:lnTo>
                  <a:lnTo>
                    <a:pt x="124512" y="126561"/>
                  </a:lnTo>
                  <a:close/>
                  <a:moveTo>
                    <a:pt x="76576" y="26869"/>
                  </a:moveTo>
                  <a:lnTo>
                    <a:pt x="76576" y="117633"/>
                  </a:lnTo>
                  <a:lnTo>
                    <a:pt x="9619" y="117633"/>
                  </a:lnTo>
                  <a:lnTo>
                    <a:pt x="76576" y="26869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58" name="Group 957" descr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 title="IguanaTex Vector Display">
            <a:extLst>
              <a:ext uri="{FF2B5EF4-FFF2-40B4-BE49-F238E27FC236}">
                <a16:creationId xmlns:a16="http://schemas.microsoft.com/office/drawing/2014/main" id="{B014BD66-FEB4-BA5E-7917-450FCEFF7132}"/>
              </a:ext>
            </a:extLst>
          </p:cNvPr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884210" y="4910494"/>
            <a:ext cx="379250" cy="214688"/>
            <a:chOff x="11071685" y="5789511"/>
            <a:chExt cx="379250" cy="214688"/>
          </a:xfrm>
        </p:grpSpPr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57CD6714-088E-16EE-C389-B0EE48ED5B10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1071685" y="57895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986802D8-AFF5-BC20-7458-D53F1B8624D0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1334267" y="5834574"/>
              <a:ext cx="116668" cy="169625"/>
            </a:xfrm>
            <a:custGeom>
              <a:avLst/>
              <a:gdLst>
                <a:gd name="connsiteX0" fmla="*/ 55779 w 116668"/>
                <a:gd name="connsiteY0" fmla="*/ 81923 h 169625"/>
                <a:gd name="connsiteX1" fmla="*/ 89765 w 116668"/>
                <a:gd name="connsiteY1" fmla="*/ 121849 h 169625"/>
                <a:gd name="connsiteX2" fmla="*/ 56794 w 116668"/>
                <a:gd name="connsiteY2" fmla="*/ 161776 h 169625"/>
                <a:gd name="connsiteX3" fmla="*/ 13677 w 116668"/>
                <a:gd name="connsiteY3" fmla="*/ 144416 h 169625"/>
                <a:gd name="connsiteX4" fmla="*/ 28387 w 116668"/>
                <a:gd name="connsiteY4" fmla="*/ 130529 h 169625"/>
                <a:gd name="connsiteX5" fmla="*/ 14438 w 116668"/>
                <a:gd name="connsiteY5" fmla="*/ 116889 h 169625"/>
                <a:gd name="connsiteX6" fmla="*/ 235 w 116668"/>
                <a:gd name="connsiteY6" fmla="*/ 131273 h 169625"/>
                <a:gd name="connsiteX7" fmla="*/ 57301 w 116668"/>
                <a:gd name="connsiteY7" fmla="*/ 169711 h 169625"/>
                <a:gd name="connsiteX8" fmla="*/ 116903 w 116668"/>
                <a:gd name="connsiteY8" fmla="*/ 121849 h 169625"/>
                <a:gd name="connsiteX9" fmla="*/ 72772 w 116668"/>
                <a:gd name="connsiteY9" fmla="*/ 77459 h 169625"/>
                <a:gd name="connsiteX10" fmla="*/ 109041 w 116668"/>
                <a:gd name="connsiteY10" fmla="*/ 34309 h 169625"/>
                <a:gd name="connsiteX11" fmla="*/ 57808 w 116668"/>
                <a:gd name="connsiteY11" fmla="*/ 86 h 169625"/>
                <a:gd name="connsiteX12" fmla="*/ 8097 w 116668"/>
                <a:gd name="connsiteY12" fmla="*/ 33317 h 169625"/>
                <a:gd name="connsiteX13" fmla="*/ 21286 w 116668"/>
                <a:gd name="connsiteY13" fmla="*/ 46460 h 169625"/>
                <a:gd name="connsiteX14" fmla="*/ 34221 w 116668"/>
                <a:gd name="connsiteY14" fmla="*/ 33813 h 169625"/>
                <a:gd name="connsiteX15" fmla="*/ 21286 w 116668"/>
                <a:gd name="connsiteY15" fmla="*/ 20917 h 169625"/>
                <a:gd name="connsiteX16" fmla="*/ 57047 w 116668"/>
                <a:gd name="connsiteY16" fmla="*/ 7278 h 169625"/>
                <a:gd name="connsiteX17" fmla="*/ 84439 w 116668"/>
                <a:gd name="connsiteY17" fmla="*/ 34309 h 169625"/>
                <a:gd name="connsiteX18" fmla="*/ 74294 w 116668"/>
                <a:gd name="connsiteY18" fmla="*/ 63820 h 169625"/>
                <a:gd name="connsiteX19" fmla="*/ 46141 w 116668"/>
                <a:gd name="connsiteY19" fmla="*/ 74483 h 169625"/>
                <a:gd name="connsiteX20" fmla="*/ 38025 w 116668"/>
                <a:gd name="connsiteY20" fmla="*/ 75227 h 169625"/>
                <a:gd name="connsiteX21" fmla="*/ 35489 w 116668"/>
                <a:gd name="connsiteY21" fmla="*/ 78451 h 169625"/>
                <a:gd name="connsiteX22" fmla="*/ 42083 w 116668"/>
                <a:gd name="connsiteY22" fmla="*/ 81923 h 169625"/>
                <a:gd name="connsiteX23" fmla="*/ 55779 w 116668"/>
                <a:gd name="connsiteY23" fmla="*/ 81923 h 169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6668" h="169625">
                  <a:moveTo>
                    <a:pt x="55779" y="81923"/>
                  </a:moveTo>
                  <a:cubicBezTo>
                    <a:pt x="75562" y="81923"/>
                    <a:pt x="89765" y="95314"/>
                    <a:pt x="89765" y="121849"/>
                  </a:cubicBezTo>
                  <a:cubicBezTo>
                    <a:pt x="89765" y="152600"/>
                    <a:pt x="71504" y="161776"/>
                    <a:pt x="56794" y="161776"/>
                  </a:cubicBezTo>
                  <a:cubicBezTo>
                    <a:pt x="46649" y="161776"/>
                    <a:pt x="24329" y="159048"/>
                    <a:pt x="13677" y="144416"/>
                  </a:cubicBezTo>
                  <a:cubicBezTo>
                    <a:pt x="25598" y="143920"/>
                    <a:pt x="28387" y="135737"/>
                    <a:pt x="28387" y="130529"/>
                  </a:cubicBezTo>
                  <a:cubicBezTo>
                    <a:pt x="28387" y="122593"/>
                    <a:pt x="22300" y="116889"/>
                    <a:pt x="14438" y="116889"/>
                  </a:cubicBezTo>
                  <a:cubicBezTo>
                    <a:pt x="7336" y="116889"/>
                    <a:pt x="235" y="121105"/>
                    <a:pt x="235" y="131273"/>
                  </a:cubicBezTo>
                  <a:cubicBezTo>
                    <a:pt x="235" y="154584"/>
                    <a:pt x="26612" y="169711"/>
                    <a:pt x="57301" y="169711"/>
                  </a:cubicBezTo>
                  <a:cubicBezTo>
                    <a:pt x="92555" y="169711"/>
                    <a:pt x="116903" y="146648"/>
                    <a:pt x="116903" y="121849"/>
                  </a:cubicBezTo>
                  <a:cubicBezTo>
                    <a:pt x="116903" y="102506"/>
                    <a:pt x="100671" y="83163"/>
                    <a:pt x="72772" y="77459"/>
                  </a:cubicBezTo>
                  <a:cubicBezTo>
                    <a:pt x="99403" y="68035"/>
                    <a:pt x="109041" y="49436"/>
                    <a:pt x="109041" y="34309"/>
                  </a:cubicBezTo>
                  <a:cubicBezTo>
                    <a:pt x="109041" y="14718"/>
                    <a:pt x="85961" y="86"/>
                    <a:pt x="57808" y="86"/>
                  </a:cubicBezTo>
                  <a:cubicBezTo>
                    <a:pt x="29656" y="86"/>
                    <a:pt x="8097" y="13478"/>
                    <a:pt x="8097" y="33317"/>
                  </a:cubicBezTo>
                  <a:cubicBezTo>
                    <a:pt x="8097" y="41748"/>
                    <a:pt x="13677" y="46460"/>
                    <a:pt x="21286" y="46460"/>
                  </a:cubicBezTo>
                  <a:cubicBezTo>
                    <a:pt x="29148" y="46460"/>
                    <a:pt x="34221" y="40757"/>
                    <a:pt x="34221" y="33813"/>
                  </a:cubicBezTo>
                  <a:cubicBezTo>
                    <a:pt x="34221" y="26621"/>
                    <a:pt x="29148" y="21413"/>
                    <a:pt x="21286" y="20917"/>
                  </a:cubicBezTo>
                  <a:cubicBezTo>
                    <a:pt x="30163" y="10006"/>
                    <a:pt x="47663" y="7278"/>
                    <a:pt x="57047" y="7278"/>
                  </a:cubicBezTo>
                  <a:cubicBezTo>
                    <a:pt x="68460" y="7278"/>
                    <a:pt x="84439" y="12734"/>
                    <a:pt x="84439" y="34309"/>
                  </a:cubicBezTo>
                  <a:cubicBezTo>
                    <a:pt x="84439" y="44724"/>
                    <a:pt x="80888" y="56132"/>
                    <a:pt x="74294" y="63820"/>
                  </a:cubicBezTo>
                  <a:cubicBezTo>
                    <a:pt x="65924" y="73243"/>
                    <a:pt x="58823" y="73739"/>
                    <a:pt x="46141" y="74483"/>
                  </a:cubicBezTo>
                  <a:cubicBezTo>
                    <a:pt x="39801" y="74979"/>
                    <a:pt x="39293" y="74979"/>
                    <a:pt x="38025" y="75227"/>
                  </a:cubicBezTo>
                  <a:cubicBezTo>
                    <a:pt x="37518" y="75227"/>
                    <a:pt x="35489" y="75723"/>
                    <a:pt x="35489" y="78451"/>
                  </a:cubicBezTo>
                  <a:cubicBezTo>
                    <a:pt x="35489" y="81923"/>
                    <a:pt x="37772" y="81923"/>
                    <a:pt x="42083" y="81923"/>
                  </a:cubicBezTo>
                  <a:lnTo>
                    <a:pt x="55779" y="81923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sp>
        <p:nvSpPr>
          <p:cNvPr id="606" name="Freeform: Shape 605">
            <a:extLst>
              <a:ext uri="{FF2B5EF4-FFF2-40B4-BE49-F238E27FC236}">
                <a16:creationId xmlns:a16="http://schemas.microsoft.com/office/drawing/2014/main" id="{7D1E80EC-4472-18D1-7E8F-6049E8E64E8A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660119" y="3336083"/>
            <a:ext cx="263128" cy="312498"/>
          </a:xfrm>
          <a:custGeom>
            <a:avLst/>
            <a:gdLst>
              <a:gd name="connsiteX0" fmla="*/ 187762 w 263128"/>
              <a:gd name="connsiteY0" fmla="*/ 238227 h 312498"/>
              <a:gd name="connsiteX1" fmla="*/ 261268 w 263128"/>
              <a:gd name="connsiteY1" fmla="*/ 125643 h 312498"/>
              <a:gd name="connsiteX2" fmla="*/ 130947 w 263128"/>
              <a:gd name="connsiteY2" fmla="*/ 82 h 312498"/>
              <a:gd name="connsiteX3" fmla="*/ 270 w 263128"/>
              <a:gd name="connsiteY3" fmla="*/ 125643 h 312498"/>
              <a:gd name="connsiteX4" fmla="*/ 130947 w 263128"/>
              <a:gd name="connsiteY4" fmla="*/ 248398 h 312498"/>
              <a:gd name="connsiteX5" fmla="*/ 164681 w 263128"/>
              <a:gd name="connsiteY5" fmla="*/ 245241 h 312498"/>
              <a:gd name="connsiteX6" fmla="*/ 214750 w 263128"/>
              <a:gd name="connsiteY6" fmla="*/ 312581 h 312498"/>
              <a:gd name="connsiteX7" fmla="*/ 263399 w 263128"/>
              <a:gd name="connsiteY7" fmla="*/ 247346 h 312498"/>
              <a:gd name="connsiteX8" fmla="*/ 257007 w 263128"/>
              <a:gd name="connsiteY8" fmla="*/ 238227 h 312498"/>
              <a:gd name="connsiteX9" fmla="*/ 250615 w 263128"/>
              <a:gd name="connsiteY9" fmla="*/ 245241 h 312498"/>
              <a:gd name="connsiteX10" fmla="*/ 220432 w 263128"/>
              <a:gd name="connsiteY10" fmla="*/ 258920 h 312498"/>
              <a:gd name="connsiteX11" fmla="*/ 187762 w 263128"/>
              <a:gd name="connsiteY11" fmla="*/ 238227 h 312498"/>
              <a:gd name="connsiteX12" fmla="*/ 97212 w 263128"/>
              <a:gd name="connsiteY12" fmla="*/ 226653 h 312498"/>
              <a:gd name="connsiteX13" fmla="*/ 52470 w 263128"/>
              <a:gd name="connsiteY13" fmla="*/ 125292 h 312498"/>
              <a:gd name="connsiteX14" fmla="*/ 65608 w 263128"/>
              <a:gd name="connsiteY14" fmla="*/ 53042 h 312498"/>
              <a:gd name="connsiteX15" fmla="*/ 130591 w 263128"/>
              <a:gd name="connsiteY15" fmla="*/ 14111 h 312498"/>
              <a:gd name="connsiteX16" fmla="*/ 194509 w 263128"/>
              <a:gd name="connsiteY16" fmla="*/ 50938 h 312498"/>
              <a:gd name="connsiteX17" fmla="*/ 209068 w 263128"/>
              <a:gd name="connsiteY17" fmla="*/ 125292 h 312498"/>
              <a:gd name="connsiteX18" fmla="*/ 174979 w 263128"/>
              <a:gd name="connsiteY18" fmla="*/ 220340 h 312498"/>
              <a:gd name="connsiteX19" fmla="*/ 130591 w 263128"/>
              <a:gd name="connsiteY19" fmla="*/ 190177 h 312498"/>
              <a:gd name="connsiteX20" fmla="*/ 96147 w 263128"/>
              <a:gd name="connsiteY20" fmla="*/ 218937 h 312498"/>
              <a:gd name="connsiteX21" fmla="*/ 97212 w 263128"/>
              <a:gd name="connsiteY21" fmla="*/ 226653 h 312498"/>
              <a:gd name="connsiteX22" fmla="*/ 160065 w 263128"/>
              <a:gd name="connsiteY22" fmla="*/ 228757 h 312498"/>
              <a:gd name="connsiteX23" fmla="*/ 130947 w 263128"/>
              <a:gd name="connsiteY23" fmla="*/ 234369 h 312498"/>
              <a:gd name="connsiteX24" fmla="*/ 108930 w 263128"/>
              <a:gd name="connsiteY24" fmla="*/ 218937 h 312498"/>
              <a:gd name="connsiteX25" fmla="*/ 130947 w 263128"/>
              <a:gd name="connsiteY25" fmla="*/ 202803 h 312498"/>
              <a:gd name="connsiteX26" fmla="*/ 160065 w 263128"/>
              <a:gd name="connsiteY26" fmla="*/ 228757 h 312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63128" h="312498">
                <a:moveTo>
                  <a:pt x="187762" y="238227"/>
                </a:moveTo>
                <a:cubicBezTo>
                  <a:pt x="245999" y="215780"/>
                  <a:pt x="261268" y="163872"/>
                  <a:pt x="261268" y="125643"/>
                </a:cubicBezTo>
                <a:cubicBezTo>
                  <a:pt x="261268" y="49886"/>
                  <a:pt x="209779" y="82"/>
                  <a:pt x="130947" y="82"/>
                </a:cubicBezTo>
                <a:cubicBezTo>
                  <a:pt x="49629" y="82"/>
                  <a:pt x="270" y="51990"/>
                  <a:pt x="270" y="125643"/>
                </a:cubicBezTo>
                <a:cubicBezTo>
                  <a:pt x="270" y="197192"/>
                  <a:pt x="48563" y="248398"/>
                  <a:pt x="130947" y="248398"/>
                </a:cubicBezTo>
                <a:cubicBezTo>
                  <a:pt x="138759" y="248398"/>
                  <a:pt x="150477" y="248047"/>
                  <a:pt x="164681" y="245241"/>
                </a:cubicBezTo>
                <a:cubicBezTo>
                  <a:pt x="174624" y="284874"/>
                  <a:pt x="181726" y="312581"/>
                  <a:pt x="214750" y="312581"/>
                </a:cubicBezTo>
                <a:cubicBezTo>
                  <a:pt x="250970" y="312581"/>
                  <a:pt x="263399" y="271195"/>
                  <a:pt x="263399" y="247346"/>
                </a:cubicBezTo>
                <a:cubicBezTo>
                  <a:pt x="263399" y="244540"/>
                  <a:pt x="263399" y="238227"/>
                  <a:pt x="257007" y="238227"/>
                </a:cubicBezTo>
                <a:cubicBezTo>
                  <a:pt x="251680" y="238227"/>
                  <a:pt x="250970" y="242786"/>
                  <a:pt x="250615" y="245241"/>
                </a:cubicBezTo>
                <a:cubicBezTo>
                  <a:pt x="248484" y="258569"/>
                  <a:pt x="226468" y="258920"/>
                  <a:pt x="220432" y="258920"/>
                </a:cubicBezTo>
                <a:cubicBezTo>
                  <a:pt x="212264" y="258920"/>
                  <a:pt x="201611" y="258920"/>
                  <a:pt x="187762" y="238227"/>
                </a:cubicBezTo>
                <a:close/>
                <a:moveTo>
                  <a:pt x="97212" y="226653"/>
                </a:moveTo>
                <a:cubicBezTo>
                  <a:pt x="53535" y="205960"/>
                  <a:pt x="52470" y="152649"/>
                  <a:pt x="52470" y="125292"/>
                </a:cubicBezTo>
                <a:cubicBezTo>
                  <a:pt x="52470" y="111263"/>
                  <a:pt x="52470" y="77944"/>
                  <a:pt x="65608" y="53042"/>
                </a:cubicBezTo>
                <a:cubicBezTo>
                  <a:pt x="84073" y="19372"/>
                  <a:pt x="114612" y="14111"/>
                  <a:pt x="130591" y="14111"/>
                </a:cubicBezTo>
                <a:cubicBezTo>
                  <a:pt x="149767" y="14111"/>
                  <a:pt x="177465" y="21126"/>
                  <a:pt x="194509" y="50938"/>
                </a:cubicBezTo>
                <a:cubicBezTo>
                  <a:pt x="208003" y="74437"/>
                  <a:pt x="209068" y="104599"/>
                  <a:pt x="209068" y="125292"/>
                </a:cubicBezTo>
                <a:cubicBezTo>
                  <a:pt x="209068" y="144933"/>
                  <a:pt x="209068" y="197192"/>
                  <a:pt x="174979" y="220340"/>
                </a:cubicBezTo>
                <a:cubicBezTo>
                  <a:pt x="167167" y="208766"/>
                  <a:pt x="154383" y="190177"/>
                  <a:pt x="130591" y="190177"/>
                </a:cubicBezTo>
                <a:cubicBezTo>
                  <a:pt x="112481" y="190177"/>
                  <a:pt x="96147" y="202102"/>
                  <a:pt x="96147" y="218937"/>
                </a:cubicBezTo>
                <a:cubicBezTo>
                  <a:pt x="96147" y="221041"/>
                  <a:pt x="96502" y="224899"/>
                  <a:pt x="97212" y="226653"/>
                </a:cubicBezTo>
                <a:close/>
                <a:moveTo>
                  <a:pt x="160065" y="228757"/>
                </a:moveTo>
                <a:cubicBezTo>
                  <a:pt x="151187" y="232615"/>
                  <a:pt x="140534" y="234369"/>
                  <a:pt x="130947" y="234369"/>
                </a:cubicBezTo>
                <a:cubicBezTo>
                  <a:pt x="111416" y="234369"/>
                  <a:pt x="108930" y="223145"/>
                  <a:pt x="108930" y="218937"/>
                </a:cubicBezTo>
                <a:cubicBezTo>
                  <a:pt x="108930" y="209467"/>
                  <a:pt x="119228" y="202803"/>
                  <a:pt x="130947" y="202803"/>
                </a:cubicBezTo>
                <a:cubicBezTo>
                  <a:pt x="140889" y="202803"/>
                  <a:pt x="152963" y="206661"/>
                  <a:pt x="160065" y="228757"/>
                </a:cubicBez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grpSp>
        <p:nvGrpSpPr>
          <p:cNvPr id="735" name="Group 734">
            <a:extLst>
              <a:ext uri="{FF2B5EF4-FFF2-40B4-BE49-F238E27FC236}">
                <a16:creationId xmlns:a16="http://schemas.microsoft.com/office/drawing/2014/main" id="{AFFAD2DE-4547-44B6-490B-3B51AC436D4D}"/>
              </a:ext>
            </a:extLst>
          </p:cNvPr>
          <p:cNvGrpSpPr/>
          <p:nvPr/>
        </p:nvGrpSpPr>
        <p:grpSpPr>
          <a:xfrm>
            <a:off x="3143983" y="4827338"/>
            <a:ext cx="1317874" cy="381000"/>
            <a:chOff x="3726310" y="4827338"/>
            <a:chExt cx="1317874" cy="381000"/>
          </a:xfrm>
        </p:grpSpPr>
        <p:sp>
          <p:nvSpPr>
            <p:cNvPr id="608" name="Rounded Rectangle 7 1">
              <a:extLst>
                <a:ext uri="{FF2B5EF4-FFF2-40B4-BE49-F238E27FC236}">
                  <a16:creationId xmlns:a16="http://schemas.microsoft.com/office/drawing/2014/main" id="{AD4A51CD-9B3E-2A90-8414-06082BCB4FF5}"/>
                </a:ext>
              </a:extLst>
            </p:cNvPr>
            <p:cNvSpPr/>
            <p:nvPr/>
          </p:nvSpPr>
          <p:spPr>
            <a:xfrm rot="5400000">
              <a:off x="4194747" y="435890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392921E7-9096-7C35-337D-76A1167C1DAD}"/>
                </a:ext>
              </a:extLst>
            </p:cNvPr>
            <p:cNvSpPr/>
            <p:nvPr/>
          </p:nvSpPr>
          <p:spPr>
            <a:xfrm rot="5400000">
              <a:off x="4640710" y="490353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1" name="Oval 610">
              <a:extLst>
                <a:ext uri="{FF2B5EF4-FFF2-40B4-BE49-F238E27FC236}">
                  <a16:creationId xmlns:a16="http://schemas.microsoft.com/office/drawing/2014/main" id="{BAFF8B30-333D-4B89-6DB7-E0CCB5FFE921}"/>
                </a:ext>
              </a:extLst>
            </p:cNvPr>
            <p:cNvSpPr/>
            <p:nvPr/>
          </p:nvSpPr>
          <p:spPr>
            <a:xfrm rot="5400000">
              <a:off x="4259710" y="490353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2" name="Oval 611">
              <a:extLst>
                <a:ext uri="{FF2B5EF4-FFF2-40B4-BE49-F238E27FC236}">
                  <a16:creationId xmlns:a16="http://schemas.microsoft.com/office/drawing/2014/main" id="{F560265D-E0C2-C524-7C0D-1335D4F53F1B}"/>
                </a:ext>
              </a:extLst>
            </p:cNvPr>
            <p:cNvSpPr/>
            <p:nvPr/>
          </p:nvSpPr>
          <p:spPr>
            <a:xfrm rot="5400000">
              <a:off x="3878710" y="490353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564DEA41-45A4-C816-2DCC-48136AA4CB5A}"/>
              </a:ext>
            </a:extLst>
          </p:cNvPr>
          <p:cNvGrpSpPr/>
          <p:nvPr/>
        </p:nvGrpSpPr>
        <p:grpSpPr>
          <a:xfrm>
            <a:off x="3143983" y="4349818"/>
            <a:ext cx="1317874" cy="381000"/>
            <a:chOff x="3726310" y="4349818"/>
            <a:chExt cx="1317874" cy="381000"/>
          </a:xfrm>
        </p:grpSpPr>
        <p:sp>
          <p:nvSpPr>
            <p:cNvPr id="614" name="Rounded Rectangle 49">
              <a:extLst>
                <a:ext uri="{FF2B5EF4-FFF2-40B4-BE49-F238E27FC236}">
                  <a16:creationId xmlns:a16="http://schemas.microsoft.com/office/drawing/2014/main" id="{5F77189A-8A2B-B8D8-C167-5D6C767F4909}"/>
                </a:ext>
              </a:extLst>
            </p:cNvPr>
            <p:cNvSpPr/>
            <p:nvPr/>
          </p:nvSpPr>
          <p:spPr>
            <a:xfrm rot="5400000">
              <a:off x="4194747" y="388138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6" name="Oval 615">
              <a:extLst>
                <a:ext uri="{FF2B5EF4-FFF2-40B4-BE49-F238E27FC236}">
                  <a16:creationId xmlns:a16="http://schemas.microsoft.com/office/drawing/2014/main" id="{A691F041-5055-0D05-2756-4D7D9CDC23E9}"/>
                </a:ext>
              </a:extLst>
            </p:cNvPr>
            <p:cNvSpPr/>
            <p:nvPr/>
          </p:nvSpPr>
          <p:spPr>
            <a:xfrm rot="5400000">
              <a:off x="4640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91D558DB-6A83-9B99-D6E0-A5A1296BC38F}"/>
                </a:ext>
              </a:extLst>
            </p:cNvPr>
            <p:cNvSpPr/>
            <p:nvPr/>
          </p:nvSpPr>
          <p:spPr>
            <a:xfrm rot="5400000">
              <a:off x="4259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8" name="Oval 617">
              <a:extLst>
                <a:ext uri="{FF2B5EF4-FFF2-40B4-BE49-F238E27FC236}">
                  <a16:creationId xmlns:a16="http://schemas.microsoft.com/office/drawing/2014/main" id="{CA957F41-FDC6-8A6E-D702-7FB83D25E783}"/>
                </a:ext>
              </a:extLst>
            </p:cNvPr>
            <p:cNvSpPr/>
            <p:nvPr/>
          </p:nvSpPr>
          <p:spPr>
            <a:xfrm rot="5400000">
              <a:off x="3878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3" name="Group 732">
            <a:extLst>
              <a:ext uri="{FF2B5EF4-FFF2-40B4-BE49-F238E27FC236}">
                <a16:creationId xmlns:a16="http://schemas.microsoft.com/office/drawing/2014/main" id="{01D2906B-FD04-5F18-43EF-F9897E8BC0AA}"/>
              </a:ext>
            </a:extLst>
          </p:cNvPr>
          <p:cNvGrpSpPr/>
          <p:nvPr/>
        </p:nvGrpSpPr>
        <p:grpSpPr>
          <a:xfrm>
            <a:off x="3143983" y="3872298"/>
            <a:ext cx="1317874" cy="381000"/>
            <a:chOff x="3726310" y="3872298"/>
            <a:chExt cx="1317874" cy="381000"/>
          </a:xfrm>
        </p:grpSpPr>
        <p:sp>
          <p:nvSpPr>
            <p:cNvPr id="620" name="Rounded Rectangle 29">
              <a:extLst>
                <a:ext uri="{FF2B5EF4-FFF2-40B4-BE49-F238E27FC236}">
                  <a16:creationId xmlns:a16="http://schemas.microsoft.com/office/drawing/2014/main" id="{587A6442-9F99-82DB-AABE-2B60EA815DB3}"/>
                </a:ext>
              </a:extLst>
            </p:cNvPr>
            <p:cNvSpPr/>
            <p:nvPr/>
          </p:nvSpPr>
          <p:spPr>
            <a:xfrm rot="5400000">
              <a:off x="4194747" y="340386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18" name="Oval 717">
              <a:extLst>
                <a:ext uri="{FF2B5EF4-FFF2-40B4-BE49-F238E27FC236}">
                  <a16:creationId xmlns:a16="http://schemas.microsoft.com/office/drawing/2014/main" id="{8C478475-C9CF-FD51-8477-DA99CA359342}"/>
                </a:ext>
              </a:extLst>
            </p:cNvPr>
            <p:cNvSpPr/>
            <p:nvPr/>
          </p:nvSpPr>
          <p:spPr>
            <a:xfrm rot="5400000">
              <a:off x="4640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19" name="Oval 718">
              <a:extLst>
                <a:ext uri="{FF2B5EF4-FFF2-40B4-BE49-F238E27FC236}">
                  <a16:creationId xmlns:a16="http://schemas.microsoft.com/office/drawing/2014/main" id="{008BF470-9700-BD37-111E-D4B86022CEA9}"/>
                </a:ext>
              </a:extLst>
            </p:cNvPr>
            <p:cNvSpPr/>
            <p:nvPr/>
          </p:nvSpPr>
          <p:spPr>
            <a:xfrm rot="5400000">
              <a:off x="4259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0" name="Oval 719">
              <a:extLst>
                <a:ext uri="{FF2B5EF4-FFF2-40B4-BE49-F238E27FC236}">
                  <a16:creationId xmlns:a16="http://schemas.microsoft.com/office/drawing/2014/main" id="{96C34251-8A0C-52D4-FEFA-7EB6F1203BF3}"/>
                </a:ext>
              </a:extLst>
            </p:cNvPr>
            <p:cNvSpPr/>
            <p:nvPr/>
          </p:nvSpPr>
          <p:spPr>
            <a:xfrm rot="5400000">
              <a:off x="3878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6" name="Group 735">
            <a:extLst>
              <a:ext uri="{FF2B5EF4-FFF2-40B4-BE49-F238E27FC236}">
                <a16:creationId xmlns:a16="http://schemas.microsoft.com/office/drawing/2014/main" id="{6A2C2880-733A-DC46-2C6E-2FADB1D365EC}"/>
              </a:ext>
            </a:extLst>
          </p:cNvPr>
          <p:cNvGrpSpPr/>
          <p:nvPr/>
        </p:nvGrpSpPr>
        <p:grpSpPr>
          <a:xfrm>
            <a:off x="3143983" y="5304858"/>
            <a:ext cx="1317874" cy="381000"/>
            <a:chOff x="3726310" y="5304858"/>
            <a:chExt cx="1317874" cy="381000"/>
          </a:xfrm>
        </p:grpSpPr>
        <p:sp>
          <p:nvSpPr>
            <p:cNvPr id="722" name="Rounded Rectangle 7 2">
              <a:extLst>
                <a:ext uri="{FF2B5EF4-FFF2-40B4-BE49-F238E27FC236}">
                  <a16:creationId xmlns:a16="http://schemas.microsoft.com/office/drawing/2014/main" id="{6C17A48B-BCFA-743A-0D49-52340493EFBE}"/>
                </a:ext>
              </a:extLst>
            </p:cNvPr>
            <p:cNvSpPr/>
            <p:nvPr/>
          </p:nvSpPr>
          <p:spPr>
            <a:xfrm rot="5400000">
              <a:off x="4194747" y="483642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4" name="Oval 723">
              <a:extLst>
                <a:ext uri="{FF2B5EF4-FFF2-40B4-BE49-F238E27FC236}">
                  <a16:creationId xmlns:a16="http://schemas.microsoft.com/office/drawing/2014/main" id="{9BEA33DA-EB7B-6DB8-5A85-0F5D03CC04BC}"/>
                </a:ext>
              </a:extLst>
            </p:cNvPr>
            <p:cNvSpPr/>
            <p:nvPr/>
          </p:nvSpPr>
          <p:spPr>
            <a:xfrm rot="5400000">
              <a:off x="4640710" y="53810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5" name="Oval 724">
              <a:extLst>
                <a:ext uri="{FF2B5EF4-FFF2-40B4-BE49-F238E27FC236}">
                  <a16:creationId xmlns:a16="http://schemas.microsoft.com/office/drawing/2014/main" id="{029C9360-3E05-6E54-3403-EBFA0A4AC5D9}"/>
                </a:ext>
              </a:extLst>
            </p:cNvPr>
            <p:cNvSpPr/>
            <p:nvPr/>
          </p:nvSpPr>
          <p:spPr>
            <a:xfrm rot="5400000">
              <a:off x="4259710" y="53810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6" name="Oval 725">
              <a:extLst>
                <a:ext uri="{FF2B5EF4-FFF2-40B4-BE49-F238E27FC236}">
                  <a16:creationId xmlns:a16="http://schemas.microsoft.com/office/drawing/2014/main" id="{1A93D030-E63C-9DBB-24A4-B4104AC43D82}"/>
                </a:ext>
              </a:extLst>
            </p:cNvPr>
            <p:cNvSpPr/>
            <p:nvPr/>
          </p:nvSpPr>
          <p:spPr>
            <a:xfrm rot="5400000">
              <a:off x="3878710" y="53810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DC542C8A-EEBD-A82C-8E62-788081484638}"/>
              </a:ext>
            </a:extLst>
          </p:cNvPr>
          <p:cNvGrpSpPr/>
          <p:nvPr/>
        </p:nvGrpSpPr>
        <p:grpSpPr>
          <a:xfrm>
            <a:off x="4918083" y="3872298"/>
            <a:ext cx="906328" cy="381000"/>
            <a:chOff x="6096000" y="3874413"/>
            <a:chExt cx="906328" cy="381000"/>
          </a:xfrm>
        </p:grpSpPr>
        <p:sp>
          <p:nvSpPr>
            <p:cNvPr id="728" name="Rounded Rectangle 29">
              <a:extLst>
                <a:ext uri="{FF2B5EF4-FFF2-40B4-BE49-F238E27FC236}">
                  <a16:creationId xmlns:a16="http://schemas.microsoft.com/office/drawing/2014/main" id="{1583624B-3864-13E7-6784-24D42D72E66A}"/>
                </a:ext>
              </a:extLst>
            </p:cNvPr>
            <p:cNvSpPr/>
            <p:nvPr/>
          </p:nvSpPr>
          <p:spPr>
            <a:xfrm rot="5400000">
              <a:off x="6358664" y="3611749"/>
              <a:ext cx="381000" cy="906328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31" name="Oval 730">
              <a:extLst>
                <a:ext uri="{FF2B5EF4-FFF2-40B4-BE49-F238E27FC236}">
                  <a16:creationId xmlns:a16="http://schemas.microsoft.com/office/drawing/2014/main" id="{1BD65479-781F-9AE8-1EF8-53D9ED459A89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32" name="Oval 731">
              <a:extLst>
                <a:ext uri="{FF2B5EF4-FFF2-40B4-BE49-F238E27FC236}">
                  <a16:creationId xmlns:a16="http://schemas.microsoft.com/office/drawing/2014/main" id="{FAA7840B-6D61-5B62-A3F9-0948DE37A89C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8" name="Group 737">
            <a:extLst>
              <a:ext uri="{FF2B5EF4-FFF2-40B4-BE49-F238E27FC236}">
                <a16:creationId xmlns:a16="http://schemas.microsoft.com/office/drawing/2014/main" id="{84259E0A-D451-D31F-975E-FB726C512DCB}"/>
              </a:ext>
            </a:extLst>
          </p:cNvPr>
          <p:cNvGrpSpPr/>
          <p:nvPr/>
        </p:nvGrpSpPr>
        <p:grpSpPr>
          <a:xfrm>
            <a:off x="4916343" y="4346538"/>
            <a:ext cx="908067" cy="381000"/>
            <a:chOff x="6095999" y="3874413"/>
            <a:chExt cx="908067" cy="381000"/>
          </a:xfrm>
        </p:grpSpPr>
        <p:sp>
          <p:nvSpPr>
            <p:cNvPr id="739" name="Rounded Rectangle 29">
              <a:extLst>
                <a:ext uri="{FF2B5EF4-FFF2-40B4-BE49-F238E27FC236}">
                  <a16:creationId xmlns:a16="http://schemas.microsoft.com/office/drawing/2014/main" id="{E25679CF-9E94-B057-3131-2B035213903B}"/>
                </a:ext>
              </a:extLst>
            </p:cNvPr>
            <p:cNvSpPr/>
            <p:nvPr/>
          </p:nvSpPr>
          <p:spPr>
            <a:xfrm rot="5400000">
              <a:off x="6359533" y="3610879"/>
              <a:ext cx="381000" cy="908067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1" name="Oval 740">
              <a:extLst>
                <a:ext uri="{FF2B5EF4-FFF2-40B4-BE49-F238E27FC236}">
                  <a16:creationId xmlns:a16="http://schemas.microsoft.com/office/drawing/2014/main" id="{73BEAE9E-E654-1E87-42B7-88E51396DB12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2" name="Oval 741">
              <a:extLst>
                <a:ext uri="{FF2B5EF4-FFF2-40B4-BE49-F238E27FC236}">
                  <a16:creationId xmlns:a16="http://schemas.microsoft.com/office/drawing/2014/main" id="{0ADFD584-F8EC-AD72-F390-602C51BF3B63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43" name="Group 742">
            <a:extLst>
              <a:ext uri="{FF2B5EF4-FFF2-40B4-BE49-F238E27FC236}">
                <a16:creationId xmlns:a16="http://schemas.microsoft.com/office/drawing/2014/main" id="{659B0BD9-203A-54E0-0CBD-614495CD5DA6}"/>
              </a:ext>
            </a:extLst>
          </p:cNvPr>
          <p:cNvGrpSpPr/>
          <p:nvPr/>
        </p:nvGrpSpPr>
        <p:grpSpPr>
          <a:xfrm>
            <a:off x="4916343" y="4829412"/>
            <a:ext cx="908068" cy="381000"/>
            <a:chOff x="6096000" y="3874413"/>
            <a:chExt cx="908068" cy="381000"/>
          </a:xfrm>
        </p:grpSpPr>
        <p:sp>
          <p:nvSpPr>
            <p:cNvPr id="744" name="Rounded Rectangle 29">
              <a:extLst>
                <a:ext uri="{FF2B5EF4-FFF2-40B4-BE49-F238E27FC236}">
                  <a16:creationId xmlns:a16="http://schemas.microsoft.com/office/drawing/2014/main" id="{D924E850-3525-EDD9-BBFD-303FEEDC1490}"/>
                </a:ext>
              </a:extLst>
            </p:cNvPr>
            <p:cNvSpPr/>
            <p:nvPr/>
          </p:nvSpPr>
          <p:spPr>
            <a:xfrm rot="5400000">
              <a:off x="6359534" y="3610879"/>
              <a:ext cx="381000" cy="908068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6" name="Oval 745">
              <a:extLst>
                <a:ext uri="{FF2B5EF4-FFF2-40B4-BE49-F238E27FC236}">
                  <a16:creationId xmlns:a16="http://schemas.microsoft.com/office/drawing/2014/main" id="{8C9D3D17-BEBF-B9D4-E0F5-83494DD33E6D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7" name="Oval 746">
              <a:extLst>
                <a:ext uri="{FF2B5EF4-FFF2-40B4-BE49-F238E27FC236}">
                  <a16:creationId xmlns:a16="http://schemas.microsoft.com/office/drawing/2014/main" id="{98281C33-EFC9-53A6-5FC6-BE1EBA59AEE6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48" name="Group 747">
            <a:extLst>
              <a:ext uri="{FF2B5EF4-FFF2-40B4-BE49-F238E27FC236}">
                <a16:creationId xmlns:a16="http://schemas.microsoft.com/office/drawing/2014/main" id="{28D91CD9-70E1-7FDD-0392-390C96ABE086}"/>
              </a:ext>
            </a:extLst>
          </p:cNvPr>
          <p:cNvGrpSpPr/>
          <p:nvPr/>
        </p:nvGrpSpPr>
        <p:grpSpPr>
          <a:xfrm>
            <a:off x="4927579" y="5302743"/>
            <a:ext cx="896832" cy="381000"/>
            <a:chOff x="6096000" y="3874413"/>
            <a:chExt cx="896832" cy="381000"/>
          </a:xfrm>
        </p:grpSpPr>
        <p:sp>
          <p:nvSpPr>
            <p:cNvPr id="749" name="Rounded Rectangle 29">
              <a:extLst>
                <a:ext uri="{FF2B5EF4-FFF2-40B4-BE49-F238E27FC236}">
                  <a16:creationId xmlns:a16="http://schemas.microsoft.com/office/drawing/2014/main" id="{7198D5E4-6FC8-446B-BE1D-429D4A46264C}"/>
                </a:ext>
              </a:extLst>
            </p:cNvPr>
            <p:cNvSpPr/>
            <p:nvPr/>
          </p:nvSpPr>
          <p:spPr>
            <a:xfrm rot="5400000">
              <a:off x="6353916" y="3616497"/>
              <a:ext cx="381000" cy="896832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51" name="Oval 750">
              <a:extLst>
                <a:ext uri="{FF2B5EF4-FFF2-40B4-BE49-F238E27FC236}">
                  <a16:creationId xmlns:a16="http://schemas.microsoft.com/office/drawing/2014/main" id="{67738C8B-1AB2-6F6A-7DF5-D4E3F4C5808B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52" name="Oval 751">
              <a:extLst>
                <a:ext uri="{FF2B5EF4-FFF2-40B4-BE49-F238E27FC236}">
                  <a16:creationId xmlns:a16="http://schemas.microsoft.com/office/drawing/2014/main" id="{2BA363CC-8368-1AD3-E3A6-EED902E16C96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52FB178-0282-22CB-E4D6-2B600B1A8A10}"/>
              </a:ext>
            </a:extLst>
          </p:cNvPr>
          <p:cNvGrpSpPr/>
          <p:nvPr/>
        </p:nvGrpSpPr>
        <p:grpSpPr>
          <a:xfrm>
            <a:off x="9982536" y="3279022"/>
            <a:ext cx="831779" cy="365701"/>
            <a:chOff x="9982536" y="3279022"/>
            <a:chExt cx="831779" cy="365701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E3A61404-9806-51C3-555F-603AB153806A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9982536" y="3336083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DE0F3F1E-602A-C887-64B3-37A7111EF8C9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0307908" y="3279022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9B384B8-3691-6FA3-8EE9-AF519E051C7D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0551187" y="3332225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A40642D-1156-BC0F-0133-0E6A2964B5B1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863762" y="3321875"/>
            <a:ext cx="288695" cy="240599"/>
          </a:xfrm>
          <a:custGeom>
            <a:avLst/>
            <a:gdLst>
              <a:gd name="connsiteX0" fmla="*/ 158629 w 288695"/>
              <a:gd name="connsiteY0" fmla="*/ 93025 h 240599"/>
              <a:gd name="connsiteX1" fmla="*/ 243852 w 288695"/>
              <a:gd name="connsiteY1" fmla="*/ 22880 h 240599"/>
              <a:gd name="connsiteX2" fmla="*/ 277232 w 288695"/>
              <a:gd name="connsiteY2" fmla="*/ 16566 h 240599"/>
              <a:gd name="connsiteX3" fmla="*/ 283268 w 288695"/>
              <a:gd name="connsiteY3" fmla="*/ 16566 h 240599"/>
              <a:gd name="connsiteX4" fmla="*/ 283268 w 288695"/>
              <a:gd name="connsiteY4" fmla="*/ 82 h 240599"/>
              <a:gd name="connsiteX5" fmla="*/ 247048 w 288695"/>
              <a:gd name="connsiteY5" fmla="*/ 1134 h 240599"/>
              <a:gd name="connsiteX6" fmla="*/ 195204 w 288695"/>
              <a:gd name="connsiteY6" fmla="*/ 82 h 240599"/>
              <a:gd name="connsiteX7" fmla="*/ 195204 w 288695"/>
              <a:gd name="connsiteY7" fmla="*/ 16566 h 240599"/>
              <a:gd name="connsiteX8" fmla="*/ 215800 w 288695"/>
              <a:gd name="connsiteY8" fmla="*/ 18320 h 240599"/>
              <a:gd name="connsiteX9" fmla="*/ 220416 w 288695"/>
              <a:gd name="connsiteY9" fmla="*/ 20424 h 240599"/>
              <a:gd name="connsiteX10" fmla="*/ 89029 w 288695"/>
              <a:gd name="connsiteY10" fmla="*/ 128800 h 240599"/>
              <a:gd name="connsiteX11" fmla="*/ 89029 w 288695"/>
              <a:gd name="connsiteY11" fmla="*/ 16566 h 240599"/>
              <a:gd name="connsiteX12" fmla="*/ 127380 w 288695"/>
              <a:gd name="connsiteY12" fmla="*/ 16566 h 240599"/>
              <a:gd name="connsiteX13" fmla="*/ 127380 w 288695"/>
              <a:gd name="connsiteY13" fmla="*/ 82 h 240599"/>
              <a:gd name="connsiteX14" fmla="*/ 63817 w 288695"/>
              <a:gd name="connsiteY14" fmla="*/ 1134 h 240599"/>
              <a:gd name="connsiteX15" fmla="*/ 254 w 288695"/>
              <a:gd name="connsiteY15" fmla="*/ 82 h 240599"/>
              <a:gd name="connsiteX16" fmla="*/ 254 w 288695"/>
              <a:gd name="connsiteY16" fmla="*/ 16566 h 240599"/>
              <a:gd name="connsiteX17" fmla="*/ 38605 w 288695"/>
              <a:gd name="connsiteY17" fmla="*/ 16566 h 240599"/>
              <a:gd name="connsiteX18" fmla="*/ 38605 w 288695"/>
              <a:gd name="connsiteY18" fmla="*/ 224198 h 240599"/>
              <a:gd name="connsiteX19" fmla="*/ 254 w 288695"/>
              <a:gd name="connsiteY19" fmla="*/ 224198 h 240599"/>
              <a:gd name="connsiteX20" fmla="*/ 254 w 288695"/>
              <a:gd name="connsiteY20" fmla="*/ 240682 h 240599"/>
              <a:gd name="connsiteX21" fmla="*/ 63817 w 288695"/>
              <a:gd name="connsiteY21" fmla="*/ 239630 h 240599"/>
              <a:gd name="connsiteX22" fmla="*/ 127380 w 288695"/>
              <a:gd name="connsiteY22" fmla="*/ 240682 h 240599"/>
              <a:gd name="connsiteX23" fmla="*/ 127380 w 288695"/>
              <a:gd name="connsiteY23" fmla="*/ 224198 h 240599"/>
              <a:gd name="connsiteX24" fmla="*/ 89029 w 288695"/>
              <a:gd name="connsiteY24" fmla="*/ 224198 h 240599"/>
              <a:gd name="connsiteX25" fmla="*/ 89029 w 288695"/>
              <a:gd name="connsiteY25" fmla="*/ 150545 h 240599"/>
              <a:gd name="connsiteX26" fmla="*/ 124539 w 288695"/>
              <a:gd name="connsiteY26" fmla="*/ 121434 h 240599"/>
              <a:gd name="connsiteX27" fmla="*/ 197689 w 288695"/>
              <a:gd name="connsiteY27" fmla="*/ 216482 h 240599"/>
              <a:gd name="connsiteX28" fmla="*/ 200530 w 288695"/>
              <a:gd name="connsiteY28" fmla="*/ 221392 h 240599"/>
              <a:gd name="connsiteX29" fmla="*/ 174608 w 288695"/>
              <a:gd name="connsiteY29" fmla="*/ 224198 h 240599"/>
              <a:gd name="connsiteX30" fmla="*/ 174608 w 288695"/>
              <a:gd name="connsiteY30" fmla="*/ 240682 h 240599"/>
              <a:gd name="connsiteX31" fmla="*/ 237105 w 288695"/>
              <a:gd name="connsiteY31" fmla="*/ 239630 h 240599"/>
              <a:gd name="connsiteX32" fmla="*/ 288950 w 288695"/>
              <a:gd name="connsiteY32" fmla="*/ 240682 h 240599"/>
              <a:gd name="connsiteX33" fmla="*/ 288950 w 288695"/>
              <a:gd name="connsiteY33" fmla="*/ 224198 h 240599"/>
              <a:gd name="connsiteX34" fmla="*/ 278652 w 288695"/>
              <a:gd name="connsiteY34" fmla="*/ 224198 h 240599"/>
              <a:gd name="connsiteX35" fmla="*/ 254505 w 288695"/>
              <a:gd name="connsiteY35" fmla="*/ 217183 h 240599"/>
              <a:gd name="connsiteX36" fmla="*/ 158629 w 288695"/>
              <a:gd name="connsiteY36" fmla="*/ 93025 h 2405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288695" h="240599">
                <a:moveTo>
                  <a:pt x="158629" y="93025"/>
                </a:moveTo>
                <a:lnTo>
                  <a:pt x="243852" y="22880"/>
                </a:lnTo>
                <a:cubicBezTo>
                  <a:pt x="251665" y="16566"/>
                  <a:pt x="266579" y="16566"/>
                  <a:pt x="277232" y="16566"/>
                </a:cubicBezTo>
                <a:lnTo>
                  <a:pt x="283268" y="16566"/>
                </a:lnTo>
                <a:lnTo>
                  <a:pt x="283268" y="82"/>
                </a:lnTo>
                <a:cubicBezTo>
                  <a:pt x="269064" y="1134"/>
                  <a:pt x="248824" y="1134"/>
                  <a:pt x="247048" y="1134"/>
                </a:cubicBezTo>
                <a:cubicBezTo>
                  <a:pt x="233555" y="1134"/>
                  <a:pt x="207987" y="1134"/>
                  <a:pt x="195204" y="82"/>
                </a:cubicBezTo>
                <a:lnTo>
                  <a:pt x="195204" y="16566"/>
                </a:lnTo>
                <a:cubicBezTo>
                  <a:pt x="199820" y="16566"/>
                  <a:pt x="206922" y="16566"/>
                  <a:pt x="215800" y="18320"/>
                </a:cubicBezTo>
                <a:cubicBezTo>
                  <a:pt x="221481" y="19723"/>
                  <a:pt x="217220" y="19372"/>
                  <a:pt x="220416" y="20424"/>
                </a:cubicBezTo>
                <a:lnTo>
                  <a:pt x="89029" y="128800"/>
                </a:lnTo>
                <a:lnTo>
                  <a:pt x="89029" y="16566"/>
                </a:lnTo>
                <a:lnTo>
                  <a:pt x="127380" y="16566"/>
                </a:lnTo>
                <a:lnTo>
                  <a:pt x="127380" y="82"/>
                </a:lnTo>
                <a:cubicBezTo>
                  <a:pt x="113886" y="1134"/>
                  <a:pt x="79086" y="1134"/>
                  <a:pt x="63817" y="1134"/>
                </a:cubicBezTo>
                <a:cubicBezTo>
                  <a:pt x="48548" y="1134"/>
                  <a:pt x="13748" y="1134"/>
                  <a:pt x="254" y="82"/>
                </a:cubicBezTo>
                <a:lnTo>
                  <a:pt x="254" y="16566"/>
                </a:lnTo>
                <a:lnTo>
                  <a:pt x="38605" y="16566"/>
                </a:lnTo>
                <a:lnTo>
                  <a:pt x="38605" y="224198"/>
                </a:lnTo>
                <a:lnTo>
                  <a:pt x="254" y="224198"/>
                </a:lnTo>
                <a:lnTo>
                  <a:pt x="254" y="240682"/>
                </a:lnTo>
                <a:cubicBezTo>
                  <a:pt x="13748" y="239630"/>
                  <a:pt x="48548" y="239630"/>
                  <a:pt x="63817" y="239630"/>
                </a:cubicBezTo>
                <a:cubicBezTo>
                  <a:pt x="79086" y="239630"/>
                  <a:pt x="113886" y="239630"/>
                  <a:pt x="127380" y="240682"/>
                </a:cubicBezTo>
                <a:lnTo>
                  <a:pt x="127380" y="224198"/>
                </a:lnTo>
                <a:lnTo>
                  <a:pt x="89029" y="224198"/>
                </a:lnTo>
                <a:lnTo>
                  <a:pt x="89029" y="150545"/>
                </a:lnTo>
                <a:lnTo>
                  <a:pt x="124539" y="121434"/>
                </a:lnTo>
                <a:lnTo>
                  <a:pt x="197689" y="216482"/>
                </a:lnTo>
                <a:cubicBezTo>
                  <a:pt x="199465" y="218586"/>
                  <a:pt x="199465" y="219287"/>
                  <a:pt x="200530" y="221392"/>
                </a:cubicBezTo>
                <a:cubicBezTo>
                  <a:pt x="194138" y="224198"/>
                  <a:pt x="187037" y="224198"/>
                  <a:pt x="174608" y="224198"/>
                </a:cubicBezTo>
                <a:lnTo>
                  <a:pt x="174608" y="240682"/>
                </a:lnTo>
                <a:cubicBezTo>
                  <a:pt x="189167" y="239630"/>
                  <a:pt x="221126" y="239630"/>
                  <a:pt x="237105" y="239630"/>
                </a:cubicBezTo>
                <a:cubicBezTo>
                  <a:pt x="251309" y="239630"/>
                  <a:pt x="275811" y="239630"/>
                  <a:pt x="288950" y="240682"/>
                </a:cubicBezTo>
                <a:lnTo>
                  <a:pt x="288950" y="224198"/>
                </a:lnTo>
                <a:lnTo>
                  <a:pt x="278652" y="224198"/>
                </a:lnTo>
                <a:cubicBezTo>
                  <a:pt x="259832" y="224198"/>
                  <a:pt x="258767" y="222795"/>
                  <a:pt x="254505" y="217183"/>
                </a:cubicBezTo>
                <a:lnTo>
                  <a:pt x="158629" y="93025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02FD5E9-798E-F90E-D0AF-C57E7672BBD6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2189134" y="3264814"/>
            <a:ext cx="183692" cy="170383"/>
          </a:xfrm>
          <a:custGeom>
            <a:avLst/>
            <a:gdLst>
              <a:gd name="connsiteX0" fmla="*/ 98200 w 183692"/>
              <a:gd name="connsiteY0" fmla="*/ 12109 h 170383"/>
              <a:gd name="connsiteX1" fmla="*/ 174013 w 183692"/>
              <a:gd name="connsiteY1" fmla="*/ 12109 h 170383"/>
              <a:gd name="connsiteX2" fmla="*/ 183956 w 183692"/>
              <a:gd name="connsiteY2" fmla="*/ 6216 h 170383"/>
              <a:gd name="connsiteX3" fmla="*/ 174013 w 183692"/>
              <a:gd name="connsiteY3" fmla="*/ 79 h 170383"/>
              <a:gd name="connsiteX4" fmla="*/ 10206 w 183692"/>
              <a:gd name="connsiteY4" fmla="*/ 79 h 170383"/>
              <a:gd name="connsiteX5" fmla="*/ 263 w 183692"/>
              <a:gd name="connsiteY5" fmla="*/ 5971 h 170383"/>
              <a:gd name="connsiteX6" fmla="*/ 10206 w 183692"/>
              <a:gd name="connsiteY6" fmla="*/ 12109 h 170383"/>
              <a:gd name="connsiteX7" fmla="*/ 86020 w 183692"/>
              <a:gd name="connsiteY7" fmla="*/ 12109 h 170383"/>
              <a:gd name="connsiteX8" fmla="*/ 86020 w 183692"/>
              <a:gd name="connsiteY8" fmla="*/ 160888 h 170383"/>
              <a:gd name="connsiteX9" fmla="*/ 92234 w 183692"/>
              <a:gd name="connsiteY9" fmla="*/ 170462 h 170383"/>
              <a:gd name="connsiteX10" fmla="*/ 98200 w 183692"/>
              <a:gd name="connsiteY10" fmla="*/ 160888 h 170383"/>
              <a:gd name="connsiteX11" fmla="*/ 98200 w 183692"/>
              <a:gd name="connsiteY11" fmla="*/ 12109 h 170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3692" h="170383">
                <a:moveTo>
                  <a:pt x="98200" y="12109"/>
                </a:moveTo>
                <a:lnTo>
                  <a:pt x="174013" y="12109"/>
                </a:lnTo>
                <a:cubicBezTo>
                  <a:pt x="177990" y="12109"/>
                  <a:pt x="183956" y="12109"/>
                  <a:pt x="183956" y="6216"/>
                </a:cubicBezTo>
                <a:cubicBezTo>
                  <a:pt x="183956" y="79"/>
                  <a:pt x="178239" y="79"/>
                  <a:pt x="174013" y="79"/>
                </a:cubicBezTo>
                <a:lnTo>
                  <a:pt x="10206" y="79"/>
                </a:lnTo>
                <a:cubicBezTo>
                  <a:pt x="6478" y="79"/>
                  <a:pt x="263" y="79"/>
                  <a:pt x="263" y="5971"/>
                </a:cubicBezTo>
                <a:cubicBezTo>
                  <a:pt x="263" y="12109"/>
                  <a:pt x="5980" y="12109"/>
                  <a:pt x="10206" y="12109"/>
                </a:cubicBezTo>
                <a:lnTo>
                  <a:pt x="86020" y="12109"/>
                </a:lnTo>
                <a:lnTo>
                  <a:pt x="86020" y="160888"/>
                </a:lnTo>
                <a:cubicBezTo>
                  <a:pt x="86020" y="164816"/>
                  <a:pt x="86020" y="170462"/>
                  <a:pt x="92234" y="170462"/>
                </a:cubicBezTo>
                <a:cubicBezTo>
                  <a:pt x="98200" y="170462"/>
                  <a:pt x="98200" y="164570"/>
                  <a:pt x="98200" y="160888"/>
                </a:cubicBezTo>
                <a:lnTo>
                  <a:pt x="98200" y="12109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9BAA42E-C85C-2073-77A1-1D3F08824F7D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3923247" y="3239563"/>
            <a:ext cx="183692" cy="170383"/>
          </a:xfrm>
          <a:custGeom>
            <a:avLst/>
            <a:gdLst>
              <a:gd name="connsiteX0" fmla="*/ 98200 w 183692"/>
              <a:gd name="connsiteY0" fmla="*/ 12109 h 170383"/>
              <a:gd name="connsiteX1" fmla="*/ 174013 w 183692"/>
              <a:gd name="connsiteY1" fmla="*/ 12109 h 170383"/>
              <a:gd name="connsiteX2" fmla="*/ 183956 w 183692"/>
              <a:gd name="connsiteY2" fmla="*/ 6216 h 170383"/>
              <a:gd name="connsiteX3" fmla="*/ 174013 w 183692"/>
              <a:gd name="connsiteY3" fmla="*/ 79 h 170383"/>
              <a:gd name="connsiteX4" fmla="*/ 10206 w 183692"/>
              <a:gd name="connsiteY4" fmla="*/ 79 h 170383"/>
              <a:gd name="connsiteX5" fmla="*/ 263 w 183692"/>
              <a:gd name="connsiteY5" fmla="*/ 5971 h 170383"/>
              <a:gd name="connsiteX6" fmla="*/ 10206 w 183692"/>
              <a:gd name="connsiteY6" fmla="*/ 12109 h 170383"/>
              <a:gd name="connsiteX7" fmla="*/ 86020 w 183692"/>
              <a:gd name="connsiteY7" fmla="*/ 12109 h 170383"/>
              <a:gd name="connsiteX8" fmla="*/ 86020 w 183692"/>
              <a:gd name="connsiteY8" fmla="*/ 160888 h 170383"/>
              <a:gd name="connsiteX9" fmla="*/ 92234 w 183692"/>
              <a:gd name="connsiteY9" fmla="*/ 170462 h 170383"/>
              <a:gd name="connsiteX10" fmla="*/ 98200 w 183692"/>
              <a:gd name="connsiteY10" fmla="*/ 160888 h 170383"/>
              <a:gd name="connsiteX11" fmla="*/ 98200 w 183692"/>
              <a:gd name="connsiteY11" fmla="*/ 12109 h 170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3692" h="170383">
                <a:moveTo>
                  <a:pt x="98200" y="12109"/>
                </a:moveTo>
                <a:lnTo>
                  <a:pt x="174013" y="12109"/>
                </a:lnTo>
                <a:cubicBezTo>
                  <a:pt x="177990" y="12109"/>
                  <a:pt x="183956" y="12109"/>
                  <a:pt x="183956" y="6216"/>
                </a:cubicBezTo>
                <a:cubicBezTo>
                  <a:pt x="183956" y="79"/>
                  <a:pt x="178239" y="79"/>
                  <a:pt x="174013" y="79"/>
                </a:cubicBezTo>
                <a:lnTo>
                  <a:pt x="10206" y="79"/>
                </a:lnTo>
                <a:cubicBezTo>
                  <a:pt x="6478" y="79"/>
                  <a:pt x="263" y="79"/>
                  <a:pt x="263" y="5971"/>
                </a:cubicBezTo>
                <a:cubicBezTo>
                  <a:pt x="263" y="12109"/>
                  <a:pt x="5980" y="12109"/>
                  <a:pt x="10206" y="12109"/>
                </a:cubicBezTo>
                <a:lnTo>
                  <a:pt x="86020" y="12109"/>
                </a:lnTo>
                <a:lnTo>
                  <a:pt x="86020" y="160888"/>
                </a:lnTo>
                <a:cubicBezTo>
                  <a:pt x="86020" y="164816"/>
                  <a:pt x="86020" y="170462"/>
                  <a:pt x="92234" y="170462"/>
                </a:cubicBezTo>
                <a:cubicBezTo>
                  <a:pt x="98200" y="170462"/>
                  <a:pt x="98200" y="164570"/>
                  <a:pt x="98200" y="160888"/>
                </a:cubicBezTo>
                <a:lnTo>
                  <a:pt x="98200" y="12109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2" name="Rounded Rectangle 29">
            <a:extLst>
              <a:ext uri="{FF2B5EF4-FFF2-40B4-BE49-F238E27FC236}">
                <a16:creationId xmlns:a16="http://schemas.microsoft.com/office/drawing/2014/main" id="{808D9260-64B7-6537-DAE5-AB4E67EC631A}"/>
              </a:ext>
            </a:extLst>
          </p:cNvPr>
          <p:cNvSpPr/>
          <p:nvPr/>
        </p:nvSpPr>
        <p:spPr>
          <a:xfrm rot="5400000">
            <a:off x="9715073" y="3912108"/>
            <a:ext cx="1397545" cy="1695433"/>
          </a:xfrm>
          <a:prstGeom prst="round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9025FAB-3DEC-8F84-0926-4EB797AEE357}"/>
              </a:ext>
            </a:extLst>
          </p:cNvPr>
          <p:cNvGrpSpPr/>
          <p:nvPr/>
        </p:nvGrpSpPr>
        <p:grpSpPr>
          <a:xfrm>
            <a:off x="6204221" y="4586841"/>
            <a:ext cx="1317874" cy="381000"/>
            <a:chOff x="1625786" y="4404204"/>
            <a:chExt cx="1317874" cy="381000"/>
          </a:xfrm>
        </p:grpSpPr>
        <p:sp>
          <p:nvSpPr>
            <p:cNvPr id="35" name="Rounded Rectangle 29">
              <a:extLst>
                <a:ext uri="{FF2B5EF4-FFF2-40B4-BE49-F238E27FC236}">
                  <a16:creationId xmlns:a16="http://schemas.microsoft.com/office/drawing/2014/main" id="{EEB6AE59-1D58-252A-A8E2-676396D61CC5}"/>
                </a:ext>
              </a:extLst>
            </p:cNvPr>
            <p:cNvSpPr/>
            <p:nvPr/>
          </p:nvSpPr>
          <p:spPr>
            <a:xfrm rot="5400000">
              <a:off x="2094223" y="3935767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E6F07206-BD9E-2974-05E9-CB9A356FBC77}"/>
                </a:ext>
              </a:extLst>
            </p:cNvPr>
            <p:cNvSpPr/>
            <p:nvPr/>
          </p:nvSpPr>
          <p:spPr>
            <a:xfrm rot="5400000">
              <a:off x="2540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840FF904-5EA8-BDCE-1D8F-4E1A05D4B221}"/>
                </a:ext>
              </a:extLst>
            </p:cNvPr>
            <p:cNvSpPr/>
            <p:nvPr/>
          </p:nvSpPr>
          <p:spPr>
            <a:xfrm rot="5400000">
              <a:off x="2159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82C12D05-DE04-2035-932B-9BB0121C8CC4}"/>
                </a:ext>
              </a:extLst>
            </p:cNvPr>
            <p:cNvSpPr/>
            <p:nvPr/>
          </p:nvSpPr>
          <p:spPr>
            <a:xfrm rot="5400000">
              <a:off x="1778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98" name="TextBox 897">
                <a:extLst>
                  <a:ext uri="{FF2B5EF4-FFF2-40B4-BE49-F238E27FC236}">
                    <a16:creationId xmlns:a16="http://schemas.microsoft.com/office/drawing/2014/main" id="{FAD31AD2-2CCD-4378-F1BF-7D5A8980CF04}"/>
                  </a:ext>
                </a:extLst>
              </p:cNvPr>
              <p:cNvSpPr txBox="1"/>
              <p:nvPr/>
            </p:nvSpPr>
            <p:spPr>
              <a:xfrm>
                <a:off x="7371039" y="4510109"/>
                <a:ext cx="55817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⋅</m:t>
                      </m:r>
                    </m:oMath>
                  </m:oMathPara>
                </a14:m>
                <a:endParaRPr lang="en-CA" sz="2800" dirty="0"/>
              </a:p>
            </p:txBody>
          </p:sp>
        </mc:Choice>
        <mc:Fallback xmlns="">
          <p:sp>
            <p:nvSpPr>
              <p:cNvPr id="898" name="TextBox 897">
                <a:extLst>
                  <a:ext uri="{FF2B5EF4-FFF2-40B4-BE49-F238E27FC236}">
                    <a16:creationId xmlns:a16="http://schemas.microsoft.com/office/drawing/2014/main" id="{FAD31AD2-2CCD-4378-F1BF-7D5A8980CF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1039" y="4510109"/>
                <a:ext cx="558178" cy="523220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9" name="TextBox 898">
                <a:extLst>
                  <a:ext uri="{FF2B5EF4-FFF2-40B4-BE49-F238E27FC236}">
                    <a16:creationId xmlns:a16="http://schemas.microsoft.com/office/drawing/2014/main" id="{399D4CC9-3C16-009E-736A-263B32AA3CB5}"/>
                  </a:ext>
                </a:extLst>
              </p:cNvPr>
              <p:cNvSpPr txBox="1"/>
              <p:nvPr/>
            </p:nvSpPr>
            <p:spPr>
              <a:xfrm>
                <a:off x="8176246" y="4498214"/>
                <a:ext cx="55817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CA" sz="2800" dirty="0"/>
              </a:p>
            </p:txBody>
          </p:sp>
        </mc:Choice>
        <mc:Fallback xmlns="">
          <p:sp>
            <p:nvSpPr>
              <p:cNvPr id="899" name="TextBox 898">
                <a:extLst>
                  <a:ext uri="{FF2B5EF4-FFF2-40B4-BE49-F238E27FC236}">
                    <a16:creationId xmlns:a16="http://schemas.microsoft.com/office/drawing/2014/main" id="{399D4CC9-3C16-009E-736A-263B32AA3C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6246" y="4498214"/>
                <a:ext cx="558178" cy="523220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E992B34B-FA0D-5E31-D74E-5944C6FE168E}"/>
              </a:ext>
            </a:extLst>
          </p:cNvPr>
          <p:cNvGrpSpPr/>
          <p:nvPr/>
        </p:nvGrpSpPr>
        <p:grpSpPr>
          <a:xfrm rot="5400000">
            <a:off x="7340886" y="4569324"/>
            <a:ext cx="1317874" cy="381000"/>
            <a:chOff x="3726310" y="4349818"/>
            <a:chExt cx="1317874" cy="381000"/>
          </a:xfrm>
        </p:grpSpPr>
        <p:sp>
          <p:nvSpPr>
            <p:cNvPr id="13" name="Rounded Rectangle 49">
              <a:extLst>
                <a:ext uri="{FF2B5EF4-FFF2-40B4-BE49-F238E27FC236}">
                  <a16:creationId xmlns:a16="http://schemas.microsoft.com/office/drawing/2014/main" id="{F2D273F8-CDD8-23B6-ED38-DB5CB68BA0BD}"/>
                </a:ext>
              </a:extLst>
            </p:cNvPr>
            <p:cNvSpPr/>
            <p:nvPr/>
          </p:nvSpPr>
          <p:spPr>
            <a:xfrm rot="5400000">
              <a:off x="4194747" y="388138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6697CFF-4116-3A33-961C-529DCC39A307}"/>
                </a:ext>
              </a:extLst>
            </p:cNvPr>
            <p:cNvSpPr/>
            <p:nvPr/>
          </p:nvSpPr>
          <p:spPr>
            <a:xfrm rot="5400000">
              <a:off x="4640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D8C63290-C146-B342-9997-EA71A285FEE9}"/>
                </a:ext>
              </a:extLst>
            </p:cNvPr>
            <p:cNvSpPr/>
            <p:nvPr/>
          </p:nvSpPr>
          <p:spPr>
            <a:xfrm rot="5400000">
              <a:off x="4259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0659539-BE8B-6484-33F6-FBA283C0C443}"/>
                </a:ext>
              </a:extLst>
            </p:cNvPr>
            <p:cNvSpPr/>
            <p:nvPr/>
          </p:nvSpPr>
          <p:spPr>
            <a:xfrm rot="5400000">
              <a:off x="3878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sp>
        <p:nvSpPr>
          <p:cNvPr id="17" name="Rounded Rectangle 29">
            <a:extLst>
              <a:ext uri="{FF2B5EF4-FFF2-40B4-BE49-F238E27FC236}">
                <a16:creationId xmlns:a16="http://schemas.microsoft.com/office/drawing/2014/main" id="{C118159A-E87B-F82D-7F8F-6527056368AC}"/>
              </a:ext>
            </a:extLst>
          </p:cNvPr>
          <p:cNvSpPr/>
          <p:nvPr/>
        </p:nvSpPr>
        <p:spPr>
          <a:xfrm rot="10800000">
            <a:off x="8687723" y="4562850"/>
            <a:ext cx="381000" cy="425549"/>
          </a:xfrm>
          <a:prstGeom prst="round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AB1F886-26BF-3281-0D07-B20E38556265}"/>
              </a:ext>
            </a:extLst>
          </p:cNvPr>
          <p:cNvSpPr/>
          <p:nvPr/>
        </p:nvSpPr>
        <p:spPr>
          <a:xfrm rot="10800000">
            <a:off x="8763925" y="4657135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19" name="Rounded Rectangle 29">
            <a:extLst>
              <a:ext uri="{FF2B5EF4-FFF2-40B4-BE49-F238E27FC236}">
                <a16:creationId xmlns:a16="http://schemas.microsoft.com/office/drawing/2014/main" id="{D6F79B6F-853A-6D77-D220-8248188385D2}"/>
              </a:ext>
            </a:extLst>
          </p:cNvPr>
          <p:cNvSpPr/>
          <p:nvPr/>
        </p:nvSpPr>
        <p:spPr>
          <a:xfrm rot="10800000">
            <a:off x="8687884" y="4562850"/>
            <a:ext cx="381000" cy="425549"/>
          </a:xfrm>
          <a:prstGeom prst="round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1373CB1-C339-F13A-3B79-9B6FB39602C3}"/>
              </a:ext>
            </a:extLst>
          </p:cNvPr>
          <p:cNvSpPr/>
          <p:nvPr/>
        </p:nvSpPr>
        <p:spPr>
          <a:xfrm rot="10800000">
            <a:off x="8764086" y="4657135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D463E2-2E19-5C23-8FDF-0992B61F71F3}"/>
              </a:ext>
            </a:extLst>
          </p:cNvPr>
          <p:cNvSpPr/>
          <p:nvPr/>
        </p:nvSpPr>
        <p:spPr>
          <a:xfrm rot="10800000">
            <a:off x="9726509" y="4194137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02D3D6D-8E7F-3C41-A92B-B264119DEC0B}"/>
              </a:ext>
            </a:extLst>
          </p:cNvPr>
          <p:cNvGrpSpPr/>
          <p:nvPr/>
        </p:nvGrpSpPr>
        <p:grpSpPr>
          <a:xfrm>
            <a:off x="5131581" y="3239563"/>
            <a:ext cx="460444" cy="365094"/>
            <a:chOff x="5236660" y="3226445"/>
            <a:chExt cx="460444" cy="365094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55DD494-62A1-2A0D-E3C9-D118882A5FCB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5236660" y="3348134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E6D9A544-DF3D-737B-E21E-395DF0D63136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5513412" y="3226445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sp>
        <p:nvSpPr>
          <p:cNvPr id="24" name="Title 1">
            <a:extLst>
              <a:ext uri="{FF2B5EF4-FFF2-40B4-BE49-F238E27FC236}">
                <a16:creationId xmlns:a16="http://schemas.microsoft.com/office/drawing/2014/main" id="{82C85B93-1F75-4D38-8FEC-E0B8B296B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813" y="0"/>
            <a:ext cx="11382375" cy="1325563"/>
          </a:xfrm>
        </p:spPr>
        <p:txBody>
          <a:bodyPr/>
          <a:lstStyle/>
          <a:p>
            <a:r>
              <a:rPr lang="en-CA" dirty="0"/>
              <a:t>Transformer Encoder</a:t>
            </a:r>
          </a:p>
        </p:txBody>
      </p:sp>
    </p:spTree>
    <p:extLst>
      <p:ext uri="{BB962C8B-B14F-4D97-AF65-F5344CB8AC3E}">
        <p14:creationId xmlns:p14="http://schemas.microsoft.com/office/powerpoint/2010/main" val="37359354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8" grpId="0"/>
      <p:bldP spid="899" grpId="0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FCD6F0-FA8C-6D58-A731-DFB7DA97B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  <a:p>
            <a:endParaRPr lang="en-CA" dirty="0"/>
          </a:p>
        </p:txBody>
      </p:sp>
      <p:grpSp>
        <p:nvGrpSpPr>
          <p:cNvPr id="61" name="Group 60" descr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8698B5A3-373E-AE5E-2858-B17BE9D9AC10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232556" y="1879600"/>
            <a:ext cx="3726888" cy="867767"/>
            <a:chOff x="9969390" y="4471220"/>
            <a:chExt cx="3726888" cy="867767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6024729D-D495-CF48-F899-AECAB8C9383D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0030388" y="4682233"/>
              <a:ext cx="118248" cy="32617"/>
            </a:xfrm>
            <a:custGeom>
              <a:avLst/>
              <a:gdLst>
                <a:gd name="connsiteX0" fmla="*/ 118429 w 118248"/>
                <a:gd name="connsiteY0" fmla="*/ 5347 h 32617"/>
                <a:gd name="connsiteX1" fmla="*/ 112748 w 118248"/>
                <a:gd name="connsiteY1" fmla="*/ 86 h 32617"/>
                <a:gd name="connsiteX2" fmla="*/ 83630 w 118248"/>
                <a:gd name="connsiteY2" fmla="*/ 16921 h 32617"/>
                <a:gd name="connsiteX3" fmla="*/ 60548 w 118248"/>
                <a:gd name="connsiteY3" fmla="*/ 8153 h 32617"/>
                <a:gd name="connsiteX4" fmla="*/ 38532 w 118248"/>
                <a:gd name="connsiteY4" fmla="*/ 86 h 32617"/>
                <a:gd name="connsiteX5" fmla="*/ 181 w 118248"/>
                <a:gd name="connsiteY5" fmla="*/ 27443 h 32617"/>
                <a:gd name="connsiteX6" fmla="*/ 5863 w 118248"/>
                <a:gd name="connsiteY6" fmla="*/ 32704 h 32617"/>
                <a:gd name="connsiteX7" fmla="*/ 34981 w 118248"/>
                <a:gd name="connsiteY7" fmla="*/ 15869 h 32617"/>
                <a:gd name="connsiteX8" fmla="*/ 58063 w 118248"/>
                <a:gd name="connsiteY8" fmla="*/ 24637 h 32617"/>
                <a:gd name="connsiteX9" fmla="*/ 80079 w 118248"/>
                <a:gd name="connsiteY9" fmla="*/ 32704 h 32617"/>
                <a:gd name="connsiteX10" fmla="*/ 118429 w 118248"/>
                <a:gd name="connsiteY10" fmla="*/ 5347 h 32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48" h="32617">
                  <a:moveTo>
                    <a:pt x="118429" y="5347"/>
                  </a:moveTo>
                  <a:lnTo>
                    <a:pt x="112748" y="86"/>
                  </a:lnTo>
                  <a:cubicBezTo>
                    <a:pt x="112748" y="437"/>
                    <a:pt x="99254" y="16921"/>
                    <a:pt x="83630" y="16921"/>
                  </a:cubicBezTo>
                  <a:cubicBezTo>
                    <a:pt x="75462" y="16921"/>
                    <a:pt x="66585" y="11660"/>
                    <a:pt x="60548" y="8153"/>
                  </a:cubicBezTo>
                  <a:cubicBezTo>
                    <a:pt x="50961" y="2541"/>
                    <a:pt x="44569" y="86"/>
                    <a:pt x="38532" y="86"/>
                  </a:cubicBezTo>
                  <a:cubicBezTo>
                    <a:pt x="25038" y="86"/>
                    <a:pt x="18291" y="7802"/>
                    <a:pt x="181" y="27443"/>
                  </a:cubicBezTo>
                  <a:lnTo>
                    <a:pt x="5863" y="32704"/>
                  </a:lnTo>
                  <a:cubicBezTo>
                    <a:pt x="5863" y="32353"/>
                    <a:pt x="19357" y="15869"/>
                    <a:pt x="34981" y="15869"/>
                  </a:cubicBezTo>
                  <a:cubicBezTo>
                    <a:pt x="43148" y="15869"/>
                    <a:pt x="52026" y="21130"/>
                    <a:pt x="58063" y="24637"/>
                  </a:cubicBezTo>
                  <a:cubicBezTo>
                    <a:pt x="67650" y="30249"/>
                    <a:pt x="74042" y="32704"/>
                    <a:pt x="80079" y="32704"/>
                  </a:cubicBezTo>
                  <a:cubicBezTo>
                    <a:pt x="93572" y="32704"/>
                    <a:pt x="100319" y="24988"/>
                    <a:pt x="118429" y="534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5E4D4AB-C712-10E7-F4AB-5EE97C6089A3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9969390" y="4767656"/>
              <a:ext cx="242887" cy="238495"/>
            </a:xfrm>
            <a:custGeom>
              <a:avLst/>
              <a:gdLst>
                <a:gd name="connsiteX0" fmla="*/ 243068 w 242887"/>
                <a:gd name="connsiteY0" fmla="*/ 142485 h 238495"/>
                <a:gd name="connsiteX1" fmla="*/ 226378 w 242887"/>
                <a:gd name="connsiteY1" fmla="*/ 142485 h 238495"/>
                <a:gd name="connsiteX2" fmla="*/ 142930 w 242887"/>
                <a:gd name="connsiteY2" fmla="*/ 222100 h 238495"/>
                <a:gd name="connsiteX3" fmla="*/ 88955 w 242887"/>
                <a:gd name="connsiteY3" fmla="*/ 222100 h 238495"/>
                <a:gd name="connsiteX4" fmla="*/ 88955 w 242887"/>
                <a:gd name="connsiteY4" fmla="*/ 123195 h 238495"/>
                <a:gd name="connsiteX5" fmla="*/ 108485 w 242887"/>
                <a:gd name="connsiteY5" fmla="*/ 123195 h 238495"/>
                <a:gd name="connsiteX6" fmla="*/ 146126 w 242887"/>
                <a:gd name="connsiteY6" fmla="*/ 164230 h 238495"/>
                <a:gd name="connsiteX7" fmla="*/ 162816 w 242887"/>
                <a:gd name="connsiteY7" fmla="*/ 164230 h 238495"/>
                <a:gd name="connsiteX8" fmla="*/ 162816 w 242887"/>
                <a:gd name="connsiteY8" fmla="*/ 65675 h 238495"/>
                <a:gd name="connsiteX9" fmla="*/ 146126 w 242887"/>
                <a:gd name="connsiteY9" fmla="*/ 65675 h 238495"/>
                <a:gd name="connsiteX10" fmla="*/ 108485 w 242887"/>
                <a:gd name="connsiteY10" fmla="*/ 106710 h 238495"/>
                <a:gd name="connsiteX11" fmla="*/ 88955 w 242887"/>
                <a:gd name="connsiteY11" fmla="*/ 106710 h 238495"/>
                <a:gd name="connsiteX12" fmla="*/ 88955 w 242887"/>
                <a:gd name="connsiteY12" fmla="*/ 16573 h 238495"/>
                <a:gd name="connsiteX13" fmla="*/ 142930 w 242887"/>
                <a:gd name="connsiteY13" fmla="*/ 16573 h 238495"/>
                <a:gd name="connsiteX14" fmla="*/ 215015 w 242887"/>
                <a:gd name="connsiteY14" fmla="*/ 84614 h 238495"/>
                <a:gd name="connsiteX15" fmla="*/ 231705 w 242887"/>
                <a:gd name="connsiteY15" fmla="*/ 84614 h 238495"/>
                <a:gd name="connsiteX16" fmla="*/ 220697 w 242887"/>
                <a:gd name="connsiteY16" fmla="*/ 89 h 238495"/>
                <a:gd name="connsiteX17" fmla="*/ 180 w 242887"/>
                <a:gd name="connsiteY17" fmla="*/ 89 h 238495"/>
                <a:gd name="connsiteX18" fmla="*/ 180 w 242887"/>
                <a:gd name="connsiteY18" fmla="*/ 16573 h 238495"/>
                <a:gd name="connsiteX19" fmla="*/ 38531 w 242887"/>
                <a:gd name="connsiteY19" fmla="*/ 16573 h 238495"/>
                <a:gd name="connsiteX20" fmla="*/ 38531 w 242887"/>
                <a:gd name="connsiteY20" fmla="*/ 222100 h 238495"/>
                <a:gd name="connsiteX21" fmla="*/ 180 w 242887"/>
                <a:gd name="connsiteY21" fmla="*/ 222100 h 238495"/>
                <a:gd name="connsiteX22" fmla="*/ 180 w 242887"/>
                <a:gd name="connsiteY22" fmla="*/ 238584 h 238495"/>
                <a:gd name="connsiteX23" fmla="*/ 226733 w 242887"/>
                <a:gd name="connsiteY23" fmla="*/ 238584 h 238495"/>
                <a:gd name="connsiteX24" fmla="*/ 243068 w 242887"/>
                <a:gd name="connsiteY24" fmla="*/ 142485 h 238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2887" h="238495">
                  <a:moveTo>
                    <a:pt x="243068" y="142485"/>
                  </a:moveTo>
                  <a:lnTo>
                    <a:pt x="226378" y="142485"/>
                  </a:lnTo>
                  <a:cubicBezTo>
                    <a:pt x="218566" y="190885"/>
                    <a:pt x="208623" y="222100"/>
                    <a:pt x="142930" y="222100"/>
                  </a:cubicBezTo>
                  <a:lnTo>
                    <a:pt x="88955" y="222100"/>
                  </a:lnTo>
                  <a:lnTo>
                    <a:pt x="88955" y="123195"/>
                  </a:lnTo>
                  <a:lnTo>
                    <a:pt x="108485" y="123195"/>
                  </a:lnTo>
                  <a:cubicBezTo>
                    <a:pt x="142575" y="123195"/>
                    <a:pt x="146126" y="138276"/>
                    <a:pt x="146126" y="164230"/>
                  </a:cubicBezTo>
                  <a:lnTo>
                    <a:pt x="162816" y="164230"/>
                  </a:lnTo>
                  <a:lnTo>
                    <a:pt x="162816" y="65675"/>
                  </a:lnTo>
                  <a:lnTo>
                    <a:pt x="146126" y="65675"/>
                  </a:lnTo>
                  <a:cubicBezTo>
                    <a:pt x="146126" y="91629"/>
                    <a:pt x="142930" y="106710"/>
                    <a:pt x="108485" y="106710"/>
                  </a:cubicBezTo>
                  <a:lnTo>
                    <a:pt x="88955" y="106710"/>
                  </a:lnTo>
                  <a:lnTo>
                    <a:pt x="88955" y="16573"/>
                  </a:lnTo>
                  <a:lnTo>
                    <a:pt x="142930" y="16573"/>
                  </a:lnTo>
                  <a:cubicBezTo>
                    <a:pt x="200101" y="16573"/>
                    <a:pt x="209334" y="42176"/>
                    <a:pt x="215015" y="84614"/>
                  </a:cubicBezTo>
                  <a:lnTo>
                    <a:pt x="231705" y="84614"/>
                  </a:lnTo>
                  <a:lnTo>
                    <a:pt x="220697" y="89"/>
                  </a:lnTo>
                  <a:lnTo>
                    <a:pt x="180" y="89"/>
                  </a:lnTo>
                  <a:lnTo>
                    <a:pt x="180" y="16573"/>
                  </a:lnTo>
                  <a:lnTo>
                    <a:pt x="38531" y="16573"/>
                  </a:lnTo>
                  <a:lnTo>
                    <a:pt x="38531" y="222100"/>
                  </a:lnTo>
                  <a:lnTo>
                    <a:pt x="180" y="222100"/>
                  </a:lnTo>
                  <a:lnTo>
                    <a:pt x="180" y="238584"/>
                  </a:lnTo>
                  <a:lnTo>
                    <a:pt x="226733" y="238584"/>
                  </a:lnTo>
                  <a:lnTo>
                    <a:pt x="243068" y="14248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51A054A-CA52-36ED-D4B5-39CF4FA5658B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0342359" y="4877434"/>
              <a:ext cx="236140" cy="82070"/>
            </a:xfrm>
            <a:custGeom>
              <a:avLst/>
              <a:gdLst>
                <a:gd name="connsiteX0" fmla="*/ 224258 w 236140"/>
                <a:gd name="connsiteY0" fmla="*/ 14118 h 82070"/>
                <a:gd name="connsiteX1" fmla="*/ 236331 w 236140"/>
                <a:gd name="connsiteY1" fmla="*/ 7103 h 82070"/>
                <a:gd name="connsiteX2" fmla="*/ 224613 w 236140"/>
                <a:gd name="connsiteY2" fmla="*/ 89 h 82070"/>
                <a:gd name="connsiteX3" fmla="*/ 11909 w 236140"/>
                <a:gd name="connsiteY3" fmla="*/ 89 h 82070"/>
                <a:gd name="connsiteX4" fmla="*/ 190 w 236140"/>
                <a:gd name="connsiteY4" fmla="*/ 7103 h 82070"/>
                <a:gd name="connsiteX5" fmla="*/ 12264 w 236140"/>
                <a:gd name="connsiteY5" fmla="*/ 14118 h 82070"/>
                <a:gd name="connsiteX6" fmla="*/ 224258 w 236140"/>
                <a:gd name="connsiteY6" fmla="*/ 14118 h 82070"/>
                <a:gd name="connsiteX7" fmla="*/ 224613 w 236140"/>
                <a:gd name="connsiteY7" fmla="*/ 82159 h 82070"/>
                <a:gd name="connsiteX8" fmla="*/ 236331 w 236140"/>
                <a:gd name="connsiteY8" fmla="*/ 75145 h 82070"/>
                <a:gd name="connsiteX9" fmla="*/ 224258 w 236140"/>
                <a:gd name="connsiteY9" fmla="*/ 68130 h 82070"/>
                <a:gd name="connsiteX10" fmla="*/ 12264 w 236140"/>
                <a:gd name="connsiteY10" fmla="*/ 68130 h 82070"/>
                <a:gd name="connsiteX11" fmla="*/ 190 w 236140"/>
                <a:gd name="connsiteY11" fmla="*/ 75145 h 82070"/>
                <a:gd name="connsiteX12" fmla="*/ 11909 w 236140"/>
                <a:gd name="connsiteY12" fmla="*/ 82159 h 82070"/>
                <a:gd name="connsiteX13" fmla="*/ 224613 w 236140"/>
                <a:gd name="connsiteY13" fmla="*/ 82159 h 8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140" h="82070">
                  <a:moveTo>
                    <a:pt x="224258" y="14118"/>
                  </a:moveTo>
                  <a:cubicBezTo>
                    <a:pt x="229584" y="14118"/>
                    <a:pt x="236331" y="14118"/>
                    <a:pt x="236331" y="7103"/>
                  </a:cubicBezTo>
                  <a:cubicBezTo>
                    <a:pt x="236331" y="89"/>
                    <a:pt x="229584" y="89"/>
                    <a:pt x="224613" y="89"/>
                  </a:cubicBezTo>
                  <a:lnTo>
                    <a:pt x="11909" y="89"/>
                  </a:lnTo>
                  <a:cubicBezTo>
                    <a:pt x="6937" y="89"/>
                    <a:pt x="190" y="89"/>
                    <a:pt x="190" y="7103"/>
                  </a:cubicBezTo>
                  <a:cubicBezTo>
                    <a:pt x="190" y="14118"/>
                    <a:pt x="6937" y="14118"/>
                    <a:pt x="12264" y="14118"/>
                  </a:cubicBezTo>
                  <a:lnTo>
                    <a:pt x="224258" y="14118"/>
                  </a:lnTo>
                  <a:close/>
                  <a:moveTo>
                    <a:pt x="224613" y="82159"/>
                  </a:moveTo>
                  <a:cubicBezTo>
                    <a:pt x="229584" y="82159"/>
                    <a:pt x="236331" y="82159"/>
                    <a:pt x="236331" y="75145"/>
                  </a:cubicBezTo>
                  <a:cubicBezTo>
                    <a:pt x="236331" y="68130"/>
                    <a:pt x="229584" y="68130"/>
                    <a:pt x="224258" y="68130"/>
                  </a:cubicBezTo>
                  <a:lnTo>
                    <a:pt x="12264" y="68130"/>
                  </a:lnTo>
                  <a:cubicBezTo>
                    <a:pt x="6937" y="68130"/>
                    <a:pt x="190" y="68130"/>
                    <a:pt x="190" y="75145"/>
                  </a:cubicBezTo>
                  <a:cubicBezTo>
                    <a:pt x="190" y="82159"/>
                    <a:pt x="6937" y="82159"/>
                    <a:pt x="11909" y="82159"/>
                  </a:cubicBezTo>
                  <a:lnTo>
                    <a:pt x="224613" y="8215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3169AE4-508C-8C3C-1FD0-8B67E16B030D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0706532" y="4765551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6144A12-C9C4-56A3-59B3-565183146FB0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1023427" y="4849025"/>
              <a:ext cx="116117" cy="160984"/>
            </a:xfrm>
            <a:custGeom>
              <a:avLst/>
              <a:gdLst>
                <a:gd name="connsiteX0" fmla="*/ 62352 w 116117"/>
                <a:gd name="connsiteY0" fmla="*/ 89174 h 160984"/>
                <a:gd name="connsiteX1" fmla="*/ 99282 w 116117"/>
                <a:gd name="connsiteY1" fmla="*/ 121441 h 160984"/>
                <a:gd name="connsiteX2" fmla="*/ 59156 w 116117"/>
                <a:gd name="connsiteY2" fmla="*/ 153357 h 160984"/>
                <a:gd name="connsiteX3" fmla="*/ 9797 w 116117"/>
                <a:gd name="connsiteY3" fmla="*/ 103554 h 160984"/>
                <a:gd name="connsiteX4" fmla="*/ 4826 w 116117"/>
                <a:gd name="connsiteY4" fmla="*/ 97591 h 160984"/>
                <a:gd name="connsiteX5" fmla="*/ 210 w 116117"/>
                <a:gd name="connsiteY5" fmla="*/ 106360 h 160984"/>
                <a:gd name="connsiteX6" fmla="*/ 210 w 116117"/>
                <a:gd name="connsiteY6" fmla="*/ 152656 h 160984"/>
                <a:gd name="connsiteX7" fmla="*/ 4116 w 116117"/>
                <a:gd name="connsiteY7" fmla="*/ 161073 h 160984"/>
                <a:gd name="connsiteX8" fmla="*/ 12993 w 116117"/>
                <a:gd name="connsiteY8" fmla="*/ 154059 h 160984"/>
                <a:gd name="connsiteX9" fmla="*/ 20095 w 116117"/>
                <a:gd name="connsiteY9" fmla="*/ 145992 h 160984"/>
                <a:gd name="connsiteX10" fmla="*/ 59156 w 116117"/>
                <a:gd name="connsiteY10" fmla="*/ 161073 h 160984"/>
                <a:gd name="connsiteX11" fmla="*/ 116327 w 116117"/>
                <a:gd name="connsiteY11" fmla="*/ 112322 h 160984"/>
                <a:gd name="connsiteX12" fmla="*/ 101413 w 116117"/>
                <a:gd name="connsiteY12" fmla="*/ 79003 h 160984"/>
                <a:gd name="connsiteX13" fmla="*/ 60932 w 116117"/>
                <a:gd name="connsiteY13" fmla="*/ 62168 h 160984"/>
                <a:gd name="connsiteX14" fmla="*/ 17255 w 116117"/>
                <a:gd name="connsiteY14" fmla="*/ 33408 h 160984"/>
                <a:gd name="connsiteX15" fmla="*/ 57026 w 116117"/>
                <a:gd name="connsiteY15" fmla="*/ 6753 h 160984"/>
                <a:gd name="connsiteX16" fmla="*/ 98572 w 116117"/>
                <a:gd name="connsiteY16" fmla="*/ 49191 h 160984"/>
                <a:gd name="connsiteX17" fmla="*/ 102833 w 116117"/>
                <a:gd name="connsiteY17" fmla="*/ 52347 h 160984"/>
                <a:gd name="connsiteX18" fmla="*/ 107450 w 116117"/>
                <a:gd name="connsiteY18" fmla="*/ 43930 h 160984"/>
                <a:gd name="connsiteX19" fmla="*/ 107450 w 116117"/>
                <a:gd name="connsiteY19" fmla="*/ 8506 h 160984"/>
                <a:gd name="connsiteX20" fmla="*/ 103544 w 116117"/>
                <a:gd name="connsiteY20" fmla="*/ 89 h 160984"/>
                <a:gd name="connsiteX21" fmla="*/ 96442 w 116117"/>
                <a:gd name="connsiteY21" fmla="*/ 4298 h 160984"/>
                <a:gd name="connsiteX22" fmla="*/ 90405 w 116117"/>
                <a:gd name="connsiteY22" fmla="*/ 9909 h 160984"/>
                <a:gd name="connsiteX23" fmla="*/ 57026 w 116117"/>
                <a:gd name="connsiteY23" fmla="*/ 89 h 160984"/>
                <a:gd name="connsiteX24" fmla="*/ 210 w 116117"/>
                <a:gd name="connsiteY24" fmla="*/ 43229 h 160984"/>
                <a:gd name="connsiteX25" fmla="*/ 15479 w 116117"/>
                <a:gd name="connsiteY25" fmla="*/ 73040 h 160984"/>
                <a:gd name="connsiteX26" fmla="*/ 62352 w 116117"/>
                <a:gd name="connsiteY26" fmla="*/ 89174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6117" h="160984">
                  <a:moveTo>
                    <a:pt x="62352" y="89174"/>
                  </a:moveTo>
                  <a:cubicBezTo>
                    <a:pt x="70164" y="90577"/>
                    <a:pt x="99282" y="96189"/>
                    <a:pt x="99282" y="121441"/>
                  </a:cubicBezTo>
                  <a:cubicBezTo>
                    <a:pt x="99282" y="139328"/>
                    <a:pt x="86854" y="153357"/>
                    <a:pt x="59156" y="153357"/>
                  </a:cubicBezTo>
                  <a:cubicBezTo>
                    <a:pt x="29328" y="153357"/>
                    <a:pt x="16544" y="133366"/>
                    <a:pt x="9797" y="103554"/>
                  </a:cubicBezTo>
                  <a:cubicBezTo>
                    <a:pt x="8732" y="98994"/>
                    <a:pt x="8377" y="97591"/>
                    <a:pt x="4826" y="97591"/>
                  </a:cubicBezTo>
                  <a:cubicBezTo>
                    <a:pt x="210" y="97591"/>
                    <a:pt x="210" y="100047"/>
                    <a:pt x="210" y="106360"/>
                  </a:cubicBezTo>
                  <a:lnTo>
                    <a:pt x="210" y="152656"/>
                  </a:lnTo>
                  <a:cubicBezTo>
                    <a:pt x="210" y="158618"/>
                    <a:pt x="210" y="161073"/>
                    <a:pt x="4116" y="161073"/>
                  </a:cubicBezTo>
                  <a:cubicBezTo>
                    <a:pt x="5891" y="161073"/>
                    <a:pt x="6246" y="160723"/>
                    <a:pt x="12993" y="154059"/>
                  </a:cubicBezTo>
                  <a:cubicBezTo>
                    <a:pt x="13703" y="153357"/>
                    <a:pt x="13703" y="152656"/>
                    <a:pt x="20095" y="145992"/>
                  </a:cubicBezTo>
                  <a:cubicBezTo>
                    <a:pt x="35720" y="160723"/>
                    <a:pt x="51699" y="161073"/>
                    <a:pt x="59156" y="161073"/>
                  </a:cubicBezTo>
                  <a:cubicBezTo>
                    <a:pt x="99993" y="161073"/>
                    <a:pt x="116327" y="137574"/>
                    <a:pt x="116327" y="112322"/>
                  </a:cubicBezTo>
                  <a:cubicBezTo>
                    <a:pt x="116327" y="93733"/>
                    <a:pt x="105674" y="83212"/>
                    <a:pt x="101413" y="79003"/>
                  </a:cubicBezTo>
                  <a:cubicBezTo>
                    <a:pt x="89695" y="67780"/>
                    <a:pt x="75846" y="64974"/>
                    <a:pt x="60932" y="62168"/>
                  </a:cubicBezTo>
                  <a:cubicBezTo>
                    <a:pt x="41046" y="58310"/>
                    <a:pt x="17255" y="53750"/>
                    <a:pt x="17255" y="33408"/>
                  </a:cubicBezTo>
                  <a:cubicBezTo>
                    <a:pt x="17255" y="21133"/>
                    <a:pt x="26487" y="6753"/>
                    <a:pt x="57026" y="6753"/>
                  </a:cubicBezTo>
                  <a:cubicBezTo>
                    <a:pt x="96087" y="6753"/>
                    <a:pt x="97862" y="38318"/>
                    <a:pt x="98572" y="49191"/>
                  </a:cubicBezTo>
                  <a:cubicBezTo>
                    <a:pt x="98927" y="52347"/>
                    <a:pt x="102123" y="52347"/>
                    <a:pt x="102833" y="52347"/>
                  </a:cubicBezTo>
                  <a:cubicBezTo>
                    <a:pt x="107450" y="52347"/>
                    <a:pt x="107450" y="50594"/>
                    <a:pt x="107450" y="43930"/>
                  </a:cubicBezTo>
                  <a:lnTo>
                    <a:pt x="107450" y="8506"/>
                  </a:lnTo>
                  <a:cubicBezTo>
                    <a:pt x="107450" y="2544"/>
                    <a:pt x="107450" y="89"/>
                    <a:pt x="103544" y="89"/>
                  </a:cubicBezTo>
                  <a:cubicBezTo>
                    <a:pt x="101768" y="89"/>
                    <a:pt x="101058" y="89"/>
                    <a:pt x="96442" y="4298"/>
                  </a:cubicBezTo>
                  <a:cubicBezTo>
                    <a:pt x="95376" y="5701"/>
                    <a:pt x="91825" y="8857"/>
                    <a:pt x="90405" y="9909"/>
                  </a:cubicBezTo>
                  <a:cubicBezTo>
                    <a:pt x="76911" y="89"/>
                    <a:pt x="62352" y="89"/>
                    <a:pt x="57026" y="89"/>
                  </a:cubicBezTo>
                  <a:cubicBezTo>
                    <a:pt x="13703" y="89"/>
                    <a:pt x="210" y="23588"/>
                    <a:pt x="210" y="43229"/>
                  </a:cubicBezTo>
                  <a:cubicBezTo>
                    <a:pt x="210" y="55504"/>
                    <a:pt x="5891" y="65324"/>
                    <a:pt x="15479" y="73040"/>
                  </a:cubicBezTo>
                  <a:cubicBezTo>
                    <a:pt x="26842" y="82159"/>
                    <a:pt x="36785" y="84264"/>
                    <a:pt x="62352" y="89174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4ADC9A26-B65B-CA74-E30A-208E00624FEE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1161719" y="4849025"/>
              <a:ext cx="157308" cy="160984"/>
            </a:xfrm>
            <a:custGeom>
              <a:avLst/>
              <a:gdLst>
                <a:gd name="connsiteX0" fmla="*/ 157523 w 157308"/>
                <a:gd name="connsiteY0" fmla="*/ 82159 h 160984"/>
                <a:gd name="connsiteX1" fmla="*/ 79046 w 157308"/>
                <a:gd name="connsiteY1" fmla="*/ 89 h 160984"/>
                <a:gd name="connsiteX2" fmla="*/ 214 w 157308"/>
                <a:gd name="connsiteY2" fmla="*/ 82159 h 160984"/>
                <a:gd name="connsiteX3" fmla="*/ 78691 w 157308"/>
                <a:gd name="connsiteY3" fmla="*/ 161073 h 160984"/>
                <a:gd name="connsiteX4" fmla="*/ 157523 w 157308"/>
                <a:gd name="connsiteY4" fmla="*/ 82159 h 160984"/>
                <a:gd name="connsiteX5" fmla="*/ 79046 w 157308"/>
                <a:gd name="connsiteY5" fmla="*/ 152305 h 160984"/>
                <a:gd name="connsiteX6" fmla="*/ 38564 w 157308"/>
                <a:gd name="connsiteY6" fmla="*/ 128806 h 160984"/>
                <a:gd name="connsiteX7" fmla="*/ 29687 w 157308"/>
                <a:gd name="connsiteY7" fmla="*/ 79354 h 160984"/>
                <a:gd name="connsiteX8" fmla="*/ 38209 w 157308"/>
                <a:gd name="connsiteY8" fmla="*/ 31304 h 160984"/>
                <a:gd name="connsiteX9" fmla="*/ 78691 w 157308"/>
                <a:gd name="connsiteY9" fmla="*/ 7805 h 160984"/>
                <a:gd name="connsiteX10" fmla="*/ 118817 w 157308"/>
                <a:gd name="connsiteY10" fmla="*/ 30602 h 160984"/>
                <a:gd name="connsiteX11" fmla="*/ 128049 w 157308"/>
                <a:gd name="connsiteY11" fmla="*/ 79354 h 160984"/>
                <a:gd name="connsiteX12" fmla="*/ 120237 w 157308"/>
                <a:gd name="connsiteY12" fmla="*/ 126351 h 160984"/>
                <a:gd name="connsiteX13" fmla="*/ 79046 w 157308"/>
                <a:gd name="connsiteY13" fmla="*/ 15230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308" h="160984">
                  <a:moveTo>
                    <a:pt x="157523" y="82159"/>
                  </a:moveTo>
                  <a:cubicBezTo>
                    <a:pt x="157523" y="37266"/>
                    <a:pt x="122013" y="89"/>
                    <a:pt x="79046" y="89"/>
                  </a:cubicBezTo>
                  <a:cubicBezTo>
                    <a:pt x="34658" y="89"/>
                    <a:pt x="214" y="38318"/>
                    <a:pt x="214" y="82159"/>
                  </a:cubicBezTo>
                  <a:cubicBezTo>
                    <a:pt x="214" y="127403"/>
                    <a:pt x="37144" y="161073"/>
                    <a:pt x="78691" y="161073"/>
                  </a:cubicBezTo>
                  <a:cubicBezTo>
                    <a:pt x="121658" y="161073"/>
                    <a:pt x="157523" y="126702"/>
                    <a:pt x="157523" y="82159"/>
                  </a:cubicBezTo>
                  <a:close/>
                  <a:moveTo>
                    <a:pt x="79046" y="152305"/>
                  </a:moveTo>
                  <a:cubicBezTo>
                    <a:pt x="63776" y="152305"/>
                    <a:pt x="48152" y="144940"/>
                    <a:pt x="38564" y="128806"/>
                  </a:cubicBezTo>
                  <a:cubicBezTo>
                    <a:pt x="29687" y="113374"/>
                    <a:pt x="29687" y="91980"/>
                    <a:pt x="29687" y="79354"/>
                  </a:cubicBezTo>
                  <a:cubicBezTo>
                    <a:pt x="29687" y="65675"/>
                    <a:pt x="29687" y="46736"/>
                    <a:pt x="38209" y="31304"/>
                  </a:cubicBezTo>
                  <a:cubicBezTo>
                    <a:pt x="47797" y="15170"/>
                    <a:pt x="64487" y="7805"/>
                    <a:pt x="78691" y="7805"/>
                  </a:cubicBezTo>
                  <a:cubicBezTo>
                    <a:pt x="94315" y="7805"/>
                    <a:pt x="109584" y="15521"/>
                    <a:pt x="118817" y="30602"/>
                  </a:cubicBezTo>
                  <a:cubicBezTo>
                    <a:pt x="128049" y="45684"/>
                    <a:pt x="128049" y="66026"/>
                    <a:pt x="128049" y="79354"/>
                  </a:cubicBezTo>
                  <a:cubicBezTo>
                    <a:pt x="128049" y="91980"/>
                    <a:pt x="128049" y="110919"/>
                    <a:pt x="120237" y="126351"/>
                  </a:cubicBezTo>
                  <a:cubicBezTo>
                    <a:pt x="112425" y="142134"/>
                    <a:pt x="96801" y="152305"/>
                    <a:pt x="79046" y="15230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BC58A3-2E3F-F729-CFB4-FF0FFD45A3E2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1341044" y="4758887"/>
              <a:ext cx="115052" cy="247263"/>
            </a:xfrm>
            <a:custGeom>
              <a:avLst/>
              <a:gdLst>
                <a:gd name="connsiteX0" fmla="*/ 50643 w 115052"/>
                <a:gd name="connsiteY0" fmla="*/ 96188 h 247263"/>
                <a:gd name="connsiteX1" fmla="*/ 50643 w 115052"/>
                <a:gd name="connsiteY1" fmla="*/ 55504 h 247263"/>
                <a:gd name="connsiteX2" fmla="*/ 83312 w 115052"/>
                <a:gd name="connsiteY2" fmla="*/ 7805 h 247263"/>
                <a:gd name="connsiteX3" fmla="*/ 95030 w 115052"/>
                <a:gd name="connsiteY3" fmla="*/ 10260 h 247263"/>
                <a:gd name="connsiteX4" fmla="*/ 84377 w 115052"/>
                <a:gd name="connsiteY4" fmla="*/ 24991 h 247263"/>
                <a:gd name="connsiteX5" fmla="*/ 99646 w 115052"/>
                <a:gd name="connsiteY5" fmla="*/ 40072 h 247263"/>
                <a:gd name="connsiteX6" fmla="*/ 115271 w 115052"/>
                <a:gd name="connsiteY6" fmla="*/ 24640 h 247263"/>
                <a:gd name="connsiteX7" fmla="*/ 83312 w 115052"/>
                <a:gd name="connsiteY7" fmla="*/ 89 h 247263"/>
                <a:gd name="connsiteX8" fmla="*/ 28272 w 115052"/>
                <a:gd name="connsiteY8" fmla="*/ 55855 h 247263"/>
                <a:gd name="connsiteX9" fmla="*/ 28272 w 115052"/>
                <a:gd name="connsiteY9" fmla="*/ 96188 h 247263"/>
                <a:gd name="connsiteX10" fmla="*/ 219 w 115052"/>
                <a:gd name="connsiteY10" fmla="*/ 96188 h 247263"/>
                <a:gd name="connsiteX11" fmla="*/ 219 w 115052"/>
                <a:gd name="connsiteY11" fmla="*/ 107061 h 247263"/>
                <a:gd name="connsiteX12" fmla="*/ 28272 w 115052"/>
                <a:gd name="connsiteY12" fmla="*/ 107061 h 247263"/>
                <a:gd name="connsiteX13" fmla="*/ 28272 w 115052"/>
                <a:gd name="connsiteY13" fmla="*/ 220697 h 247263"/>
                <a:gd name="connsiteX14" fmla="*/ 574 w 115052"/>
                <a:gd name="connsiteY14" fmla="*/ 236480 h 247263"/>
                <a:gd name="connsiteX15" fmla="*/ 574 w 115052"/>
                <a:gd name="connsiteY15" fmla="*/ 247352 h 247263"/>
                <a:gd name="connsiteX16" fmla="*/ 41055 w 115052"/>
                <a:gd name="connsiteY16" fmla="*/ 246300 h 247263"/>
                <a:gd name="connsiteX17" fmla="*/ 86153 w 115052"/>
                <a:gd name="connsiteY17" fmla="*/ 247352 h 247263"/>
                <a:gd name="connsiteX18" fmla="*/ 86153 w 115052"/>
                <a:gd name="connsiteY18" fmla="*/ 236480 h 247263"/>
                <a:gd name="connsiteX19" fmla="*/ 78696 w 115052"/>
                <a:gd name="connsiteY19" fmla="*/ 236480 h 247263"/>
                <a:gd name="connsiteX20" fmla="*/ 51708 w 115052"/>
                <a:gd name="connsiteY20" fmla="*/ 219996 h 247263"/>
                <a:gd name="connsiteX21" fmla="*/ 51708 w 115052"/>
                <a:gd name="connsiteY21" fmla="*/ 107061 h 247263"/>
                <a:gd name="connsiteX22" fmla="*/ 92189 w 115052"/>
                <a:gd name="connsiteY22" fmla="*/ 107061 h 247263"/>
                <a:gd name="connsiteX23" fmla="*/ 92189 w 115052"/>
                <a:gd name="connsiteY23" fmla="*/ 96188 h 247263"/>
                <a:gd name="connsiteX24" fmla="*/ 50643 w 115052"/>
                <a:gd name="connsiteY24" fmla="*/ 96188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52" h="247263">
                  <a:moveTo>
                    <a:pt x="50643" y="96188"/>
                  </a:moveTo>
                  <a:lnTo>
                    <a:pt x="50643" y="55504"/>
                  </a:lnTo>
                  <a:cubicBezTo>
                    <a:pt x="50643" y="24640"/>
                    <a:pt x="67688" y="7805"/>
                    <a:pt x="83312" y="7805"/>
                  </a:cubicBezTo>
                  <a:cubicBezTo>
                    <a:pt x="84377" y="7805"/>
                    <a:pt x="89704" y="7805"/>
                    <a:pt x="95030" y="10260"/>
                  </a:cubicBezTo>
                  <a:cubicBezTo>
                    <a:pt x="90769" y="11663"/>
                    <a:pt x="84377" y="16222"/>
                    <a:pt x="84377" y="24991"/>
                  </a:cubicBezTo>
                  <a:cubicBezTo>
                    <a:pt x="84377" y="33057"/>
                    <a:pt x="90059" y="40072"/>
                    <a:pt x="99646" y="40072"/>
                  </a:cubicBezTo>
                  <a:cubicBezTo>
                    <a:pt x="109944" y="40072"/>
                    <a:pt x="115271" y="33057"/>
                    <a:pt x="115271" y="24640"/>
                  </a:cubicBezTo>
                  <a:cubicBezTo>
                    <a:pt x="115271" y="11663"/>
                    <a:pt x="102132" y="89"/>
                    <a:pt x="83312" y="89"/>
                  </a:cubicBezTo>
                  <a:cubicBezTo>
                    <a:pt x="58455" y="89"/>
                    <a:pt x="28272" y="18678"/>
                    <a:pt x="28272" y="55855"/>
                  </a:cubicBezTo>
                  <a:lnTo>
                    <a:pt x="28272" y="96188"/>
                  </a:lnTo>
                  <a:lnTo>
                    <a:pt x="219" y="96188"/>
                  </a:lnTo>
                  <a:lnTo>
                    <a:pt x="219" y="107061"/>
                  </a:lnTo>
                  <a:lnTo>
                    <a:pt x="28272" y="107061"/>
                  </a:lnTo>
                  <a:lnTo>
                    <a:pt x="28272" y="220697"/>
                  </a:lnTo>
                  <a:cubicBezTo>
                    <a:pt x="28272" y="236480"/>
                    <a:pt x="24365" y="236480"/>
                    <a:pt x="574" y="236480"/>
                  </a:cubicBezTo>
                  <a:lnTo>
                    <a:pt x="574" y="247352"/>
                  </a:lnTo>
                  <a:cubicBezTo>
                    <a:pt x="14423" y="247002"/>
                    <a:pt x="31112" y="246300"/>
                    <a:pt x="41055" y="246300"/>
                  </a:cubicBezTo>
                  <a:cubicBezTo>
                    <a:pt x="55259" y="246300"/>
                    <a:pt x="71949" y="246300"/>
                    <a:pt x="86153" y="247352"/>
                  </a:cubicBezTo>
                  <a:lnTo>
                    <a:pt x="86153" y="236480"/>
                  </a:lnTo>
                  <a:lnTo>
                    <a:pt x="78696" y="236480"/>
                  </a:lnTo>
                  <a:cubicBezTo>
                    <a:pt x="52418" y="236480"/>
                    <a:pt x="51708" y="232622"/>
                    <a:pt x="51708" y="219996"/>
                  </a:cubicBezTo>
                  <a:lnTo>
                    <a:pt x="51708" y="107061"/>
                  </a:lnTo>
                  <a:lnTo>
                    <a:pt x="92189" y="107061"/>
                  </a:lnTo>
                  <a:lnTo>
                    <a:pt x="92189" y="96188"/>
                  </a:lnTo>
                  <a:lnTo>
                    <a:pt x="50643" y="9618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46812A7-C6AF-1BDA-27F6-054EE6DF5866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1444576" y="4790453"/>
              <a:ext cx="111146" cy="219555"/>
            </a:xfrm>
            <a:custGeom>
              <a:avLst/>
              <a:gdLst>
                <a:gd name="connsiteX0" fmla="*/ 54907 w 111146"/>
                <a:gd name="connsiteY0" fmla="*/ 75496 h 219555"/>
                <a:gd name="connsiteX1" fmla="*/ 105686 w 111146"/>
                <a:gd name="connsiteY1" fmla="*/ 75496 h 219555"/>
                <a:gd name="connsiteX2" fmla="*/ 105686 w 111146"/>
                <a:gd name="connsiteY2" fmla="*/ 64623 h 219555"/>
                <a:gd name="connsiteX3" fmla="*/ 54907 w 111146"/>
                <a:gd name="connsiteY3" fmla="*/ 64623 h 219555"/>
                <a:gd name="connsiteX4" fmla="*/ 54907 w 111146"/>
                <a:gd name="connsiteY4" fmla="*/ 89 h 219555"/>
                <a:gd name="connsiteX5" fmla="*/ 46030 w 111146"/>
                <a:gd name="connsiteY5" fmla="*/ 89 h 219555"/>
                <a:gd name="connsiteX6" fmla="*/ 222 w 111146"/>
                <a:gd name="connsiteY6" fmla="*/ 67780 h 219555"/>
                <a:gd name="connsiteX7" fmla="*/ 222 w 111146"/>
                <a:gd name="connsiteY7" fmla="*/ 75496 h 219555"/>
                <a:gd name="connsiteX8" fmla="*/ 30405 w 111146"/>
                <a:gd name="connsiteY8" fmla="*/ 75496 h 219555"/>
                <a:gd name="connsiteX9" fmla="*/ 30405 w 111146"/>
                <a:gd name="connsiteY9" fmla="*/ 172297 h 219555"/>
                <a:gd name="connsiteX10" fmla="*/ 76213 w 111146"/>
                <a:gd name="connsiteY10" fmla="*/ 219645 h 219555"/>
                <a:gd name="connsiteX11" fmla="*/ 111368 w 111146"/>
                <a:gd name="connsiteY11" fmla="*/ 172297 h 219555"/>
                <a:gd name="connsiteX12" fmla="*/ 111368 w 111146"/>
                <a:gd name="connsiteY12" fmla="*/ 152305 h 219555"/>
                <a:gd name="connsiteX13" fmla="*/ 102490 w 111146"/>
                <a:gd name="connsiteY13" fmla="*/ 152305 h 219555"/>
                <a:gd name="connsiteX14" fmla="*/ 102490 w 111146"/>
                <a:gd name="connsiteY14" fmla="*/ 171595 h 219555"/>
                <a:gd name="connsiteX15" fmla="*/ 78699 w 111146"/>
                <a:gd name="connsiteY15" fmla="*/ 210877 h 219555"/>
                <a:gd name="connsiteX16" fmla="*/ 54907 w 111146"/>
                <a:gd name="connsiteY16" fmla="*/ 172998 h 219555"/>
                <a:gd name="connsiteX17" fmla="*/ 54907 w 111146"/>
                <a:gd name="connsiteY17" fmla="*/ 75496 h 219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146" h="219555">
                  <a:moveTo>
                    <a:pt x="54907" y="75496"/>
                  </a:moveTo>
                  <a:lnTo>
                    <a:pt x="105686" y="75496"/>
                  </a:lnTo>
                  <a:lnTo>
                    <a:pt x="105686" y="64623"/>
                  </a:lnTo>
                  <a:lnTo>
                    <a:pt x="54907" y="64623"/>
                  </a:lnTo>
                  <a:lnTo>
                    <a:pt x="54907" y="89"/>
                  </a:lnTo>
                  <a:lnTo>
                    <a:pt x="46030" y="89"/>
                  </a:lnTo>
                  <a:cubicBezTo>
                    <a:pt x="45674" y="28849"/>
                    <a:pt x="35021" y="66377"/>
                    <a:pt x="222" y="67780"/>
                  </a:cubicBezTo>
                  <a:lnTo>
                    <a:pt x="222" y="75496"/>
                  </a:lnTo>
                  <a:lnTo>
                    <a:pt x="30405" y="75496"/>
                  </a:lnTo>
                  <a:lnTo>
                    <a:pt x="30405" y="172297"/>
                  </a:lnTo>
                  <a:cubicBezTo>
                    <a:pt x="30405" y="215436"/>
                    <a:pt x="63429" y="219645"/>
                    <a:pt x="76213" y="219645"/>
                  </a:cubicBezTo>
                  <a:cubicBezTo>
                    <a:pt x="101425" y="219645"/>
                    <a:pt x="111368" y="194743"/>
                    <a:pt x="111368" y="172297"/>
                  </a:cubicBezTo>
                  <a:lnTo>
                    <a:pt x="111368" y="152305"/>
                  </a:lnTo>
                  <a:lnTo>
                    <a:pt x="102490" y="152305"/>
                  </a:lnTo>
                  <a:lnTo>
                    <a:pt x="102490" y="171595"/>
                  </a:lnTo>
                  <a:cubicBezTo>
                    <a:pt x="102490" y="197549"/>
                    <a:pt x="91837" y="210877"/>
                    <a:pt x="78699" y="210877"/>
                  </a:cubicBezTo>
                  <a:cubicBezTo>
                    <a:pt x="54907" y="210877"/>
                    <a:pt x="54907" y="178960"/>
                    <a:pt x="54907" y="172998"/>
                  </a:cubicBezTo>
                  <a:lnTo>
                    <a:pt x="54907" y="75496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01C43785-84BB-9E92-727A-E07E9266173B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1587287" y="4851129"/>
              <a:ext cx="277332" cy="155021"/>
            </a:xfrm>
            <a:custGeom>
              <a:avLst/>
              <a:gdLst>
                <a:gd name="connsiteX0" fmla="*/ 27923 w 277332"/>
                <a:gd name="connsiteY0" fmla="*/ 34460 h 155021"/>
                <a:gd name="connsiteX1" fmla="*/ 27923 w 277332"/>
                <a:gd name="connsiteY1" fmla="*/ 128456 h 155021"/>
                <a:gd name="connsiteX2" fmla="*/ 226 w 277332"/>
                <a:gd name="connsiteY2" fmla="*/ 144238 h 155021"/>
                <a:gd name="connsiteX3" fmla="*/ 226 w 277332"/>
                <a:gd name="connsiteY3" fmla="*/ 155111 h 155021"/>
                <a:gd name="connsiteX4" fmla="*/ 40352 w 277332"/>
                <a:gd name="connsiteY4" fmla="*/ 154059 h 155021"/>
                <a:gd name="connsiteX5" fmla="*/ 80123 w 277332"/>
                <a:gd name="connsiteY5" fmla="*/ 155111 h 155021"/>
                <a:gd name="connsiteX6" fmla="*/ 80123 w 277332"/>
                <a:gd name="connsiteY6" fmla="*/ 144238 h 155021"/>
                <a:gd name="connsiteX7" fmla="*/ 52425 w 277332"/>
                <a:gd name="connsiteY7" fmla="*/ 128456 h 155021"/>
                <a:gd name="connsiteX8" fmla="*/ 52425 w 277332"/>
                <a:gd name="connsiteY8" fmla="*/ 63922 h 155021"/>
                <a:gd name="connsiteX9" fmla="*/ 100364 w 277332"/>
                <a:gd name="connsiteY9" fmla="*/ 7805 h 155021"/>
                <a:gd name="connsiteX10" fmla="*/ 126641 w 277332"/>
                <a:gd name="connsiteY10" fmla="*/ 46736 h 155021"/>
                <a:gd name="connsiteX11" fmla="*/ 126641 w 277332"/>
                <a:gd name="connsiteY11" fmla="*/ 128456 h 155021"/>
                <a:gd name="connsiteX12" fmla="*/ 98943 w 277332"/>
                <a:gd name="connsiteY12" fmla="*/ 144238 h 155021"/>
                <a:gd name="connsiteX13" fmla="*/ 98943 w 277332"/>
                <a:gd name="connsiteY13" fmla="*/ 155111 h 155021"/>
                <a:gd name="connsiteX14" fmla="*/ 139069 w 277332"/>
                <a:gd name="connsiteY14" fmla="*/ 154059 h 155021"/>
                <a:gd name="connsiteX15" fmla="*/ 178840 w 277332"/>
                <a:gd name="connsiteY15" fmla="*/ 155111 h 155021"/>
                <a:gd name="connsiteX16" fmla="*/ 178840 w 277332"/>
                <a:gd name="connsiteY16" fmla="*/ 144238 h 155021"/>
                <a:gd name="connsiteX17" fmla="*/ 151143 w 277332"/>
                <a:gd name="connsiteY17" fmla="*/ 128456 h 155021"/>
                <a:gd name="connsiteX18" fmla="*/ 151143 w 277332"/>
                <a:gd name="connsiteY18" fmla="*/ 63922 h 155021"/>
                <a:gd name="connsiteX19" fmla="*/ 199081 w 277332"/>
                <a:gd name="connsiteY19" fmla="*/ 7805 h 155021"/>
                <a:gd name="connsiteX20" fmla="*/ 225358 w 277332"/>
                <a:gd name="connsiteY20" fmla="*/ 46736 h 155021"/>
                <a:gd name="connsiteX21" fmla="*/ 225358 w 277332"/>
                <a:gd name="connsiteY21" fmla="*/ 128456 h 155021"/>
                <a:gd name="connsiteX22" fmla="*/ 197661 w 277332"/>
                <a:gd name="connsiteY22" fmla="*/ 144238 h 155021"/>
                <a:gd name="connsiteX23" fmla="*/ 197661 w 277332"/>
                <a:gd name="connsiteY23" fmla="*/ 155111 h 155021"/>
                <a:gd name="connsiteX24" fmla="*/ 237787 w 277332"/>
                <a:gd name="connsiteY24" fmla="*/ 154059 h 155021"/>
                <a:gd name="connsiteX25" fmla="*/ 277558 w 277332"/>
                <a:gd name="connsiteY25" fmla="*/ 155111 h 155021"/>
                <a:gd name="connsiteX26" fmla="*/ 277558 w 277332"/>
                <a:gd name="connsiteY26" fmla="*/ 144238 h 155021"/>
                <a:gd name="connsiteX27" fmla="*/ 249860 w 277332"/>
                <a:gd name="connsiteY27" fmla="*/ 133716 h 155021"/>
                <a:gd name="connsiteX28" fmla="*/ 249860 w 277332"/>
                <a:gd name="connsiteY28" fmla="*/ 66727 h 155021"/>
                <a:gd name="connsiteX29" fmla="*/ 238852 w 277332"/>
                <a:gd name="connsiteY29" fmla="*/ 13066 h 155021"/>
                <a:gd name="connsiteX30" fmla="*/ 201567 w 277332"/>
                <a:gd name="connsiteY30" fmla="*/ 89 h 155021"/>
                <a:gd name="connsiteX31" fmla="*/ 150077 w 277332"/>
                <a:gd name="connsiteY31" fmla="*/ 34460 h 155021"/>
                <a:gd name="connsiteX32" fmla="*/ 102849 w 277332"/>
                <a:gd name="connsiteY32" fmla="*/ 89 h 155021"/>
                <a:gd name="connsiteX33" fmla="*/ 50295 w 277332"/>
                <a:gd name="connsiteY33" fmla="*/ 36915 h 155021"/>
                <a:gd name="connsiteX34" fmla="*/ 50295 w 277332"/>
                <a:gd name="connsiteY34" fmla="*/ 89 h 155021"/>
                <a:gd name="connsiteX35" fmla="*/ 226 w 277332"/>
                <a:gd name="connsiteY35" fmla="*/ 3947 h 155021"/>
                <a:gd name="connsiteX36" fmla="*/ 226 w 277332"/>
                <a:gd name="connsiteY36" fmla="*/ 14820 h 155021"/>
                <a:gd name="connsiteX37" fmla="*/ 27923 w 277332"/>
                <a:gd name="connsiteY37" fmla="*/ 34460 h 15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7332" h="155021">
                  <a:moveTo>
                    <a:pt x="27923" y="34460"/>
                  </a:moveTo>
                  <a:lnTo>
                    <a:pt x="27923" y="128456"/>
                  </a:lnTo>
                  <a:cubicBezTo>
                    <a:pt x="27923" y="144238"/>
                    <a:pt x="24017" y="144238"/>
                    <a:pt x="226" y="144238"/>
                  </a:cubicBezTo>
                  <a:lnTo>
                    <a:pt x="226" y="155111"/>
                  </a:lnTo>
                  <a:cubicBezTo>
                    <a:pt x="12654" y="154760"/>
                    <a:pt x="30764" y="154059"/>
                    <a:pt x="40352" y="154059"/>
                  </a:cubicBezTo>
                  <a:cubicBezTo>
                    <a:pt x="49584" y="154059"/>
                    <a:pt x="68050" y="154760"/>
                    <a:pt x="80123" y="155111"/>
                  </a:cubicBezTo>
                  <a:lnTo>
                    <a:pt x="80123" y="144238"/>
                  </a:lnTo>
                  <a:cubicBezTo>
                    <a:pt x="56331" y="144238"/>
                    <a:pt x="52425" y="144238"/>
                    <a:pt x="52425" y="128456"/>
                  </a:cubicBezTo>
                  <a:lnTo>
                    <a:pt x="52425" y="63922"/>
                  </a:lnTo>
                  <a:cubicBezTo>
                    <a:pt x="52425" y="27446"/>
                    <a:pt x="77637" y="7805"/>
                    <a:pt x="100364" y="7805"/>
                  </a:cubicBezTo>
                  <a:cubicBezTo>
                    <a:pt x="122735" y="7805"/>
                    <a:pt x="126641" y="26744"/>
                    <a:pt x="126641" y="46736"/>
                  </a:cubicBezTo>
                  <a:lnTo>
                    <a:pt x="126641" y="128456"/>
                  </a:lnTo>
                  <a:cubicBezTo>
                    <a:pt x="126641" y="144238"/>
                    <a:pt x="122735" y="144238"/>
                    <a:pt x="98943" y="144238"/>
                  </a:cubicBezTo>
                  <a:lnTo>
                    <a:pt x="98943" y="155111"/>
                  </a:lnTo>
                  <a:cubicBezTo>
                    <a:pt x="111372" y="154760"/>
                    <a:pt x="129482" y="154059"/>
                    <a:pt x="139069" y="154059"/>
                  </a:cubicBezTo>
                  <a:cubicBezTo>
                    <a:pt x="148302" y="154059"/>
                    <a:pt x="166767" y="154760"/>
                    <a:pt x="178840" y="155111"/>
                  </a:cubicBezTo>
                  <a:lnTo>
                    <a:pt x="178840" y="144238"/>
                  </a:lnTo>
                  <a:cubicBezTo>
                    <a:pt x="155049" y="144238"/>
                    <a:pt x="151143" y="144238"/>
                    <a:pt x="151143" y="128456"/>
                  </a:cubicBezTo>
                  <a:lnTo>
                    <a:pt x="151143" y="63922"/>
                  </a:lnTo>
                  <a:cubicBezTo>
                    <a:pt x="151143" y="27446"/>
                    <a:pt x="176355" y="7805"/>
                    <a:pt x="199081" y="7805"/>
                  </a:cubicBezTo>
                  <a:cubicBezTo>
                    <a:pt x="221452" y="7805"/>
                    <a:pt x="225358" y="26744"/>
                    <a:pt x="225358" y="46736"/>
                  </a:cubicBezTo>
                  <a:lnTo>
                    <a:pt x="225358" y="128456"/>
                  </a:lnTo>
                  <a:cubicBezTo>
                    <a:pt x="225358" y="144238"/>
                    <a:pt x="221452" y="144238"/>
                    <a:pt x="197661" y="144238"/>
                  </a:cubicBezTo>
                  <a:lnTo>
                    <a:pt x="197661" y="155111"/>
                  </a:lnTo>
                  <a:cubicBezTo>
                    <a:pt x="210089" y="154760"/>
                    <a:pt x="228199" y="154059"/>
                    <a:pt x="237787" y="154059"/>
                  </a:cubicBezTo>
                  <a:cubicBezTo>
                    <a:pt x="247020" y="154059"/>
                    <a:pt x="265485" y="154760"/>
                    <a:pt x="277558" y="155111"/>
                  </a:cubicBezTo>
                  <a:lnTo>
                    <a:pt x="277558" y="144238"/>
                  </a:lnTo>
                  <a:cubicBezTo>
                    <a:pt x="259093" y="144238"/>
                    <a:pt x="250215" y="144238"/>
                    <a:pt x="249860" y="133716"/>
                  </a:cubicBezTo>
                  <a:lnTo>
                    <a:pt x="249860" y="66727"/>
                  </a:lnTo>
                  <a:cubicBezTo>
                    <a:pt x="249860" y="36565"/>
                    <a:pt x="249860" y="25692"/>
                    <a:pt x="238852" y="13066"/>
                  </a:cubicBezTo>
                  <a:cubicBezTo>
                    <a:pt x="233881" y="7103"/>
                    <a:pt x="222163" y="89"/>
                    <a:pt x="201567" y="89"/>
                  </a:cubicBezTo>
                  <a:cubicBezTo>
                    <a:pt x="171739" y="89"/>
                    <a:pt x="156114" y="21133"/>
                    <a:pt x="150077" y="34460"/>
                  </a:cubicBezTo>
                  <a:cubicBezTo>
                    <a:pt x="145106" y="3947"/>
                    <a:pt x="118829" y="89"/>
                    <a:pt x="102849" y="89"/>
                  </a:cubicBezTo>
                  <a:cubicBezTo>
                    <a:pt x="76927" y="89"/>
                    <a:pt x="60237" y="15170"/>
                    <a:pt x="50295" y="36915"/>
                  </a:cubicBezTo>
                  <a:lnTo>
                    <a:pt x="50295" y="89"/>
                  </a:lnTo>
                  <a:lnTo>
                    <a:pt x="226" y="3947"/>
                  </a:lnTo>
                  <a:lnTo>
                    <a:pt x="226" y="14820"/>
                  </a:lnTo>
                  <a:cubicBezTo>
                    <a:pt x="25083" y="14820"/>
                    <a:pt x="27923" y="17275"/>
                    <a:pt x="27923" y="3446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641FBF6-A6B7-AB18-B6AC-6212A355A073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1886755" y="4849025"/>
              <a:ext cx="160149" cy="160984"/>
            </a:xfrm>
            <a:custGeom>
              <a:avLst/>
              <a:gdLst>
                <a:gd name="connsiteX0" fmla="*/ 103568 w 160149"/>
                <a:gd name="connsiteY0" fmla="*/ 130560 h 160984"/>
                <a:gd name="connsiteX1" fmla="*/ 131265 w 160149"/>
                <a:gd name="connsiteY1" fmla="*/ 159320 h 160984"/>
                <a:gd name="connsiteX2" fmla="*/ 160384 w 160149"/>
                <a:gd name="connsiteY2" fmla="*/ 126000 h 160984"/>
                <a:gd name="connsiteX3" fmla="*/ 160384 w 160149"/>
                <a:gd name="connsiteY3" fmla="*/ 106360 h 160984"/>
                <a:gd name="connsiteX4" fmla="*/ 151506 w 160149"/>
                <a:gd name="connsiteY4" fmla="*/ 106360 h 160984"/>
                <a:gd name="connsiteX5" fmla="*/ 151506 w 160149"/>
                <a:gd name="connsiteY5" fmla="*/ 126000 h 160984"/>
                <a:gd name="connsiteX6" fmla="*/ 138723 w 160149"/>
                <a:gd name="connsiteY6" fmla="*/ 148447 h 160984"/>
                <a:gd name="connsiteX7" fmla="*/ 125584 w 160149"/>
                <a:gd name="connsiteY7" fmla="*/ 130911 h 160984"/>
                <a:gd name="connsiteX8" fmla="*/ 125584 w 160149"/>
                <a:gd name="connsiteY8" fmla="*/ 60765 h 160984"/>
                <a:gd name="connsiteX9" fmla="*/ 112800 w 160149"/>
                <a:gd name="connsiteY9" fmla="*/ 19379 h 160984"/>
                <a:gd name="connsiteX10" fmla="*/ 64152 w 160149"/>
                <a:gd name="connsiteY10" fmla="*/ 89 h 160984"/>
                <a:gd name="connsiteX11" fmla="*/ 10532 w 160149"/>
                <a:gd name="connsiteY11" fmla="*/ 39721 h 160984"/>
                <a:gd name="connsiteX12" fmla="*/ 26866 w 160149"/>
                <a:gd name="connsiteY12" fmla="*/ 56205 h 160984"/>
                <a:gd name="connsiteX13" fmla="*/ 43201 w 160149"/>
                <a:gd name="connsiteY13" fmla="*/ 40072 h 160984"/>
                <a:gd name="connsiteX14" fmla="*/ 25091 w 160149"/>
                <a:gd name="connsiteY14" fmla="*/ 23938 h 160984"/>
                <a:gd name="connsiteX15" fmla="*/ 63442 w 160149"/>
                <a:gd name="connsiteY15" fmla="*/ 7805 h 160984"/>
                <a:gd name="connsiteX16" fmla="*/ 101082 w 160149"/>
                <a:gd name="connsiteY16" fmla="*/ 52698 h 160984"/>
                <a:gd name="connsiteX17" fmla="*/ 101082 w 160149"/>
                <a:gd name="connsiteY17" fmla="*/ 65675 h 160984"/>
                <a:gd name="connsiteX18" fmla="*/ 35744 w 160149"/>
                <a:gd name="connsiteY18" fmla="*/ 78301 h 160984"/>
                <a:gd name="connsiteX19" fmla="*/ 234 w 160149"/>
                <a:gd name="connsiteY19" fmla="*/ 123896 h 160984"/>
                <a:gd name="connsiteX20" fmla="*/ 57050 w 160149"/>
                <a:gd name="connsiteY20" fmla="*/ 161073 h 160984"/>
                <a:gd name="connsiteX21" fmla="*/ 103568 w 160149"/>
                <a:gd name="connsiteY21" fmla="*/ 130560 h 160984"/>
                <a:gd name="connsiteX22" fmla="*/ 101082 w 160149"/>
                <a:gd name="connsiteY22" fmla="*/ 73040 h 160984"/>
                <a:gd name="connsiteX23" fmla="*/ 101082 w 160149"/>
                <a:gd name="connsiteY23" fmla="*/ 108113 h 160984"/>
                <a:gd name="connsiteX24" fmla="*/ 59535 w 160149"/>
                <a:gd name="connsiteY24" fmla="*/ 153357 h 160984"/>
                <a:gd name="connsiteX25" fmla="*/ 27577 w 160149"/>
                <a:gd name="connsiteY25" fmla="*/ 123545 h 160984"/>
                <a:gd name="connsiteX26" fmla="*/ 101082 w 160149"/>
                <a:gd name="connsiteY26" fmla="*/ 73040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0149" h="160984">
                  <a:moveTo>
                    <a:pt x="103568" y="130560"/>
                  </a:moveTo>
                  <a:cubicBezTo>
                    <a:pt x="104988" y="144589"/>
                    <a:pt x="114576" y="159320"/>
                    <a:pt x="131265" y="159320"/>
                  </a:cubicBezTo>
                  <a:cubicBezTo>
                    <a:pt x="138723" y="159320"/>
                    <a:pt x="160384" y="154409"/>
                    <a:pt x="160384" y="126000"/>
                  </a:cubicBezTo>
                  <a:lnTo>
                    <a:pt x="160384" y="106360"/>
                  </a:lnTo>
                  <a:lnTo>
                    <a:pt x="151506" y="106360"/>
                  </a:lnTo>
                  <a:lnTo>
                    <a:pt x="151506" y="126000"/>
                  </a:lnTo>
                  <a:cubicBezTo>
                    <a:pt x="151506" y="146343"/>
                    <a:pt x="142629" y="148447"/>
                    <a:pt x="138723" y="148447"/>
                  </a:cubicBezTo>
                  <a:cubicBezTo>
                    <a:pt x="127004" y="148447"/>
                    <a:pt x="125584" y="132664"/>
                    <a:pt x="125584" y="130911"/>
                  </a:cubicBezTo>
                  <a:lnTo>
                    <a:pt x="125584" y="60765"/>
                  </a:lnTo>
                  <a:cubicBezTo>
                    <a:pt x="125584" y="46034"/>
                    <a:pt x="125584" y="32356"/>
                    <a:pt x="112800" y="19379"/>
                  </a:cubicBezTo>
                  <a:cubicBezTo>
                    <a:pt x="98951" y="5701"/>
                    <a:pt x="81196" y="89"/>
                    <a:pt x="64152" y="89"/>
                  </a:cubicBezTo>
                  <a:cubicBezTo>
                    <a:pt x="35034" y="89"/>
                    <a:pt x="10532" y="16573"/>
                    <a:pt x="10532" y="39721"/>
                  </a:cubicBezTo>
                  <a:cubicBezTo>
                    <a:pt x="10532" y="50243"/>
                    <a:pt x="17634" y="56205"/>
                    <a:pt x="26866" y="56205"/>
                  </a:cubicBezTo>
                  <a:cubicBezTo>
                    <a:pt x="36809" y="56205"/>
                    <a:pt x="43201" y="49191"/>
                    <a:pt x="43201" y="40072"/>
                  </a:cubicBezTo>
                  <a:cubicBezTo>
                    <a:pt x="43201" y="35863"/>
                    <a:pt x="41425" y="24289"/>
                    <a:pt x="25091" y="23938"/>
                  </a:cubicBezTo>
                  <a:cubicBezTo>
                    <a:pt x="34678" y="11663"/>
                    <a:pt x="52078" y="7805"/>
                    <a:pt x="63442" y="7805"/>
                  </a:cubicBezTo>
                  <a:cubicBezTo>
                    <a:pt x="80841" y="7805"/>
                    <a:pt x="101082" y="21483"/>
                    <a:pt x="101082" y="52698"/>
                  </a:cubicBezTo>
                  <a:lnTo>
                    <a:pt x="101082" y="65675"/>
                  </a:lnTo>
                  <a:cubicBezTo>
                    <a:pt x="82972" y="66727"/>
                    <a:pt x="58115" y="67780"/>
                    <a:pt x="35744" y="78301"/>
                  </a:cubicBezTo>
                  <a:cubicBezTo>
                    <a:pt x="9111" y="90226"/>
                    <a:pt x="234" y="108464"/>
                    <a:pt x="234" y="123896"/>
                  </a:cubicBezTo>
                  <a:cubicBezTo>
                    <a:pt x="234" y="152305"/>
                    <a:pt x="34678" y="161073"/>
                    <a:pt x="57050" y="161073"/>
                  </a:cubicBezTo>
                  <a:cubicBezTo>
                    <a:pt x="80486" y="161073"/>
                    <a:pt x="96821" y="147044"/>
                    <a:pt x="103568" y="130560"/>
                  </a:cubicBezTo>
                  <a:close/>
                  <a:moveTo>
                    <a:pt x="101082" y="73040"/>
                  </a:moveTo>
                  <a:lnTo>
                    <a:pt x="101082" y="108113"/>
                  </a:lnTo>
                  <a:cubicBezTo>
                    <a:pt x="101082" y="141432"/>
                    <a:pt x="75515" y="153357"/>
                    <a:pt x="59535" y="153357"/>
                  </a:cubicBezTo>
                  <a:cubicBezTo>
                    <a:pt x="42136" y="153357"/>
                    <a:pt x="27577" y="141082"/>
                    <a:pt x="27577" y="123545"/>
                  </a:cubicBezTo>
                  <a:cubicBezTo>
                    <a:pt x="27577" y="104255"/>
                    <a:pt x="42491" y="75145"/>
                    <a:pt x="101082" y="7304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4869B51-A099-726F-7423-71DF093B6901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2053652" y="4854987"/>
              <a:ext cx="178969" cy="151163"/>
            </a:xfrm>
            <a:custGeom>
              <a:avLst/>
              <a:gdLst>
                <a:gd name="connsiteX0" fmla="*/ 97891 w 178969"/>
                <a:gd name="connsiteY0" fmla="*/ 68832 h 151163"/>
                <a:gd name="connsiteX1" fmla="*/ 130560 w 178969"/>
                <a:gd name="connsiteY1" fmla="*/ 29199 h 151163"/>
                <a:gd name="connsiteX2" fmla="*/ 172817 w 178969"/>
                <a:gd name="connsiteY2" fmla="*/ 10962 h 151163"/>
                <a:gd name="connsiteX3" fmla="*/ 172817 w 178969"/>
                <a:gd name="connsiteY3" fmla="*/ 89 h 151163"/>
                <a:gd name="connsiteX4" fmla="*/ 143699 w 178969"/>
                <a:gd name="connsiteY4" fmla="*/ 1141 h 151163"/>
                <a:gd name="connsiteX5" fmla="*/ 109609 w 178969"/>
                <a:gd name="connsiteY5" fmla="*/ 89 h 151163"/>
                <a:gd name="connsiteX6" fmla="*/ 109609 w 178969"/>
                <a:gd name="connsiteY6" fmla="*/ 10962 h 151163"/>
                <a:gd name="connsiteX7" fmla="*/ 119907 w 178969"/>
                <a:gd name="connsiteY7" fmla="*/ 21834 h 151163"/>
                <a:gd name="connsiteX8" fmla="*/ 114581 w 178969"/>
                <a:gd name="connsiteY8" fmla="*/ 34110 h 151163"/>
                <a:gd name="connsiteX9" fmla="*/ 92565 w 178969"/>
                <a:gd name="connsiteY9" fmla="*/ 61466 h 151163"/>
                <a:gd name="connsiteX10" fmla="*/ 64867 w 178969"/>
                <a:gd name="connsiteY10" fmla="*/ 26043 h 151163"/>
                <a:gd name="connsiteX11" fmla="*/ 61671 w 178969"/>
                <a:gd name="connsiteY11" fmla="*/ 19730 h 151163"/>
                <a:gd name="connsiteX12" fmla="*/ 74099 w 178969"/>
                <a:gd name="connsiteY12" fmla="*/ 10962 h 151163"/>
                <a:gd name="connsiteX13" fmla="*/ 74099 w 178969"/>
                <a:gd name="connsiteY13" fmla="*/ 89 h 151163"/>
                <a:gd name="connsiteX14" fmla="*/ 35749 w 178969"/>
                <a:gd name="connsiteY14" fmla="*/ 1141 h 151163"/>
                <a:gd name="connsiteX15" fmla="*/ 2014 w 178969"/>
                <a:gd name="connsiteY15" fmla="*/ 89 h 151163"/>
                <a:gd name="connsiteX16" fmla="*/ 2014 w 178969"/>
                <a:gd name="connsiteY16" fmla="*/ 10962 h 151163"/>
                <a:gd name="connsiteX17" fmla="*/ 43916 w 178969"/>
                <a:gd name="connsiteY17" fmla="*/ 32356 h 151163"/>
                <a:gd name="connsiteX18" fmla="*/ 79071 w 178969"/>
                <a:gd name="connsiteY18" fmla="*/ 77600 h 151163"/>
                <a:gd name="connsiteX19" fmla="*/ 45692 w 178969"/>
                <a:gd name="connsiteY19" fmla="*/ 119337 h 151163"/>
                <a:gd name="connsiteX20" fmla="*/ 239 w 178969"/>
                <a:gd name="connsiteY20" fmla="*/ 140380 h 151163"/>
                <a:gd name="connsiteX21" fmla="*/ 239 w 178969"/>
                <a:gd name="connsiteY21" fmla="*/ 151253 h 151163"/>
                <a:gd name="connsiteX22" fmla="*/ 29712 w 178969"/>
                <a:gd name="connsiteY22" fmla="*/ 150201 h 151163"/>
                <a:gd name="connsiteX23" fmla="*/ 63447 w 178969"/>
                <a:gd name="connsiteY23" fmla="*/ 151253 h 151163"/>
                <a:gd name="connsiteX24" fmla="*/ 63447 w 178969"/>
                <a:gd name="connsiteY24" fmla="*/ 140380 h 151163"/>
                <a:gd name="connsiteX25" fmla="*/ 53149 w 178969"/>
                <a:gd name="connsiteY25" fmla="*/ 129508 h 151163"/>
                <a:gd name="connsiteX26" fmla="*/ 85108 w 178969"/>
                <a:gd name="connsiteY26" fmla="*/ 84965 h 151163"/>
                <a:gd name="connsiteX27" fmla="*/ 112095 w 178969"/>
                <a:gd name="connsiteY27" fmla="*/ 120038 h 151163"/>
                <a:gd name="connsiteX28" fmla="*/ 119552 w 178969"/>
                <a:gd name="connsiteY28" fmla="*/ 131612 h 151163"/>
                <a:gd name="connsiteX29" fmla="*/ 106769 w 178969"/>
                <a:gd name="connsiteY29" fmla="*/ 140380 h 151163"/>
                <a:gd name="connsiteX30" fmla="*/ 106769 w 178969"/>
                <a:gd name="connsiteY30" fmla="*/ 151253 h 151163"/>
                <a:gd name="connsiteX31" fmla="*/ 145119 w 178969"/>
                <a:gd name="connsiteY31" fmla="*/ 150201 h 151163"/>
                <a:gd name="connsiteX32" fmla="*/ 179209 w 178969"/>
                <a:gd name="connsiteY32" fmla="*/ 151253 h 151163"/>
                <a:gd name="connsiteX33" fmla="*/ 179209 w 178969"/>
                <a:gd name="connsiteY33" fmla="*/ 140380 h 151163"/>
                <a:gd name="connsiteX34" fmla="*/ 145474 w 178969"/>
                <a:gd name="connsiteY34" fmla="*/ 129508 h 151163"/>
                <a:gd name="connsiteX35" fmla="*/ 97891 w 178969"/>
                <a:gd name="connsiteY35" fmla="*/ 68832 h 151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969" h="151163">
                  <a:moveTo>
                    <a:pt x="97891" y="68832"/>
                  </a:moveTo>
                  <a:cubicBezTo>
                    <a:pt x="108544" y="55504"/>
                    <a:pt x="122038" y="38318"/>
                    <a:pt x="130560" y="29199"/>
                  </a:cubicBezTo>
                  <a:cubicBezTo>
                    <a:pt x="141568" y="16573"/>
                    <a:pt x="156127" y="11312"/>
                    <a:pt x="172817" y="10962"/>
                  </a:cubicBezTo>
                  <a:lnTo>
                    <a:pt x="172817" y="89"/>
                  </a:lnTo>
                  <a:cubicBezTo>
                    <a:pt x="163584" y="790"/>
                    <a:pt x="152932" y="1141"/>
                    <a:pt x="143699" y="1141"/>
                  </a:cubicBezTo>
                  <a:cubicBezTo>
                    <a:pt x="133046" y="1141"/>
                    <a:pt x="114226" y="440"/>
                    <a:pt x="109609" y="89"/>
                  </a:cubicBezTo>
                  <a:lnTo>
                    <a:pt x="109609" y="10962"/>
                  </a:lnTo>
                  <a:cubicBezTo>
                    <a:pt x="117066" y="11663"/>
                    <a:pt x="119907" y="16222"/>
                    <a:pt x="119907" y="21834"/>
                  </a:cubicBezTo>
                  <a:cubicBezTo>
                    <a:pt x="119907" y="27446"/>
                    <a:pt x="116356" y="32005"/>
                    <a:pt x="114581" y="34110"/>
                  </a:cubicBezTo>
                  <a:lnTo>
                    <a:pt x="92565" y="61466"/>
                  </a:lnTo>
                  <a:lnTo>
                    <a:pt x="64867" y="26043"/>
                  </a:lnTo>
                  <a:cubicBezTo>
                    <a:pt x="61671" y="22536"/>
                    <a:pt x="61671" y="21834"/>
                    <a:pt x="61671" y="19730"/>
                  </a:cubicBezTo>
                  <a:cubicBezTo>
                    <a:pt x="61671" y="14469"/>
                    <a:pt x="66997" y="11312"/>
                    <a:pt x="74099" y="10962"/>
                  </a:cubicBezTo>
                  <a:lnTo>
                    <a:pt x="74099" y="89"/>
                  </a:lnTo>
                  <a:cubicBezTo>
                    <a:pt x="64867" y="440"/>
                    <a:pt x="41430" y="1141"/>
                    <a:pt x="35749" y="1141"/>
                  </a:cubicBezTo>
                  <a:cubicBezTo>
                    <a:pt x="28292" y="1141"/>
                    <a:pt x="11602" y="790"/>
                    <a:pt x="2014" y="89"/>
                  </a:cubicBezTo>
                  <a:lnTo>
                    <a:pt x="2014" y="10962"/>
                  </a:lnTo>
                  <a:cubicBezTo>
                    <a:pt x="26871" y="10962"/>
                    <a:pt x="27226" y="11312"/>
                    <a:pt x="43916" y="32356"/>
                  </a:cubicBezTo>
                  <a:lnTo>
                    <a:pt x="79071" y="77600"/>
                  </a:lnTo>
                  <a:lnTo>
                    <a:pt x="45692" y="119337"/>
                  </a:lnTo>
                  <a:cubicBezTo>
                    <a:pt x="28647" y="139679"/>
                    <a:pt x="7696" y="140380"/>
                    <a:pt x="239" y="140380"/>
                  </a:cubicBezTo>
                  <a:lnTo>
                    <a:pt x="239" y="151253"/>
                  </a:lnTo>
                  <a:cubicBezTo>
                    <a:pt x="9471" y="150551"/>
                    <a:pt x="20479" y="150201"/>
                    <a:pt x="29712" y="150201"/>
                  </a:cubicBezTo>
                  <a:cubicBezTo>
                    <a:pt x="40010" y="150201"/>
                    <a:pt x="54924" y="150902"/>
                    <a:pt x="63447" y="151253"/>
                  </a:cubicBezTo>
                  <a:lnTo>
                    <a:pt x="63447" y="140380"/>
                  </a:lnTo>
                  <a:cubicBezTo>
                    <a:pt x="55634" y="139328"/>
                    <a:pt x="53149" y="134769"/>
                    <a:pt x="53149" y="129508"/>
                  </a:cubicBezTo>
                  <a:cubicBezTo>
                    <a:pt x="53149" y="121792"/>
                    <a:pt x="63447" y="110218"/>
                    <a:pt x="85108" y="84965"/>
                  </a:cubicBezTo>
                  <a:lnTo>
                    <a:pt x="112095" y="120038"/>
                  </a:lnTo>
                  <a:cubicBezTo>
                    <a:pt x="114936" y="123896"/>
                    <a:pt x="119552" y="129508"/>
                    <a:pt x="119552" y="131612"/>
                  </a:cubicBezTo>
                  <a:cubicBezTo>
                    <a:pt x="119552" y="134769"/>
                    <a:pt x="116356" y="140030"/>
                    <a:pt x="106769" y="140380"/>
                  </a:cubicBezTo>
                  <a:lnTo>
                    <a:pt x="106769" y="151253"/>
                  </a:lnTo>
                  <a:cubicBezTo>
                    <a:pt x="117422" y="150902"/>
                    <a:pt x="137307" y="150201"/>
                    <a:pt x="145119" y="150201"/>
                  </a:cubicBezTo>
                  <a:cubicBezTo>
                    <a:pt x="154707" y="150201"/>
                    <a:pt x="168556" y="150551"/>
                    <a:pt x="179209" y="151253"/>
                  </a:cubicBezTo>
                  <a:lnTo>
                    <a:pt x="179209" y="140380"/>
                  </a:lnTo>
                  <a:cubicBezTo>
                    <a:pt x="160034" y="140380"/>
                    <a:pt x="153642" y="139679"/>
                    <a:pt x="145474" y="129508"/>
                  </a:cubicBezTo>
                  <a:lnTo>
                    <a:pt x="97891" y="68832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0BE7920-0F5F-6147-45F6-D08F833B5376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2369847" y="4497590"/>
              <a:ext cx="174708" cy="841397"/>
            </a:xfrm>
            <a:custGeom>
              <a:avLst/>
              <a:gdLst>
                <a:gd name="connsiteX0" fmla="*/ 174955 w 174708"/>
                <a:gd name="connsiteY0" fmla="*/ 837965 h 841397"/>
                <a:gd name="connsiteX1" fmla="*/ 173534 w 174708"/>
                <a:gd name="connsiteY1" fmla="*/ 834808 h 841397"/>
                <a:gd name="connsiteX2" fmla="*/ 112812 w 174708"/>
                <a:gd name="connsiteY2" fmla="*/ 760454 h 841397"/>
                <a:gd name="connsiteX3" fmla="*/ 29719 w 174708"/>
                <a:gd name="connsiteY3" fmla="*/ 420949 h 841397"/>
                <a:gd name="connsiteX4" fmla="*/ 101094 w 174708"/>
                <a:gd name="connsiteY4" fmla="*/ 100383 h 841397"/>
                <a:gd name="connsiteX5" fmla="*/ 173889 w 174708"/>
                <a:gd name="connsiteY5" fmla="*/ 6388 h 841397"/>
                <a:gd name="connsiteX6" fmla="*/ 174955 w 174708"/>
                <a:gd name="connsiteY6" fmla="*/ 3582 h 841397"/>
                <a:gd name="connsiteX7" fmla="*/ 167498 w 174708"/>
                <a:gd name="connsiteY7" fmla="*/ 75 h 841397"/>
                <a:gd name="connsiteX8" fmla="*/ 156489 w 174708"/>
                <a:gd name="connsiteY8" fmla="*/ 5336 h 841397"/>
                <a:gd name="connsiteX9" fmla="*/ 246 w 174708"/>
                <a:gd name="connsiteY9" fmla="*/ 420598 h 841397"/>
                <a:gd name="connsiteX10" fmla="*/ 122400 w 174708"/>
                <a:gd name="connsiteY10" fmla="*/ 802191 h 841397"/>
                <a:gd name="connsiteX11" fmla="*/ 157555 w 174708"/>
                <a:gd name="connsiteY11" fmla="*/ 837264 h 841397"/>
                <a:gd name="connsiteX12" fmla="*/ 167498 w 174708"/>
                <a:gd name="connsiteY12" fmla="*/ 841472 h 841397"/>
                <a:gd name="connsiteX13" fmla="*/ 174955 w 174708"/>
                <a:gd name="connsiteY13" fmla="*/ 837965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55" y="837965"/>
                  </a:moveTo>
                  <a:cubicBezTo>
                    <a:pt x="174955" y="836562"/>
                    <a:pt x="174244" y="835861"/>
                    <a:pt x="173534" y="834808"/>
                  </a:cubicBezTo>
                  <a:cubicBezTo>
                    <a:pt x="160396" y="821831"/>
                    <a:pt x="136604" y="798333"/>
                    <a:pt x="112812" y="760454"/>
                  </a:cubicBezTo>
                  <a:cubicBezTo>
                    <a:pt x="55641" y="669966"/>
                    <a:pt x="29719" y="555979"/>
                    <a:pt x="29719" y="420949"/>
                  </a:cubicBezTo>
                  <a:cubicBezTo>
                    <a:pt x="29719" y="326603"/>
                    <a:pt x="42503" y="204900"/>
                    <a:pt x="101094" y="100383"/>
                  </a:cubicBezTo>
                  <a:cubicBezTo>
                    <a:pt x="129147" y="50580"/>
                    <a:pt x="158265" y="21820"/>
                    <a:pt x="173889" y="6388"/>
                  </a:cubicBezTo>
                  <a:cubicBezTo>
                    <a:pt x="174955" y="5336"/>
                    <a:pt x="174955" y="4634"/>
                    <a:pt x="174955" y="3582"/>
                  </a:cubicBezTo>
                  <a:cubicBezTo>
                    <a:pt x="174955" y="75"/>
                    <a:pt x="172469" y="75"/>
                    <a:pt x="167498" y="75"/>
                  </a:cubicBezTo>
                  <a:cubicBezTo>
                    <a:pt x="162526" y="75"/>
                    <a:pt x="161816" y="75"/>
                    <a:pt x="156489" y="5336"/>
                  </a:cubicBezTo>
                  <a:cubicBezTo>
                    <a:pt x="37531" y="112308"/>
                    <a:pt x="246" y="272942"/>
                    <a:pt x="246" y="420598"/>
                  </a:cubicBezTo>
                  <a:cubicBezTo>
                    <a:pt x="246" y="558434"/>
                    <a:pt x="32205" y="697323"/>
                    <a:pt x="122400" y="802191"/>
                  </a:cubicBezTo>
                  <a:cubicBezTo>
                    <a:pt x="129502" y="810257"/>
                    <a:pt x="142996" y="824637"/>
                    <a:pt x="157555" y="837264"/>
                  </a:cubicBezTo>
                  <a:cubicBezTo>
                    <a:pt x="161816" y="841472"/>
                    <a:pt x="162526" y="841472"/>
                    <a:pt x="167498" y="841472"/>
                  </a:cubicBezTo>
                  <a:cubicBezTo>
                    <a:pt x="172469" y="841472"/>
                    <a:pt x="174955" y="841472"/>
                    <a:pt x="174955" y="83796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E668E38-8605-2BC0-89DF-3540B8CC616D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2613841" y="4528281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794C902-CD66-9869-6539-9BD59E14F0D7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2939213" y="4471220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EBD04B22-0B16-543C-D0AA-EFE1AA2C631A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3182492" y="4524423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3AC206A6-1FD5-7613-9C02-BE9337D7C7EF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2599992" y="4911454"/>
              <a:ext cx="866537" cy="14028"/>
            </a:xfrm>
            <a:custGeom>
              <a:avLst/>
              <a:gdLst>
                <a:gd name="connsiteX0" fmla="*/ 0 w 866537"/>
                <a:gd name="connsiteY0" fmla="*/ 0 h 14028"/>
                <a:gd name="connsiteX1" fmla="*/ 866538 w 866537"/>
                <a:gd name="connsiteY1" fmla="*/ 0 h 14028"/>
                <a:gd name="connsiteX2" fmla="*/ 866538 w 866537"/>
                <a:gd name="connsiteY2" fmla="*/ 14028 h 14028"/>
                <a:gd name="connsiteX3" fmla="*/ 0 w 866537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6537" h="14028">
                  <a:moveTo>
                    <a:pt x="0" y="0"/>
                  </a:moveTo>
                  <a:lnTo>
                    <a:pt x="866538" y="0"/>
                  </a:lnTo>
                  <a:lnTo>
                    <a:pt x="866538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6A91943-5D64-CBE9-5D66-982FA74D4E29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2739162" y="4981596"/>
              <a:ext cx="276977" cy="350728"/>
            </a:xfrm>
            <a:custGeom>
              <a:avLst/>
              <a:gdLst>
                <a:gd name="connsiteX0" fmla="*/ 112469 w 276977"/>
                <a:gd name="connsiteY0" fmla="*/ 313991 h 350728"/>
                <a:gd name="connsiteX1" fmla="*/ 49971 w 276977"/>
                <a:gd name="connsiteY1" fmla="*/ 177557 h 350728"/>
                <a:gd name="connsiteX2" fmla="*/ 44645 w 276977"/>
                <a:gd name="connsiteY2" fmla="*/ 171946 h 350728"/>
                <a:gd name="connsiteX3" fmla="*/ 38608 w 276977"/>
                <a:gd name="connsiteY3" fmla="*/ 174751 h 350728"/>
                <a:gd name="connsiteX4" fmla="*/ 4874 w 276977"/>
                <a:gd name="connsiteY4" fmla="*/ 200004 h 350728"/>
                <a:gd name="connsiteX5" fmla="*/ 257 w 276977"/>
                <a:gd name="connsiteY5" fmla="*/ 205615 h 350728"/>
                <a:gd name="connsiteX6" fmla="*/ 3808 w 276977"/>
                <a:gd name="connsiteY6" fmla="*/ 209473 h 350728"/>
                <a:gd name="connsiteX7" fmla="*/ 15882 w 276977"/>
                <a:gd name="connsiteY7" fmla="*/ 201757 h 350728"/>
                <a:gd name="connsiteX8" fmla="*/ 27245 w 276977"/>
                <a:gd name="connsiteY8" fmla="*/ 193340 h 350728"/>
                <a:gd name="connsiteX9" fmla="*/ 97200 w 276977"/>
                <a:gd name="connsiteY9" fmla="*/ 345205 h 350728"/>
                <a:gd name="connsiteX10" fmla="*/ 104657 w 276977"/>
                <a:gd name="connsiteY10" fmla="*/ 350817 h 350728"/>
                <a:gd name="connsiteX11" fmla="*/ 113534 w 276977"/>
                <a:gd name="connsiteY11" fmla="*/ 343802 h 350728"/>
                <a:gd name="connsiteX12" fmla="*/ 274749 w 276977"/>
                <a:gd name="connsiteY12" fmla="*/ 14118 h 350728"/>
                <a:gd name="connsiteX13" fmla="*/ 277235 w 276977"/>
                <a:gd name="connsiteY13" fmla="*/ 7103 h 350728"/>
                <a:gd name="connsiteX14" fmla="*/ 270133 w 276977"/>
                <a:gd name="connsiteY14" fmla="*/ 89 h 350728"/>
                <a:gd name="connsiteX15" fmla="*/ 261966 w 276977"/>
                <a:gd name="connsiteY15" fmla="*/ 7454 h 350728"/>
                <a:gd name="connsiteX16" fmla="*/ 112469 w 276977"/>
                <a:gd name="connsiteY16" fmla="*/ 313991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6977" h="350728">
                  <a:moveTo>
                    <a:pt x="112469" y="313991"/>
                  </a:moveTo>
                  <a:lnTo>
                    <a:pt x="49971" y="177557"/>
                  </a:lnTo>
                  <a:cubicBezTo>
                    <a:pt x="47486" y="171946"/>
                    <a:pt x="45710" y="171946"/>
                    <a:pt x="44645" y="171946"/>
                  </a:cubicBezTo>
                  <a:cubicBezTo>
                    <a:pt x="44290" y="171946"/>
                    <a:pt x="42514" y="171946"/>
                    <a:pt x="38608" y="174751"/>
                  </a:cubicBezTo>
                  <a:lnTo>
                    <a:pt x="4874" y="200004"/>
                  </a:lnTo>
                  <a:cubicBezTo>
                    <a:pt x="257" y="203511"/>
                    <a:pt x="257" y="204563"/>
                    <a:pt x="257" y="205615"/>
                  </a:cubicBezTo>
                  <a:cubicBezTo>
                    <a:pt x="257" y="207369"/>
                    <a:pt x="1323" y="209473"/>
                    <a:pt x="3808" y="209473"/>
                  </a:cubicBezTo>
                  <a:cubicBezTo>
                    <a:pt x="5939" y="209473"/>
                    <a:pt x="11976" y="204563"/>
                    <a:pt x="15882" y="201757"/>
                  </a:cubicBezTo>
                  <a:cubicBezTo>
                    <a:pt x="18012" y="200004"/>
                    <a:pt x="23339" y="196146"/>
                    <a:pt x="27245" y="193340"/>
                  </a:cubicBezTo>
                  <a:lnTo>
                    <a:pt x="97200" y="345205"/>
                  </a:lnTo>
                  <a:cubicBezTo>
                    <a:pt x="99685" y="350817"/>
                    <a:pt x="101461" y="350817"/>
                    <a:pt x="104657" y="350817"/>
                  </a:cubicBezTo>
                  <a:cubicBezTo>
                    <a:pt x="109983" y="350817"/>
                    <a:pt x="111048" y="348713"/>
                    <a:pt x="113534" y="343802"/>
                  </a:cubicBezTo>
                  <a:lnTo>
                    <a:pt x="274749" y="14118"/>
                  </a:lnTo>
                  <a:cubicBezTo>
                    <a:pt x="277235" y="9208"/>
                    <a:pt x="277235" y="7805"/>
                    <a:pt x="277235" y="7103"/>
                  </a:cubicBezTo>
                  <a:cubicBezTo>
                    <a:pt x="277235" y="3596"/>
                    <a:pt x="274394" y="89"/>
                    <a:pt x="270133" y="89"/>
                  </a:cubicBezTo>
                  <a:cubicBezTo>
                    <a:pt x="267292" y="89"/>
                    <a:pt x="264806" y="1842"/>
                    <a:pt x="261966" y="7454"/>
                  </a:cubicBezTo>
                  <a:lnTo>
                    <a:pt x="112469" y="313991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73B05A1-7635-F0BE-4B92-4A3A8ABDED77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3009156" y="4981596"/>
              <a:ext cx="344126" cy="14028"/>
            </a:xfrm>
            <a:custGeom>
              <a:avLst/>
              <a:gdLst>
                <a:gd name="connsiteX0" fmla="*/ 0 w 344126"/>
                <a:gd name="connsiteY0" fmla="*/ 0 h 14028"/>
                <a:gd name="connsiteX1" fmla="*/ 344127 w 344126"/>
                <a:gd name="connsiteY1" fmla="*/ 0 h 14028"/>
                <a:gd name="connsiteX2" fmla="*/ 344127 w 344126"/>
                <a:gd name="connsiteY2" fmla="*/ 14028 h 14028"/>
                <a:gd name="connsiteX3" fmla="*/ 0 w 344126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126" h="14028">
                  <a:moveTo>
                    <a:pt x="0" y="0"/>
                  </a:moveTo>
                  <a:lnTo>
                    <a:pt x="344127" y="0"/>
                  </a:lnTo>
                  <a:lnTo>
                    <a:pt x="344127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657B92D-5140-78EF-A885-869153425068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3023360" y="5024813"/>
              <a:ext cx="169027" cy="247263"/>
            </a:xfrm>
            <a:custGeom>
              <a:avLst/>
              <a:gdLst>
                <a:gd name="connsiteX0" fmla="*/ 169293 w 169027"/>
                <a:gd name="connsiteY0" fmla="*/ 3954 h 247263"/>
                <a:gd name="connsiteX1" fmla="*/ 164677 w 169027"/>
                <a:gd name="connsiteY1" fmla="*/ 96 h 247263"/>
                <a:gd name="connsiteX2" fmla="*/ 119579 w 169027"/>
                <a:gd name="connsiteY2" fmla="*/ 3954 h 247263"/>
                <a:gd name="connsiteX3" fmla="*/ 114608 w 169027"/>
                <a:gd name="connsiteY3" fmla="*/ 10618 h 247263"/>
                <a:gd name="connsiteX4" fmla="*/ 123130 w 169027"/>
                <a:gd name="connsiteY4" fmla="*/ 14827 h 247263"/>
                <a:gd name="connsiteX5" fmla="*/ 140885 w 169027"/>
                <a:gd name="connsiteY5" fmla="*/ 20789 h 247263"/>
                <a:gd name="connsiteX6" fmla="*/ 139820 w 169027"/>
                <a:gd name="connsiteY6" fmla="*/ 27804 h 247263"/>
                <a:gd name="connsiteX7" fmla="*/ 118514 w 169027"/>
                <a:gd name="connsiteY7" fmla="*/ 110927 h 247263"/>
                <a:gd name="connsiteX8" fmla="*/ 85845 w 169027"/>
                <a:gd name="connsiteY8" fmla="*/ 88480 h 247263"/>
                <a:gd name="connsiteX9" fmla="*/ 266 w 169027"/>
                <a:gd name="connsiteY9" fmla="*/ 191243 h 247263"/>
                <a:gd name="connsiteX10" fmla="*/ 47494 w 169027"/>
                <a:gd name="connsiteY10" fmla="*/ 247360 h 247263"/>
                <a:gd name="connsiteX11" fmla="*/ 93657 w 169027"/>
                <a:gd name="connsiteY11" fmla="*/ 221055 h 247263"/>
                <a:gd name="connsiteX12" fmla="*/ 125971 w 169027"/>
                <a:gd name="connsiteY12" fmla="*/ 247360 h 247263"/>
                <a:gd name="connsiteX13" fmla="*/ 152248 w 169027"/>
                <a:gd name="connsiteY13" fmla="*/ 228070 h 247263"/>
                <a:gd name="connsiteX14" fmla="*/ 162901 w 169027"/>
                <a:gd name="connsiteY14" fmla="*/ 193348 h 247263"/>
                <a:gd name="connsiteX15" fmla="*/ 158640 w 169027"/>
                <a:gd name="connsiteY15" fmla="*/ 189840 h 247263"/>
                <a:gd name="connsiteX16" fmla="*/ 153669 w 169027"/>
                <a:gd name="connsiteY16" fmla="*/ 196154 h 247263"/>
                <a:gd name="connsiteX17" fmla="*/ 126681 w 169027"/>
                <a:gd name="connsiteY17" fmla="*/ 239644 h 247263"/>
                <a:gd name="connsiteX18" fmla="*/ 116028 w 169027"/>
                <a:gd name="connsiteY18" fmla="*/ 223510 h 247263"/>
                <a:gd name="connsiteX19" fmla="*/ 118159 w 169027"/>
                <a:gd name="connsiteY19" fmla="*/ 206675 h 247263"/>
                <a:gd name="connsiteX20" fmla="*/ 169293 w 169027"/>
                <a:gd name="connsiteY20" fmla="*/ 3954 h 247263"/>
                <a:gd name="connsiteX21" fmla="*/ 95432 w 169027"/>
                <a:gd name="connsiteY21" fmla="*/ 201765 h 247263"/>
                <a:gd name="connsiteX22" fmla="*/ 88330 w 169027"/>
                <a:gd name="connsiteY22" fmla="*/ 214742 h 247263"/>
                <a:gd name="connsiteX23" fmla="*/ 48204 w 169027"/>
                <a:gd name="connsiteY23" fmla="*/ 239644 h 247263"/>
                <a:gd name="connsiteX24" fmla="*/ 25478 w 169027"/>
                <a:gd name="connsiteY24" fmla="*/ 206675 h 247263"/>
                <a:gd name="connsiteX25" fmla="*/ 45008 w 169027"/>
                <a:gd name="connsiteY25" fmla="*/ 129866 h 247263"/>
                <a:gd name="connsiteX26" fmla="*/ 86200 w 169027"/>
                <a:gd name="connsiteY26" fmla="*/ 96196 h 247263"/>
                <a:gd name="connsiteX27" fmla="*/ 114253 w 169027"/>
                <a:gd name="connsiteY27" fmla="*/ 127060 h 247263"/>
                <a:gd name="connsiteX28" fmla="*/ 113187 w 169027"/>
                <a:gd name="connsiteY28" fmla="*/ 133022 h 247263"/>
                <a:gd name="connsiteX29" fmla="*/ 95432 w 169027"/>
                <a:gd name="connsiteY29" fmla="*/ 201765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69027" h="247263">
                  <a:moveTo>
                    <a:pt x="169293" y="3954"/>
                  </a:moveTo>
                  <a:cubicBezTo>
                    <a:pt x="169293" y="3604"/>
                    <a:pt x="169293" y="96"/>
                    <a:pt x="164677" y="96"/>
                  </a:cubicBezTo>
                  <a:cubicBezTo>
                    <a:pt x="159350" y="96"/>
                    <a:pt x="125616" y="3253"/>
                    <a:pt x="119579" y="3954"/>
                  </a:cubicBezTo>
                  <a:cubicBezTo>
                    <a:pt x="116738" y="4305"/>
                    <a:pt x="114608" y="6059"/>
                    <a:pt x="114608" y="10618"/>
                  </a:cubicBezTo>
                  <a:cubicBezTo>
                    <a:pt x="114608" y="14827"/>
                    <a:pt x="117804" y="14827"/>
                    <a:pt x="123130" y="14827"/>
                  </a:cubicBezTo>
                  <a:cubicBezTo>
                    <a:pt x="140175" y="14827"/>
                    <a:pt x="140885" y="17282"/>
                    <a:pt x="140885" y="20789"/>
                  </a:cubicBezTo>
                  <a:lnTo>
                    <a:pt x="139820" y="27804"/>
                  </a:lnTo>
                  <a:lnTo>
                    <a:pt x="118514" y="110927"/>
                  </a:lnTo>
                  <a:cubicBezTo>
                    <a:pt x="112122" y="97950"/>
                    <a:pt x="101824" y="88480"/>
                    <a:pt x="85845" y="88480"/>
                  </a:cubicBezTo>
                  <a:cubicBezTo>
                    <a:pt x="44298" y="88480"/>
                    <a:pt x="266" y="140037"/>
                    <a:pt x="266" y="191243"/>
                  </a:cubicBezTo>
                  <a:cubicBezTo>
                    <a:pt x="266" y="224212"/>
                    <a:pt x="19796" y="247360"/>
                    <a:pt x="47494" y="247360"/>
                  </a:cubicBezTo>
                  <a:cubicBezTo>
                    <a:pt x="54596" y="247360"/>
                    <a:pt x="72351" y="245957"/>
                    <a:pt x="93657" y="221055"/>
                  </a:cubicBezTo>
                  <a:cubicBezTo>
                    <a:pt x="96498" y="235786"/>
                    <a:pt x="108926" y="247360"/>
                    <a:pt x="125971" y="247360"/>
                  </a:cubicBezTo>
                  <a:cubicBezTo>
                    <a:pt x="138399" y="247360"/>
                    <a:pt x="146567" y="239293"/>
                    <a:pt x="152248" y="228070"/>
                  </a:cubicBezTo>
                  <a:cubicBezTo>
                    <a:pt x="158285" y="215444"/>
                    <a:pt x="162901" y="194049"/>
                    <a:pt x="162901" y="193348"/>
                  </a:cubicBezTo>
                  <a:cubicBezTo>
                    <a:pt x="162901" y="189840"/>
                    <a:pt x="159705" y="189840"/>
                    <a:pt x="158640" y="189840"/>
                  </a:cubicBezTo>
                  <a:cubicBezTo>
                    <a:pt x="155089" y="189840"/>
                    <a:pt x="154734" y="191243"/>
                    <a:pt x="153669" y="196154"/>
                  </a:cubicBezTo>
                  <a:cubicBezTo>
                    <a:pt x="147632" y="218951"/>
                    <a:pt x="141240" y="239644"/>
                    <a:pt x="126681" y="239644"/>
                  </a:cubicBezTo>
                  <a:cubicBezTo>
                    <a:pt x="117093" y="239644"/>
                    <a:pt x="116028" y="230525"/>
                    <a:pt x="116028" y="223510"/>
                  </a:cubicBezTo>
                  <a:cubicBezTo>
                    <a:pt x="116028" y="215093"/>
                    <a:pt x="116738" y="212638"/>
                    <a:pt x="118159" y="206675"/>
                  </a:cubicBezTo>
                  <a:lnTo>
                    <a:pt x="169293" y="3954"/>
                  </a:lnTo>
                  <a:close/>
                  <a:moveTo>
                    <a:pt x="95432" y="201765"/>
                  </a:moveTo>
                  <a:cubicBezTo>
                    <a:pt x="93657" y="208078"/>
                    <a:pt x="93657" y="208780"/>
                    <a:pt x="88330" y="214742"/>
                  </a:cubicBezTo>
                  <a:cubicBezTo>
                    <a:pt x="72706" y="234032"/>
                    <a:pt x="58147" y="239644"/>
                    <a:pt x="48204" y="239644"/>
                  </a:cubicBezTo>
                  <a:cubicBezTo>
                    <a:pt x="30449" y="239644"/>
                    <a:pt x="25478" y="220354"/>
                    <a:pt x="25478" y="206675"/>
                  </a:cubicBezTo>
                  <a:cubicBezTo>
                    <a:pt x="25478" y="189139"/>
                    <a:pt x="36841" y="145999"/>
                    <a:pt x="45008" y="129866"/>
                  </a:cubicBezTo>
                  <a:cubicBezTo>
                    <a:pt x="56016" y="109173"/>
                    <a:pt x="71996" y="96196"/>
                    <a:pt x="86200" y="96196"/>
                  </a:cubicBezTo>
                  <a:cubicBezTo>
                    <a:pt x="109281" y="96196"/>
                    <a:pt x="114253" y="124956"/>
                    <a:pt x="114253" y="127060"/>
                  </a:cubicBezTo>
                  <a:cubicBezTo>
                    <a:pt x="114253" y="129164"/>
                    <a:pt x="113542" y="131269"/>
                    <a:pt x="113187" y="133022"/>
                  </a:cubicBezTo>
                  <a:lnTo>
                    <a:pt x="95432" y="20176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784212C-9766-3710-5B51-C597E039DF59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3209641" y="5157809"/>
              <a:ext cx="109867" cy="163018"/>
            </a:xfrm>
            <a:custGeom>
              <a:avLst/>
              <a:gdLst>
                <a:gd name="connsiteX0" fmla="*/ 110139 w 109867"/>
                <a:gd name="connsiteY0" fmla="*/ 118434 h 163018"/>
                <a:gd name="connsiteX1" fmla="*/ 101687 w 109867"/>
                <a:gd name="connsiteY1" fmla="*/ 118434 h 163018"/>
                <a:gd name="connsiteX2" fmla="*/ 95225 w 109867"/>
                <a:gd name="connsiteY2" fmla="*/ 140775 h 163018"/>
                <a:gd name="connsiteX3" fmla="*/ 70616 w 109867"/>
                <a:gd name="connsiteY3" fmla="*/ 142248 h 163018"/>
                <a:gd name="connsiteX4" fmla="*/ 24879 w 109867"/>
                <a:gd name="connsiteY4" fmla="*/ 142248 h 163018"/>
                <a:gd name="connsiteX5" fmla="*/ 74593 w 109867"/>
                <a:gd name="connsiteY5" fmla="*/ 101002 h 163018"/>
                <a:gd name="connsiteX6" fmla="*/ 110139 w 109867"/>
                <a:gd name="connsiteY6" fmla="*/ 47972 h 163018"/>
                <a:gd name="connsiteX7" fmla="*/ 51973 w 109867"/>
                <a:gd name="connsiteY7" fmla="*/ 98 h 163018"/>
                <a:gd name="connsiteX8" fmla="*/ 271 w 109867"/>
                <a:gd name="connsiteY8" fmla="*/ 44044 h 163018"/>
                <a:gd name="connsiteX9" fmla="*/ 13445 w 109867"/>
                <a:gd name="connsiteY9" fmla="*/ 57793 h 163018"/>
                <a:gd name="connsiteX10" fmla="*/ 26619 w 109867"/>
                <a:gd name="connsiteY10" fmla="*/ 44781 h 163018"/>
                <a:gd name="connsiteX11" fmla="*/ 11954 w 109867"/>
                <a:gd name="connsiteY11" fmla="*/ 31769 h 163018"/>
                <a:gd name="connsiteX12" fmla="*/ 48245 w 109867"/>
                <a:gd name="connsiteY12" fmla="*/ 8936 h 163018"/>
                <a:gd name="connsiteX13" fmla="*/ 86027 w 109867"/>
                <a:gd name="connsiteY13" fmla="*/ 47972 h 163018"/>
                <a:gd name="connsiteX14" fmla="*/ 62662 w 109867"/>
                <a:gd name="connsiteY14" fmla="*/ 95110 h 163018"/>
                <a:gd name="connsiteX15" fmla="*/ 2757 w 109867"/>
                <a:gd name="connsiteY15" fmla="*/ 153542 h 163018"/>
                <a:gd name="connsiteX16" fmla="*/ 271 w 109867"/>
                <a:gd name="connsiteY16" fmla="*/ 163116 h 163018"/>
                <a:gd name="connsiteX17" fmla="*/ 102682 w 109867"/>
                <a:gd name="connsiteY17" fmla="*/ 163116 h 163018"/>
                <a:gd name="connsiteX18" fmla="*/ 110139 w 109867"/>
                <a:gd name="connsiteY18" fmla="*/ 118434 h 16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867" h="163018">
                  <a:moveTo>
                    <a:pt x="110139" y="118434"/>
                  </a:moveTo>
                  <a:lnTo>
                    <a:pt x="101687" y="118434"/>
                  </a:lnTo>
                  <a:cubicBezTo>
                    <a:pt x="100942" y="123835"/>
                    <a:pt x="98456" y="138320"/>
                    <a:pt x="95225" y="140775"/>
                  </a:cubicBezTo>
                  <a:cubicBezTo>
                    <a:pt x="93236" y="142248"/>
                    <a:pt x="74096" y="142248"/>
                    <a:pt x="70616" y="142248"/>
                  </a:cubicBezTo>
                  <a:lnTo>
                    <a:pt x="24879" y="142248"/>
                  </a:lnTo>
                  <a:cubicBezTo>
                    <a:pt x="50979" y="119416"/>
                    <a:pt x="59679" y="112541"/>
                    <a:pt x="74593" y="101002"/>
                  </a:cubicBezTo>
                  <a:cubicBezTo>
                    <a:pt x="92987" y="86517"/>
                    <a:pt x="110139" y="71296"/>
                    <a:pt x="110139" y="47972"/>
                  </a:cubicBezTo>
                  <a:cubicBezTo>
                    <a:pt x="110139" y="18266"/>
                    <a:pt x="83790" y="98"/>
                    <a:pt x="51973" y="98"/>
                  </a:cubicBezTo>
                  <a:cubicBezTo>
                    <a:pt x="21151" y="98"/>
                    <a:pt x="271" y="21457"/>
                    <a:pt x="271" y="44044"/>
                  </a:cubicBezTo>
                  <a:cubicBezTo>
                    <a:pt x="271" y="56565"/>
                    <a:pt x="10959" y="57793"/>
                    <a:pt x="13445" y="57793"/>
                  </a:cubicBezTo>
                  <a:cubicBezTo>
                    <a:pt x="19411" y="57793"/>
                    <a:pt x="26619" y="53619"/>
                    <a:pt x="26619" y="44781"/>
                  </a:cubicBezTo>
                  <a:cubicBezTo>
                    <a:pt x="26619" y="40361"/>
                    <a:pt x="24879" y="31769"/>
                    <a:pt x="11954" y="31769"/>
                  </a:cubicBezTo>
                  <a:cubicBezTo>
                    <a:pt x="19659" y="14337"/>
                    <a:pt x="36562" y="8936"/>
                    <a:pt x="48245" y="8936"/>
                  </a:cubicBezTo>
                  <a:cubicBezTo>
                    <a:pt x="73102" y="8936"/>
                    <a:pt x="86027" y="28086"/>
                    <a:pt x="86027" y="47972"/>
                  </a:cubicBezTo>
                  <a:cubicBezTo>
                    <a:pt x="86027" y="69332"/>
                    <a:pt x="70616" y="86272"/>
                    <a:pt x="62662" y="95110"/>
                  </a:cubicBezTo>
                  <a:lnTo>
                    <a:pt x="2757" y="153542"/>
                  </a:lnTo>
                  <a:cubicBezTo>
                    <a:pt x="271" y="155751"/>
                    <a:pt x="271" y="156242"/>
                    <a:pt x="271" y="163116"/>
                  </a:cubicBezTo>
                  <a:lnTo>
                    <a:pt x="102682" y="163116"/>
                  </a:lnTo>
                  <a:lnTo>
                    <a:pt x="110139" y="118434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A3D5FAB-AD07-AC9B-4978-4EA983EF0410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3521570" y="4497590"/>
              <a:ext cx="174708" cy="841397"/>
            </a:xfrm>
            <a:custGeom>
              <a:avLst/>
              <a:gdLst>
                <a:gd name="connsiteX0" fmla="*/ 174989 w 174708"/>
                <a:gd name="connsiteY0" fmla="*/ 420949 h 841397"/>
                <a:gd name="connsiteX1" fmla="*/ 52835 w 174708"/>
                <a:gd name="connsiteY1" fmla="*/ 39356 h 841397"/>
                <a:gd name="connsiteX2" fmla="*/ 17680 w 174708"/>
                <a:gd name="connsiteY2" fmla="*/ 4284 h 841397"/>
                <a:gd name="connsiteX3" fmla="*/ 7737 w 174708"/>
                <a:gd name="connsiteY3" fmla="*/ 75 h 841397"/>
                <a:gd name="connsiteX4" fmla="*/ 280 w 174708"/>
                <a:gd name="connsiteY4" fmla="*/ 3582 h 841397"/>
                <a:gd name="connsiteX5" fmla="*/ 2410 w 174708"/>
                <a:gd name="connsiteY5" fmla="*/ 7089 h 841397"/>
                <a:gd name="connsiteX6" fmla="*/ 62422 w 174708"/>
                <a:gd name="connsiteY6" fmla="*/ 81093 h 841397"/>
                <a:gd name="connsiteX7" fmla="*/ 145515 w 174708"/>
                <a:gd name="connsiteY7" fmla="*/ 420598 h 841397"/>
                <a:gd name="connsiteX8" fmla="*/ 74140 w 174708"/>
                <a:gd name="connsiteY8" fmla="*/ 741164 h 841397"/>
                <a:gd name="connsiteX9" fmla="*/ 1700 w 174708"/>
                <a:gd name="connsiteY9" fmla="*/ 834808 h 841397"/>
                <a:gd name="connsiteX10" fmla="*/ 280 w 174708"/>
                <a:gd name="connsiteY10" fmla="*/ 837965 h 841397"/>
                <a:gd name="connsiteX11" fmla="*/ 7737 w 174708"/>
                <a:gd name="connsiteY11" fmla="*/ 841472 h 841397"/>
                <a:gd name="connsiteX12" fmla="*/ 18745 w 174708"/>
                <a:gd name="connsiteY12" fmla="*/ 836211 h 841397"/>
                <a:gd name="connsiteX13" fmla="*/ 174989 w 174708"/>
                <a:gd name="connsiteY13" fmla="*/ 420949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89" y="420949"/>
                  </a:moveTo>
                  <a:cubicBezTo>
                    <a:pt x="174989" y="283113"/>
                    <a:pt x="143030" y="144224"/>
                    <a:pt x="52835" y="39356"/>
                  </a:cubicBezTo>
                  <a:cubicBezTo>
                    <a:pt x="45733" y="31290"/>
                    <a:pt x="32239" y="16910"/>
                    <a:pt x="17680" y="4284"/>
                  </a:cubicBezTo>
                  <a:cubicBezTo>
                    <a:pt x="13418" y="75"/>
                    <a:pt x="12708" y="75"/>
                    <a:pt x="7737" y="75"/>
                  </a:cubicBezTo>
                  <a:cubicBezTo>
                    <a:pt x="3476" y="75"/>
                    <a:pt x="280" y="75"/>
                    <a:pt x="280" y="3582"/>
                  </a:cubicBezTo>
                  <a:cubicBezTo>
                    <a:pt x="280" y="4985"/>
                    <a:pt x="1700" y="6388"/>
                    <a:pt x="2410" y="7089"/>
                  </a:cubicBezTo>
                  <a:cubicBezTo>
                    <a:pt x="14839" y="19716"/>
                    <a:pt x="38631" y="43214"/>
                    <a:pt x="62422" y="81093"/>
                  </a:cubicBezTo>
                  <a:cubicBezTo>
                    <a:pt x="119593" y="171581"/>
                    <a:pt x="145515" y="285568"/>
                    <a:pt x="145515" y="420598"/>
                  </a:cubicBezTo>
                  <a:cubicBezTo>
                    <a:pt x="145515" y="514944"/>
                    <a:pt x="132732" y="636647"/>
                    <a:pt x="74140" y="741164"/>
                  </a:cubicBezTo>
                  <a:cubicBezTo>
                    <a:pt x="46088" y="790967"/>
                    <a:pt x="16614" y="820078"/>
                    <a:pt x="1700" y="834808"/>
                  </a:cubicBezTo>
                  <a:cubicBezTo>
                    <a:pt x="990" y="835861"/>
                    <a:pt x="280" y="836913"/>
                    <a:pt x="280" y="837965"/>
                  </a:cubicBezTo>
                  <a:cubicBezTo>
                    <a:pt x="280" y="841472"/>
                    <a:pt x="3476" y="841472"/>
                    <a:pt x="7737" y="841472"/>
                  </a:cubicBezTo>
                  <a:cubicBezTo>
                    <a:pt x="12708" y="841472"/>
                    <a:pt x="13418" y="841472"/>
                    <a:pt x="18745" y="836211"/>
                  </a:cubicBezTo>
                  <a:cubicBezTo>
                    <a:pt x="137703" y="729239"/>
                    <a:pt x="174989" y="568606"/>
                    <a:pt x="174989" y="420949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51" name="Group 950">
            <a:extLst>
              <a:ext uri="{FF2B5EF4-FFF2-40B4-BE49-F238E27FC236}">
                <a16:creationId xmlns:a16="http://schemas.microsoft.com/office/drawing/2014/main" id="{0940DF15-7A42-7F78-CC7B-B85F83519C83}"/>
              </a:ext>
            </a:extLst>
          </p:cNvPr>
          <p:cNvGrpSpPr/>
          <p:nvPr/>
        </p:nvGrpSpPr>
        <p:grpSpPr>
          <a:xfrm>
            <a:off x="1385504" y="4827338"/>
            <a:ext cx="1317874" cy="381000"/>
            <a:chOff x="1625786" y="5534582"/>
            <a:chExt cx="1317874" cy="381000"/>
          </a:xfrm>
        </p:grpSpPr>
        <p:sp>
          <p:nvSpPr>
            <p:cNvPr id="599" name="Rounded Rectangle 7 1">
              <a:extLst>
                <a:ext uri="{FF2B5EF4-FFF2-40B4-BE49-F238E27FC236}">
                  <a16:creationId xmlns:a16="http://schemas.microsoft.com/office/drawing/2014/main" id="{6E6EA5EC-55A7-EC32-372B-DB33EA3D107D}"/>
                </a:ext>
              </a:extLst>
            </p:cNvPr>
            <p:cNvSpPr/>
            <p:nvPr/>
          </p:nvSpPr>
          <p:spPr>
            <a:xfrm rot="5400000">
              <a:off x="2094223" y="5066145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0B35C1F6-E6F0-6AB3-844C-28FCD7A43F66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2F750F97-0933-A548-0DC2-794DD5677D52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14711C78-7290-6AFE-DFD8-6E3FF8C4043F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2" name="Group 951">
            <a:extLst>
              <a:ext uri="{FF2B5EF4-FFF2-40B4-BE49-F238E27FC236}">
                <a16:creationId xmlns:a16="http://schemas.microsoft.com/office/drawing/2014/main" id="{2FB708AE-13A8-7572-88DD-8D9E29AF2DB4}"/>
              </a:ext>
            </a:extLst>
          </p:cNvPr>
          <p:cNvGrpSpPr/>
          <p:nvPr/>
        </p:nvGrpSpPr>
        <p:grpSpPr>
          <a:xfrm>
            <a:off x="1385504" y="4349818"/>
            <a:ext cx="1317874" cy="381000"/>
            <a:chOff x="1625786" y="4975782"/>
            <a:chExt cx="1317874" cy="381000"/>
          </a:xfrm>
        </p:grpSpPr>
        <p:sp>
          <p:nvSpPr>
            <p:cNvPr id="594" name="Rounded Rectangle 49">
              <a:extLst>
                <a:ext uri="{FF2B5EF4-FFF2-40B4-BE49-F238E27FC236}">
                  <a16:creationId xmlns:a16="http://schemas.microsoft.com/office/drawing/2014/main" id="{F82C839A-61FB-9C01-1EE8-8C9BD0EC662F}"/>
                </a:ext>
              </a:extLst>
            </p:cNvPr>
            <p:cNvSpPr/>
            <p:nvPr/>
          </p:nvSpPr>
          <p:spPr>
            <a:xfrm rot="5400000">
              <a:off x="2094223" y="4507345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A0073CCD-01D8-FEAD-FE2C-F8C844A440D1}"/>
                </a:ext>
              </a:extLst>
            </p:cNvPr>
            <p:cNvSpPr/>
            <p:nvPr/>
          </p:nvSpPr>
          <p:spPr>
            <a:xfrm rot="5400000">
              <a:off x="2540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65E90709-67C1-7974-610E-0910D46F4E0D}"/>
                </a:ext>
              </a:extLst>
            </p:cNvPr>
            <p:cNvSpPr/>
            <p:nvPr/>
          </p:nvSpPr>
          <p:spPr>
            <a:xfrm rot="5400000">
              <a:off x="2159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0644803B-BDC0-9CEF-3008-6FF2957AC7A6}"/>
                </a:ext>
              </a:extLst>
            </p:cNvPr>
            <p:cNvSpPr/>
            <p:nvPr/>
          </p:nvSpPr>
          <p:spPr>
            <a:xfrm rot="5400000">
              <a:off x="1778186" y="50519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3" name="Group 952">
            <a:extLst>
              <a:ext uri="{FF2B5EF4-FFF2-40B4-BE49-F238E27FC236}">
                <a16:creationId xmlns:a16="http://schemas.microsoft.com/office/drawing/2014/main" id="{09EA087A-8EC6-399F-0CFE-BA2767EC9C34}"/>
              </a:ext>
            </a:extLst>
          </p:cNvPr>
          <p:cNvGrpSpPr/>
          <p:nvPr/>
        </p:nvGrpSpPr>
        <p:grpSpPr>
          <a:xfrm>
            <a:off x="1385504" y="3872298"/>
            <a:ext cx="1317874" cy="381000"/>
            <a:chOff x="1625786" y="4404204"/>
            <a:chExt cx="1317874" cy="381000"/>
          </a:xfrm>
        </p:grpSpPr>
        <p:sp>
          <p:nvSpPr>
            <p:cNvPr id="589" name="Rounded Rectangle 29">
              <a:extLst>
                <a:ext uri="{FF2B5EF4-FFF2-40B4-BE49-F238E27FC236}">
                  <a16:creationId xmlns:a16="http://schemas.microsoft.com/office/drawing/2014/main" id="{A67BBB45-A878-CEBA-2BF4-4F463BC7F1C0}"/>
                </a:ext>
              </a:extLst>
            </p:cNvPr>
            <p:cNvSpPr/>
            <p:nvPr/>
          </p:nvSpPr>
          <p:spPr>
            <a:xfrm rot="5400000">
              <a:off x="2094223" y="3935767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DD541660-C4A3-0D2B-9CAE-A43CB78A9395}"/>
                </a:ext>
              </a:extLst>
            </p:cNvPr>
            <p:cNvSpPr/>
            <p:nvPr/>
          </p:nvSpPr>
          <p:spPr>
            <a:xfrm rot="5400000">
              <a:off x="2540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65E5FD76-F978-08B6-45C7-282B99640CE6}"/>
                </a:ext>
              </a:extLst>
            </p:cNvPr>
            <p:cNvSpPr/>
            <p:nvPr/>
          </p:nvSpPr>
          <p:spPr>
            <a:xfrm rot="5400000">
              <a:off x="2159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22FB9FBF-0409-0487-4F7D-DCA603E53903}"/>
                </a:ext>
              </a:extLst>
            </p:cNvPr>
            <p:cNvSpPr/>
            <p:nvPr/>
          </p:nvSpPr>
          <p:spPr>
            <a:xfrm rot="5400000">
              <a:off x="1778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4" name="Group 953">
            <a:extLst>
              <a:ext uri="{FF2B5EF4-FFF2-40B4-BE49-F238E27FC236}">
                <a16:creationId xmlns:a16="http://schemas.microsoft.com/office/drawing/2014/main" id="{CD610605-95B9-294F-B208-E2955E184323}"/>
              </a:ext>
            </a:extLst>
          </p:cNvPr>
          <p:cNvGrpSpPr/>
          <p:nvPr/>
        </p:nvGrpSpPr>
        <p:grpSpPr>
          <a:xfrm>
            <a:off x="1385504" y="5304858"/>
            <a:ext cx="1317875" cy="381000"/>
            <a:chOff x="1625786" y="5534582"/>
            <a:chExt cx="1317875" cy="381000"/>
          </a:xfrm>
        </p:grpSpPr>
        <p:sp>
          <p:nvSpPr>
            <p:cNvPr id="584" name="Rounded Rectangle 7 2">
              <a:extLst>
                <a:ext uri="{FF2B5EF4-FFF2-40B4-BE49-F238E27FC236}">
                  <a16:creationId xmlns:a16="http://schemas.microsoft.com/office/drawing/2014/main" id="{03ACFE9B-E3B2-D0AA-BF95-B500701D31C5}"/>
                </a:ext>
              </a:extLst>
            </p:cNvPr>
            <p:cNvSpPr/>
            <p:nvPr/>
          </p:nvSpPr>
          <p:spPr>
            <a:xfrm rot="5400000">
              <a:off x="2094224" y="5066144"/>
              <a:ext cx="381000" cy="1317875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4B00914D-DBB1-946C-831D-0D55642ACBF3}"/>
                </a:ext>
              </a:extLst>
            </p:cNvPr>
            <p:cNvSpPr/>
            <p:nvPr/>
          </p:nvSpPr>
          <p:spPr>
            <a:xfrm rot="5400000">
              <a:off x="2540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163E636F-7649-B42D-F754-2AEE4067C5ED}"/>
                </a:ext>
              </a:extLst>
            </p:cNvPr>
            <p:cNvSpPr/>
            <p:nvPr/>
          </p:nvSpPr>
          <p:spPr>
            <a:xfrm rot="5400000">
              <a:off x="2159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AC842D6E-60F2-D665-99D7-CD93B4E27D63}"/>
                </a:ext>
              </a:extLst>
            </p:cNvPr>
            <p:cNvSpPr/>
            <p:nvPr/>
          </p:nvSpPr>
          <p:spPr>
            <a:xfrm rot="5400000">
              <a:off x="1778186" y="561078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955" name="Group 954" descr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 title="IguanaTex Vector Display">
            <a:extLst>
              <a:ext uri="{FF2B5EF4-FFF2-40B4-BE49-F238E27FC236}">
                <a16:creationId xmlns:a16="http://schemas.microsoft.com/office/drawing/2014/main" id="{65FDD6DF-769E-5E74-7233-D3A34205B588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889410" y="3957934"/>
            <a:ext cx="368850" cy="209728"/>
            <a:chOff x="10836015" y="5394719"/>
            <a:chExt cx="368850" cy="209728"/>
          </a:xfrm>
        </p:grpSpPr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58EC0342-5163-2BD2-A7E4-7978ADEAA7DF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0836015" y="5394719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46D6AB03-1198-2214-7ECF-308AB8706912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1112546" y="5439782"/>
              <a:ext cx="92319" cy="164665"/>
            </a:xfrm>
            <a:custGeom>
              <a:avLst/>
              <a:gdLst>
                <a:gd name="connsiteX0" fmla="*/ 57554 w 92319"/>
                <a:gd name="connsiteY0" fmla="*/ 7030 h 164665"/>
                <a:gd name="connsiteX1" fmla="*/ 49946 w 92319"/>
                <a:gd name="connsiteY1" fmla="*/ 86 h 164665"/>
                <a:gd name="connsiteX2" fmla="*/ 235 w 92319"/>
                <a:gd name="connsiteY2" fmla="*/ 15958 h 164665"/>
                <a:gd name="connsiteX3" fmla="*/ 235 w 92319"/>
                <a:gd name="connsiteY3" fmla="*/ 24885 h 164665"/>
                <a:gd name="connsiteX4" fmla="*/ 37011 w 92319"/>
                <a:gd name="connsiteY4" fmla="*/ 17941 h 164665"/>
                <a:gd name="connsiteX5" fmla="*/ 37011 w 92319"/>
                <a:gd name="connsiteY5" fmla="*/ 144416 h 164665"/>
                <a:gd name="connsiteX6" fmla="*/ 11648 w 92319"/>
                <a:gd name="connsiteY6" fmla="*/ 155824 h 164665"/>
                <a:gd name="connsiteX7" fmla="*/ 2010 w 92319"/>
                <a:gd name="connsiteY7" fmla="*/ 155824 h 164665"/>
                <a:gd name="connsiteX8" fmla="*/ 2010 w 92319"/>
                <a:gd name="connsiteY8" fmla="*/ 164752 h 164665"/>
                <a:gd name="connsiteX9" fmla="*/ 47156 w 92319"/>
                <a:gd name="connsiteY9" fmla="*/ 163760 h 164665"/>
                <a:gd name="connsiteX10" fmla="*/ 92555 w 92319"/>
                <a:gd name="connsiteY10" fmla="*/ 164752 h 164665"/>
                <a:gd name="connsiteX11" fmla="*/ 92555 w 92319"/>
                <a:gd name="connsiteY11" fmla="*/ 155824 h 164665"/>
                <a:gd name="connsiteX12" fmla="*/ 82917 w 92319"/>
                <a:gd name="connsiteY12" fmla="*/ 155824 h 164665"/>
                <a:gd name="connsiteX13" fmla="*/ 57554 w 92319"/>
                <a:gd name="connsiteY13" fmla="*/ 144416 h 164665"/>
                <a:gd name="connsiteX14" fmla="*/ 57554 w 92319"/>
                <a:gd name="connsiteY14" fmla="*/ 7030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2319" h="164665">
                  <a:moveTo>
                    <a:pt x="57554" y="7030"/>
                  </a:moveTo>
                  <a:cubicBezTo>
                    <a:pt x="57554" y="334"/>
                    <a:pt x="57047" y="86"/>
                    <a:pt x="49946" y="86"/>
                  </a:cubicBezTo>
                  <a:cubicBezTo>
                    <a:pt x="33714" y="15710"/>
                    <a:pt x="10634" y="15958"/>
                    <a:pt x="235" y="15958"/>
                  </a:cubicBezTo>
                  <a:lnTo>
                    <a:pt x="235" y="24885"/>
                  </a:lnTo>
                  <a:cubicBezTo>
                    <a:pt x="6322" y="24885"/>
                    <a:pt x="23061" y="24885"/>
                    <a:pt x="37011" y="17941"/>
                  </a:cubicBezTo>
                  <a:lnTo>
                    <a:pt x="37011" y="144416"/>
                  </a:lnTo>
                  <a:cubicBezTo>
                    <a:pt x="37011" y="152600"/>
                    <a:pt x="37011" y="155824"/>
                    <a:pt x="11648" y="155824"/>
                  </a:cubicBezTo>
                  <a:lnTo>
                    <a:pt x="2010" y="155824"/>
                  </a:lnTo>
                  <a:lnTo>
                    <a:pt x="2010" y="164752"/>
                  </a:lnTo>
                  <a:cubicBezTo>
                    <a:pt x="6576" y="164504"/>
                    <a:pt x="37772" y="163760"/>
                    <a:pt x="47156" y="163760"/>
                  </a:cubicBezTo>
                  <a:cubicBezTo>
                    <a:pt x="55018" y="163760"/>
                    <a:pt x="86975" y="164504"/>
                    <a:pt x="92555" y="164752"/>
                  </a:cubicBezTo>
                  <a:lnTo>
                    <a:pt x="92555" y="155824"/>
                  </a:lnTo>
                  <a:lnTo>
                    <a:pt x="82917" y="155824"/>
                  </a:lnTo>
                  <a:cubicBezTo>
                    <a:pt x="57554" y="155824"/>
                    <a:pt x="57554" y="152600"/>
                    <a:pt x="57554" y="144416"/>
                  </a:cubicBezTo>
                  <a:lnTo>
                    <a:pt x="57554" y="7030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grpSp>
        <p:nvGrpSpPr>
          <p:cNvPr id="956" name="Group 955" descr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 title="IguanaTex Vector Display">
            <a:extLst>
              <a:ext uri="{FF2B5EF4-FFF2-40B4-BE49-F238E27FC236}">
                <a16:creationId xmlns:a16="http://schemas.microsoft.com/office/drawing/2014/main" id="{39FCA054-0761-54DA-C4CA-82C0269C2098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885352" y="4435454"/>
            <a:ext cx="376966" cy="209728"/>
            <a:chOff x="10766885" y="5952795"/>
            <a:chExt cx="376966" cy="209728"/>
          </a:xfrm>
        </p:grpSpPr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7AFA1B2A-F493-9137-DB51-95FDC23932FC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0766885" y="5952795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ED71B69D-8DF9-9167-5D86-CA33C88BC69B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1031749" y="5997858"/>
              <a:ext cx="112102" cy="164665"/>
            </a:xfrm>
            <a:custGeom>
              <a:avLst/>
              <a:gdLst>
                <a:gd name="connsiteX0" fmla="*/ 112338 w 112102"/>
                <a:gd name="connsiteY0" fmla="*/ 119617 h 164665"/>
                <a:gd name="connsiteX1" fmla="*/ 103714 w 112102"/>
                <a:gd name="connsiteY1" fmla="*/ 119617 h 164665"/>
                <a:gd name="connsiteX2" fmla="*/ 97120 w 112102"/>
                <a:gd name="connsiteY2" fmla="*/ 142184 h 164665"/>
                <a:gd name="connsiteX3" fmla="*/ 72011 w 112102"/>
                <a:gd name="connsiteY3" fmla="*/ 143672 h 164665"/>
                <a:gd name="connsiteX4" fmla="*/ 25344 w 112102"/>
                <a:gd name="connsiteY4" fmla="*/ 143672 h 164665"/>
                <a:gd name="connsiteX5" fmla="*/ 76069 w 112102"/>
                <a:gd name="connsiteY5" fmla="*/ 102010 h 164665"/>
                <a:gd name="connsiteX6" fmla="*/ 112338 w 112102"/>
                <a:gd name="connsiteY6" fmla="*/ 48444 h 164665"/>
                <a:gd name="connsiteX7" fmla="*/ 52989 w 112102"/>
                <a:gd name="connsiteY7" fmla="*/ 86 h 164665"/>
                <a:gd name="connsiteX8" fmla="*/ 235 w 112102"/>
                <a:gd name="connsiteY8" fmla="*/ 44476 h 164665"/>
                <a:gd name="connsiteX9" fmla="*/ 13677 w 112102"/>
                <a:gd name="connsiteY9" fmla="*/ 58364 h 164665"/>
                <a:gd name="connsiteX10" fmla="*/ 27119 w 112102"/>
                <a:gd name="connsiteY10" fmla="*/ 45220 h 164665"/>
                <a:gd name="connsiteX11" fmla="*/ 12155 w 112102"/>
                <a:gd name="connsiteY11" fmla="*/ 32077 h 164665"/>
                <a:gd name="connsiteX12" fmla="*/ 49185 w 112102"/>
                <a:gd name="connsiteY12" fmla="*/ 9014 h 164665"/>
                <a:gd name="connsiteX13" fmla="*/ 87736 w 112102"/>
                <a:gd name="connsiteY13" fmla="*/ 48444 h 164665"/>
                <a:gd name="connsiteX14" fmla="*/ 63895 w 112102"/>
                <a:gd name="connsiteY14" fmla="*/ 96058 h 164665"/>
                <a:gd name="connsiteX15" fmla="*/ 2771 w 112102"/>
                <a:gd name="connsiteY15" fmla="*/ 155080 h 164665"/>
                <a:gd name="connsiteX16" fmla="*/ 235 w 112102"/>
                <a:gd name="connsiteY16" fmla="*/ 164752 h 164665"/>
                <a:gd name="connsiteX17" fmla="*/ 104729 w 112102"/>
                <a:gd name="connsiteY17" fmla="*/ 164752 h 164665"/>
                <a:gd name="connsiteX18" fmla="*/ 112338 w 112102"/>
                <a:gd name="connsiteY18" fmla="*/ 119617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2102" h="164665">
                  <a:moveTo>
                    <a:pt x="112338" y="119617"/>
                  </a:moveTo>
                  <a:lnTo>
                    <a:pt x="103714" y="119617"/>
                  </a:lnTo>
                  <a:cubicBezTo>
                    <a:pt x="102954" y="125073"/>
                    <a:pt x="100417" y="139705"/>
                    <a:pt x="97120" y="142184"/>
                  </a:cubicBezTo>
                  <a:cubicBezTo>
                    <a:pt x="95091" y="143672"/>
                    <a:pt x="75562" y="143672"/>
                    <a:pt x="72011" y="143672"/>
                  </a:cubicBezTo>
                  <a:lnTo>
                    <a:pt x="25344" y="143672"/>
                  </a:lnTo>
                  <a:cubicBezTo>
                    <a:pt x="51975" y="120609"/>
                    <a:pt x="60852" y="113666"/>
                    <a:pt x="76069" y="102010"/>
                  </a:cubicBezTo>
                  <a:cubicBezTo>
                    <a:pt x="94838" y="87379"/>
                    <a:pt x="112338" y="72003"/>
                    <a:pt x="112338" y="48444"/>
                  </a:cubicBezTo>
                  <a:cubicBezTo>
                    <a:pt x="112338" y="18437"/>
                    <a:pt x="85453" y="86"/>
                    <a:pt x="52989" y="86"/>
                  </a:cubicBezTo>
                  <a:cubicBezTo>
                    <a:pt x="21540" y="86"/>
                    <a:pt x="235" y="21661"/>
                    <a:pt x="235" y="44476"/>
                  </a:cubicBezTo>
                  <a:cubicBezTo>
                    <a:pt x="235" y="57124"/>
                    <a:pt x="11141" y="58364"/>
                    <a:pt x="13677" y="58364"/>
                  </a:cubicBezTo>
                  <a:cubicBezTo>
                    <a:pt x="19764" y="58364"/>
                    <a:pt x="27119" y="54148"/>
                    <a:pt x="27119" y="45220"/>
                  </a:cubicBezTo>
                  <a:cubicBezTo>
                    <a:pt x="27119" y="40757"/>
                    <a:pt x="25344" y="32077"/>
                    <a:pt x="12155" y="32077"/>
                  </a:cubicBezTo>
                  <a:cubicBezTo>
                    <a:pt x="20018" y="14470"/>
                    <a:pt x="37264" y="9014"/>
                    <a:pt x="49185" y="9014"/>
                  </a:cubicBezTo>
                  <a:cubicBezTo>
                    <a:pt x="74547" y="9014"/>
                    <a:pt x="87736" y="28357"/>
                    <a:pt x="87736" y="48444"/>
                  </a:cubicBezTo>
                  <a:cubicBezTo>
                    <a:pt x="87736" y="70019"/>
                    <a:pt x="72011" y="87131"/>
                    <a:pt x="63895" y="96058"/>
                  </a:cubicBezTo>
                  <a:lnTo>
                    <a:pt x="2771" y="155080"/>
                  </a:lnTo>
                  <a:cubicBezTo>
                    <a:pt x="235" y="157312"/>
                    <a:pt x="235" y="157808"/>
                    <a:pt x="235" y="164752"/>
                  </a:cubicBezTo>
                  <a:lnTo>
                    <a:pt x="104729" y="164752"/>
                  </a:lnTo>
                  <a:lnTo>
                    <a:pt x="112338" y="119617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57" name="Group 956" descr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 title="IguanaTex Vector Display">
            <a:extLst>
              <a:ext uri="{FF2B5EF4-FFF2-40B4-BE49-F238E27FC236}">
                <a16:creationId xmlns:a16="http://schemas.microsoft.com/office/drawing/2014/main" id="{DA9DE207-5B66-AE48-AC0B-B7958347F080}"/>
              </a:ext>
            </a:extLst>
          </p:cNvPr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882309" y="5390494"/>
            <a:ext cx="383053" cy="209728"/>
            <a:chOff x="10919285" y="5637111"/>
            <a:chExt cx="383053" cy="209728"/>
          </a:xfrm>
        </p:grpSpPr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485CB83-16D5-E84D-C3FE-FFE08FFBC07D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0919285" y="56371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69D75A90-CC00-87B2-AF94-079A1F1DC471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1178062" y="5679694"/>
              <a:ext cx="124276" cy="167145"/>
            </a:xfrm>
            <a:custGeom>
              <a:avLst/>
              <a:gdLst>
                <a:gd name="connsiteX0" fmla="*/ 124512 w 124276"/>
                <a:gd name="connsiteY0" fmla="*/ 126561 h 167145"/>
                <a:gd name="connsiteX1" fmla="*/ 124512 w 124276"/>
                <a:gd name="connsiteY1" fmla="*/ 117633 h 167145"/>
                <a:gd name="connsiteX2" fmla="*/ 96359 w 124276"/>
                <a:gd name="connsiteY2" fmla="*/ 117633 h 167145"/>
                <a:gd name="connsiteX3" fmla="*/ 96359 w 124276"/>
                <a:gd name="connsiteY3" fmla="*/ 7030 h 167145"/>
                <a:gd name="connsiteX4" fmla="*/ 90780 w 124276"/>
                <a:gd name="connsiteY4" fmla="*/ 86 h 167145"/>
                <a:gd name="connsiteX5" fmla="*/ 84185 w 124276"/>
                <a:gd name="connsiteY5" fmla="*/ 3558 h 167145"/>
                <a:gd name="connsiteX6" fmla="*/ 235 w 124276"/>
                <a:gd name="connsiteY6" fmla="*/ 117633 h 167145"/>
                <a:gd name="connsiteX7" fmla="*/ 235 w 124276"/>
                <a:gd name="connsiteY7" fmla="*/ 126561 h 167145"/>
                <a:gd name="connsiteX8" fmla="*/ 74801 w 124276"/>
                <a:gd name="connsiteY8" fmla="*/ 126561 h 167145"/>
                <a:gd name="connsiteX9" fmla="*/ 74801 w 124276"/>
                <a:gd name="connsiteY9" fmla="*/ 146896 h 167145"/>
                <a:gd name="connsiteX10" fmla="*/ 54257 w 124276"/>
                <a:gd name="connsiteY10" fmla="*/ 158304 h 167145"/>
                <a:gd name="connsiteX11" fmla="*/ 47409 w 124276"/>
                <a:gd name="connsiteY11" fmla="*/ 158304 h 167145"/>
                <a:gd name="connsiteX12" fmla="*/ 47409 w 124276"/>
                <a:gd name="connsiteY12" fmla="*/ 167231 h 167145"/>
                <a:gd name="connsiteX13" fmla="*/ 85453 w 124276"/>
                <a:gd name="connsiteY13" fmla="*/ 166240 h 167145"/>
                <a:gd name="connsiteX14" fmla="*/ 123751 w 124276"/>
                <a:gd name="connsiteY14" fmla="*/ 167231 h 167145"/>
                <a:gd name="connsiteX15" fmla="*/ 123751 w 124276"/>
                <a:gd name="connsiteY15" fmla="*/ 158304 h 167145"/>
                <a:gd name="connsiteX16" fmla="*/ 116903 w 124276"/>
                <a:gd name="connsiteY16" fmla="*/ 158304 h 167145"/>
                <a:gd name="connsiteX17" fmla="*/ 96359 w 124276"/>
                <a:gd name="connsiteY17" fmla="*/ 146896 h 167145"/>
                <a:gd name="connsiteX18" fmla="*/ 96359 w 124276"/>
                <a:gd name="connsiteY18" fmla="*/ 126561 h 167145"/>
                <a:gd name="connsiteX19" fmla="*/ 124512 w 124276"/>
                <a:gd name="connsiteY19" fmla="*/ 126561 h 167145"/>
                <a:gd name="connsiteX20" fmla="*/ 76576 w 124276"/>
                <a:gd name="connsiteY20" fmla="*/ 26869 h 167145"/>
                <a:gd name="connsiteX21" fmla="*/ 76576 w 124276"/>
                <a:gd name="connsiteY21" fmla="*/ 117633 h 167145"/>
                <a:gd name="connsiteX22" fmla="*/ 9619 w 124276"/>
                <a:gd name="connsiteY22" fmla="*/ 117633 h 167145"/>
                <a:gd name="connsiteX23" fmla="*/ 76576 w 124276"/>
                <a:gd name="connsiteY23" fmla="*/ 26869 h 167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4276" h="167145">
                  <a:moveTo>
                    <a:pt x="124512" y="126561"/>
                  </a:moveTo>
                  <a:lnTo>
                    <a:pt x="124512" y="117633"/>
                  </a:lnTo>
                  <a:lnTo>
                    <a:pt x="96359" y="117633"/>
                  </a:lnTo>
                  <a:lnTo>
                    <a:pt x="96359" y="7030"/>
                  </a:lnTo>
                  <a:cubicBezTo>
                    <a:pt x="96359" y="1822"/>
                    <a:pt x="96359" y="86"/>
                    <a:pt x="90780" y="86"/>
                  </a:cubicBezTo>
                  <a:cubicBezTo>
                    <a:pt x="87736" y="86"/>
                    <a:pt x="86721" y="86"/>
                    <a:pt x="84185" y="3558"/>
                  </a:cubicBezTo>
                  <a:lnTo>
                    <a:pt x="235" y="117633"/>
                  </a:lnTo>
                  <a:lnTo>
                    <a:pt x="235" y="126561"/>
                  </a:lnTo>
                  <a:lnTo>
                    <a:pt x="74801" y="126561"/>
                  </a:lnTo>
                  <a:lnTo>
                    <a:pt x="74801" y="146896"/>
                  </a:lnTo>
                  <a:cubicBezTo>
                    <a:pt x="74801" y="155328"/>
                    <a:pt x="74801" y="158304"/>
                    <a:pt x="54257" y="158304"/>
                  </a:cubicBezTo>
                  <a:lnTo>
                    <a:pt x="47409" y="158304"/>
                  </a:lnTo>
                  <a:lnTo>
                    <a:pt x="47409" y="167231"/>
                  </a:lnTo>
                  <a:cubicBezTo>
                    <a:pt x="60091" y="166735"/>
                    <a:pt x="76323" y="166240"/>
                    <a:pt x="85453" y="166240"/>
                  </a:cubicBezTo>
                  <a:cubicBezTo>
                    <a:pt x="94838" y="166240"/>
                    <a:pt x="111070" y="166735"/>
                    <a:pt x="123751" y="167231"/>
                  </a:cubicBezTo>
                  <a:lnTo>
                    <a:pt x="123751" y="158304"/>
                  </a:lnTo>
                  <a:lnTo>
                    <a:pt x="116903" y="158304"/>
                  </a:lnTo>
                  <a:cubicBezTo>
                    <a:pt x="96359" y="158304"/>
                    <a:pt x="96359" y="155328"/>
                    <a:pt x="96359" y="146896"/>
                  </a:cubicBezTo>
                  <a:lnTo>
                    <a:pt x="96359" y="126561"/>
                  </a:lnTo>
                  <a:lnTo>
                    <a:pt x="124512" y="126561"/>
                  </a:lnTo>
                  <a:close/>
                  <a:moveTo>
                    <a:pt x="76576" y="26869"/>
                  </a:moveTo>
                  <a:lnTo>
                    <a:pt x="76576" y="117633"/>
                  </a:lnTo>
                  <a:lnTo>
                    <a:pt x="9619" y="117633"/>
                  </a:lnTo>
                  <a:lnTo>
                    <a:pt x="76576" y="26869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58" name="Group 957" descr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 title="IguanaTex Vector Display">
            <a:extLst>
              <a:ext uri="{FF2B5EF4-FFF2-40B4-BE49-F238E27FC236}">
                <a16:creationId xmlns:a16="http://schemas.microsoft.com/office/drawing/2014/main" id="{B014BD66-FEB4-BA5E-7917-450FCEFF7132}"/>
              </a:ext>
            </a:extLst>
          </p:cNvPr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884210" y="4910494"/>
            <a:ext cx="379250" cy="214688"/>
            <a:chOff x="11071685" y="5789511"/>
            <a:chExt cx="379250" cy="214688"/>
          </a:xfrm>
        </p:grpSpPr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57CD6714-088E-16EE-C389-B0EE48ED5B10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1071685" y="5789511"/>
              <a:ext cx="239857" cy="160484"/>
            </a:xfrm>
            <a:custGeom>
              <a:avLst/>
              <a:gdLst>
                <a:gd name="connsiteX0" fmla="*/ 157114 w 239857"/>
                <a:gd name="connsiteY0" fmla="*/ 36575 h 160484"/>
                <a:gd name="connsiteX1" fmla="*/ 162549 w 239857"/>
                <a:gd name="connsiteY1" fmla="*/ 13547 h 160484"/>
                <a:gd name="connsiteX2" fmla="*/ 152041 w 239857"/>
                <a:gd name="connsiteY2" fmla="*/ 3982 h 160484"/>
                <a:gd name="connsiteX3" fmla="*/ 138635 w 239857"/>
                <a:gd name="connsiteY3" fmla="*/ 13901 h 160484"/>
                <a:gd name="connsiteX4" fmla="*/ 117983 w 239857"/>
                <a:gd name="connsiteY4" fmla="*/ 93258 h 160484"/>
                <a:gd name="connsiteX5" fmla="*/ 114722 w 239857"/>
                <a:gd name="connsiteY5" fmla="*/ 116640 h 160484"/>
                <a:gd name="connsiteX6" fmla="*/ 115084 w 239857"/>
                <a:gd name="connsiteY6" fmla="*/ 123017 h 160484"/>
                <a:gd name="connsiteX7" fmla="*/ 81751 w 239857"/>
                <a:gd name="connsiteY7" fmla="*/ 152776 h 160484"/>
                <a:gd name="connsiteX8" fmla="*/ 52765 w 239857"/>
                <a:gd name="connsiteY8" fmla="*/ 120537 h 160484"/>
                <a:gd name="connsiteX9" fmla="*/ 71605 w 239857"/>
                <a:gd name="connsiteY9" fmla="*/ 51808 h 160484"/>
                <a:gd name="connsiteX10" fmla="*/ 77765 w 239857"/>
                <a:gd name="connsiteY10" fmla="*/ 29135 h 160484"/>
                <a:gd name="connsiteX11" fmla="*/ 48054 w 239857"/>
                <a:gd name="connsiteY11" fmla="*/ 85 h 160484"/>
                <a:gd name="connsiteX12" fmla="*/ 228 w 239857"/>
                <a:gd name="connsiteY12" fmla="*/ 54643 h 160484"/>
                <a:gd name="connsiteX13" fmla="*/ 4576 w 239857"/>
                <a:gd name="connsiteY13" fmla="*/ 58185 h 160484"/>
                <a:gd name="connsiteX14" fmla="*/ 10373 w 239857"/>
                <a:gd name="connsiteY14" fmla="*/ 51808 h 160484"/>
                <a:gd name="connsiteX15" fmla="*/ 46967 w 239857"/>
                <a:gd name="connsiteY15" fmla="*/ 7879 h 160484"/>
                <a:gd name="connsiteX16" fmla="*/ 56026 w 239857"/>
                <a:gd name="connsiteY16" fmla="*/ 19570 h 160484"/>
                <a:gd name="connsiteX17" fmla="*/ 49504 w 239857"/>
                <a:gd name="connsiteY17" fmla="*/ 44369 h 160484"/>
                <a:gd name="connsiteX18" fmla="*/ 29214 w 239857"/>
                <a:gd name="connsiteY18" fmla="*/ 115931 h 160484"/>
                <a:gd name="connsiteX19" fmla="*/ 80664 w 239857"/>
                <a:gd name="connsiteY19" fmla="*/ 160570 h 160484"/>
                <a:gd name="connsiteX20" fmla="*/ 118345 w 239857"/>
                <a:gd name="connsiteY20" fmla="*/ 135771 h 160484"/>
                <a:gd name="connsiteX21" fmla="*/ 163636 w 239857"/>
                <a:gd name="connsiteY21" fmla="*/ 160570 h 160484"/>
                <a:gd name="connsiteX22" fmla="*/ 216172 w 239857"/>
                <a:gd name="connsiteY22" fmla="*/ 116994 h 160484"/>
                <a:gd name="connsiteX23" fmla="*/ 240086 w 239857"/>
                <a:gd name="connsiteY23" fmla="*/ 24884 h 160484"/>
                <a:gd name="connsiteX24" fmla="*/ 224143 w 239857"/>
                <a:gd name="connsiteY24" fmla="*/ 85 h 160484"/>
                <a:gd name="connsiteX25" fmla="*/ 206027 w 239857"/>
                <a:gd name="connsiteY25" fmla="*/ 17090 h 160484"/>
                <a:gd name="connsiteX26" fmla="*/ 211462 w 239857"/>
                <a:gd name="connsiteY26" fmla="*/ 26655 h 160484"/>
                <a:gd name="connsiteX27" fmla="*/ 224506 w 239857"/>
                <a:gd name="connsiteY27" fmla="*/ 56768 h 160484"/>
                <a:gd name="connsiteX28" fmla="*/ 204578 w 239857"/>
                <a:gd name="connsiteY28" fmla="*/ 121600 h 160484"/>
                <a:gd name="connsiteX29" fmla="*/ 164722 w 239857"/>
                <a:gd name="connsiteY29" fmla="*/ 152776 h 160484"/>
                <a:gd name="connsiteX30" fmla="*/ 137911 w 239857"/>
                <a:gd name="connsiteY30" fmla="*/ 121954 h 160484"/>
                <a:gd name="connsiteX31" fmla="*/ 141896 w 239857"/>
                <a:gd name="connsiteY31" fmla="*/ 96092 h 160484"/>
                <a:gd name="connsiteX32" fmla="*/ 157114 w 239857"/>
                <a:gd name="connsiteY32" fmla="*/ 3657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9857" h="160484">
                  <a:moveTo>
                    <a:pt x="157114" y="36575"/>
                  </a:moveTo>
                  <a:cubicBezTo>
                    <a:pt x="158925" y="28781"/>
                    <a:pt x="162549" y="15673"/>
                    <a:pt x="162549" y="13547"/>
                  </a:cubicBezTo>
                  <a:cubicBezTo>
                    <a:pt x="162549" y="7170"/>
                    <a:pt x="157476" y="3982"/>
                    <a:pt x="152041" y="3982"/>
                  </a:cubicBezTo>
                  <a:cubicBezTo>
                    <a:pt x="147693" y="3982"/>
                    <a:pt x="141172" y="6816"/>
                    <a:pt x="138635" y="13901"/>
                  </a:cubicBezTo>
                  <a:cubicBezTo>
                    <a:pt x="137548" y="16381"/>
                    <a:pt x="120519" y="84047"/>
                    <a:pt x="117983" y="93258"/>
                  </a:cubicBezTo>
                  <a:cubicBezTo>
                    <a:pt x="115447" y="103886"/>
                    <a:pt x="114722" y="110263"/>
                    <a:pt x="114722" y="116640"/>
                  </a:cubicBezTo>
                  <a:cubicBezTo>
                    <a:pt x="114722" y="120537"/>
                    <a:pt x="114722" y="121246"/>
                    <a:pt x="115084" y="123017"/>
                  </a:cubicBezTo>
                  <a:cubicBezTo>
                    <a:pt x="106751" y="141793"/>
                    <a:pt x="95881" y="152776"/>
                    <a:pt x="81751" y="152776"/>
                  </a:cubicBezTo>
                  <a:cubicBezTo>
                    <a:pt x="52765" y="152776"/>
                    <a:pt x="52765" y="126560"/>
                    <a:pt x="52765" y="120537"/>
                  </a:cubicBezTo>
                  <a:cubicBezTo>
                    <a:pt x="52765" y="109200"/>
                    <a:pt x="54576" y="95384"/>
                    <a:pt x="71605" y="51808"/>
                  </a:cubicBezTo>
                  <a:cubicBezTo>
                    <a:pt x="75591" y="41180"/>
                    <a:pt x="77765" y="36220"/>
                    <a:pt x="77765" y="29135"/>
                  </a:cubicBezTo>
                  <a:cubicBezTo>
                    <a:pt x="77765" y="13193"/>
                    <a:pt x="65808" y="85"/>
                    <a:pt x="48054" y="85"/>
                  </a:cubicBezTo>
                  <a:cubicBezTo>
                    <a:pt x="13634" y="85"/>
                    <a:pt x="228" y="51454"/>
                    <a:pt x="228" y="54643"/>
                  </a:cubicBezTo>
                  <a:cubicBezTo>
                    <a:pt x="228" y="58185"/>
                    <a:pt x="3851" y="58185"/>
                    <a:pt x="4576" y="58185"/>
                  </a:cubicBezTo>
                  <a:cubicBezTo>
                    <a:pt x="8199" y="58185"/>
                    <a:pt x="8561" y="57477"/>
                    <a:pt x="10373" y="51808"/>
                  </a:cubicBezTo>
                  <a:cubicBezTo>
                    <a:pt x="20156" y="18861"/>
                    <a:pt x="34286" y="7879"/>
                    <a:pt x="46967" y="7879"/>
                  </a:cubicBezTo>
                  <a:cubicBezTo>
                    <a:pt x="50228" y="7879"/>
                    <a:pt x="56026" y="8233"/>
                    <a:pt x="56026" y="19570"/>
                  </a:cubicBezTo>
                  <a:cubicBezTo>
                    <a:pt x="56026" y="28426"/>
                    <a:pt x="52040" y="38346"/>
                    <a:pt x="49504" y="44369"/>
                  </a:cubicBezTo>
                  <a:cubicBezTo>
                    <a:pt x="33562" y="86173"/>
                    <a:pt x="29214" y="102469"/>
                    <a:pt x="29214" y="115931"/>
                  </a:cubicBezTo>
                  <a:cubicBezTo>
                    <a:pt x="29214" y="148170"/>
                    <a:pt x="53489" y="160570"/>
                    <a:pt x="80664" y="160570"/>
                  </a:cubicBezTo>
                  <a:cubicBezTo>
                    <a:pt x="86823" y="160570"/>
                    <a:pt x="103852" y="160570"/>
                    <a:pt x="118345" y="135771"/>
                  </a:cubicBezTo>
                  <a:cubicBezTo>
                    <a:pt x="127766" y="158444"/>
                    <a:pt x="152766" y="160570"/>
                    <a:pt x="163636" y="160570"/>
                  </a:cubicBezTo>
                  <a:cubicBezTo>
                    <a:pt x="190810" y="160570"/>
                    <a:pt x="206752" y="138251"/>
                    <a:pt x="216172" y="116994"/>
                  </a:cubicBezTo>
                  <a:cubicBezTo>
                    <a:pt x="228491" y="89361"/>
                    <a:pt x="240086" y="41889"/>
                    <a:pt x="240086" y="24884"/>
                  </a:cubicBezTo>
                  <a:cubicBezTo>
                    <a:pt x="240086" y="5399"/>
                    <a:pt x="230303" y="85"/>
                    <a:pt x="224143" y="85"/>
                  </a:cubicBezTo>
                  <a:cubicBezTo>
                    <a:pt x="215085" y="85"/>
                    <a:pt x="206027" y="9296"/>
                    <a:pt x="206027" y="17090"/>
                  </a:cubicBezTo>
                  <a:cubicBezTo>
                    <a:pt x="206027" y="21695"/>
                    <a:pt x="208201" y="23821"/>
                    <a:pt x="211462" y="26655"/>
                  </a:cubicBezTo>
                  <a:cubicBezTo>
                    <a:pt x="215448" y="30552"/>
                    <a:pt x="224506" y="39763"/>
                    <a:pt x="224506" y="56768"/>
                  </a:cubicBezTo>
                  <a:cubicBezTo>
                    <a:pt x="224506" y="68813"/>
                    <a:pt x="213998" y="103532"/>
                    <a:pt x="204578" y="121600"/>
                  </a:cubicBezTo>
                  <a:cubicBezTo>
                    <a:pt x="195158" y="140376"/>
                    <a:pt x="182476" y="152776"/>
                    <a:pt x="164722" y="152776"/>
                  </a:cubicBezTo>
                  <a:cubicBezTo>
                    <a:pt x="147693" y="152776"/>
                    <a:pt x="137911" y="142148"/>
                    <a:pt x="137911" y="121954"/>
                  </a:cubicBezTo>
                  <a:cubicBezTo>
                    <a:pt x="137911" y="112034"/>
                    <a:pt x="140447" y="101052"/>
                    <a:pt x="141896" y="96092"/>
                  </a:cubicBezTo>
                  <a:lnTo>
                    <a:pt x="157114" y="36575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986802D8-AFF5-BC20-7458-D53F1B8624D0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1334267" y="5834574"/>
              <a:ext cx="116668" cy="169625"/>
            </a:xfrm>
            <a:custGeom>
              <a:avLst/>
              <a:gdLst>
                <a:gd name="connsiteX0" fmla="*/ 55779 w 116668"/>
                <a:gd name="connsiteY0" fmla="*/ 81923 h 169625"/>
                <a:gd name="connsiteX1" fmla="*/ 89765 w 116668"/>
                <a:gd name="connsiteY1" fmla="*/ 121849 h 169625"/>
                <a:gd name="connsiteX2" fmla="*/ 56794 w 116668"/>
                <a:gd name="connsiteY2" fmla="*/ 161776 h 169625"/>
                <a:gd name="connsiteX3" fmla="*/ 13677 w 116668"/>
                <a:gd name="connsiteY3" fmla="*/ 144416 h 169625"/>
                <a:gd name="connsiteX4" fmla="*/ 28387 w 116668"/>
                <a:gd name="connsiteY4" fmla="*/ 130529 h 169625"/>
                <a:gd name="connsiteX5" fmla="*/ 14438 w 116668"/>
                <a:gd name="connsiteY5" fmla="*/ 116889 h 169625"/>
                <a:gd name="connsiteX6" fmla="*/ 235 w 116668"/>
                <a:gd name="connsiteY6" fmla="*/ 131273 h 169625"/>
                <a:gd name="connsiteX7" fmla="*/ 57301 w 116668"/>
                <a:gd name="connsiteY7" fmla="*/ 169711 h 169625"/>
                <a:gd name="connsiteX8" fmla="*/ 116903 w 116668"/>
                <a:gd name="connsiteY8" fmla="*/ 121849 h 169625"/>
                <a:gd name="connsiteX9" fmla="*/ 72772 w 116668"/>
                <a:gd name="connsiteY9" fmla="*/ 77459 h 169625"/>
                <a:gd name="connsiteX10" fmla="*/ 109041 w 116668"/>
                <a:gd name="connsiteY10" fmla="*/ 34309 h 169625"/>
                <a:gd name="connsiteX11" fmla="*/ 57808 w 116668"/>
                <a:gd name="connsiteY11" fmla="*/ 86 h 169625"/>
                <a:gd name="connsiteX12" fmla="*/ 8097 w 116668"/>
                <a:gd name="connsiteY12" fmla="*/ 33317 h 169625"/>
                <a:gd name="connsiteX13" fmla="*/ 21286 w 116668"/>
                <a:gd name="connsiteY13" fmla="*/ 46460 h 169625"/>
                <a:gd name="connsiteX14" fmla="*/ 34221 w 116668"/>
                <a:gd name="connsiteY14" fmla="*/ 33813 h 169625"/>
                <a:gd name="connsiteX15" fmla="*/ 21286 w 116668"/>
                <a:gd name="connsiteY15" fmla="*/ 20917 h 169625"/>
                <a:gd name="connsiteX16" fmla="*/ 57047 w 116668"/>
                <a:gd name="connsiteY16" fmla="*/ 7278 h 169625"/>
                <a:gd name="connsiteX17" fmla="*/ 84439 w 116668"/>
                <a:gd name="connsiteY17" fmla="*/ 34309 h 169625"/>
                <a:gd name="connsiteX18" fmla="*/ 74294 w 116668"/>
                <a:gd name="connsiteY18" fmla="*/ 63820 h 169625"/>
                <a:gd name="connsiteX19" fmla="*/ 46141 w 116668"/>
                <a:gd name="connsiteY19" fmla="*/ 74483 h 169625"/>
                <a:gd name="connsiteX20" fmla="*/ 38025 w 116668"/>
                <a:gd name="connsiteY20" fmla="*/ 75227 h 169625"/>
                <a:gd name="connsiteX21" fmla="*/ 35489 w 116668"/>
                <a:gd name="connsiteY21" fmla="*/ 78451 h 169625"/>
                <a:gd name="connsiteX22" fmla="*/ 42083 w 116668"/>
                <a:gd name="connsiteY22" fmla="*/ 81923 h 169625"/>
                <a:gd name="connsiteX23" fmla="*/ 55779 w 116668"/>
                <a:gd name="connsiteY23" fmla="*/ 81923 h 169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6668" h="169625">
                  <a:moveTo>
                    <a:pt x="55779" y="81923"/>
                  </a:moveTo>
                  <a:cubicBezTo>
                    <a:pt x="75562" y="81923"/>
                    <a:pt x="89765" y="95314"/>
                    <a:pt x="89765" y="121849"/>
                  </a:cubicBezTo>
                  <a:cubicBezTo>
                    <a:pt x="89765" y="152600"/>
                    <a:pt x="71504" y="161776"/>
                    <a:pt x="56794" y="161776"/>
                  </a:cubicBezTo>
                  <a:cubicBezTo>
                    <a:pt x="46649" y="161776"/>
                    <a:pt x="24329" y="159048"/>
                    <a:pt x="13677" y="144416"/>
                  </a:cubicBezTo>
                  <a:cubicBezTo>
                    <a:pt x="25598" y="143920"/>
                    <a:pt x="28387" y="135737"/>
                    <a:pt x="28387" y="130529"/>
                  </a:cubicBezTo>
                  <a:cubicBezTo>
                    <a:pt x="28387" y="122593"/>
                    <a:pt x="22300" y="116889"/>
                    <a:pt x="14438" y="116889"/>
                  </a:cubicBezTo>
                  <a:cubicBezTo>
                    <a:pt x="7336" y="116889"/>
                    <a:pt x="235" y="121105"/>
                    <a:pt x="235" y="131273"/>
                  </a:cubicBezTo>
                  <a:cubicBezTo>
                    <a:pt x="235" y="154584"/>
                    <a:pt x="26612" y="169711"/>
                    <a:pt x="57301" y="169711"/>
                  </a:cubicBezTo>
                  <a:cubicBezTo>
                    <a:pt x="92555" y="169711"/>
                    <a:pt x="116903" y="146648"/>
                    <a:pt x="116903" y="121849"/>
                  </a:cubicBezTo>
                  <a:cubicBezTo>
                    <a:pt x="116903" y="102506"/>
                    <a:pt x="100671" y="83163"/>
                    <a:pt x="72772" y="77459"/>
                  </a:cubicBezTo>
                  <a:cubicBezTo>
                    <a:pt x="99403" y="68035"/>
                    <a:pt x="109041" y="49436"/>
                    <a:pt x="109041" y="34309"/>
                  </a:cubicBezTo>
                  <a:cubicBezTo>
                    <a:pt x="109041" y="14718"/>
                    <a:pt x="85961" y="86"/>
                    <a:pt x="57808" y="86"/>
                  </a:cubicBezTo>
                  <a:cubicBezTo>
                    <a:pt x="29656" y="86"/>
                    <a:pt x="8097" y="13478"/>
                    <a:pt x="8097" y="33317"/>
                  </a:cubicBezTo>
                  <a:cubicBezTo>
                    <a:pt x="8097" y="41748"/>
                    <a:pt x="13677" y="46460"/>
                    <a:pt x="21286" y="46460"/>
                  </a:cubicBezTo>
                  <a:cubicBezTo>
                    <a:pt x="29148" y="46460"/>
                    <a:pt x="34221" y="40757"/>
                    <a:pt x="34221" y="33813"/>
                  </a:cubicBezTo>
                  <a:cubicBezTo>
                    <a:pt x="34221" y="26621"/>
                    <a:pt x="29148" y="21413"/>
                    <a:pt x="21286" y="20917"/>
                  </a:cubicBezTo>
                  <a:cubicBezTo>
                    <a:pt x="30163" y="10006"/>
                    <a:pt x="47663" y="7278"/>
                    <a:pt x="57047" y="7278"/>
                  </a:cubicBezTo>
                  <a:cubicBezTo>
                    <a:pt x="68460" y="7278"/>
                    <a:pt x="84439" y="12734"/>
                    <a:pt x="84439" y="34309"/>
                  </a:cubicBezTo>
                  <a:cubicBezTo>
                    <a:pt x="84439" y="44724"/>
                    <a:pt x="80888" y="56132"/>
                    <a:pt x="74294" y="63820"/>
                  </a:cubicBezTo>
                  <a:cubicBezTo>
                    <a:pt x="65924" y="73243"/>
                    <a:pt x="58823" y="73739"/>
                    <a:pt x="46141" y="74483"/>
                  </a:cubicBezTo>
                  <a:cubicBezTo>
                    <a:pt x="39801" y="74979"/>
                    <a:pt x="39293" y="74979"/>
                    <a:pt x="38025" y="75227"/>
                  </a:cubicBezTo>
                  <a:cubicBezTo>
                    <a:pt x="37518" y="75227"/>
                    <a:pt x="35489" y="75723"/>
                    <a:pt x="35489" y="78451"/>
                  </a:cubicBezTo>
                  <a:cubicBezTo>
                    <a:pt x="35489" y="81923"/>
                    <a:pt x="37772" y="81923"/>
                    <a:pt x="42083" y="81923"/>
                  </a:cubicBezTo>
                  <a:lnTo>
                    <a:pt x="55779" y="81923"/>
                  </a:lnTo>
                  <a:close/>
                </a:path>
              </a:pathLst>
            </a:custGeom>
            <a:solidFill>
              <a:srgbClr val="000000"/>
            </a:solidFill>
            <a:ln w="3636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sp>
        <p:nvSpPr>
          <p:cNvPr id="606" name="Freeform: Shape 605">
            <a:extLst>
              <a:ext uri="{FF2B5EF4-FFF2-40B4-BE49-F238E27FC236}">
                <a16:creationId xmlns:a16="http://schemas.microsoft.com/office/drawing/2014/main" id="{7D1E80EC-4472-18D1-7E8F-6049E8E64E8A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660119" y="3336083"/>
            <a:ext cx="263128" cy="312498"/>
          </a:xfrm>
          <a:custGeom>
            <a:avLst/>
            <a:gdLst>
              <a:gd name="connsiteX0" fmla="*/ 187762 w 263128"/>
              <a:gd name="connsiteY0" fmla="*/ 238227 h 312498"/>
              <a:gd name="connsiteX1" fmla="*/ 261268 w 263128"/>
              <a:gd name="connsiteY1" fmla="*/ 125643 h 312498"/>
              <a:gd name="connsiteX2" fmla="*/ 130947 w 263128"/>
              <a:gd name="connsiteY2" fmla="*/ 82 h 312498"/>
              <a:gd name="connsiteX3" fmla="*/ 270 w 263128"/>
              <a:gd name="connsiteY3" fmla="*/ 125643 h 312498"/>
              <a:gd name="connsiteX4" fmla="*/ 130947 w 263128"/>
              <a:gd name="connsiteY4" fmla="*/ 248398 h 312498"/>
              <a:gd name="connsiteX5" fmla="*/ 164681 w 263128"/>
              <a:gd name="connsiteY5" fmla="*/ 245241 h 312498"/>
              <a:gd name="connsiteX6" fmla="*/ 214750 w 263128"/>
              <a:gd name="connsiteY6" fmla="*/ 312581 h 312498"/>
              <a:gd name="connsiteX7" fmla="*/ 263399 w 263128"/>
              <a:gd name="connsiteY7" fmla="*/ 247346 h 312498"/>
              <a:gd name="connsiteX8" fmla="*/ 257007 w 263128"/>
              <a:gd name="connsiteY8" fmla="*/ 238227 h 312498"/>
              <a:gd name="connsiteX9" fmla="*/ 250615 w 263128"/>
              <a:gd name="connsiteY9" fmla="*/ 245241 h 312498"/>
              <a:gd name="connsiteX10" fmla="*/ 220432 w 263128"/>
              <a:gd name="connsiteY10" fmla="*/ 258920 h 312498"/>
              <a:gd name="connsiteX11" fmla="*/ 187762 w 263128"/>
              <a:gd name="connsiteY11" fmla="*/ 238227 h 312498"/>
              <a:gd name="connsiteX12" fmla="*/ 97212 w 263128"/>
              <a:gd name="connsiteY12" fmla="*/ 226653 h 312498"/>
              <a:gd name="connsiteX13" fmla="*/ 52470 w 263128"/>
              <a:gd name="connsiteY13" fmla="*/ 125292 h 312498"/>
              <a:gd name="connsiteX14" fmla="*/ 65608 w 263128"/>
              <a:gd name="connsiteY14" fmla="*/ 53042 h 312498"/>
              <a:gd name="connsiteX15" fmla="*/ 130591 w 263128"/>
              <a:gd name="connsiteY15" fmla="*/ 14111 h 312498"/>
              <a:gd name="connsiteX16" fmla="*/ 194509 w 263128"/>
              <a:gd name="connsiteY16" fmla="*/ 50938 h 312498"/>
              <a:gd name="connsiteX17" fmla="*/ 209068 w 263128"/>
              <a:gd name="connsiteY17" fmla="*/ 125292 h 312498"/>
              <a:gd name="connsiteX18" fmla="*/ 174979 w 263128"/>
              <a:gd name="connsiteY18" fmla="*/ 220340 h 312498"/>
              <a:gd name="connsiteX19" fmla="*/ 130591 w 263128"/>
              <a:gd name="connsiteY19" fmla="*/ 190177 h 312498"/>
              <a:gd name="connsiteX20" fmla="*/ 96147 w 263128"/>
              <a:gd name="connsiteY20" fmla="*/ 218937 h 312498"/>
              <a:gd name="connsiteX21" fmla="*/ 97212 w 263128"/>
              <a:gd name="connsiteY21" fmla="*/ 226653 h 312498"/>
              <a:gd name="connsiteX22" fmla="*/ 160065 w 263128"/>
              <a:gd name="connsiteY22" fmla="*/ 228757 h 312498"/>
              <a:gd name="connsiteX23" fmla="*/ 130947 w 263128"/>
              <a:gd name="connsiteY23" fmla="*/ 234369 h 312498"/>
              <a:gd name="connsiteX24" fmla="*/ 108930 w 263128"/>
              <a:gd name="connsiteY24" fmla="*/ 218937 h 312498"/>
              <a:gd name="connsiteX25" fmla="*/ 130947 w 263128"/>
              <a:gd name="connsiteY25" fmla="*/ 202803 h 312498"/>
              <a:gd name="connsiteX26" fmla="*/ 160065 w 263128"/>
              <a:gd name="connsiteY26" fmla="*/ 228757 h 312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63128" h="312498">
                <a:moveTo>
                  <a:pt x="187762" y="238227"/>
                </a:moveTo>
                <a:cubicBezTo>
                  <a:pt x="245999" y="215780"/>
                  <a:pt x="261268" y="163872"/>
                  <a:pt x="261268" y="125643"/>
                </a:cubicBezTo>
                <a:cubicBezTo>
                  <a:pt x="261268" y="49886"/>
                  <a:pt x="209779" y="82"/>
                  <a:pt x="130947" y="82"/>
                </a:cubicBezTo>
                <a:cubicBezTo>
                  <a:pt x="49629" y="82"/>
                  <a:pt x="270" y="51990"/>
                  <a:pt x="270" y="125643"/>
                </a:cubicBezTo>
                <a:cubicBezTo>
                  <a:pt x="270" y="197192"/>
                  <a:pt x="48563" y="248398"/>
                  <a:pt x="130947" y="248398"/>
                </a:cubicBezTo>
                <a:cubicBezTo>
                  <a:pt x="138759" y="248398"/>
                  <a:pt x="150477" y="248047"/>
                  <a:pt x="164681" y="245241"/>
                </a:cubicBezTo>
                <a:cubicBezTo>
                  <a:pt x="174624" y="284874"/>
                  <a:pt x="181726" y="312581"/>
                  <a:pt x="214750" y="312581"/>
                </a:cubicBezTo>
                <a:cubicBezTo>
                  <a:pt x="250970" y="312581"/>
                  <a:pt x="263399" y="271195"/>
                  <a:pt x="263399" y="247346"/>
                </a:cubicBezTo>
                <a:cubicBezTo>
                  <a:pt x="263399" y="244540"/>
                  <a:pt x="263399" y="238227"/>
                  <a:pt x="257007" y="238227"/>
                </a:cubicBezTo>
                <a:cubicBezTo>
                  <a:pt x="251680" y="238227"/>
                  <a:pt x="250970" y="242786"/>
                  <a:pt x="250615" y="245241"/>
                </a:cubicBezTo>
                <a:cubicBezTo>
                  <a:pt x="248484" y="258569"/>
                  <a:pt x="226468" y="258920"/>
                  <a:pt x="220432" y="258920"/>
                </a:cubicBezTo>
                <a:cubicBezTo>
                  <a:pt x="212264" y="258920"/>
                  <a:pt x="201611" y="258920"/>
                  <a:pt x="187762" y="238227"/>
                </a:cubicBezTo>
                <a:close/>
                <a:moveTo>
                  <a:pt x="97212" y="226653"/>
                </a:moveTo>
                <a:cubicBezTo>
                  <a:pt x="53535" y="205960"/>
                  <a:pt x="52470" y="152649"/>
                  <a:pt x="52470" y="125292"/>
                </a:cubicBezTo>
                <a:cubicBezTo>
                  <a:pt x="52470" y="111263"/>
                  <a:pt x="52470" y="77944"/>
                  <a:pt x="65608" y="53042"/>
                </a:cubicBezTo>
                <a:cubicBezTo>
                  <a:pt x="84073" y="19372"/>
                  <a:pt x="114612" y="14111"/>
                  <a:pt x="130591" y="14111"/>
                </a:cubicBezTo>
                <a:cubicBezTo>
                  <a:pt x="149767" y="14111"/>
                  <a:pt x="177465" y="21126"/>
                  <a:pt x="194509" y="50938"/>
                </a:cubicBezTo>
                <a:cubicBezTo>
                  <a:pt x="208003" y="74437"/>
                  <a:pt x="209068" y="104599"/>
                  <a:pt x="209068" y="125292"/>
                </a:cubicBezTo>
                <a:cubicBezTo>
                  <a:pt x="209068" y="144933"/>
                  <a:pt x="209068" y="197192"/>
                  <a:pt x="174979" y="220340"/>
                </a:cubicBezTo>
                <a:cubicBezTo>
                  <a:pt x="167167" y="208766"/>
                  <a:pt x="154383" y="190177"/>
                  <a:pt x="130591" y="190177"/>
                </a:cubicBezTo>
                <a:cubicBezTo>
                  <a:pt x="112481" y="190177"/>
                  <a:pt x="96147" y="202102"/>
                  <a:pt x="96147" y="218937"/>
                </a:cubicBezTo>
                <a:cubicBezTo>
                  <a:pt x="96147" y="221041"/>
                  <a:pt x="96502" y="224899"/>
                  <a:pt x="97212" y="226653"/>
                </a:cubicBezTo>
                <a:close/>
                <a:moveTo>
                  <a:pt x="160065" y="228757"/>
                </a:moveTo>
                <a:cubicBezTo>
                  <a:pt x="151187" y="232615"/>
                  <a:pt x="140534" y="234369"/>
                  <a:pt x="130947" y="234369"/>
                </a:cubicBezTo>
                <a:cubicBezTo>
                  <a:pt x="111416" y="234369"/>
                  <a:pt x="108930" y="223145"/>
                  <a:pt x="108930" y="218937"/>
                </a:cubicBezTo>
                <a:cubicBezTo>
                  <a:pt x="108930" y="209467"/>
                  <a:pt x="119228" y="202803"/>
                  <a:pt x="130947" y="202803"/>
                </a:cubicBezTo>
                <a:cubicBezTo>
                  <a:pt x="140889" y="202803"/>
                  <a:pt x="152963" y="206661"/>
                  <a:pt x="160065" y="228757"/>
                </a:cubicBez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grpSp>
        <p:nvGrpSpPr>
          <p:cNvPr id="735" name="Group 734">
            <a:extLst>
              <a:ext uri="{FF2B5EF4-FFF2-40B4-BE49-F238E27FC236}">
                <a16:creationId xmlns:a16="http://schemas.microsoft.com/office/drawing/2014/main" id="{AFFAD2DE-4547-44B6-490B-3B51AC436D4D}"/>
              </a:ext>
            </a:extLst>
          </p:cNvPr>
          <p:cNvGrpSpPr/>
          <p:nvPr/>
        </p:nvGrpSpPr>
        <p:grpSpPr>
          <a:xfrm>
            <a:off x="3143983" y="4827338"/>
            <a:ext cx="1317874" cy="381000"/>
            <a:chOff x="3726310" y="4827338"/>
            <a:chExt cx="1317874" cy="381000"/>
          </a:xfrm>
        </p:grpSpPr>
        <p:sp>
          <p:nvSpPr>
            <p:cNvPr id="608" name="Rounded Rectangle 7 1">
              <a:extLst>
                <a:ext uri="{FF2B5EF4-FFF2-40B4-BE49-F238E27FC236}">
                  <a16:creationId xmlns:a16="http://schemas.microsoft.com/office/drawing/2014/main" id="{AD4A51CD-9B3E-2A90-8414-06082BCB4FF5}"/>
                </a:ext>
              </a:extLst>
            </p:cNvPr>
            <p:cNvSpPr/>
            <p:nvPr/>
          </p:nvSpPr>
          <p:spPr>
            <a:xfrm rot="5400000">
              <a:off x="4194747" y="435890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392921E7-9096-7C35-337D-76A1167C1DAD}"/>
                </a:ext>
              </a:extLst>
            </p:cNvPr>
            <p:cNvSpPr/>
            <p:nvPr/>
          </p:nvSpPr>
          <p:spPr>
            <a:xfrm rot="5400000">
              <a:off x="4640710" y="490353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1" name="Oval 610">
              <a:extLst>
                <a:ext uri="{FF2B5EF4-FFF2-40B4-BE49-F238E27FC236}">
                  <a16:creationId xmlns:a16="http://schemas.microsoft.com/office/drawing/2014/main" id="{BAFF8B30-333D-4B89-6DB7-E0CCB5FFE921}"/>
                </a:ext>
              </a:extLst>
            </p:cNvPr>
            <p:cNvSpPr/>
            <p:nvPr/>
          </p:nvSpPr>
          <p:spPr>
            <a:xfrm rot="5400000">
              <a:off x="4259710" y="490353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2" name="Oval 611">
              <a:extLst>
                <a:ext uri="{FF2B5EF4-FFF2-40B4-BE49-F238E27FC236}">
                  <a16:creationId xmlns:a16="http://schemas.microsoft.com/office/drawing/2014/main" id="{F560265D-E0C2-C524-7C0D-1335D4F53F1B}"/>
                </a:ext>
              </a:extLst>
            </p:cNvPr>
            <p:cNvSpPr/>
            <p:nvPr/>
          </p:nvSpPr>
          <p:spPr>
            <a:xfrm rot="5400000">
              <a:off x="3878710" y="490353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564DEA41-45A4-C816-2DCC-48136AA4CB5A}"/>
              </a:ext>
            </a:extLst>
          </p:cNvPr>
          <p:cNvGrpSpPr/>
          <p:nvPr/>
        </p:nvGrpSpPr>
        <p:grpSpPr>
          <a:xfrm>
            <a:off x="3143983" y="4349818"/>
            <a:ext cx="1317874" cy="381000"/>
            <a:chOff x="3726310" y="4349818"/>
            <a:chExt cx="1317874" cy="381000"/>
          </a:xfrm>
        </p:grpSpPr>
        <p:sp>
          <p:nvSpPr>
            <p:cNvPr id="614" name="Rounded Rectangle 49">
              <a:extLst>
                <a:ext uri="{FF2B5EF4-FFF2-40B4-BE49-F238E27FC236}">
                  <a16:creationId xmlns:a16="http://schemas.microsoft.com/office/drawing/2014/main" id="{5F77189A-8A2B-B8D8-C167-5D6C767F4909}"/>
                </a:ext>
              </a:extLst>
            </p:cNvPr>
            <p:cNvSpPr/>
            <p:nvPr/>
          </p:nvSpPr>
          <p:spPr>
            <a:xfrm rot="5400000">
              <a:off x="4194747" y="388138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6" name="Oval 615">
              <a:extLst>
                <a:ext uri="{FF2B5EF4-FFF2-40B4-BE49-F238E27FC236}">
                  <a16:creationId xmlns:a16="http://schemas.microsoft.com/office/drawing/2014/main" id="{A691F041-5055-0D05-2756-4D7D9CDC23E9}"/>
                </a:ext>
              </a:extLst>
            </p:cNvPr>
            <p:cNvSpPr/>
            <p:nvPr/>
          </p:nvSpPr>
          <p:spPr>
            <a:xfrm rot="5400000">
              <a:off x="4640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91D558DB-6A83-9B99-D6E0-A5A1296BC38F}"/>
                </a:ext>
              </a:extLst>
            </p:cNvPr>
            <p:cNvSpPr/>
            <p:nvPr/>
          </p:nvSpPr>
          <p:spPr>
            <a:xfrm rot="5400000">
              <a:off x="4259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618" name="Oval 617">
              <a:extLst>
                <a:ext uri="{FF2B5EF4-FFF2-40B4-BE49-F238E27FC236}">
                  <a16:creationId xmlns:a16="http://schemas.microsoft.com/office/drawing/2014/main" id="{CA957F41-FDC6-8A6E-D702-7FB83D25E783}"/>
                </a:ext>
              </a:extLst>
            </p:cNvPr>
            <p:cNvSpPr/>
            <p:nvPr/>
          </p:nvSpPr>
          <p:spPr>
            <a:xfrm rot="5400000">
              <a:off x="3878710" y="442601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3" name="Group 732">
            <a:extLst>
              <a:ext uri="{FF2B5EF4-FFF2-40B4-BE49-F238E27FC236}">
                <a16:creationId xmlns:a16="http://schemas.microsoft.com/office/drawing/2014/main" id="{01D2906B-FD04-5F18-43EF-F9897E8BC0AA}"/>
              </a:ext>
            </a:extLst>
          </p:cNvPr>
          <p:cNvGrpSpPr/>
          <p:nvPr/>
        </p:nvGrpSpPr>
        <p:grpSpPr>
          <a:xfrm>
            <a:off x="3143983" y="3872298"/>
            <a:ext cx="1317874" cy="381000"/>
            <a:chOff x="3726310" y="3872298"/>
            <a:chExt cx="1317874" cy="381000"/>
          </a:xfrm>
        </p:grpSpPr>
        <p:sp>
          <p:nvSpPr>
            <p:cNvPr id="620" name="Rounded Rectangle 29">
              <a:extLst>
                <a:ext uri="{FF2B5EF4-FFF2-40B4-BE49-F238E27FC236}">
                  <a16:creationId xmlns:a16="http://schemas.microsoft.com/office/drawing/2014/main" id="{587A6442-9F99-82DB-AABE-2B60EA815DB3}"/>
                </a:ext>
              </a:extLst>
            </p:cNvPr>
            <p:cNvSpPr/>
            <p:nvPr/>
          </p:nvSpPr>
          <p:spPr>
            <a:xfrm rot="5400000">
              <a:off x="4194747" y="340386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18" name="Oval 717">
              <a:extLst>
                <a:ext uri="{FF2B5EF4-FFF2-40B4-BE49-F238E27FC236}">
                  <a16:creationId xmlns:a16="http://schemas.microsoft.com/office/drawing/2014/main" id="{8C478475-C9CF-FD51-8477-DA99CA359342}"/>
                </a:ext>
              </a:extLst>
            </p:cNvPr>
            <p:cNvSpPr/>
            <p:nvPr/>
          </p:nvSpPr>
          <p:spPr>
            <a:xfrm rot="5400000">
              <a:off x="4640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19" name="Oval 718">
              <a:extLst>
                <a:ext uri="{FF2B5EF4-FFF2-40B4-BE49-F238E27FC236}">
                  <a16:creationId xmlns:a16="http://schemas.microsoft.com/office/drawing/2014/main" id="{008BF470-9700-BD37-111E-D4B86022CEA9}"/>
                </a:ext>
              </a:extLst>
            </p:cNvPr>
            <p:cNvSpPr/>
            <p:nvPr/>
          </p:nvSpPr>
          <p:spPr>
            <a:xfrm rot="5400000">
              <a:off x="4259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0" name="Oval 719">
              <a:extLst>
                <a:ext uri="{FF2B5EF4-FFF2-40B4-BE49-F238E27FC236}">
                  <a16:creationId xmlns:a16="http://schemas.microsoft.com/office/drawing/2014/main" id="{96C34251-8A0C-52D4-FEFA-7EB6F1203BF3}"/>
                </a:ext>
              </a:extLst>
            </p:cNvPr>
            <p:cNvSpPr/>
            <p:nvPr/>
          </p:nvSpPr>
          <p:spPr>
            <a:xfrm rot="5400000">
              <a:off x="3878710" y="394849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6" name="Group 735">
            <a:extLst>
              <a:ext uri="{FF2B5EF4-FFF2-40B4-BE49-F238E27FC236}">
                <a16:creationId xmlns:a16="http://schemas.microsoft.com/office/drawing/2014/main" id="{6A2C2880-733A-DC46-2C6E-2FADB1D365EC}"/>
              </a:ext>
            </a:extLst>
          </p:cNvPr>
          <p:cNvGrpSpPr/>
          <p:nvPr/>
        </p:nvGrpSpPr>
        <p:grpSpPr>
          <a:xfrm>
            <a:off x="3143983" y="5304858"/>
            <a:ext cx="1317874" cy="381000"/>
            <a:chOff x="3726310" y="5304858"/>
            <a:chExt cx="1317874" cy="381000"/>
          </a:xfrm>
        </p:grpSpPr>
        <p:sp>
          <p:nvSpPr>
            <p:cNvPr id="722" name="Rounded Rectangle 7 2">
              <a:extLst>
                <a:ext uri="{FF2B5EF4-FFF2-40B4-BE49-F238E27FC236}">
                  <a16:creationId xmlns:a16="http://schemas.microsoft.com/office/drawing/2014/main" id="{6C17A48B-BCFA-743A-0D49-52340493EFBE}"/>
                </a:ext>
              </a:extLst>
            </p:cNvPr>
            <p:cNvSpPr/>
            <p:nvPr/>
          </p:nvSpPr>
          <p:spPr>
            <a:xfrm rot="5400000">
              <a:off x="4194747" y="4836421"/>
              <a:ext cx="381000" cy="1317874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4" name="Oval 723">
              <a:extLst>
                <a:ext uri="{FF2B5EF4-FFF2-40B4-BE49-F238E27FC236}">
                  <a16:creationId xmlns:a16="http://schemas.microsoft.com/office/drawing/2014/main" id="{9BEA33DA-EB7B-6DB8-5A85-0F5D03CC04BC}"/>
                </a:ext>
              </a:extLst>
            </p:cNvPr>
            <p:cNvSpPr/>
            <p:nvPr/>
          </p:nvSpPr>
          <p:spPr>
            <a:xfrm rot="5400000">
              <a:off x="4640710" y="53810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5" name="Oval 724">
              <a:extLst>
                <a:ext uri="{FF2B5EF4-FFF2-40B4-BE49-F238E27FC236}">
                  <a16:creationId xmlns:a16="http://schemas.microsoft.com/office/drawing/2014/main" id="{029C9360-3E05-6E54-3403-EBFA0A4AC5D9}"/>
                </a:ext>
              </a:extLst>
            </p:cNvPr>
            <p:cNvSpPr/>
            <p:nvPr/>
          </p:nvSpPr>
          <p:spPr>
            <a:xfrm rot="5400000">
              <a:off x="4259710" y="53810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26" name="Oval 725">
              <a:extLst>
                <a:ext uri="{FF2B5EF4-FFF2-40B4-BE49-F238E27FC236}">
                  <a16:creationId xmlns:a16="http://schemas.microsoft.com/office/drawing/2014/main" id="{1A93D030-E63C-9DBB-24A4-B4104AC43D82}"/>
                </a:ext>
              </a:extLst>
            </p:cNvPr>
            <p:cNvSpPr/>
            <p:nvPr/>
          </p:nvSpPr>
          <p:spPr>
            <a:xfrm rot="5400000">
              <a:off x="3878710" y="5381058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DC542C8A-EEBD-A82C-8E62-788081484638}"/>
              </a:ext>
            </a:extLst>
          </p:cNvPr>
          <p:cNvGrpSpPr/>
          <p:nvPr/>
        </p:nvGrpSpPr>
        <p:grpSpPr>
          <a:xfrm>
            <a:off x="4918083" y="3872298"/>
            <a:ext cx="906328" cy="381000"/>
            <a:chOff x="6096000" y="3874413"/>
            <a:chExt cx="906328" cy="381000"/>
          </a:xfrm>
        </p:grpSpPr>
        <p:sp>
          <p:nvSpPr>
            <p:cNvPr id="728" name="Rounded Rectangle 29">
              <a:extLst>
                <a:ext uri="{FF2B5EF4-FFF2-40B4-BE49-F238E27FC236}">
                  <a16:creationId xmlns:a16="http://schemas.microsoft.com/office/drawing/2014/main" id="{1583624B-3864-13E7-6784-24D42D72E66A}"/>
                </a:ext>
              </a:extLst>
            </p:cNvPr>
            <p:cNvSpPr/>
            <p:nvPr/>
          </p:nvSpPr>
          <p:spPr>
            <a:xfrm rot="5400000">
              <a:off x="6358664" y="3611749"/>
              <a:ext cx="381000" cy="906328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31" name="Oval 730">
              <a:extLst>
                <a:ext uri="{FF2B5EF4-FFF2-40B4-BE49-F238E27FC236}">
                  <a16:creationId xmlns:a16="http://schemas.microsoft.com/office/drawing/2014/main" id="{1BD65479-781F-9AE8-1EF8-53D9ED459A89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32" name="Oval 731">
              <a:extLst>
                <a:ext uri="{FF2B5EF4-FFF2-40B4-BE49-F238E27FC236}">
                  <a16:creationId xmlns:a16="http://schemas.microsoft.com/office/drawing/2014/main" id="{FAA7840B-6D61-5B62-A3F9-0948DE37A89C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38" name="Group 737">
            <a:extLst>
              <a:ext uri="{FF2B5EF4-FFF2-40B4-BE49-F238E27FC236}">
                <a16:creationId xmlns:a16="http://schemas.microsoft.com/office/drawing/2014/main" id="{84259E0A-D451-D31F-975E-FB726C512DCB}"/>
              </a:ext>
            </a:extLst>
          </p:cNvPr>
          <p:cNvGrpSpPr/>
          <p:nvPr/>
        </p:nvGrpSpPr>
        <p:grpSpPr>
          <a:xfrm>
            <a:off x="4916343" y="4346538"/>
            <a:ext cx="908067" cy="381000"/>
            <a:chOff x="6095999" y="3874413"/>
            <a:chExt cx="908067" cy="381000"/>
          </a:xfrm>
        </p:grpSpPr>
        <p:sp>
          <p:nvSpPr>
            <p:cNvPr id="739" name="Rounded Rectangle 29">
              <a:extLst>
                <a:ext uri="{FF2B5EF4-FFF2-40B4-BE49-F238E27FC236}">
                  <a16:creationId xmlns:a16="http://schemas.microsoft.com/office/drawing/2014/main" id="{E25679CF-9E94-B057-3131-2B035213903B}"/>
                </a:ext>
              </a:extLst>
            </p:cNvPr>
            <p:cNvSpPr/>
            <p:nvPr/>
          </p:nvSpPr>
          <p:spPr>
            <a:xfrm rot="5400000">
              <a:off x="6359533" y="3610879"/>
              <a:ext cx="381000" cy="908067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1" name="Oval 740">
              <a:extLst>
                <a:ext uri="{FF2B5EF4-FFF2-40B4-BE49-F238E27FC236}">
                  <a16:creationId xmlns:a16="http://schemas.microsoft.com/office/drawing/2014/main" id="{73BEAE9E-E654-1E87-42B7-88E51396DB12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2" name="Oval 741">
              <a:extLst>
                <a:ext uri="{FF2B5EF4-FFF2-40B4-BE49-F238E27FC236}">
                  <a16:creationId xmlns:a16="http://schemas.microsoft.com/office/drawing/2014/main" id="{0ADFD584-F8EC-AD72-F390-602C51BF3B63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43" name="Group 742">
            <a:extLst>
              <a:ext uri="{FF2B5EF4-FFF2-40B4-BE49-F238E27FC236}">
                <a16:creationId xmlns:a16="http://schemas.microsoft.com/office/drawing/2014/main" id="{659B0BD9-203A-54E0-0CBD-614495CD5DA6}"/>
              </a:ext>
            </a:extLst>
          </p:cNvPr>
          <p:cNvGrpSpPr/>
          <p:nvPr/>
        </p:nvGrpSpPr>
        <p:grpSpPr>
          <a:xfrm>
            <a:off x="4916343" y="4829412"/>
            <a:ext cx="908068" cy="381000"/>
            <a:chOff x="6096000" y="3874413"/>
            <a:chExt cx="908068" cy="381000"/>
          </a:xfrm>
        </p:grpSpPr>
        <p:sp>
          <p:nvSpPr>
            <p:cNvPr id="744" name="Rounded Rectangle 29">
              <a:extLst>
                <a:ext uri="{FF2B5EF4-FFF2-40B4-BE49-F238E27FC236}">
                  <a16:creationId xmlns:a16="http://schemas.microsoft.com/office/drawing/2014/main" id="{D924E850-3525-EDD9-BBFD-303FEEDC1490}"/>
                </a:ext>
              </a:extLst>
            </p:cNvPr>
            <p:cNvSpPr/>
            <p:nvPr/>
          </p:nvSpPr>
          <p:spPr>
            <a:xfrm rot="5400000">
              <a:off x="6359534" y="3610879"/>
              <a:ext cx="381000" cy="908068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6" name="Oval 745">
              <a:extLst>
                <a:ext uri="{FF2B5EF4-FFF2-40B4-BE49-F238E27FC236}">
                  <a16:creationId xmlns:a16="http://schemas.microsoft.com/office/drawing/2014/main" id="{8C9D3D17-BEBF-B9D4-E0F5-83494DD33E6D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47" name="Oval 746">
              <a:extLst>
                <a:ext uri="{FF2B5EF4-FFF2-40B4-BE49-F238E27FC236}">
                  <a16:creationId xmlns:a16="http://schemas.microsoft.com/office/drawing/2014/main" id="{98281C33-EFC9-53A6-5FC6-BE1EBA59AEE6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748" name="Group 747">
            <a:extLst>
              <a:ext uri="{FF2B5EF4-FFF2-40B4-BE49-F238E27FC236}">
                <a16:creationId xmlns:a16="http://schemas.microsoft.com/office/drawing/2014/main" id="{28D91CD9-70E1-7FDD-0392-390C96ABE086}"/>
              </a:ext>
            </a:extLst>
          </p:cNvPr>
          <p:cNvGrpSpPr/>
          <p:nvPr/>
        </p:nvGrpSpPr>
        <p:grpSpPr>
          <a:xfrm>
            <a:off x="4927579" y="5302743"/>
            <a:ext cx="896832" cy="381000"/>
            <a:chOff x="6096000" y="3874413"/>
            <a:chExt cx="896832" cy="381000"/>
          </a:xfrm>
        </p:grpSpPr>
        <p:sp>
          <p:nvSpPr>
            <p:cNvPr id="749" name="Rounded Rectangle 29">
              <a:extLst>
                <a:ext uri="{FF2B5EF4-FFF2-40B4-BE49-F238E27FC236}">
                  <a16:creationId xmlns:a16="http://schemas.microsoft.com/office/drawing/2014/main" id="{7198D5E4-6FC8-446B-BE1D-429D4A46264C}"/>
                </a:ext>
              </a:extLst>
            </p:cNvPr>
            <p:cNvSpPr/>
            <p:nvPr/>
          </p:nvSpPr>
          <p:spPr>
            <a:xfrm rot="5400000">
              <a:off x="6353916" y="3616497"/>
              <a:ext cx="381000" cy="896832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51" name="Oval 750">
              <a:extLst>
                <a:ext uri="{FF2B5EF4-FFF2-40B4-BE49-F238E27FC236}">
                  <a16:creationId xmlns:a16="http://schemas.microsoft.com/office/drawing/2014/main" id="{67738C8B-1AB2-6F6A-7DF5-D4E3F4C5808B}"/>
                </a:ext>
              </a:extLst>
            </p:cNvPr>
            <p:cNvSpPr/>
            <p:nvPr/>
          </p:nvSpPr>
          <p:spPr>
            <a:xfrm rot="5400000">
              <a:off x="6629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752" name="Oval 751">
              <a:extLst>
                <a:ext uri="{FF2B5EF4-FFF2-40B4-BE49-F238E27FC236}">
                  <a16:creationId xmlns:a16="http://schemas.microsoft.com/office/drawing/2014/main" id="{2BA363CC-8368-1AD3-E3A6-EED902E16C96}"/>
                </a:ext>
              </a:extLst>
            </p:cNvPr>
            <p:cNvSpPr/>
            <p:nvPr/>
          </p:nvSpPr>
          <p:spPr>
            <a:xfrm rot="5400000">
              <a:off x="6248399" y="3950612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DD7221D-EC2A-EC7F-53ED-2EAD7A3FAA1A}"/>
              </a:ext>
            </a:extLst>
          </p:cNvPr>
          <p:cNvGrpSpPr/>
          <p:nvPr/>
        </p:nvGrpSpPr>
        <p:grpSpPr>
          <a:xfrm>
            <a:off x="9982536" y="3279022"/>
            <a:ext cx="831779" cy="365701"/>
            <a:chOff x="9982536" y="3279022"/>
            <a:chExt cx="831779" cy="365701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E3A61404-9806-51C3-555F-603AB153806A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9982536" y="3336083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DE0F3F1E-602A-C887-64B3-37A7111EF8C9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0307908" y="3279022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9B384B8-3691-6FA3-8EE9-AF519E051C7D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0551187" y="3332225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A40642D-1156-BC0F-0133-0E6A2964B5B1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863762" y="3321875"/>
            <a:ext cx="288695" cy="240599"/>
          </a:xfrm>
          <a:custGeom>
            <a:avLst/>
            <a:gdLst>
              <a:gd name="connsiteX0" fmla="*/ 158629 w 288695"/>
              <a:gd name="connsiteY0" fmla="*/ 93025 h 240599"/>
              <a:gd name="connsiteX1" fmla="*/ 243852 w 288695"/>
              <a:gd name="connsiteY1" fmla="*/ 22880 h 240599"/>
              <a:gd name="connsiteX2" fmla="*/ 277232 w 288695"/>
              <a:gd name="connsiteY2" fmla="*/ 16566 h 240599"/>
              <a:gd name="connsiteX3" fmla="*/ 283268 w 288695"/>
              <a:gd name="connsiteY3" fmla="*/ 16566 h 240599"/>
              <a:gd name="connsiteX4" fmla="*/ 283268 w 288695"/>
              <a:gd name="connsiteY4" fmla="*/ 82 h 240599"/>
              <a:gd name="connsiteX5" fmla="*/ 247048 w 288695"/>
              <a:gd name="connsiteY5" fmla="*/ 1134 h 240599"/>
              <a:gd name="connsiteX6" fmla="*/ 195204 w 288695"/>
              <a:gd name="connsiteY6" fmla="*/ 82 h 240599"/>
              <a:gd name="connsiteX7" fmla="*/ 195204 w 288695"/>
              <a:gd name="connsiteY7" fmla="*/ 16566 h 240599"/>
              <a:gd name="connsiteX8" fmla="*/ 215800 w 288695"/>
              <a:gd name="connsiteY8" fmla="*/ 18320 h 240599"/>
              <a:gd name="connsiteX9" fmla="*/ 220416 w 288695"/>
              <a:gd name="connsiteY9" fmla="*/ 20424 h 240599"/>
              <a:gd name="connsiteX10" fmla="*/ 89029 w 288695"/>
              <a:gd name="connsiteY10" fmla="*/ 128800 h 240599"/>
              <a:gd name="connsiteX11" fmla="*/ 89029 w 288695"/>
              <a:gd name="connsiteY11" fmla="*/ 16566 h 240599"/>
              <a:gd name="connsiteX12" fmla="*/ 127380 w 288695"/>
              <a:gd name="connsiteY12" fmla="*/ 16566 h 240599"/>
              <a:gd name="connsiteX13" fmla="*/ 127380 w 288695"/>
              <a:gd name="connsiteY13" fmla="*/ 82 h 240599"/>
              <a:gd name="connsiteX14" fmla="*/ 63817 w 288695"/>
              <a:gd name="connsiteY14" fmla="*/ 1134 h 240599"/>
              <a:gd name="connsiteX15" fmla="*/ 254 w 288695"/>
              <a:gd name="connsiteY15" fmla="*/ 82 h 240599"/>
              <a:gd name="connsiteX16" fmla="*/ 254 w 288695"/>
              <a:gd name="connsiteY16" fmla="*/ 16566 h 240599"/>
              <a:gd name="connsiteX17" fmla="*/ 38605 w 288695"/>
              <a:gd name="connsiteY17" fmla="*/ 16566 h 240599"/>
              <a:gd name="connsiteX18" fmla="*/ 38605 w 288695"/>
              <a:gd name="connsiteY18" fmla="*/ 224198 h 240599"/>
              <a:gd name="connsiteX19" fmla="*/ 254 w 288695"/>
              <a:gd name="connsiteY19" fmla="*/ 224198 h 240599"/>
              <a:gd name="connsiteX20" fmla="*/ 254 w 288695"/>
              <a:gd name="connsiteY20" fmla="*/ 240682 h 240599"/>
              <a:gd name="connsiteX21" fmla="*/ 63817 w 288695"/>
              <a:gd name="connsiteY21" fmla="*/ 239630 h 240599"/>
              <a:gd name="connsiteX22" fmla="*/ 127380 w 288695"/>
              <a:gd name="connsiteY22" fmla="*/ 240682 h 240599"/>
              <a:gd name="connsiteX23" fmla="*/ 127380 w 288695"/>
              <a:gd name="connsiteY23" fmla="*/ 224198 h 240599"/>
              <a:gd name="connsiteX24" fmla="*/ 89029 w 288695"/>
              <a:gd name="connsiteY24" fmla="*/ 224198 h 240599"/>
              <a:gd name="connsiteX25" fmla="*/ 89029 w 288695"/>
              <a:gd name="connsiteY25" fmla="*/ 150545 h 240599"/>
              <a:gd name="connsiteX26" fmla="*/ 124539 w 288695"/>
              <a:gd name="connsiteY26" fmla="*/ 121434 h 240599"/>
              <a:gd name="connsiteX27" fmla="*/ 197689 w 288695"/>
              <a:gd name="connsiteY27" fmla="*/ 216482 h 240599"/>
              <a:gd name="connsiteX28" fmla="*/ 200530 w 288695"/>
              <a:gd name="connsiteY28" fmla="*/ 221392 h 240599"/>
              <a:gd name="connsiteX29" fmla="*/ 174608 w 288695"/>
              <a:gd name="connsiteY29" fmla="*/ 224198 h 240599"/>
              <a:gd name="connsiteX30" fmla="*/ 174608 w 288695"/>
              <a:gd name="connsiteY30" fmla="*/ 240682 h 240599"/>
              <a:gd name="connsiteX31" fmla="*/ 237105 w 288695"/>
              <a:gd name="connsiteY31" fmla="*/ 239630 h 240599"/>
              <a:gd name="connsiteX32" fmla="*/ 288950 w 288695"/>
              <a:gd name="connsiteY32" fmla="*/ 240682 h 240599"/>
              <a:gd name="connsiteX33" fmla="*/ 288950 w 288695"/>
              <a:gd name="connsiteY33" fmla="*/ 224198 h 240599"/>
              <a:gd name="connsiteX34" fmla="*/ 278652 w 288695"/>
              <a:gd name="connsiteY34" fmla="*/ 224198 h 240599"/>
              <a:gd name="connsiteX35" fmla="*/ 254505 w 288695"/>
              <a:gd name="connsiteY35" fmla="*/ 217183 h 240599"/>
              <a:gd name="connsiteX36" fmla="*/ 158629 w 288695"/>
              <a:gd name="connsiteY36" fmla="*/ 93025 h 2405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288695" h="240599">
                <a:moveTo>
                  <a:pt x="158629" y="93025"/>
                </a:moveTo>
                <a:lnTo>
                  <a:pt x="243852" y="22880"/>
                </a:lnTo>
                <a:cubicBezTo>
                  <a:pt x="251665" y="16566"/>
                  <a:pt x="266579" y="16566"/>
                  <a:pt x="277232" y="16566"/>
                </a:cubicBezTo>
                <a:lnTo>
                  <a:pt x="283268" y="16566"/>
                </a:lnTo>
                <a:lnTo>
                  <a:pt x="283268" y="82"/>
                </a:lnTo>
                <a:cubicBezTo>
                  <a:pt x="269064" y="1134"/>
                  <a:pt x="248824" y="1134"/>
                  <a:pt x="247048" y="1134"/>
                </a:cubicBezTo>
                <a:cubicBezTo>
                  <a:pt x="233555" y="1134"/>
                  <a:pt x="207987" y="1134"/>
                  <a:pt x="195204" y="82"/>
                </a:cubicBezTo>
                <a:lnTo>
                  <a:pt x="195204" y="16566"/>
                </a:lnTo>
                <a:cubicBezTo>
                  <a:pt x="199820" y="16566"/>
                  <a:pt x="206922" y="16566"/>
                  <a:pt x="215800" y="18320"/>
                </a:cubicBezTo>
                <a:cubicBezTo>
                  <a:pt x="221481" y="19723"/>
                  <a:pt x="217220" y="19372"/>
                  <a:pt x="220416" y="20424"/>
                </a:cubicBezTo>
                <a:lnTo>
                  <a:pt x="89029" y="128800"/>
                </a:lnTo>
                <a:lnTo>
                  <a:pt x="89029" y="16566"/>
                </a:lnTo>
                <a:lnTo>
                  <a:pt x="127380" y="16566"/>
                </a:lnTo>
                <a:lnTo>
                  <a:pt x="127380" y="82"/>
                </a:lnTo>
                <a:cubicBezTo>
                  <a:pt x="113886" y="1134"/>
                  <a:pt x="79086" y="1134"/>
                  <a:pt x="63817" y="1134"/>
                </a:cubicBezTo>
                <a:cubicBezTo>
                  <a:pt x="48548" y="1134"/>
                  <a:pt x="13748" y="1134"/>
                  <a:pt x="254" y="82"/>
                </a:cubicBezTo>
                <a:lnTo>
                  <a:pt x="254" y="16566"/>
                </a:lnTo>
                <a:lnTo>
                  <a:pt x="38605" y="16566"/>
                </a:lnTo>
                <a:lnTo>
                  <a:pt x="38605" y="224198"/>
                </a:lnTo>
                <a:lnTo>
                  <a:pt x="254" y="224198"/>
                </a:lnTo>
                <a:lnTo>
                  <a:pt x="254" y="240682"/>
                </a:lnTo>
                <a:cubicBezTo>
                  <a:pt x="13748" y="239630"/>
                  <a:pt x="48548" y="239630"/>
                  <a:pt x="63817" y="239630"/>
                </a:cubicBezTo>
                <a:cubicBezTo>
                  <a:pt x="79086" y="239630"/>
                  <a:pt x="113886" y="239630"/>
                  <a:pt x="127380" y="240682"/>
                </a:cubicBezTo>
                <a:lnTo>
                  <a:pt x="127380" y="224198"/>
                </a:lnTo>
                <a:lnTo>
                  <a:pt x="89029" y="224198"/>
                </a:lnTo>
                <a:lnTo>
                  <a:pt x="89029" y="150545"/>
                </a:lnTo>
                <a:lnTo>
                  <a:pt x="124539" y="121434"/>
                </a:lnTo>
                <a:lnTo>
                  <a:pt x="197689" y="216482"/>
                </a:lnTo>
                <a:cubicBezTo>
                  <a:pt x="199465" y="218586"/>
                  <a:pt x="199465" y="219287"/>
                  <a:pt x="200530" y="221392"/>
                </a:cubicBezTo>
                <a:cubicBezTo>
                  <a:pt x="194138" y="224198"/>
                  <a:pt x="187037" y="224198"/>
                  <a:pt x="174608" y="224198"/>
                </a:cubicBezTo>
                <a:lnTo>
                  <a:pt x="174608" y="240682"/>
                </a:lnTo>
                <a:cubicBezTo>
                  <a:pt x="189167" y="239630"/>
                  <a:pt x="221126" y="239630"/>
                  <a:pt x="237105" y="239630"/>
                </a:cubicBezTo>
                <a:cubicBezTo>
                  <a:pt x="251309" y="239630"/>
                  <a:pt x="275811" y="239630"/>
                  <a:pt x="288950" y="240682"/>
                </a:cubicBezTo>
                <a:lnTo>
                  <a:pt x="288950" y="224198"/>
                </a:lnTo>
                <a:lnTo>
                  <a:pt x="278652" y="224198"/>
                </a:lnTo>
                <a:cubicBezTo>
                  <a:pt x="259832" y="224198"/>
                  <a:pt x="258767" y="222795"/>
                  <a:pt x="254505" y="217183"/>
                </a:cubicBezTo>
                <a:lnTo>
                  <a:pt x="158629" y="93025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02FD5E9-798E-F90E-D0AF-C57E7672BBD6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2189134" y="3264814"/>
            <a:ext cx="183692" cy="170383"/>
          </a:xfrm>
          <a:custGeom>
            <a:avLst/>
            <a:gdLst>
              <a:gd name="connsiteX0" fmla="*/ 98200 w 183692"/>
              <a:gd name="connsiteY0" fmla="*/ 12109 h 170383"/>
              <a:gd name="connsiteX1" fmla="*/ 174013 w 183692"/>
              <a:gd name="connsiteY1" fmla="*/ 12109 h 170383"/>
              <a:gd name="connsiteX2" fmla="*/ 183956 w 183692"/>
              <a:gd name="connsiteY2" fmla="*/ 6216 h 170383"/>
              <a:gd name="connsiteX3" fmla="*/ 174013 w 183692"/>
              <a:gd name="connsiteY3" fmla="*/ 79 h 170383"/>
              <a:gd name="connsiteX4" fmla="*/ 10206 w 183692"/>
              <a:gd name="connsiteY4" fmla="*/ 79 h 170383"/>
              <a:gd name="connsiteX5" fmla="*/ 263 w 183692"/>
              <a:gd name="connsiteY5" fmla="*/ 5971 h 170383"/>
              <a:gd name="connsiteX6" fmla="*/ 10206 w 183692"/>
              <a:gd name="connsiteY6" fmla="*/ 12109 h 170383"/>
              <a:gd name="connsiteX7" fmla="*/ 86020 w 183692"/>
              <a:gd name="connsiteY7" fmla="*/ 12109 h 170383"/>
              <a:gd name="connsiteX8" fmla="*/ 86020 w 183692"/>
              <a:gd name="connsiteY8" fmla="*/ 160888 h 170383"/>
              <a:gd name="connsiteX9" fmla="*/ 92234 w 183692"/>
              <a:gd name="connsiteY9" fmla="*/ 170462 h 170383"/>
              <a:gd name="connsiteX10" fmla="*/ 98200 w 183692"/>
              <a:gd name="connsiteY10" fmla="*/ 160888 h 170383"/>
              <a:gd name="connsiteX11" fmla="*/ 98200 w 183692"/>
              <a:gd name="connsiteY11" fmla="*/ 12109 h 170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3692" h="170383">
                <a:moveTo>
                  <a:pt x="98200" y="12109"/>
                </a:moveTo>
                <a:lnTo>
                  <a:pt x="174013" y="12109"/>
                </a:lnTo>
                <a:cubicBezTo>
                  <a:pt x="177990" y="12109"/>
                  <a:pt x="183956" y="12109"/>
                  <a:pt x="183956" y="6216"/>
                </a:cubicBezTo>
                <a:cubicBezTo>
                  <a:pt x="183956" y="79"/>
                  <a:pt x="178239" y="79"/>
                  <a:pt x="174013" y="79"/>
                </a:cubicBezTo>
                <a:lnTo>
                  <a:pt x="10206" y="79"/>
                </a:lnTo>
                <a:cubicBezTo>
                  <a:pt x="6478" y="79"/>
                  <a:pt x="263" y="79"/>
                  <a:pt x="263" y="5971"/>
                </a:cubicBezTo>
                <a:cubicBezTo>
                  <a:pt x="263" y="12109"/>
                  <a:pt x="5980" y="12109"/>
                  <a:pt x="10206" y="12109"/>
                </a:cubicBezTo>
                <a:lnTo>
                  <a:pt x="86020" y="12109"/>
                </a:lnTo>
                <a:lnTo>
                  <a:pt x="86020" y="160888"/>
                </a:lnTo>
                <a:cubicBezTo>
                  <a:pt x="86020" y="164816"/>
                  <a:pt x="86020" y="170462"/>
                  <a:pt x="92234" y="170462"/>
                </a:cubicBezTo>
                <a:cubicBezTo>
                  <a:pt x="98200" y="170462"/>
                  <a:pt x="98200" y="164570"/>
                  <a:pt x="98200" y="160888"/>
                </a:cubicBezTo>
                <a:lnTo>
                  <a:pt x="98200" y="12109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9BAA42E-C85C-2073-77A1-1D3F08824F7D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3923247" y="3239563"/>
            <a:ext cx="183692" cy="170383"/>
          </a:xfrm>
          <a:custGeom>
            <a:avLst/>
            <a:gdLst>
              <a:gd name="connsiteX0" fmla="*/ 98200 w 183692"/>
              <a:gd name="connsiteY0" fmla="*/ 12109 h 170383"/>
              <a:gd name="connsiteX1" fmla="*/ 174013 w 183692"/>
              <a:gd name="connsiteY1" fmla="*/ 12109 h 170383"/>
              <a:gd name="connsiteX2" fmla="*/ 183956 w 183692"/>
              <a:gd name="connsiteY2" fmla="*/ 6216 h 170383"/>
              <a:gd name="connsiteX3" fmla="*/ 174013 w 183692"/>
              <a:gd name="connsiteY3" fmla="*/ 79 h 170383"/>
              <a:gd name="connsiteX4" fmla="*/ 10206 w 183692"/>
              <a:gd name="connsiteY4" fmla="*/ 79 h 170383"/>
              <a:gd name="connsiteX5" fmla="*/ 263 w 183692"/>
              <a:gd name="connsiteY5" fmla="*/ 5971 h 170383"/>
              <a:gd name="connsiteX6" fmla="*/ 10206 w 183692"/>
              <a:gd name="connsiteY6" fmla="*/ 12109 h 170383"/>
              <a:gd name="connsiteX7" fmla="*/ 86020 w 183692"/>
              <a:gd name="connsiteY7" fmla="*/ 12109 h 170383"/>
              <a:gd name="connsiteX8" fmla="*/ 86020 w 183692"/>
              <a:gd name="connsiteY8" fmla="*/ 160888 h 170383"/>
              <a:gd name="connsiteX9" fmla="*/ 92234 w 183692"/>
              <a:gd name="connsiteY9" fmla="*/ 170462 h 170383"/>
              <a:gd name="connsiteX10" fmla="*/ 98200 w 183692"/>
              <a:gd name="connsiteY10" fmla="*/ 160888 h 170383"/>
              <a:gd name="connsiteX11" fmla="*/ 98200 w 183692"/>
              <a:gd name="connsiteY11" fmla="*/ 12109 h 170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3692" h="170383">
                <a:moveTo>
                  <a:pt x="98200" y="12109"/>
                </a:moveTo>
                <a:lnTo>
                  <a:pt x="174013" y="12109"/>
                </a:lnTo>
                <a:cubicBezTo>
                  <a:pt x="177990" y="12109"/>
                  <a:pt x="183956" y="12109"/>
                  <a:pt x="183956" y="6216"/>
                </a:cubicBezTo>
                <a:cubicBezTo>
                  <a:pt x="183956" y="79"/>
                  <a:pt x="178239" y="79"/>
                  <a:pt x="174013" y="79"/>
                </a:cubicBezTo>
                <a:lnTo>
                  <a:pt x="10206" y="79"/>
                </a:lnTo>
                <a:cubicBezTo>
                  <a:pt x="6478" y="79"/>
                  <a:pt x="263" y="79"/>
                  <a:pt x="263" y="5971"/>
                </a:cubicBezTo>
                <a:cubicBezTo>
                  <a:pt x="263" y="12109"/>
                  <a:pt x="5980" y="12109"/>
                  <a:pt x="10206" y="12109"/>
                </a:cubicBezTo>
                <a:lnTo>
                  <a:pt x="86020" y="12109"/>
                </a:lnTo>
                <a:lnTo>
                  <a:pt x="86020" y="160888"/>
                </a:lnTo>
                <a:cubicBezTo>
                  <a:pt x="86020" y="164816"/>
                  <a:pt x="86020" y="170462"/>
                  <a:pt x="92234" y="170462"/>
                </a:cubicBezTo>
                <a:cubicBezTo>
                  <a:pt x="98200" y="170462"/>
                  <a:pt x="98200" y="164570"/>
                  <a:pt x="98200" y="160888"/>
                </a:cubicBezTo>
                <a:lnTo>
                  <a:pt x="98200" y="12109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2" name="Rounded Rectangle 29">
            <a:extLst>
              <a:ext uri="{FF2B5EF4-FFF2-40B4-BE49-F238E27FC236}">
                <a16:creationId xmlns:a16="http://schemas.microsoft.com/office/drawing/2014/main" id="{808D9260-64B7-6537-DAE5-AB4E67EC631A}"/>
              </a:ext>
            </a:extLst>
          </p:cNvPr>
          <p:cNvSpPr/>
          <p:nvPr/>
        </p:nvSpPr>
        <p:spPr>
          <a:xfrm rot="5400000">
            <a:off x="9715073" y="3912108"/>
            <a:ext cx="1397545" cy="1695433"/>
          </a:xfrm>
          <a:prstGeom prst="round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9025FAB-3DEC-8F84-0926-4EB797AEE357}"/>
              </a:ext>
            </a:extLst>
          </p:cNvPr>
          <p:cNvGrpSpPr/>
          <p:nvPr/>
        </p:nvGrpSpPr>
        <p:grpSpPr>
          <a:xfrm>
            <a:off x="6204221" y="4586841"/>
            <a:ext cx="1317874" cy="381000"/>
            <a:chOff x="1625786" y="4404204"/>
            <a:chExt cx="1317874" cy="381000"/>
          </a:xfrm>
        </p:grpSpPr>
        <p:sp>
          <p:nvSpPr>
            <p:cNvPr id="35" name="Rounded Rectangle 29">
              <a:extLst>
                <a:ext uri="{FF2B5EF4-FFF2-40B4-BE49-F238E27FC236}">
                  <a16:creationId xmlns:a16="http://schemas.microsoft.com/office/drawing/2014/main" id="{EEB6AE59-1D58-252A-A8E2-676396D61CC5}"/>
                </a:ext>
              </a:extLst>
            </p:cNvPr>
            <p:cNvSpPr/>
            <p:nvPr/>
          </p:nvSpPr>
          <p:spPr>
            <a:xfrm rot="5400000">
              <a:off x="2094223" y="3935767"/>
              <a:ext cx="381000" cy="1317874"/>
            </a:xfrm>
            <a:prstGeom prst="roundRect">
              <a:avLst/>
            </a:prstGeom>
            <a:solidFill>
              <a:srgbClr val="288CD2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E6F07206-BD9E-2974-05E9-CB9A356FBC77}"/>
                </a:ext>
              </a:extLst>
            </p:cNvPr>
            <p:cNvSpPr/>
            <p:nvPr/>
          </p:nvSpPr>
          <p:spPr>
            <a:xfrm rot="5400000">
              <a:off x="2540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840FF904-5EA8-BDCE-1D8F-4E1A05D4B221}"/>
                </a:ext>
              </a:extLst>
            </p:cNvPr>
            <p:cNvSpPr/>
            <p:nvPr/>
          </p:nvSpPr>
          <p:spPr>
            <a:xfrm rot="5400000">
              <a:off x="2159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82C12D05-DE04-2035-932B-9BB0121C8CC4}"/>
                </a:ext>
              </a:extLst>
            </p:cNvPr>
            <p:cNvSpPr/>
            <p:nvPr/>
          </p:nvSpPr>
          <p:spPr>
            <a:xfrm rot="5400000">
              <a:off x="1778186" y="4480404"/>
              <a:ext cx="228600" cy="2286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-ROMAN"/>
                <a:cs typeface="TIMES-ROMAN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6CF3EB-60A4-5532-FCD5-F2E6A2D92114}"/>
                  </a:ext>
                </a:extLst>
              </p:cNvPr>
              <p:cNvSpPr txBox="1"/>
              <p:nvPr/>
            </p:nvSpPr>
            <p:spPr>
              <a:xfrm>
                <a:off x="7589356" y="4494219"/>
                <a:ext cx="90806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CA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6CF3EB-60A4-5532-FCD5-F2E6A2D921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9356" y="4494219"/>
                <a:ext cx="908068" cy="523220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Oval 23">
            <a:extLst>
              <a:ext uri="{FF2B5EF4-FFF2-40B4-BE49-F238E27FC236}">
                <a16:creationId xmlns:a16="http://schemas.microsoft.com/office/drawing/2014/main" id="{C0B2A3F7-5894-7542-3BAC-B7F29DF87C45}"/>
              </a:ext>
            </a:extLst>
          </p:cNvPr>
          <p:cNvSpPr/>
          <p:nvPr/>
        </p:nvSpPr>
        <p:spPr>
          <a:xfrm rot="10800000">
            <a:off x="9726509" y="4194137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733768-DCED-DBF2-9F88-A04ECBFDF062}"/>
              </a:ext>
            </a:extLst>
          </p:cNvPr>
          <p:cNvSpPr/>
          <p:nvPr/>
        </p:nvSpPr>
        <p:spPr>
          <a:xfrm rot="10800000">
            <a:off x="9726509" y="4489809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DA5FBF8-F66A-8B25-A9A3-1BCD3C3B9488}"/>
              </a:ext>
            </a:extLst>
          </p:cNvPr>
          <p:cNvSpPr/>
          <p:nvPr/>
        </p:nvSpPr>
        <p:spPr>
          <a:xfrm rot="10800000">
            <a:off x="9726509" y="4791468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0EC32C3A-8836-AA4A-AA77-38DBCAA5FA27}"/>
              </a:ext>
            </a:extLst>
          </p:cNvPr>
          <p:cNvSpPr/>
          <p:nvPr/>
        </p:nvSpPr>
        <p:spPr>
          <a:xfrm rot="10800000">
            <a:off x="9726509" y="5087140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1373CB1-C339-F13A-3B79-9B6FB39602C3}"/>
              </a:ext>
            </a:extLst>
          </p:cNvPr>
          <p:cNvSpPr/>
          <p:nvPr/>
        </p:nvSpPr>
        <p:spPr>
          <a:xfrm rot="10800000">
            <a:off x="10103757" y="4194137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6A8916D-234B-03D2-C138-F50BCFFE3CBB}"/>
              </a:ext>
            </a:extLst>
          </p:cNvPr>
          <p:cNvSpPr/>
          <p:nvPr/>
        </p:nvSpPr>
        <p:spPr>
          <a:xfrm rot="10800000">
            <a:off x="10103757" y="4489809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F3A87C0-D099-426E-4E7B-911D353A5529}"/>
              </a:ext>
            </a:extLst>
          </p:cNvPr>
          <p:cNvSpPr/>
          <p:nvPr/>
        </p:nvSpPr>
        <p:spPr>
          <a:xfrm rot="10800000">
            <a:off x="10103757" y="4791468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28149B9-FB55-362F-2835-1334D02DEBC3}"/>
              </a:ext>
            </a:extLst>
          </p:cNvPr>
          <p:cNvSpPr/>
          <p:nvPr/>
        </p:nvSpPr>
        <p:spPr>
          <a:xfrm rot="10800000">
            <a:off x="10103757" y="5087140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AB27B6B-9195-563C-5DE8-B6B67B4B62E0}"/>
              </a:ext>
            </a:extLst>
          </p:cNvPr>
          <p:cNvSpPr/>
          <p:nvPr/>
        </p:nvSpPr>
        <p:spPr>
          <a:xfrm rot="10800000">
            <a:off x="10481005" y="4194137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058273A-AF58-5A40-1D40-2C8F4ACD1836}"/>
              </a:ext>
            </a:extLst>
          </p:cNvPr>
          <p:cNvSpPr/>
          <p:nvPr/>
        </p:nvSpPr>
        <p:spPr>
          <a:xfrm rot="10800000">
            <a:off x="10481005" y="4489809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D6D3822-8641-3ADA-682F-2FA7D0ACF29C}"/>
              </a:ext>
            </a:extLst>
          </p:cNvPr>
          <p:cNvSpPr/>
          <p:nvPr/>
        </p:nvSpPr>
        <p:spPr>
          <a:xfrm rot="10800000">
            <a:off x="10481005" y="4791468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C7EEE5F-7684-9B69-0BC6-C07DF043CBA6}"/>
              </a:ext>
            </a:extLst>
          </p:cNvPr>
          <p:cNvSpPr/>
          <p:nvPr/>
        </p:nvSpPr>
        <p:spPr>
          <a:xfrm rot="10800000">
            <a:off x="10481005" y="5087140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7718723-BDCD-043B-15A8-87C907CBBA73}"/>
              </a:ext>
            </a:extLst>
          </p:cNvPr>
          <p:cNvSpPr/>
          <p:nvPr/>
        </p:nvSpPr>
        <p:spPr>
          <a:xfrm rot="10800000">
            <a:off x="10858253" y="4194137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E7A7BF7-9C09-3D7B-066F-E7D6A025F424}"/>
              </a:ext>
            </a:extLst>
          </p:cNvPr>
          <p:cNvSpPr/>
          <p:nvPr/>
        </p:nvSpPr>
        <p:spPr>
          <a:xfrm rot="10800000">
            <a:off x="10858253" y="4489809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CD111969-82B1-E38E-6F7F-8405F83E21D9}"/>
              </a:ext>
            </a:extLst>
          </p:cNvPr>
          <p:cNvSpPr/>
          <p:nvPr/>
        </p:nvSpPr>
        <p:spPr>
          <a:xfrm rot="10800000">
            <a:off x="10858253" y="4791468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1946D41-AE65-9359-C32A-6F1A2DB0ED07}"/>
              </a:ext>
            </a:extLst>
          </p:cNvPr>
          <p:cNvSpPr/>
          <p:nvPr/>
        </p:nvSpPr>
        <p:spPr>
          <a:xfrm rot="10800000">
            <a:off x="10858253" y="5087140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BDD03D9-2277-E1EF-A798-41580AFF4DA5}"/>
              </a:ext>
            </a:extLst>
          </p:cNvPr>
          <p:cNvGrpSpPr/>
          <p:nvPr/>
        </p:nvGrpSpPr>
        <p:grpSpPr>
          <a:xfrm>
            <a:off x="5131581" y="3239563"/>
            <a:ext cx="460444" cy="365094"/>
            <a:chOff x="5236660" y="3226445"/>
            <a:chExt cx="460444" cy="365094"/>
          </a:xfrm>
        </p:grpSpPr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DA0B0E90-5920-2E96-C28B-43301C6FF250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5236660" y="3348134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2EB3E289-674C-87F1-A44A-2C5553AE7666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5513412" y="3226445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sp>
        <p:nvSpPr>
          <p:cNvPr id="901" name="Freeform: Shape 900">
            <a:extLst>
              <a:ext uri="{FF2B5EF4-FFF2-40B4-BE49-F238E27FC236}">
                <a16:creationId xmlns:a16="http://schemas.microsoft.com/office/drawing/2014/main" id="{0F9099AA-8848-B0CE-6784-CEF2D1BB635E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5131581" y="3361252"/>
            <a:ext cx="289760" cy="243405"/>
          </a:xfrm>
          <a:custGeom>
            <a:avLst/>
            <a:gdLst>
              <a:gd name="connsiteX0" fmla="*/ 253742 w 289760"/>
              <a:gd name="connsiteY0" fmla="*/ 24289 h 243405"/>
              <a:gd name="connsiteX1" fmla="*/ 283215 w 289760"/>
              <a:gd name="connsiteY1" fmla="*/ 16573 h 243405"/>
              <a:gd name="connsiteX2" fmla="*/ 289962 w 289760"/>
              <a:gd name="connsiteY2" fmla="*/ 16573 h 243405"/>
              <a:gd name="connsiteX3" fmla="*/ 289962 w 289760"/>
              <a:gd name="connsiteY3" fmla="*/ 89 h 243405"/>
              <a:gd name="connsiteX4" fmla="*/ 249836 w 289760"/>
              <a:gd name="connsiteY4" fmla="*/ 1141 h 243405"/>
              <a:gd name="connsiteX5" fmla="*/ 203318 w 289760"/>
              <a:gd name="connsiteY5" fmla="*/ 89 h 243405"/>
              <a:gd name="connsiteX6" fmla="*/ 203318 w 289760"/>
              <a:gd name="connsiteY6" fmla="*/ 16573 h 243405"/>
              <a:gd name="connsiteX7" fmla="*/ 234566 w 289760"/>
              <a:gd name="connsiteY7" fmla="*/ 20782 h 243405"/>
              <a:gd name="connsiteX8" fmla="*/ 233146 w 289760"/>
              <a:gd name="connsiteY8" fmla="*/ 24991 h 243405"/>
              <a:gd name="connsiteX9" fmla="*/ 161416 w 289760"/>
              <a:gd name="connsiteY9" fmla="*/ 184572 h 243405"/>
              <a:gd name="connsiteX10" fmla="*/ 85780 w 289760"/>
              <a:gd name="connsiteY10" fmla="*/ 16573 h 243405"/>
              <a:gd name="connsiteX11" fmla="*/ 119159 w 289760"/>
              <a:gd name="connsiteY11" fmla="*/ 16573 h 243405"/>
              <a:gd name="connsiteX12" fmla="*/ 119159 w 289760"/>
              <a:gd name="connsiteY12" fmla="*/ 89 h 243405"/>
              <a:gd name="connsiteX13" fmla="*/ 56307 w 289760"/>
              <a:gd name="connsiteY13" fmla="*/ 1141 h 243405"/>
              <a:gd name="connsiteX14" fmla="*/ 201 w 289760"/>
              <a:gd name="connsiteY14" fmla="*/ 89 h 243405"/>
              <a:gd name="connsiteX15" fmla="*/ 201 w 289760"/>
              <a:gd name="connsiteY15" fmla="*/ 16573 h 243405"/>
              <a:gd name="connsiteX16" fmla="*/ 32870 w 289760"/>
              <a:gd name="connsiteY16" fmla="*/ 16573 h 243405"/>
              <a:gd name="connsiteX17" fmla="*/ 130877 w 289760"/>
              <a:gd name="connsiteY17" fmla="*/ 234375 h 243405"/>
              <a:gd name="connsiteX18" fmla="*/ 145081 w 289760"/>
              <a:gd name="connsiteY18" fmla="*/ 243494 h 243405"/>
              <a:gd name="connsiteX19" fmla="*/ 159285 w 289760"/>
              <a:gd name="connsiteY19" fmla="*/ 235077 h 243405"/>
              <a:gd name="connsiteX20" fmla="*/ 253742 w 289760"/>
              <a:gd name="connsiteY20" fmla="*/ 24289 h 2434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89760" h="243405">
                <a:moveTo>
                  <a:pt x="253742" y="24289"/>
                </a:moveTo>
                <a:cubicBezTo>
                  <a:pt x="255872" y="19730"/>
                  <a:pt x="257293" y="16573"/>
                  <a:pt x="283215" y="16573"/>
                </a:cubicBezTo>
                <a:lnTo>
                  <a:pt x="289962" y="16573"/>
                </a:lnTo>
                <a:lnTo>
                  <a:pt x="289962" y="89"/>
                </a:lnTo>
                <a:cubicBezTo>
                  <a:pt x="276468" y="440"/>
                  <a:pt x="259423" y="1141"/>
                  <a:pt x="249836" y="1141"/>
                </a:cubicBezTo>
                <a:cubicBezTo>
                  <a:pt x="235632" y="1141"/>
                  <a:pt x="217167" y="1141"/>
                  <a:pt x="203318" y="89"/>
                </a:cubicBezTo>
                <a:lnTo>
                  <a:pt x="203318" y="16573"/>
                </a:lnTo>
                <a:cubicBezTo>
                  <a:pt x="206514" y="16573"/>
                  <a:pt x="234566" y="16573"/>
                  <a:pt x="234566" y="20782"/>
                </a:cubicBezTo>
                <a:cubicBezTo>
                  <a:pt x="234566" y="22185"/>
                  <a:pt x="233501" y="23938"/>
                  <a:pt x="233146" y="24991"/>
                </a:cubicBezTo>
                <a:lnTo>
                  <a:pt x="161416" y="184572"/>
                </a:lnTo>
                <a:lnTo>
                  <a:pt x="85780" y="16573"/>
                </a:lnTo>
                <a:lnTo>
                  <a:pt x="119159" y="16573"/>
                </a:lnTo>
                <a:lnTo>
                  <a:pt x="119159" y="89"/>
                </a:lnTo>
                <a:cubicBezTo>
                  <a:pt x="105665" y="1141"/>
                  <a:pt x="71576" y="1141"/>
                  <a:pt x="56307" y="1141"/>
                </a:cubicBezTo>
                <a:cubicBezTo>
                  <a:pt x="42458" y="1141"/>
                  <a:pt x="12629" y="1141"/>
                  <a:pt x="201" y="89"/>
                </a:cubicBezTo>
                <a:lnTo>
                  <a:pt x="201" y="16573"/>
                </a:lnTo>
                <a:lnTo>
                  <a:pt x="32870" y="16573"/>
                </a:lnTo>
                <a:lnTo>
                  <a:pt x="130877" y="234375"/>
                </a:lnTo>
                <a:cubicBezTo>
                  <a:pt x="133718" y="240689"/>
                  <a:pt x="135139" y="243494"/>
                  <a:pt x="145081" y="243494"/>
                </a:cubicBezTo>
                <a:cubicBezTo>
                  <a:pt x="150763" y="243494"/>
                  <a:pt x="155379" y="243494"/>
                  <a:pt x="159285" y="235077"/>
                </a:cubicBezTo>
                <a:lnTo>
                  <a:pt x="253742" y="24289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grpSp>
        <p:nvGrpSpPr>
          <p:cNvPr id="919" name="Group 918">
            <a:extLst>
              <a:ext uri="{FF2B5EF4-FFF2-40B4-BE49-F238E27FC236}">
                <a16:creationId xmlns:a16="http://schemas.microsoft.com/office/drawing/2014/main" id="{FE2CCEE4-7BCE-6372-FA1F-715B9D796DCE}"/>
              </a:ext>
            </a:extLst>
          </p:cNvPr>
          <p:cNvGrpSpPr/>
          <p:nvPr/>
        </p:nvGrpSpPr>
        <p:grpSpPr>
          <a:xfrm>
            <a:off x="4918083" y="3872298"/>
            <a:ext cx="908068" cy="1811445"/>
            <a:chOff x="5068743" y="4024698"/>
            <a:chExt cx="908068" cy="1811445"/>
          </a:xfrm>
        </p:grpSpPr>
        <p:grpSp>
          <p:nvGrpSpPr>
            <p:cNvPr id="903" name="Group 902">
              <a:extLst>
                <a:ext uri="{FF2B5EF4-FFF2-40B4-BE49-F238E27FC236}">
                  <a16:creationId xmlns:a16="http://schemas.microsoft.com/office/drawing/2014/main" id="{08EEA535-F51F-56E5-F467-E3011871103E}"/>
                </a:ext>
              </a:extLst>
            </p:cNvPr>
            <p:cNvGrpSpPr/>
            <p:nvPr/>
          </p:nvGrpSpPr>
          <p:grpSpPr>
            <a:xfrm>
              <a:off x="5070483" y="4024698"/>
              <a:ext cx="906328" cy="381000"/>
              <a:chOff x="6096000" y="3874413"/>
              <a:chExt cx="906328" cy="381000"/>
            </a:xfrm>
          </p:grpSpPr>
          <p:sp>
            <p:nvSpPr>
              <p:cNvPr id="904" name="Rounded Rectangle 29">
                <a:extLst>
                  <a:ext uri="{FF2B5EF4-FFF2-40B4-BE49-F238E27FC236}">
                    <a16:creationId xmlns:a16="http://schemas.microsoft.com/office/drawing/2014/main" id="{6039B80A-C817-F174-5772-63F67C6E6438}"/>
                  </a:ext>
                </a:extLst>
              </p:cNvPr>
              <p:cNvSpPr/>
              <p:nvPr/>
            </p:nvSpPr>
            <p:spPr>
              <a:xfrm rot="5400000">
                <a:off x="6358664" y="3611749"/>
                <a:ext cx="381000" cy="906328"/>
              </a:xfrm>
              <a:prstGeom prst="roundRect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05" name="Oval 904">
                <a:extLst>
                  <a:ext uri="{FF2B5EF4-FFF2-40B4-BE49-F238E27FC236}">
                    <a16:creationId xmlns:a16="http://schemas.microsoft.com/office/drawing/2014/main" id="{831DC7EC-8DE0-7EF0-BC3D-C20CC0EA7AD9}"/>
                  </a:ext>
                </a:extLst>
              </p:cNvPr>
              <p:cNvSpPr/>
              <p:nvPr/>
            </p:nvSpPr>
            <p:spPr>
              <a:xfrm rot="5400000">
                <a:off x="6629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06" name="Oval 905">
                <a:extLst>
                  <a:ext uri="{FF2B5EF4-FFF2-40B4-BE49-F238E27FC236}">
                    <a16:creationId xmlns:a16="http://schemas.microsoft.com/office/drawing/2014/main" id="{33342619-9A8D-B52D-3370-F75D92AA6391}"/>
                  </a:ext>
                </a:extLst>
              </p:cNvPr>
              <p:cNvSpPr/>
              <p:nvPr/>
            </p:nvSpPr>
            <p:spPr>
              <a:xfrm rot="5400000">
                <a:off x="6248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  <p:grpSp>
          <p:nvGrpSpPr>
            <p:cNvPr id="907" name="Group 906">
              <a:extLst>
                <a:ext uri="{FF2B5EF4-FFF2-40B4-BE49-F238E27FC236}">
                  <a16:creationId xmlns:a16="http://schemas.microsoft.com/office/drawing/2014/main" id="{5F556C17-E93E-8B43-0F8E-62D767698368}"/>
                </a:ext>
              </a:extLst>
            </p:cNvPr>
            <p:cNvGrpSpPr/>
            <p:nvPr/>
          </p:nvGrpSpPr>
          <p:grpSpPr>
            <a:xfrm>
              <a:off x="5068743" y="4498938"/>
              <a:ext cx="908067" cy="381000"/>
              <a:chOff x="6095999" y="3874413"/>
              <a:chExt cx="908067" cy="381000"/>
            </a:xfrm>
          </p:grpSpPr>
          <p:sp>
            <p:nvSpPr>
              <p:cNvPr id="908" name="Rounded Rectangle 29">
                <a:extLst>
                  <a:ext uri="{FF2B5EF4-FFF2-40B4-BE49-F238E27FC236}">
                    <a16:creationId xmlns:a16="http://schemas.microsoft.com/office/drawing/2014/main" id="{0157FABB-85F3-35CF-03EC-94FD0B5430BD}"/>
                  </a:ext>
                </a:extLst>
              </p:cNvPr>
              <p:cNvSpPr/>
              <p:nvPr/>
            </p:nvSpPr>
            <p:spPr>
              <a:xfrm rot="5400000">
                <a:off x="6359533" y="3610879"/>
                <a:ext cx="381000" cy="908067"/>
              </a:xfrm>
              <a:prstGeom prst="roundRect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09" name="Oval 908">
                <a:extLst>
                  <a:ext uri="{FF2B5EF4-FFF2-40B4-BE49-F238E27FC236}">
                    <a16:creationId xmlns:a16="http://schemas.microsoft.com/office/drawing/2014/main" id="{B4B65B8B-009E-3146-A6ED-8EC11B86DDA9}"/>
                  </a:ext>
                </a:extLst>
              </p:cNvPr>
              <p:cNvSpPr/>
              <p:nvPr/>
            </p:nvSpPr>
            <p:spPr>
              <a:xfrm rot="5400000">
                <a:off x="6629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10" name="Oval 909">
                <a:extLst>
                  <a:ext uri="{FF2B5EF4-FFF2-40B4-BE49-F238E27FC236}">
                    <a16:creationId xmlns:a16="http://schemas.microsoft.com/office/drawing/2014/main" id="{CBF20864-6BA9-499F-4F38-651D933F85E6}"/>
                  </a:ext>
                </a:extLst>
              </p:cNvPr>
              <p:cNvSpPr/>
              <p:nvPr/>
            </p:nvSpPr>
            <p:spPr>
              <a:xfrm rot="5400000">
                <a:off x="6248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  <p:grpSp>
          <p:nvGrpSpPr>
            <p:cNvPr id="911" name="Group 910">
              <a:extLst>
                <a:ext uri="{FF2B5EF4-FFF2-40B4-BE49-F238E27FC236}">
                  <a16:creationId xmlns:a16="http://schemas.microsoft.com/office/drawing/2014/main" id="{32A3BDEF-7207-5FC9-D5E8-083C63588572}"/>
                </a:ext>
              </a:extLst>
            </p:cNvPr>
            <p:cNvGrpSpPr/>
            <p:nvPr/>
          </p:nvGrpSpPr>
          <p:grpSpPr>
            <a:xfrm>
              <a:off x="5068743" y="4981812"/>
              <a:ext cx="908068" cy="381000"/>
              <a:chOff x="6096000" y="3874413"/>
              <a:chExt cx="908068" cy="381000"/>
            </a:xfrm>
          </p:grpSpPr>
          <p:sp>
            <p:nvSpPr>
              <p:cNvPr id="912" name="Rounded Rectangle 29">
                <a:extLst>
                  <a:ext uri="{FF2B5EF4-FFF2-40B4-BE49-F238E27FC236}">
                    <a16:creationId xmlns:a16="http://schemas.microsoft.com/office/drawing/2014/main" id="{EAE65302-86CB-83D6-31F3-A71DF2E48707}"/>
                  </a:ext>
                </a:extLst>
              </p:cNvPr>
              <p:cNvSpPr/>
              <p:nvPr/>
            </p:nvSpPr>
            <p:spPr>
              <a:xfrm rot="5400000">
                <a:off x="6359534" y="3610879"/>
                <a:ext cx="381000" cy="908068"/>
              </a:xfrm>
              <a:prstGeom prst="roundRect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13" name="Oval 912">
                <a:extLst>
                  <a:ext uri="{FF2B5EF4-FFF2-40B4-BE49-F238E27FC236}">
                    <a16:creationId xmlns:a16="http://schemas.microsoft.com/office/drawing/2014/main" id="{279B3EBC-3006-373D-20F8-CA4034C86C2B}"/>
                  </a:ext>
                </a:extLst>
              </p:cNvPr>
              <p:cNvSpPr/>
              <p:nvPr/>
            </p:nvSpPr>
            <p:spPr>
              <a:xfrm rot="5400000">
                <a:off x="6629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14" name="Oval 913">
                <a:extLst>
                  <a:ext uri="{FF2B5EF4-FFF2-40B4-BE49-F238E27FC236}">
                    <a16:creationId xmlns:a16="http://schemas.microsoft.com/office/drawing/2014/main" id="{37301EBF-12E1-CEB9-A1B3-CD39E82C7809}"/>
                  </a:ext>
                </a:extLst>
              </p:cNvPr>
              <p:cNvSpPr/>
              <p:nvPr/>
            </p:nvSpPr>
            <p:spPr>
              <a:xfrm rot="5400000">
                <a:off x="6248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  <p:grpSp>
          <p:nvGrpSpPr>
            <p:cNvPr id="915" name="Group 914">
              <a:extLst>
                <a:ext uri="{FF2B5EF4-FFF2-40B4-BE49-F238E27FC236}">
                  <a16:creationId xmlns:a16="http://schemas.microsoft.com/office/drawing/2014/main" id="{B1A667B5-C12E-27EA-1E4B-C27570C109B3}"/>
                </a:ext>
              </a:extLst>
            </p:cNvPr>
            <p:cNvGrpSpPr/>
            <p:nvPr/>
          </p:nvGrpSpPr>
          <p:grpSpPr>
            <a:xfrm>
              <a:off x="5079979" y="5455143"/>
              <a:ext cx="896832" cy="381000"/>
              <a:chOff x="6096000" y="3874413"/>
              <a:chExt cx="896832" cy="381000"/>
            </a:xfrm>
          </p:grpSpPr>
          <p:sp>
            <p:nvSpPr>
              <p:cNvPr id="916" name="Rounded Rectangle 29">
                <a:extLst>
                  <a:ext uri="{FF2B5EF4-FFF2-40B4-BE49-F238E27FC236}">
                    <a16:creationId xmlns:a16="http://schemas.microsoft.com/office/drawing/2014/main" id="{BBDC85DB-79DA-EFE0-6453-47BEBFB659E8}"/>
                  </a:ext>
                </a:extLst>
              </p:cNvPr>
              <p:cNvSpPr/>
              <p:nvPr/>
            </p:nvSpPr>
            <p:spPr>
              <a:xfrm rot="5400000">
                <a:off x="6353916" y="3616497"/>
                <a:ext cx="381000" cy="896832"/>
              </a:xfrm>
              <a:prstGeom prst="roundRect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17" name="Oval 916">
                <a:extLst>
                  <a:ext uri="{FF2B5EF4-FFF2-40B4-BE49-F238E27FC236}">
                    <a16:creationId xmlns:a16="http://schemas.microsoft.com/office/drawing/2014/main" id="{47C9B1EF-4927-67D0-E3A3-648A7A46C32E}"/>
                  </a:ext>
                </a:extLst>
              </p:cNvPr>
              <p:cNvSpPr/>
              <p:nvPr/>
            </p:nvSpPr>
            <p:spPr>
              <a:xfrm rot="5400000">
                <a:off x="6629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18" name="Oval 917">
                <a:extLst>
                  <a:ext uri="{FF2B5EF4-FFF2-40B4-BE49-F238E27FC236}">
                    <a16:creationId xmlns:a16="http://schemas.microsoft.com/office/drawing/2014/main" id="{9D14DE26-58D2-EDE7-75FB-4015DA75D738}"/>
                  </a:ext>
                </a:extLst>
              </p:cNvPr>
              <p:cNvSpPr/>
              <p:nvPr/>
            </p:nvSpPr>
            <p:spPr>
              <a:xfrm rot="5400000">
                <a:off x="6248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</p:grpSp>
      <p:sp>
        <p:nvSpPr>
          <p:cNvPr id="30" name="Title 1">
            <a:extLst>
              <a:ext uri="{FF2B5EF4-FFF2-40B4-BE49-F238E27FC236}">
                <a16:creationId xmlns:a16="http://schemas.microsoft.com/office/drawing/2014/main" id="{5A290D21-D518-207C-8B63-F1CF3EC8D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813" y="0"/>
            <a:ext cx="11382375" cy="1325563"/>
          </a:xfrm>
        </p:spPr>
        <p:txBody>
          <a:bodyPr/>
          <a:lstStyle/>
          <a:p>
            <a:r>
              <a:rPr lang="en-CA" dirty="0"/>
              <a:t>Transformer Encoder</a:t>
            </a:r>
          </a:p>
        </p:txBody>
      </p:sp>
    </p:spTree>
    <p:extLst>
      <p:ext uri="{BB962C8B-B14F-4D97-AF65-F5344CB8AC3E}">
        <p14:creationId xmlns:p14="http://schemas.microsoft.com/office/powerpoint/2010/main" val="17142003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 animBg="1"/>
      <p:bldP spid="19" grpId="0" animBg="1"/>
      <p:bldP spid="22" grpId="0" animBg="1"/>
      <p:bldP spid="14" grpId="0" animBg="1"/>
      <p:bldP spid="21" grpId="0" animBg="1"/>
      <p:bldP spid="23" grpId="0" animBg="1"/>
      <p:bldP spid="15" grpId="0" animBg="1"/>
      <p:bldP spid="17" grpId="0" animBg="1"/>
      <p:bldP spid="25" grpId="0" animBg="1"/>
      <p:bldP spid="27" grpId="0" animBg="1"/>
      <p:bldP spid="16" grpId="0" animBg="1"/>
      <p:bldP spid="18" grpId="0" animBg="1"/>
      <p:bldP spid="26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FCD6F0-FA8C-6D58-A731-DFB7DA97B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  <a:p>
            <a:endParaRPr lang="en-CA" dirty="0"/>
          </a:p>
        </p:txBody>
      </p:sp>
      <p:grpSp>
        <p:nvGrpSpPr>
          <p:cNvPr id="61" name="Group 60" descr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8698B5A3-373E-AE5E-2858-B17BE9D9AC10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232556" y="1879600"/>
            <a:ext cx="3726888" cy="867767"/>
            <a:chOff x="9969390" y="4471220"/>
            <a:chExt cx="3726888" cy="867767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6024729D-D495-CF48-F899-AECAB8C9383D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0030388" y="4682233"/>
              <a:ext cx="118248" cy="32617"/>
            </a:xfrm>
            <a:custGeom>
              <a:avLst/>
              <a:gdLst>
                <a:gd name="connsiteX0" fmla="*/ 118429 w 118248"/>
                <a:gd name="connsiteY0" fmla="*/ 5347 h 32617"/>
                <a:gd name="connsiteX1" fmla="*/ 112748 w 118248"/>
                <a:gd name="connsiteY1" fmla="*/ 86 h 32617"/>
                <a:gd name="connsiteX2" fmla="*/ 83630 w 118248"/>
                <a:gd name="connsiteY2" fmla="*/ 16921 h 32617"/>
                <a:gd name="connsiteX3" fmla="*/ 60548 w 118248"/>
                <a:gd name="connsiteY3" fmla="*/ 8153 h 32617"/>
                <a:gd name="connsiteX4" fmla="*/ 38532 w 118248"/>
                <a:gd name="connsiteY4" fmla="*/ 86 h 32617"/>
                <a:gd name="connsiteX5" fmla="*/ 181 w 118248"/>
                <a:gd name="connsiteY5" fmla="*/ 27443 h 32617"/>
                <a:gd name="connsiteX6" fmla="*/ 5863 w 118248"/>
                <a:gd name="connsiteY6" fmla="*/ 32704 h 32617"/>
                <a:gd name="connsiteX7" fmla="*/ 34981 w 118248"/>
                <a:gd name="connsiteY7" fmla="*/ 15869 h 32617"/>
                <a:gd name="connsiteX8" fmla="*/ 58063 w 118248"/>
                <a:gd name="connsiteY8" fmla="*/ 24637 h 32617"/>
                <a:gd name="connsiteX9" fmla="*/ 80079 w 118248"/>
                <a:gd name="connsiteY9" fmla="*/ 32704 h 32617"/>
                <a:gd name="connsiteX10" fmla="*/ 118429 w 118248"/>
                <a:gd name="connsiteY10" fmla="*/ 5347 h 32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48" h="32617">
                  <a:moveTo>
                    <a:pt x="118429" y="5347"/>
                  </a:moveTo>
                  <a:lnTo>
                    <a:pt x="112748" y="86"/>
                  </a:lnTo>
                  <a:cubicBezTo>
                    <a:pt x="112748" y="437"/>
                    <a:pt x="99254" y="16921"/>
                    <a:pt x="83630" y="16921"/>
                  </a:cubicBezTo>
                  <a:cubicBezTo>
                    <a:pt x="75462" y="16921"/>
                    <a:pt x="66585" y="11660"/>
                    <a:pt x="60548" y="8153"/>
                  </a:cubicBezTo>
                  <a:cubicBezTo>
                    <a:pt x="50961" y="2541"/>
                    <a:pt x="44569" y="86"/>
                    <a:pt x="38532" y="86"/>
                  </a:cubicBezTo>
                  <a:cubicBezTo>
                    <a:pt x="25038" y="86"/>
                    <a:pt x="18291" y="7802"/>
                    <a:pt x="181" y="27443"/>
                  </a:cubicBezTo>
                  <a:lnTo>
                    <a:pt x="5863" y="32704"/>
                  </a:lnTo>
                  <a:cubicBezTo>
                    <a:pt x="5863" y="32353"/>
                    <a:pt x="19357" y="15869"/>
                    <a:pt x="34981" y="15869"/>
                  </a:cubicBezTo>
                  <a:cubicBezTo>
                    <a:pt x="43148" y="15869"/>
                    <a:pt x="52026" y="21130"/>
                    <a:pt x="58063" y="24637"/>
                  </a:cubicBezTo>
                  <a:cubicBezTo>
                    <a:pt x="67650" y="30249"/>
                    <a:pt x="74042" y="32704"/>
                    <a:pt x="80079" y="32704"/>
                  </a:cubicBezTo>
                  <a:cubicBezTo>
                    <a:pt x="93572" y="32704"/>
                    <a:pt x="100319" y="24988"/>
                    <a:pt x="118429" y="534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5E4D4AB-C712-10E7-F4AB-5EE97C6089A3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9969390" y="4767656"/>
              <a:ext cx="242887" cy="238495"/>
            </a:xfrm>
            <a:custGeom>
              <a:avLst/>
              <a:gdLst>
                <a:gd name="connsiteX0" fmla="*/ 243068 w 242887"/>
                <a:gd name="connsiteY0" fmla="*/ 142485 h 238495"/>
                <a:gd name="connsiteX1" fmla="*/ 226378 w 242887"/>
                <a:gd name="connsiteY1" fmla="*/ 142485 h 238495"/>
                <a:gd name="connsiteX2" fmla="*/ 142930 w 242887"/>
                <a:gd name="connsiteY2" fmla="*/ 222100 h 238495"/>
                <a:gd name="connsiteX3" fmla="*/ 88955 w 242887"/>
                <a:gd name="connsiteY3" fmla="*/ 222100 h 238495"/>
                <a:gd name="connsiteX4" fmla="*/ 88955 w 242887"/>
                <a:gd name="connsiteY4" fmla="*/ 123195 h 238495"/>
                <a:gd name="connsiteX5" fmla="*/ 108485 w 242887"/>
                <a:gd name="connsiteY5" fmla="*/ 123195 h 238495"/>
                <a:gd name="connsiteX6" fmla="*/ 146126 w 242887"/>
                <a:gd name="connsiteY6" fmla="*/ 164230 h 238495"/>
                <a:gd name="connsiteX7" fmla="*/ 162816 w 242887"/>
                <a:gd name="connsiteY7" fmla="*/ 164230 h 238495"/>
                <a:gd name="connsiteX8" fmla="*/ 162816 w 242887"/>
                <a:gd name="connsiteY8" fmla="*/ 65675 h 238495"/>
                <a:gd name="connsiteX9" fmla="*/ 146126 w 242887"/>
                <a:gd name="connsiteY9" fmla="*/ 65675 h 238495"/>
                <a:gd name="connsiteX10" fmla="*/ 108485 w 242887"/>
                <a:gd name="connsiteY10" fmla="*/ 106710 h 238495"/>
                <a:gd name="connsiteX11" fmla="*/ 88955 w 242887"/>
                <a:gd name="connsiteY11" fmla="*/ 106710 h 238495"/>
                <a:gd name="connsiteX12" fmla="*/ 88955 w 242887"/>
                <a:gd name="connsiteY12" fmla="*/ 16573 h 238495"/>
                <a:gd name="connsiteX13" fmla="*/ 142930 w 242887"/>
                <a:gd name="connsiteY13" fmla="*/ 16573 h 238495"/>
                <a:gd name="connsiteX14" fmla="*/ 215015 w 242887"/>
                <a:gd name="connsiteY14" fmla="*/ 84614 h 238495"/>
                <a:gd name="connsiteX15" fmla="*/ 231705 w 242887"/>
                <a:gd name="connsiteY15" fmla="*/ 84614 h 238495"/>
                <a:gd name="connsiteX16" fmla="*/ 220697 w 242887"/>
                <a:gd name="connsiteY16" fmla="*/ 89 h 238495"/>
                <a:gd name="connsiteX17" fmla="*/ 180 w 242887"/>
                <a:gd name="connsiteY17" fmla="*/ 89 h 238495"/>
                <a:gd name="connsiteX18" fmla="*/ 180 w 242887"/>
                <a:gd name="connsiteY18" fmla="*/ 16573 h 238495"/>
                <a:gd name="connsiteX19" fmla="*/ 38531 w 242887"/>
                <a:gd name="connsiteY19" fmla="*/ 16573 h 238495"/>
                <a:gd name="connsiteX20" fmla="*/ 38531 w 242887"/>
                <a:gd name="connsiteY20" fmla="*/ 222100 h 238495"/>
                <a:gd name="connsiteX21" fmla="*/ 180 w 242887"/>
                <a:gd name="connsiteY21" fmla="*/ 222100 h 238495"/>
                <a:gd name="connsiteX22" fmla="*/ 180 w 242887"/>
                <a:gd name="connsiteY22" fmla="*/ 238584 h 238495"/>
                <a:gd name="connsiteX23" fmla="*/ 226733 w 242887"/>
                <a:gd name="connsiteY23" fmla="*/ 238584 h 238495"/>
                <a:gd name="connsiteX24" fmla="*/ 243068 w 242887"/>
                <a:gd name="connsiteY24" fmla="*/ 142485 h 238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2887" h="238495">
                  <a:moveTo>
                    <a:pt x="243068" y="142485"/>
                  </a:moveTo>
                  <a:lnTo>
                    <a:pt x="226378" y="142485"/>
                  </a:lnTo>
                  <a:cubicBezTo>
                    <a:pt x="218566" y="190885"/>
                    <a:pt x="208623" y="222100"/>
                    <a:pt x="142930" y="222100"/>
                  </a:cubicBezTo>
                  <a:lnTo>
                    <a:pt x="88955" y="222100"/>
                  </a:lnTo>
                  <a:lnTo>
                    <a:pt x="88955" y="123195"/>
                  </a:lnTo>
                  <a:lnTo>
                    <a:pt x="108485" y="123195"/>
                  </a:lnTo>
                  <a:cubicBezTo>
                    <a:pt x="142575" y="123195"/>
                    <a:pt x="146126" y="138276"/>
                    <a:pt x="146126" y="164230"/>
                  </a:cubicBezTo>
                  <a:lnTo>
                    <a:pt x="162816" y="164230"/>
                  </a:lnTo>
                  <a:lnTo>
                    <a:pt x="162816" y="65675"/>
                  </a:lnTo>
                  <a:lnTo>
                    <a:pt x="146126" y="65675"/>
                  </a:lnTo>
                  <a:cubicBezTo>
                    <a:pt x="146126" y="91629"/>
                    <a:pt x="142930" y="106710"/>
                    <a:pt x="108485" y="106710"/>
                  </a:cubicBezTo>
                  <a:lnTo>
                    <a:pt x="88955" y="106710"/>
                  </a:lnTo>
                  <a:lnTo>
                    <a:pt x="88955" y="16573"/>
                  </a:lnTo>
                  <a:lnTo>
                    <a:pt x="142930" y="16573"/>
                  </a:lnTo>
                  <a:cubicBezTo>
                    <a:pt x="200101" y="16573"/>
                    <a:pt x="209334" y="42176"/>
                    <a:pt x="215015" y="84614"/>
                  </a:cubicBezTo>
                  <a:lnTo>
                    <a:pt x="231705" y="84614"/>
                  </a:lnTo>
                  <a:lnTo>
                    <a:pt x="220697" y="89"/>
                  </a:lnTo>
                  <a:lnTo>
                    <a:pt x="180" y="89"/>
                  </a:lnTo>
                  <a:lnTo>
                    <a:pt x="180" y="16573"/>
                  </a:lnTo>
                  <a:lnTo>
                    <a:pt x="38531" y="16573"/>
                  </a:lnTo>
                  <a:lnTo>
                    <a:pt x="38531" y="222100"/>
                  </a:lnTo>
                  <a:lnTo>
                    <a:pt x="180" y="222100"/>
                  </a:lnTo>
                  <a:lnTo>
                    <a:pt x="180" y="238584"/>
                  </a:lnTo>
                  <a:lnTo>
                    <a:pt x="226733" y="238584"/>
                  </a:lnTo>
                  <a:lnTo>
                    <a:pt x="243068" y="14248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51A054A-CA52-36ED-D4B5-39CF4FA5658B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0342359" y="4877434"/>
              <a:ext cx="236140" cy="82070"/>
            </a:xfrm>
            <a:custGeom>
              <a:avLst/>
              <a:gdLst>
                <a:gd name="connsiteX0" fmla="*/ 224258 w 236140"/>
                <a:gd name="connsiteY0" fmla="*/ 14118 h 82070"/>
                <a:gd name="connsiteX1" fmla="*/ 236331 w 236140"/>
                <a:gd name="connsiteY1" fmla="*/ 7103 h 82070"/>
                <a:gd name="connsiteX2" fmla="*/ 224613 w 236140"/>
                <a:gd name="connsiteY2" fmla="*/ 89 h 82070"/>
                <a:gd name="connsiteX3" fmla="*/ 11909 w 236140"/>
                <a:gd name="connsiteY3" fmla="*/ 89 h 82070"/>
                <a:gd name="connsiteX4" fmla="*/ 190 w 236140"/>
                <a:gd name="connsiteY4" fmla="*/ 7103 h 82070"/>
                <a:gd name="connsiteX5" fmla="*/ 12264 w 236140"/>
                <a:gd name="connsiteY5" fmla="*/ 14118 h 82070"/>
                <a:gd name="connsiteX6" fmla="*/ 224258 w 236140"/>
                <a:gd name="connsiteY6" fmla="*/ 14118 h 82070"/>
                <a:gd name="connsiteX7" fmla="*/ 224613 w 236140"/>
                <a:gd name="connsiteY7" fmla="*/ 82159 h 82070"/>
                <a:gd name="connsiteX8" fmla="*/ 236331 w 236140"/>
                <a:gd name="connsiteY8" fmla="*/ 75145 h 82070"/>
                <a:gd name="connsiteX9" fmla="*/ 224258 w 236140"/>
                <a:gd name="connsiteY9" fmla="*/ 68130 h 82070"/>
                <a:gd name="connsiteX10" fmla="*/ 12264 w 236140"/>
                <a:gd name="connsiteY10" fmla="*/ 68130 h 82070"/>
                <a:gd name="connsiteX11" fmla="*/ 190 w 236140"/>
                <a:gd name="connsiteY11" fmla="*/ 75145 h 82070"/>
                <a:gd name="connsiteX12" fmla="*/ 11909 w 236140"/>
                <a:gd name="connsiteY12" fmla="*/ 82159 h 82070"/>
                <a:gd name="connsiteX13" fmla="*/ 224613 w 236140"/>
                <a:gd name="connsiteY13" fmla="*/ 82159 h 8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140" h="82070">
                  <a:moveTo>
                    <a:pt x="224258" y="14118"/>
                  </a:moveTo>
                  <a:cubicBezTo>
                    <a:pt x="229584" y="14118"/>
                    <a:pt x="236331" y="14118"/>
                    <a:pt x="236331" y="7103"/>
                  </a:cubicBezTo>
                  <a:cubicBezTo>
                    <a:pt x="236331" y="89"/>
                    <a:pt x="229584" y="89"/>
                    <a:pt x="224613" y="89"/>
                  </a:cubicBezTo>
                  <a:lnTo>
                    <a:pt x="11909" y="89"/>
                  </a:lnTo>
                  <a:cubicBezTo>
                    <a:pt x="6937" y="89"/>
                    <a:pt x="190" y="89"/>
                    <a:pt x="190" y="7103"/>
                  </a:cubicBezTo>
                  <a:cubicBezTo>
                    <a:pt x="190" y="14118"/>
                    <a:pt x="6937" y="14118"/>
                    <a:pt x="12264" y="14118"/>
                  </a:cubicBezTo>
                  <a:lnTo>
                    <a:pt x="224258" y="14118"/>
                  </a:lnTo>
                  <a:close/>
                  <a:moveTo>
                    <a:pt x="224613" y="82159"/>
                  </a:moveTo>
                  <a:cubicBezTo>
                    <a:pt x="229584" y="82159"/>
                    <a:pt x="236331" y="82159"/>
                    <a:pt x="236331" y="75145"/>
                  </a:cubicBezTo>
                  <a:cubicBezTo>
                    <a:pt x="236331" y="68130"/>
                    <a:pt x="229584" y="68130"/>
                    <a:pt x="224258" y="68130"/>
                  </a:cubicBezTo>
                  <a:lnTo>
                    <a:pt x="12264" y="68130"/>
                  </a:lnTo>
                  <a:cubicBezTo>
                    <a:pt x="6937" y="68130"/>
                    <a:pt x="190" y="68130"/>
                    <a:pt x="190" y="75145"/>
                  </a:cubicBezTo>
                  <a:cubicBezTo>
                    <a:pt x="190" y="82159"/>
                    <a:pt x="6937" y="82159"/>
                    <a:pt x="11909" y="82159"/>
                  </a:cubicBezTo>
                  <a:lnTo>
                    <a:pt x="224613" y="8215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3169AE4-508C-8C3C-1FD0-8B67E16B030D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0706532" y="4765551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6144A12-C9C4-56A3-59B3-565183146FB0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1023427" y="4849025"/>
              <a:ext cx="116117" cy="160984"/>
            </a:xfrm>
            <a:custGeom>
              <a:avLst/>
              <a:gdLst>
                <a:gd name="connsiteX0" fmla="*/ 62352 w 116117"/>
                <a:gd name="connsiteY0" fmla="*/ 89174 h 160984"/>
                <a:gd name="connsiteX1" fmla="*/ 99282 w 116117"/>
                <a:gd name="connsiteY1" fmla="*/ 121441 h 160984"/>
                <a:gd name="connsiteX2" fmla="*/ 59156 w 116117"/>
                <a:gd name="connsiteY2" fmla="*/ 153357 h 160984"/>
                <a:gd name="connsiteX3" fmla="*/ 9797 w 116117"/>
                <a:gd name="connsiteY3" fmla="*/ 103554 h 160984"/>
                <a:gd name="connsiteX4" fmla="*/ 4826 w 116117"/>
                <a:gd name="connsiteY4" fmla="*/ 97591 h 160984"/>
                <a:gd name="connsiteX5" fmla="*/ 210 w 116117"/>
                <a:gd name="connsiteY5" fmla="*/ 106360 h 160984"/>
                <a:gd name="connsiteX6" fmla="*/ 210 w 116117"/>
                <a:gd name="connsiteY6" fmla="*/ 152656 h 160984"/>
                <a:gd name="connsiteX7" fmla="*/ 4116 w 116117"/>
                <a:gd name="connsiteY7" fmla="*/ 161073 h 160984"/>
                <a:gd name="connsiteX8" fmla="*/ 12993 w 116117"/>
                <a:gd name="connsiteY8" fmla="*/ 154059 h 160984"/>
                <a:gd name="connsiteX9" fmla="*/ 20095 w 116117"/>
                <a:gd name="connsiteY9" fmla="*/ 145992 h 160984"/>
                <a:gd name="connsiteX10" fmla="*/ 59156 w 116117"/>
                <a:gd name="connsiteY10" fmla="*/ 161073 h 160984"/>
                <a:gd name="connsiteX11" fmla="*/ 116327 w 116117"/>
                <a:gd name="connsiteY11" fmla="*/ 112322 h 160984"/>
                <a:gd name="connsiteX12" fmla="*/ 101413 w 116117"/>
                <a:gd name="connsiteY12" fmla="*/ 79003 h 160984"/>
                <a:gd name="connsiteX13" fmla="*/ 60932 w 116117"/>
                <a:gd name="connsiteY13" fmla="*/ 62168 h 160984"/>
                <a:gd name="connsiteX14" fmla="*/ 17255 w 116117"/>
                <a:gd name="connsiteY14" fmla="*/ 33408 h 160984"/>
                <a:gd name="connsiteX15" fmla="*/ 57026 w 116117"/>
                <a:gd name="connsiteY15" fmla="*/ 6753 h 160984"/>
                <a:gd name="connsiteX16" fmla="*/ 98572 w 116117"/>
                <a:gd name="connsiteY16" fmla="*/ 49191 h 160984"/>
                <a:gd name="connsiteX17" fmla="*/ 102833 w 116117"/>
                <a:gd name="connsiteY17" fmla="*/ 52347 h 160984"/>
                <a:gd name="connsiteX18" fmla="*/ 107450 w 116117"/>
                <a:gd name="connsiteY18" fmla="*/ 43930 h 160984"/>
                <a:gd name="connsiteX19" fmla="*/ 107450 w 116117"/>
                <a:gd name="connsiteY19" fmla="*/ 8506 h 160984"/>
                <a:gd name="connsiteX20" fmla="*/ 103544 w 116117"/>
                <a:gd name="connsiteY20" fmla="*/ 89 h 160984"/>
                <a:gd name="connsiteX21" fmla="*/ 96442 w 116117"/>
                <a:gd name="connsiteY21" fmla="*/ 4298 h 160984"/>
                <a:gd name="connsiteX22" fmla="*/ 90405 w 116117"/>
                <a:gd name="connsiteY22" fmla="*/ 9909 h 160984"/>
                <a:gd name="connsiteX23" fmla="*/ 57026 w 116117"/>
                <a:gd name="connsiteY23" fmla="*/ 89 h 160984"/>
                <a:gd name="connsiteX24" fmla="*/ 210 w 116117"/>
                <a:gd name="connsiteY24" fmla="*/ 43229 h 160984"/>
                <a:gd name="connsiteX25" fmla="*/ 15479 w 116117"/>
                <a:gd name="connsiteY25" fmla="*/ 73040 h 160984"/>
                <a:gd name="connsiteX26" fmla="*/ 62352 w 116117"/>
                <a:gd name="connsiteY26" fmla="*/ 89174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6117" h="160984">
                  <a:moveTo>
                    <a:pt x="62352" y="89174"/>
                  </a:moveTo>
                  <a:cubicBezTo>
                    <a:pt x="70164" y="90577"/>
                    <a:pt x="99282" y="96189"/>
                    <a:pt x="99282" y="121441"/>
                  </a:cubicBezTo>
                  <a:cubicBezTo>
                    <a:pt x="99282" y="139328"/>
                    <a:pt x="86854" y="153357"/>
                    <a:pt x="59156" y="153357"/>
                  </a:cubicBezTo>
                  <a:cubicBezTo>
                    <a:pt x="29328" y="153357"/>
                    <a:pt x="16544" y="133366"/>
                    <a:pt x="9797" y="103554"/>
                  </a:cubicBezTo>
                  <a:cubicBezTo>
                    <a:pt x="8732" y="98994"/>
                    <a:pt x="8377" y="97591"/>
                    <a:pt x="4826" y="97591"/>
                  </a:cubicBezTo>
                  <a:cubicBezTo>
                    <a:pt x="210" y="97591"/>
                    <a:pt x="210" y="100047"/>
                    <a:pt x="210" y="106360"/>
                  </a:cubicBezTo>
                  <a:lnTo>
                    <a:pt x="210" y="152656"/>
                  </a:lnTo>
                  <a:cubicBezTo>
                    <a:pt x="210" y="158618"/>
                    <a:pt x="210" y="161073"/>
                    <a:pt x="4116" y="161073"/>
                  </a:cubicBezTo>
                  <a:cubicBezTo>
                    <a:pt x="5891" y="161073"/>
                    <a:pt x="6246" y="160723"/>
                    <a:pt x="12993" y="154059"/>
                  </a:cubicBezTo>
                  <a:cubicBezTo>
                    <a:pt x="13703" y="153357"/>
                    <a:pt x="13703" y="152656"/>
                    <a:pt x="20095" y="145992"/>
                  </a:cubicBezTo>
                  <a:cubicBezTo>
                    <a:pt x="35720" y="160723"/>
                    <a:pt x="51699" y="161073"/>
                    <a:pt x="59156" y="161073"/>
                  </a:cubicBezTo>
                  <a:cubicBezTo>
                    <a:pt x="99993" y="161073"/>
                    <a:pt x="116327" y="137574"/>
                    <a:pt x="116327" y="112322"/>
                  </a:cubicBezTo>
                  <a:cubicBezTo>
                    <a:pt x="116327" y="93733"/>
                    <a:pt x="105674" y="83212"/>
                    <a:pt x="101413" y="79003"/>
                  </a:cubicBezTo>
                  <a:cubicBezTo>
                    <a:pt x="89695" y="67780"/>
                    <a:pt x="75846" y="64974"/>
                    <a:pt x="60932" y="62168"/>
                  </a:cubicBezTo>
                  <a:cubicBezTo>
                    <a:pt x="41046" y="58310"/>
                    <a:pt x="17255" y="53750"/>
                    <a:pt x="17255" y="33408"/>
                  </a:cubicBezTo>
                  <a:cubicBezTo>
                    <a:pt x="17255" y="21133"/>
                    <a:pt x="26487" y="6753"/>
                    <a:pt x="57026" y="6753"/>
                  </a:cubicBezTo>
                  <a:cubicBezTo>
                    <a:pt x="96087" y="6753"/>
                    <a:pt x="97862" y="38318"/>
                    <a:pt x="98572" y="49191"/>
                  </a:cubicBezTo>
                  <a:cubicBezTo>
                    <a:pt x="98927" y="52347"/>
                    <a:pt x="102123" y="52347"/>
                    <a:pt x="102833" y="52347"/>
                  </a:cubicBezTo>
                  <a:cubicBezTo>
                    <a:pt x="107450" y="52347"/>
                    <a:pt x="107450" y="50594"/>
                    <a:pt x="107450" y="43930"/>
                  </a:cubicBezTo>
                  <a:lnTo>
                    <a:pt x="107450" y="8506"/>
                  </a:lnTo>
                  <a:cubicBezTo>
                    <a:pt x="107450" y="2544"/>
                    <a:pt x="107450" y="89"/>
                    <a:pt x="103544" y="89"/>
                  </a:cubicBezTo>
                  <a:cubicBezTo>
                    <a:pt x="101768" y="89"/>
                    <a:pt x="101058" y="89"/>
                    <a:pt x="96442" y="4298"/>
                  </a:cubicBezTo>
                  <a:cubicBezTo>
                    <a:pt x="95376" y="5701"/>
                    <a:pt x="91825" y="8857"/>
                    <a:pt x="90405" y="9909"/>
                  </a:cubicBezTo>
                  <a:cubicBezTo>
                    <a:pt x="76911" y="89"/>
                    <a:pt x="62352" y="89"/>
                    <a:pt x="57026" y="89"/>
                  </a:cubicBezTo>
                  <a:cubicBezTo>
                    <a:pt x="13703" y="89"/>
                    <a:pt x="210" y="23588"/>
                    <a:pt x="210" y="43229"/>
                  </a:cubicBezTo>
                  <a:cubicBezTo>
                    <a:pt x="210" y="55504"/>
                    <a:pt x="5891" y="65324"/>
                    <a:pt x="15479" y="73040"/>
                  </a:cubicBezTo>
                  <a:cubicBezTo>
                    <a:pt x="26842" y="82159"/>
                    <a:pt x="36785" y="84264"/>
                    <a:pt x="62352" y="89174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4ADC9A26-B65B-CA74-E30A-208E00624FEE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1161719" y="4849025"/>
              <a:ext cx="157308" cy="160984"/>
            </a:xfrm>
            <a:custGeom>
              <a:avLst/>
              <a:gdLst>
                <a:gd name="connsiteX0" fmla="*/ 157523 w 157308"/>
                <a:gd name="connsiteY0" fmla="*/ 82159 h 160984"/>
                <a:gd name="connsiteX1" fmla="*/ 79046 w 157308"/>
                <a:gd name="connsiteY1" fmla="*/ 89 h 160984"/>
                <a:gd name="connsiteX2" fmla="*/ 214 w 157308"/>
                <a:gd name="connsiteY2" fmla="*/ 82159 h 160984"/>
                <a:gd name="connsiteX3" fmla="*/ 78691 w 157308"/>
                <a:gd name="connsiteY3" fmla="*/ 161073 h 160984"/>
                <a:gd name="connsiteX4" fmla="*/ 157523 w 157308"/>
                <a:gd name="connsiteY4" fmla="*/ 82159 h 160984"/>
                <a:gd name="connsiteX5" fmla="*/ 79046 w 157308"/>
                <a:gd name="connsiteY5" fmla="*/ 152305 h 160984"/>
                <a:gd name="connsiteX6" fmla="*/ 38564 w 157308"/>
                <a:gd name="connsiteY6" fmla="*/ 128806 h 160984"/>
                <a:gd name="connsiteX7" fmla="*/ 29687 w 157308"/>
                <a:gd name="connsiteY7" fmla="*/ 79354 h 160984"/>
                <a:gd name="connsiteX8" fmla="*/ 38209 w 157308"/>
                <a:gd name="connsiteY8" fmla="*/ 31304 h 160984"/>
                <a:gd name="connsiteX9" fmla="*/ 78691 w 157308"/>
                <a:gd name="connsiteY9" fmla="*/ 7805 h 160984"/>
                <a:gd name="connsiteX10" fmla="*/ 118817 w 157308"/>
                <a:gd name="connsiteY10" fmla="*/ 30602 h 160984"/>
                <a:gd name="connsiteX11" fmla="*/ 128049 w 157308"/>
                <a:gd name="connsiteY11" fmla="*/ 79354 h 160984"/>
                <a:gd name="connsiteX12" fmla="*/ 120237 w 157308"/>
                <a:gd name="connsiteY12" fmla="*/ 126351 h 160984"/>
                <a:gd name="connsiteX13" fmla="*/ 79046 w 157308"/>
                <a:gd name="connsiteY13" fmla="*/ 15230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308" h="160984">
                  <a:moveTo>
                    <a:pt x="157523" y="82159"/>
                  </a:moveTo>
                  <a:cubicBezTo>
                    <a:pt x="157523" y="37266"/>
                    <a:pt x="122013" y="89"/>
                    <a:pt x="79046" y="89"/>
                  </a:cubicBezTo>
                  <a:cubicBezTo>
                    <a:pt x="34658" y="89"/>
                    <a:pt x="214" y="38318"/>
                    <a:pt x="214" y="82159"/>
                  </a:cubicBezTo>
                  <a:cubicBezTo>
                    <a:pt x="214" y="127403"/>
                    <a:pt x="37144" y="161073"/>
                    <a:pt x="78691" y="161073"/>
                  </a:cubicBezTo>
                  <a:cubicBezTo>
                    <a:pt x="121658" y="161073"/>
                    <a:pt x="157523" y="126702"/>
                    <a:pt x="157523" y="82159"/>
                  </a:cubicBezTo>
                  <a:close/>
                  <a:moveTo>
                    <a:pt x="79046" y="152305"/>
                  </a:moveTo>
                  <a:cubicBezTo>
                    <a:pt x="63776" y="152305"/>
                    <a:pt x="48152" y="144940"/>
                    <a:pt x="38564" y="128806"/>
                  </a:cubicBezTo>
                  <a:cubicBezTo>
                    <a:pt x="29687" y="113374"/>
                    <a:pt x="29687" y="91980"/>
                    <a:pt x="29687" y="79354"/>
                  </a:cubicBezTo>
                  <a:cubicBezTo>
                    <a:pt x="29687" y="65675"/>
                    <a:pt x="29687" y="46736"/>
                    <a:pt x="38209" y="31304"/>
                  </a:cubicBezTo>
                  <a:cubicBezTo>
                    <a:pt x="47797" y="15170"/>
                    <a:pt x="64487" y="7805"/>
                    <a:pt x="78691" y="7805"/>
                  </a:cubicBezTo>
                  <a:cubicBezTo>
                    <a:pt x="94315" y="7805"/>
                    <a:pt x="109584" y="15521"/>
                    <a:pt x="118817" y="30602"/>
                  </a:cubicBezTo>
                  <a:cubicBezTo>
                    <a:pt x="128049" y="45684"/>
                    <a:pt x="128049" y="66026"/>
                    <a:pt x="128049" y="79354"/>
                  </a:cubicBezTo>
                  <a:cubicBezTo>
                    <a:pt x="128049" y="91980"/>
                    <a:pt x="128049" y="110919"/>
                    <a:pt x="120237" y="126351"/>
                  </a:cubicBezTo>
                  <a:cubicBezTo>
                    <a:pt x="112425" y="142134"/>
                    <a:pt x="96801" y="152305"/>
                    <a:pt x="79046" y="15230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BC58A3-2E3F-F729-CFB4-FF0FFD45A3E2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1341044" y="4758887"/>
              <a:ext cx="115052" cy="247263"/>
            </a:xfrm>
            <a:custGeom>
              <a:avLst/>
              <a:gdLst>
                <a:gd name="connsiteX0" fmla="*/ 50643 w 115052"/>
                <a:gd name="connsiteY0" fmla="*/ 96188 h 247263"/>
                <a:gd name="connsiteX1" fmla="*/ 50643 w 115052"/>
                <a:gd name="connsiteY1" fmla="*/ 55504 h 247263"/>
                <a:gd name="connsiteX2" fmla="*/ 83312 w 115052"/>
                <a:gd name="connsiteY2" fmla="*/ 7805 h 247263"/>
                <a:gd name="connsiteX3" fmla="*/ 95030 w 115052"/>
                <a:gd name="connsiteY3" fmla="*/ 10260 h 247263"/>
                <a:gd name="connsiteX4" fmla="*/ 84377 w 115052"/>
                <a:gd name="connsiteY4" fmla="*/ 24991 h 247263"/>
                <a:gd name="connsiteX5" fmla="*/ 99646 w 115052"/>
                <a:gd name="connsiteY5" fmla="*/ 40072 h 247263"/>
                <a:gd name="connsiteX6" fmla="*/ 115271 w 115052"/>
                <a:gd name="connsiteY6" fmla="*/ 24640 h 247263"/>
                <a:gd name="connsiteX7" fmla="*/ 83312 w 115052"/>
                <a:gd name="connsiteY7" fmla="*/ 89 h 247263"/>
                <a:gd name="connsiteX8" fmla="*/ 28272 w 115052"/>
                <a:gd name="connsiteY8" fmla="*/ 55855 h 247263"/>
                <a:gd name="connsiteX9" fmla="*/ 28272 w 115052"/>
                <a:gd name="connsiteY9" fmla="*/ 96188 h 247263"/>
                <a:gd name="connsiteX10" fmla="*/ 219 w 115052"/>
                <a:gd name="connsiteY10" fmla="*/ 96188 h 247263"/>
                <a:gd name="connsiteX11" fmla="*/ 219 w 115052"/>
                <a:gd name="connsiteY11" fmla="*/ 107061 h 247263"/>
                <a:gd name="connsiteX12" fmla="*/ 28272 w 115052"/>
                <a:gd name="connsiteY12" fmla="*/ 107061 h 247263"/>
                <a:gd name="connsiteX13" fmla="*/ 28272 w 115052"/>
                <a:gd name="connsiteY13" fmla="*/ 220697 h 247263"/>
                <a:gd name="connsiteX14" fmla="*/ 574 w 115052"/>
                <a:gd name="connsiteY14" fmla="*/ 236480 h 247263"/>
                <a:gd name="connsiteX15" fmla="*/ 574 w 115052"/>
                <a:gd name="connsiteY15" fmla="*/ 247352 h 247263"/>
                <a:gd name="connsiteX16" fmla="*/ 41055 w 115052"/>
                <a:gd name="connsiteY16" fmla="*/ 246300 h 247263"/>
                <a:gd name="connsiteX17" fmla="*/ 86153 w 115052"/>
                <a:gd name="connsiteY17" fmla="*/ 247352 h 247263"/>
                <a:gd name="connsiteX18" fmla="*/ 86153 w 115052"/>
                <a:gd name="connsiteY18" fmla="*/ 236480 h 247263"/>
                <a:gd name="connsiteX19" fmla="*/ 78696 w 115052"/>
                <a:gd name="connsiteY19" fmla="*/ 236480 h 247263"/>
                <a:gd name="connsiteX20" fmla="*/ 51708 w 115052"/>
                <a:gd name="connsiteY20" fmla="*/ 219996 h 247263"/>
                <a:gd name="connsiteX21" fmla="*/ 51708 w 115052"/>
                <a:gd name="connsiteY21" fmla="*/ 107061 h 247263"/>
                <a:gd name="connsiteX22" fmla="*/ 92189 w 115052"/>
                <a:gd name="connsiteY22" fmla="*/ 107061 h 247263"/>
                <a:gd name="connsiteX23" fmla="*/ 92189 w 115052"/>
                <a:gd name="connsiteY23" fmla="*/ 96188 h 247263"/>
                <a:gd name="connsiteX24" fmla="*/ 50643 w 115052"/>
                <a:gd name="connsiteY24" fmla="*/ 96188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52" h="247263">
                  <a:moveTo>
                    <a:pt x="50643" y="96188"/>
                  </a:moveTo>
                  <a:lnTo>
                    <a:pt x="50643" y="55504"/>
                  </a:lnTo>
                  <a:cubicBezTo>
                    <a:pt x="50643" y="24640"/>
                    <a:pt x="67688" y="7805"/>
                    <a:pt x="83312" y="7805"/>
                  </a:cubicBezTo>
                  <a:cubicBezTo>
                    <a:pt x="84377" y="7805"/>
                    <a:pt x="89704" y="7805"/>
                    <a:pt x="95030" y="10260"/>
                  </a:cubicBezTo>
                  <a:cubicBezTo>
                    <a:pt x="90769" y="11663"/>
                    <a:pt x="84377" y="16222"/>
                    <a:pt x="84377" y="24991"/>
                  </a:cubicBezTo>
                  <a:cubicBezTo>
                    <a:pt x="84377" y="33057"/>
                    <a:pt x="90059" y="40072"/>
                    <a:pt x="99646" y="40072"/>
                  </a:cubicBezTo>
                  <a:cubicBezTo>
                    <a:pt x="109944" y="40072"/>
                    <a:pt x="115271" y="33057"/>
                    <a:pt x="115271" y="24640"/>
                  </a:cubicBezTo>
                  <a:cubicBezTo>
                    <a:pt x="115271" y="11663"/>
                    <a:pt x="102132" y="89"/>
                    <a:pt x="83312" y="89"/>
                  </a:cubicBezTo>
                  <a:cubicBezTo>
                    <a:pt x="58455" y="89"/>
                    <a:pt x="28272" y="18678"/>
                    <a:pt x="28272" y="55855"/>
                  </a:cubicBezTo>
                  <a:lnTo>
                    <a:pt x="28272" y="96188"/>
                  </a:lnTo>
                  <a:lnTo>
                    <a:pt x="219" y="96188"/>
                  </a:lnTo>
                  <a:lnTo>
                    <a:pt x="219" y="107061"/>
                  </a:lnTo>
                  <a:lnTo>
                    <a:pt x="28272" y="107061"/>
                  </a:lnTo>
                  <a:lnTo>
                    <a:pt x="28272" y="220697"/>
                  </a:lnTo>
                  <a:cubicBezTo>
                    <a:pt x="28272" y="236480"/>
                    <a:pt x="24365" y="236480"/>
                    <a:pt x="574" y="236480"/>
                  </a:cubicBezTo>
                  <a:lnTo>
                    <a:pt x="574" y="247352"/>
                  </a:lnTo>
                  <a:cubicBezTo>
                    <a:pt x="14423" y="247002"/>
                    <a:pt x="31112" y="246300"/>
                    <a:pt x="41055" y="246300"/>
                  </a:cubicBezTo>
                  <a:cubicBezTo>
                    <a:pt x="55259" y="246300"/>
                    <a:pt x="71949" y="246300"/>
                    <a:pt x="86153" y="247352"/>
                  </a:cubicBezTo>
                  <a:lnTo>
                    <a:pt x="86153" y="236480"/>
                  </a:lnTo>
                  <a:lnTo>
                    <a:pt x="78696" y="236480"/>
                  </a:lnTo>
                  <a:cubicBezTo>
                    <a:pt x="52418" y="236480"/>
                    <a:pt x="51708" y="232622"/>
                    <a:pt x="51708" y="219996"/>
                  </a:cubicBezTo>
                  <a:lnTo>
                    <a:pt x="51708" y="107061"/>
                  </a:lnTo>
                  <a:lnTo>
                    <a:pt x="92189" y="107061"/>
                  </a:lnTo>
                  <a:lnTo>
                    <a:pt x="92189" y="96188"/>
                  </a:lnTo>
                  <a:lnTo>
                    <a:pt x="50643" y="9618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46812A7-C6AF-1BDA-27F6-054EE6DF5866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1444576" y="4790453"/>
              <a:ext cx="111146" cy="219555"/>
            </a:xfrm>
            <a:custGeom>
              <a:avLst/>
              <a:gdLst>
                <a:gd name="connsiteX0" fmla="*/ 54907 w 111146"/>
                <a:gd name="connsiteY0" fmla="*/ 75496 h 219555"/>
                <a:gd name="connsiteX1" fmla="*/ 105686 w 111146"/>
                <a:gd name="connsiteY1" fmla="*/ 75496 h 219555"/>
                <a:gd name="connsiteX2" fmla="*/ 105686 w 111146"/>
                <a:gd name="connsiteY2" fmla="*/ 64623 h 219555"/>
                <a:gd name="connsiteX3" fmla="*/ 54907 w 111146"/>
                <a:gd name="connsiteY3" fmla="*/ 64623 h 219555"/>
                <a:gd name="connsiteX4" fmla="*/ 54907 w 111146"/>
                <a:gd name="connsiteY4" fmla="*/ 89 h 219555"/>
                <a:gd name="connsiteX5" fmla="*/ 46030 w 111146"/>
                <a:gd name="connsiteY5" fmla="*/ 89 h 219555"/>
                <a:gd name="connsiteX6" fmla="*/ 222 w 111146"/>
                <a:gd name="connsiteY6" fmla="*/ 67780 h 219555"/>
                <a:gd name="connsiteX7" fmla="*/ 222 w 111146"/>
                <a:gd name="connsiteY7" fmla="*/ 75496 h 219555"/>
                <a:gd name="connsiteX8" fmla="*/ 30405 w 111146"/>
                <a:gd name="connsiteY8" fmla="*/ 75496 h 219555"/>
                <a:gd name="connsiteX9" fmla="*/ 30405 w 111146"/>
                <a:gd name="connsiteY9" fmla="*/ 172297 h 219555"/>
                <a:gd name="connsiteX10" fmla="*/ 76213 w 111146"/>
                <a:gd name="connsiteY10" fmla="*/ 219645 h 219555"/>
                <a:gd name="connsiteX11" fmla="*/ 111368 w 111146"/>
                <a:gd name="connsiteY11" fmla="*/ 172297 h 219555"/>
                <a:gd name="connsiteX12" fmla="*/ 111368 w 111146"/>
                <a:gd name="connsiteY12" fmla="*/ 152305 h 219555"/>
                <a:gd name="connsiteX13" fmla="*/ 102490 w 111146"/>
                <a:gd name="connsiteY13" fmla="*/ 152305 h 219555"/>
                <a:gd name="connsiteX14" fmla="*/ 102490 w 111146"/>
                <a:gd name="connsiteY14" fmla="*/ 171595 h 219555"/>
                <a:gd name="connsiteX15" fmla="*/ 78699 w 111146"/>
                <a:gd name="connsiteY15" fmla="*/ 210877 h 219555"/>
                <a:gd name="connsiteX16" fmla="*/ 54907 w 111146"/>
                <a:gd name="connsiteY16" fmla="*/ 172998 h 219555"/>
                <a:gd name="connsiteX17" fmla="*/ 54907 w 111146"/>
                <a:gd name="connsiteY17" fmla="*/ 75496 h 219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146" h="219555">
                  <a:moveTo>
                    <a:pt x="54907" y="75496"/>
                  </a:moveTo>
                  <a:lnTo>
                    <a:pt x="105686" y="75496"/>
                  </a:lnTo>
                  <a:lnTo>
                    <a:pt x="105686" y="64623"/>
                  </a:lnTo>
                  <a:lnTo>
                    <a:pt x="54907" y="64623"/>
                  </a:lnTo>
                  <a:lnTo>
                    <a:pt x="54907" y="89"/>
                  </a:lnTo>
                  <a:lnTo>
                    <a:pt x="46030" y="89"/>
                  </a:lnTo>
                  <a:cubicBezTo>
                    <a:pt x="45674" y="28849"/>
                    <a:pt x="35021" y="66377"/>
                    <a:pt x="222" y="67780"/>
                  </a:cubicBezTo>
                  <a:lnTo>
                    <a:pt x="222" y="75496"/>
                  </a:lnTo>
                  <a:lnTo>
                    <a:pt x="30405" y="75496"/>
                  </a:lnTo>
                  <a:lnTo>
                    <a:pt x="30405" y="172297"/>
                  </a:lnTo>
                  <a:cubicBezTo>
                    <a:pt x="30405" y="215436"/>
                    <a:pt x="63429" y="219645"/>
                    <a:pt x="76213" y="219645"/>
                  </a:cubicBezTo>
                  <a:cubicBezTo>
                    <a:pt x="101425" y="219645"/>
                    <a:pt x="111368" y="194743"/>
                    <a:pt x="111368" y="172297"/>
                  </a:cubicBezTo>
                  <a:lnTo>
                    <a:pt x="111368" y="152305"/>
                  </a:lnTo>
                  <a:lnTo>
                    <a:pt x="102490" y="152305"/>
                  </a:lnTo>
                  <a:lnTo>
                    <a:pt x="102490" y="171595"/>
                  </a:lnTo>
                  <a:cubicBezTo>
                    <a:pt x="102490" y="197549"/>
                    <a:pt x="91837" y="210877"/>
                    <a:pt x="78699" y="210877"/>
                  </a:cubicBezTo>
                  <a:cubicBezTo>
                    <a:pt x="54907" y="210877"/>
                    <a:pt x="54907" y="178960"/>
                    <a:pt x="54907" y="172998"/>
                  </a:cubicBezTo>
                  <a:lnTo>
                    <a:pt x="54907" y="75496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01C43785-84BB-9E92-727A-E07E9266173B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1587287" y="4851129"/>
              <a:ext cx="277332" cy="155021"/>
            </a:xfrm>
            <a:custGeom>
              <a:avLst/>
              <a:gdLst>
                <a:gd name="connsiteX0" fmla="*/ 27923 w 277332"/>
                <a:gd name="connsiteY0" fmla="*/ 34460 h 155021"/>
                <a:gd name="connsiteX1" fmla="*/ 27923 w 277332"/>
                <a:gd name="connsiteY1" fmla="*/ 128456 h 155021"/>
                <a:gd name="connsiteX2" fmla="*/ 226 w 277332"/>
                <a:gd name="connsiteY2" fmla="*/ 144238 h 155021"/>
                <a:gd name="connsiteX3" fmla="*/ 226 w 277332"/>
                <a:gd name="connsiteY3" fmla="*/ 155111 h 155021"/>
                <a:gd name="connsiteX4" fmla="*/ 40352 w 277332"/>
                <a:gd name="connsiteY4" fmla="*/ 154059 h 155021"/>
                <a:gd name="connsiteX5" fmla="*/ 80123 w 277332"/>
                <a:gd name="connsiteY5" fmla="*/ 155111 h 155021"/>
                <a:gd name="connsiteX6" fmla="*/ 80123 w 277332"/>
                <a:gd name="connsiteY6" fmla="*/ 144238 h 155021"/>
                <a:gd name="connsiteX7" fmla="*/ 52425 w 277332"/>
                <a:gd name="connsiteY7" fmla="*/ 128456 h 155021"/>
                <a:gd name="connsiteX8" fmla="*/ 52425 w 277332"/>
                <a:gd name="connsiteY8" fmla="*/ 63922 h 155021"/>
                <a:gd name="connsiteX9" fmla="*/ 100364 w 277332"/>
                <a:gd name="connsiteY9" fmla="*/ 7805 h 155021"/>
                <a:gd name="connsiteX10" fmla="*/ 126641 w 277332"/>
                <a:gd name="connsiteY10" fmla="*/ 46736 h 155021"/>
                <a:gd name="connsiteX11" fmla="*/ 126641 w 277332"/>
                <a:gd name="connsiteY11" fmla="*/ 128456 h 155021"/>
                <a:gd name="connsiteX12" fmla="*/ 98943 w 277332"/>
                <a:gd name="connsiteY12" fmla="*/ 144238 h 155021"/>
                <a:gd name="connsiteX13" fmla="*/ 98943 w 277332"/>
                <a:gd name="connsiteY13" fmla="*/ 155111 h 155021"/>
                <a:gd name="connsiteX14" fmla="*/ 139069 w 277332"/>
                <a:gd name="connsiteY14" fmla="*/ 154059 h 155021"/>
                <a:gd name="connsiteX15" fmla="*/ 178840 w 277332"/>
                <a:gd name="connsiteY15" fmla="*/ 155111 h 155021"/>
                <a:gd name="connsiteX16" fmla="*/ 178840 w 277332"/>
                <a:gd name="connsiteY16" fmla="*/ 144238 h 155021"/>
                <a:gd name="connsiteX17" fmla="*/ 151143 w 277332"/>
                <a:gd name="connsiteY17" fmla="*/ 128456 h 155021"/>
                <a:gd name="connsiteX18" fmla="*/ 151143 w 277332"/>
                <a:gd name="connsiteY18" fmla="*/ 63922 h 155021"/>
                <a:gd name="connsiteX19" fmla="*/ 199081 w 277332"/>
                <a:gd name="connsiteY19" fmla="*/ 7805 h 155021"/>
                <a:gd name="connsiteX20" fmla="*/ 225358 w 277332"/>
                <a:gd name="connsiteY20" fmla="*/ 46736 h 155021"/>
                <a:gd name="connsiteX21" fmla="*/ 225358 w 277332"/>
                <a:gd name="connsiteY21" fmla="*/ 128456 h 155021"/>
                <a:gd name="connsiteX22" fmla="*/ 197661 w 277332"/>
                <a:gd name="connsiteY22" fmla="*/ 144238 h 155021"/>
                <a:gd name="connsiteX23" fmla="*/ 197661 w 277332"/>
                <a:gd name="connsiteY23" fmla="*/ 155111 h 155021"/>
                <a:gd name="connsiteX24" fmla="*/ 237787 w 277332"/>
                <a:gd name="connsiteY24" fmla="*/ 154059 h 155021"/>
                <a:gd name="connsiteX25" fmla="*/ 277558 w 277332"/>
                <a:gd name="connsiteY25" fmla="*/ 155111 h 155021"/>
                <a:gd name="connsiteX26" fmla="*/ 277558 w 277332"/>
                <a:gd name="connsiteY26" fmla="*/ 144238 h 155021"/>
                <a:gd name="connsiteX27" fmla="*/ 249860 w 277332"/>
                <a:gd name="connsiteY27" fmla="*/ 133716 h 155021"/>
                <a:gd name="connsiteX28" fmla="*/ 249860 w 277332"/>
                <a:gd name="connsiteY28" fmla="*/ 66727 h 155021"/>
                <a:gd name="connsiteX29" fmla="*/ 238852 w 277332"/>
                <a:gd name="connsiteY29" fmla="*/ 13066 h 155021"/>
                <a:gd name="connsiteX30" fmla="*/ 201567 w 277332"/>
                <a:gd name="connsiteY30" fmla="*/ 89 h 155021"/>
                <a:gd name="connsiteX31" fmla="*/ 150077 w 277332"/>
                <a:gd name="connsiteY31" fmla="*/ 34460 h 155021"/>
                <a:gd name="connsiteX32" fmla="*/ 102849 w 277332"/>
                <a:gd name="connsiteY32" fmla="*/ 89 h 155021"/>
                <a:gd name="connsiteX33" fmla="*/ 50295 w 277332"/>
                <a:gd name="connsiteY33" fmla="*/ 36915 h 155021"/>
                <a:gd name="connsiteX34" fmla="*/ 50295 w 277332"/>
                <a:gd name="connsiteY34" fmla="*/ 89 h 155021"/>
                <a:gd name="connsiteX35" fmla="*/ 226 w 277332"/>
                <a:gd name="connsiteY35" fmla="*/ 3947 h 155021"/>
                <a:gd name="connsiteX36" fmla="*/ 226 w 277332"/>
                <a:gd name="connsiteY36" fmla="*/ 14820 h 155021"/>
                <a:gd name="connsiteX37" fmla="*/ 27923 w 277332"/>
                <a:gd name="connsiteY37" fmla="*/ 34460 h 15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7332" h="155021">
                  <a:moveTo>
                    <a:pt x="27923" y="34460"/>
                  </a:moveTo>
                  <a:lnTo>
                    <a:pt x="27923" y="128456"/>
                  </a:lnTo>
                  <a:cubicBezTo>
                    <a:pt x="27923" y="144238"/>
                    <a:pt x="24017" y="144238"/>
                    <a:pt x="226" y="144238"/>
                  </a:cubicBezTo>
                  <a:lnTo>
                    <a:pt x="226" y="155111"/>
                  </a:lnTo>
                  <a:cubicBezTo>
                    <a:pt x="12654" y="154760"/>
                    <a:pt x="30764" y="154059"/>
                    <a:pt x="40352" y="154059"/>
                  </a:cubicBezTo>
                  <a:cubicBezTo>
                    <a:pt x="49584" y="154059"/>
                    <a:pt x="68050" y="154760"/>
                    <a:pt x="80123" y="155111"/>
                  </a:cubicBezTo>
                  <a:lnTo>
                    <a:pt x="80123" y="144238"/>
                  </a:lnTo>
                  <a:cubicBezTo>
                    <a:pt x="56331" y="144238"/>
                    <a:pt x="52425" y="144238"/>
                    <a:pt x="52425" y="128456"/>
                  </a:cubicBezTo>
                  <a:lnTo>
                    <a:pt x="52425" y="63922"/>
                  </a:lnTo>
                  <a:cubicBezTo>
                    <a:pt x="52425" y="27446"/>
                    <a:pt x="77637" y="7805"/>
                    <a:pt x="100364" y="7805"/>
                  </a:cubicBezTo>
                  <a:cubicBezTo>
                    <a:pt x="122735" y="7805"/>
                    <a:pt x="126641" y="26744"/>
                    <a:pt x="126641" y="46736"/>
                  </a:cubicBezTo>
                  <a:lnTo>
                    <a:pt x="126641" y="128456"/>
                  </a:lnTo>
                  <a:cubicBezTo>
                    <a:pt x="126641" y="144238"/>
                    <a:pt x="122735" y="144238"/>
                    <a:pt x="98943" y="144238"/>
                  </a:cubicBezTo>
                  <a:lnTo>
                    <a:pt x="98943" y="155111"/>
                  </a:lnTo>
                  <a:cubicBezTo>
                    <a:pt x="111372" y="154760"/>
                    <a:pt x="129482" y="154059"/>
                    <a:pt x="139069" y="154059"/>
                  </a:cubicBezTo>
                  <a:cubicBezTo>
                    <a:pt x="148302" y="154059"/>
                    <a:pt x="166767" y="154760"/>
                    <a:pt x="178840" y="155111"/>
                  </a:cubicBezTo>
                  <a:lnTo>
                    <a:pt x="178840" y="144238"/>
                  </a:lnTo>
                  <a:cubicBezTo>
                    <a:pt x="155049" y="144238"/>
                    <a:pt x="151143" y="144238"/>
                    <a:pt x="151143" y="128456"/>
                  </a:cubicBezTo>
                  <a:lnTo>
                    <a:pt x="151143" y="63922"/>
                  </a:lnTo>
                  <a:cubicBezTo>
                    <a:pt x="151143" y="27446"/>
                    <a:pt x="176355" y="7805"/>
                    <a:pt x="199081" y="7805"/>
                  </a:cubicBezTo>
                  <a:cubicBezTo>
                    <a:pt x="221452" y="7805"/>
                    <a:pt x="225358" y="26744"/>
                    <a:pt x="225358" y="46736"/>
                  </a:cubicBezTo>
                  <a:lnTo>
                    <a:pt x="225358" y="128456"/>
                  </a:lnTo>
                  <a:cubicBezTo>
                    <a:pt x="225358" y="144238"/>
                    <a:pt x="221452" y="144238"/>
                    <a:pt x="197661" y="144238"/>
                  </a:cubicBezTo>
                  <a:lnTo>
                    <a:pt x="197661" y="155111"/>
                  </a:lnTo>
                  <a:cubicBezTo>
                    <a:pt x="210089" y="154760"/>
                    <a:pt x="228199" y="154059"/>
                    <a:pt x="237787" y="154059"/>
                  </a:cubicBezTo>
                  <a:cubicBezTo>
                    <a:pt x="247020" y="154059"/>
                    <a:pt x="265485" y="154760"/>
                    <a:pt x="277558" y="155111"/>
                  </a:cubicBezTo>
                  <a:lnTo>
                    <a:pt x="277558" y="144238"/>
                  </a:lnTo>
                  <a:cubicBezTo>
                    <a:pt x="259093" y="144238"/>
                    <a:pt x="250215" y="144238"/>
                    <a:pt x="249860" y="133716"/>
                  </a:cubicBezTo>
                  <a:lnTo>
                    <a:pt x="249860" y="66727"/>
                  </a:lnTo>
                  <a:cubicBezTo>
                    <a:pt x="249860" y="36565"/>
                    <a:pt x="249860" y="25692"/>
                    <a:pt x="238852" y="13066"/>
                  </a:cubicBezTo>
                  <a:cubicBezTo>
                    <a:pt x="233881" y="7103"/>
                    <a:pt x="222163" y="89"/>
                    <a:pt x="201567" y="89"/>
                  </a:cubicBezTo>
                  <a:cubicBezTo>
                    <a:pt x="171739" y="89"/>
                    <a:pt x="156114" y="21133"/>
                    <a:pt x="150077" y="34460"/>
                  </a:cubicBezTo>
                  <a:cubicBezTo>
                    <a:pt x="145106" y="3947"/>
                    <a:pt x="118829" y="89"/>
                    <a:pt x="102849" y="89"/>
                  </a:cubicBezTo>
                  <a:cubicBezTo>
                    <a:pt x="76927" y="89"/>
                    <a:pt x="60237" y="15170"/>
                    <a:pt x="50295" y="36915"/>
                  </a:cubicBezTo>
                  <a:lnTo>
                    <a:pt x="50295" y="89"/>
                  </a:lnTo>
                  <a:lnTo>
                    <a:pt x="226" y="3947"/>
                  </a:lnTo>
                  <a:lnTo>
                    <a:pt x="226" y="14820"/>
                  </a:lnTo>
                  <a:cubicBezTo>
                    <a:pt x="25083" y="14820"/>
                    <a:pt x="27923" y="17275"/>
                    <a:pt x="27923" y="3446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641FBF6-A6B7-AB18-B6AC-6212A355A073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1886755" y="4849025"/>
              <a:ext cx="160149" cy="160984"/>
            </a:xfrm>
            <a:custGeom>
              <a:avLst/>
              <a:gdLst>
                <a:gd name="connsiteX0" fmla="*/ 103568 w 160149"/>
                <a:gd name="connsiteY0" fmla="*/ 130560 h 160984"/>
                <a:gd name="connsiteX1" fmla="*/ 131265 w 160149"/>
                <a:gd name="connsiteY1" fmla="*/ 159320 h 160984"/>
                <a:gd name="connsiteX2" fmla="*/ 160384 w 160149"/>
                <a:gd name="connsiteY2" fmla="*/ 126000 h 160984"/>
                <a:gd name="connsiteX3" fmla="*/ 160384 w 160149"/>
                <a:gd name="connsiteY3" fmla="*/ 106360 h 160984"/>
                <a:gd name="connsiteX4" fmla="*/ 151506 w 160149"/>
                <a:gd name="connsiteY4" fmla="*/ 106360 h 160984"/>
                <a:gd name="connsiteX5" fmla="*/ 151506 w 160149"/>
                <a:gd name="connsiteY5" fmla="*/ 126000 h 160984"/>
                <a:gd name="connsiteX6" fmla="*/ 138723 w 160149"/>
                <a:gd name="connsiteY6" fmla="*/ 148447 h 160984"/>
                <a:gd name="connsiteX7" fmla="*/ 125584 w 160149"/>
                <a:gd name="connsiteY7" fmla="*/ 130911 h 160984"/>
                <a:gd name="connsiteX8" fmla="*/ 125584 w 160149"/>
                <a:gd name="connsiteY8" fmla="*/ 60765 h 160984"/>
                <a:gd name="connsiteX9" fmla="*/ 112800 w 160149"/>
                <a:gd name="connsiteY9" fmla="*/ 19379 h 160984"/>
                <a:gd name="connsiteX10" fmla="*/ 64152 w 160149"/>
                <a:gd name="connsiteY10" fmla="*/ 89 h 160984"/>
                <a:gd name="connsiteX11" fmla="*/ 10532 w 160149"/>
                <a:gd name="connsiteY11" fmla="*/ 39721 h 160984"/>
                <a:gd name="connsiteX12" fmla="*/ 26866 w 160149"/>
                <a:gd name="connsiteY12" fmla="*/ 56205 h 160984"/>
                <a:gd name="connsiteX13" fmla="*/ 43201 w 160149"/>
                <a:gd name="connsiteY13" fmla="*/ 40072 h 160984"/>
                <a:gd name="connsiteX14" fmla="*/ 25091 w 160149"/>
                <a:gd name="connsiteY14" fmla="*/ 23938 h 160984"/>
                <a:gd name="connsiteX15" fmla="*/ 63442 w 160149"/>
                <a:gd name="connsiteY15" fmla="*/ 7805 h 160984"/>
                <a:gd name="connsiteX16" fmla="*/ 101082 w 160149"/>
                <a:gd name="connsiteY16" fmla="*/ 52698 h 160984"/>
                <a:gd name="connsiteX17" fmla="*/ 101082 w 160149"/>
                <a:gd name="connsiteY17" fmla="*/ 65675 h 160984"/>
                <a:gd name="connsiteX18" fmla="*/ 35744 w 160149"/>
                <a:gd name="connsiteY18" fmla="*/ 78301 h 160984"/>
                <a:gd name="connsiteX19" fmla="*/ 234 w 160149"/>
                <a:gd name="connsiteY19" fmla="*/ 123896 h 160984"/>
                <a:gd name="connsiteX20" fmla="*/ 57050 w 160149"/>
                <a:gd name="connsiteY20" fmla="*/ 161073 h 160984"/>
                <a:gd name="connsiteX21" fmla="*/ 103568 w 160149"/>
                <a:gd name="connsiteY21" fmla="*/ 130560 h 160984"/>
                <a:gd name="connsiteX22" fmla="*/ 101082 w 160149"/>
                <a:gd name="connsiteY22" fmla="*/ 73040 h 160984"/>
                <a:gd name="connsiteX23" fmla="*/ 101082 w 160149"/>
                <a:gd name="connsiteY23" fmla="*/ 108113 h 160984"/>
                <a:gd name="connsiteX24" fmla="*/ 59535 w 160149"/>
                <a:gd name="connsiteY24" fmla="*/ 153357 h 160984"/>
                <a:gd name="connsiteX25" fmla="*/ 27577 w 160149"/>
                <a:gd name="connsiteY25" fmla="*/ 123545 h 160984"/>
                <a:gd name="connsiteX26" fmla="*/ 101082 w 160149"/>
                <a:gd name="connsiteY26" fmla="*/ 73040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0149" h="160984">
                  <a:moveTo>
                    <a:pt x="103568" y="130560"/>
                  </a:moveTo>
                  <a:cubicBezTo>
                    <a:pt x="104988" y="144589"/>
                    <a:pt x="114576" y="159320"/>
                    <a:pt x="131265" y="159320"/>
                  </a:cubicBezTo>
                  <a:cubicBezTo>
                    <a:pt x="138723" y="159320"/>
                    <a:pt x="160384" y="154409"/>
                    <a:pt x="160384" y="126000"/>
                  </a:cubicBezTo>
                  <a:lnTo>
                    <a:pt x="160384" y="106360"/>
                  </a:lnTo>
                  <a:lnTo>
                    <a:pt x="151506" y="106360"/>
                  </a:lnTo>
                  <a:lnTo>
                    <a:pt x="151506" y="126000"/>
                  </a:lnTo>
                  <a:cubicBezTo>
                    <a:pt x="151506" y="146343"/>
                    <a:pt x="142629" y="148447"/>
                    <a:pt x="138723" y="148447"/>
                  </a:cubicBezTo>
                  <a:cubicBezTo>
                    <a:pt x="127004" y="148447"/>
                    <a:pt x="125584" y="132664"/>
                    <a:pt x="125584" y="130911"/>
                  </a:cubicBezTo>
                  <a:lnTo>
                    <a:pt x="125584" y="60765"/>
                  </a:lnTo>
                  <a:cubicBezTo>
                    <a:pt x="125584" y="46034"/>
                    <a:pt x="125584" y="32356"/>
                    <a:pt x="112800" y="19379"/>
                  </a:cubicBezTo>
                  <a:cubicBezTo>
                    <a:pt x="98951" y="5701"/>
                    <a:pt x="81196" y="89"/>
                    <a:pt x="64152" y="89"/>
                  </a:cubicBezTo>
                  <a:cubicBezTo>
                    <a:pt x="35034" y="89"/>
                    <a:pt x="10532" y="16573"/>
                    <a:pt x="10532" y="39721"/>
                  </a:cubicBezTo>
                  <a:cubicBezTo>
                    <a:pt x="10532" y="50243"/>
                    <a:pt x="17634" y="56205"/>
                    <a:pt x="26866" y="56205"/>
                  </a:cubicBezTo>
                  <a:cubicBezTo>
                    <a:pt x="36809" y="56205"/>
                    <a:pt x="43201" y="49191"/>
                    <a:pt x="43201" y="40072"/>
                  </a:cubicBezTo>
                  <a:cubicBezTo>
                    <a:pt x="43201" y="35863"/>
                    <a:pt x="41425" y="24289"/>
                    <a:pt x="25091" y="23938"/>
                  </a:cubicBezTo>
                  <a:cubicBezTo>
                    <a:pt x="34678" y="11663"/>
                    <a:pt x="52078" y="7805"/>
                    <a:pt x="63442" y="7805"/>
                  </a:cubicBezTo>
                  <a:cubicBezTo>
                    <a:pt x="80841" y="7805"/>
                    <a:pt x="101082" y="21483"/>
                    <a:pt x="101082" y="52698"/>
                  </a:cubicBezTo>
                  <a:lnTo>
                    <a:pt x="101082" y="65675"/>
                  </a:lnTo>
                  <a:cubicBezTo>
                    <a:pt x="82972" y="66727"/>
                    <a:pt x="58115" y="67780"/>
                    <a:pt x="35744" y="78301"/>
                  </a:cubicBezTo>
                  <a:cubicBezTo>
                    <a:pt x="9111" y="90226"/>
                    <a:pt x="234" y="108464"/>
                    <a:pt x="234" y="123896"/>
                  </a:cubicBezTo>
                  <a:cubicBezTo>
                    <a:pt x="234" y="152305"/>
                    <a:pt x="34678" y="161073"/>
                    <a:pt x="57050" y="161073"/>
                  </a:cubicBezTo>
                  <a:cubicBezTo>
                    <a:pt x="80486" y="161073"/>
                    <a:pt x="96821" y="147044"/>
                    <a:pt x="103568" y="130560"/>
                  </a:cubicBezTo>
                  <a:close/>
                  <a:moveTo>
                    <a:pt x="101082" y="73040"/>
                  </a:moveTo>
                  <a:lnTo>
                    <a:pt x="101082" y="108113"/>
                  </a:lnTo>
                  <a:cubicBezTo>
                    <a:pt x="101082" y="141432"/>
                    <a:pt x="75515" y="153357"/>
                    <a:pt x="59535" y="153357"/>
                  </a:cubicBezTo>
                  <a:cubicBezTo>
                    <a:pt x="42136" y="153357"/>
                    <a:pt x="27577" y="141082"/>
                    <a:pt x="27577" y="123545"/>
                  </a:cubicBezTo>
                  <a:cubicBezTo>
                    <a:pt x="27577" y="104255"/>
                    <a:pt x="42491" y="75145"/>
                    <a:pt x="101082" y="7304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4869B51-A099-726F-7423-71DF093B6901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2053652" y="4854987"/>
              <a:ext cx="178969" cy="151163"/>
            </a:xfrm>
            <a:custGeom>
              <a:avLst/>
              <a:gdLst>
                <a:gd name="connsiteX0" fmla="*/ 97891 w 178969"/>
                <a:gd name="connsiteY0" fmla="*/ 68832 h 151163"/>
                <a:gd name="connsiteX1" fmla="*/ 130560 w 178969"/>
                <a:gd name="connsiteY1" fmla="*/ 29199 h 151163"/>
                <a:gd name="connsiteX2" fmla="*/ 172817 w 178969"/>
                <a:gd name="connsiteY2" fmla="*/ 10962 h 151163"/>
                <a:gd name="connsiteX3" fmla="*/ 172817 w 178969"/>
                <a:gd name="connsiteY3" fmla="*/ 89 h 151163"/>
                <a:gd name="connsiteX4" fmla="*/ 143699 w 178969"/>
                <a:gd name="connsiteY4" fmla="*/ 1141 h 151163"/>
                <a:gd name="connsiteX5" fmla="*/ 109609 w 178969"/>
                <a:gd name="connsiteY5" fmla="*/ 89 h 151163"/>
                <a:gd name="connsiteX6" fmla="*/ 109609 w 178969"/>
                <a:gd name="connsiteY6" fmla="*/ 10962 h 151163"/>
                <a:gd name="connsiteX7" fmla="*/ 119907 w 178969"/>
                <a:gd name="connsiteY7" fmla="*/ 21834 h 151163"/>
                <a:gd name="connsiteX8" fmla="*/ 114581 w 178969"/>
                <a:gd name="connsiteY8" fmla="*/ 34110 h 151163"/>
                <a:gd name="connsiteX9" fmla="*/ 92565 w 178969"/>
                <a:gd name="connsiteY9" fmla="*/ 61466 h 151163"/>
                <a:gd name="connsiteX10" fmla="*/ 64867 w 178969"/>
                <a:gd name="connsiteY10" fmla="*/ 26043 h 151163"/>
                <a:gd name="connsiteX11" fmla="*/ 61671 w 178969"/>
                <a:gd name="connsiteY11" fmla="*/ 19730 h 151163"/>
                <a:gd name="connsiteX12" fmla="*/ 74099 w 178969"/>
                <a:gd name="connsiteY12" fmla="*/ 10962 h 151163"/>
                <a:gd name="connsiteX13" fmla="*/ 74099 w 178969"/>
                <a:gd name="connsiteY13" fmla="*/ 89 h 151163"/>
                <a:gd name="connsiteX14" fmla="*/ 35749 w 178969"/>
                <a:gd name="connsiteY14" fmla="*/ 1141 h 151163"/>
                <a:gd name="connsiteX15" fmla="*/ 2014 w 178969"/>
                <a:gd name="connsiteY15" fmla="*/ 89 h 151163"/>
                <a:gd name="connsiteX16" fmla="*/ 2014 w 178969"/>
                <a:gd name="connsiteY16" fmla="*/ 10962 h 151163"/>
                <a:gd name="connsiteX17" fmla="*/ 43916 w 178969"/>
                <a:gd name="connsiteY17" fmla="*/ 32356 h 151163"/>
                <a:gd name="connsiteX18" fmla="*/ 79071 w 178969"/>
                <a:gd name="connsiteY18" fmla="*/ 77600 h 151163"/>
                <a:gd name="connsiteX19" fmla="*/ 45692 w 178969"/>
                <a:gd name="connsiteY19" fmla="*/ 119337 h 151163"/>
                <a:gd name="connsiteX20" fmla="*/ 239 w 178969"/>
                <a:gd name="connsiteY20" fmla="*/ 140380 h 151163"/>
                <a:gd name="connsiteX21" fmla="*/ 239 w 178969"/>
                <a:gd name="connsiteY21" fmla="*/ 151253 h 151163"/>
                <a:gd name="connsiteX22" fmla="*/ 29712 w 178969"/>
                <a:gd name="connsiteY22" fmla="*/ 150201 h 151163"/>
                <a:gd name="connsiteX23" fmla="*/ 63447 w 178969"/>
                <a:gd name="connsiteY23" fmla="*/ 151253 h 151163"/>
                <a:gd name="connsiteX24" fmla="*/ 63447 w 178969"/>
                <a:gd name="connsiteY24" fmla="*/ 140380 h 151163"/>
                <a:gd name="connsiteX25" fmla="*/ 53149 w 178969"/>
                <a:gd name="connsiteY25" fmla="*/ 129508 h 151163"/>
                <a:gd name="connsiteX26" fmla="*/ 85108 w 178969"/>
                <a:gd name="connsiteY26" fmla="*/ 84965 h 151163"/>
                <a:gd name="connsiteX27" fmla="*/ 112095 w 178969"/>
                <a:gd name="connsiteY27" fmla="*/ 120038 h 151163"/>
                <a:gd name="connsiteX28" fmla="*/ 119552 w 178969"/>
                <a:gd name="connsiteY28" fmla="*/ 131612 h 151163"/>
                <a:gd name="connsiteX29" fmla="*/ 106769 w 178969"/>
                <a:gd name="connsiteY29" fmla="*/ 140380 h 151163"/>
                <a:gd name="connsiteX30" fmla="*/ 106769 w 178969"/>
                <a:gd name="connsiteY30" fmla="*/ 151253 h 151163"/>
                <a:gd name="connsiteX31" fmla="*/ 145119 w 178969"/>
                <a:gd name="connsiteY31" fmla="*/ 150201 h 151163"/>
                <a:gd name="connsiteX32" fmla="*/ 179209 w 178969"/>
                <a:gd name="connsiteY32" fmla="*/ 151253 h 151163"/>
                <a:gd name="connsiteX33" fmla="*/ 179209 w 178969"/>
                <a:gd name="connsiteY33" fmla="*/ 140380 h 151163"/>
                <a:gd name="connsiteX34" fmla="*/ 145474 w 178969"/>
                <a:gd name="connsiteY34" fmla="*/ 129508 h 151163"/>
                <a:gd name="connsiteX35" fmla="*/ 97891 w 178969"/>
                <a:gd name="connsiteY35" fmla="*/ 68832 h 151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969" h="151163">
                  <a:moveTo>
                    <a:pt x="97891" y="68832"/>
                  </a:moveTo>
                  <a:cubicBezTo>
                    <a:pt x="108544" y="55504"/>
                    <a:pt x="122038" y="38318"/>
                    <a:pt x="130560" y="29199"/>
                  </a:cubicBezTo>
                  <a:cubicBezTo>
                    <a:pt x="141568" y="16573"/>
                    <a:pt x="156127" y="11312"/>
                    <a:pt x="172817" y="10962"/>
                  </a:cubicBezTo>
                  <a:lnTo>
                    <a:pt x="172817" y="89"/>
                  </a:lnTo>
                  <a:cubicBezTo>
                    <a:pt x="163584" y="790"/>
                    <a:pt x="152932" y="1141"/>
                    <a:pt x="143699" y="1141"/>
                  </a:cubicBezTo>
                  <a:cubicBezTo>
                    <a:pt x="133046" y="1141"/>
                    <a:pt x="114226" y="440"/>
                    <a:pt x="109609" y="89"/>
                  </a:cubicBezTo>
                  <a:lnTo>
                    <a:pt x="109609" y="10962"/>
                  </a:lnTo>
                  <a:cubicBezTo>
                    <a:pt x="117066" y="11663"/>
                    <a:pt x="119907" y="16222"/>
                    <a:pt x="119907" y="21834"/>
                  </a:cubicBezTo>
                  <a:cubicBezTo>
                    <a:pt x="119907" y="27446"/>
                    <a:pt x="116356" y="32005"/>
                    <a:pt x="114581" y="34110"/>
                  </a:cubicBezTo>
                  <a:lnTo>
                    <a:pt x="92565" y="61466"/>
                  </a:lnTo>
                  <a:lnTo>
                    <a:pt x="64867" y="26043"/>
                  </a:lnTo>
                  <a:cubicBezTo>
                    <a:pt x="61671" y="22536"/>
                    <a:pt x="61671" y="21834"/>
                    <a:pt x="61671" y="19730"/>
                  </a:cubicBezTo>
                  <a:cubicBezTo>
                    <a:pt x="61671" y="14469"/>
                    <a:pt x="66997" y="11312"/>
                    <a:pt x="74099" y="10962"/>
                  </a:cubicBezTo>
                  <a:lnTo>
                    <a:pt x="74099" y="89"/>
                  </a:lnTo>
                  <a:cubicBezTo>
                    <a:pt x="64867" y="440"/>
                    <a:pt x="41430" y="1141"/>
                    <a:pt x="35749" y="1141"/>
                  </a:cubicBezTo>
                  <a:cubicBezTo>
                    <a:pt x="28292" y="1141"/>
                    <a:pt x="11602" y="790"/>
                    <a:pt x="2014" y="89"/>
                  </a:cubicBezTo>
                  <a:lnTo>
                    <a:pt x="2014" y="10962"/>
                  </a:lnTo>
                  <a:cubicBezTo>
                    <a:pt x="26871" y="10962"/>
                    <a:pt x="27226" y="11312"/>
                    <a:pt x="43916" y="32356"/>
                  </a:cubicBezTo>
                  <a:lnTo>
                    <a:pt x="79071" y="77600"/>
                  </a:lnTo>
                  <a:lnTo>
                    <a:pt x="45692" y="119337"/>
                  </a:lnTo>
                  <a:cubicBezTo>
                    <a:pt x="28647" y="139679"/>
                    <a:pt x="7696" y="140380"/>
                    <a:pt x="239" y="140380"/>
                  </a:cubicBezTo>
                  <a:lnTo>
                    <a:pt x="239" y="151253"/>
                  </a:lnTo>
                  <a:cubicBezTo>
                    <a:pt x="9471" y="150551"/>
                    <a:pt x="20479" y="150201"/>
                    <a:pt x="29712" y="150201"/>
                  </a:cubicBezTo>
                  <a:cubicBezTo>
                    <a:pt x="40010" y="150201"/>
                    <a:pt x="54924" y="150902"/>
                    <a:pt x="63447" y="151253"/>
                  </a:cubicBezTo>
                  <a:lnTo>
                    <a:pt x="63447" y="140380"/>
                  </a:lnTo>
                  <a:cubicBezTo>
                    <a:pt x="55634" y="139328"/>
                    <a:pt x="53149" y="134769"/>
                    <a:pt x="53149" y="129508"/>
                  </a:cubicBezTo>
                  <a:cubicBezTo>
                    <a:pt x="53149" y="121792"/>
                    <a:pt x="63447" y="110218"/>
                    <a:pt x="85108" y="84965"/>
                  </a:cubicBezTo>
                  <a:lnTo>
                    <a:pt x="112095" y="120038"/>
                  </a:lnTo>
                  <a:cubicBezTo>
                    <a:pt x="114936" y="123896"/>
                    <a:pt x="119552" y="129508"/>
                    <a:pt x="119552" y="131612"/>
                  </a:cubicBezTo>
                  <a:cubicBezTo>
                    <a:pt x="119552" y="134769"/>
                    <a:pt x="116356" y="140030"/>
                    <a:pt x="106769" y="140380"/>
                  </a:cubicBezTo>
                  <a:lnTo>
                    <a:pt x="106769" y="151253"/>
                  </a:lnTo>
                  <a:cubicBezTo>
                    <a:pt x="117422" y="150902"/>
                    <a:pt x="137307" y="150201"/>
                    <a:pt x="145119" y="150201"/>
                  </a:cubicBezTo>
                  <a:cubicBezTo>
                    <a:pt x="154707" y="150201"/>
                    <a:pt x="168556" y="150551"/>
                    <a:pt x="179209" y="151253"/>
                  </a:cubicBezTo>
                  <a:lnTo>
                    <a:pt x="179209" y="140380"/>
                  </a:lnTo>
                  <a:cubicBezTo>
                    <a:pt x="160034" y="140380"/>
                    <a:pt x="153642" y="139679"/>
                    <a:pt x="145474" y="129508"/>
                  </a:cubicBezTo>
                  <a:lnTo>
                    <a:pt x="97891" y="68832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0BE7920-0F5F-6147-45F6-D08F833B5376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2369847" y="4497590"/>
              <a:ext cx="174708" cy="841397"/>
            </a:xfrm>
            <a:custGeom>
              <a:avLst/>
              <a:gdLst>
                <a:gd name="connsiteX0" fmla="*/ 174955 w 174708"/>
                <a:gd name="connsiteY0" fmla="*/ 837965 h 841397"/>
                <a:gd name="connsiteX1" fmla="*/ 173534 w 174708"/>
                <a:gd name="connsiteY1" fmla="*/ 834808 h 841397"/>
                <a:gd name="connsiteX2" fmla="*/ 112812 w 174708"/>
                <a:gd name="connsiteY2" fmla="*/ 760454 h 841397"/>
                <a:gd name="connsiteX3" fmla="*/ 29719 w 174708"/>
                <a:gd name="connsiteY3" fmla="*/ 420949 h 841397"/>
                <a:gd name="connsiteX4" fmla="*/ 101094 w 174708"/>
                <a:gd name="connsiteY4" fmla="*/ 100383 h 841397"/>
                <a:gd name="connsiteX5" fmla="*/ 173889 w 174708"/>
                <a:gd name="connsiteY5" fmla="*/ 6388 h 841397"/>
                <a:gd name="connsiteX6" fmla="*/ 174955 w 174708"/>
                <a:gd name="connsiteY6" fmla="*/ 3582 h 841397"/>
                <a:gd name="connsiteX7" fmla="*/ 167498 w 174708"/>
                <a:gd name="connsiteY7" fmla="*/ 75 h 841397"/>
                <a:gd name="connsiteX8" fmla="*/ 156489 w 174708"/>
                <a:gd name="connsiteY8" fmla="*/ 5336 h 841397"/>
                <a:gd name="connsiteX9" fmla="*/ 246 w 174708"/>
                <a:gd name="connsiteY9" fmla="*/ 420598 h 841397"/>
                <a:gd name="connsiteX10" fmla="*/ 122400 w 174708"/>
                <a:gd name="connsiteY10" fmla="*/ 802191 h 841397"/>
                <a:gd name="connsiteX11" fmla="*/ 157555 w 174708"/>
                <a:gd name="connsiteY11" fmla="*/ 837264 h 841397"/>
                <a:gd name="connsiteX12" fmla="*/ 167498 w 174708"/>
                <a:gd name="connsiteY12" fmla="*/ 841472 h 841397"/>
                <a:gd name="connsiteX13" fmla="*/ 174955 w 174708"/>
                <a:gd name="connsiteY13" fmla="*/ 837965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55" y="837965"/>
                  </a:moveTo>
                  <a:cubicBezTo>
                    <a:pt x="174955" y="836562"/>
                    <a:pt x="174244" y="835861"/>
                    <a:pt x="173534" y="834808"/>
                  </a:cubicBezTo>
                  <a:cubicBezTo>
                    <a:pt x="160396" y="821831"/>
                    <a:pt x="136604" y="798333"/>
                    <a:pt x="112812" y="760454"/>
                  </a:cubicBezTo>
                  <a:cubicBezTo>
                    <a:pt x="55641" y="669966"/>
                    <a:pt x="29719" y="555979"/>
                    <a:pt x="29719" y="420949"/>
                  </a:cubicBezTo>
                  <a:cubicBezTo>
                    <a:pt x="29719" y="326603"/>
                    <a:pt x="42503" y="204900"/>
                    <a:pt x="101094" y="100383"/>
                  </a:cubicBezTo>
                  <a:cubicBezTo>
                    <a:pt x="129147" y="50580"/>
                    <a:pt x="158265" y="21820"/>
                    <a:pt x="173889" y="6388"/>
                  </a:cubicBezTo>
                  <a:cubicBezTo>
                    <a:pt x="174955" y="5336"/>
                    <a:pt x="174955" y="4634"/>
                    <a:pt x="174955" y="3582"/>
                  </a:cubicBezTo>
                  <a:cubicBezTo>
                    <a:pt x="174955" y="75"/>
                    <a:pt x="172469" y="75"/>
                    <a:pt x="167498" y="75"/>
                  </a:cubicBezTo>
                  <a:cubicBezTo>
                    <a:pt x="162526" y="75"/>
                    <a:pt x="161816" y="75"/>
                    <a:pt x="156489" y="5336"/>
                  </a:cubicBezTo>
                  <a:cubicBezTo>
                    <a:pt x="37531" y="112308"/>
                    <a:pt x="246" y="272942"/>
                    <a:pt x="246" y="420598"/>
                  </a:cubicBezTo>
                  <a:cubicBezTo>
                    <a:pt x="246" y="558434"/>
                    <a:pt x="32205" y="697323"/>
                    <a:pt x="122400" y="802191"/>
                  </a:cubicBezTo>
                  <a:cubicBezTo>
                    <a:pt x="129502" y="810257"/>
                    <a:pt x="142996" y="824637"/>
                    <a:pt x="157555" y="837264"/>
                  </a:cubicBezTo>
                  <a:cubicBezTo>
                    <a:pt x="161816" y="841472"/>
                    <a:pt x="162526" y="841472"/>
                    <a:pt x="167498" y="841472"/>
                  </a:cubicBezTo>
                  <a:cubicBezTo>
                    <a:pt x="172469" y="841472"/>
                    <a:pt x="174955" y="841472"/>
                    <a:pt x="174955" y="83796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E668E38-8605-2BC0-89DF-3540B8CC616D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2613841" y="4528281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794C902-CD66-9869-6539-9BD59E14F0D7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2939213" y="4471220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EBD04B22-0B16-543C-D0AA-EFE1AA2C631A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3182492" y="4524423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3AC206A6-1FD5-7613-9C02-BE9337D7C7EF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2599992" y="4911454"/>
              <a:ext cx="866537" cy="14028"/>
            </a:xfrm>
            <a:custGeom>
              <a:avLst/>
              <a:gdLst>
                <a:gd name="connsiteX0" fmla="*/ 0 w 866537"/>
                <a:gd name="connsiteY0" fmla="*/ 0 h 14028"/>
                <a:gd name="connsiteX1" fmla="*/ 866538 w 866537"/>
                <a:gd name="connsiteY1" fmla="*/ 0 h 14028"/>
                <a:gd name="connsiteX2" fmla="*/ 866538 w 866537"/>
                <a:gd name="connsiteY2" fmla="*/ 14028 h 14028"/>
                <a:gd name="connsiteX3" fmla="*/ 0 w 866537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6537" h="14028">
                  <a:moveTo>
                    <a:pt x="0" y="0"/>
                  </a:moveTo>
                  <a:lnTo>
                    <a:pt x="866538" y="0"/>
                  </a:lnTo>
                  <a:lnTo>
                    <a:pt x="866538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6A91943-5D64-CBE9-5D66-982FA74D4E29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2739162" y="4981596"/>
              <a:ext cx="276977" cy="350728"/>
            </a:xfrm>
            <a:custGeom>
              <a:avLst/>
              <a:gdLst>
                <a:gd name="connsiteX0" fmla="*/ 112469 w 276977"/>
                <a:gd name="connsiteY0" fmla="*/ 313991 h 350728"/>
                <a:gd name="connsiteX1" fmla="*/ 49971 w 276977"/>
                <a:gd name="connsiteY1" fmla="*/ 177557 h 350728"/>
                <a:gd name="connsiteX2" fmla="*/ 44645 w 276977"/>
                <a:gd name="connsiteY2" fmla="*/ 171946 h 350728"/>
                <a:gd name="connsiteX3" fmla="*/ 38608 w 276977"/>
                <a:gd name="connsiteY3" fmla="*/ 174751 h 350728"/>
                <a:gd name="connsiteX4" fmla="*/ 4874 w 276977"/>
                <a:gd name="connsiteY4" fmla="*/ 200004 h 350728"/>
                <a:gd name="connsiteX5" fmla="*/ 257 w 276977"/>
                <a:gd name="connsiteY5" fmla="*/ 205615 h 350728"/>
                <a:gd name="connsiteX6" fmla="*/ 3808 w 276977"/>
                <a:gd name="connsiteY6" fmla="*/ 209473 h 350728"/>
                <a:gd name="connsiteX7" fmla="*/ 15882 w 276977"/>
                <a:gd name="connsiteY7" fmla="*/ 201757 h 350728"/>
                <a:gd name="connsiteX8" fmla="*/ 27245 w 276977"/>
                <a:gd name="connsiteY8" fmla="*/ 193340 h 350728"/>
                <a:gd name="connsiteX9" fmla="*/ 97200 w 276977"/>
                <a:gd name="connsiteY9" fmla="*/ 345205 h 350728"/>
                <a:gd name="connsiteX10" fmla="*/ 104657 w 276977"/>
                <a:gd name="connsiteY10" fmla="*/ 350817 h 350728"/>
                <a:gd name="connsiteX11" fmla="*/ 113534 w 276977"/>
                <a:gd name="connsiteY11" fmla="*/ 343802 h 350728"/>
                <a:gd name="connsiteX12" fmla="*/ 274749 w 276977"/>
                <a:gd name="connsiteY12" fmla="*/ 14118 h 350728"/>
                <a:gd name="connsiteX13" fmla="*/ 277235 w 276977"/>
                <a:gd name="connsiteY13" fmla="*/ 7103 h 350728"/>
                <a:gd name="connsiteX14" fmla="*/ 270133 w 276977"/>
                <a:gd name="connsiteY14" fmla="*/ 89 h 350728"/>
                <a:gd name="connsiteX15" fmla="*/ 261966 w 276977"/>
                <a:gd name="connsiteY15" fmla="*/ 7454 h 350728"/>
                <a:gd name="connsiteX16" fmla="*/ 112469 w 276977"/>
                <a:gd name="connsiteY16" fmla="*/ 313991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6977" h="350728">
                  <a:moveTo>
                    <a:pt x="112469" y="313991"/>
                  </a:moveTo>
                  <a:lnTo>
                    <a:pt x="49971" y="177557"/>
                  </a:lnTo>
                  <a:cubicBezTo>
                    <a:pt x="47486" y="171946"/>
                    <a:pt x="45710" y="171946"/>
                    <a:pt x="44645" y="171946"/>
                  </a:cubicBezTo>
                  <a:cubicBezTo>
                    <a:pt x="44290" y="171946"/>
                    <a:pt x="42514" y="171946"/>
                    <a:pt x="38608" y="174751"/>
                  </a:cubicBezTo>
                  <a:lnTo>
                    <a:pt x="4874" y="200004"/>
                  </a:lnTo>
                  <a:cubicBezTo>
                    <a:pt x="257" y="203511"/>
                    <a:pt x="257" y="204563"/>
                    <a:pt x="257" y="205615"/>
                  </a:cubicBezTo>
                  <a:cubicBezTo>
                    <a:pt x="257" y="207369"/>
                    <a:pt x="1323" y="209473"/>
                    <a:pt x="3808" y="209473"/>
                  </a:cubicBezTo>
                  <a:cubicBezTo>
                    <a:pt x="5939" y="209473"/>
                    <a:pt x="11976" y="204563"/>
                    <a:pt x="15882" y="201757"/>
                  </a:cubicBezTo>
                  <a:cubicBezTo>
                    <a:pt x="18012" y="200004"/>
                    <a:pt x="23339" y="196146"/>
                    <a:pt x="27245" y="193340"/>
                  </a:cubicBezTo>
                  <a:lnTo>
                    <a:pt x="97200" y="345205"/>
                  </a:lnTo>
                  <a:cubicBezTo>
                    <a:pt x="99685" y="350817"/>
                    <a:pt x="101461" y="350817"/>
                    <a:pt x="104657" y="350817"/>
                  </a:cubicBezTo>
                  <a:cubicBezTo>
                    <a:pt x="109983" y="350817"/>
                    <a:pt x="111048" y="348713"/>
                    <a:pt x="113534" y="343802"/>
                  </a:cubicBezTo>
                  <a:lnTo>
                    <a:pt x="274749" y="14118"/>
                  </a:lnTo>
                  <a:cubicBezTo>
                    <a:pt x="277235" y="9208"/>
                    <a:pt x="277235" y="7805"/>
                    <a:pt x="277235" y="7103"/>
                  </a:cubicBezTo>
                  <a:cubicBezTo>
                    <a:pt x="277235" y="3596"/>
                    <a:pt x="274394" y="89"/>
                    <a:pt x="270133" y="89"/>
                  </a:cubicBezTo>
                  <a:cubicBezTo>
                    <a:pt x="267292" y="89"/>
                    <a:pt x="264806" y="1842"/>
                    <a:pt x="261966" y="7454"/>
                  </a:cubicBezTo>
                  <a:lnTo>
                    <a:pt x="112469" y="313991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73B05A1-7635-F0BE-4B92-4A3A8ABDED77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3009156" y="4981596"/>
              <a:ext cx="344126" cy="14028"/>
            </a:xfrm>
            <a:custGeom>
              <a:avLst/>
              <a:gdLst>
                <a:gd name="connsiteX0" fmla="*/ 0 w 344126"/>
                <a:gd name="connsiteY0" fmla="*/ 0 h 14028"/>
                <a:gd name="connsiteX1" fmla="*/ 344127 w 344126"/>
                <a:gd name="connsiteY1" fmla="*/ 0 h 14028"/>
                <a:gd name="connsiteX2" fmla="*/ 344127 w 344126"/>
                <a:gd name="connsiteY2" fmla="*/ 14028 h 14028"/>
                <a:gd name="connsiteX3" fmla="*/ 0 w 344126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126" h="14028">
                  <a:moveTo>
                    <a:pt x="0" y="0"/>
                  </a:moveTo>
                  <a:lnTo>
                    <a:pt x="344127" y="0"/>
                  </a:lnTo>
                  <a:lnTo>
                    <a:pt x="344127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657B92D-5140-78EF-A885-869153425068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3023360" y="5024813"/>
              <a:ext cx="169027" cy="247263"/>
            </a:xfrm>
            <a:custGeom>
              <a:avLst/>
              <a:gdLst>
                <a:gd name="connsiteX0" fmla="*/ 169293 w 169027"/>
                <a:gd name="connsiteY0" fmla="*/ 3954 h 247263"/>
                <a:gd name="connsiteX1" fmla="*/ 164677 w 169027"/>
                <a:gd name="connsiteY1" fmla="*/ 96 h 247263"/>
                <a:gd name="connsiteX2" fmla="*/ 119579 w 169027"/>
                <a:gd name="connsiteY2" fmla="*/ 3954 h 247263"/>
                <a:gd name="connsiteX3" fmla="*/ 114608 w 169027"/>
                <a:gd name="connsiteY3" fmla="*/ 10618 h 247263"/>
                <a:gd name="connsiteX4" fmla="*/ 123130 w 169027"/>
                <a:gd name="connsiteY4" fmla="*/ 14827 h 247263"/>
                <a:gd name="connsiteX5" fmla="*/ 140885 w 169027"/>
                <a:gd name="connsiteY5" fmla="*/ 20789 h 247263"/>
                <a:gd name="connsiteX6" fmla="*/ 139820 w 169027"/>
                <a:gd name="connsiteY6" fmla="*/ 27804 h 247263"/>
                <a:gd name="connsiteX7" fmla="*/ 118514 w 169027"/>
                <a:gd name="connsiteY7" fmla="*/ 110927 h 247263"/>
                <a:gd name="connsiteX8" fmla="*/ 85845 w 169027"/>
                <a:gd name="connsiteY8" fmla="*/ 88480 h 247263"/>
                <a:gd name="connsiteX9" fmla="*/ 266 w 169027"/>
                <a:gd name="connsiteY9" fmla="*/ 191243 h 247263"/>
                <a:gd name="connsiteX10" fmla="*/ 47494 w 169027"/>
                <a:gd name="connsiteY10" fmla="*/ 247360 h 247263"/>
                <a:gd name="connsiteX11" fmla="*/ 93657 w 169027"/>
                <a:gd name="connsiteY11" fmla="*/ 221055 h 247263"/>
                <a:gd name="connsiteX12" fmla="*/ 125971 w 169027"/>
                <a:gd name="connsiteY12" fmla="*/ 247360 h 247263"/>
                <a:gd name="connsiteX13" fmla="*/ 152248 w 169027"/>
                <a:gd name="connsiteY13" fmla="*/ 228070 h 247263"/>
                <a:gd name="connsiteX14" fmla="*/ 162901 w 169027"/>
                <a:gd name="connsiteY14" fmla="*/ 193348 h 247263"/>
                <a:gd name="connsiteX15" fmla="*/ 158640 w 169027"/>
                <a:gd name="connsiteY15" fmla="*/ 189840 h 247263"/>
                <a:gd name="connsiteX16" fmla="*/ 153669 w 169027"/>
                <a:gd name="connsiteY16" fmla="*/ 196154 h 247263"/>
                <a:gd name="connsiteX17" fmla="*/ 126681 w 169027"/>
                <a:gd name="connsiteY17" fmla="*/ 239644 h 247263"/>
                <a:gd name="connsiteX18" fmla="*/ 116028 w 169027"/>
                <a:gd name="connsiteY18" fmla="*/ 223510 h 247263"/>
                <a:gd name="connsiteX19" fmla="*/ 118159 w 169027"/>
                <a:gd name="connsiteY19" fmla="*/ 206675 h 247263"/>
                <a:gd name="connsiteX20" fmla="*/ 169293 w 169027"/>
                <a:gd name="connsiteY20" fmla="*/ 3954 h 247263"/>
                <a:gd name="connsiteX21" fmla="*/ 95432 w 169027"/>
                <a:gd name="connsiteY21" fmla="*/ 201765 h 247263"/>
                <a:gd name="connsiteX22" fmla="*/ 88330 w 169027"/>
                <a:gd name="connsiteY22" fmla="*/ 214742 h 247263"/>
                <a:gd name="connsiteX23" fmla="*/ 48204 w 169027"/>
                <a:gd name="connsiteY23" fmla="*/ 239644 h 247263"/>
                <a:gd name="connsiteX24" fmla="*/ 25478 w 169027"/>
                <a:gd name="connsiteY24" fmla="*/ 206675 h 247263"/>
                <a:gd name="connsiteX25" fmla="*/ 45008 w 169027"/>
                <a:gd name="connsiteY25" fmla="*/ 129866 h 247263"/>
                <a:gd name="connsiteX26" fmla="*/ 86200 w 169027"/>
                <a:gd name="connsiteY26" fmla="*/ 96196 h 247263"/>
                <a:gd name="connsiteX27" fmla="*/ 114253 w 169027"/>
                <a:gd name="connsiteY27" fmla="*/ 127060 h 247263"/>
                <a:gd name="connsiteX28" fmla="*/ 113187 w 169027"/>
                <a:gd name="connsiteY28" fmla="*/ 133022 h 247263"/>
                <a:gd name="connsiteX29" fmla="*/ 95432 w 169027"/>
                <a:gd name="connsiteY29" fmla="*/ 201765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69027" h="247263">
                  <a:moveTo>
                    <a:pt x="169293" y="3954"/>
                  </a:moveTo>
                  <a:cubicBezTo>
                    <a:pt x="169293" y="3604"/>
                    <a:pt x="169293" y="96"/>
                    <a:pt x="164677" y="96"/>
                  </a:cubicBezTo>
                  <a:cubicBezTo>
                    <a:pt x="159350" y="96"/>
                    <a:pt x="125616" y="3253"/>
                    <a:pt x="119579" y="3954"/>
                  </a:cubicBezTo>
                  <a:cubicBezTo>
                    <a:pt x="116738" y="4305"/>
                    <a:pt x="114608" y="6059"/>
                    <a:pt x="114608" y="10618"/>
                  </a:cubicBezTo>
                  <a:cubicBezTo>
                    <a:pt x="114608" y="14827"/>
                    <a:pt x="117804" y="14827"/>
                    <a:pt x="123130" y="14827"/>
                  </a:cubicBezTo>
                  <a:cubicBezTo>
                    <a:pt x="140175" y="14827"/>
                    <a:pt x="140885" y="17282"/>
                    <a:pt x="140885" y="20789"/>
                  </a:cubicBezTo>
                  <a:lnTo>
                    <a:pt x="139820" y="27804"/>
                  </a:lnTo>
                  <a:lnTo>
                    <a:pt x="118514" y="110927"/>
                  </a:lnTo>
                  <a:cubicBezTo>
                    <a:pt x="112122" y="97950"/>
                    <a:pt x="101824" y="88480"/>
                    <a:pt x="85845" y="88480"/>
                  </a:cubicBezTo>
                  <a:cubicBezTo>
                    <a:pt x="44298" y="88480"/>
                    <a:pt x="266" y="140037"/>
                    <a:pt x="266" y="191243"/>
                  </a:cubicBezTo>
                  <a:cubicBezTo>
                    <a:pt x="266" y="224212"/>
                    <a:pt x="19796" y="247360"/>
                    <a:pt x="47494" y="247360"/>
                  </a:cubicBezTo>
                  <a:cubicBezTo>
                    <a:pt x="54596" y="247360"/>
                    <a:pt x="72351" y="245957"/>
                    <a:pt x="93657" y="221055"/>
                  </a:cubicBezTo>
                  <a:cubicBezTo>
                    <a:pt x="96498" y="235786"/>
                    <a:pt x="108926" y="247360"/>
                    <a:pt x="125971" y="247360"/>
                  </a:cubicBezTo>
                  <a:cubicBezTo>
                    <a:pt x="138399" y="247360"/>
                    <a:pt x="146567" y="239293"/>
                    <a:pt x="152248" y="228070"/>
                  </a:cubicBezTo>
                  <a:cubicBezTo>
                    <a:pt x="158285" y="215444"/>
                    <a:pt x="162901" y="194049"/>
                    <a:pt x="162901" y="193348"/>
                  </a:cubicBezTo>
                  <a:cubicBezTo>
                    <a:pt x="162901" y="189840"/>
                    <a:pt x="159705" y="189840"/>
                    <a:pt x="158640" y="189840"/>
                  </a:cubicBezTo>
                  <a:cubicBezTo>
                    <a:pt x="155089" y="189840"/>
                    <a:pt x="154734" y="191243"/>
                    <a:pt x="153669" y="196154"/>
                  </a:cubicBezTo>
                  <a:cubicBezTo>
                    <a:pt x="147632" y="218951"/>
                    <a:pt x="141240" y="239644"/>
                    <a:pt x="126681" y="239644"/>
                  </a:cubicBezTo>
                  <a:cubicBezTo>
                    <a:pt x="117093" y="239644"/>
                    <a:pt x="116028" y="230525"/>
                    <a:pt x="116028" y="223510"/>
                  </a:cubicBezTo>
                  <a:cubicBezTo>
                    <a:pt x="116028" y="215093"/>
                    <a:pt x="116738" y="212638"/>
                    <a:pt x="118159" y="206675"/>
                  </a:cubicBezTo>
                  <a:lnTo>
                    <a:pt x="169293" y="3954"/>
                  </a:lnTo>
                  <a:close/>
                  <a:moveTo>
                    <a:pt x="95432" y="201765"/>
                  </a:moveTo>
                  <a:cubicBezTo>
                    <a:pt x="93657" y="208078"/>
                    <a:pt x="93657" y="208780"/>
                    <a:pt x="88330" y="214742"/>
                  </a:cubicBezTo>
                  <a:cubicBezTo>
                    <a:pt x="72706" y="234032"/>
                    <a:pt x="58147" y="239644"/>
                    <a:pt x="48204" y="239644"/>
                  </a:cubicBezTo>
                  <a:cubicBezTo>
                    <a:pt x="30449" y="239644"/>
                    <a:pt x="25478" y="220354"/>
                    <a:pt x="25478" y="206675"/>
                  </a:cubicBezTo>
                  <a:cubicBezTo>
                    <a:pt x="25478" y="189139"/>
                    <a:pt x="36841" y="145999"/>
                    <a:pt x="45008" y="129866"/>
                  </a:cubicBezTo>
                  <a:cubicBezTo>
                    <a:pt x="56016" y="109173"/>
                    <a:pt x="71996" y="96196"/>
                    <a:pt x="86200" y="96196"/>
                  </a:cubicBezTo>
                  <a:cubicBezTo>
                    <a:pt x="109281" y="96196"/>
                    <a:pt x="114253" y="124956"/>
                    <a:pt x="114253" y="127060"/>
                  </a:cubicBezTo>
                  <a:cubicBezTo>
                    <a:pt x="114253" y="129164"/>
                    <a:pt x="113542" y="131269"/>
                    <a:pt x="113187" y="133022"/>
                  </a:cubicBezTo>
                  <a:lnTo>
                    <a:pt x="95432" y="20176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784212C-9766-3710-5B51-C597E039DF59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3209641" y="5157809"/>
              <a:ext cx="109867" cy="163018"/>
            </a:xfrm>
            <a:custGeom>
              <a:avLst/>
              <a:gdLst>
                <a:gd name="connsiteX0" fmla="*/ 110139 w 109867"/>
                <a:gd name="connsiteY0" fmla="*/ 118434 h 163018"/>
                <a:gd name="connsiteX1" fmla="*/ 101687 w 109867"/>
                <a:gd name="connsiteY1" fmla="*/ 118434 h 163018"/>
                <a:gd name="connsiteX2" fmla="*/ 95225 w 109867"/>
                <a:gd name="connsiteY2" fmla="*/ 140775 h 163018"/>
                <a:gd name="connsiteX3" fmla="*/ 70616 w 109867"/>
                <a:gd name="connsiteY3" fmla="*/ 142248 h 163018"/>
                <a:gd name="connsiteX4" fmla="*/ 24879 w 109867"/>
                <a:gd name="connsiteY4" fmla="*/ 142248 h 163018"/>
                <a:gd name="connsiteX5" fmla="*/ 74593 w 109867"/>
                <a:gd name="connsiteY5" fmla="*/ 101002 h 163018"/>
                <a:gd name="connsiteX6" fmla="*/ 110139 w 109867"/>
                <a:gd name="connsiteY6" fmla="*/ 47972 h 163018"/>
                <a:gd name="connsiteX7" fmla="*/ 51973 w 109867"/>
                <a:gd name="connsiteY7" fmla="*/ 98 h 163018"/>
                <a:gd name="connsiteX8" fmla="*/ 271 w 109867"/>
                <a:gd name="connsiteY8" fmla="*/ 44044 h 163018"/>
                <a:gd name="connsiteX9" fmla="*/ 13445 w 109867"/>
                <a:gd name="connsiteY9" fmla="*/ 57793 h 163018"/>
                <a:gd name="connsiteX10" fmla="*/ 26619 w 109867"/>
                <a:gd name="connsiteY10" fmla="*/ 44781 h 163018"/>
                <a:gd name="connsiteX11" fmla="*/ 11954 w 109867"/>
                <a:gd name="connsiteY11" fmla="*/ 31769 h 163018"/>
                <a:gd name="connsiteX12" fmla="*/ 48245 w 109867"/>
                <a:gd name="connsiteY12" fmla="*/ 8936 h 163018"/>
                <a:gd name="connsiteX13" fmla="*/ 86027 w 109867"/>
                <a:gd name="connsiteY13" fmla="*/ 47972 h 163018"/>
                <a:gd name="connsiteX14" fmla="*/ 62662 w 109867"/>
                <a:gd name="connsiteY14" fmla="*/ 95110 h 163018"/>
                <a:gd name="connsiteX15" fmla="*/ 2757 w 109867"/>
                <a:gd name="connsiteY15" fmla="*/ 153542 h 163018"/>
                <a:gd name="connsiteX16" fmla="*/ 271 w 109867"/>
                <a:gd name="connsiteY16" fmla="*/ 163116 h 163018"/>
                <a:gd name="connsiteX17" fmla="*/ 102682 w 109867"/>
                <a:gd name="connsiteY17" fmla="*/ 163116 h 163018"/>
                <a:gd name="connsiteX18" fmla="*/ 110139 w 109867"/>
                <a:gd name="connsiteY18" fmla="*/ 118434 h 16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867" h="163018">
                  <a:moveTo>
                    <a:pt x="110139" y="118434"/>
                  </a:moveTo>
                  <a:lnTo>
                    <a:pt x="101687" y="118434"/>
                  </a:lnTo>
                  <a:cubicBezTo>
                    <a:pt x="100942" y="123835"/>
                    <a:pt x="98456" y="138320"/>
                    <a:pt x="95225" y="140775"/>
                  </a:cubicBezTo>
                  <a:cubicBezTo>
                    <a:pt x="93236" y="142248"/>
                    <a:pt x="74096" y="142248"/>
                    <a:pt x="70616" y="142248"/>
                  </a:cubicBezTo>
                  <a:lnTo>
                    <a:pt x="24879" y="142248"/>
                  </a:lnTo>
                  <a:cubicBezTo>
                    <a:pt x="50979" y="119416"/>
                    <a:pt x="59679" y="112541"/>
                    <a:pt x="74593" y="101002"/>
                  </a:cubicBezTo>
                  <a:cubicBezTo>
                    <a:pt x="92987" y="86517"/>
                    <a:pt x="110139" y="71296"/>
                    <a:pt x="110139" y="47972"/>
                  </a:cubicBezTo>
                  <a:cubicBezTo>
                    <a:pt x="110139" y="18266"/>
                    <a:pt x="83790" y="98"/>
                    <a:pt x="51973" y="98"/>
                  </a:cubicBezTo>
                  <a:cubicBezTo>
                    <a:pt x="21151" y="98"/>
                    <a:pt x="271" y="21457"/>
                    <a:pt x="271" y="44044"/>
                  </a:cubicBezTo>
                  <a:cubicBezTo>
                    <a:pt x="271" y="56565"/>
                    <a:pt x="10959" y="57793"/>
                    <a:pt x="13445" y="57793"/>
                  </a:cubicBezTo>
                  <a:cubicBezTo>
                    <a:pt x="19411" y="57793"/>
                    <a:pt x="26619" y="53619"/>
                    <a:pt x="26619" y="44781"/>
                  </a:cubicBezTo>
                  <a:cubicBezTo>
                    <a:pt x="26619" y="40361"/>
                    <a:pt x="24879" y="31769"/>
                    <a:pt x="11954" y="31769"/>
                  </a:cubicBezTo>
                  <a:cubicBezTo>
                    <a:pt x="19659" y="14337"/>
                    <a:pt x="36562" y="8936"/>
                    <a:pt x="48245" y="8936"/>
                  </a:cubicBezTo>
                  <a:cubicBezTo>
                    <a:pt x="73102" y="8936"/>
                    <a:pt x="86027" y="28086"/>
                    <a:pt x="86027" y="47972"/>
                  </a:cubicBezTo>
                  <a:cubicBezTo>
                    <a:pt x="86027" y="69332"/>
                    <a:pt x="70616" y="86272"/>
                    <a:pt x="62662" y="95110"/>
                  </a:cubicBezTo>
                  <a:lnTo>
                    <a:pt x="2757" y="153542"/>
                  </a:lnTo>
                  <a:cubicBezTo>
                    <a:pt x="271" y="155751"/>
                    <a:pt x="271" y="156242"/>
                    <a:pt x="271" y="163116"/>
                  </a:cubicBezTo>
                  <a:lnTo>
                    <a:pt x="102682" y="163116"/>
                  </a:lnTo>
                  <a:lnTo>
                    <a:pt x="110139" y="118434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A3D5FAB-AD07-AC9B-4978-4EA983EF0410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3521570" y="4497590"/>
              <a:ext cx="174708" cy="841397"/>
            </a:xfrm>
            <a:custGeom>
              <a:avLst/>
              <a:gdLst>
                <a:gd name="connsiteX0" fmla="*/ 174989 w 174708"/>
                <a:gd name="connsiteY0" fmla="*/ 420949 h 841397"/>
                <a:gd name="connsiteX1" fmla="*/ 52835 w 174708"/>
                <a:gd name="connsiteY1" fmla="*/ 39356 h 841397"/>
                <a:gd name="connsiteX2" fmla="*/ 17680 w 174708"/>
                <a:gd name="connsiteY2" fmla="*/ 4284 h 841397"/>
                <a:gd name="connsiteX3" fmla="*/ 7737 w 174708"/>
                <a:gd name="connsiteY3" fmla="*/ 75 h 841397"/>
                <a:gd name="connsiteX4" fmla="*/ 280 w 174708"/>
                <a:gd name="connsiteY4" fmla="*/ 3582 h 841397"/>
                <a:gd name="connsiteX5" fmla="*/ 2410 w 174708"/>
                <a:gd name="connsiteY5" fmla="*/ 7089 h 841397"/>
                <a:gd name="connsiteX6" fmla="*/ 62422 w 174708"/>
                <a:gd name="connsiteY6" fmla="*/ 81093 h 841397"/>
                <a:gd name="connsiteX7" fmla="*/ 145515 w 174708"/>
                <a:gd name="connsiteY7" fmla="*/ 420598 h 841397"/>
                <a:gd name="connsiteX8" fmla="*/ 74140 w 174708"/>
                <a:gd name="connsiteY8" fmla="*/ 741164 h 841397"/>
                <a:gd name="connsiteX9" fmla="*/ 1700 w 174708"/>
                <a:gd name="connsiteY9" fmla="*/ 834808 h 841397"/>
                <a:gd name="connsiteX10" fmla="*/ 280 w 174708"/>
                <a:gd name="connsiteY10" fmla="*/ 837965 h 841397"/>
                <a:gd name="connsiteX11" fmla="*/ 7737 w 174708"/>
                <a:gd name="connsiteY11" fmla="*/ 841472 h 841397"/>
                <a:gd name="connsiteX12" fmla="*/ 18745 w 174708"/>
                <a:gd name="connsiteY12" fmla="*/ 836211 h 841397"/>
                <a:gd name="connsiteX13" fmla="*/ 174989 w 174708"/>
                <a:gd name="connsiteY13" fmla="*/ 420949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89" y="420949"/>
                  </a:moveTo>
                  <a:cubicBezTo>
                    <a:pt x="174989" y="283113"/>
                    <a:pt x="143030" y="144224"/>
                    <a:pt x="52835" y="39356"/>
                  </a:cubicBezTo>
                  <a:cubicBezTo>
                    <a:pt x="45733" y="31290"/>
                    <a:pt x="32239" y="16910"/>
                    <a:pt x="17680" y="4284"/>
                  </a:cubicBezTo>
                  <a:cubicBezTo>
                    <a:pt x="13418" y="75"/>
                    <a:pt x="12708" y="75"/>
                    <a:pt x="7737" y="75"/>
                  </a:cubicBezTo>
                  <a:cubicBezTo>
                    <a:pt x="3476" y="75"/>
                    <a:pt x="280" y="75"/>
                    <a:pt x="280" y="3582"/>
                  </a:cubicBezTo>
                  <a:cubicBezTo>
                    <a:pt x="280" y="4985"/>
                    <a:pt x="1700" y="6388"/>
                    <a:pt x="2410" y="7089"/>
                  </a:cubicBezTo>
                  <a:cubicBezTo>
                    <a:pt x="14839" y="19716"/>
                    <a:pt x="38631" y="43214"/>
                    <a:pt x="62422" y="81093"/>
                  </a:cubicBezTo>
                  <a:cubicBezTo>
                    <a:pt x="119593" y="171581"/>
                    <a:pt x="145515" y="285568"/>
                    <a:pt x="145515" y="420598"/>
                  </a:cubicBezTo>
                  <a:cubicBezTo>
                    <a:pt x="145515" y="514944"/>
                    <a:pt x="132732" y="636647"/>
                    <a:pt x="74140" y="741164"/>
                  </a:cubicBezTo>
                  <a:cubicBezTo>
                    <a:pt x="46088" y="790967"/>
                    <a:pt x="16614" y="820078"/>
                    <a:pt x="1700" y="834808"/>
                  </a:cubicBezTo>
                  <a:cubicBezTo>
                    <a:pt x="990" y="835861"/>
                    <a:pt x="280" y="836913"/>
                    <a:pt x="280" y="837965"/>
                  </a:cubicBezTo>
                  <a:cubicBezTo>
                    <a:pt x="280" y="841472"/>
                    <a:pt x="3476" y="841472"/>
                    <a:pt x="7737" y="841472"/>
                  </a:cubicBezTo>
                  <a:cubicBezTo>
                    <a:pt x="12708" y="841472"/>
                    <a:pt x="13418" y="841472"/>
                    <a:pt x="18745" y="836211"/>
                  </a:cubicBezTo>
                  <a:cubicBezTo>
                    <a:pt x="137703" y="729239"/>
                    <a:pt x="174989" y="568606"/>
                    <a:pt x="174989" y="420949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sp>
        <p:nvSpPr>
          <p:cNvPr id="12" name="Rounded Rectangle 29">
            <a:extLst>
              <a:ext uri="{FF2B5EF4-FFF2-40B4-BE49-F238E27FC236}">
                <a16:creationId xmlns:a16="http://schemas.microsoft.com/office/drawing/2014/main" id="{808D9260-64B7-6537-DAE5-AB4E67EC631A}"/>
              </a:ext>
            </a:extLst>
          </p:cNvPr>
          <p:cNvSpPr/>
          <p:nvPr/>
        </p:nvSpPr>
        <p:spPr>
          <a:xfrm rot="5400000">
            <a:off x="5056455" y="3912108"/>
            <a:ext cx="1397545" cy="1695433"/>
          </a:xfrm>
          <a:prstGeom prst="round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0B2A3F7-5894-7542-3BAC-B7F29DF87C45}"/>
              </a:ext>
            </a:extLst>
          </p:cNvPr>
          <p:cNvSpPr/>
          <p:nvPr/>
        </p:nvSpPr>
        <p:spPr>
          <a:xfrm rot="10800000">
            <a:off x="5067891" y="4194137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733768-DCED-DBF2-9F88-A04ECBFDF062}"/>
              </a:ext>
            </a:extLst>
          </p:cNvPr>
          <p:cNvSpPr/>
          <p:nvPr/>
        </p:nvSpPr>
        <p:spPr>
          <a:xfrm rot="10800000">
            <a:off x="5067891" y="4489809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DA5FBF8-F66A-8B25-A9A3-1BCD3C3B9488}"/>
              </a:ext>
            </a:extLst>
          </p:cNvPr>
          <p:cNvSpPr/>
          <p:nvPr/>
        </p:nvSpPr>
        <p:spPr>
          <a:xfrm rot="10800000">
            <a:off x="5067891" y="4791468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0EC32C3A-8836-AA4A-AA77-38DBCAA5FA27}"/>
              </a:ext>
            </a:extLst>
          </p:cNvPr>
          <p:cNvSpPr/>
          <p:nvPr/>
        </p:nvSpPr>
        <p:spPr>
          <a:xfrm rot="10800000">
            <a:off x="5067891" y="5087140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1373CB1-C339-F13A-3B79-9B6FB39602C3}"/>
              </a:ext>
            </a:extLst>
          </p:cNvPr>
          <p:cNvSpPr/>
          <p:nvPr/>
        </p:nvSpPr>
        <p:spPr>
          <a:xfrm rot="10800000">
            <a:off x="5445139" y="4194137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6A8916D-234B-03D2-C138-F50BCFFE3CBB}"/>
              </a:ext>
            </a:extLst>
          </p:cNvPr>
          <p:cNvSpPr/>
          <p:nvPr/>
        </p:nvSpPr>
        <p:spPr>
          <a:xfrm rot="10800000">
            <a:off x="5445139" y="4489809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F3A87C0-D099-426E-4E7B-911D353A5529}"/>
              </a:ext>
            </a:extLst>
          </p:cNvPr>
          <p:cNvSpPr/>
          <p:nvPr/>
        </p:nvSpPr>
        <p:spPr>
          <a:xfrm rot="10800000">
            <a:off x="5445139" y="4791468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28149B9-FB55-362F-2835-1334D02DEBC3}"/>
              </a:ext>
            </a:extLst>
          </p:cNvPr>
          <p:cNvSpPr/>
          <p:nvPr/>
        </p:nvSpPr>
        <p:spPr>
          <a:xfrm rot="10800000">
            <a:off x="5445139" y="5087140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AB27B6B-9195-563C-5DE8-B6B67B4B62E0}"/>
              </a:ext>
            </a:extLst>
          </p:cNvPr>
          <p:cNvSpPr/>
          <p:nvPr/>
        </p:nvSpPr>
        <p:spPr>
          <a:xfrm rot="10800000">
            <a:off x="5822387" y="4194137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058273A-AF58-5A40-1D40-2C8F4ACD1836}"/>
              </a:ext>
            </a:extLst>
          </p:cNvPr>
          <p:cNvSpPr/>
          <p:nvPr/>
        </p:nvSpPr>
        <p:spPr>
          <a:xfrm rot="10800000">
            <a:off x="5822387" y="4489809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D6D3822-8641-3ADA-682F-2FA7D0ACF29C}"/>
              </a:ext>
            </a:extLst>
          </p:cNvPr>
          <p:cNvSpPr/>
          <p:nvPr/>
        </p:nvSpPr>
        <p:spPr>
          <a:xfrm rot="10800000">
            <a:off x="5822387" y="4791468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C7EEE5F-7684-9B69-0BC6-C07DF043CBA6}"/>
              </a:ext>
            </a:extLst>
          </p:cNvPr>
          <p:cNvSpPr/>
          <p:nvPr/>
        </p:nvSpPr>
        <p:spPr>
          <a:xfrm rot="10800000">
            <a:off x="5822387" y="5087140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7718723-BDCD-043B-15A8-87C907CBBA73}"/>
              </a:ext>
            </a:extLst>
          </p:cNvPr>
          <p:cNvSpPr/>
          <p:nvPr/>
        </p:nvSpPr>
        <p:spPr>
          <a:xfrm rot="10800000">
            <a:off x="6199635" y="4194137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E7A7BF7-9C09-3D7B-066F-E7D6A025F424}"/>
              </a:ext>
            </a:extLst>
          </p:cNvPr>
          <p:cNvSpPr/>
          <p:nvPr/>
        </p:nvSpPr>
        <p:spPr>
          <a:xfrm rot="10800000">
            <a:off x="6199635" y="4489809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CD111969-82B1-E38E-6F7F-8405F83E21D9}"/>
              </a:ext>
            </a:extLst>
          </p:cNvPr>
          <p:cNvSpPr/>
          <p:nvPr/>
        </p:nvSpPr>
        <p:spPr>
          <a:xfrm rot="10800000">
            <a:off x="6199635" y="4791468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1946D41-AE65-9359-C32A-6F1A2DB0ED07}"/>
              </a:ext>
            </a:extLst>
          </p:cNvPr>
          <p:cNvSpPr/>
          <p:nvPr/>
        </p:nvSpPr>
        <p:spPr>
          <a:xfrm rot="10800000">
            <a:off x="6199635" y="5087140"/>
            <a:ext cx="228600" cy="2286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-ROMAN"/>
              <a:cs typeface="TIMES-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E37977E-CACB-B7A8-3D49-077679C4C146}"/>
                  </a:ext>
                </a:extLst>
              </p:cNvPr>
              <p:cNvSpPr txBox="1"/>
              <p:nvPr/>
            </p:nvSpPr>
            <p:spPr>
              <a:xfrm>
                <a:off x="6867209" y="4498214"/>
                <a:ext cx="55817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CA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E37977E-CACB-B7A8-3D49-077679C4C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7209" y="4498214"/>
                <a:ext cx="558178" cy="523220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205CC9FE-1D80-D35D-1980-A2199CD386B4}"/>
              </a:ext>
            </a:extLst>
          </p:cNvPr>
          <p:cNvGrpSpPr/>
          <p:nvPr/>
        </p:nvGrpSpPr>
        <p:grpSpPr>
          <a:xfrm>
            <a:off x="6055451" y="3158706"/>
            <a:ext cx="831779" cy="365701"/>
            <a:chOff x="9982536" y="3279022"/>
            <a:chExt cx="831779" cy="365701"/>
          </a:xfrm>
        </p:grpSpPr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20853385-7B4B-3ECD-922D-BF3C5A5A4615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9982536" y="3336083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515DB7D9-2A59-D458-7A9F-2B105B4ED4E4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0307908" y="3279022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4B9F337A-A14F-68AC-01B7-742A4C8F3CB5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0551187" y="3332225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sp>
        <p:nvSpPr>
          <p:cNvPr id="901" name="Freeform: Shape 900">
            <a:extLst>
              <a:ext uri="{FF2B5EF4-FFF2-40B4-BE49-F238E27FC236}">
                <a16:creationId xmlns:a16="http://schemas.microsoft.com/office/drawing/2014/main" id="{E0E48D7C-098F-C1FC-D29A-57519E885F98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3038084" y="3361252"/>
            <a:ext cx="289760" cy="243405"/>
          </a:xfrm>
          <a:custGeom>
            <a:avLst/>
            <a:gdLst>
              <a:gd name="connsiteX0" fmla="*/ 253742 w 289760"/>
              <a:gd name="connsiteY0" fmla="*/ 24289 h 243405"/>
              <a:gd name="connsiteX1" fmla="*/ 283215 w 289760"/>
              <a:gd name="connsiteY1" fmla="*/ 16573 h 243405"/>
              <a:gd name="connsiteX2" fmla="*/ 289962 w 289760"/>
              <a:gd name="connsiteY2" fmla="*/ 16573 h 243405"/>
              <a:gd name="connsiteX3" fmla="*/ 289962 w 289760"/>
              <a:gd name="connsiteY3" fmla="*/ 89 h 243405"/>
              <a:gd name="connsiteX4" fmla="*/ 249836 w 289760"/>
              <a:gd name="connsiteY4" fmla="*/ 1141 h 243405"/>
              <a:gd name="connsiteX5" fmla="*/ 203318 w 289760"/>
              <a:gd name="connsiteY5" fmla="*/ 89 h 243405"/>
              <a:gd name="connsiteX6" fmla="*/ 203318 w 289760"/>
              <a:gd name="connsiteY6" fmla="*/ 16573 h 243405"/>
              <a:gd name="connsiteX7" fmla="*/ 234566 w 289760"/>
              <a:gd name="connsiteY7" fmla="*/ 20782 h 243405"/>
              <a:gd name="connsiteX8" fmla="*/ 233146 w 289760"/>
              <a:gd name="connsiteY8" fmla="*/ 24991 h 243405"/>
              <a:gd name="connsiteX9" fmla="*/ 161416 w 289760"/>
              <a:gd name="connsiteY9" fmla="*/ 184572 h 243405"/>
              <a:gd name="connsiteX10" fmla="*/ 85780 w 289760"/>
              <a:gd name="connsiteY10" fmla="*/ 16573 h 243405"/>
              <a:gd name="connsiteX11" fmla="*/ 119159 w 289760"/>
              <a:gd name="connsiteY11" fmla="*/ 16573 h 243405"/>
              <a:gd name="connsiteX12" fmla="*/ 119159 w 289760"/>
              <a:gd name="connsiteY12" fmla="*/ 89 h 243405"/>
              <a:gd name="connsiteX13" fmla="*/ 56307 w 289760"/>
              <a:gd name="connsiteY13" fmla="*/ 1141 h 243405"/>
              <a:gd name="connsiteX14" fmla="*/ 201 w 289760"/>
              <a:gd name="connsiteY14" fmla="*/ 89 h 243405"/>
              <a:gd name="connsiteX15" fmla="*/ 201 w 289760"/>
              <a:gd name="connsiteY15" fmla="*/ 16573 h 243405"/>
              <a:gd name="connsiteX16" fmla="*/ 32870 w 289760"/>
              <a:gd name="connsiteY16" fmla="*/ 16573 h 243405"/>
              <a:gd name="connsiteX17" fmla="*/ 130877 w 289760"/>
              <a:gd name="connsiteY17" fmla="*/ 234375 h 243405"/>
              <a:gd name="connsiteX18" fmla="*/ 145081 w 289760"/>
              <a:gd name="connsiteY18" fmla="*/ 243494 h 243405"/>
              <a:gd name="connsiteX19" fmla="*/ 159285 w 289760"/>
              <a:gd name="connsiteY19" fmla="*/ 235077 h 243405"/>
              <a:gd name="connsiteX20" fmla="*/ 253742 w 289760"/>
              <a:gd name="connsiteY20" fmla="*/ 24289 h 2434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89760" h="243405">
                <a:moveTo>
                  <a:pt x="253742" y="24289"/>
                </a:moveTo>
                <a:cubicBezTo>
                  <a:pt x="255872" y="19730"/>
                  <a:pt x="257293" y="16573"/>
                  <a:pt x="283215" y="16573"/>
                </a:cubicBezTo>
                <a:lnTo>
                  <a:pt x="289962" y="16573"/>
                </a:lnTo>
                <a:lnTo>
                  <a:pt x="289962" y="89"/>
                </a:lnTo>
                <a:cubicBezTo>
                  <a:pt x="276468" y="440"/>
                  <a:pt x="259423" y="1141"/>
                  <a:pt x="249836" y="1141"/>
                </a:cubicBezTo>
                <a:cubicBezTo>
                  <a:pt x="235632" y="1141"/>
                  <a:pt x="217167" y="1141"/>
                  <a:pt x="203318" y="89"/>
                </a:cubicBezTo>
                <a:lnTo>
                  <a:pt x="203318" y="16573"/>
                </a:lnTo>
                <a:cubicBezTo>
                  <a:pt x="206514" y="16573"/>
                  <a:pt x="234566" y="16573"/>
                  <a:pt x="234566" y="20782"/>
                </a:cubicBezTo>
                <a:cubicBezTo>
                  <a:pt x="234566" y="22185"/>
                  <a:pt x="233501" y="23938"/>
                  <a:pt x="233146" y="24991"/>
                </a:cubicBezTo>
                <a:lnTo>
                  <a:pt x="161416" y="184572"/>
                </a:lnTo>
                <a:lnTo>
                  <a:pt x="85780" y="16573"/>
                </a:lnTo>
                <a:lnTo>
                  <a:pt x="119159" y="16573"/>
                </a:lnTo>
                <a:lnTo>
                  <a:pt x="119159" y="89"/>
                </a:lnTo>
                <a:cubicBezTo>
                  <a:pt x="105665" y="1141"/>
                  <a:pt x="71576" y="1141"/>
                  <a:pt x="56307" y="1141"/>
                </a:cubicBezTo>
                <a:cubicBezTo>
                  <a:pt x="42458" y="1141"/>
                  <a:pt x="12629" y="1141"/>
                  <a:pt x="201" y="89"/>
                </a:cubicBezTo>
                <a:lnTo>
                  <a:pt x="201" y="16573"/>
                </a:lnTo>
                <a:lnTo>
                  <a:pt x="32870" y="16573"/>
                </a:lnTo>
                <a:lnTo>
                  <a:pt x="130877" y="234375"/>
                </a:lnTo>
                <a:cubicBezTo>
                  <a:pt x="133718" y="240689"/>
                  <a:pt x="135139" y="243494"/>
                  <a:pt x="145081" y="243494"/>
                </a:cubicBezTo>
                <a:cubicBezTo>
                  <a:pt x="150763" y="243494"/>
                  <a:pt x="155379" y="243494"/>
                  <a:pt x="159285" y="235077"/>
                </a:cubicBezTo>
                <a:lnTo>
                  <a:pt x="253742" y="24289"/>
                </a:lnTo>
                <a:close/>
              </a:path>
            </a:pathLst>
          </a:custGeom>
          <a:solidFill>
            <a:srgbClr val="000000"/>
          </a:solidFill>
          <a:ln w="3580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grpSp>
        <p:nvGrpSpPr>
          <p:cNvPr id="902" name="Group 901">
            <a:extLst>
              <a:ext uri="{FF2B5EF4-FFF2-40B4-BE49-F238E27FC236}">
                <a16:creationId xmlns:a16="http://schemas.microsoft.com/office/drawing/2014/main" id="{FE2DBA45-5716-D855-E34D-1DE6C2D3476F}"/>
              </a:ext>
            </a:extLst>
          </p:cNvPr>
          <p:cNvGrpSpPr/>
          <p:nvPr/>
        </p:nvGrpSpPr>
        <p:grpSpPr>
          <a:xfrm rot="16200000">
            <a:off x="2790897" y="3872298"/>
            <a:ext cx="908068" cy="1811445"/>
            <a:chOff x="5068743" y="4024698"/>
            <a:chExt cx="908068" cy="1811445"/>
          </a:xfrm>
        </p:grpSpPr>
        <p:grpSp>
          <p:nvGrpSpPr>
            <p:cNvPr id="903" name="Group 902">
              <a:extLst>
                <a:ext uri="{FF2B5EF4-FFF2-40B4-BE49-F238E27FC236}">
                  <a16:creationId xmlns:a16="http://schemas.microsoft.com/office/drawing/2014/main" id="{04917218-92A0-944A-CDAC-DB63E652D946}"/>
                </a:ext>
              </a:extLst>
            </p:cNvPr>
            <p:cNvGrpSpPr/>
            <p:nvPr/>
          </p:nvGrpSpPr>
          <p:grpSpPr>
            <a:xfrm>
              <a:off x="5070483" y="4024698"/>
              <a:ext cx="906328" cy="381000"/>
              <a:chOff x="6096000" y="3874413"/>
              <a:chExt cx="906328" cy="381000"/>
            </a:xfrm>
          </p:grpSpPr>
          <p:sp>
            <p:nvSpPr>
              <p:cNvPr id="916" name="Rounded Rectangle 29">
                <a:extLst>
                  <a:ext uri="{FF2B5EF4-FFF2-40B4-BE49-F238E27FC236}">
                    <a16:creationId xmlns:a16="http://schemas.microsoft.com/office/drawing/2014/main" id="{986F3FD0-EBE3-0BB9-FC64-3E5764E20B49}"/>
                  </a:ext>
                </a:extLst>
              </p:cNvPr>
              <p:cNvSpPr/>
              <p:nvPr/>
            </p:nvSpPr>
            <p:spPr>
              <a:xfrm rot="5400000">
                <a:off x="6358664" y="3611749"/>
                <a:ext cx="381000" cy="906328"/>
              </a:xfrm>
              <a:prstGeom prst="roundRect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17" name="Oval 916">
                <a:extLst>
                  <a:ext uri="{FF2B5EF4-FFF2-40B4-BE49-F238E27FC236}">
                    <a16:creationId xmlns:a16="http://schemas.microsoft.com/office/drawing/2014/main" id="{D499FC5D-6070-5000-0CCC-E9CDD2D26C3F}"/>
                  </a:ext>
                </a:extLst>
              </p:cNvPr>
              <p:cNvSpPr/>
              <p:nvPr/>
            </p:nvSpPr>
            <p:spPr>
              <a:xfrm rot="5400000">
                <a:off x="6629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18" name="Oval 917">
                <a:extLst>
                  <a:ext uri="{FF2B5EF4-FFF2-40B4-BE49-F238E27FC236}">
                    <a16:creationId xmlns:a16="http://schemas.microsoft.com/office/drawing/2014/main" id="{13130900-F873-546F-FB46-650EAFE722DC}"/>
                  </a:ext>
                </a:extLst>
              </p:cNvPr>
              <p:cNvSpPr/>
              <p:nvPr/>
            </p:nvSpPr>
            <p:spPr>
              <a:xfrm rot="5400000">
                <a:off x="6248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  <p:grpSp>
          <p:nvGrpSpPr>
            <p:cNvPr id="904" name="Group 903">
              <a:extLst>
                <a:ext uri="{FF2B5EF4-FFF2-40B4-BE49-F238E27FC236}">
                  <a16:creationId xmlns:a16="http://schemas.microsoft.com/office/drawing/2014/main" id="{1D46282F-DBCB-C845-4CA5-6900FEF45BD7}"/>
                </a:ext>
              </a:extLst>
            </p:cNvPr>
            <p:cNvGrpSpPr/>
            <p:nvPr/>
          </p:nvGrpSpPr>
          <p:grpSpPr>
            <a:xfrm>
              <a:off x="5068743" y="4498938"/>
              <a:ext cx="908067" cy="381000"/>
              <a:chOff x="6095999" y="3874413"/>
              <a:chExt cx="908067" cy="381000"/>
            </a:xfrm>
          </p:grpSpPr>
          <p:sp>
            <p:nvSpPr>
              <p:cNvPr id="913" name="Rounded Rectangle 29">
                <a:extLst>
                  <a:ext uri="{FF2B5EF4-FFF2-40B4-BE49-F238E27FC236}">
                    <a16:creationId xmlns:a16="http://schemas.microsoft.com/office/drawing/2014/main" id="{60238A02-CD29-A891-368E-393E35FB11B9}"/>
                  </a:ext>
                </a:extLst>
              </p:cNvPr>
              <p:cNvSpPr/>
              <p:nvPr/>
            </p:nvSpPr>
            <p:spPr>
              <a:xfrm rot="5400000">
                <a:off x="6359533" y="3610879"/>
                <a:ext cx="381000" cy="908067"/>
              </a:xfrm>
              <a:prstGeom prst="roundRect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14" name="Oval 913">
                <a:extLst>
                  <a:ext uri="{FF2B5EF4-FFF2-40B4-BE49-F238E27FC236}">
                    <a16:creationId xmlns:a16="http://schemas.microsoft.com/office/drawing/2014/main" id="{5184BEFB-45CB-9430-ACD1-1642D2206197}"/>
                  </a:ext>
                </a:extLst>
              </p:cNvPr>
              <p:cNvSpPr/>
              <p:nvPr/>
            </p:nvSpPr>
            <p:spPr>
              <a:xfrm rot="5400000">
                <a:off x="6629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15" name="Oval 914">
                <a:extLst>
                  <a:ext uri="{FF2B5EF4-FFF2-40B4-BE49-F238E27FC236}">
                    <a16:creationId xmlns:a16="http://schemas.microsoft.com/office/drawing/2014/main" id="{C10AF578-3849-E6E8-3B24-73E2465454E5}"/>
                  </a:ext>
                </a:extLst>
              </p:cNvPr>
              <p:cNvSpPr/>
              <p:nvPr/>
            </p:nvSpPr>
            <p:spPr>
              <a:xfrm rot="5400000">
                <a:off x="6248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  <p:grpSp>
          <p:nvGrpSpPr>
            <p:cNvPr id="905" name="Group 904">
              <a:extLst>
                <a:ext uri="{FF2B5EF4-FFF2-40B4-BE49-F238E27FC236}">
                  <a16:creationId xmlns:a16="http://schemas.microsoft.com/office/drawing/2014/main" id="{2016CC5A-D0FD-37CE-A8B3-783979779703}"/>
                </a:ext>
              </a:extLst>
            </p:cNvPr>
            <p:cNvGrpSpPr/>
            <p:nvPr/>
          </p:nvGrpSpPr>
          <p:grpSpPr>
            <a:xfrm>
              <a:off x="5068743" y="4981812"/>
              <a:ext cx="908068" cy="381000"/>
              <a:chOff x="6096000" y="3874413"/>
              <a:chExt cx="908068" cy="381000"/>
            </a:xfrm>
          </p:grpSpPr>
          <p:sp>
            <p:nvSpPr>
              <p:cNvPr id="910" name="Rounded Rectangle 29">
                <a:extLst>
                  <a:ext uri="{FF2B5EF4-FFF2-40B4-BE49-F238E27FC236}">
                    <a16:creationId xmlns:a16="http://schemas.microsoft.com/office/drawing/2014/main" id="{79ACB4FA-0A55-DEEA-C279-363FBBE1A512}"/>
                  </a:ext>
                </a:extLst>
              </p:cNvPr>
              <p:cNvSpPr/>
              <p:nvPr/>
            </p:nvSpPr>
            <p:spPr>
              <a:xfrm rot="5400000">
                <a:off x="6359534" y="3610879"/>
                <a:ext cx="381000" cy="908068"/>
              </a:xfrm>
              <a:prstGeom prst="roundRect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11" name="Oval 910">
                <a:extLst>
                  <a:ext uri="{FF2B5EF4-FFF2-40B4-BE49-F238E27FC236}">
                    <a16:creationId xmlns:a16="http://schemas.microsoft.com/office/drawing/2014/main" id="{1D4D01A2-5DE1-3CDC-64C5-B990235A3029}"/>
                  </a:ext>
                </a:extLst>
              </p:cNvPr>
              <p:cNvSpPr/>
              <p:nvPr/>
            </p:nvSpPr>
            <p:spPr>
              <a:xfrm rot="5400000">
                <a:off x="6629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12" name="Oval 911">
                <a:extLst>
                  <a:ext uri="{FF2B5EF4-FFF2-40B4-BE49-F238E27FC236}">
                    <a16:creationId xmlns:a16="http://schemas.microsoft.com/office/drawing/2014/main" id="{963CAF29-814E-376C-AEA3-DDAC8D239CD6}"/>
                  </a:ext>
                </a:extLst>
              </p:cNvPr>
              <p:cNvSpPr/>
              <p:nvPr/>
            </p:nvSpPr>
            <p:spPr>
              <a:xfrm rot="5400000">
                <a:off x="6248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  <p:grpSp>
          <p:nvGrpSpPr>
            <p:cNvPr id="906" name="Group 905">
              <a:extLst>
                <a:ext uri="{FF2B5EF4-FFF2-40B4-BE49-F238E27FC236}">
                  <a16:creationId xmlns:a16="http://schemas.microsoft.com/office/drawing/2014/main" id="{5B81CA52-9227-128E-C756-1FD95B458970}"/>
                </a:ext>
              </a:extLst>
            </p:cNvPr>
            <p:cNvGrpSpPr/>
            <p:nvPr/>
          </p:nvGrpSpPr>
          <p:grpSpPr>
            <a:xfrm>
              <a:off x="5079979" y="5455143"/>
              <a:ext cx="896832" cy="381000"/>
              <a:chOff x="6096000" y="3874413"/>
              <a:chExt cx="896832" cy="381000"/>
            </a:xfrm>
          </p:grpSpPr>
          <p:sp>
            <p:nvSpPr>
              <p:cNvPr id="907" name="Rounded Rectangle 29">
                <a:extLst>
                  <a:ext uri="{FF2B5EF4-FFF2-40B4-BE49-F238E27FC236}">
                    <a16:creationId xmlns:a16="http://schemas.microsoft.com/office/drawing/2014/main" id="{09911179-6163-7B50-0AC8-64C1D411537A}"/>
                  </a:ext>
                </a:extLst>
              </p:cNvPr>
              <p:cNvSpPr/>
              <p:nvPr/>
            </p:nvSpPr>
            <p:spPr>
              <a:xfrm rot="5400000">
                <a:off x="6353916" y="3616497"/>
                <a:ext cx="381000" cy="896832"/>
              </a:xfrm>
              <a:prstGeom prst="roundRect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08" name="Oval 907">
                <a:extLst>
                  <a:ext uri="{FF2B5EF4-FFF2-40B4-BE49-F238E27FC236}">
                    <a16:creationId xmlns:a16="http://schemas.microsoft.com/office/drawing/2014/main" id="{FE559F38-F3D4-D311-C158-D65389702BB6}"/>
                  </a:ext>
                </a:extLst>
              </p:cNvPr>
              <p:cNvSpPr/>
              <p:nvPr/>
            </p:nvSpPr>
            <p:spPr>
              <a:xfrm rot="5400000">
                <a:off x="6629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09" name="Oval 908">
                <a:extLst>
                  <a:ext uri="{FF2B5EF4-FFF2-40B4-BE49-F238E27FC236}">
                    <a16:creationId xmlns:a16="http://schemas.microsoft.com/office/drawing/2014/main" id="{6E844861-B614-2FE9-7E2F-433AF804308D}"/>
                  </a:ext>
                </a:extLst>
              </p:cNvPr>
              <p:cNvSpPr/>
              <p:nvPr/>
            </p:nvSpPr>
            <p:spPr>
              <a:xfrm rot="5400000">
                <a:off x="6248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</p:grpSp>
      <p:grpSp>
        <p:nvGrpSpPr>
          <p:cNvPr id="919" name="Group 918">
            <a:extLst>
              <a:ext uri="{FF2B5EF4-FFF2-40B4-BE49-F238E27FC236}">
                <a16:creationId xmlns:a16="http://schemas.microsoft.com/office/drawing/2014/main" id="{252BD36B-A5AA-37D1-7554-FD42025EFE60}"/>
              </a:ext>
            </a:extLst>
          </p:cNvPr>
          <p:cNvGrpSpPr/>
          <p:nvPr/>
        </p:nvGrpSpPr>
        <p:grpSpPr>
          <a:xfrm rot="16200000">
            <a:off x="7977283" y="3870690"/>
            <a:ext cx="908068" cy="1811445"/>
            <a:chOff x="5068743" y="4024698"/>
            <a:chExt cx="908068" cy="1811445"/>
          </a:xfrm>
        </p:grpSpPr>
        <p:grpSp>
          <p:nvGrpSpPr>
            <p:cNvPr id="920" name="Group 919">
              <a:extLst>
                <a:ext uri="{FF2B5EF4-FFF2-40B4-BE49-F238E27FC236}">
                  <a16:creationId xmlns:a16="http://schemas.microsoft.com/office/drawing/2014/main" id="{05F141A8-C3BD-70EB-43D7-3D559A720F68}"/>
                </a:ext>
              </a:extLst>
            </p:cNvPr>
            <p:cNvGrpSpPr/>
            <p:nvPr/>
          </p:nvGrpSpPr>
          <p:grpSpPr>
            <a:xfrm>
              <a:off x="5070483" y="4024698"/>
              <a:ext cx="906328" cy="381000"/>
              <a:chOff x="6096000" y="3874413"/>
              <a:chExt cx="906328" cy="381000"/>
            </a:xfrm>
          </p:grpSpPr>
          <p:sp>
            <p:nvSpPr>
              <p:cNvPr id="933" name="Rounded Rectangle 29">
                <a:extLst>
                  <a:ext uri="{FF2B5EF4-FFF2-40B4-BE49-F238E27FC236}">
                    <a16:creationId xmlns:a16="http://schemas.microsoft.com/office/drawing/2014/main" id="{9BC64154-E815-95F7-0A41-4CE5742F73E8}"/>
                  </a:ext>
                </a:extLst>
              </p:cNvPr>
              <p:cNvSpPr/>
              <p:nvPr/>
            </p:nvSpPr>
            <p:spPr>
              <a:xfrm rot="5400000">
                <a:off x="6358664" y="3611749"/>
                <a:ext cx="381000" cy="906328"/>
              </a:xfrm>
              <a:prstGeom prst="roundRect">
                <a:avLst/>
              </a:prstGeom>
              <a:solidFill>
                <a:srgbClr val="7030A0"/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 dirty="0">
                  <a:ln>
                    <a:noFill/>
                  </a:ln>
                  <a:solidFill>
                    <a:srgbClr val="7030A0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34" name="Oval 933">
                <a:extLst>
                  <a:ext uri="{FF2B5EF4-FFF2-40B4-BE49-F238E27FC236}">
                    <a16:creationId xmlns:a16="http://schemas.microsoft.com/office/drawing/2014/main" id="{2ED78970-926F-20D7-A54E-8942FBBFBDDE}"/>
                  </a:ext>
                </a:extLst>
              </p:cNvPr>
              <p:cNvSpPr/>
              <p:nvPr/>
            </p:nvSpPr>
            <p:spPr>
              <a:xfrm rot="5400000">
                <a:off x="6629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35" name="Oval 934">
                <a:extLst>
                  <a:ext uri="{FF2B5EF4-FFF2-40B4-BE49-F238E27FC236}">
                    <a16:creationId xmlns:a16="http://schemas.microsoft.com/office/drawing/2014/main" id="{3F546097-A728-100F-5916-DCDE4B42FC6F}"/>
                  </a:ext>
                </a:extLst>
              </p:cNvPr>
              <p:cNvSpPr/>
              <p:nvPr/>
            </p:nvSpPr>
            <p:spPr>
              <a:xfrm rot="5400000">
                <a:off x="6248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  <p:grpSp>
          <p:nvGrpSpPr>
            <p:cNvPr id="921" name="Group 920">
              <a:extLst>
                <a:ext uri="{FF2B5EF4-FFF2-40B4-BE49-F238E27FC236}">
                  <a16:creationId xmlns:a16="http://schemas.microsoft.com/office/drawing/2014/main" id="{CB964FB8-6615-1E28-C9EB-92206BCF357F}"/>
                </a:ext>
              </a:extLst>
            </p:cNvPr>
            <p:cNvGrpSpPr/>
            <p:nvPr/>
          </p:nvGrpSpPr>
          <p:grpSpPr>
            <a:xfrm>
              <a:off x="5068743" y="4498938"/>
              <a:ext cx="908067" cy="381000"/>
              <a:chOff x="6095999" y="3874413"/>
              <a:chExt cx="908067" cy="381000"/>
            </a:xfrm>
          </p:grpSpPr>
          <p:sp>
            <p:nvSpPr>
              <p:cNvPr id="930" name="Rounded Rectangle 29">
                <a:extLst>
                  <a:ext uri="{FF2B5EF4-FFF2-40B4-BE49-F238E27FC236}">
                    <a16:creationId xmlns:a16="http://schemas.microsoft.com/office/drawing/2014/main" id="{B3B5CC1C-7029-01E4-6879-95137AAFF30A}"/>
                  </a:ext>
                </a:extLst>
              </p:cNvPr>
              <p:cNvSpPr/>
              <p:nvPr/>
            </p:nvSpPr>
            <p:spPr>
              <a:xfrm rot="5400000">
                <a:off x="6359533" y="3610879"/>
                <a:ext cx="381000" cy="908067"/>
              </a:xfrm>
              <a:prstGeom prst="roundRect">
                <a:avLst/>
              </a:prstGeom>
              <a:solidFill>
                <a:srgbClr val="7030A0"/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31" name="Oval 930">
                <a:extLst>
                  <a:ext uri="{FF2B5EF4-FFF2-40B4-BE49-F238E27FC236}">
                    <a16:creationId xmlns:a16="http://schemas.microsoft.com/office/drawing/2014/main" id="{CC010CC7-F093-74CD-C109-C525AA8D04C0}"/>
                  </a:ext>
                </a:extLst>
              </p:cNvPr>
              <p:cNvSpPr/>
              <p:nvPr/>
            </p:nvSpPr>
            <p:spPr>
              <a:xfrm rot="5400000">
                <a:off x="6629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32" name="Oval 931">
                <a:extLst>
                  <a:ext uri="{FF2B5EF4-FFF2-40B4-BE49-F238E27FC236}">
                    <a16:creationId xmlns:a16="http://schemas.microsoft.com/office/drawing/2014/main" id="{34AD6711-EAA9-95B1-6570-D5F49203B877}"/>
                  </a:ext>
                </a:extLst>
              </p:cNvPr>
              <p:cNvSpPr/>
              <p:nvPr/>
            </p:nvSpPr>
            <p:spPr>
              <a:xfrm rot="5400000">
                <a:off x="6248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  <p:grpSp>
          <p:nvGrpSpPr>
            <p:cNvPr id="922" name="Group 921">
              <a:extLst>
                <a:ext uri="{FF2B5EF4-FFF2-40B4-BE49-F238E27FC236}">
                  <a16:creationId xmlns:a16="http://schemas.microsoft.com/office/drawing/2014/main" id="{F0DB9BE3-4485-9B8B-F51A-43E1FA685EEC}"/>
                </a:ext>
              </a:extLst>
            </p:cNvPr>
            <p:cNvGrpSpPr/>
            <p:nvPr/>
          </p:nvGrpSpPr>
          <p:grpSpPr>
            <a:xfrm>
              <a:off x="5068743" y="4981812"/>
              <a:ext cx="908068" cy="381000"/>
              <a:chOff x="6096000" y="3874413"/>
              <a:chExt cx="908068" cy="381000"/>
            </a:xfrm>
          </p:grpSpPr>
          <p:sp>
            <p:nvSpPr>
              <p:cNvPr id="927" name="Rounded Rectangle 29">
                <a:extLst>
                  <a:ext uri="{FF2B5EF4-FFF2-40B4-BE49-F238E27FC236}">
                    <a16:creationId xmlns:a16="http://schemas.microsoft.com/office/drawing/2014/main" id="{BCDE1A18-6D42-BDF6-41AD-11E03B07DF3D}"/>
                  </a:ext>
                </a:extLst>
              </p:cNvPr>
              <p:cNvSpPr/>
              <p:nvPr/>
            </p:nvSpPr>
            <p:spPr>
              <a:xfrm rot="5400000">
                <a:off x="6359534" y="3610879"/>
                <a:ext cx="381000" cy="908068"/>
              </a:xfrm>
              <a:prstGeom prst="roundRect">
                <a:avLst/>
              </a:prstGeom>
              <a:solidFill>
                <a:srgbClr val="7030A0"/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28" name="Oval 927">
                <a:extLst>
                  <a:ext uri="{FF2B5EF4-FFF2-40B4-BE49-F238E27FC236}">
                    <a16:creationId xmlns:a16="http://schemas.microsoft.com/office/drawing/2014/main" id="{F964E1ED-92C1-1701-CBA4-E9233B8E5FDF}"/>
                  </a:ext>
                </a:extLst>
              </p:cNvPr>
              <p:cNvSpPr/>
              <p:nvPr/>
            </p:nvSpPr>
            <p:spPr>
              <a:xfrm rot="5400000">
                <a:off x="6629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29" name="Oval 928">
                <a:extLst>
                  <a:ext uri="{FF2B5EF4-FFF2-40B4-BE49-F238E27FC236}">
                    <a16:creationId xmlns:a16="http://schemas.microsoft.com/office/drawing/2014/main" id="{37B7ADEB-9153-7863-5F91-DB4B7C14141C}"/>
                  </a:ext>
                </a:extLst>
              </p:cNvPr>
              <p:cNvSpPr/>
              <p:nvPr/>
            </p:nvSpPr>
            <p:spPr>
              <a:xfrm rot="5400000">
                <a:off x="6248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  <p:grpSp>
          <p:nvGrpSpPr>
            <p:cNvPr id="923" name="Group 922">
              <a:extLst>
                <a:ext uri="{FF2B5EF4-FFF2-40B4-BE49-F238E27FC236}">
                  <a16:creationId xmlns:a16="http://schemas.microsoft.com/office/drawing/2014/main" id="{5D5967FD-FC92-B5D3-F7E3-B4D42FFFD937}"/>
                </a:ext>
              </a:extLst>
            </p:cNvPr>
            <p:cNvGrpSpPr/>
            <p:nvPr/>
          </p:nvGrpSpPr>
          <p:grpSpPr>
            <a:xfrm>
              <a:off x="5079979" y="5455143"/>
              <a:ext cx="896832" cy="381000"/>
              <a:chOff x="6096000" y="3874413"/>
              <a:chExt cx="896832" cy="381000"/>
            </a:xfrm>
          </p:grpSpPr>
          <p:sp>
            <p:nvSpPr>
              <p:cNvPr id="924" name="Rounded Rectangle 29">
                <a:extLst>
                  <a:ext uri="{FF2B5EF4-FFF2-40B4-BE49-F238E27FC236}">
                    <a16:creationId xmlns:a16="http://schemas.microsoft.com/office/drawing/2014/main" id="{05BF8F94-D01A-89AB-8B3D-38AFF5B8B6BF}"/>
                  </a:ext>
                </a:extLst>
              </p:cNvPr>
              <p:cNvSpPr/>
              <p:nvPr/>
            </p:nvSpPr>
            <p:spPr>
              <a:xfrm rot="5400000">
                <a:off x="6353916" y="3616497"/>
                <a:ext cx="381000" cy="896832"/>
              </a:xfrm>
              <a:prstGeom prst="roundRect">
                <a:avLst/>
              </a:prstGeom>
              <a:solidFill>
                <a:srgbClr val="7030A0"/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25" name="Oval 924">
                <a:extLst>
                  <a:ext uri="{FF2B5EF4-FFF2-40B4-BE49-F238E27FC236}">
                    <a16:creationId xmlns:a16="http://schemas.microsoft.com/office/drawing/2014/main" id="{ED035C19-4B2A-17F4-DF46-8644CD0EFDAC}"/>
                  </a:ext>
                </a:extLst>
              </p:cNvPr>
              <p:cNvSpPr/>
              <p:nvPr/>
            </p:nvSpPr>
            <p:spPr>
              <a:xfrm rot="5400000">
                <a:off x="6629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926" name="Oval 925">
                <a:extLst>
                  <a:ext uri="{FF2B5EF4-FFF2-40B4-BE49-F238E27FC236}">
                    <a16:creationId xmlns:a16="http://schemas.microsoft.com/office/drawing/2014/main" id="{BF3F9D86-10E9-09E1-3C31-2FBCA9AD1214}"/>
                  </a:ext>
                </a:extLst>
              </p:cNvPr>
              <p:cNvSpPr/>
              <p:nvPr/>
            </p:nvSpPr>
            <p:spPr>
              <a:xfrm rot="5400000">
                <a:off x="6248399" y="3950612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</p:grpSp>
      <p:grpSp>
        <p:nvGrpSpPr>
          <p:cNvPr id="639" name="Group 638">
            <a:extLst>
              <a:ext uri="{FF2B5EF4-FFF2-40B4-BE49-F238E27FC236}">
                <a16:creationId xmlns:a16="http://schemas.microsoft.com/office/drawing/2014/main" id="{BB45A7A5-732B-9A00-14A2-4B0656F2D1B5}"/>
              </a:ext>
            </a:extLst>
          </p:cNvPr>
          <p:cNvGrpSpPr/>
          <p:nvPr/>
        </p:nvGrpSpPr>
        <p:grpSpPr>
          <a:xfrm>
            <a:off x="4548966" y="3068829"/>
            <a:ext cx="2518844" cy="892483"/>
            <a:chOff x="4548966" y="3068829"/>
            <a:chExt cx="2518844" cy="892483"/>
          </a:xfrm>
        </p:grpSpPr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F9DD5D2F-8925-8E99-D238-7F31F8D7CA81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462503" y="3610584"/>
              <a:ext cx="344126" cy="14028"/>
            </a:xfrm>
            <a:custGeom>
              <a:avLst/>
              <a:gdLst>
                <a:gd name="connsiteX0" fmla="*/ 0 w 344126"/>
                <a:gd name="connsiteY0" fmla="*/ 0 h 14028"/>
                <a:gd name="connsiteX1" fmla="*/ 344127 w 344126"/>
                <a:gd name="connsiteY1" fmla="*/ 0 h 14028"/>
                <a:gd name="connsiteX2" fmla="*/ 344127 w 344126"/>
                <a:gd name="connsiteY2" fmla="*/ 14028 h 14028"/>
                <a:gd name="connsiteX3" fmla="*/ 0 w 344126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126" h="14028">
                  <a:moveTo>
                    <a:pt x="0" y="0"/>
                  </a:moveTo>
                  <a:lnTo>
                    <a:pt x="344127" y="0"/>
                  </a:lnTo>
                  <a:lnTo>
                    <a:pt x="344127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grpSp>
          <p:nvGrpSpPr>
            <p:cNvPr id="638" name="Group 637">
              <a:extLst>
                <a:ext uri="{FF2B5EF4-FFF2-40B4-BE49-F238E27FC236}">
                  <a16:creationId xmlns:a16="http://schemas.microsoft.com/office/drawing/2014/main" id="{16E9A16F-39C3-EC1D-FDA4-9A122D916DD8}"/>
                </a:ext>
              </a:extLst>
            </p:cNvPr>
            <p:cNvGrpSpPr/>
            <p:nvPr/>
          </p:nvGrpSpPr>
          <p:grpSpPr>
            <a:xfrm>
              <a:off x="4548966" y="3068829"/>
              <a:ext cx="2518844" cy="892483"/>
              <a:chOff x="4548966" y="3068829"/>
              <a:chExt cx="2518844" cy="892483"/>
            </a:xfrm>
          </p:grpSpPr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57611297-9DE4-6082-30EB-F262BE31AFB9}"/>
                  </a:ext>
                </a:extLst>
              </p:cNvPr>
              <p:cNvSpPr/>
              <p:nvPr>
                <p:custDataLst>
                  <p:tags r:id="rId4"/>
                </p:custDataLst>
              </p:nvPr>
            </p:nvSpPr>
            <p:spPr>
              <a:xfrm>
                <a:off x="6053339" y="3540442"/>
                <a:ext cx="866537" cy="14028"/>
              </a:xfrm>
              <a:custGeom>
                <a:avLst/>
                <a:gdLst>
                  <a:gd name="connsiteX0" fmla="*/ 0 w 866537"/>
                  <a:gd name="connsiteY0" fmla="*/ 0 h 14028"/>
                  <a:gd name="connsiteX1" fmla="*/ 866538 w 866537"/>
                  <a:gd name="connsiteY1" fmla="*/ 0 h 14028"/>
                  <a:gd name="connsiteX2" fmla="*/ 866538 w 866537"/>
                  <a:gd name="connsiteY2" fmla="*/ 14028 h 14028"/>
                  <a:gd name="connsiteX3" fmla="*/ 0 w 866537"/>
                  <a:gd name="connsiteY3" fmla="*/ 14028 h 14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66537" h="14028">
                    <a:moveTo>
                      <a:pt x="0" y="0"/>
                    </a:moveTo>
                    <a:lnTo>
                      <a:pt x="866538" y="0"/>
                    </a:lnTo>
                    <a:lnTo>
                      <a:pt x="866538" y="14028"/>
                    </a:lnTo>
                    <a:lnTo>
                      <a:pt x="0" y="14028"/>
                    </a:lnTo>
                    <a:close/>
                  </a:path>
                </a:pathLst>
              </a:custGeom>
              <a:solidFill>
                <a:srgbClr val="000000"/>
              </a:solidFill>
              <a:ln w="35801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B2001865-2A2E-FC29-4DFB-7EB567A95E1D}"/>
                  </a:ext>
                </a:extLst>
              </p:cNvPr>
              <p:cNvSpPr/>
              <p:nvPr>
                <p:custDataLst>
                  <p:tags r:id="rId5"/>
                </p:custDataLst>
              </p:nvPr>
            </p:nvSpPr>
            <p:spPr>
              <a:xfrm>
                <a:off x="6192509" y="3610584"/>
                <a:ext cx="276977" cy="350728"/>
              </a:xfrm>
              <a:custGeom>
                <a:avLst/>
                <a:gdLst>
                  <a:gd name="connsiteX0" fmla="*/ 112469 w 276977"/>
                  <a:gd name="connsiteY0" fmla="*/ 313991 h 350728"/>
                  <a:gd name="connsiteX1" fmla="*/ 49971 w 276977"/>
                  <a:gd name="connsiteY1" fmla="*/ 177557 h 350728"/>
                  <a:gd name="connsiteX2" fmla="*/ 44645 w 276977"/>
                  <a:gd name="connsiteY2" fmla="*/ 171946 h 350728"/>
                  <a:gd name="connsiteX3" fmla="*/ 38608 w 276977"/>
                  <a:gd name="connsiteY3" fmla="*/ 174751 h 350728"/>
                  <a:gd name="connsiteX4" fmla="*/ 4874 w 276977"/>
                  <a:gd name="connsiteY4" fmla="*/ 200004 h 350728"/>
                  <a:gd name="connsiteX5" fmla="*/ 257 w 276977"/>
                  <a:gd name="connsiteY5" fmla="*/ 205615 h 350728"/>
                  <a:gd name="connsiteX6" fmla="*/ 3808 w 276977"/>
                  <a:gd name="connsiteY6" fmla="*/ 209473 h 350728"/>
                  <a:gd name="connsiteX7" fmla="*/ 15882 w 276977"/>
                  <a:gd name="connsiteY7" fmla="*/ 201757 h 350728"/>
                  <a:gd name="connsiteX8" fmla="*/ 27245 w 276977"/>
                  <a:gd name="connsiteY8" fmla="*/ 193340 h 350728"/>
                  <a:gd name="connsiteX9" fmla="*/ 97200 w 276977"/>
                  <a:gd name="connsiteY9" fmla="*/ 345205 h 350728"/>
                  <a:gd name="connsiteX10" fmla="*/ 104657 w 276977"/>
                  <a:gd name="connsiteY10" fmla="*/ 350817 h 350728"/>
                  <a:gd name="connsiteX11" fmla="*/ 113534 w 276977"/>
                  <a:gd name="connsiteY11" fmla="*/ 343802 h 350728"/>
                  <a:gd name="connsiteX12" fmla="*/ 274749 w 276977"/>
                  <a:gd name="connsiteY12" fmla="*/ 14118 h 350728"/>
                  <a:gd name="connsiteX13" fmla="*/ 277235 w 276977"/>
                  <a:gd name="connsiteY13" fmla="*/ 7103 h 350728"/>
                  <a:gd name="connsiteX14" fmla="*/ 270133 w 276977"/>
                  <a:gd name="connsiteY14" fmla="*/ 89 h 350728"/>
                  <a:gd name="connsiteX15" fmla="*/ 261966 w 276977"/>
                  <a:gd name="connsiteY15" fmla="*/ 7454 h 350728"/>
                  <a:gd name="connsiteX16" fmla="*/ 112469 w 276977"/>
                  <a:gd name="connsiteY16" fmla="*/ 313991 h 350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76977" h="350728">
                    <a:moveTo>
                      <a:pt x="112469" y="313991"/>
                    </a:moveTo>
                    <a:lnTo>
                      <a:pt x="49971" y="177557"/>
                    </a:lnTo>
                    <a:cubicBezTo>
                      <a:pt x="47486" y="171946"/>
                      <a:pt x="45710" y="171946"/>
                      <a:pt x="44645" y="171946"/>
                    </a:cubicBezTo>
                    <a:cubicBezTo>
                      <a:pt x="44290" y="171946"/>
                      <a:pt x="42514" y="171946"/>
                      <a:pt x="38608" y="174751"/>
                    </a:cubicBezTo>
                    <a:lnTo>
                      <a:pt x="4874" y="200004"/>
                    </a:lnTo>
                    <a:cubicBezTo>
                      <a:pt x="257" y="203511"/>
                      <a:pt x="257" y="204563"/>
                      <a:pt x="257" y="205615"/>
                    </a:cubicBezTo>
                    <a:cubicBezTo>
                      <a:pt x="257" y="207369"/>
                      <a:pt x="1323" y="209473"/>
                      <a:pt x="3808" y="209473"/>
                    </a:cubicBezTo>
                    <a:cubicBezTo>
                      <a:pt x="5939" y="209473"/>
                      <a:pt x="11976" y="204563"/>
                      <a:pt x="15882" y="201757"/>
                    </a:cubicBezTo>
                    <a:cubicBezTo>
                      <a:pt x="18012" y="200004"/>
                      <a:pt x="23339" y="196146"/>
                      <a:pt x="27245" y="193340"/>
                    </a:cubicBezTo>
                    <a:lnTo>
                      <a:pt x="97200" y="345205"/>
                    </a:lnTo>
                    <a:cubicBezTo>
                      <a:pt x="99685" y="350817"/>
                      <a:pt x="101461" y="350817"/>
                      <a:pt x="104657" y="350817"/>
                    </a:cubicBezTo>
                    <a:cubicBezTo>
                      <a:pt x="109983" y="350817"/>
                      <a:pt x="111048" y="348713"/>
                      <a:pt x="113534" y="343802"/>
                    </a:cubicBezTo>
                    <a:lnTo>
                      <a:pt x="274749" y="14118"/>
                    </a:lnTo>
                    <a:cubicBezTo>
                      <a:pt x="277235" y="9208"/>
                      <a:pt x="277235" y="7805"/>
                      <a:pt x="277235" y="7103"/>
                    </a:cubicBezTo>
                    <a:cubicBezTo>
                      <a:pt x="277235" y="3596"/>
                      <a:pt x="274394" y="89"/>
                      <a:pt x="270133" y="89"/>
                    </a:cubicBezTo>
                    <a:cubicBezTo>
                      <a:pt x="267292" y="89"/>
                      <a:pt x="264806" y="1842"/>
                      <a:pt x="261966" y="7454"/>
                    </a:cubicBezTo>
                    <a:lnTo>
                      <a:pt x="112469" y="313991"/>
                    </a:lnTo>
                    <a:close/>
                  </a:path>
                </a:pathLst>
              </a:custGeom>
              <a:solidFill>
                <a:srgbClr val="000000"/>
              </a:solidFill>
              <a:ln w="35801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88E52DCA-9400-7C66-83A9-73701706E292}"/>
                  </a:ext>
                </a:extLst>
              </p:cNvPr>
              <p:cNvSpPr/>
              <p:nvPr>
                <p:custDataLst>
                  <p:tags r:id="rId6"/>
                </p:custDataLst>
              </p:nvPr>
            </p:nvSpPr>
            <p:spPr>
              <a:xfrm>
                <a:off x="6476707" y="3653801"/>
                <a:ext cx="169027" cy="247263"/>
              </a:xfrm>
              <a:custGeom>
                <a:avLst/>
                <a:gdLst>
                  <a:gd name="connsiteX0" fmla="*/ 169293 w 169027"/>
                  <a:gd name="connsiteY0" fmla="*/ 3954 h 247263"/>
                  <a:gd name="connsiteX1" fmla="*/ 164677 w 169027"/>
                  <a:gd name="connsiteY1" fmla="*/ 96 h 247263"/>
                  <a:gd name="connsiteX2" fmla="*/ 119579 w 169027"/>
                  <a:gd name="connsiteY2" fmla="*/ 3954 h 247263"/>
                  <a:gd name="connsiteX3" fmla="*/ 114608 w 169027"/>
                  <a:gd name="connsiteY3" fmla="*/ 10618 h 247263"/>
                  <a:gd name="connsiteX4" fmla="*/ 123130 w 169027"/>
                  <a:gd name="connsiteY4" fmla="*/ 14827 h 247263"/>
                  <a:gd name="connsiteX5" fmla="*/ 140885 w 169027"/>
                  <a:gd name="connsiteY5" fmla="*/ 20789 h 247263"/>
                  <a:gd name="connsiteX6" fmla="*/ 139820 w 169027"/>
                  <a:gd name="connsiteY6" fmla="*/ 27804 h 247263"/>
                  <a:gd name="connsiteX7" fmla="*/ 118514 w 169027"/>
                  <a:gd name="connsiteY7" fmla="*/ 110927 h 247263"/>
                  <a:gd name="connsiteX8" fmla="*/ 85845 w 169027"/>
                  <a:gd name="connsiteY8" fmla="*/ 88480 h 247263"/>
                  <a:gd name="connsiteX9" fmla="*/ 266 w 169027"/>
                  <a:gd name="connsiteY9" fmla="*/ 191243 h 247263"/>
                  <a:gd name="connsiteX10" fmla="*/ 47494 w 169027"/>
                  <a:gd name="connsiteY10" fmla="*/ 247360 h 247263"/>
                  <a:gd name="connsiteX11" fmla="*/ 93657 w 169027"/>
                  <a:gd name="connsiteY11" fmla="*/ 221055 h 247263"/>
                  <a:gd name="connsiteX12" fmla="*/ 125971 w 169027"/>
                  <a:gd name="connsiteY12" fmla="*/ 247360 h 247263"/>
                  <a:gd name="connsiteX13" fmla="*/ 152248 w 169027"/>
                  <a:gd name="connsiteY13" fmla="*/ 228070 h 247263"/>
                  <a:gd name="connsiteX14" fmla="*/ 162901 w 169027"/>
                  <a:gd name="connsiteY14" fmla="*/ 193348 h 247263"/>
                  <a:gd name="connsiteX15" fmla="*/ 158640 w 169027"/>
                  <a:gd name="connsiteY15" fmla="*/ 189840 h 247263"/>
                  <a:gd name="connsiteX16" fmla="*/ 153669 w 169027"/>
                  <a:gd name="connsiteY16" fmla="*/ 196154 h 247263"/>
                  <a:gd name="connsiteX17" fmla="*/ 126681 w 169027"/>
                  <a:gd name="connsiteY17" fmla="*/ 239644 h 247263"/>
                  <a:gd name="connsiteX18" fmla="*/ 116028 w 169027"/>
                  <a:gd name="connsiteY18" fmla="*/ 223510 h 247263"/>
                  <a:gd name="connsiteX19" fmla="*/ 118159 w 169027"/>
                  <a:gd name="connsiteY19" fmla="*/ 206675 h 247263"/>
                  <a:gd name="connsiteX20" fmla="*/ 169293 w 169027"/>
                  <a:gd name="connsiteY20" fmla="*/ 3954 h 247263"/>
                  <a:gd name="connsiteX21" fmla="*/ 95432 w 169027"/>
                  <a:gd name="connsiteY21" fmla="*/ 201765 h 247263"/>
                  <a:gd name="connsiteX22" fmla="*/ 88330 w 169027"/>
                  <a:gd name="connsiteY22" fmla="*/ 214742 h 247263"/>
                  <a:gd name="connsiteX23" fmla="*/ 48204 w 169027"/>
                  <a:gd name="connsiteY23" fmla="*/ 239644 h 247263"/>
                  <a:gd name="connsiteX24" fmla="*/ 25478 w 169027"/>
                  <a:gd name="connsiteY24" fmla="*/ 206675 h 247263"/>
                  <a:gd name="connsiteX25" fmla="*/ 45008 w 169027"/>
                  <a:gd name="connsiteY25" fmla="*/ 129866 h 247263"/>
                  <a:gd name="connsiteX26" fmla="*/ 86200 w 169027"/>
                  <a:gd name="connsiteY26" fmla="*/ 96196 h 247263"/>
                  <a:gd name="connsiteX27" fmla="*/ 114253 w 169027"/>
                  <a:gd name="connsiteY27" fmla="*/ 127060 h 247263"/>
                  <a:gd name="connsiteX28" fmla="*/ 113187 w 169027"/>
                  <a:gd name="connsiteY28" fmla="*/ 133022 h 247263"/>
                  <a:gd name="connsiteX29" fmla="*/ 95432 w 169027"/>
                  <a:gd name="connsiteY29" fmla="*/ 201765 h 247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69027" h="247263">
                    <a:moveTo>
                      <a:pt x="169293" y="3954"/>
                    </a:moveTo>
                    <a:cubicBezTo>
                      <a:pt x="169293" y="3604"/>
                      <a:pt x="169293" y="96"/>
                      <a:pt x="164677" y="96"/>
                    </a:cubicBezTo>
                    <a:cubicBezTo>
                      <a:pt x="159350" y="96"/>
                      <a:pt x="125616" y="3253"/>
                      <a:pt x="119579" y="3954"/>
                    </a:cubicBezTo>
                    <a:cubicBezTo>
                      <a:pt x="116738" y="4305"/>
                      <a:pt x="114608" y="6059"/>
                      <a:pt x="114608" y="10618"/>
                    </a:cubicBezTo>
                    <a:cubicBezTo>
                      <a:pt x="114608" y="14827"/>
                      <a:pt x="117804" y="14827"/>
                      <a:pt x="123130" y="14827"/>
                    </a:cubicBezTo>
                    <a:cubicBezTo>
                      <a:pt x="140175" y="14827"/>
                      <a:pt x="140885" y="17282"/>
                      <a:pt x="140885" y="20789"/>
                    </a:cubicBezTo>
                    <a:lnTo>
                      <a:pt x="139820" y="27804"/>
                    </a:lnTo>
                    <a:lnTo>
                      <a:pt x="118514" y="110927"/>
                    </a:lnTo>
                    <a:cubicBezTo>
                      <a:pt x="112122" y="97950"/>
                      <a:pt x="101824" y="88480"/>
                      <a:pt x="85845" y="88480"/>
                    </a:cubicBezTo>
                    <a:cubicBezTo>
                      <a:pt x="44298" y="88480"/>
                      <a:pt x="266" y="140037"/>
                      <a:pt x="266" y="191243"/>
                    </a:cubicBezTo>
                    <a:cubicBezTo>
                      <a:pt x="266" y="224212"/>
                      <a:pt x="19796" y="247360"/>
                      <a:pt x="47494" y="247360"/>
                    </a:cubicBezTo>
                    <a:cubicBezTo>
                      <a:pt x="54596" y="247360"/>
                      <a:pt x="72351" y="245957"/>
                      <a:pt x="93657" y="221055"/>
                    </a:cubicBezTo>
                    <a:cubicBezTo>
                      <a:pt x="96498" y="235786"/>
                      <a:pt x="108926" y="247360"/>
                      <a:pt x="125971" y="247360"/>
                    </a:cubicBezTo>
                    <a:cubicBezTo>
                      <a:pt x="138399" y="247360"/>
                      <a:pt x="146567" y="239293"/>
                      <a:pt x="152248" y="228070"/>
                    </a:cubicBezTo>
                    <a:cubicBezTo>
                      <a:pt x="158285" y="215444"/>
                      <a:pt x="162901" y="194049"/>
                      <a:pt x="162901" y="193348"/>
                    </a:cubicBezTo>
                    <a:cubicBezTo>
                      <a:pt x="162901" y="189840"/>
                      <a:pt x="159705" y="189840"/>
                      <a:pt x="158640" y="189840"/>
                    </a:cubicBezTo>
                    <a:cubicBezTo>
                      <a:pt x="155089" y="189840"/>
                      <a:pt x="154734" y="191243"/>
                      <a:pt x="153669" y="196154"/>
                    </a:cubicBezTo>
                    <a:cubicBezTo>
                      <a:pt x="147632" y="218951"/>
                      <a:pt x="141240" y="239644"/>
                      <a:pt x="126681" y="239644"/>
                    </a:cubicBezTo>
                    <a:cubicBezTo>
                      <a:pt x="117093" y="239644"/>
                      <a:pt x="116028" y="230525"/>
                      <a:pt x="116028" y="223510"/>
                    </a:cubicBezTo>
                    <a:cubicBezTo>
                      <a:pt x="116028" y="215093"/>
                      <a:pt x="116738" y="212638"/>
                      <a:pt x="118159" y="206675"/>
                    </a:cubicBezTo>
                    <a:lnTo>
                      <a:pt x="169293" y="3954"/>
                    </a:lnTo>
                    <a:close/>
                    <a:moveTo>
                      <a:pt x="95432" y="201765"/>
                    </a:moveTo>
                    <a:cubicBezTo>
                      <a:pt x="93657" y="208078"/>
                      <a:pt x="93657" y="208780"/>
                      <a:pt x="88330" y="214742"/>
                    </a:cubicBezTo>
                    <a:cubicBezTo>
                      <a:pt x="72706" y="234032"/>
                      <a:pt x="58147" y="239644"/>
                      <a:pt x="48204" y="239644"/>
                    </a:cubicBezTo>
                    <a:cubicBezTo>
                      <a:pt x="30449" y="239644"/>
                      <a:pt x="25478" y="220354"/>
                      <a:pt x="25478" y="206675"/>
                    </a:cubicBezTo>
                    <a:cubicBezTo>
                      <a:pt x="25478" y="189139"/>
                      <a:pt x="36841" y="145999"/>
                      <a:pt x="45008" y="129866"/>
                    </a:cubicBezTo>
                    <a:cubicBezTo>
                      <a:pt x="56016" y="109173"/>
                      <a:pt x="71996" y="96196"/>
                      <a:pt x="86200" y="96196"/>
                    </a:cubicBezTo>
                    <a:cubicBezTo>
                      <a:pt x="109281" y="96196"/>
                      <a:pt x="114253" y="124956"/>
                      <a:pt x="114253" y="127060"/>
                    </a:cubicBezTo>
                    <a:cubicBezTo>
                      <a:pt x="114253" y="129164"/>
                      <a:pt x="113542" y="131269"/>
                      <a:pt x="113187" y="133022"/>
                    </a:cubicBezTo>
                    <a:lnTo>
                      <a:pt x="95432" y="201765"/>
                    </a:lnTo>
                    <a:close/>
                  </a:path>
                </a:pathLst>
              </a:custGeom>
              <a:solidFill>
                <a:srgbClr val="000000"/>
              </a:solidFill>
              <a:ln w="35801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D8045792-D963-37D9-8E9B-C9318A866F7F}"/>
                  </a:ext>
                </a:extLst>
              </p:cNvPr>
              <p:cNvSpPr/>
              <p:nvPr>
                <p:custDataLst>
                  <p:tags r:id="rId7"/>
                </p:custDataLst>
              </p:nvPr>
            </p:nvSpPr>
            <p:spPr>
              <a:xfrm>
                <a:off x="6662988" y="3786797"/>
                <a:ext cx="109867" cy="163018"/>
              </a:xfrm>
              <a:custGeom>
                <a:avLst/>
                <a:gdLst>
                  <a:gd name="connsiteX0" fmla="*/ 110139 w 109867"/>
                  <a:gd name="connsiteY0" fmla="*/ 118434 h 163018"/>
                  <a:gd name="connsiteX1" fmla="*/ 101687 w 109867"/>
                  <a:gd name="connsiteY1" fmla="*/ 118434 h 163018"/>
                  <a:gd name="connsiteX2" fmla="*/ 95225 w 109867"/>
                  <a:gd name="connsiteY2" fmla="*/ 140775 h 163018"/>
                  <a:gd name="connsiteX3" fmla="*/ 70616 w 109867"/>
                  <a:gd name="connsiteY3" fmla="*/ 142248 h 163018"/>
                  <a:gd name="connsiteX4" fmla="*/ 24879 w 109867"/>
                  <a:gd name="connsiteY4" fmla="*/ 142248 h 163018"/>
                  <a:gd name="connsiteX5" fmla="*/ 74593 w 109867"/>
                  <a:gd name="connsiteY5" fmla="*/ 101002 h 163018"/>
                  <a:gd name="connsiteX6" fmla="*/ 110139 w 109867"/>
                  <a:gd name="connsiteY6" fmla="*/ 47972 h 163018"/>
                  <a:gd name="connsiteX7" fmla="*/ 51973 w 109867"/>
                  <a:gd name="connsiteY7" fmla="*/ 98 h 163018"/>
                  <a:gd name="connsiteX8" fmla="*/ 271 w 109867"/>
                  <a:gd name="connsiteY8" fmla="*/ 44044 h 163018"/>
                  <a:gd name="connsiteX9" fmla="*/ 13445 w 109867"/>
                  <a:gd name="connsiteY9" fmla="*/ 57793 h 163018"/>
                  <a:gd name="connsiteX10" fmla="*/ 26619 w 109867"/>
                  <a:gd name="connsiteY10" fmla="*/ 44781 h 163018"/>
                  <a:gd name="connsiteX11" fmla="*/ 11954 w 109867"/>
                  <a:gd name="connsiteY11" fmla="*/ 31769 h 163018"/>
                  <a:gd name="connsiteX12" fmla="*/ 48245 w 109867"/>
                  <a:gd name="connsiteY12" fmla="*/ 8936 h 163018"/>
                  <a:gd name="connsiteX13" fmla="*/ 86027 w 109867"/>
                  <a:gd name="connsiteY13" fmla="*/ 47972 h 163018"/>
                  <a:gd name="connsiteX14" fmla="*/ 62662 w 109867"/>
                  <a:gd name="connsiteY14" fmla="*/ 95110 h 163018"/>
                  <a:gd name="connsiteX15" fmla="*/ 2757 w 109867"/>
                  <a:gd name="connsiteY15" fmla="*/ 153542 h 163018"/>
                  <a:gd name="connsiteX16" fmla="*/ 271 w 109867"/>
                  <a:gd name="connsiteY16" fmla="*/ 163116 h 163018"/>
                  <a:gd name="connsiteX17" fmla="*/ 102682 w 109867"/>
                  <a:gd name="connsiteY17" fmla="*/ 163116 h 163018"/>
                  <a:gd name="connsiteX18" fmla="*/ 110139 w 109867"/>
                  <a:gd name="connsiteY18" fmla="*/ 118434 h 1630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9867" h="163018">
                    <a:moveTo>
                      <a:pt x="110139" y="118434"/>
                    </a:moveTo>
                    <a:lnTo>
                      <a:pt x="101687" y="118434"/>
                    </a:lnTo>
                    <a:cubicBezTo>
                      <a:pt x="100942" y="123835"/>
                      <a:pt x="98456" y="138320"/>
                      <a:pt x="95225" y="140775"/>
                    </a:cubicBezTo>
                    <a:cubicBezTo>
                      <a:pt x="93236" y="142248"/>
                      <a:pt x="74096" y="142248"/>
                      <a:pt x="70616" y="142248"/>
                    </a:cubicBezTo>
                    <a:lnTo>
                      <a:pt x="24879" y="142248"/>
                    </a:lnTo>
                    <a:cubicBezTo>
                      <a:pt x="50979" y="119416"/>
                      <a:pt x="59679" y="112541"/>
                      <a:pt x="74593" y="101002"/>
                    </a:cubicBezTo>
                    <a:cubicBezTo>
                      <a:pt x="92987" y="86517"/>
                      <a:pt x="110139" y="71296"/>
                      <a:pt x="110139" y="47972"/>
                    </a:cubicBezTo>
                    <a:cubicBezTo>
                      <a:pt x="110139" y="18266"/>
                      <a:pt x="83790" y="98"/>
                      <a:pt x="51973" y="98"/>
                    </a:cubicBezTo>
                    <a:cubicBezTo>
                      <a:pt x="21151" y="98"/>
                      <a:pt x="271" y="21457"/>
                      <a:pt x="271" y="44044"/>
                    </a:cubicBezTo>
                    <a:cubicBezTo>
                      <a:pt x="271" y="56565"/>
                      <a:pt x="10959" y="57793"/>
                      <a:pt x="13445" y="57793"/>
                    </a:cubicBezTo>
                    <a:cubicBezTo>
                      <a:pt x="19411" y="57793"/>
                      <a:pt x="26619" y="53619"/>
                      <a:pt x="26619" y="44781"/>
                    </a:cubicBezTo>
                    <a:cubicBezTo>
                      <a:pt x="26619" y="40361"/>
                      <a:pt x="24879" y="31769"/>
                      <a:pt x="11954" y="31769"/>
                    </a:cubicBezTo>
                    <a:cubicBezTo>
                      <a:pt x="19659" y="14337"/>
                      <a:pt x="36562" y="8936"/>
                      <a:pt x="48245" y="8936"/>
                    </a:cubicBezTo>
                    <a:cubicBezTo>
                      <a:pt x="73102" y="8936"/>
                      <a:pt x="86027" y="28086"/>
                      <a:pt x="86027" y="47972"/>
                    </a:cubicBezTo>
                    <a:cubicBezTo>
                      <a:pt x="86027" y="69332"/>
                      <a:pt x="70616" y="86272"/>
                      <a:pt x="62662" y="95110"/>
                    </a:cubicBezTo>
                    <a:lnTo>
                      <a:pt x="2757" y="153542"/>
                    </a:lnTo>
                    <a:cubicBezTo>
                      <a:pt x="271" y="155751"/>
                      <a:pt x="271" y="156242"/>
                      <a:pt x="271" y="163116"/>
                    </a:cubicBezTo>
                    <a:lnTo>
                      <a:pt x="102682" y="163116"/>
                    </a:lnTo>
                    <a:lnTo>
                      <a:pt x="110139" y="118434"/>
                    </a:lnTo>
                    <a:close/>
                  </a:path>
                </a:pathLst>
              </a:custGeom>
              <a:solidFill>
                <a:srgbClr val="000000"/>
              </a:solidFill>
              <a:ln w="35801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E129DDD0-06D1-A4B3-E7A4-AD38E5E838EA}"/>
                  </a:ext>
                </a:extLst>
              </p:cNvPr>
              <p:cNvSpPr/>
              <p:nvPr>
                <p:custDataLst>
                  <p:tags r:id="rId8"/>
                </p:custDataLst>
              </p:nvPr>
            </p:nvSpPr>
            <p:spPr>
              <a:xfrm>
                <a:off x="6893102" y="3068829"/>
                <a:ext cx="174708" cy="841397"/>
              </a:xfrm>
              <a:custGeom>
                <a:avLst/>
                <a:gdLst>
                  <a:gd name="connsiteX0" fmla="*/ 174989 w 174708"/>
                  <a:gd name="connsiteY0" fmla="*/ 420949 h 841397"/>
                  <a:gd name="connsiteX1" fmla="*/ 52835 w 174708"/>
                  <a:gd name="connsiteY1" fmla="*/ 39356 h 841397"/>
                  <a:gd name="connsiteX2" fmla="*/ 17680 w 174708"/>
                  <a:gd name="connsiteY2" fmla="*/ 4284 h 841397"/>
                  <a:gd name="connsiteX3" fmla="*/ 7737 w 174708"/>
                  <a:gd name="connsiteY3" fmla="*/ 75 h 841397"/>
                  <a:gd name="connsiteX4" fmla="*/ 280 w 174708"/>
                  <a:gd name="connsiteY4" fmla="*/ 3582 h 841397"/>
                  <a:gd name="connsiteX5" fmla="*/ 2410 w 174708"/>
                  <a:gd name="connsiteY5" fmla="*/ 7089 h 841397"/>
                  <a:gd name="connsiteX6" fmla="*/ 62422 w 174708"/>
                  <a:gd name="connsiteY6" fmla="*/ 81093 h 841397"/>
                  <a:gd name="connsiteX7" fmla="*/ 145515 w 174708"/>
                  <a:gd name="connsiteY7" fmla="*/ 420598 h 841397"/>
                  <a:gd name="connsiteX8" fmla="*/ 74140 w 174708"/>
                  <a:gd name="connsiteY8" fmla="*/ 741164 h 841397"/>
                  <a:gd name="connsiteX9" fmla="*/ 1700 w 174708"/>
                  <a:gd name="connsiteY9" fmla="*/ 834808 h 841397"/>
                  <a:gd name="connsiteX10" fmla="*/ 280 w 174708"/>
                  <a:gd name="connsiteY10" fmla="*/ 837965 h 841397"/>
                  <a:gd name="connsiteX11" fmla="*/ 7737 w 174708"/>
                  <a:gd name="connsiteY11" fmla="*/ 841472 h 841397"/>
                  <a:gd name="connsiteX12" fmla="*/ 18745 w 174708"/>
                  <a:gd name="connsiteY12" fmla="*/ 836211 h 841397"/>
                  <a:gd name="connsiteX13" fmla="*/ 174989 w 174708"/>
                  <a:gd name="connsiteY13" fmla="*/ 420949 h 8413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4708" h="841397">
                    <a:moveTo>
                      <a:pt x="174989" y="420949"/>
                    </a:moveTo>
                    <a:cubicBezTo>
                      <a:pt x="174989" y="283113"/>
                      <a:pt x="143030" y="144224"/>
                      <a:pt x="52835" y="39356"/>
                    </a:cubicBezTo>
                    <a:cubicBezTo>
                      <a:pt x="45733" y="31290"/>
                      <a:pt x="32239" y="16910"/>
                      <a:pt x="17680" y="4284"/>
                    </a:cubicBezTo>
                    <a:cubicBezTo>
                      <a:pt x="13418" y="75"/>
                      <a:pt x="12708" y="75"/>
                      <a:pt x="7737" y="75"/>
                    </a:cubicBezTo>
                    <a:cubicBezTo>
                      <a:pt x="3476" y="75"/>
                      <a:pt x="280" y="75"/>
                      <a:pt x="280" y="3582"/>
                    </a:cubicBezTo>
                    <a:cubicBezTo>
                      <a:pt x="280" y="4985"/>
                      <a:pt x="1700" y="6388"/>
                      <a:pt x="2410" y="7089"/>
                    </a:cubicBezTo>
                    <a:cubicBezTo>
                      <a:pt x="14839" y="19716"/>
                      <a:pt x="38631" y="43214"/>
                      <a:pt x="62422" y="81093"/>
                    </a:cubicBezTo>
                    <a:cubicBezTo>
                      <a:pt x="119593" y="171581"/>
                      <a:pt x="145515" y="285568"/>
                      <a:pt x="145515" y="420598"/>
                    </a:cubicBezTo>
                    <a:cubicBezTo>
                      <a:pt x="145515" y="514944"/>
                      <a:pt x="132732" y="636647"/>
                      <a:pt x="74140" y="741164"/>
                    </a:cubicBezTo>
                    <a:cubicBezTo>
                      <a:pt x="46088" y="790967"/>
                      <a:pt x="16614" y="820078"/>
                      <a:pt x="1700" y="834808"/>
                    </a:cubicBezTo>
                    <a:cubicBezTo>
                      <a:pt x="990" y="835861"/>
                      <a:pt x="280" y="836913"/>
                      <a:pt x="280" y="837965"/>
                    </a:cubicBezTo>
                    <a:cubicBezTo>
                      <a:pt x="280" y="841472"/>
                      <a:pt x="3476" y="841472"/>
                      <a:pt x="7737" y="841472"/>
                    </a:cubicBezTo>
                    <a:cubicBezTo>
                      <a:pt x="12708" y="841472"/>
                      <a:pt x="13418" y="841472"/>
                      <a:pt x="18745" y="836211"/>
                    </a:cubicBezTo>
                    <a:cubicBezTo>
                      <a:pt x="137703" y="729239"/>
                      <a:pt x="174989" y="568606"/>
                      <a:pt x="174989" y="420949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801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ADE45675-481A-DF7E-81CB-0F048C5F2761}"/>
                  </a:ext>
                </a:extLst>
              </p:cNvPr>
              <p:cNvSpPr/>
              <p:nvPr>
                <p:custDataLst>
                  <p:tags r:id="rId9"/>
                </p:custDataLst>
              </p:nvPr>
            </p:nvSpPr>
            <p:spPr>
              <a:xfrm>
                <a:off x="4548966" y="3444326"/>
                <a:ext cx="116117" cy="160984"/>
              </a:xfrm>
              <a:custGeom>
                <a:avLst/>
                <a:gdLst>
                  <a:gd name="connsiteX0" fmla="*/ 62352 w 116117"/>
                  <a:gd name="connsiteY0" fmla="*/ 89174 h 160984"/>
                  <a:gd name="connsiteX1" fmla="*/ 99282 w 116117"/>
                  <a:gd name="connsiteY1" fmla="*/ 121441 h 160984"/>
                  <a:gd name="connsiteX2" fmla="*/ 59156 w 116117"/>
                  <a:gd name="connsiteY2" fmla="*/ 153357 h 160984"/>
                  <a:gd name="connsiteX3" fmla="*/ 9797 w 116117"/>
                  <a:gd name="connsiteY3" fmla="*/ 103554 h 160984"/>
                  <a:gd name="connsiteX4" fmla="*/ 4826 w 116117"/>
                  <a:gd name="connsiteY4" fmla="*/ 97591 h 160984"/>
                  <a:gd name="connsiteX5" fmla="*/ 210 w 116117"/>
                  <a:gd name="connsiteY5" fmla="*/ 106360 h 160984"/>
                  <a:gd name="connsiteX6" fmla="*/ 210 w 116117"/>
                  <a:gd name="connsiteY6" fmla="*/ 152656 h 160984"/>
                  <a:gd name="connsiteX7" fmla="*/ 4116 w 116117"/>
                  <a:gd name="connsiteY7" fmla="*/ 161073 h 160984"/>
                  <a:gd name="connsiteX8" fmla="*/ 12993 w 116117"/>
                  <a:gd name="connsiteY8" fmla="*/ 154059 h 160984"/>
                  <a:gd name="connsiteX9" fmla="*/ 20095 w 116117"/>
                  <a:gd name="connsiteY9" fmla="*/ 145992 h 160984"/>
                  <a:gd name="connsiteX10" fmla="*/ 59156 w 116117"/>
                  <a:gd name="connsiteY10" fmla="*/ 161073 h 160984"/>
                  <a:gd name="connsiteX11" fmla="*/ 116327 w 116117"/>
                  <a:gd name="connsiteY11" fmla="*/ 112322 h 160984"/>
                  <a:gd name="connsiteX12" fmla="*/ 101413 w 116117"/>
                  <a:gd name="connsiteY12" fmla="*/ 79003 h 160984"/>
                  <a:gd name="connsiteX13" fmla="*/ 60932 w 116117"/>
                  <a:gd name="connsiteY13" fmla="*/ 62168 h 160984"/>
                  <a:gd name="connsiteX14" fmla="*/ 17255 w 116117"/>
                  <a:gd name="connsiteY14" fmla="*/ 33408 h 160984"/>
                  <a:gd name="connsiteX15" fmla="*/ 57026 w 116117"/>
                  <a:gd name="connsiteY15" fmla="*/ 6753 h 160984"/>
                  <a:gd name="connsiteX16" fmla="*/ 98572 w 116117"/>
                  <a:gd name="connsiteY16" fmla="*/ 49191 h 160984"/>
                  <a:gd name="connsiteX17" fmla="*/ 102833 w 116117"/>
                  <a:gd name="connsiteY17" fmla="*/ 52347 h 160984"/>
                  <a:gd name="connsiteX18" fmla="*/ 107450 w 116117"/>
                  <a:gd name="connsiteY18" fmla="*/ 43930 h 160984"/>
                  <a:gd name="connsiteX19" fmla="*/ 107450 w 116117"/>
                  <a:gd name="connsiteY19" fmla="*/ 8506 h 160984"/>
                  <a:gd name="connsiteX20" fmla="*/ 103544 w 116117"/>
                  <a:gd name="connsiteY20" fmla="*/ 89 h 160984"/>
                  <a:gd name="connsiteX21" fmla="*/ 96442 w 116117"/>
                  <a:gd name="connsiteY21" fmla="*/ 4298 h 160984"/>
                  <a:gd name="connsiteX22" fmla="*/ 90405 w 116117"/>
                  <a:gd name="connsiteY22" fmla="*/ 9909 h 160984"/>
                  <a:gd name="connsiteX23" fmla="*/ 57026 w 116117"/>
                  <a:gd name="connsiteY23" fmla="*/ 89 h 160984"/>
                  <a:gd name="connsiteX24" fmla="*/ 210 w 116117"/>
                  <a:gd name="connsiteY24" fmla="*/ 43229 h 160984"/>
                  <a:gd name="connsiteX25" fmla="*/ 15479 w 116117"/>
                  <a:gd name="connsiteY25" fmla="*/ 73040 h 160984"/>
                  <a:gd name="connsiteX26" fmla="*/ 62352 w 116117"/>
                  <a:gd name="connsiteY26" fmla="*/ 89174 h 1609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16117" h="160984">
                    <a:moveTo>
                      <a:pt x="62352" y="89174"/>
                    </a:moveTo>
                    <a:cubicBezTo>
                      <a:pt x="70164" y="90577"/>
                      <a:pt x="99282" y="96189"/>
                      <a:pt x="99282" y="121441"/>
                    </a:cubicBezTo>
                    <a:cubicBezTo>
                      <a:pt x="99282" y="139328"/>
                      <a:pt x="86854" y="153357"/>
                      <a:pt x="59156" y="153357"/>
                    </a:cubicBezTo>
                    <a:cubicBezTo>
                      <a:pt x="29328" y="153357"/>
                      <a:pt x="16544" y="133366"/>
                      <a:pt x="9797" y="103554"/>
                    </a:cubicBezTo>
                    <a:cubicBezTo>
                      <a:pt x="8732" y="98994"/>
                      <a:pt x="8377" y="97591"/>
                      <a:pt x="4826" y="97591"/>
                    </a:cubicBezTo>
                    <a:cubicBezTo>
                      <a:pt x="210" y="97591"/>
                      <a:pt x="210" y="100047"/>
                      <a:pt x="210" y="106360"/>
                    </a:cubicBezTo>
                    <a:lnTo>
                      <a:pt x="210" y="152656"/>
                    </a:lnTo>
                    <a:cubicBezTo>
                      <a:pt x="210" y="158618"/>
                      <a:pt x="210" y="161073"/>
                      <a:pt x="4116" y="161073"/>
                    </a:cubicBezTo>
                    <a:cubicBezTo>
                      <a:pt x="5891" y="161073"/>
                      <a:pt x="6246" y="160723"/>
                      <a:pt x="12993" y="154059"/>
                    </a:cubicBezTo>
                    <a:cubicBezTo>
                      <a:pt x="13703" y="153357"/>
                      <a:pt x="13703" y="152656"/>
                      <a:pt x="20095" y="145992"/>
                    </a:cubicBezTo>
                    <a:cubicBezTo>
                      <a:pt x="35720" y="160723"/>
                      <a:pt x="51699" y="161073"/>
                      <a:pt x="59156" y="161073"/>
                    </a:cubicBezTo>
                    <a:cubicBezTo>
                      <a:pt x="99993" y="161073"/>
                      <a:pt x="116327" y="137574"/>
                      <a:pt x="116327" y="112322"/>
                    </a:cubicBezTo>
                    <a:cubicBezTo>
                      <a:pt x="116327" y="93733"/>
                      <a:pt x="105674" y="83212"/>
                      <a:pt x="101413" y="79003"/>
                    </a:cubicBezTo>
                    <a:cubicBezTo>
                      <a:pt x="89695" y="67780"/>
                      <a:pt x="75846" y="64974"/>
                      <a:pt x="60932" y="62168"/>
                    </a:cubicBezTo>
                    <a:cubicBezTo>
                      <a:pt x="41046" y="58310"/>
                      <a:pt x="17255" y="53750"/>
                      <a:pt x="17255" y="33408"/>
                    </a:cubicBezTo>
                    <a:cubicBezTo>
                      <a:pt x="17255" y="21133"/>
                      <a:pt x="26487" y="6753"/>
                      <a:pt x="57026" y="6753"/>
                    </a:cubicBezTo>
                    <a:cubicBezTo>
                      <a:pt x="96087" y="6753"/>
                      <a:pt x="97862" y="38318"/>
                      <a:pt x="98572" y="49191"/>
                    </a:cubicBezTo>
                    <a:cubicBezTo>
                      <a:pt x="98927" y="52347"/>
                      <a:pt x="102123" y="52347"/>
                      <a:pt x="102833" y="52347"/>
                    </a:cubicBezTo>
                    <a:cubicBezTo>
                      <a:pt x="107450" y="52347"/>
                      <a:pt x="107450" y="50594"/>
                      <a:pt x="107450" y="43930"/>
                    </a:cubicBezTo>
                    <a:lnTo>
                      <a:pt x="107450" y="8506"/>
                    </a:lnTo>
                    <a:cubicBezTo>
                      <a:pt x="107450" y="2544"/>
                      <a:pt x="107450" y="89"/>
                      <a:pt x="103544" y="89"/>
                    </a:cubicBezTo>
                    <a:cubicBezTo>
                      <a:pt x="101768" y="89"/>
                      <a:pt x="101058" y="89"/>
                      <a:pt x="96442" y="4298"/>
                    </a:cubicBezTo>
                    <a:cubicBezTo>
                      <a:pt x="95376" y="5701"/>
                      <a:pt x="91825" y="8857"/>
                      <a:pt x="90405" y="9909"/>
                    </a:cubicBezTo>
                    <a:cubicBezTo>
                      <a:pt x="76911" y="89"/>
                      <a:pt x="62352" y="89"/>
                      <a:pt x="57026" y="89"/>
                    </a:cubicBezTo>
                    <a:cubicBezTo>
                      <a:pt x="13703" y="89"/>
                      <a:pt x="210" y="23588"/>
                      <a:pt x="210" y="43229"/>
                    </a:cubicBezTo>
                    <a:cubicBezTo>
                      <a:pt x="210" y="55504"/>
                      <a:pt x="5891" y="65324"/>
                      <a:pt x="15479" y="73040"/>
                    </a:cubicBezTo>
                    <a:cubicBezTo>
                      <a:pt x="26842" y="82159"/>
                      <a:pt x="36785" y="84264"/>
                      <a:pt x="62352" y="89174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801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DB81DF96-41D8-CC67-66D2-9B30666F9A50}"/>
                  </a:ext>
                </a:extLst>
              </p:cNvPr>
              <p:cNvSpPr/>
              <p:nvPr>
                <p:custDataLst>
                  <p:tags r:id="rId10"/>
                </p:custDataLst>
              </p:nvPr>
            </p:nvSpPr>
            <p:spPr>
              <a:xfrm>
                <a:off x="4687258" y="3444326"/>
                <a:ext cx="157308" cy="160984"/>
              </a:xfrm>
              <a:custGeom>
                <a:avLst/>
                <a:gdLst>
                  <a:gd name="connsiteX0" fmla="*/ 157523 w 157308"/>
                  <a:gd name="connsiteY0" fmla="*/ 82159 h 160984"/>
                  <a:gd name="connsiteX1" fmla="*/ 79046 w 157308"/>
                  <a:gd name="connsiteY1" fmla="*/ 89 h 160984"/>
                  <a:gd name="connsiteX2" fmla="*/ 214 w 157308"/>
                  <a:gd name="connsiteY2" fmla="*/ 82159 h 160984"/>
                  <a:gd name="connsiteX3" fmla="*/ 78691 w 157308"/>
                  <a:gd name="connsiteY3" fmla="*/ 161073 h 160984"/>
                  <a:gd name="connsiteX4" fmla="*/ 157523 w 157308"/>
                  <a:gd name="connsiteY4" fmla="*/ 82159 h 160984"/>
                  <a:gd name="connsiteX5" fmla="*/ 79046 w 157308"/>
                  <a:gd name="connsiteY5" fmla="*/ 152305 h 160984"/>
                  <a:gd name="connsiteX6" fmla="*/ 38564 w 157308"/>
                  <a:gd name="connsiteY6" fmla="*/ 128806 h 160984"/>
                  <a:gd name="connsiteX7" fmla="*/ 29687 w 157308"/>
                  <a:gd name="connsiteY7" fmla="*/ 79354 h 160984"/>
                  <a:gd name="connsiteX8" fmla="*/ 38209 w 157308"/>
                  <a:gd name="connsiteY8" fmla="*/ 31304 h 160984"/>
                  <a:gd name="connsiteX9" fmla="*/ 78691 w 157308"/>
                  <a:gd name="connsiteY9" fmla="*/ 7805 h 160984"/>
                  <a:gd name="connsiteX10" fmla="*/ 118817 w 157308"/>
                  <a:gd name="connsiteY10" fmla="*/ 30602 h 160984"/>
                  <a:gd name="connsiteX11" fmla="*/ 128049 w 157308"/>
                  <a:gd name="connsiteY11" fmla="*/ 79354 h 160984"/>
                  <a:gd name="connsiteX12" fmla="*/ 120237 w 157308"/>
                  <a:gd name="connsiteY12" fmla="*/ 126351 h 160984"/>
                  <a:gd name="connsiteX13" fmla="*/ 79046 w 157308"/>
                  <a:gd name="connsiteY13" fmla="*/ 152305 h 1609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57308" h="160984">
                    <a:moveTo>
                      <a:pt x="157523" y="82159"/>
                    </a:moveTo>
                    <a:cubicBezTo>
                      <a:pt x="157523" y="37266"/>
                      <a:pt x="122013" y="89"/>
                      <a:pt x="79046" y="89"/>
                    </a:cubicBezTo>
                    <a:cubicBezTo>
                      <a:pt x="34658" y="89"/>
                      <a:pt x="214" y="38318"/>
                      <a:pt x="214" y="82159"/>
                    </a:cubicBezTo>
                    <a:cubicBezTo>
                      <a:pt x="214" y="127403"/>
                      <a:pt x="37144" y="161073"/>
                      <a:pt x="78691" y="161073"/>
                    </a:cubicBezTo>
                    <a:cubicBezTo>
                      <a:pt x="121658" y="161073"/>
                      <a:pt x="157523" y="126702"/>
                      <a:pt x="157523" y="82159"/>
                    </a:cubicBezTo>
                    <a:close/>
                    <a:moveTo>
                      <a:pt x="79046" y="152305"/>
                    </a:moveTo>
                    <a:cubicBezTo>
                      <a:pt x="63776" y="152305"/>
                      <a:pt x="48152" y="144940"/>
                      <a:pt x="38564" y="128806"/>
                    </a:cubicBezTo>
                    <a:cubicBezTo>
                      <a:pt x="29687" y="113374"/>
                      <a:pt x="29687" y="91980"/>
                      <a:pt x="29687" y="79354"/>
                    </a:cubicBezTo>
                    <a:cubicBezTo>
                      <a:pt x="29687" y="65675"/>
                      <a:pt x="29687" y="46736"/>
                      <a:pt x="38209" y="31304"/>
                    </a:cubicBezTo>
                    <a:cubicBezTo>
                      <a:pt x="47797" y="15170"/>
                      <a:pt x="64487" y="7805"/>
                      <a:pt x="78691" y="7805"/>
                    </a:cubicBezTo>
                    <a:cubicBezTo>
                      <a:pt x="94315" y="7805"/>
                      <a:pt x="109584" y="15521"/>
                      <a:pt x="118817" y="30602"/>
                    </a:cubicBezTo>
                    <a:cubicBezTo>
                      <a:pt x="128049" y="45684"/>
                      <a:pt x="128049" y="66026"/>
                      <a:pt x="128049" y="79354"/>
                    </a:cubicBezTo>
                    <a:cubicBezTo>
                      <a:pt x="128049" y="91980"/>
                      <a:pt x="128049" y="110919"/>
                      <a:pt x="120237" y="126351"/>
                    </a:cubicBezTo>
                    <a:cubicBezTo>
                      <a:pt x="112425" y="142134"/>
                      <a:pt x="96801" y="152305"/>
                      <a:pt x="79046" y="152305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801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9EECA6E-3F8A-B4C6-5D3F-013F35730D10}"/>
                  </a:ext>
                </a:extLst>
              </p:cNvPr>
              <p:cNvSpPr/>
              <p:nvPr>
                <p:custDataLst>
                  <p:tags r:id="rId11"/>
                </p:custDataLst>
              </p:nvPr>
            </p:nvSpPr>
            <p:spPr>
              <a:xfrm>
                <a:off x="4866583" y="3354188"/>
                <a:ext cx="115052" cy="247263"/>
              </a:xfrm>
              <a:custGeom>
                <a:avLst/>
                <a:gdLst>
                  <a:gd name="connsiteX0" fmla="*/ 50643 w 115052"/>
                  <a:gd name="connsiteY0" fmla="*/ 96188 h 247263"/>
                  <a:gd name="connsiteX1" fmla="*/ 50643 w 115052"/>
                  <a:gd name="connsiteY1" fmla="*/ 55504 h 247263"/>
                  <a:gd name="connsiteX2" fmla="*/ 83312 w 115052"/>
                  <a:gd name="connsiteY2" fmla="*/ 7805 h 247263"/>
                  <a:gd name="connsiteX3" fmla="*/ 95030 w 115052"/>
                  <a:gd name="connsiteY3" fmla="*/ 10260 h 247263"/>
                  <a:gd name="connsiteX4" fmla="*/ 84377 w 115052"/>
                  <a:gd name="connsiteY4" fmla="*/ 24991 h 247263"/>
                  <a:gd name="connsiteX5" fmla="*/ 99646 w 115052"/>
                  <a:gd name="connsiteY5" fmla="*/ 40072 h 247263"/>
                  <a:gd name="connsiteX6" fmla="*/ 115271 w 115052"/>
                  <a:gd name="connsiteY6" fmla="*/ 24640 h 247263"/>
                  <a:gd name="connsiteX7" fmla="*/ 83312 w 115052"/>
                  <a:gd name="connsiteY7" fmla="*/ 89 h 247263"/>
                  <a:gd name="connsiteX8" fmla="*/ 28272 w 115052"/>
                  <a:gd name="connsiteY8" fmla="*/ 55855 h 247263"/>
                  <a:gd name="connsiteX9" fmla="*/ 28272 w 115052"/>
                  <a:gd name="connsiteY9" fmla="*/ 96188 h 247263"/>
                  <a:gd name="connsiteX10" fmla="*/ 219 w 115052"/>
                  <a:gd name="connsiteY10" fmla="*/ 96188 h 247263"/>
                  <a:gd name="connsiteX11" fmla="*/ 219 w 115052"/>
                  <a:gd name="connsiteY11" fmla="*/ 107061 h 247263"/>
                  <a:gd name="connsiteX12" fmla="*/ 28272 w 115052"/>
                  <a:gd name="connsiteY12" fmla="*/ 107061 h 247263"/>
                  <a:gd name="connsiteX13" fmla="*/ 28272 w 115052"/>
                  <a:gd name="connsiteY13" fmla="*/ 220697 h 247263"/>
                  <a:gd name="connsiteX14" fmla="*/ 574 w 115052"/>
                  <a:gd name="connsiteY14" fmla="*/ 236480 h 247263"/>
                  <a:gd name="connsiteX15" fmla="*/ 574 w 115052"/>
                  <a:gd name="connsiteY15" fmla="*/ 247352 h 247263"/>
                  <a:gd name="connsiteX16" fmla="*/ 41055 w 115052"/>
                  <a:gd name="connsiteY16" fmla="*/ 246300 h 247263"/>
                  <a:gd name="connsiteX17" fmla="*/ 86153 w 115052"/>
                  <a:gd name="connsiteY17" fmla="*/ 247352 h 247263"/>
                  <a:gd name="connsiteX18" fmla="*/ 86153 w 115052"/>
                  <a:gd name="connsiteY18" fmla="*/ 236480 h 247263"/>
                  <a:gd name="connsiteX19" fmla="*/ 78696 w 115052"/>
                  <a:gd name="connsiteY19" fmla="*/ 236480 h 247263"/>
                  <a:gd name="connsiteX20" fmla="*/ 51708 w 115052"/>
                  <a:gd name="connsiteY20" fmla="*/ 219996 h 247263"/>
                  <a:gd name="connsiteX21" fmla="*/ 51708 w 115052"/>
                  <a:gd name="connsiteY21" fmla="*/ 107061 h 247263"/>
                  <a:gd name="connsiteX22" fmla="*/ 92189 w 115052"/>
                  <a:gd name="connsiteY22" fmla="*/ 107061 h 247263"/>
                  <a:gd name="connsiteX23" fmla="*/ 92189 w 115052"/>
                  <a:gd name="connsiteY23" fmla="*/ 96188 h 247263"/>
                  <a:gd name="connsiteX24" fmla="*/ 50643 w 115052"/>
                  <a:gd name="connsiteY24" fmla="*/ 96188 h 247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15052" h="247263">
                    <a:moveTo>
                      <a:pt x="50643" y="96188"/>
                    </a:moveTo>
                    <a:lnTo>
                      <a:pt x="50643" y="55504"/>
                    </a:lnTo>
                    <a:cubicBezTo>
                      <a:pt x="50643" y="24640"/>
                      <a:pt x="67688" y="7805"/>
                      <a:pt x="83312" y="7805"/>
                    </a:cubicBezTo>
                    <a:cubicBezTo>
                      <a:pt x="84377" y="7805"/>
                      <a:pt x="89704" y="7805"/>
                      <a:pt x="95030" y="10260"/>
                    </a:cubicBezTo>
                    <a:cubicBezTo>
                      <a:pt x="90769" y="11663"/>
                      <a:pt x="84377" y="16222"/>
                      <a:pt x="84377" y="24991"/>
                    </a:cubicBezTo>
                    <a:cubicBezTo>
                      <a:pt x="84377" y="33057"/>
                      <a:pt x="90059" y="40072"/>
                      <a:pt x="99646" y="40072"/>
                    </a:cubicBezTo>
                    <a:cubicBezTo>
                      <a:pt x="109944" y="40072"/>
                      <a:pt x="115271" y="33057"/>
                      <a:pt x="115271" y="24640"/>
                    </a:cubicBezTo>
                    <a:cubicBezTo>
                      <a:pt x="115271" y="11663"/>
                      <a:pt x="102132" y="89"/>
                      <a:pt x="83312" y="89"/>
                    </a:cubicBezTo>
                    <a:cubicBezTo>
                      <a:pt x="58455" y="89"/>
                      <a:pt x="28272" y="18678"/>
                      <a:pt x="28272" y="55855"/>
                    </a:cubicBezTo>
                    <a:lnTo>
                      <a:pt x="28272" y="96188"/>
                    </a:lnTo>
                    <a:lnTo>
                      <a:pt x="219" y="96188"/>
                    </a:lnTo>
                    <a:lnTo>
                      <a:pt x="219" y="107061"/>
                    </a:lnTo>
                    <a:lnTo>
                      <a:pt x="28272" y="107061"/>
                    </a:lnTo>
                    <a:lnTo>
                      <a:pt x="28272" y="220697"/>
                    </a:lnTo>
                    <a:cubicBezTo>
                      <a:pt x="28272" y="236480"/>
                      <a:pt x="24365" y="236480"/>
                      <a:pt x="574" y="236480"/>
                    </a:cubicBezTo>
                    <a:lnTo>
                      <a:pt x="574" y="247352"/>
                    </a:lnTo>
                    <a:cubicBezTo>
                      <a:pt x="14423" y="247002"/>
                      <a:pt x="31112" y="246300"/>
                      <a:pt x="41055" y="246300"/>
                    </a:cubicBezTo>
                    <a:cubicBezTo>
                      <a:pt x="55259" y="246300"/>
                      <a:pt x="71949" y="246300"/>
                      <a:pt x="86153" y="247352"/>
                    </a:cubicBezTo>
                    <a:lnTo>
                      <a:pt x="86153" y="236480"/>
                    </a:lnTo>
                    <a:lnTo>
                      <a:pt x="78696" y="236480"/>
                    </a:lnTo>
                    <a:cubicBezTo>
                      <a:pt x="52418" y="236480"/>
                      <a:pt x="51708" y="232622"/>
                      <a:pt x="51708" y="219996"/>
                    </a:cubicBezTo>
                    <a:lnTo>
                      <a:pt x="51708" y="107061"/>
                    </a:lnTo>
                    <a:lnTo>
                      <a:pt x="92189" y="107061"/>
                    </a:lnTo>
                    <a:lnTo>
                      <a:pt x="92189" y="96188"/>
                    </a:lnTo>
                    <a:lnTo>
                      <a:pt x="50643" y="96188"/>
                    </a:lnTo>
                    <a:close/>
                  </a:path>
                </a:pathLst>
              </a:custGeom>
              <a:solidFill>
                <a:srgbClr val="000000"/>
              </a:solidFill>
              <a:ln w="35801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777D890D-F2D0-EA9B-3F49-DBCD047853F3}"/>
                  </a:ext>
                </a:extLst>
              </p:cNvPr>
              <p:cNvSpPr/>
              <p:nvPr>
                <p:custDataLst>
                  <p:tags r:id="rId12"/>
                </p:custDataLst>
              </p:nvPr>
            </p:nvSpPr>
            <p:spPr>
              <a:xfrm>
                <a:off x="4970115" y="3385754"/>
                <a:ext cx="111146" cy="219555"/>
              </a:xfrm>
              <a:custGeom>
                <a:avLst/>
                <a:gdLst>
                  <a:gd name="connsiteX0" fmla="*/ 54907 w 111146"/>
                  <a:gd name="connsiteY0" fmla="*/ 75496 h 219555"/>
                  <a:gd name="connsiteX1" fmla="*/ 105686 w 111146"/>
                  <a:gd name="connsiteY1" fmla="*/ 75496 h 219555"/>
                  <a:gd name="connsiteX2" fmla="*/ 105686 w 111146"/>
                  <a:gd name="connsiteY2" fmla="*/ 64623 h 219555"/>
                  <a:gd name="connsiteX3" fmla="*/ 54907 w 111146"/>
                  <a:gd name="connsiteY3" fmla="*/ 64623 h 219555"/>
                  <a:gd name="connsiteX4" fmla="*/ 54907 w 111146"/>
                  <a:gd name="connsiteY4" fmla="*/ 89 h 219555"/>
                  <a:gd name="connsiteX5" fmla="*/ 46030 w 111146"/>
                  <a:gd name="connsiteY5" fmla="*/ 89 h 219555"/>
                  <a:gd name="connsiteX6" fmla="*/ 222 w 111146"/>
                  <a:gd name="connsiteY6" fmla="*/ 67780 h 219555"/>
                  <a:gd name="connsiteX7" fmla="*/ 222 w 111146"/>
                  <a:gd name="connsiteY7" fmla="*/ 75496 h 219555"/>
                  <a:gd name="connsiteX8" fmla="*/ 30405 w 111146"/>
                  <a:gd name="connsiteY8" fmla="*/ 75496 h 219555"/>
                  <a:gd name="connsiteX9" fmla="*/ 30405 w 111146"/>
                  <a:gd name="connsiteY9" fmla="*/ 172297 h 219555"/>
                  <a:gd name="connsiteX10" fmla="*/ 76213 w 111146"/>
                  <a:gd name="connsiteY10" fmla="*/ 219645 h 219555"/>
                  <a:gd name="connsiteX11" fmla="*/ 111368 w 111146"/>
                  <a:gd name="connsiteY11" fmla="*/ 172297 h 219555"/>
                  <a:gd name="connsiteX12" fmla="*/ 111368 w 111146"/>
                  <a:gd name="connsiteY12" fmla="*/ 152305 h 219555"/>
                  <a:gd name="connsiteX13" fmla="*/ 102490 w 111146"/>
                  <a:gd name="connsiteY13" fmla="*/ 152305 h 219555"/>
                  <a:gd name="connsiteX14" fmla="*/ 102490 w 111146"/>
                  <a:gd name="connsiteY14" fmla="*/ 171595 h 219555"/>
                  <a:gd name="connsiteX15" fmla="*/ 78699 w 111146"/>
                  <a:gd name="connsiteY15" fmla="*/ 210877 h 219555"/>
                  <a:gd name="connsiteX16" fmla="*/ 54907 w 111146"/>
                  <a:gd name="connsiteY16" fmla="*/ 172998 h 219555"/>
                  <a:gd name="connsiteX17" fmla="*/ 54907 w 111146"/>
                  <a:gd name="connsiteY17" fmla="*/ 75496 h 219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11146" h="219555">
                    <a:moveTo>
                      <a:pt x="54907" y="75496"/>
                    </a:moveTo>
                    <a:lnTo>
                      <a:pt x="105686" y="75496"/>
                    </a:lnTo>
                    <a:lnTo>
                      <a:pt x="105686" y="64623"/>
                    </a:lnTo>
                    <a:lnTo>
                      <a:pt x="54907" y="64623"/>
                    </a:lnTo>
                    <a:lnTo>
                      <a:pt x="54907" y="89"/>
                    </a:lnTo>
                    <a:lnTo>
                      <a:pt x="46030" y="89"/>
                    </a:lnTo>
                    <a:cubicBezTo>
                      <a:pt x="45674" y="28849"/>
                      <a:pt x="35021" y="66377"/>
                      <a:pt x="222" y="67780"/>
                    </a:cubicBezTo>
                    <a:lnTo>
                      <a:pt x="222" y="75496"/>
                    </a:lnTo>
                    <a:lnTo>
                      <a:pt x="30405" y="75496"/>
                    </a:lnTo>
                    <a:lnTo>
                      <a:pt x="30405" y="172297"/>
                    </a:lnTo>
                    <a:cubicBezTo>
                      <a:pt x="30405" y="215436"/>
                      <a:pt x="63429" y="219645"/>
                      <a:pt x="76213" y="219645"/>
                    </a:cubicBezTo>
                    <a:cubicBezTo>
                      <a:pt x="101425" y="219645"/>
                      <a:pt x="111368" y="194743"/>
                      <a:pt x="111368" y="172297"/>
                    </a:cubicBezTo>
                    <a:lnTo>
                      <a:pt x="111368" y="152305"/>
                    </a:lnTo>
                    <a:lnTo>
                      <a:pt x="102490" y="152305"/>
                    </a:lnTo>
                    <a:lnTo>
                      <a:pt x="102490" y="171595"/>
                    </a:lnTo>
                    <a:cubicBezTo>
                      <a:pt x="102490" y="197549"/>
                      <a:pt x="91837" y="210877"/>
                      <a:pt x="78699" y="210877"/>
                    </a:cubicBezTo>
                    <a:cubicBezTo>
                      <a:pt x="54907" y="210877"/>
                      <a:pt x="54907" y="178960"/>
                      <a:pt x="54907" y="172998"/>
                    </a:cubicBezTo>
                    <a:lnTo>
                      <a:pt x="54907" y="75496"/>
                    </a:lnTo>
                    <a:close/>
                  </a:path>
                </a:pathLst>
              </a:custGeom>
              <a:solidFill>
                <a:srgbClr val="000000"/>
              </a:solidFill>
              <a:ln w="35801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AE35ECC3-2DB7-3386-A769-E1F01DB66544}"/>
                  </a:ext>
                </a:extLst>
              </p:cNvPr>
              <p:cNvSpPr/>
              <p:nvPr>
                <p:custDataLst>
                  <p:tags r:id="rId13"/>
                </p:custDataLst>
              </p:nvPr>
            </p:nvSpPr>
            <p:spPr>
              <a:xfrm>
                <a:off x="5112826" y="3446430"/>
                <a:ext cx="277332" cy="155021"/>
              </a:xfrm>
              <a:custGeom>
                <a:avLst/>
                <a:gdLst>
                  <a:gd name="connsiteX0" fmla="*/ 27923 w 277332"/>
                  <a:gd name="connsiteY0" fmla="*/ 34460 h 155021"/>
                  <a:gd name="connsiteX1" fmla="*/ 27923 w 277332"/>
                  <a:gd name="connsiteY1" fmla="*/ 128456 h 155021"/>
                  <a:gd name="connsiteX2" fmla="*/ 226 w 277332"/>
                  <a:gd name="connsiteY2" fmla="*/ 144238 h 155021"/>
                  <a:gd name="connsiteX3" fmla="*/ 226 w 277332"/>
                  <a:gd name="connsiteY3" fmla="*/ 155111 h 155021"/>
                  <a:gd name="connsiteX4" fmla="*/ 40352 w 277332"/>
                  <a:gd name="connsiteY4" fmla="*/ 154059 h 155021"/>
                  <a:gd name="connsiteX5" fmla="*/ 80123 w 277332"/>
                  <a:gd name="connsiteY5" fmla="*/ 155111 h 155021"/>
                  <a:gd name="connsiteX6" fmla="*/ 80123 w 277332"/>
                  <a:gd name="connsiteY6" fmla="*/ 144238 h 155021"/>
                  <a:gd name="connsiteX7" fmla="*/ 52425 w 277332"/>
                  <a:gd name="connsiteY7" fmla="*/ 128456 h 155021"/>
                  <a:gd name="connsiteX8" fmla="*/ 52425 w 277332"/>
                  <a:gd name="connsiteY8" fmla="*/ 63922 h 155021"/>
                  <a:gd name="connsiteX9" fmla="*/ 100364 w 277332"/>
                  <a:gd name="connsiteY9" fmla="*/ 7805 h 155021"/>
                  <a:gd name="connsiteX10" fmla="*/ 126641 w 277332"/>
                  <a:gd name="connsiteY10" fmla="*/ 46736 h 155021"/>
                  <a:gd name="connsiteX11" fmla="*/ 126641 w 277332"/>
                  <a:gd name="connsiteY11" fmla="*/ 128456 h 155021"/>
                  <a:gd name="connsiteX12" fmla="*/ 98943 w 277332"/>
                  <a:gd name="connsiteY12" fmla="*/ 144238 h 155021"/>
                  <a:gd name="connsiteX13" fmla="*/ 98943 w 277332"/>
                  <a:gd name="connsiteY13" fmla="*/ 155111 h 155021"/>
                  <a:gd name="connsiteX14" fmla="*/ 139069 w 277332"/>
                  <a:gd name="connsiteY14" fmla="*/ 154059 h 155021"/>
                  <a:gd name="connsiteX15" fmla="*/ 178840 w 277332"/>
                  <a:gd name="connsiteY15" fmla="*/ 155111 h 155021"/>
                  <a:gd name="connsiteX16" fmla="*/ 178840 w 277332"/>
                  <a:gd name="connsiteY16" fmla="*/ 144238 h 155021"/>
                  <a:gd name="connsiteX17" fmla="*/ 151143 w 277332"/>
                  <a:gd name="connsiteY17" fmla="*/ 128456 h 155021"/>
                  <a:gd name="connsiteX18" fmla="*/ 151143 w 277332"/>
                  <a:gd name="connsiteY18" fmla="*/ 63922 h 155021"/>
                  <a:gd name="connsiteX19" fmla="*/ 199081 w 277332"/>
                  <a:gd name="connsiteY19" fmla="*/ 7805 h 155021"/>
                  <a:gd name="connsiteX20" fmla="*/ 225358 w 277332"/>
                  <a:gd name="connsiteY20" fmla="*/ 46736 h 155021"/>
                  <a:gd name="connsiteX21" fmla="*/ 225358 w 277332"/>
                  <a:gd name="connsiteY21" fmla="*/ 128456 h 155021"/>
                  <a:gd name="connsiteX22" fmla="*/ 197661 w 277332"/>
                  <a:gd name="connsiteY22" fmla="*/ 144238 h 155021"/>
                  <a:gd name="connsiteX23" fmla="*/ 197661 w 277332"/>
                  <a:gd name="connsiteY23" fmla="*/ 155111 h 155021"/>
                  <a:gd name="connsiteX24" fmla="*/ 237787 w 277332"/>
                  <a:gd name="connsiteY24" fmla="*/ 154059 h 155021"/>
                  <a:gd name="connsiteX25" fmla="*/ 277558 w 277332"/>
                  <a:gd name="connsiteY25" fmla="*/ 155111 h 155021"/>
                  <a:gd name="connsiteX26" fmla="*/ 277558 w 277332"/>
                  <a:gd name="connsiteY26" fmla="*/ 144238 h 155021"/>
                  <a:gd name="connsiteX27" fmla="*/ 249860 w 277332"/>
                  <a:gd name="connsiteY27" fmla="*/ 133716 h 155021"/>
                  <a:gd name="connsiteX28" fmla="*/ 249860 w 277332"/>
                  <a:gd name="connsiteY28" fmla="*/ 66727 h 155021"/>
                  <a:gd name="connsiteX29" fmla="*/ 238852 w 277332"/>
                  <a:gd name="connsiteY29" fmla="*/ 13066 h 155021"/>
                  <a:gd name="connsiteX30" fmla="*/ 201567 w 277332"/>
                  <a:gd name="connsiteY30" fmla="*/ 89 h 155021"/>
                  <a:gd name="connsiteX31" fmla="*/ 150077 w 277332"/>
                  <a:gd name="connsiteY31" fmla="*/ 34460 h 155021"/>
                  <a:gd name="connsiteX32" fmla="*/ 102849 w 277332"/>
                  <a:gd name="connsiteY32" fmla="*/ 89 h 155021"/>
                  <a:gd name="connsiteX33" fmla="*/ 50295 w 277332"/>
                  <a:gd name="connsiteY33" fmla="*/ 36915 h 155021"/>
                  <a:gd name="connsiteX34" fmla="*/ 50295 w 277332"/>
                  <a:gd name="connsiteY34" fmla="*/ 89 h 155021"/>
                  <a:gd name="connsiteX35" fmla="*/ 226 w 277332"/>
                  <a:gd name="connsiteY35" fmla="*/ 3947 h 155021"/>
                  <a:gd name="connsiteX36" fmla="*/ 226 w 277332"/>
                  <a:gd name="connsiteY36" fmla="*/ 14820 h 155021"/>
                  <a:gd name="connsiteX37" fmla="*/ 27923 w 277332"/>
                  <a:gd name="connsiteY37" fmla="*/ 34460 h 155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77332" h="155021">
                    <a:moveTo>
                      <a:pt x="27923" y="34460"/>
                    </a:moveTo>
                    <a:lnTo>
                      <a:pt x="27923" y="128456"/>
                    </a:lnTo>
                    <a:cubicBezTo>
                      <a:pt x="27923" y="144238"/>
                      <a:pt x="24017" y="144238"/>
                      <a:pt x="226" y="144238"/>
                    </a:cubicBezTo>
                    <a:lnTo>
                      <a:pt x="226" y="155111"/>
                    </a:lnTo>
                    <a:cubicBezTo>
                      <a:pt x="12654" y="154760"/>
                      <a:pt x="30764" y="154059"/>
                      <a:pt x="40352" y="154059"/>
                    </a:cubicBezTo>
                    <a:cubicBezTo>
                      <a:pt x="49584" y="154059"/>
                      <a:pt x="68050" y="154760"/>
                      <a:pt x="80123" y="155111"/>
                    </a:cubicBezTo>
                    <a:lnTo>
                      <a:pt x="80123" y="144238"/>
                    </a:lnTo>
                    <a:cubicBezTo>
                      <a:pt x="56331" y="144238"/>
                      <a:pt x="52425" y="144238"/>
                      <a:pt x="52425" y="128456"/>
                    </a:cubicBezTo>
                    <a:lnTo>
                      <a:pt x="52425" y="63922"/>
                    </a:lnTo>
                    <a:cubicBezTo>
                      <a:pt x="52425" y="27446"/>
                      <a:pt x="77637" y="7805"/>
                      <a:pt x="100364" y="7805"/>
                    </a:cubicBezTo>
                    <a:cubicBezTo>
                      <a:pt x="122735" y="7805"/>
                      <a:pt x="126641" y="26744"/>
                      <a:pt x="126641" y="46736"/>
                    </a:cubicBezTo>
                    <a:lnTo>
                      <a:pt x="126641" y="128456"/>
                    </a:lnTo>
                    <a:cubicBezTo>
                      <a:pt x="126641" y="144238"/>
                      <a:pt x="122735" y="144238"/>
                      <a:pt x="98943" y="144238"/>
                    </a:cubicBezTo>
                    <a:lnTo>
                      <a:pt x="98943" y="155111"/>
                    </a:lnTo>
                    <a:cubicBezTo>
                      <a:pt x="111372" y="154760"/>
                      <a:pt x="129482" y="154059"/>
                      <a:pt x="139069" y="154059"/>
                    </a:cubicBezTo>
                    <a:cubicBezTo>
                      <a:pt x="148302" y="154059"/>
                      <a:pt x="166767" y="154760"/>
                      <a:pt x="178840" y="155111"/>
                    </a:cubicBezTo>
                    <a:lnTo>
                      <a:pt x="178840" y="144238"/>
                    </a:lnTo>
                    <a:cubicBezTo>
                      <a:pt x="155049" y="144238"/>
                      <a:pt x="151143" y="144238"/>
                      <a:pt x="151143" y="128456"/>
                    </a:cubicBezTo>
                    <a:lnTo>
                      <a:pt x="151143" y="63922"/>
                    </a:lnTo>
                    <a:cubicBezTo>
                      <a:pt x="151143" y="27446"/>
                      <a:pt x="176355" y="7805"/>
                      <a:pt x="199081" y="7805"/>
                    </a:cubicBezTo>
                    <a:cubicBezTo>
                      <a:pt x="221452" y="7805"/>
                      <a:pt x="225358" y="26744"/>
                      <a:pt x="225358" y="46736"/>
                    </a:cubicBezTo>
                    <a:lnTo>
                      <a:pt x="225358" y="128456"/>
                    </a:lnTo>
                    <a:cubicBezTo>
                      <a:pt x="225358" y="144238"/>
                      <a:pt x="221452" y="144238"/>
                      <a:pt x="197661" y="144238"/>
                    </a:cubicBezTo>
                    <a:lnTo>
                      <a:pt x="197661" y="155111"/>
                    </a:lnTo>
                    <a:cubicBezTo>
                      <a:pt x="210089" y="154760"/>
                      <a:pt x="228199" y="154059"/>
                      <a:pt x="237787" y="154059"/>
                    </a:cubicBezTo>
                    <a:cubicBezTo>
                      <a:pt x="247020" y="154059"/>
                      <a:pt x="265485" y="154760"/>
                      <a:pt x="277558" y="155111"/>
                    </a:cubicBezTo>
                    <a:lnTo>
                      <a:pt x="277558" y="144238"/>
                    </a:lnTo>
                    <a:cubicBezTo>
                      <a:pt x="259093" y="144238"/>
                      <a:pt x="250215" y="144238"/>
                      <a:pt x="249860" y="133716"/>
                    </a:cubicBezTo>
                    <a:lnTo>
                      <a:pt x="249860" y="66727"/>
                    </a:lnTo>
                    <a:cubicBezTo>
                      <a:pt x="249860" y="36565"/>
                      <a:pt x="249860" y="25692"/>
                      <a:pt x="238852" y="13066"/>
                    </a:cubicBezTo>
                    <a:cubicBezTo>
                      <a:pt x="233881" y="7103"/>
                      <a:pt x="222163" y="89"/>
                      <a:pt x="201567" y="89"/>
                    </a:cubicBezTo>
                    <a:cubicBezTo>
                      <a:pt x="171739" y="89"/>
                      <a:pt x="156114" y="21133"/>
                      <a:pt x="150077" y="34460"/>
                    </a:cubicBezTo>
                    <a:cubicBezTo>
                      <a:pt x="145106" y="3947"/>
                      <a:pt x="118829" y="89"/>
                      <a:pt x="102849" y="89"/>
                    </a:cubicBezTo>
                    <a:cubicBezTo>
                      <a:pt x="76927" y="89"/>
                      <a:pt x="60237" y="15170"/>
                      <a:pt x="50295" y="36915"/>
                    </a:cubicBezTo>
                    <a:lnTo>
                      <a:pt x="50295" y="89"/>
                    </a:lnTo>
                    <a:lnTo>
                      <a:pt x="226" y="3947"/>
                    </a:lnTo>
                    <a:lnTo>
                      <a:pt x="226" y="14820"/>
                    </a:lnTo>
                    <a:cubicBezTo>
                      <a:pt x="25083" y="14820"/>
                      <a:pt x="27923" y="17275"/>
                      <a:pt x="27923" y="34460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801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8EA57F0B-7A79-F9BD-6471-3E69D82FB597}"/>
                  </a:ext>
                </a:extLst>
              </p:cNvPr>
              <p:cNvSpPr/>
              <p:nvPr>
                <p:custDataLst>
                  <p:tags r:id="rId14"/>
                </p:custDataLst>
              </p:nvPr>
            </p:nvSpPr>
            <p:spPr>
              <a:xfrm>
                <a:off x="5412294" y="3444326"/>
                <a:ext cx="160149" cy="160984"/>
              </a:xfrm>
              <a:custGeom>
                <a:avLst/>
                <a:gdLst>
                  <a:gd name="connsiteX0" fmla="*/ 103568 w 160149"/>
                  <a:gd name="connsiteY0" fmla="*/ 130560 h 160984"/>
                  <a:gd name="connsiteX1" fmla="*/ 131265 w 160149"/>
                  <a:gd name="connsiteY1" fmla="*/ 159320 h 160984"/>
                  <a:gd name="connsiteX2" fmla="*/ 160384 w 160149"/>
                  <a:gd name="connsiteY2" fmla="*/ 126000 h 160984"/>
                  <a:gd name="connsiteX3" fmla="*/ 160384 w 160149"/>
                  <a:gd name="connsiteY3" fmla="*/ 106360 h 160984"/>
                  <a:gd name="connsiteX4" fmla="*/ 151506 w 160149"/>
                  <a:gd name="connsiteY4" fmla="*/ 106360 h 160984"/>
                  <a:gd name="connsiteX5" fmla="*/ 151506 w 160149"/>
                  <a:gd name="connsiteY5" fmla="*/ 126000 h 160984"/>
                  <a:gd name="connsiteX6" fmla="*/ 138723 w 160149"/>
                  <a:gd name="connsiteY6" fmla="*/ 148447 h 160984"/>
                  <a:gd name="connsiteX7" fmla="*/ 125584 w 160149"/>
                  <a:gd name="connsiteY7" fmla="*/ 130911 h 160984"/>
                  <a:gd name="connsiteX8" fmla="*/ 125584 w 160149"/>
                  <a:gd name="connsiteY8" fmla="*/ 60765 h 160984"/>
                  <a:gd name="connsiteX9" fmla="*/ 112800 w 160149"/>
                  <a:gd name="connsiteY9" fmla="*/ 19379 h 160984"/>
                  <a:gd name="connsiteX10" fmla="*/ 64152 w 160149"/>
                  <a:gd name="connsiteY10" fmla="*/ 89 h 160984"/>
                  <a:gd name="connsiteX11" fmla="*/ 10532 w 160149"/>
                  <a:gd name="connsiteY11" fmla="*/ 39721 h 160984"/>
                  <a:gd name="connsiteX12" fmla="*/ 26866 w 160149"/>
                  <a:gd name="connsiteY12" fmla="*/ 56205 h 160984"/>
                  <a:gd name="connsiteX13" fmla="*/ 43201 w 160149"/>
                  <a:gd name="connsiteY13" fmla="*/ 40072 h 160984"/>
                  <a:gd name="connsiteX14" fmla="*/ 25091 w 160149"/>
                  <a:gd name="connsiteY14" fmla="*/ 23938 h 160984"/>
                  <a:gd name="connsiteX15" fmla="*/ 63442 w 160149"/>
                  <a:gd name="connsiteY15" fmla="*/ 7805 h 160984"/>
                  <a:gd name="connsiteX16" fmla="*/ 101082 w 160149"/>
                  <a:gd name="connsiteY16" fmla="*/ 52698 h 160984"/>
                  <a:gd name="connsiteX17" fmla="*/ 101082 w 160149"/>
                  <a:gd name="connsiteY17" fmla="*/ 65675 h 160984"/>
                  <a:gd name="connsiteX18" fmla="*/ 35744 w 160149"/>
                  <a:gd name="connsiteY18" fmla="*/ 78301 h 160984"/>
                  <a:gd name="connsiteX19" fmla="*/ 234 w 160149"/>
                  <a:gd name="connsiteY19" fmla="*/ 123896 h 160984"/>
                  <a:gd name="connsiteX20" fmla="*/ 57050 w 160149"/>
                  <a:gd name="connsiteY20" fmla="*/ 161073 h 160984"/>
                  <a:gd name="connsiteX21" fmla="*/ 103568 w 160149"/>
                  <a:gd name="connsiteY21" fmla="*/ 130560 h 160984"/>
                  <a:gd name="connsiteX22" fmla="*/ 101082 w 160149"/>
                  <a:gd name="connsiteY22" fmla="*/ 73040 h 160984"/>
                  <a:gd name="connsiteX23" fmla="*/ 101082 w 160149"/>
                  <a:gd name="connsiteY23" fmla="*/ 108113 h 160984"/>
                  <a:gd name="connsiteX24" fmla="*/ 59535 w 160149"/>
                  <a:gd name="connsiteY24" fmla="*/ 153357 h 160984"/>
                  <a:gd name="connsiteX25" fmla="*/ 27577 w 160149"/>
                  <a:gd name="connsiteY25" fmla="*/ 123545 h 160984"/>
                  <a:gd name="connsiteX26" fmla="*/ 101082 w 160149"/>
                  <a:gd name="connsiteY26" fmla="*/ 73040 h 1609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60149" h="160984">
                    <a:moveTo>
                      <a:pt x="103568" y="130560"/>
                    </a:moveTo>
                    <a:cubicBezTo>
                      <a:pt x="104988" y="144589"/>
                      <a:pt x="114576" y="159320"/>
                      <a:pt x="131265" y="159320"/>
                    </a:cubicBezTo>
                    <a:cubicBezTo>
                      <a:pt x="138723" y="159320"/>
                      <a:pt x="160384" y="154409"/>
                      <a:pt x="160384" y="126000"/>
                    </a:cubicBezTo>
                    <a:lnTo>
                      <a:pt x="160384" y="106360"/>
                    </a:lnTo>
                    <a:lnTo>
                      <a:pt x="151506" y="106360"/>
                    </a:lnTo>
                    <a:lnTo>
                      <a:pt x="151506" y="126000"/>
                    </a:lnTo>
                    <a:cubicBezTo>
                      <a:pt x="151506" y="146343"/>
                      <a:pt x="142629" y="148447"/>
                      <a:pt x="138723" y="148447"/>
                    </a:cubicBezTo>
                    <a:cubicBezTo>
                      <a:pt x="127004" y="148447"/>
                      <a:pt x="125584" y="132664"/>
                      <a:pt x="125584" y="130911"/>
                    </a:cubicBezTo>
                    <a:lnTo>
                      <a:pt x="125584" y="60765"/>
                    </a:lnTo>
                    <a:cubicBezTo>
                      <a:pt x="125584" y="46034"/>
                      <a:pt x="125584" y="32356"/>
                      <a:pt x="112800" y="19379"/>
                    </a:cubicBezTo>
                    <a:cubicBezTo>
                      <a:pt x="98951" y="5701"/>
                      <a:pt x="81196" y="89"/>
                      <a:pt x="64152" y="89"/>
                    </a:cubicBezTo>
                    <a:cubicBezTo>
                      <a:pt x="35034" y="89"/>
                      <a:pt x="10532" y="16573"/>
                      <a:pt x="10532" y="39721"/>
                    </a:cubicBezTo>
                    <a:cubicBezTo>
                      <a:pt x="10532" y="50243"/>
                      <a:pt x="17634" y="56205"/>
                      <a:pt x="26866" y="56205"/>
                    </a:cubicBezTo>
                    <a:cubicBezTo>
                      <a:pt x="36809" y="56205"/>
                      <a:pt x="43201" y="49191"/>
                      <a:pt x="43201" y="40072"/>
                    </a:cubicBezTo>
                    <a:cubicBezTo>
                      <a:pt x="43201" y="35863"/>
                      <a:pt x="41425" y="24289"/>
                      <a:pt x="25091" y="23938"/>
                    </a:cubicBezTo>
                    <a:cubicBezTo>
                      <a:pt x="34678" y="11663"/>
                      <a:pt x="52078" y="7805"/>
                      <a:pt x="63442" y="7805"/>
                    </a:cubicBezTo>
                    <a:cubicBezTo>
                      <a:pt x="80841" y="7805"/>
                      <a:pt x="101082" y="21483"/>
                      <a:pt x="101082" y="52698"/>
                    </a:cubicBezTo>
                    <a:lnTo>
                      <a:pt x="101082" y="65675"/>
                    </a:lnTo>
                    <a:cubicBezTo>
                      <a:pt x="82972" y="66727"/>
                      <a:pt x="58115" y="67780"/>
                      <a:pt x="35744" y="78301"/>
                    </a:cubicBezTo>
                    <a:cubicBezTo>
                      <a:pt x="9111" y="90226"/>
                      <a:pt x="234" y="108464"/>
                      <a:pt x="234" y="123896"/>
                    </a:cubicBezTo>
                    <a:cubicBezTo>
                      <a:pt x="234" y="152305"/>
                      <a:pt x="34678" y="161073"/>
                      <a:pt x="57050" y="161073"/>
                    </a:cubicBezTo>
                    <a:cubicBezTo>
                      <a:pt x="80486" y="161073"/>
                      <a:pt x="96821" y="147044"/>
                      <a:pt x="103568" y="130560"/>
                    </a:cubicBezTo>
                    <a:close/>
                    <a:moveTo>
                      <a:pt x="101082" y="73040"/>
                    </a:moveTo>
                    <a:lnTo>
                      <a:pt x="101082" y="108113"/>
                    </a:lnTo>
                    <a:cubicBezTo>
                      <a:pt x="101082" y="141432"/>
                      <a:pt x="75515" y="153357"/>
                      <a:pt x="59535" y="153357"/>
                    </a:cubicBezTo>
                    <a:cubicBezTo>
                      <a:pt x="42136" y="153357"/>
                      <a:pt x="27577" y="141082"/>
                      <a:pt x="27577" y="123545"/>
                    </a:cubicBezTo>
                    <a:cubicBezTo>
                      <a:pt x="27577" y="104255"/>
                      <a:pt x="42491" y="75145"/>
                      <a:pt x="101082" y="73040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801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546F3326-9143-06C6-B3F1-3D14A30AD29D}"/>
                  </a:ext>
                </a:extLst>
              </p:cNvPr>
              <p:cNvSpPr/>
              <p:nvPr>
                <p:custDataLst>
                  <p:tags r:id="rId15"/>
                </p:custDataLst>
              </p:nvPr>
            </p:nvSpPr>
            <p:spPr>
              <a:xfrm>
                <a:off x="5579191" y="3450288"/>
                <a:ext cx="178969" cy="151163"/>
              </a:xfrm>
              <a:custGeom>
                <a:avLst/>
                <a:gdLst>
                  <a:gd name="connsiteX0" fmla="*/ 97891 w 178969"/>
                  <a:gd name="connsiteY0" fmla="*/ 68832 h 151163"/>
                  <a:gd name="connsiteX1" fmla="*/ 130560 w 178969"/>
                  <a:gd name="connsiteY1" fmla="*/ 29199 h 151163"/>
                  <a:gd name="connsiteX2" fmla="*/ 172817 w 178969"/>
                  <a:gd name="connsiteY2" fmla="*/ 10962 h 151163"/>
                  <a:gd name="connsiteX3" fmla="*/ 172817 w 178969"/>
                  <a:gd name="connsiteY3" fmla="*/ 89 h 151163"/>
                  <a:gd name="connsiteX4" fmla="*/ 143699 w 178969"/>
                  <a:gd name="connsiteY4" fmla="*/ 1141 h 151163"/>
                  <a:gd name="connsiteX5" fmla="*/ 109609 w 178969"/>
                  <a:gd name="connsiteY5" fmla="*/ 89 h 151163"/>
                  <a:gd name="connsiteX6" fmla="*/ 109609 w 178969"/>
                  <a:gd name="connsiteY6" fmla="*/ 10962 h 151163"/>
                  <a:gd name="connsiteX7" fmla="*/ 119907 w 178969"/>
                  <a:gd name="connsiteY7" fmla="*/ 21834 h 151163"/>
                  <a:gd name="connsiteX8" fmla="*/ 114581 w 178969"/>
                  <a:gd name="connsiteY8" fmla="*/ 34110 h 151163"/>
                  <a:gd name="connsiteX9" fmla="*/ 92565 w 178969"/>
                  <a:gd name="connsiteY9" fmla="*/ 61466 h 151163"/>
                  <a:gd name="connsiteX10" fmla="*/ 64867 w 178969"/>
                  <a:gd name="connsiteY10" fmla="*/ 26043 h 151163"/>
                  <a:gd name="connsiteX11" fmla="*/ 61671 w 178969"/>
                  <a:gd name="connsiteY11" fmla="*/ 19730 h 151163"/>
                  <a:gd name="connsiteX12" fmla="*/ 74099 w 178969"/>
                  <a:gd name="connsiteY12" fmla="*/ 10962 h 151163"/>
                  <a:gd name="connsiteX13" fmla="*/ 74099 w 178969"/>
                  <a:gd name="connsiteY13" fmla="*/ 89 h 151163"/>
                  <a:gd name="connsiteX14" fmla="*/ 35749 w 178969"/>
                  <a:gd name="connsiteY14" fmla="*/ 1141 h 151163"/>
                  <a:gd name="connsiteX15" fmla="*/ 2014 w 178969"/>
                  <a:gd name="connsiteY15" fmla="*/ 89 h 151163"/>
                  <a:gd name="connsiteX16" fmla="*/ 2014 w 178969"/>
                  <a:gd name="connsiteY16" fmla="*/ 10962 h 151163"/>
                  <a:gd name="connsiteX17" fmla="*/ 43916 w 178969"/>
                  <a:gd name="connsiteY17" fmla="*/ 32356 h 151163"/>
                  <a:gd name="connsiteX18" fmla="*/ 79071 w 178969"/>
                  <a:gd name="connsiteY18" fmla="*/ 77600 h 151163"/>
                  <a:gd name="connsiteX19" fmla="*/ 45692 w 178969"/>
                  <a:gd name="connsiteY19" fmla="*/ 119337 h 151163"/>
                  <a:gd name="connsiteX20" fmla="*/ 239 w 178969"/>
                  <a:gd name="connsiteY20" fmla="*/ 140380 h 151163"/>
                  <a:gd name="connsiteX21" fmla="*/ 239 w 178969"/>
                  <a:gd name="connsiteY21" fmla="*/ 151253 h 151163"/>
                  <a:gd name="connsiteX22" fmla="*/ 29712 w 178969"/>
                  <a:gd name="connsiteY22" fmla="*/ 150201 h 151163"/>
                  <a:gd name="connsiteX23" fmla="*/ 63447 w 178969"/>
                  <a:gd name="connsiteY23" fmla="*/ 151253 h 151163"/>
                  <a:gd name="connsiteX24" fmla="*/ 63447 w 178969"/>
                  <a:gd name="connsiteY24" fmla="*/ 140380 h 151163"/>
                  <a:gd name="connsiteX25" fmla="*/ 53149 w 178969"/>
                  <a:gd name="connsiteY25" fmla="*/ 129508 h 151163"/>
                  <a:gd name="connsiteX26" fmla="*/ 85108 w 178969"/>
                  <a:gd name="connsiteY26" fmla="*/ 84965 h 151163"/>
                  <a:gd name="connsiteX27" fmla="*/ 112095 w 178969"/>
                  <a:gd name="connsiteY27" fmla="*/ 120038 h 151163"/>
                  <a:gd name="connsiteX28" fmla="*/ 119552 w 178969"/>
                  <a:gd name="connsiteY28" fmla="*/ 131612 h 151163"/>
                  <a:gd name="connsiteX29" fmla="*/ 106769 w 178969"/>
                  <a:gd name="connsiteY29" fmla="*/ 140380 h 151163"/>
                  <a:gd name="connsiteX30" fmla="*/ 106769 w 178969"/>
                  <a:gd name="connsiteY30" fmla="*/ 151253 h 151163"/>
                  <a:gd name="connsiteX31" fmla="*/ 145119 w 178969"/>
                  <a:gd name="connsiteY31" fmla="*/ 150201 h 151163"/>
                  <a:gd name="connsiteX32" fmla="*/ 179209 w 178969"/>
                  <a:gd name="connsiteY32" fmla="*/ 151253 h 151163"/>
                  <a:gd name="connsiteX33" fmla="*/ 179209 w 178969"/>
                  <a:gd name="connsiteY33" fmla="*/ 140380 h 151163"/>
                  <a:gd name="connsiteX34" fmla="*/ 145474 w 178969"/>
                  <a:gd name="connsiteY34" fmla="*/ 129508 h 151163"/>
                  <a:gd name="connsiteX35" fmla="*/ 97891 w 178969"/>
                  <a:gd name="connsiteY35" fmla="*/ 68832 h 1511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178969" h="151163">
                    <a:moveTo>
                      <a:pt x="97891" y="68832"/>
                    </a:moveTo>
                    <a:cubicBezTo>
                      <a:pt x="108544" y="55504"/>
                      <a:pt x="122038" y="38318"/>
                      <a:pt x="130560" y="29199"/>
                    </a:cubicBezTo>
                    <a:cubicBezTo>
                      <a:pt x="141568" y="16573"/>
                      <a:pt x="156127" y="11312"/>
                      <a:pt x="172817" y="10962"/>
                    </a:cubicBezTo>
                    <a:lnTo>
                      <a:pt x="172817" y="89"/>
                    </a:lnTo>
                    <a:cubicBezTo>
                      <a:pt x="163584" y="790"/>
                      <a:pt x="152932" y="1141"/>
                      <a:pt x="143699" y="1141"/>
                    </a:cubicBezTo>
                    <a:cubicBezTo>
                      <a:pt x="133046" y="1141"/>
                      <a:pt x="114226" y="440"/>
                      <a:pt x="109609" y="89"/>
                    </a:cubicBezTo>
                    <a:lnTo>
                      <a:pt x="109609" y="10962"/>
                    </a:lnTo>
                    <a:cubicBezTo>
                      <a:pt x="117066" y="11663"/>
                      <a:pt x="119907" y="16222"/>
                      <a:pt x="119907" y="21834"/>
                    </a:cubicBezTo>
                    <a:cubicBezTo>
                      <a:pt x="119907" y="27446"/>
                      <a:pt x="116356" y="32005"/>
                      <a:pt x="114581" y="34110"/>
                    </a:cubicBezTo>
                    <a:lnTo>
                      <a:pt x="92565" y="61466"/>
                    </a:lnTo>
                    <a:lnTo>
                      <a:pt x="64867" y="26043"/>
                    </a:lnTo>
                    <a:cubicBezTo>
                      <a:pt x="61671" y="22536"/>
                      <a:pt x="61671" y="21834"/>
                      <a:pt x="61671" y="19730"/>
                    </a:cubicBezTo>
                    <a:cubicBezTo>
                      <a:pt x="61671" y="14469"/>
                      <a:pt x="66997" y="11312"/>
                      <a:pt x="74099" y="10962"/>
                    </a:cubicBezTo>
                    <a:lnTo>
                      <a:pt x="74099" y="89"/>
                    </a:lnTo>
                    <a:cubicBezTo>
                      <a:pt x="64867" y="440"/>
                      <a:pt x="41430" y="1141"/>
                      <a:pt x="35749" y="1141"/>
                    </a:cubicBezTo>
                    <a:cubicBezTo>
                      <a:pt x="28292" y="1141"/>
                      <a:pt x="11602" y="790"/>
                      <a:pt x="2014" y="89"/>
                    </a:cubicBezTo>
                    <a:lnTo>
                      <a:pt x="2014" y="10962"/>
                    </a:lnTo>
                    <a:cubicBezTo>
                      <a:pt x="26871" y="10962"/>
                      <a:pt x="27226" y="11312"/>
                      <a:pt x="43916" y="32356"/>
                    </a:cubicBezTo>
                    <a:lnTo>
                      <a:pt x="79071" y="77600"/>
                    </a:lnTo>
                    <a:lnTo>
                      <a:pt x="45692" y="119337"/>
                    </a:lnTo>
                    <a:cubicBezTo>
                      <a:pt x="28647" y="139679"/>
                      <a:pt x="7696" y="140380"/>
                      <a:pt x="239" y="140380"/>
                    </a:cubicBezTo>
                    <a:lnTo>
                      <a:pt x="239" y="151253"/>
                    </a:lnTo>
                    <a:cubicBezTo>
                      <a:pt x="9471" y="150551"/>
                      <a:pt x="20479" y="150201"/>
                      <a:pt x="29712" y="150201"/>
                    </a:cubicBezTo>
                    <a:cubicBezTo>
                      <a:pt x="40010" y="150201"/>
                      <a:pt x="54924" y="150902"/>
                      <a:pt x="63447" y="151253"/>
                    </a:cubicBezTo>
                    <a:lnTo>
                      <a:pt x="63447" y="140380"/>
                    </a:lnTo>
                    <a:cubicBezTo>
                      <a:pt x="55634" y="139328"/>
                      <a:pt x="53149" y="134769"/>
                      <a:pt x="53149" y="129508"/>
                    </a:cubicBezTo>
                    <a:cubicBezTo>
                      <a:pt x="53149" y="121792"/>
                      <a:pt x="63447" y="110218"/>
                      <a:pt x="85108" y="84965"/>
                    </a:cubicBezTo>
                    <a:lnTo>
                      <a:pt x="112095" y="120038"/>
                    </a:lnTo>
                    <a:cubicBezTo>
                      <a:pt x="114936" y="123896"/>
                      <a:pt x="119552" y="129508"/>
                      <a:pt x="119552" y="131612"/>
                    </a:cubicBezTo>
                    <a:cubicBezTo>
                      <a:pt x="119552" y="134769"/>
                      <a:pt x="116356" y="140030"/>
                      <a:pt x="106769" y="140380"/>
                    </a:cubicBezTo>
                    <a:lnTo>
                      <a:pt x="106769" y="151253"/>
                    </a:lnTo>
                    <a:cubicBezTo>
                      <a:pt x="117422" y="150902"/>
                      <a:pt x="137307" y="150201"/>
                      <a:pt x="145119" y="150201"/>
                    </a:cubicBezTo>
                    <a:cubicBezTo>
                      <a:pt x="154707" y="150201"/>
                      <a:pt x="168556" y="150551"/>
                      <a:pt x="179209" y="151253"/>
                    </a:cubicBezTo>
                    <a:lnTo>
                      <a:pt x="179209" y="140380"/>
                    </a:lnTo>
                    <a:cubicBezTo>
                      <a:pt x="160034" y="140380"/>
                      <a:pt x="153642" y="139679"/>
                      <a:pt x="145474" y="129508"/>
                    </a:cubicBezTo>
                    <a:lnTo>
                      <a:pt x="97891" y="68832"/>
                    </a:lnTo>
                    <a:close/>
                  </a:path>
                </a:pathLst>
              </a:custGeom>
              <a:solidFill>
                <a:srgbClr val="000000"/>
              </a:solidFill>
              <a:ln w="35801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C4B48DB3-34D5-6FFD-630B-0F91213B6EB1}"/>
                  </a:ext>
                </a:extLst>
              </p:cNvPr>
              <p:cNvSpPr/>
              <p:nvPr>
                <p:custDataLst>
                  <p:tags r:id="rId16"/>
                </p:custDataLst>
              </p:nvPr>
            </p:nvSpPr>
            <p:spPr>
              <a:xfrm>
                <a:off x="5895386" y="3092891"/>
                <a:ext cx="174708" cy="841397"/>
              </a:xfrm>
              <a:custGeom>
                <a:avLst/>
                <a:gdLst>
                  <a:gd name="connsiteX0" fmla="*/ 174955 w 174708"/>
                  <a:gd name="connsiteY0" fmla="*/ 837965 h 841397"/>
                  <a:gd name="connsiteX1" fmla="*/ 173534 w 174708"/>
                  <a:gd name="connsiteY1" fmla="*/ 834808 h 841397"/>
                  <a:gd name="connsiteX2" fmla="*/ 112812 w 174708"/>
                  <a:gd name="connsiteY2" fmla="*/ 760454 h 841397"/>
                  <a:gd name="connsiteX3" fmla="*/ 29719 w 174708"/>
                  <a:gd name="connsiteY3" fmla="*/ 420949 h 841397"/>
                  <a:gd name="connsiteX4" fmla="*/ 101094 w 174708"/>
                  <a:gd name="connsiteY4" fmla="*/ 100383 h 841397"/>
                  <a:gd name="connsiteX5" fmla="*/ 173889 w 174708"/>
                  <a:gd name="connsiteY5" fmla="*/ 6388 h 841397"/>
                  <a:gd name="connsiteX6" fmla="*/ 174955 w 174708"/>
                  <a:gd name="connsiteY6" fmla="*/ 3582 h 841397"/>
                  <a:gd name="connsiteX7" fmla="*/ 167498 w 174708"/>
                  <a:gd name="connsiteY7" fmla="*/ 75 h 841397"/>
                  <a:gd name="connsiteX8" fmla="*/ 156489 w 174708"/>
                  <a:gd name="connsiteY8" fmla="*/ 5336 h 841397"/>
                  <a:gd name="connsiteX9" fmla="*/ 246 w 174708"/>
                  <a:gd name="connsiteY9" fmla="*/ 420598 h 841397"/>
                  <a:gd name="connsiteX10" fmla="*/ 122400 w 174708"/>
                  <a:gd name="connsiteY10" fmla="*/ 802191 h 841397"/>
                  <a:gd name="connsiteX11" fmla="*/ 157555 w 174708"/>
                  <a:gd name="connsiteY11" fmla="*/ 837264 h 841397"/>
                  <a:gd name="connsiteX12" fmla="*/ 167498 w 174708"/>
                  <a:gd name="connsiteY12" fmla="*/ 841472 h 841397"/>
                  <a:gd name="connsiteX13" fmla="*/ 174955 w 174708"/>
                  <a:gd name="connsiteY13" fmla="*/ 837965 h 8413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4708" h="841397">
                    <a:moveTo>
                      <a:pt x="174955" y="837965"/>
                    </a:moveTo>
                    <a:cubicBezTo>
                      <a:pt x="174955" y="836562"/>
                      <a:pt x="174244" y="835861"/>
                      <a:pt x="173534" y="834808"/>
                    </a:cubicBezTo>
                    <a:cubicBezTo>
                      <a:pt x="160396" y="821831"/>
                      <a:pt x="136604" y="798333"/>
                      <a:pt x="112812" y="760454"/>
                    </a:cubicBezTo>
                    <a:cubicBezTo>
                      <a:pt x="55641" y="669966"/>
                      <a:pt x="29719" y="555979"/>
                      <a:pt x="29719" y="420949"/>
                    </a:cubicBezTo>
                    <a:cubicBezTo>
                      <a:pt x="29719" y="326603"/>
                      <a:pt x="42503" y="204900"/>
                      <a:pt x="101094" y="100383"/>
                    </a:cubicBezTo>
                    <a:cubicBezTo>
                      <a:pt x="129147" y="50580"/>
                      <a:pt x="158265" y="21820"/>
                      <a:pt x="173889" y="6388"/>
                    </a:cubicBezTo>
                    <a:cubicBezTo>
                      <a:pt x="174955" y="5336"/>
                      <a:pt x="174955" y="4634"/>
                      <a:pt x="174955" y="3582"/>
                    </a:cubicBezTo>
                    <a:cubicBezTo>
                      <a:pt x="174955" y="75"/>
                      <a:pt x="172469" y="75"/>
                      <a:pt x="167498" y="75"/>
                    </a:cubicBezTo>
                    <a:cubicBezTo>
                      <a:pt x="162526" y="75"/>
                      <a:pt x="161816" y="75"/>
                      <a:pt x="156489" y="5336"/>
                    </a:cubicBezTo>
                    <a:cubicBezTo>
                      <a:pt x="37531" y="112308"/>
                      <a:pt x="246" y="272942"/>
                      <a:pt x="246" y="420598"/>
                    </a:cubicBezTo>
                    <a:cubicBezTo>
                      <a:pt x="246" y="558434"/>
                      <a:pt x="32205" y="697323"/>
                      <a:pt x="122400" y="802191"/>
                    </a:cubicBezTo>
                    <a:cubicBezTo>
                      <a:pt x="129502" y="810257"/>
                      <a:pt x="142996" y="824637"/>
                      <a:pt x="157555" y="837264"/>
                    </a:cubicBezTo>
                    <a:cubicBezTo>
                      <a:pt x="161816" y="841472"/>
                      <a:pt x="162526" y="841472"/>
                      <a:pt x="167498" y="841472"/>
                    </a:cubicBezTo>
                    <a:cubicBezTo>
                      <a:pt x="172469" y="841472"/>
                      <a:pt x="174955" y="841472"/>
                      <a:pt x="174955" y="837965"/>
                    </a:cubicBezTo>
                    <a:close/>
                  </a:path>
                </a:pathLst>
              </a:custGeom>
              <a:solidFill>
                <a:srgbClr val="000000"/>
              </a:solidFill>
              <a:ln w="35801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/>
              </a:p>
            </p:txBody>
          </p:sp>
        </p:grpSp>
      </p:grpSp>
      <p:sp>
        <p:nvSpPr>
          <p:cNvPr id="7" name="Title 1">
            <a:extLst>
              <a:ext uri="{FF2B5EF4-FFF2-40B4-BE49-F238E27FC236}">
                <a16:creationId xmlns:a16="http://schemas.microsoft.com/office/drawing/2014/main" id="{95EA088E-928F-E736-4E10-4311B3E749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4813" y="0"/>
            <a:ext cx="113823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b="1" kern="1200">
                <a:solidFill>
                  <a:schemeClr val="tx1"/>
                </a:solidFill>
                <a:latin typeface="Nunito" pitchFamily="2" charset="0"/>
                <a:ea typeface="+mj-ea"/>
                <a:cs typeface="+mj-cs"/>
              </a:defRPr>
            </a:lvl1pPr>
          </a:lstStyle>
          <a:p>
            <a:r>
              <a:rPr lang="en-CA" dirty="0"/>
              <a:t>Transformer Encoder</a:t>
            </a:r>
          </a:p>
        </p:txBody>
      </p:sp>
    </p:spTree>
    <p:extLst>
      <p:ext uri="{BB962C8B-B14F-4D97-AF65-F5344CB8AC3E}">
        <p14:creationId xmlns:p14="http://schemas.microsoft.com/office/powerpoint/2010/main" val="38973764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942B5-8198-9A4A-022C-935D10B9C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Transformer Encoder: Variance Preservation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AF3769-E02E-D79E-7EF3-18B2B7FA4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35</a:t>
            </a:fld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387130B-3C3F-0C8E-D9B2-9A99D080C5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CA" dirty="0"/>
              </a:p>
              <a:p>
                <a:r>
                  <a:rPr lang="en-CA" dirty="0"/>
                  <a:t>What is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rad>
                  </m:oMath>
                </a14:m>
                <a:r>
                  <a:rPr lang="en-CA" dirty="0"/>
                  <a:t> for?</a:t>
                </a:r>
              </a:p>
              <a:p>
                <a:r>
                  <a:rPr lang="en-CA" dirty="0"/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⟨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CA" dirty="0"/>
                  <a:t>: if each entry in both vector is drawn from a distribution with zero mean and unit variance, what would happen if the dimensionality grows?</a:t>
                </a:r>
              </a:p>
              <a:p>
                <a:r>
                  <a:rPr lang="en-CA" dirty="0"/>
                  <a:t>The variance of dot product grows.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387130B-3C3F-0C8E-D9B2-9A99D080C5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87"/>
                <a:stretch>
                  <a:fillRect l="-81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B8F9391B-AD9D-3B25-4BCF-FD11FD2E5777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232556" y="1879600"/>
            <a:ext cx="3726888" cy="867767"/>
            <a:chOff x="9969390" y="4471220"/>
            <a:chExt cx="3726888" cy="867767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EC4FB29-454C-52A1-9D18-668FF6B81D55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0030388" y="4682233"/>
              <a:ext cx="118248" cy="32617"/>
            </a:xfrm>
            <a:custGeom>
              <a:avLst/>
              <a:gdLst>
                <a:gd name="connsiteX0" fmla="*/ 118429 w 118248"/>
                <a:gd name="connsiteY0" fmla="*/ 5347 h 32617"/>
                <a:gd name="connsiteX1" fmla="*/ 112748 w 118248"/>
                <a:gd name="connsiteY1" fmla="*/ 86 h 32617"/>
                <a:gd name="connsiteX2" fmla="*/ 83630 w 118248"/>
                <a:gd name="connsiteY2" fmla="*/ 16921 h 32617"/>
                <a:gd name="connsiteX3" fmla="*/ 60548 w 118248"/>
                <a:gd name="connsiteY3" fmla="*/ 8153 h 32617"/>
                <a:gd name="connsiteX4" fmla="*/ 38532 w 118248"/>
                <a:gd name="connsiteY4" fmla="*/ 86 h 32617"/>
                <a:gd name="connsiteX5" fmla="*/ 181 w 118248"/>
                <a:gd name="connsiteY5" fmla="*/ 27443 h 32617"/>
                <a:gd name="connsiteX6" fmla="*/ 5863 w 118248"/>
                <a:gd name="connsiteY6" fmla="*/ 32704 h 32617"/>
                <a:gd name="connsiteX7" fmla="*/ 34981 w 118248"/>
                <a:gd name="connsiteY7" fmla="*/ 15869 h 32617"/>
                <a:gd name="connsiteX8" fmla="*/ 58063 w 118248"/>
                <a:gd name="connsiteY8" fmla="*/ 24637 h 32617"/>
                <a:gd name="connsiteX9" fmla="*/ 80079 w 118248"/>
                <a:gd name="connsiteY9" fmla="*/ 32704 h 32617"/>
                <a:gd name="connsiteX10" fmla="*/ 118429 w 118248"/>
                <a:gd name="connsiteY10" fmla="*/ 5347 h 32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48" h="32617">
                  <a:moveTo>
                    <a:pt x="118429" y="5347"/>
                  </a:moveTo>
                  <a:lnTo>
                    <a:pt x="112748" y="86"/>
                  </a:lnTo>
                  <a:cubicBezTo>
                    <a:pt x="112748" y="437"/>
                    <a:pt x="99254" y="16921"/>
                    <a:pt x="83630" y="16921"/>
                  </a:cubicBezTo>
                  <a:cubicBezTo>
                    <a:pt x="75462" y="16921"/>
                    <a:pt x="66585" y="11660"/>
                    <a:pt x="60548" y="8153"/>
                  </a:cubicBezTo>
                  <a:cubicBezTo>
                    <a:pt x="50961" y="2541"/>
                    <a:pt x="44569" y="86"/>
                    <a:pt x="38532" y="86"/>
                  </a:cubicBezTo>
                  <a:cubicBezTo>
                    <a:pt x="25038" y="86"/>
                    <a:pt x="18291" y="7802"/>
                    <a:pt x="181" y="27443"/>
                  </a:cubicBezTo>
                  <a:lnTo>
                    <a:pt x="5863" y="32704"/>
                  </a:lnTo>
                  <a:cubicBezTo>
                    <a:pt x="5863" y="32353"/>
                    <a:pt x="19357" y="15869"/>
                    <a:pt x="34981" y="15869"/>
                  </a:cubicBezTo>
                  <a:cubicBezTo>
                    <a:pt x="43148" y="15869"/>
                    <a:pt x="52026" y="21130"/>
                    <a:pt x="58063" y="24637"/>
                  </a:cubicBezTo>
                  <a:cubicBezTo>
                    <a:pt x="67650" y="30249"/>
                    <a:pt x="74042" y="32704"/>
                    <a:pt x="80079" y="32704"/>
                  </a:cubicBezTo>
                  <a:cubicBezTo>
                    <a:pt x="93572" y="32704"/>
                    <a:pt x="100319" y="24988"/>
                    <a:pt x="118429" y="534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765AD4B-3C02-0F00-E15C-879212ADC8ED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9969390" y="4767656"/>
              <a:ext cx="242887" cy="238495"/>
            </a:xfrm>
            <a:custGeom>
              <a:avLst/>
              <a:gdLst>
                <a:gd name="connsiteX0" fmla="*/ 243068 w 242887"/>
                <a:gd name="connsiteY0" fmla="*/ 142485 h 238495"/>
                <a:gd name="connsiteX1" fmla="*/ 226378 w 242887"/>
                <a:gd name="connsiteY1" fmla="*/ 142485 h 238495"/>
                <a:gd name="connsiteX2" fmla="*/ 142930 w 242887"/>
                <a:gd name="connsiteY2" fmla="*/ 222100 h 238495"/>
                <a:gd name="connsiteX3" fmla="*/ 88955 w 242887"/>
                <a:gd name="connsiteY3" fmla="*/ 222100 h 238495"/>
                <a:gd name="connsiteX4" fmla="*/ 88955 w 242887"/>
                <a:gd name="connsiteY4" fmla="*/ 123195 h 238495"/>
                <a:gd name="connsiteX5" fmla="*/ 108485 w 242887"/>
                <a:gd name="connsiteY5" fmla="*/ 123195 h 238495"/>
                <a:gd name="connsiteX6" fmla="*/ 146126 w 242887"/>
                <a:gd name="connsiteY6" fmla="*/ 164230 h 238495"/>
                <a:gd name="connsiteX7" fmla="*/ 162816 w 242887"/>
                <a:gd name="connsiteY7" fmla="*/ 164230 h 238495"/>
                <a:gd name="connsiteX8" fmla="*/ 162816 w 242887"/>
                <a:gd name="connsiteY8" fmla="*/ 65675 h 238495"/>
                <a:gd name="connsiteX9" fmla="*/ 146126 w 242887"/>
                <a:gd name="connsiteY9" fmla="*/ 65675 h 238495"/>
                <a:gd name="connsiteX10" fmla="*/ 108485 w 242887"/>
                <a:gd name="connsiteY10" fmla="*/ 106710 h 238495"/>
                <a:gd name="connsiteX11" fmla="*/ 88955 w 242887"/>
                <a:gd name="connsiteY11" fmla="*/ 106710 h 238495"/>
                <a:gd name="connsiteX12" fmla="*/ 88955 w 242887"/>
                <a:gd name="connsiteY12" fmla="*/ 16573 h 238495"/>
                <a:gd name="connsiteX13" fmla="*/ 142930 w 242887"/>
                <a:gd name="connsiteY13" fmla="*/ 16573 h 238495"/>
                <a:gd name="connsiteX14" fmla="*/ 215015 w 242887"/>
                <a:gd name="connsiteY14" fmla="*/ 84614 h 238495"/>
                <a:gd name="connsiteX15" fmla="*/ 231705 w 242887"/>
                <a:gd name="connsiteY15" fmla="*/ 84614 h 238495"/>
                <a:gd name="connsiteX16" fmla="*/ 220697 w 242887"/>
                <a:gd name="connsiteY16" fmla="*/ 89 h 238495"/>
                <a:gd name="connsiteX17" fmla="*/ 180 w 242887"/>
                <a:gd name="connsiteY17" fmla="*/ 89 h 238495"/>
                <a:gd name="connsiteX18" fmla="*/ 180 w 242887"/>
                <a:gd name="connsiteY18" fmla="*/ 16573 h 238495"/>
                <a:gd name="connsiteX19" fmla="*/ 38531 w 242887"/>
                <a:gd name="connsiteY19" fmla="*/ 16573 h 238495"/>
                <a:gd name="connsiteX20" fmla="*/ 38531 w 242887"/>
                <a:gd name="connsiteY20" fmla="*/ 222100 h 238495"/>
                <a:gd name="connsiteX21" fmla="*/ 180 w 242887"/>
                <a:gd name="connsiteY21" fmla="*/ 222100 h 238495"/>
                <a:gd name="connsiteX22" fmla="*/ 180 w 242887"/>
                <a:gd name="connsiteY22" fmla="*/ 238584 h 238495"/>
                <a:gd name="connsiteX23" fmla="*/ 226733 w 242887"/>
                <a:gd name="connsiteY23" fmla="*/ 238584 h 238495"/>
                <a:gd name="connsiteX24" fmla="*/ 243068 w 242887"/>
                <a:gd name="connsiteY24" fmla="*/ 142485 h 238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2887" h="238495">
                  <a:moveTo>
                    <a:pt x="243068" y="142485"/>
                  </a:moveTo>
                  <a:lnTo>
                    <a:pt x="226378" y="142485"/>
                  </a:lnTo>
                  <a:cubicBezTo>
                    <a:pt x="218566" y="190885"/>
                    <a:pt x="208623" y="222100"/>
                    <a:pt x="142930" y="222100"/>
                  </a:cubicBezTo>
                  <a:lnTo>
                    <a:pt x="88955" y="222100"/>
                  </a:lnTo>
                  <a:lnTo>
                    <a:pt x="88955" y="123195"/>
                  </a:lnTo>
                  <a:lnTo>
                    <a:pt x="108485" y="123195"/>
                  </a:lnTo>
                  <a:cubicBezTo>
                    <a:pt x="142575" y="123195"/>
                    <a:pt x="146126" y="138276"/>
                    <a:pt x="146126" y="164230"/>
                  </a:cubicBezTo>
                  <a:lnTo>
                    <a:pt x="162816" y="164230"/>
                  </a:lnTo>
                  <a:lnTo>
                    <a:pt x="162816" y="65675"/>
                  </a:lnTo>
                  <a:lnTo>
                    <a:pt x="146126" y="65675"/>
                  </a:lnTo>
                  <a:cubicBezTo>
                    <a:pt x="146126" y="91629"/>
                    <a:pt x="142930" y="106710"/>
                    <a:pt x="108485" y="106710"/>
                  </a:cubicBezTo>
                  <a:lnTo>
                    <a:pt x="88955" y="106710"/>
                  </a:lnTo>
                  <a:lnTo>
                    <a:pt x="88955" y="16573"/>
                  </a:lnTo>
                  <a:lnTo>
                    <a:pt x="142930" y="16573"/>
                  </a:lnTo>
                  <a:cubicBezTo>
                    <a:pt x="200101" y="16573"/>
                    <a:pt x="209334" y="42176"/>
                    <a:pt x="215015" y="84614"/>
                  </a:cubicBezTo>
                  <a:lnTo>
                    <a:pt x="231705" y="84614"/>
                  </a:lnTo>
                  <a:lnTo>
                    <a:pt x="220697" y="89"/>
                  </a:lnTo>
                  <a:lnTo>
                    <a:pt x="180" y="89"/>
                  </a:lnTo>
                  <a:lnTo>
                    <a:pt x="180" y="16573"/>
                  </a:lnTo>
                  <a:lnTo>
                    <a:pt x="38531" y="16573"/>
                  </a:lnTo>
                  <a:lnTo>
                    <a:pt x="38531" y="222100"/>
                  </a:lnTo>
                  <a:lnTo>
                    <a:pt x="180" y="222100"/>
                  </a:lnTo>
                  <a:lnTo>
                    <a:pt x="180" y="238584"/>
                  </a:lnTo>
                  <a:lnTo>
                    <a:pt x="226733" y="238584"/>
                  </a:lnTo>
                  <a:lnTo>
                    <a:pt x="243068" y="14248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6B5405A-309F-BB4A-129E-BF9C71916591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10342359" y="4877434"/>
              <a:ext cx="236140" cy="82070"/>
            </a:xfrm>
            <a:custGeom>
              <a:avLst/>
              <a:gdLst>
                <a:gd name="connsiteX0" fmla="*/ 224258 w 236140"/>
                <a:gd name="connsiteY0" fmla="*/ 14118 h 82070"/>
                <a:gd name="connsiteX1" fmla="*/ 236331 w 236140"/>
                <a:gd name="connsiteY1" fmla="*/ 7103 h 82070"/>
                <a:gd name="connsiteX2" fmla="*/ 224613 w 236140"/>
                <a:gd name="connsiteY2" fmla="*/ 89 h 82070"/>
                <a:gd name="connsiteX3" fmla="*/ 11909 w 236140"/>
                <a:gd name="connsiteY3" fmla="*/ 89 h 82070"/>
                <a:gd name="connsiteX4" fmla="*/ 190 w 236140"/>
                <a:gd name="connsiteY4" fmla="*/ 7103 h 82070"/>
                <a:gd name="connsiteX5" fmla="*/ 12264 w 236140"/>
                <a:gd name="connsiteY5" fmla="*/ 14118 h 82070"/>
                <a:gd name="connsiteX6" fmla="*/ 224258 w 236140"/>
                <a:gd name="connsiteY6" fmla="*/ 14118 h 82070"/>
                <a:gd name="connsiteX7" fmla="*/ 224613 w 236140"/>
                <a:gd name="connsiteY7" fmla="*/ 82159 h 82070"/>
                <a:gd name="connsiteX8" fmla="*/ 236331 w 236140"/>
                <a:gd name="connsiteY8" fmla="*/ 75145 h 82070"/>
                <a:gd name="connsiteX9" fmla="*/ 224258 w 236140"/>
                <a:gd name="connsiteY9" fmla="*/ 68130 h 82070"/>
                <a:gd name="connsiteX10" fmla="*/ 12264 w 236140"/>
                <a:gd name="connsiteY10" fmla="*/ 68130 h 82070"/>
                <a:gd name="connsiteX11" fmla="*/ 190 w 236140"/>
                <a:gd name="connsiteY11" fmla="*/ 75145 h 82070"/>
                <a:gd name="connsiteX12" fmla="*/ 11909 w 236140"/>
                <a:gd name="connsiteY12" fmla="*/ 82159 h 82070"/>
                <a:gd name="connsiteX13" fmla="*/ 224613 w 236140"/>
                <a:gd name="connsiteY13" fmla="*/ 82159 h 8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140" h="82070">
                  <a:moveTo>
                    <a:pt x="224258" y="14118"/>
                  </a:moveTo>
                  <a:cubicBezTo>
                    <a:pt x="229584" y="14118"/>
                    <a:pt x="236331" y="14118"/>
                    <a:pt x="236331" y="7103"/>
                  </a:cubicBezTo>
                  <a:cubicBezTo>
                    <a:pt x="236331" y="89"/>
                    <a:pt x="229584" y="89"/>
                    <a:pt x="224613" y="89"/>
                  </a:cubicBezTo>
                  <a:lnTo>
                    <a:pt x="11909" y="89"/>
                  </a:lnTo>
                  <a:cubicBezTo>
                    <a:pt x="6937" y="89"/>
                    <a:pt x="190" y="89"/>
                    <a:pt x="190" y="7103"/>
                  </a:cubicBezTo>
                  <a:cubicBezTo>
                    <a:pt x="190" y="14118"/>
                    <a:pt x="6937" y="14118"/>
                    <a:pt x="12264" y="14118"/>
                  </a:cubicBezTo>
                  <a:lnTo>
                    <a:pt x="224258" y="14118"/>
                  </a:lnTo>
                  <a:close/>
                  <a:moveTo>
                    <a:pt x="224613" y="82159"/>
                  </a:moveTo>
                  <a:cubicBezTo>
                    <a:pt x="229584" y="82159"/>
                    <a:pt x="236331" y="82159"/>
                    <a:pt x="236331" y="75145"/>
                  </a:cubicBezTo>
                  <a:cubicBezTo>
                    <a:pt x="236331" y="68130"/>
                    <a:pt x="229584" y="68130"/>
                    <a:pt x="224258" y="68130"/>
                  </a:cubicBezTo>
                  <a:lnTo>
                    <a:pt x="12264" y="68130"/>
                  </a:lnTo>
                  <a:cubicBezTo>
                    <a:pt x="6937" y="68130"/>
                    <a:pt x="190" y="68130"/>
                    <a:pt x="190" y="75145"/>
                  </a:cubicBezTo>
                  <a:cubicBezTo>
                    <a:pt x="190" y="82159"/>
                    <a:pt x="6937" y="82159"/>
                    <a:pt x="11909" y="82159"/>
                  </a:cubicBezTo>
                  <a:lnTo>
                    <a:pt x="224613" y="8215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70C055D-F843-6C0F-BA33-69EB2BDDC5D1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10706532" y="4765551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A201274-DFBA-82CC-2120-FDD0BD2DC8B4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11023427" y="4849025"/>
              <a:ext cx="116117" cy="160984"/>
            </a:xfrm>
            <a:custGeom>
              <a:avLst/>
              <a:gdLst>
                <a:gd name="connsiteX0" fmla="*/ 62352 w 116117"/>
                <a:gd name="connsiteY0" fmla="*/ 89174 h 160984"/>
                <a:gd name="connsiteX1" fmla="*/ 99282 w 116117"/>
                <a:gd name="connsiteY1" fmla="*/ 121441 h 160984"/>
                <a:gd name="connsiteX2" fmla="*/ 59156 w 116117"/>
                <a:gd name="connsiteY2" fmla="*/ 153357 h 160984"/>
                <a:gd name="connsiteX3" fmla="*/ 9797 w 116117"/>
                <a:gd name="connsiteY3" fmla="*/ 103554 h 160984"/>
                <a:gd name="connsiteX4" fmla="*/ 4826 w 116117"/>
                <a:gd name="connsiteY4" fmla="*/ 97591 h 160984"/>
                <a:gd name="connsiteX5" fmla="*/ 210 w 116117"/>
                <a:gd name="connsiteY5" fmla="*/ 106360 h 160984"/>
                <a:gd name="connsiteX6" fmla="*/ 210 w 116117"/>
                <a:gd name="connsiteY6" fmla="*/ 152656 h 160984"/>
                <a:gd name="connsiteX7" fmla="*/ 4116 w 116117"/>
                <a:gd name="connsiteY7" fmla="*/ 161073 h 160984"/>
                <a:gd name="connsiteX8" fmla="*/ 12993 w 116117"/>
                <a:gd name="connsiteY8" fmla="*/ 154059 h 160984"/>
                <a:gd name="connsiteX9" fmla="*/ 20095 w 116117"/>
                <a:gd name="connsiteY9" fmla="*/ 145992 h 160984"/>
                <a:gd name="connsiteX10" fmla="*/ 59156 w 116117"/>
                <a:gd name="connsiteY10" fmla="*/ 161073 h 160984"/>
                <a:gd name="connsiteX11" fmla="*/ 116327 w 116117"/>
                <a:gd name="connsiteY11" fmla="*/ 112322 h 160984"/>
                <a:gd name="connsiteX12" fmla="*/ 101413 w 116117"/>
                <a:gd name="connsiteY12" fmla="*/ 79003 h 160984"/>
                <a:gd name="connsiteX13" fmla="*/ 60932 w 116117"/>
                <a:gd name="connsiteY13" fmla="*/ 62168 h 160984"/>
                <a:gd name="connsiteX14" fmla="*/ 17255 w 116117"/>
                <a:gd name="connsiteY14" fmla="*/ 33408 h 160984"/>
                <a:gd name="connsiteX15" fmla="*/ 57026 w 116117"/>
                <a:gd name="connsiteY15" fmla="*/ 6753 h 160984"/>
                <a:gd name="connsiteX16" fmla="*/ 98572 w 116117"/>
                <a:gd name="connsiteY16" fmla="*/ 49191 h 160984"/>
                <a:gd name="connsiteX17" fmla="*/ 102833 w 116117"/>
                <a:gd name="connsiteY17" fmla="*/ 52347 h 160984"/>
                <a:gd name="connsiteX18" fmla="*/ 107450 w 116117"/>
                <a:gd name="connsiteY18" fmla="*/ 43930 h 160984"/>
                <a:gd name="connsiteX19" fmla="*/ 107450 w 116117"/>
                <a:gd name="connsiteY19" fmla="*/ 8506 h 160984"/>
                <a:gd name="connsiteX20" fmla="*/ 103544 w 116117"/>
                <a:gd name="connsiteY20" fmla="*/ 89 h 160984"/>
                <a:gd name="connsiteX21" fmla="*/ 96442 w 116117"/>
                <a:gd name="connsiteY21" fmla="*/ 4298 h 160984"/>
                <a:gd name="connsiteX22" fmla="*/ 90405 w 116117"/>
                <a:gd name="connsiteY22" fmla="*/ 9909 h 160984"/>
                <a:gd name="connsiteX23" fmla="*/ 57026 w 116117"/>
                <a:gd name="connsiteY23" fmla="*/ 89 h 160984"/>
                <a:gd name="connsiteX24" fmla="*/ 210 w 116117"/>
                <a:gd name="connsiteY24" fmla="*/ 43229 h 160984"/>
                <a:gd name="connsiteX25" fmla="*/ 15479 w 116117"/>
                <a:gd name="connsiteY25" fmla="*/ 73040 h 160984"/>
                <a:gd name="connsiteX26" fmla="*/ 62352 w 116117"/>
                <a:gd name="connsiteY26" fmla="*/ 89174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6117" h="160984">
                  <a:moveTo>
                    <a:pt x="62352" y="89174"/>
                  </a:moveTo>
                  <a:cubicBezTo>
                    <a:pt x="70164" y="90577"/>
                    <a:pt x="99282" y="96189"/>
                    <a:pt x="99282" y="121441"/>
                  </a:cubicBezTo>
                  <a:cubicBezTo>
                    <a:pt x="99282" y="139328"/>
                    <a:pt x="86854" y="153357"/>
                    <a:pt x="59156" y="153357"/>
                  </a:cubicBezTo>
                  <a:cubicBezTo>
                    <a:pt x="29328" y="153357"/>
                    <a:pt x="16544" y="133366"/>
                    <a:pt x="9797" y="103554"/>
                  </a:cubicBezTo>
                  <a:cubicBezTo>
                    <a:pt x="8732" y="98994"/>
                    <a:pt x="8377" y="97591"/>
                    <a:pt x="4826" y="97591"/>
                  </a:cubicBezTo>
                  <a:cubicBezTo>
                    <a:pt x="210" y="97591"/>
                    <a:pt x="210" y="100047"/>
                    <a:pt x="210" y="106360"/>
                  </a:cubicBezTo>
                  <a:lnTo>
                    <a:pt x="210" y="152656"/>
                  </a:lnTo>
                  <a:cubicBezTo>
                    <a:pt x="210" y="158618"/>
                    <a:pt x="210" y="161073"/>
                    <a:pt x="4116" y="161073"/>
                  </a:cubicBezTo>
                  <a:cubicBezTo>
                    <a:pt x="5891" y="161073"/>
                    <a:pt x="6246" y="160723"/>
                    <a:pt x="12993" y="154059"/>
                  </a:cubicBezTo>
                  <a:cubicBezTo>
                    <a:pt x="13703" y="153357"/>
                    <a:pt x="13703" y="152656"/>
                    <a:pt x="20095" y="145992"/>
                  </a:cubicBezTo>
                  <a:cubicBezTo>
                    <a:pt x="35720" y="160723"/>
                    <a:pt x="51699" y="161073"/>
                    <a:pt x="59156" y="161073"/>
                  </a:cubicBezTo>
                  <a:cubicBezTo>
                    <a:pt x="99993" y="161073"/>
                    <a:pt x="116327" y="137574"/>
                    <a:pt x="116327" y="112322"/>
                  </a:cubicBezTo>
                  <a:cubicBezTo>
                    <a:pt x="116327" y="93733"/>
                    <a:pt x="105674" y="83212"/>
                    <a:pt x="101413" y="79003"/>
                  </a:cubicBezTo>
                  <a:cubicBezTo>
                    <a:pt x="89695" y="67780"/>
                    <a:pt x="75846" y="64974"/>
                    <a:pt x="60932" y="62168"/>
                  </a:cubicBezTo>
                  <a:cubicBezTo>
                    <a:pt x="41046" y="58310"/>
                    <a:pt x="17255" y="53750"/>
                    <a:pt x="17255" y="33408"/>
                  </a:cubicBezTo>
                  <a:cubicBezTo>
                    <a:pt x="17255" y="21133"/>
                    <a:pt x="26487" y="6753"/>
                    <a:pt x="57026" y="6753"/>
                  </a:cubicBezTo>
                  <a:cubicBezTo>
                    <a:pt x="96087" y="6753"/>
                    <a:pt x="97862" y="38318"/>
                    <a:pt x="98572" y="49191"/>
                  </a:cubicBezTo>
                  <a:cubicBezTo>
                    <a:pt x="98927" y="52347"/>
                    <a:pt x="102123" y="52347"/>
                    <a:pt x="102833" y="52347"/>
                  </a:cubicBezTo>
                  <a:cubicBezTo>
                    <a:pt x="107450" y="52347"/>
                    <a:pt x="107450" y="50594"/>
                    <a:pt x="107450" y="43930"/>
                  </a:cubicBezTo>
                  <a:lnTo>
                    <a:pt x="107450" y="8506"/>
                  </a:lnTo>
                  <a:cubicBezTo>
                    <a:pt x="107450" y="2544"/>
                    <a:pt x="107450" y="89"/>
                    <a:pt x="103544" y="89"/>
                  </a:cubicBezTo>
                  <a:cubicBezTo>
                    <a:pt x="101768" y="89"/>
                    <a:pt x="101058" y="89"/>
                    <a:pt x="96442" y="4298"/>
                  </a:cubicBezTo>
                  <a:cubicBezTo>
                    <a:pt x="95376" y="5701"/>
                    <a:pt x="91825" y="8857"/>
                    <a:pt x="90405" y="9909"/>
                  </a:cubicBezTo>
                  <a:cubicBezTo>
                    <a:pt x="76911" y="89"/>
                    <a:pt x="62352" y="89"/>
                    <a:pt x="57026" y="89"/>
                  </a:cubicBezTo>
                  <a:cubicBezTo>
                    <a:pt x="13703" y="89"/>
                    <a:pt x="210" y="23588"/>
                    <a:pt x="210" y="43229"/>
                  </a:cubicBezTo>
                  <a:cubicBezTo>
                    <a:pt x="210" y="55504"/>
                    <a:pt x="5891" y="65324"/>
                    <a:pt x="15479" y="73040"/>
                  </a:cubicBezTo>
                  <a:cubicBezTo>
                    <a:pt x="26842" y="82159"/>
                    <a:pt x="36785" y="84264"/>
                    <a:pt x="62352" y="89174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B08818F-D9C2-4ACC-9F83-E4864DF8E23A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11161719" y="4849025"/>
              <a:ext cx="157308" cy="160984"/>
            </a:xfrm>
            <a:custGeom>
              <a:avLst/>
              <a:gdLst>
                <a:gd name="connsiteX0" fmla="*/ 157523 w 157308"/>
                <a:gd name="connsiteY0" fmla="*/ 82159 h 160984"/>
                <a:gd name="connsiteX1" fmla="*/ 79046 w 157308"/>
                <a:gd name="connsiteY1" fmla="*/ 89 h 160984"/>
                <a:gd name="connsiteX2" fmla="*/ 214 w 157308"/>
                <a:gd name="connsiteY2" fmla="*/ 82159 h 160984"/>
                <a:gd name="connsiteX3" fmla="*/ 78691 w 157308"/>
                <a:gd name="connsiteY3" fmla="*/ 161073 h 160984"/>
                <a:gd name="connsiteX4" fmla="*/ 157523 w 157308"/>
                <a:gd name="connsiteY4" fmla="*/ 82159 h 160984"/>
                <a:gd name="connsiteX5" fmla="*/ 79046 w 157308"/>
                <a:gd name="connsiteY5" fmla="*/ 152305 h 160984"/>
                <a:gd name="connsiteX6" fmla="*/ 38564 w 157308"/>
                <a:gd name="connsiteY6" fmla="*/ 128806 h 160984"/>
                <a:gd name="connsiteX7" fmla="*/ 29687 w 157308"/>
                <a:gd name="connsiteY7" fmla="*/ 79354 h 160984"/>
                <a:gd name="connsiteX8" fmla="*/ 38209 w 157308"/>
                <a:gd name="connsiteY8" fmla="*/ 31304 h 160984"/>
                <a:gd name="connsiteX9" fmla="*/ 78691 w 157308"/>
                <a:gd name="connsiteY9" fmla="*/ 7805 h 160984"/>
                <a:gd name="connsiteX10" fmla="*/ 118817 w 157308"/>
                <a:gd name="connsiteY10" fmla="*/ 30602 h 160984"/>
                <a:gd name="connsiteX11" fmla="*/ 128049 w 157308"/>
                <a:gd name="connsiteY11" fmla="*/ 79354 h 160984"/>
                <a:gd name="connsiteX12" fmla="*/ 120237 w 157308"/>
                <a:gd name="connsiteY12" fmla="*/ 126351 h 160984"/>
                <a:gd name="connsiteX13" fmla="*/ 79046 w 157308"/>
                <a:gd name="connsiteY13" fmla="*/ 15230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308" h="160984">
                  <a:moveTo>
                    <a:pt x="157523" y="82159"/>
                  </a:moveTo>
                  <a:cubicBezTo>
                    <a:pt x="157523" y="37266"/>
                    <a:pt x="122013" y="89"/>
                    <a:pt x="79046" y="89"/>
                  </a:cubicBezTo>
                  <a:cubicBezTo>
                    <a:pt x="34658" y="89"/>
                    <a:pt x="214" y="38318"/>
                    <a:pt x="214" y="82159"/>
                  </a:cubicBezTo>
                  <a:cubicBezTo>
                    <a:pt x="214" y="127403"/>
                    <a:pt x="37144" y="161073"/>
                    <a:pt x="78691" y="161073"/>
                  </a:cubicBezTo>
                  <a:cubicBezTo>
                    <a:pt x="121658" y="161073"/>
                    <a:pt x="157523" y="126702"/>
                    <a:pt x="157523" y="82159"/>
                  </a:cubicBezTo>
                  <a:close/>
                  <a:moveTo>
                    <a:pt x="79046" y="152305"/>
                  </a:moveTo>
                  <a:cubicBezTo>
                    <a:pt x="63776" y="152305"/>
                    <a:pt x="48152" y="144940"/>
                    <a:pt x="38564" y="128806"/>
                  </a:cubicBezTo>
                  <a:cubicBezTo>
                    <a:pt x="29687" y="113374"/>
                    <a:pt x="29687" y="91980"/>
                    <a:pt x="29687" y="79354"/>
                  </a:cubicBezTo>
                  <a:cubicBezTo>
                    <a:pt x="29687" y="65675"/>
                    <a:pt x="29687" y="46736"/>
                    <a:pt x="38209" y="31304"/>
                  </a:cubicBezTo>
                  <a:cubicBezTo>
                    <a:pt x="47797" y="15170"/>
                    <a:pt x="64487" y="7805"/>
                    <a:pt x="78691" y="7805"/>
                  </a:cubicBezTo>
                  <a:cubicBezTo>
                    <a:pt x="94315" y="7805"/>
                    <a:pt x="109584" y="15521"/>
                    <a:pt x="118817" y="30602"/>
                  </a:cubicBezTo>
                  <a:cubicBezTo>
                    <a:pt x="128049" y="45684"/>
                    <a:pt x="128049" y="66026"/>
                    <a:pt x="128049" y="79354"/>
                  </a:cubicBezTo>
                  <a:cubicBezTo>
                    <a:pt x="128049" y="91980"/>
                    <a:pt x="128049" y="110919"/>
                    <a:pt x="120237" y="126351"/>
                  </a:cubicBezTo>
                  <a:cubicBezTo>
                    <a:pt x="112425" y="142134"/>
                    <a:pt x="96801" y="152305"/>
                    <a:pt x="79046" y="15230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CFB9D7F-25D7-30E2-E13B-710F9D241DEB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11341044" y="4758887"/>
              <a:ext cx="115052" cy="247263"/>
            </a:xfrm>
            <a:custGeom>
              <a:avLst/>
              <a:gdLst>
                <a:gd name="connsiteX0" fmla="*/ 50643 w 115052"/>
                <a:gd name="connsiteY0" fmla="*/ 96188 h 247263"/>
                <a:gd name="connsiteX1" fmla="*/ 50643 w 115052"/>
                <a:gd name="connsiteY1" fmla="*/ 55504 h 247263"/>
                <a:gd name="connsiteX2" fmla="*/ 83312 w 115052"/>
                <a:gd name="connsiteY2" fmla="*/ 7805 h 247263"/>
                <a:gd name="connsiteX3" fmla="*/ 95030 w 115052"/>
                <a:gd name="connsiteY3" fmla="*/ 10260 h 247263"/>
                <a:gd name="connsiteX4" fmla="*/ 84377 w 115052"/>
                <a:gd name="connsiteY4" fmla="*/ 24991 h 247263"/>
                <a:gd name="connsiteX5" fmla="*/ 99646 w 115052"/>
                <a:gd name="connsiteY5" fmla="*/ 40072 h 247263"/>
                <a:gd name="connsiteX6" fmla="*/ 115271 w 115052"/>
                <a:gd name="connsiteY6" fmla="*/ 24640 h 247263"/>
                <a:gd name="connsiteX7" fmla="*/ 83312 w 115052"/>
                <a:gd name="connsiteY7" fmla="*/ 89 h 247263"/>
                <a:gd name="connsiteX8" fmla="*/ 28272 w 115052"/>
                <a:gd name="connsiteY8" fmla="*/ 55855 h 247263"/>
                <a:gd name="connsiteX9" fmla="*/ 28272 w 115052"/>
                <a:gd name="connsiteY9" fmla="*/ 96188 h 247263"/>
                <a:gd name="connsiteX10" fmla="*/ 219 w 115052"/>
                <a:gd name="connsiteY10" fmla="*/ 96188 h 247263"/>
                <a:gd name="connsiteX11" fmla="*/ 219 w 115052"/>
                <a:gd name="connsiteY11" fmla="*/ 107061 h 247263"/>
                <a:gd name="connsiteX12" fmla="*/ 28272 w 115052"/>
                <a:gd name="connsiteY12" fmla="*/ 107061 h 247263"/>
                <a:gd name="connsiteX13" fmla="*/ 28272 w 115052"/>
                <a:gd name="connsiteY13" fmla="*/ 220697 h 247263"/>
                <a:gd name="connsiteX14" fmla="*/ 574 w 115052"/>
                <a:gd name="connsiteY14" fmla="*/ 236480 h 247263"/>
                <a:gd name="connsiteX15" fmla="*/ 574 w 115052"/>
                <a:gd name="connsiteY15" fmla="*/ 247352 h 247263"/>
                <a:gd name="connsiteX16" fmla="*/ 41055 w 115052"/>
                <a:gd name="connsiteY16" fmla="*/ 246300 h 247263"/>
                <a:gd name="connsiteX17" fmla="*/ 86153 w 115052"/>
                <a:gd name="connsiteY17" fmla="*/ 247352 h 247263"/>
                <a:gd name="connsiteX18" fmla="*/ 86153 w 115052"/>
                <a:gd name="connsiteY18" fmla="*/ 236480 h 247263"/>
                <a:gd name="connsiteX19" fmla="*/ 78696 w 115052"/>
                <a:gd name="connsiteY19" fmla="*/ 236480 h 247263"/>
                <a:gd name="connsiteX20" fmla="*/ 51708 w 115052"/>
                <a:gd name="connsiteY20" fmla="*/ 219996 h 247263"/>
                <a:gd name="connsiteX21" fmla="*/ 51708 w 115052"/>
                <a:gd name="connsiteY21" fmla="*/ 107061 h 247263"/>
                <a:gd name="connsiteX22" fmla="*/ 92189 w 115052"/>
                <a:gd name="connsiteY22" fmla="*/ 107061 h 247263"/>
                <a:gd name="connsiteX23" fmla="*/ 92189 w 115052"/>
                <a:gd name="connsiteY23" fmla="*/ 96188 h 247263"/>
                <a:gd name="connsiteX24" fmla="*/ 50643 w 115052"/>
                <a:gd name="connsiteY24" fmla="*/ 96188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52" h="247263">
                  <a:moveTo>
                    <a:pt x="50643" y="96188"/>
                  </a:moveTo>
                  <a:lnTo>
                    <a:pt x="50643" y="55504"/>
                  </a:lnTo>
                  <a:cubicBezTo>
                    <a:pt x="50643" y="24640"/>
                    <a:pt x="67688" y="7805"/>
                    <a:pt x="83312" y="7805"/>
                  </a:cubicBezTo>
                  <a:cubicBezTo>
                    <a:pt x="84377" y="7805"/>
                    <a:pt x="89704" y="7805"/>
                    <a:pt x="95030" y="10260"/>
                  </a:cubicBezTo>
                  <a:cubicBezTo>
                    <a:pt x="90769" y="11663"/>
                    <a:pt x="84377" y="16222"/>
                    <a:pt x="84377" y="24991"/>
                  </a:cubicBezTo>
                  <a:cubicBezTo>
                    <a:pt x="84377" y="33057"/>
                    <a:pt x="90059" y="40072"/>
                    <a:pt x="99646" y="40072"/>
                  </a:cubicBezTo>
                  <a:cubicBezTo>
                    <a:pt x="109944" y="40072"/>
                    <a:pt x="115271" y="33057"/>
                    <a:pt x="115271" y="24640"/>
                  </a:cubicBezTo>
                  <a:cubicBezTo>
                    <a:pt x="115271" y="11663"/>
                    <a:pt x="102132" y="89"/>
                    <a:pt x="83312" y="89"/>
                  </a:cubicBezTo>
                  <a:cubicBezTo>
                    <a:pt x="58455" y="89"/>
                    <a:pt x="28272" y="18678"/>
                    <a:pt x="28272" y="55855"/>
                  </a:cubicBezTo>
                  <a:lnTo>
                    <a:pt x="28272" y="96188"/>
                  </a:lnTo>
                  <a:lnTo>
                    <a:pt x="219" y="96188"/>
                  </a:lnTo>
                  <a:lnTo>
                    <a:pt x="219" y="107061"/>
                  </a:lnTo>
                  <a:lnTo>
                    <a:pt x="28272" y="107061"/>
                  </a:lnTo>
                  <a:lnTo>
                    <a:pt x="28272" y="220697"/>
                  </a:lnTo>
                  <a:cubicBezTo>
                    <a:pt x="28272" y="236480"/>
                    <a:pt x="24365" y="236480"/>
                    <a:pt x="574" y="236480"/>
                  </a:cubicBezTo>
                  <a:lnTo>
                    <a:pt x="574" y="247352"/>
                  </a:lnTo>
                  <a:cubicBezTo>
                    <a:pt x="14423" y="247002"/>
                    <a:pt x="31112" y="246300"/>
                    <a:pt x="41055" y="246300"/>
                  </a:cubicBezTo>
                  <a:cubicBezTo>
                    <a:pt x="55259" y="246300"/>
                    <a:pt x="71949" y="246300"/>
                    <a:pt x="86153" y="247352"/>
                  </a:cubicBezTo>
                  <a:lnTo>
                    <a:pt x="86153" y="236480"/>
                  </a:lnTo>
                  <a:lnTo>
                    <a:pt x="78696" y="236480"/>
                  </a:lnTo>
                  <a:cubicBezTo>
                    <a:pt x="52418" y="236480"/>
                    <a:pt x="51708" y="232622"/>
                    <a:pt x="51708" y="219996"/>
                  </a:cubicBezTo>
                  <a:lnTo>
                    <a:pt x="51708" y="107061"/>
                  </a:lnTo>
                  <a:lnTo>
                    <a:pt x="92189" y="107061"/>
                  </a:lnTo>
                  <a:lnTo>
                    <a:pt x="92189" y="96188"/>
                  </a:lnTo>
                  <a:lnTo>
                    <a:pt x="50643" y="9618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2B1E215-D987-6E1A-4D69-E81D34C67FD2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11444576" y="4790453"/>
              <a:ext cx="111146" cy="219555"/>
            </a:xfrm>
            <a:custGeom>
              <a:avLst/>
              <a:gdLst>
                <a:gd name="connsiteX0" fmla="*/ 54907 w 111146"/>
                <a:gd name="connsiteY0" fmla="*/ 75496 h 219555"/>
                <a:gd name="connsiteX1" fmla="*/ 105686 w 111146"/>
                <a:gd name="connsiteY1" fmla="*/ 75496 h 219555"/>
                <a:gd name="connsiteX2" fmla="*/ 105686 w 111146"/>
                <a:gd name="connsiteY2" fmla="*/ 64623 h 219555"/>
                <a:gd name="connsiteX3" fmla="*/ 54907 w 111146"/>
                <a:gd name="connsiteY3" fmla="*/ 64623 h 219555"/>
                <a:gd name="connsiteX4" fmla="*/ 54907 w 111146"/>
                <a:gd name="connsiteY4" fmla="*/ 89 h 219555"/>
                <a:gd name="connsiteX5" fmla="*/ 46030 w 111146"/>
                <a:gd name="connsiteY5" fmla="*/ 89 h 219555"/>
                <a:gd name="connsiteX6" fmla="*/ 222 w 111146"/>
                <a:gd name="connsiteY6" fmla="*/ 67780 h 219555"/>
                <a:gd name="connsiteX7" fmla="*/ 222 w 111146"/>
                <a:gd name="connsiteY7" fmla="*/ 75496 h 219555"/>
                <a:gd name="connsiteX8" fmla="*/ 30405 w 111146"/>
                <a:gd name="connsiteY8" fmla="*/ 75496 h 219555"/>
                <a:gd name="connsiteX9" fmla="*/ 30405 w 111146"/>
                <a:gd name="connsiteY9" fmla="*/ 172297 h 219555"/>
                <a:gd name="connsiteX10" fmla="*/ 76213 w 111146"/>
                <a:gd name="connsiteY10" fmla="*/ 219645 h 219555"/>
                <a:gd name="connsiteX11" fmla="*/ 111368 w 111146"/>
                <a:gd name="connsiteY11" fmla="*/ 172297 h 219555"/>
                <a:gd name="connsiteX12" fmla="*/ 111368 w 111146"/>
                <a:gd name="connsiteY12" fmla="*/ 152305 h 219555"/>
                <a:gd name="connsiteX13" fmla="*/ 102490 w 111146"/>
                <a:gd name="connsiteY13" fmla="*/ 152305 h 219555"/>
                <a:gd name="connsiteX14" fmla="*/ 102490 w 111146"/>
                <a:gd name="connsiteY14" fmla="*/ 171595 h 219555"/>
                <a:gd name="connsiteX15" fmla="*/ 78699 w 111146"/>
                <a:gd name="connsiteY15" fmla="*/ 210877 h 219555"/>
                <a:gd name="connsiteX16" fmla="*/ 54907 w 111146"/>
                <a:gd name="connsiteY16" fmla="*/ 172998 h 219555"/>
                <a:gd name="connsiteX17" fmla="*/ 54907 w 111146"/>
                <a:gd name="connsiteY17" fmla="*/ 75496 h 219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146" h="219555">
                  <a:moveTo>
                    <a:pt x="54907" y="75496"/>
                  </a:moveTo>
                  <a:lnTo>
                    <a:pt x="105686" y="75496"/>
                  </a:lnTo>
                  <a:lnTo>
                    <a:pt x="105686" y="64623"/>
                  </a:lnTo>
                  <a:lnTo>
                    <a:pt x="54907" y="64623"/>
                  </a:lnTo>
                  <a:lnTo>
                    <a:pt x="54907" y="89"/>
                  </a:lnTo>
                  <a:lnTo>
                    <a:pt x="46030" y="89"/>
                  </a:lnTo>
                  <a:cubicBezTo>
                    <a:pt x="45674" y="28849"/>
                    <a:pt x="35021" y="66377"/>
                    <a:pt x="222" y="67780"/>
                  </a:cubicBezTo>
                  <a:lnTo>
                    <a:pt x="222" y="75496"/>
                  </a:lnTo>
                  <a:lnTo>
                    <a:pt x="30405" y="75496"/>
                  </a:lnTo>
                  <a:lnTo>
                    <a:pt x="30405" y="172297"/>
                  </a:lnTo>
                  <a:cubicBezTo>
                    <a:pt x="30405" y="215436"/>
                    <a:pt x="63429" y="219645"/>
                    <a:pt x="76213" y="219645"/>
                  </a:cubicBezTo>
                  <a:cubicBezTo>
                    <a:pt x="101425" y="219645"/>
                    <a:pt x="111368" y="194743"/>
                    <a:pt x="111368" y="172297"/>
                  </a:cubicBezTo>
                  <a:lnTo>
                    <a:pt x="111368" y="152305"/>
                  </a:lnTo>
                  <a:lnTo>
                    <a:pt x="102490" y="152305"/>
                  </a:lnTo>
                  <a:lnTo>
                    <a:pt x="102490" y="171595"/>
                  </a:lnTo>
                  <a:cubicBezTo>
                    <a:pt x="102490" y="197549"/>
                    <a:pt x="91837" y="210877"/>
                    <a:pt x="78699" y="210877"/>
                  </a:cubicBezTo>
                  <a:cubicBezTo>
                    <a:pt x="54907" y="210877"/>
                    <a:pt x="54907" y="178960"/>
                    <a:pt x="54907" y="172998"/>
                  </a:cubicBezTo>
                  <a:lnTo>
                    <a:pt x="54907" y="75496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3205327-9285-3837-EE15-E93BC770C4D8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11587287" y="4851129"/>
              <a:ext cx="277332" cy="155021"/>
            </a:xfrm>
            <a:custGeom>
              <a:avLst/>
              <a:gdLst>
                <a:gd name="connsiteX0" fmla="*/ 27923 w 277332"/>
                <a:gd name="connsiteY0" fmla="*/ 34460 h 155021"/>
                <a:gd name="connsiteX1" fmla="*/ 27923 w 277332"/>
                <a:gd name="connsiteY1" fmla="*/ 128456 h 155021"/>
                <a:gd name="connsiteX2" fmla="*/ 226 w 277332"/>
                <a:gd name="connsiteY2" fmla="*/ 144238 h 155021"/>
                <a:gd name="connsiteX3" fmla="*/ 226 w 277332"/>
                <a:gd name="connsiteY3" fmla="*/ 155111 h 155021"/>
                <a:gd name="connsiteX4" fmla="*/ 40352 w 277332"/>
                <a:gd name="connsiteY4" fmla="*/ 154059 h 155021"/>
                <a:gd name="connsiteX5" fmla="*/ 80123 w 277332"/>
                <a:gd name="connsiteY5" fmla="*/ 155111 h 155021"/>
                <a:gd name="connsiteX6" fmla="*/ 80123 w 277332"/>
                <a:gd name="connsiteY6" fmla="*/ 144238 h 155021"/>
                <a:gd name="connsiteX7" fmla="*/ 52425 w 277332"/>
                <a:gd name="connsiteY7" fmla="*/ 128456 h 155021"/>
                <a:gd name="connsiteX8" fmla="*/ 52425 w 277332"/>
                <a:gd name="connsiteY8" fmla="*/ 63922 h 155021"/>
                <a:gd name="connsiteX9" fmla="*/ 100364 w 277332"/>
                <a:gd name="connsiteY9" fmla="*/ 7805 h 155021"/>
                <a:gd name="connsiteX10" fmla="*/ 126641 w 277332"/>
                <a:gd name="connsiteY10" fmla="*/ 46736 h 155021"/>
                <a:gd name="connsiteX11" fmla="*/ 126641 w 277332"/>
                <a:gd name="connsiteY11" fmla="*/ 128456 h 155021"/>
                <a:gd name="connsiteX12" fmla="*/ 98943 w 277332"/>
                <a:gd name="connsiteY12" fmla="*/ 144238 h 155021"/>
                <a:gd name="connsiteX13" fmla="*/ 98943 w 277332"/>
                <a:gd name="connsiteY13" fmla="*/ 155111 h 155021"/>
                <a:gd name="connsiteX14" fmla="*/ 139069 w 277332"/>
                <a:gd name="connsiteY14" fmla="*/ 154059 h 155021"/>
                <a:gd name="connsiteX15" fmla="*/ 178840 w 277332"/>
                <a:gd name="connsiteY15" fmla="*/ 155111 h 155021"/>
                <a:gd name="connsiteX16" fmla="*/ 178840 w 277332"/>
                <a:gd name="connsiteY16" fmla="*/ 144238 h 155021"/>
                <a:gd name="connsiteX17" fmla="*/ 151143 w 277332"/>
                <a:gd name="connsiteY17" fmla="*/ 128456 h 155021"/>
                <a:gd name="connsiteX18" fmla="*/ 151143 w 277332"/>
                <a:gd name="connsiteY18" fmla="*/ 63922 h 155021"/>
                <a:gd name="connsiteX19" fmla="*/ 199081 w 277332"/>
                <a:gd name="connsiteY19" fmla="*/ 7805 h 155021"/>
                <a:gd name="connsiteX20" fmla="*/ 225358 w 277332"/>
                <a:gd name="connsiteY20" fmla="*/ 46736 h 155021"/>
                <a:gd name="connsiteX21" fmla="*/ 225358 w 277332"/>
                <a:gd name="connsiteY21" fmla="*/ 128456 h 155021"/>
                <a:gd name="connsiteX22" fmla="*/ 197661 w 277332"/>
                <a:gd name="connsiteY22" fmla="*/ 144238 h 155021"/>
                <a:gd name="connsiteX23" fmla="*/ 197661 w 277332"/>
                <a:gd name="connsiteY23" fmla="*/ 155111 h 155021"/>
                <a:gd name="connsiteX24" fmla="*/ 237787 w 277332"/>
                <a:gd name="connsiteY24" fmla="*/ 154059 h 155021"/>
                <a:gd name="connsiteX25" fmla="*/ 277558 w 277332"/>
                <a:gd name="connsiteY25" fmla="*/ 155111 h 155021"/>
                <a:gd name="connsiteX26" fmla="*/ 277558 w 277332"/>
                <a:gd name="connsiteY26" fmla="*/ 144238 h 155021"/>
                <a:gd name="connsiteX27" fmla="*/ 249860 w 277332"/>
                <a:gd name="connsiteY27" fmla="*/ 133716 h 155021"/>
                <a:gd name="connsiteX28" fmla="*/ 249860 w 277332"/>
                <a:gd name="connsiteY28" fmla="*/ 66727 h 155021"/>
                <a:gd name="connsiteX29" fmla="*/ 238852 w 277332"/>
                <a:gd name="connsiteY29" fmla="*/ 13066 h 155021"/>
                <a:gd name="connsiteX30" fmla="*/ 201567 w 277332"/>
                <a:gd name="connsiteY30" fmla="*/ 89 h 155021"/>
                <a:gd name="connsiteX31" fmla="*/ 150077 w 277332"/>
                <a:gd name="connsiteY31" fmla="*/ 34460 h 155021"/>
                <a:gd name="connsiteX32" fmla="*/ 102849 w 277332"/>
                <a:gd name="connsiteY32" fmla="*/ 89 h 155021"/>
                <a:gd name="connsiteX33" fmla="*/ 50295 w 277332"/>
                <a:gd name="connsiteY33" fmla="*/ 36915 h 155021"/>
                <a:gd name="connsiteX34" fmla="*/ 50295 w 277332"/>
                <a:gd name="connsiteY34" fmla="*/ 89 h 155021"/>
                <a:gd name="connsiteX35" fmla="*/ 226 w 277332"/>
                <a:gd name="connsiteY35" fmla="*/ 3947 h 155021"/>
                <a:gd name="connsiteX36" fmla="*/ 226 w 277332"/>
                <a:gd name="connsiteY36" fmla="*/ 14820 h 155021"/>
                <a:gd name="connsiteX37" fmla="*/ 27923 w 277332"/>
                <a:gd name="connsiteY37" fmla="*/ 34460 h 15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7332" h="155021">
                  <a:moveTo>
                    <a:pt x="27923" y="34460"/>
                  </a:moveTo>
                  <a:lnTo>
                    <a:pt x="27923" y="128456"/>
                  </a:lnTo>
                  <a:cubicBezTo>
                    <a:pt x="27923" y="144238"/>
                    <a:pt x="24017" y="144238"/>
                    <a:pt x="226" y="144238"/>
                  </a:cubicBezTo>
                  <a:lnTo>
                    <a:pt x="226" y="155111"/>
                  </a:lnTo>
                  <a:cubicBezTo>
                    <a:pt x="12654" y="154760"/>
                    <a:pt x="30764" y="154059"/>
                    <a:pt x="40352" y="154059"/>
                  </a:cubicBezTo>
                  <a:cubicBezTo>
                    <a:pt x="49584" y="154059"/>
                    <a:pt x="68050" y="154760"/>
                    <a:pt x="80123" y="155111"/>
                  </a:cubicBezTo>
                  <a:lnTo>
                    <a:pt x="80123" y="144238"/>
                  </a:lnTo>
                  <a:cubicBezTo>
                    <a:pt x="56331" y="144238"/>
                    <a:pt x="52425" y="144238"/>
                    <a:pt x="52425" y="128456"/>
                  </a:cubicBezTo>
                  <a:lnTo>
                    <a:pt x="52425" y="63922"/>
                  </a:lnTo>
                  <a:cubicBezTo>
                    <a:pt x="52425" y="27446"/>
                    <a:pt x="77637" y="7805"/>
                    <a:pt x="100364" y="7805"/>
                  </a:cubicBezTo>
                  <a:cubicBezTo>
                    <a:pt x="122735" y="7805"/>
                    <a:pt x="126641" y="26744"/>
                    <a:pt x="126641" y="46736"/>
                  </a:cubicBezTo>
                  <a:lnTo>
                    <a:pt x="126641" y="128456"/>
                  </a:lnTo>
                  <a:cubicBezTo>
                    <a:pt x="126641" y="144238"/>
                    <a:pt x="122735" y="144238"/>
                    <a:pt x="98943" y="144238"/>
                  </a:cubicBezTo>
                  <a:lnTo>
                    <a:pt x="98943" y="155111"/>
                  </a:lnTo>
                  <a:cubicBezTo>
                    <a:pt x="111372" y="154760"/>
                    <a:pt x="129482" y="154059"/>
                    <a:pt x="139069" y="154059"/>
                  </a:cubicBezTo>
                  <a:cubicBezTo>
                    <a:pt x="148302" y="154059"/>
                    <a:pt x="166767" y="154760"/>
                    <a:pt x="178840" y="155111"/>
                  </a:cubicBezTo>
                  <a:lnTo>
                    <a:pt x="178840" y="144238"/>
                  </a:lnTo>
                  <a:cubicBezTo>
                    <a:pt x="155049" y="144238"/>
                    <a:pt x="151143" y="144238"/>
                    <a:pt x="151143" y="128456"/>
                  </a:cubicBezTo>
                  <a:lnTo>
                    <a:pt x="151143" y="63922"/>
                  </a:lnTo>
                  <a:cubicBezTo>
                    <a:pt x="151143" y="27446"/>
                    <a:pt x="176355" y="7805"/>
                    <a:pt x="199081" y="7805"/>
                  </a:cubicBezTo>
                  <a:cubicBezTo>
                    <a:pt x="221452" y="7805"/>
                    <a:pt x="225358" y="26744"/>
                    <a:pt x="225358" y="46736"/>
                  </a:cubicBezTo>
                  <a:lnTo>
                    <a:pt x="225358" y="128456"/>
                  </a:lnTo>
                  <a:cubicBezTo>
                    <a:pt x="225358" y="144238"/>
                    <a:pt x="221452" y="144238"/>
                    <a:pt x="197661" y="144238"/>
                  </a:cubicBezTo>
                  <a:lnTo>
                    <a:pt x="197661" y="155111"/>
                  </a:lnTo>
                  <a:cubicBezTo>
                    <a:pt x="210089" y="154760"/>
                    <a:pt x="228199" y="154059"/>
                    <a:pt x="237787" y="154059"/>
                  </a:cubicBezTo>
                  <a:cubicBezTo>
                    <a:pt x="247020" y="154059"/>
                    <a:pt x="265485" y="154760"/>
                    <a:pt x="277558" y="155111"/>
                  </a:cubicBezTo>
                  <a:lnTo>
                    <a:pt x="277558" y="144238"/>
                  </a:lnTo>
                  <a:cubicBezTo>
                    <a:pt x="259093" y="144238"/>
                    <a:pt x="250215" y="144238"/>
                    <a:pt x="249860" y="133716"/>
                  </a:cubicBezTo>
                  <a:lnTo>
                    <a:pt x="249860" y="66727"/>
                  </a:lnTo>
                  <a:cubicBezTo>
                    <a:pt x="249860" y="36565"/>
                    <a:pt x="249860" y="25692"/>
                    <a:pt x="238852" y="13066"/>
                  </a:cubicBezTo>
                  <a:cubicBezTo>
                    <a:pt x="233881" y="7103"/>
                    <a:pt x="222163" y="89"/>
                    <a:pt x="201567" y="89"/>
                  </a:cubicBezTo>
                  <a:cubicBezTo>
                    <a:pt x="171739" y="89"/>
                    <a:pt x="156114" y="21133"/>
                    <a:pt x="150077" y="34460"/>
                  </a:cubicBezTo>
                  <a:cubicBezTo>
                    <a:pt x="145106" y="3947"/>
                    <a:pt x="118829" y="89"/>
                    <a:pt x="102849" y="89"/>
                  </a:cubicBezTo>
                  <a:cubicBezTo>
                    <a:pt x="76927" y="89"/>
                    <a:pt x="60237" y="15170"/>
                    <a:pt x="50295" y="36915"/>
                  </a:cubicBezTo>
                  <a:lnTo>
                    <a:pt x="50295" y="89"/>
                  </a:lnTo>
                  <a:lnTo>
                    <a:pt x="226" y="3947"/>
                  </a:lnTo>
                  <a:lnTo>
                    <a:pt x="226" y="14820"/>
                  </a:lnTo>
                  <a:cubicBezTo>
                    <a:pt x="25083" y="14820"/>
                    <a:pt x="27923" y="17275"/>
                    <a:pt x="27923" y="3446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B44E724-10DE-C476-5DAF-99039BCA120E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11886755" y="4849025"/>
              <a:ext cx="160149" cy="160984"/>
            </a:xfrm>
            <a:custGeom>
              <a:avLst/>
              <a:gdLst>
                <a:gd name="connsiteX0" fmla="*/ 103568 w 160149"/>
                <a:gd name="connsiteY0" fmla="*/ 130560 h 160984"/>
                <a:gd name="connsiteX1" fmla="*/ 131265 w 160149"/>
                <a:gd name="connsiteY1" fmla="*/ 159320 h 160984"/>
                <a:gd name="connsiteX2" fmla="*/ 160384 w 160149"/>
                <a:gd name="connsiteY2" fmla="*/ 126000 h 160984"/>
                <a:gd name="connsiteX3" fmla="*/ 160384 w 160149"/>
                <a:gd name="connsiteY3" fmla="*/ 106360 h 160984"/>
                <a:gd name="connsiteX4" fmla="*/ 151506 w 160149"/>
                <a:gd name="connsiteY4" fmla="*/ 106360 h 160984"/>
                <a:gd name="connsiteX5" fmla="*/ 151506 w 160149"/>
                <a:gd name="connsiteY5" fmla="*/ 126000 h 160984"/>
                <a:gd name="connsiteX6" fmla="*/ 138723 w 160149"/>
                <a:gd name="connsiteY6" fmla="*/ 148447 h 160984"/>
                <a:gd name="connsiteX7" fmla="*/ 125584 w 160149"/>
                <a:gd name="connsiteY7" fmla="*/ 130911 h 160984"/>
                <a:gd name="connsiteX8" fmla="*/ 125584 w 160149"/>
                <a:gd name="connsiteY8" fmla="*/ 60765 h 160984"/>
                <a:gd name="connsiteX9" fmla="*/ 112800 w 160149"/>
                <a:gd name="connsiteY9" fmla="*/ 19379 h 160984"/>
                <a:gd name="connsiteX10" fmla="*/ 64152 w 160149"/>
                <a:gd name="connsiteY10" fmla="*/ 89 h 160984"/>
                <a:gd name="connsiteX11" fmla="*/ 10532 w 160149"/>
                <a:gd name="connsiteY11" fmla="*/ 39721 h 160984"/>
                <a:gd name="connsiteX12" fmla="*/ 26866 w 160149"/>
                <a:gd name="connsiteY12" fmla="*/ 56205 h 160984"/>
                <a:gd name="connsiteX13" fmla="*/ 43201 w 160149"/>
                <a:gd name="connsiteY13" fmla="*/ 40072 h 160984"/>
                <a:gd name="connsiteX14" fmla="*/ 25091 w 160149"/>
                <a:gd name="connsiteY14" fmla="*/ 23938 h 160984"/>
                <a:gd name="connsiteX15" fmla="*/ 63442 w 160149"/>
                <a:gd name="connsiteY15" fmla="*/ 7805 h 160984"/>
                <a:gd name="connsiteX16" fmla="*/ 101082 w 160149"/>
                <a:gd name="connsiteY16" fmla="*/ 52698 h 160984"/>
                <a:gd name="connsiteX17" fmla="*/ 101082 w 160149"/>
                <a:gd name="connsiteY17" fmla="*/ 65675 h 160984"/>
                <a:gd name="connsiteX18" fmla="*/ 35744 w 160149"/>
                <a:gd name="connsiteY18" fmla="*/ 78301 h 160984"/>
                <a:gd name="connsiteX19" fmla="*/ 234 w 160149"/>
                <a:gd name="connsiteY19" fmla="*/ 123896 h 160984"/>
                <a:gd name="connsiteX20" fmla="*/ 57050 w 160149"/>
                <a:gd name="connsiteY20" fmla="*/ 161073 h 160984"/>
                <a:gd name="connsiteX21" fmla="*/ 103568 w 160149"/>
                <a:gd name="connsiteY21" fmla="*/ 130560 h 160984"/>
                <a:gd name="connsiteX22" fmla="*/ 101082 w 160149"/>
                <a:gd name="connsiteY22" fmla="*/ 73040 h 160984"/>
                <a:gd name="connsiteX23" fmla="*/ 101082 w 160149"/>
                <a:gd name="connsiteY23" fmla="*/ 108113 h 160984"/>
                <a:gd name="connsiteX24" fmla="*/ 59535 w 160149"/>
                <a:gd name="connsiteY24" fmla="*/ 153357 h 160984"/>
                <a:gd name="connsiteX25" fmla="*/ 27577 w 160149"/>
                <a:gd name="connsiteY25" fmla="*/ 123545 h 160984"/>
                <a:gd name="connsiteX26" fmla="*/ 101082 w 160149"/>
                <a:gd name="connsiteY26" fmla="*/ 73040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0149" h="160984">
                  <a:moveTo>
                    <a:pt x="103568" y="130560"/>
                  </a:moveTo>
                  <a:cubicBezTo>
                    <a:pt x="104988" y="144589"/>
                    <a:pt x="114576" y="159320"/>
                    <a:pt x="131265" y="159320"/>
                  </a:cubicBezTo>
                  <a:cubicBezTo>
                    <a:pt x="138723" y="159320"/>
                    <a:pt x="160384" y="154409"/>
                    <a:pt x="160384" y="126000"/>
                  </a:cubicBezTo>
                  <a:lnTo>
                    <a:pt x="160384" y="106360"/>
                  </a:lnTo>
                  <a:lnTo>
                    <a:pt x="151506" y="106360"/>
                  </a:lnTo>
                  <a:lnTo>
                    <a:pt x="151506" y="126000"/>
                  </a:lnTo>
                  <a:cubicBezTo>
                    <a:pt x="151506" y="146343"/>
                    <a:pt x="142629" y="148447"/>
                    <a:pt x="138723" y="148447"/>
                  </a:cubicBezTo>
                  <a:cubicBezTo>
                    <a:pt x="127004" y="148447"/>
                    <a:pt x="125584" y="132664"/>
                    <a:pt x="125584" y="130911"/>
                  </a:cubicBezTo>
                  <a:lnTo>
                    <a:pt x="125584" y="60765"/>
                  </a:lnTo>
                  <a:cubicBezTo>
                    <a:pt x="125584" y="46034"/>
                    <a:pt x="125584" y="32356"/>
                    <a:pt x="112800" y="19379"/>
                  </a:cubicBezTo>
                  <a:cubicBezTo>
                    <a:pt x="98951" y="5701"/>
                    <a:pt x="81196" y="89"/>
                    <a:pt x="64152" y="89"/>
                  </a:cubicBezTo>
                  <a:cubicBezTo>
                    <a:pt x="35034" y="89"/>
                    <a:pt x="10532" y="16573"/>
                    <a:pt x="10532" y="39721"/>
                  </a:cubicBezTo>
                  <a:cubicBezTo>
                    <a:pt x="10532" y="50243"/>
                    <a:pt x="17634" y="56205"/>
                    <a:pt x="26866" y="56205"/>
                  </a:cubicBezTo>
                  <a:cubicBezTo>
                    <a:pt x="36809" y="56205"/>
                    <a:pt x="43201" y="49191"/>
                    <a:pt x="43201" y="40072"/>
                  </a:cubicBezTo>
                  <a:cubicBezTo>
                    <a:pt x="43201" y="35863"/>
                    <a:pt x="41425" y="24289"/>
                    <a:pt x="25091" y="23938"/>
                  </a:cubicBezTo>
                  <a:cubicBezTo>
                    <a:pt x="34678" y="11663"/>
                    <a:pt x="52078" y="7805"/>
                    <a:pt x="63442" y="7805"/>
                  </a:cubicBezTo>
                  <a:cubicBezTo>
                    <a:pt x="80841" y="7805"/>
                    <a:pt x="101082" y="21483"/>
                    <a:pt x="101082" y="52698"/>
                  </a:cubicBezTo>
                  <a:lnTo>
                    <a:pt x="101082" y="65675"/>
                  </a:lnTo>
                  <a:cubicBezTo>
                    <a:pt x="82972" y="66727"/>
                    <a:pt x="58115" y="67780"/>
                    <a:pt x="35744" y="78301"/>
                  </a:cubicBezTo>
                  <a:cubicBezTo>
                    <a:pt x="9111" y="90226"/>
                    <a:pt x="234" y="108464"/>
                    <a:pt x="234" y="123896"/>
                  </a:cubicBezTo>
                  <a:cubicBezTo>
                    <a:pt x="234" y="152305"/>
                    <a:pt x="34678" y="161073"/>
                    <a:pt x="57050" y="161073"/>
                  </a:cubicBezTo>
                  <a:cubicBezTo>
                    <a:pt x="80486" y="161073"/>
                    <a:pt x="96821" y="147044"/>
                    <a:pt x="103568" y="130560"/>
                  </a:cubicBezTo>
                  <a:close/>
                  <a:moveTo>
                    <a:pt x="101082" y="73040"/>
                  </a:moveTo>
                  <a:lnTo>
                    <a:pt x="101082" y="108113"/>
                  </a:lnTo>
                  <a:cubicBezTo>
                    <a:pt x="101082" y="141432"/>
                    <a:pt x="75515" y="153357"/>
                    <a:pt x="59535" y="153357"/>
                  </a:cubicBezTo>
                  <a:cubicBezTo>
                    <a:pt x="42136" y="153357"/>
                    <a:pt x="27577" y="141082"/>
                    <a:pt x="27577" y="123545"/>
                  </a:cubicBezTo>
                  <a:cubicBezTo>
                    <a:pt x="27577" y="104255"/>
                    <a:pt x="42491" y="75145"/>
                    <a:pt x="101082" y="7304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9C8E07A-66E3-F4C1-6FAD-1754A550F584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12053652" y="4854987"/>
              <a:ext cx="178969" cy="151163"/>
            </a:xfrm>
            <a:custGeom>
              <a:avLst/>
              <a:gdLst>
                <a:gd name="connsiteX0" fmla="*/ 97891 w 178969"/>
                <a:gd name="connsiteY0" fmla="*/ 68832 h 151163"/>
                <a:gd name="connsiteX1" fmla="*/ 130560 w 178969"/>
                <a:gd name="connsiteY1" fmla="*/ 29199 h 151163"/>
                <a:gd name="connsiteX2" fmla="*/ 172817 w 178969"/>
                <a:gd name="connsiteY2" fmla="*/ 10962 h 151163"/>
                <a:gd name="connsiteX3" fmla="*/ 172817 w 178969"/>
                <a:gd name="connsiteY3" fmla="*/ 89 h 151163"/>
                <a:gd name="connsiteX4" fmla="*/ 143699 w 178969"/>
                <a:gd name="connsiteY4" fmla="*/ 1141 h 151163"/>
                <a:gd name="connsiteX5" fmla="*/ 109609 w 178969"/>
                <a:gd name="connsiteY5" fmla="*/ 89 h 151163"/>
                <a:gd name="connsiteX6" fmla="*/ 109609 w 178969"/>
                <a:gd name="connsiteY6" fmla="*/ 10962 h 151163"/>
                <a:gd name="connsiteX7" fmla="*/ 119907 w 178969"/>
                <a:gd name="connsiteY7" fmla="*/ 21834 h 151163"/>
                <a:gd name="connsiteX8" fmla="*/ 114581 w 178969"/>
                <a:gd name="connsiteY8" fmla="*/ 34110 h 151163"/>
                <a:gd name="connsiteX9" fmla="*/ 92565 w 178969"/>
                <a:gd name="connsiteY9" fmla="*/ 61466 h 151163"/>
                <a:gd name="connsiteX10" fmla="*/ 64867 w 178969"/>
                <a:gd name="connsiteY10" fmla="*/ 26043 h 151163"/>
                <a:gd name="connsiteX11" fmla="*/ 61671 w 178969"/>
                <a:gd name="connsiteY11" fmla="*/ 19730 h 151163"/>
                <a:gd name="connsiteX12" fmla="*/ 74099 w 178969"/>
                <a:gd name="connsiteY12" fmla="*/ 10962 h 151163"/>
                <a:gd name="connsiteX13" fmla="*/ 74099 w 178969"/>
                <a:gd name="connsiteY13" fmla="*/ 89 h 151163"/>
                <a:gd name="connsiteX14" fmla="*/ 35749 w 178969"/>
                <a:gd name="connsiteY14" fmla="*/ 1141 h 151163"/>
                <a:gd name="connsiteX15" fmla="*/ 2014 w 178969"/>
                <a:gd name="connsiteY15" fmla="*/ 89 h 151163"/>
                <a:gd name="connsiteX16" fmla="*/ 2014 w 178969"/>
                <a:gd name="connsiteY16" fmla="*/ 10962 h 151163"/>
                <a:gd name="connsiteX17" fmla="*/ 43916 w 178969"/>
                <a:gd name="connsiteY17" fmla="*/ 32356 h 151163"/>
                <a:gd name="connsiteX18" fmla="*/ 79071 w 178969"/>
                <a:gd name="connsiteY18" fmla="*/ 77600 h 151163"/>
                <a:gd name="connsiteX19" fmla="*/ 45692 w 178969"/>
                <a:gd name="connsiteY19" fmla="*/ 119337 h 151163"/>
                <a:gd name="connsiteX20" fmla="*/ 239 w 178969"/>
                <a:gd name="connsiteY20" fmla="*/ 140380 h 151163"/>
                <a:gd name="connsiteX21" fmla="*/ 239 w 178969"/>
                <a:gd name="connsiteY21" fmla="*/ 151253 h 151163"/>
                <a:gd name="connsiteX22" fmla="*/ 29712 w 178969"/>
                <a:gd name="connsiteY22" fmla="*/ 150201 h 151163"/>
                <a:gd name="connsiteX23" fmla="*/ 63447 w 178969"/>
                <a:gd name="connsiteY23" fmla="*/ 151253 h 151163"/>
                <a:gd name="connsiteX24" fmla="*/ 63447 w 178969"/>
                <a:gd name="connsiteY24" fmla="*/ 140380 h 151163"/>
                <a:gd name="connsiteX25" fmla="*/ 53149 w 178969"/>
                <a:gd name="connsiteY25" fmla="*/ 129508 h 151163"/>
                <a:gd name="connsiteX26" fmla="*/ 85108 w 178969"/>
                <a:gd name="connsiteY26" fmla="*/ 84965 h 151163"/>
                <a:gd name="connsiteX27" fmla="*/ 112095 w 178969"/>
                <a:gd name="connsiteY27" fmla="*/ 120038 h 151163"/>
                <a:gd name="connsiteX28" fmla="*/ 119552 w 178969"/>
                <a:gd name="connsiteY28" fmla="*/ 131612 h 151163"/>
                <a:gd name="connsiteX29" fmla="*/ 106769 w 178969"/>
                <a:gd name="connsiteY29" fmla="*/ 140380 h 151163"/>
                <a:gd name="connsiteX30" fmla="*/ 106769 w 178969"/>
                <a:gd name="connsiteY30" fmla="*/ 151253 h 151163"/>
                <a:gd name="connsiteX31" fmla="*/ 145119 w 178969"/>
                <a:gd name="connsiteY31" fmla="*/ 150201 h 151163"/>
                <a:gd name="connsiteX32" fmla="*/ 179209 w 178969"/>
                <a:gd name="connsiteY32" fmla="*/ 151253 h 151163"/>
                <a:gd name="connsiteX33" fmla="*/ 179209 w 178969"/>
                <a:gd name="connsiteY33" fmla="*/ 140380 h 151163"/>
                <a:gd name="connsiteX34" fmla="*/ 145474 w 178969"/>
                <a:gd name="connsiteY34" fmla="*/ 129508 h 151163"/>
                <a:gd name="connsiteX35" fmla="*/ 97891 w 178969"/>
                <a:gd name="connsiteY35" fmla="*/ 68832 h 151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969" h="151163">
                  <a:moveTo>
                    <a:pt x="97891" y="68832"/>
                  </a:moveTo>
                  <a:cubicBezTo>
                    <a:pt x="108544" y="55504"/>
                    <a:pt x="122038" y="38318"/>
                    <a:pt x="130560" y="29199"/>
                  </a:cubicBezTo>
                  <a:cubicBezTo>
                    <a:pt x="141568" y="16573"/>
                    <a:pt x="156127" y="11312"/>
                    <a:pt x="172817" y="10962"/>
                  </a:cubicBezTo>
                  <a:lnTo>
                    <a:pt x="172817" y="89"/>
                  </a:lnTo>
                  <a:cubicBezTo>
                    <a:pt x="163584" y="790"/>
                    <a:pt x="152932" y="1141"/>
                    <a:pt x="143699" y="1141"/>
                  </a:cubicBezTo>
                  <a:cubicBezTo>
                    <a:pt x="133046" y="1141"/>
                    <a:pt x="114226" y="440"/>
                    <a:pt x="109609" y="89"/>
                  </a:cubicBezTo>
                  <a:lnTo>
                    <a:pt x="109609" y="10962"/>
                  </a:lnTo>
                  <a:cubicBezTo>
                    <a:pt x="117066" y="11663"/>
                    <a:pt x="119907" y="16222"/>
                    <a:pt x="119907" y="21834"/>
                  </a:cubicBezTo>
                  <a:cubicBezTo>
                    <a:pt x="119907" y="27446"/>
                    <a:pt x="116356" y="32005"/>
                    <a:pt x="114581" y="34110"/>
                  </a:cubicBezTo>
                  <a:lnTo>
                    <a:pt x="92565" y="61466"/>
                  </a:lnTo>
                  <a:lnTo>
                    <a:pt x="64867" y="26043"/>
                  </a:lnTo>
                  <a:cubicBezTo>
                    <a:pt x="61671" y="22536"/>
                    <a:pt x="61671" y="21834"/>
                    <a:pt x="61671" y="19730"/>
                  </a:cubicBezTo>
                  <a:cubicBezTo>
                    <a:pt x="61671" y="14469"/>
                    <a:pt x="66997" y="11312"/>
                    <a:pt x="74099" y="10962"/>
                  </a:cubicBezTo>
                  <a:lnTo>
                    <a:pt x="74099" y="89"/>
                  </a:lnTo>
                  <a:cubicBezTo>
                    <a:pt x="64867" y="440"/>
                    <a:pt x="41430" y="1141"/>
                    <a:pt x="35749" y="1141"/>
                  </a:cubicBezTo>
                  <a:cubicBezTo>
                    <a:pt x="28292" y="1141"/>
                    <a:pt x="11602" y="790"/>
                    <a:pt x="2014" y="89"/>
                  </a:cubicBezTo>
                  <a:lnTo>
                    <a:pt x="2014" y="10962"/>
                  </a:lnTo>
                  <a:cubicBezTo>
                    <a:pt x="26871" y="10962"/>
                    <a:pt x="27226" y="11312"/>
                    <a:pt x="43916" y="32356"/>
                  </a:cubicBezTo>
                  <a:lnTo>
                    <a:pt x="79071" y="77600"/>
                  </a:lnTo>
                  <a:lnTo>
                    <a:pt x="45692" y="119337"/>
                  </a:lnTo>
                  <a:cubicBezTo>
                    <a:pt x="28647" y="139679"/>
                    <a:pt x="7696" y="140380"/>
                    <a:pt x="239" y="140380"/>
                  </a:cubicBezTo>
                  <a:lnTo>
                    <a:pt x="239" y="151253"/>
                  </a:lnTo>
                  <a:cubicBezTo>
                    <a:pt x="9471" y="150551"/>
                    <a:pt x="20479" y="150201"/>
                    <a:pt x="29712" y="150201"/>
                  </a:cubicBezTo>
                  <a:cubicBezTo>
                    <a:pt x="40010" y="150201"/>
                    <a:pt x="54924" y="150902"/>
                    <a:pt x="63447" y="151253"/>
                  </a:cubicBezTo>
                  <a:lnTo>
                    <a:pt x="63447" y="140380"/>
                  </a:lnTo>
                  <a:cubicBezTo>
                    <a:pt x="55634" y="139328"/>
                    <a:pt x="53149" y="134769"/>
                    <a:pt x="53149" y="129508"/>
                  </a:cubicBezTo>
                  <a:cubicBezTo>
                    <a:pt x="53149" y="121792"/>
                    <a:pt x="63447" y="110218"/>
                    <a:pt x="85108" y="84965"/>
                  </a:cubicBezTo>
                  <a:lnTo>
                    <a:pt x="112095" y="120038"/>
                  </a:lnTo>
                  <a:cubicBezTo>
                    <a:pt x="114936" y="123896"/>
                    <a:pt x="119552" y="129508"/>
                    <a:pt x="119552" y="131612"/>
                  </a:cubicBezTo>
                  <a:cubicBezTo>
                    <a:pt x="119552" y="134769"/>
                    <a:pt x="116356" y="140030"/>
                    <a:pt x="106769" y="140380"/>
                  </a:cubicBezTo>
                  <a:lnTo>
                    <a:pt x="106769" y="151253"/>
                  </a:lnTo>
                  <a:cubicBezTo>
                    <a:pt x="117422" y="150902"/>
                    <a:pt x="137307" y="150201"/>
                    <a:pt x="145119" y="150201"/>
                  </a:cubicBezTo>
                  <a:cubicBezTo>
                    <a:pt x="154707" y="150201"/>
                    <a:pt x="168556" y="150551"/>
                    <a:pt x="179209" y="151253"/>
                  </a:cubicBezTo>
                  <a:lnTo>
                    <a:pt x="179209" y="140380"/>
                  </a:lnTo>
                  <a:cubicBezTo>
                    <a:pt x="160034" y="140380"/>
                    <a:pt x="153642" y="139679"/>
                    <a:pt x="145474" y="129508"/>
                  </a:cubicBezTo>
                  <a:lnTo>
                    <a:pt x="97891" y="68832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3063AF6B-A7B3-3F1A-B4FB-BF603FBE4B4C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12369847" y="4497590"/>
              <a:ext cx="174708" cy="841397"/>
            </a:xfrm>
            <a:custGeom>
              <a:avLst/>
              <a:gdLst>
                <a:gd name="connsiteX0" fmla="*/ 174955 w 174708"/>
                <a:gd name="connsiteY0" fmla="*/ 837965 h 841397"/>
                <a:gd name="connsiteX1" fmla="*/ 173534 w 174708"/>
                <a:gd name="connsiteY1" fmla="*/ 834808 h 841397"/>
                <a:gd name="connsiteX2" fmla="*/ 112812 w 174708"/>
                <a:gd name="connsiteY2" fmla="*/ 760454 h 841397"/>
                <a:gd name="connsiteX3" fmla="*/ 29719 w 174708"/>
                <a:gd name="connsiteY3" fmla="*/ 420949 h 841397"/>
                <a:gd name="connsiteX4" fmla="*/ 101094 w 174708"/>
                <a:gd name="connsiteY4" fmla="*/ 100383 h 841397"/>
                <a:gd name="connsiteX5" fmla="*/ 173889 w 174708"/>
                <a:gd name="connsiteY5" fmla="*/ 6388 h 841397"/>
                <a:gd name="connsiteX6" fmla="*/ 174955 w 174708"/>
                <a:gd name="connsiteY6" fmla="*/ 3582 h 841397"/>
                <a:gd name="connsiteX7" fmla="*/ 167498 w 174708"/>
                <a:gd name="connsiteY7" fmla="*/ 75 h 841397"/>
                <a:gd name="connsiteX8" fmla="*/ 156489 w 174708"/>
                <a:gd name="connsiteY8" fmla="*/ 5336 h 841397"/>
                <a:gd name="connsiteX9" fmla="*/ 246 w 174708"/>
                <a:gd name="connsiteY9" fmla="*/ 420598 h 841397"/>
                <a:gd name="connsiteX10" fmla="*/ 122400 w 174708"/>
                <a:gd name="connsiteY10" fmla="*/ 802191 h 841397"/>
                <a:gd name="connsiteX11" fmla="*/ 157555 w 174708"/>
                <a:gd name="connsiteY11" fmla="*/ 837264 h 841397"/>
                <a:gd name="connsiteX12" fmla="*/ 167498 w 174708"/>
                <a:gd name="connsiteY12" fmla="*/ 841472 h 841397"/>
                <a:gd name="connsiteX13" fmla="*/ 174955 w 174708"/>
                <a:gd name="connsiteY13" fmla="*/ 837965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55" y="837965"/>
                  </a:moveTo>
                  <a:cubicBezTo>
                    <a:pt x="174955" y="836562"/>
                    <a:pt x="174244" y="835861"/>
                    <a:pt x="173534" y="834808"/>
                  </a:cubicBezTo>
                  <a:cubicBezTo>
                    <a:pt x="160396" y="821831"/>
                    <a:pt x="136604" y="798333"/>
                    <a:pt x="112812" y="760454"/>
                  </a:cubicBezTo>
                  <a:cubicBezTo>
                    <a:pt x="55641" y="669966"/>
                    <a:pt x="29719" y="555979"/>
                    <a:pt x="29719" y="420949"/>
                  </a:cubicBezTo>
                  <a:cubicBezTo>
                    <a:pt x="29719" y="326603"/>
                    <a:pt x="42503" y="204900"/>
                    <a:pt x="101094" y="100383"/>
                  </a:cubicBezTo>
                  <a:cubicBezTo>
                    <a:pt x="129147" y="50580"/>
                    <a:pt x="158265" y="21820"/>
                    <a:pt x="173889" y="6388"/>
                  </a:cubicBezTo>
                  <a:cubicBezTo>
                    <a:pt x="174955" y="5336"/>
                    <a:pt x="174955" y="4634"/>
                    <a:pt x="174955" y="3582"/>
                  </a:cubicBezTo>
                  <a:cubicBezTo>
                    <a:pt x="174955" y="75"/>
                    <a:pt x="172469" y="75"/>
                    <a:pt x="167498" y="75"/>
                  </a:cubicBezTo>
                  <a:cubicBezTo>
                    <a:pt x="162526" y="75"/>
                    <a:pt x="161816" y="75"/>
                    <a:pt x="156489" y="5336"/>
                  </a:cubicBezTo>
                  <a:cubicBezTo>
                    <a:pt x="37531" y="112308"/>
                    <a:pt x="246" y="272942"/>
                    <a:pt x="246" y="420598"/>
                  </a:cubicBezTo>
                  <a:cubicBezTo>
                    <a:pt x="246" y="558434"/>
                    <a:pt x="32205" y="697323"/>
                    <a:pt x="122400" y="802191"/>
                  </a:cubicBezTo>
                  <a:cubicBezTo>
                    <a:pt x="129502" y="810257"/>
                    <a:pt x="142996" y="824637"/>
                    <a:pt x="157555" y="837264"/>
                  </a:cubicBezTo>
                  <a:cubicBezTo>
                    <a:pt x="161816" y="841472"/>
                    <a:pt x="162526" y="841472"/>
                    <a:pt x="167498" y="841472"/>
                  </a:cubicBezTo>
                  <a:cubicBezTo>
                    <a:pt x="172469" y="841472"/>
                    <a:pt x="174955" y="841472"/>
                    <a:pt x="174955" y="83796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34AC734-0671-F670-4644-2B18B914E554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12613841" y="4528281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DC1AE023-AC2B-105D-42EF-A99210BFC2CD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12939213" y="4471220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AD641AC-9FA3-2E73-9E4F-870215947128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3182492" y="4524423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E0559E64-48BE-E4D5-A787-29EF0A19F43D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12599992" y="4911454"/>
              <a:ext cx="866537" cy="14028"/>
            </a:xfrm>
            <a:custGeom>
              <a:avLst/>
              <a:gdLst>
                <a:gd name="connsiteX0" fmla="*/ 0 w 866537"/>
                <a:gd name="connsiteY0" fmla="*/ 0 h 14028"/>
                <a:gd name="connsiteX1" fmla="*/ 866538 w 866537"/>
                <a:gd name="connsiteY1" fmla="*/ 0 h 14028"/>
                <a:gd name="connsiteX2" fmla="*/ 866538 w 866537"/>
                <a:gd name="connsiteY2" fmla="*/ 14028 h 14028"/>
                <a:gd name="connsiteX3" fmla="*/ 0 w 866537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6537" h="14028">
                  <a:moveTo>
                    <a:pt x="0" y="0"/>
                  </a:moveTo>
                  <a:lnTo>
                    <a:pt x="866538" y="0"/>
                  </a:lnTo>
                  <a:lnTo>
                    <a:pt x="866538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0438E12B-4F08-4B6C-6A93-1209052538D4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12739162" y="4981596"/>
              <a:ext cx="276977" cy="350728"/>
            </a:xfrm>
            <a:custGeom>
              <a:avLst/>
              <a:gdLst>
                <a:gd name="connsiteX0" fmla="*/ 112469 w 276977"/>
                <a:gd name="connsiteY0" fmla="*/ 313991 h 350728"/>
                <a:gd name="connsiteX1" fmla="*/ 49971 w 276977"/>
                <a:gd name="connsiteY1" fmla="*/ 177557 h 350728"/>
                <a:gd name="connsiteX2" fmla="*/ 44645 w 276977"/>
                <a:gd name="connsiteY2" fmla="*/ 171946 h 350728"/>
                <a:gd name="connsiteX3" fmla="*/ 38608 w 276977"/>
                <a:gd name="connsiteY3" fmla="*/ 174751 h 350728"/>
                <a:gd name="connsiteX4" fmla="*/ 4874 w 276977"/>
                <a:gd name="connsiteY4" fmla="*/ 200004 h 350728"/>
                <a:gd name="connsiteX5" fmla="*/ 257 w 276977"/>
                <a:gd name="connsiteY5" fmla="*/ 205615 h 350728"/>
                <a:gd name="connsiteX6" fmla="*/ 3808 w 276977"/>
                <a:gd name="connsiteY6" fmla="*/ 209473 h 350728"/>
                <a:gd name="connsiteX7" fmla="*/ 15882 w 276977"/>
                <a:gd name="connsiteY7" fmla="*/ 201757 h 350728"/>
                <a:gd name="connsiteX8" fmla="*/ 27245 w 276977"/>
                <a:gd name="connsiteY8" fmla="*/ 193340 h 350728"/>
                <a:gd name="connsiteX9" fmla="*/ 97200 w 276977"/>
                <a:gd name="connsiteY9" fmla="*/ 345205 h 350728"/>
                <a:gd name="connsiteX10" fmla="*/ 104657 w 276977"/>
                <a:gd name="connsiteY10" fmla="*/ 350817 h 350728"/>
                <a:gd name="connsiteX11" fmla="*/ 113534 w 276977"/>
                <a:gd name="connsiteY11" fmla="*/ 343802 h 350728"/>
                <a:gd name="connsiteX12" fmla="*/ 274749 w 276977"/>
                <a:gd name="connsiteY12" fmla="*/ 14118 h 350728"/>
                <a:gd name="connsiteX13" fmla="*/ 277235 w 276977"/>
                <a:gd name="connsiteY13" fmla="*/ 7103 h 350728"/>
                <a:gd name="connsiteX14" fmla="*/ 270133 w 276977"/>
                <a:gd name="connsiteY14" fmla="*/ 89 h 350728"/>
                <a:gd name="connsiteX15" fmla="*/ 261966 w 276977"/>
                <a:gd name="connsiteY15" fmla="*/ 7454 h 350728"/>
                <a:gd name="connsiteX16" fmla="*/ 112469 w 276977"/>
                <a:gd name="connsiteY16" fmla="*/ 313991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6977" h="350728">
                  <a:moveTo>
                    <a:pt x="112469" y="313991"/>
                  </a:moveTo>
                  <a:lnTo>
                    <a:pt x="49971" y="177557"/>
                  </a:lnTo>
                  <a:cubicBezTo>
                    <a:pt x="47486" y="171946"/>
                    <a:pt x="45710" y="171946"/>
                    <a:pt x="44645" y="171946"/>
                  </a:cubicBezTo>
                  <a:cubicBezTo>
                    <a:pt x="44290" y="171946"/>
                    <a:pt x="42514" y="171946"/>
                    <a:pt x="38608" y="174751"/>
                  </a:cubicBezTo>
                  <a:lnTo>
                    <a:pt x="4874" y="200004"/>
                  </a:lnTo>
                  <a:cubicBezTo>
                    <a:pt x="257" y="203511"/>
                    <a:pt x="257" y="204563"/>
                    <a:pt x="257" y="205615"/>
                  </a:cubicBezTo>
                  <a:cubicBezTo>
                    <a:pt x="257" y="207369"/>
                    <a:pt x="1323" y="209473"/>
                    <a:pt x="3808" y="209473"/>
                  </a:cubicBezTo>
                  <a:cubicBezTo>
                    <a:pt x="5939" y="209473"/>
                    <a:pt x="11976" y="204563"/>
                    <a:pt x="15882" y="201757"/>
                  </a:cubicBezTo>
                  <a:cubicBezTo>
                    <a:pt x="18012" y="200004"/>
                    <a:pt x="23339" y="196146"/>
                    <a:pt x="27245" y="193340"/>
                  </a:cubicBezTo>
                  <a:lnTo>
                    <a:pt x="97200" y="345205"/>
                  </a:lnTo>
                  <a:cubicBezTo>
                    <a:pt x="99685" y="350817"/>
                    <a:pt x="101461" y="350817"/>
                    <a:pt x="104657" y="350817"/>
                  </a:cubicBezTo>
                  <a:cubicBezTo>
                    <a:pt x="109983" y="350817"/>
                    <a:pt x="111048" y="348713"/>
                    <a:pt x="113534" y="343802"/>
                  </a:cubicBezTo>
                  <a:lnTo>
                    <a:pt x="274749" y="14118"/>
                  </a:lnTo>
                  <a:cubicBezTo>
                    <a:pt x="277235" y="9208"/>
                    <a:pt x="277235" y="7805"/>
                    <a:pt x="277235" y="7103"/>
                  </a:cubicBezTo>
                  <a:cubicBezTo>
                    <a:pt x="277235" y="3596"/>
                    <a:pt x="274394" y="89"/>
                    <a:pt x="270133" y="89"/>
                  </a:cubicBezTo>
                  <a:cubicBezTo>
                    <a:pt x="267292" y="89"/>
                    <a:pt x="264806" y="1842"/>
                    <a:pt x="261966" y="7454"/>
                  </a:cubicBezTo>
                  <a:lnTo>
                    <a:pt x="112469" y="313991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0A3C741-D1F4-F204-45F5-304CFBB06148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13009156" y="4981596"/>
              <a:ext cx="344126" cy="14028"/>
            </a:xfrm>
            <a:custGeom>
              <a:avLst/>
              <a:gdLst>
                <a:gd name="connsiteX0" fmla="*/ 0 w 344126"/>
                <a:gd name="connsiteY0" fmla="*/ 0 h 14028"/>
                <a:gd name="connsiteX1" fmla="*/ 344127 w 344126"/>
                <a:gd name="connsiteY1" fmla="*/ 0 h 14028"/>
                <a:gd name="connsiteX2" fmla="*/ 344127 w 344126"/>
                <a:gd name="connsiteY2" fmla="*/ 14028 h 14028"/>
                <a:gd name="connsiteX3" fmla="*/ 0 w 344126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126" h="14028">
                  <a:moveTo>
                    <a:pt x="0" y="0"/>
                  </a:moveTo>
                  <a:lnTo>
                    <a:pt x="344127" y="0"/>
                  </a:lnTo>
                  <a:lnTo>
                    <a:pt x="344127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C3FEBAA-2A76-56C1-9688-97DD92A20BB8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13023360" y="5024813"/>
              <a:ext cx="169027" cy="247263"/>
            </a:xfrm>
            <a:custGeom>
              <a:avLst/>
              <a:gdLst>
                <a:gd name="connsiteX0" fmla="*/ 169293 w 169027"/>
                <a:gd name="connsiteY0" fmla="*/ 3954 h 247263"/>
                <a:gd name="connsiteX1" fmla="*/ 164677 w 169027"/>
                <a:gd name="connsiteY1" fmla="*/ 96 h 247263"/>
                <a:gd name="connsiteX2" fmla="*/ 119579 w 169027"/>
                <a:gd name="connsiteY2" fmla="*/ 3954 h 247263"/>
                <a:gd name="connsiteX3" fmla="*/ 114608 w 169027"/>
                <a:gd name="connsiteY3" fmla="*/ 10618 h 247263"/>
                <a:gd name="connsiteX4" fmla="*/ 123130 w 169027"/>
                <a:gd name="connsiteY4" fmla="*/ 14827 h 247263"/>
                <a:gd name="connsiteX5" fmla="*/ 140885 w 169027"/>
                <a:gd name="connsiteY5" fmla="*/ 20789 h 247263"/>
                <a:gd name="connsiteX6" fmla="*/ 139820 w 169027"/>
                <a:gd name="connsiteY6" fmla="*/ 27804 h 247263"/>
                <a:gd name="connsiteX7" fmla="*/ 118514 w 169027"/>
                <a:gd name="connsiteY7" fmla="*/ 110927 h 247263"/>
                <a:gd name="connsiteX8" fmla="*/ 85845 w 169027"/>
                <a:gd name="connsiteY8" fmla="*/ 88480 h 247263"/>
                <a:gd name="connsiteX9" fmla="*/ 266 w 169027"/>
                <a:gd name="connsiteY9" fmla="*/ 191243 h 247263"/>
                <a:gd name="connsiteX10" fmla="*/ 47494 w 169027"/>
                <a:gd name="connsiteY10" fmla="*/ 247360 h 247263"/>
                <a:gd name="connsiteX11" fmla="*/ 93657 w 169027"/>
                <a:gd name="connsiteY11" fmla="*/ 221055 h 247263"/>
                <a:gd name="connsiteX12" fmla="*/ 125971 w 169027"/>
                <a:gd name="connsiteY12" fmla="*/ 247360 h 247263"/>
                <a:gd name="connsiteX13" fmla="*/ 152248 w 169027"/>
                <a:gd name="connsiteY13" fmla="*/ 228070 h 247263"/>
                <a:gd name="connsiteX14" fmla="*/ 162901 w 169027"/>
                <a:gd name="connsiteY14" fmla="*/ 193348 h 247263"/>
                <a:gd name="connsiteX15" fmla="*/ 158640 w 169027"/>
                <a:gd name="connsiteY15" fmla="*/ 189840 h 247263"/>
                <a:gd name="connsiteX16" fmla="*/ 153669 w 169027"/>
                <a:gd name="connsiteY16" fmla="*/ 196154 h 247263"/>
                <a:gd name="connsiteX17" fmla="*/ 126681 w 169027"/>
                <a:gd name="connsiteY17" fmla="*/ 239644 h 247263"/>
                <a:gd name="connsiteX18" fmla="*/ 116028 w 169027"/>
                <a:gd name="connsiteY18" fmla="*/ 223510 h 247263"/>
                <a:gd name="connsiteX19" fmla="*/ 118159 w 169027"/>
                <a:gd name="connsiteY19" fmla="*/ 206675 h 247263"/>
                <a:gd name="connsiteX20" fmla="*/ 169293 w 169027"/>
                <a:gd name="connsiteY20" fmla="*/ 3954 h 247263"/>
                <a:gd name="connsiteX21" fmla="*/ 95432 w 169027"/>
                <a:gd name="connsiteY21" fmla="*/ 201765 h 247263"/>
                <a:gd name="connsiteX22" fmla="*/ 88330 w 169027"/>
                <a:gd name="connsiteY22" fmla="*/ 214742 h 247263"/>
                <a:gd name="connsiteX23" fmla="*/ 48204 w 169027"/>
                <a:gd name="connsiteY23" fmla="*/ 239644 h 247263"/>
                <a:gd name="connsiteX24" fmla="*/ 25478 w 169027"/>
                <a:gd name="connsiteY24" fmla="*/ 206675 h 247263"/>
                <a:gd name="connsiteX25" fmla="*/ 45008 w 169027"/>
                <a:gd name="connsiteY25" fmla="*/ 129866 h 247263"/>
                <a:gd name="connsiteX26" fmla="*/ 86200 w 169027"/>
                <a:gd name="connsiteY26" fmla="*/ 96196 h 247263"/>
                <a:gd name="connsiteX27" fmla="*/ 114253 w 169027"/>
                <a:gd name="connsiteY27" fmla="*/ 127060 h 247263"/>
                <a:gd name="connsiteX28" fmla="*/ 113187 w 169027"/>
                <a:gd name="connsiteY28" fmla="*/ 133022 h 247263"/>
                <a:gd name="connsiteX29" fmla="*/ 95432 w 169027"/>
                <a:gd name="connsiteY29" fmla="*/ 201765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69027" h="247263">
                  <a:moveTo>
                    <a:pt x="169293" y="3954"/>
                  </a:moveTo>
                  <a:cubicBezTo>
                    <a:pt x="169293" y="3604"/>
                    <a:pt x="169293" y="96"/>
                    <a:pt x="164677" y="96"/>
                  </a:cubicBezTo>
                  <a:cubicBezTo>
                    <a:pt x="159350" y="96"/>
                    <a:pt x="125616" y="3253"/>
                    <a:pt x="119579" y="3954"/>
                  </a:cubicBezTo>
                  <a:cubicBezTo>
                    <a:pt x="116738" y="4305"/>
                    <a:pt x="114608" y="6059"/>
                    <a:pt x="114608" y="10618"/>
                  </a:cubicBezTo>
                  <a:cubicBezTo>
                    <a:pt x="114608" y="14827"/>
                    <a:pt x="117804" y="14827"/>
                    <a:pt x="123130" y="14827"/>
                  </a:cubicBezTo>
                  <a:cubicBezTo>
                    <a:pt x="140175" y="14827"/>
                    <a:pt x="140885" y="17282"/>
                    <a:pt x="140885" y="20789"/>
                  </a:cubicBezTo>
                  <a:lnTo>
                    <a:pt x="139820" y="27804"/>
                  </a:lnTo>
                  <a:lnTo>
                    <a:pt x="118514" y="110927"/>
                  </a:lnTo>
                  <a:cubicBezTo>
                    <a:pt x="112122" y="97950"/>
                    <a:pt x="101824" y="88480"/>
                    <a:pt x="85845" y="88480"/>
                  </a:cubicBezTo>
                  <a:cubicBezTo>
                    <a:pt x="44298" y="88480"/>
                    <a:pt x="266" y="140037"/>
                    <a:pt x="266" y="191243"/>
                  </a:cubicBezTo>
                  <a:cubicBezTo>
                    <a:pt x="266" y="224212"/>
                    <a:pt x="19796" y="247360"/>
                    <a:pt x="47494" y="247360"/>
                  </a:cubicBezTo>
                  <a:cubicBezTo>
                    <a:pt x="54596" y="247360"/>
                    <a:pt x="72351" y="245957"/>
                    <a:pt x="93657" y="221055"/>
                  </a:cubicBezTo>
                  <a:cubicBezTo>
                    <a:pt x="96498" y="235786"/>
                    <a:pt x="108926" y="247360"/>
                    <a:pt x="125971" y="247360"/>
                  </a:cubicBezTo>
                  <a:cubicBezTo>
                    <a:pt x="138399" y="247360"/>
                    <a:pt x="146567" y="239293"/>
                    <a:pt x="152248" y="228070"/>
                  </a:cubicBezTo>
                  <a:cubicBezTo>
                    <a:pt x="158285" y="215444"/>
                    <a:pt x="162901" y="194049"/>
                    <a:pt x="162901" y="193348"/>
                  </a:cubicBezTo>
                  <a:cubicBezTo>
                    <a:pt x="162901" y="189840"/>
                    <a:pt x="159705" y="189840"/>
                    <a:pt x="158640" y="189840"/>
                  </a:cubicBezTo>
                  <a:cubicBezTo>
                    <a:pt x="155089" y="189840"/>
                    <a:pt x="154734" y="191243"/>
                    <a:pt x="153669" y="196154"/>
                  </a:cubicBezTo>
                  <a:cubicBezTo>
                    <a:pt x="147632" y="218951"/>
                    <a:pt x="141240" y="239644"/>
                    <a:pt x="126681" y="239644"/>
                  </a:cubicBezTo>
                  <a:cubicBezTo>
                    <a:pt x="117093" y="239644"/>
                    <a:pt x="116028" y="230525"/>
                    <a:pt x="116028" y="223510"/>
                  </a:cubicBezTo>
                  <a:cubicBezTo>
                    <a:pt x="116028" y="215093"/>
                    <a:pt x="116738" y="212638"/>
                    <a:pt x="118159" y="206675"/>
                  </a:cubicBezTo>
                  <a:lnTo>
                    <a:pt x="169293" y="3954"/>
                  </a:lnTo>
                  <a:close/>
                  <a:moveTo>
                    <a:pt x="95432" y="201765"/>
                  </a:moveTo>
                  <a:cubicBezTo>
                    <a:pt x="93657" y="208078"/>
                    <a:pt x="93657" y="208780"/>
                    <a:pt x="88330" y="214742"/>
                  </a:cubicBezTo>
                  <a:cubicBezTo>
                    <a:pt x="72706" y="234032"/>
                    <a:pt x="58147" y="239644"/>
                    <a:pt x="48204" y="239644"/>
                  </a:cubicBezTo>
                  <a:cubicBezTo>
                    <a:pt x="30449" y="239644"/>
                    <a:pt x="25478" y="220354"/>
                    <a:pt x="25478" y="206675"/>
                  </a:cubicBezTo>
                  <a:cubicBezTo>
                    <a:pt x="25478" y="189139"/>
                    <a:pt x="36841" y="145999"/>
                    <a:pt x="45008" y="129866"/>
                  </a:cubicBezTo>
                  <a:cubicBezTo>
                    <a:pt x="56016" y="109173"/>
                    <a:pt x="71996" y="96196"/>
                    <a:pt x="86200" y="96196"/>
                  </a:cubicBezTo>
                  <a:cubicBezTo>
                    <a:pt x="109281" y="96196"/>
                    <a:pt x="114253" y="124956"/>
                    <a:pt x="114253" y="127060"/>
                  </a:cubicBezTo>
                  <a:cubicBezTo>
                    <a:pt x="114253" y="129164"/>
                    <a:pt x="113542" y="131269"/>
                    <a:pt x="113187" y="133022"/>
                  </a:cubicBezTo>
                  <a:lnTo>
                    <a:pt x="95432" y="20176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4A8A161C-E699-D697-DC32-5AB7E9783993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13209641" y="5157809"/>
              <a:ext cx="109867" cy="163018"/>
            </a:xfrm>
            <a:custGeom>
              <a:avLst/>
              <a:gdLst>
                <a:gd name="connsiteX0" fmla="*/ 110139 w 109867"/>
                <a:gd name="connsiteY0" fmla="*/ 118434 h 163018"/>
                <a:gd name="connsiteX1" fmla="*/ 101687 w 109867"/>
                <a:gd name="connsiteY1" fmla="*/ 118434 h 163018"/>
                <a:gd name="connsiteX2" fmla="*/ 95225 w 109867"/>
                <a:gd name="connsiteY2" fmla="*/ 140775 h 163018"/>
                <a:gd name="connsiteX3" fmla="*/ 70616 w 109867"/>
                <a:gd name="connsiteY3" fmla="*/ 142248 h 163018"/>
                <a:gd name="connsiteX4" fmla="*/ 24879 w 109867"/>
                <a:gd name="connsiteY4" fmla="*/ 142248 h 163018"/>
                <a:gd name="connsiteX5" fmla="*/ 74593 w 109867"/>
                <a:gd name="connsiteY5" fmla="*/ 101002 h 163018"/>
                <a:gd name="connsiteX6" fmla="*/ 110139 w 109867"/>
                <a:gd name="connsiteY6" fmla="*/ 47972 h 163018"/>
                <a:gd name="connsiteX7" fmla="*/ 51973 w 109867"/>
                <a:gd name="connsiteY7" fmla="*/ 98 h 163018"/>
                <a:gd name="connsiteX8" fmla="*/ 271 w 109867"/>
                <a:gd name="connsiteY8" fmla="*/ 44044 h 163018"/>
                <a:gd name="connsiteX9" fmla="*/ 13445 w 109867"/>
                <a:gd name="connsiteY9" fmla="*/ 57793 h 163018"/>
                <a:gd name="connsiteX10" fmla="*/ 26619 w 109867"/>
                <a:gd name="connsiteY10" fmla="*/ 44781 h 163018"/>
                <a:gd name="connsiteX11" fmla="*/ 11954 w 109867"/>
                <a:gd name="connsiteY11" fmla="*/ 31769 h 163018"/>
                <a:gd name="connsiteX12" fmla="*/ 48245 w 109867"/>
                <a:gd name="connsiteY12" fmla="*/ 8936 h 163018"/>
                <a:gd name="connsiteX13" fmla="*/ 86027 w 109867"/>
                <a:gd name="connsiteY13" fmla="*/ 47972 h 163018"/>
                <a:gd name="connsiteX14" fmla="*/ 62662 w 109867"/>
                <a:gd name="connsiteY14" fmla="*/ 95110 h 163018"/>
                <a:gd name="connsiteX15" fmla="*/ 2757 w 109867"/>
                <a:gd name="connsiteY15" fmla="*/ 153542 h 163018"/>
                <a:gd name="connsiteX16" fmla="*/ 271 w 109867"/>
                <a:gd name="connsiteY16" fmla="*/ 163116 h 163018"/>
                <a:gd name="connsiteX17" fmla="*/ 102682 w 109867"/>
                <a:gd name="connsiteY17" fmla="*/ 163116 h 163018"/>
                <a:gd name="connsiteX18" fmla="*/ 110139 w 109867"/>
                <a:gd name="connsiteY18" fmla="*/ 118434 h 16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867" h="163018">
                  <a:moveTo>
                    <a:pt x="110139" y="118434"/>
                  </a:moveTo>
                  <a:lnTo>
                    <a:pt x="101687" y="118434"/>
                  </a:lnTo>
                  <a:cubicBezTo>
                    <a:pt x="100942" y="123835"/>
                    <a:pt x="98456" y="138320"/>
                    <a:pt x="95225" y="140775"/>
                  </a:cubicBezTo>
                  <a:cubicBezTo>
                    <a:pt x="93236" y="142248"/>
                    <a:pt x="74096" y="142248"/>
                    <a:pt x="70616" y="142248"/>
                  </a:cubicBezTo>
                  <a:lnTo>
                    <a:pt x="24879" y="142248"/>
                  </a:lnTo>
                  <a:cubicBezTo>
                    <a:pt x="50979" y="119416"/>
                    <a:pt x="59679" y="112541"/>
                    <a:pt x="74593" y="101002"/>
                  </a:cubicBezTo>
                  <a:cubicBezTo>
                    <a:pt x="92987" y="86517"/>
                    <a:pt x="110139" y="71296"/>
                    <a:pt x="110139" y="47972"/>
                  </a:cubicBezTo>
                  <a:cubicBezTo>
                    <a:pt x="110139" y="18266"/>
                    <a:pt x="83790" y="98"/>
                    <a:pt x="51973" y="98"/>
                  </a:cubicBezTo>
                  <a:cubicBezTo>
                    <a:pt x="21151" y="98"/>
                    <a:pt x="271" y="21457"/>
                    <a:pt x="271" y="44044"/>
                  </a:cubicBezTo>
                  <a:cubicBezTo>
                    <a:pt x="271" y="56565"/>
                    <a:pt x="10959" y="57793"/>
                    <a:pt x="13445" y="57793"/>
                  </a:cubicBezTo>
                  <a:cubicBezTo>
                    <a:pt x="19411" y="57793"/>
                    <a:pt x="26619" y="53619"/>
                    <a:pt x="26619" y="44781"/>
                  </a:cubicBezTo>
                  <a:cubicBezTo>
                    <a:pt x="26619" y="40361"/>
                    <a:pt x="24879" y="31769"/>
                    <a:pt x="11954" y="31769"/>
                  </a:cubicBezTo>
                  <a:cubicBezTo>
                    <a:pt x="19659" y="14337"/>
                    <a:pt x="36562" y="8936"/>
                    <a:pt x="48245" y="8936"/>
                  </a:cubicBezTo>
                  <a:cubicBezTo>
                    <a:pt x="73102" y="8936"/>
                    <a:pt x="86027" y="28086"/>
                    <a:pt x="86027" y="47972"/>
                  </a:cubicBezTo>
                  <a:cubicBezTo>
                    <a:pt x="86027" y="69332"/>
                    <a:pt x="70616" y="86272"/>
                    <a:pt x="62662" y="95110"/>
                  </a:cubicBezTo>
                  <a:lnTo>
                    <a:pt x="2757" y="153542"/>
                  </a:lnTo>
                  <a:cubicBezTo>
                    <a:pt x="271" y="155751"/>
                    <a:pt x="271" y="156242"/>
                    <a:pt x="271" y="163116"/>
                  </a:cubicBezTo>
                  <a:lnTo>
                    <a:pt x="102682" y="163116"/>
                  </a:lnTo>
                  <a:lnTo>
                    <a:pt x="110139" y="118434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236A5B24-BCA4-2A98-77D4-7D0EBEBF19A7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13521570" y="4497590"/>
              <a:ext cx="174708" cy="841397"/>
            </a:xfrm>
            <a:custGeom>
              <a:avLst/>
              <a:gdLst>
                <a:gd name="connsiteX0" fmla="*/ 174989 w 174708"/>
                <a:gd name="connsiteY0" fmla="*/ 420949 h 841397"/>
                <a:gd name="connsiteX1" fmla="*/ 52835 w 174708"/>
                <a:gd name="connsiteY1" fmla="*/ 39356 h 841397"/>
                <a:gd name="connsiteX2" fmla="*/ 17680 w 174708"/>
                <a:gd name="connsiteY2" fmla="*/ 4284 h 841397"/>
                <a:gd name="connsiteX3" fmla="*/ 7737 w 174708"/>
                <a:gd name="connsiteY3" fmla="*/ 75 h 841397"/>
                <a:gd name="connsiteX4" fmla="*/ 280 w 174708"/>
                <a:gd name="connsiteY4" fmla="*/ 3582 h 841397"/>
                <a:gd name="connsiteX5" fmla="*/ 2410 w 174708"/>
                <a:gd name="connsiteY5" fmla="*/ 7089 h 841397"/>
                <a:gd name="connsiteX6" fmla="*/ 62422 w 174708"/>
                <a:gd name="connsiteY6" fmla="*/ 81093 h 841397"/>
                <a:gd name="connsiteX7" fmla="*/ 145515 w 174708"/>
                <a:gd name="connsiteY7" fmla="*/ 420598 h 841397"/>
                <a:gd name="connsiteX8" fmla="*/ 74140 w 174708"/>
                <a:gd name="connsiteY8" fmla="*/ 741164 h 841397"/>
                <a:gd name="connsiteX9" fmla="*/ 1700 w 174708"/>
                <a:gd name="connsiteY9" fmla="*/ 834808 h 841397"/>
                <a:gd name="connsiteX10" fmla="*/ 280 w 174708"/>
                <a:gd name="connsiteY10" fmla="*/ 837965 h 841397"/>
                <a:gd name="connsiteX11" fmla="*/ 7737 w 174708"/>
                <a:gd name="connsiteY11" fmla="*/ 841472 h 841397"/>
                <a:gd name="connsiteX12" fmla="*/ 18745 w 174708"/>
                <a:gd name="connsiteY12" fmla="*/ 836211 h 841397"/>
                <a:gd name="connsiteX13" fmla="*/ 174989 w 174708"/>
                <a:gd name="connsiteY13" fmla="*/ 420949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89" y="420949"/>
                  </a:moveTo>
                  <a:cubicBezTo>
                    <a:pt x="174989" y="283113"/>
                    <a:pt x="143030" y="144224"/>
                    <a:pt x="52835" y="39356"/>
                  </a:cubicBezTo>
                  <a:cubicBezTo>
                    <a:pt x="45733" y="31290"/>
                    <a:pt x="32239" y="16910"/>
                    <a:pt x="17680" y="4284"/>
                  </a:cubicBezTo>
                  <a:cubicBezTo>
                    <a:pt x="13418" y="75"/>
                    <a:pt x="12708" y="75"/>
                    <a:pt x="7737" y="75"/>
                  </a:cubicBezTo>
                  <a:cubicBezTo>
                    <a:pt x="3476" y="75"/>
                    <a:pt x="280" y="75"/>
                    <a:pt x="280" y="3582"/>
                  </a:cubicBezTo>
                  <a:cubicBezTo>
                    <a:pt x="280" y="4985"/>
                    <a:pt x="1700" y="6388"/>
                    <a:pt x="2410" y="7089"/>
                  </a:cubicBezTo>
                  <a:cubicBezTo>
                    <a:pt x="14839" y="19716"/>
                    <a:pt x="38631" y="43214"/>
                    <a:pt x="62422" y="81093"/>
                  </a:cubicBezTo>
                  <a:cubicBezTo>
                    <a:pt x="119593" y="171581"/>
                    <a:pt x="145515" y="285568"/>
                    <a:pt x="145515" y="420598"/>
                  </a:cubicBezTo>
                  <a:cubicBezTo>
                    <a:pt x="145515" y="514944"/>
                    <a:pt x="132732" y="636647"/>
                    <a:pt x="74140" y="741164"/>
                  </a:cubicBezTo>
                  <a:cubicBezTo>
                    <a:pt x="46088" y="790967"/>
                    <a:pt x="16614" y="820078"/>
                    <a:pt x="1700" y="834808"/>
                  </a:cubicBezTo>
                  <a:cubicBezTo>
                    <a:pt x="990" y="835861"/>
                    <a:pt x="280" y="836913"/>
                    <a:pt x="280" y="837965"/>
                  </a:cubicBezTo>
                  <a:cubicBezTo>
                    <a:pt x="280" y="841472"/>
                    <a:pt x="3476" y="841472"/>
                    <a:pt x="7737" y="841472"/>
                  </a:cubicBezTo>
                  <a:cubicBezTo>
                    <a:pt x="12708" y="841472"/>
                    <a:pt x="13418" y="841472"/>
                    <a:pt x="18745" y="836211"/>
                  </a:cubicBezTo>
                  <a:cubicBezTo>
                    <a:pt x="137703" y="729239"/>
                    <a:pt x="174989" y="568606"/>
                    <a:pt x="174989" y="420949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28" name="Group 27" descr="\documentclass{article}&#10;\usepackage{amsmath,amssymb}&#10;\pagestyle{empty}&#10;\begin{document}&#10;&#10;\newcommand{\score}{\textrm{score}}&#10;\newcommand{\classify}{\textrm{classify}}&#10;\newcommand{\bx}{\mathbf{x}}&#10;&#10;\begin{align*}&#10;\text{softmax}([1, -1]) &amp;= [.8808, .1192] \\&#10;\text{softmax}([10, -10]) &amp;= [1, 2.0612\times 10^{-9}]&#10;\end{align*}&#10;&#10;&#10;\end{document}" title="IguanaTex Vector Display">
            <a:extLst>
              <a:ext uri="{FF2B5EF4-FFF2-40B4-BE49-F238E27FC236}">
                <a16:creationId xmlns:a16="http://schemas.microsoft.com/office/drawing/2014/main" id="{FF940CD8-A3EA-BBE7-527C-60F9256C2CF2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3113821" y="5321300"/>
            <a:ext cx="5964359" cy="938548"/>
            <a:chOff x="9309711" y="8093303"/>
            <a:chExt cx="5964359" cy="938548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6085EE5-7892-5F9B-273B-BCE300D0C392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9665565" y="8201321"/>
              <a:ext cx="116363" cy="164174"/>
            </a:xfrm>
            <a:custGeom>
              <a:avLst/>
              <a:gdLst>
                <a:gd name="connsiteX0" fmla="*/ 62434 w 116363"/>
                <a:gd name="connsiteY0" fmla="*/ 90935 h 164174"/>
                <a:gd name="connsiteX1" fmla="*/ 99442 w 116363"/>
                <a:gd name="connsiteY1" fmla="*/ 123841 h 164174"/>
                <a:gd name="connsiteX2" fmla="*/ 59231 w 116363"/>
                <a:gd name="connsiteY2" fmla="*/ 156390 h 164174"/>
                <a:gd name="connsiteX3" fmla="*/ 9767 w 116363"/>
                <a:gd name="connsiteY3" fmla="*/ 105600 h 164174"/>
                <a:gd name="connsiteX4" fmla="*/ 4785 w 116363"/>
                <a:gd name="connsiteY4" fmla="*/ 99519 h 164174"/>
                <a:gd name="connsiteX5" fmla="*/ 159 w 116363"/>
                <a:gd name="connsiteY5" fmla="*/ 108461 h 164174"/>
                <a:gd name="connsiteX6" fmla="*/ 159 w 116363"/>
                <a:gd name="connsiteY6" fmla="*/ 155675 h 164174"/>
                <a:gd name="connsiteX7" fmla="*/ 4074 w 116363"/>
                <a:gd name="connsiteY7" fmla="*/ 164259 h 164174"/>
                <a:gd name="connsiteX8" fmla="*/ 12970 w 116363"/>
                <a:gd name="connsiteY8" fmla="*/ 157105 h 164174"/>
                <a:gd name="connsiteX9" fmla="*/ 20087 w 116363"/>
                <a:gd name="connsiteY9" fmla="*/ 148879 h 164174"/>
                <a:gd name="connsiteX10" fmla="*/ 59231 w 116363"/>
                <a:gd name="connsiteY10" fmla="*/ 164259 h 164174"/>
                <a:gd name="connsiteX11" fmla="*/ 116523 w 116363"/>
                <a:gd name="connsiteY11" fmla="*/ 114542 h 164174"/>
                <a:gd name="connsiteX12" fmla="*/ 101577 w 116363"/>
                <a:gd name="connsiteY12" fmla="*/ 80562 h 164174"/>
                <a:gd name="connsiteX13" fmla="*/ 61010 w 116363"/>
                <a:gd name="connsiteY13" fmla="*/ 63394 h 164174"/>
                <a:gd name="connsiteX14" fmla="*/ 17240 w 116363"/>
                <a:gd name="connsiteY14" fmla="*/ 34064 h 164174"/>
                <a:gd name="connsiteX15" fmla="*/ 57096 w 116363"/>
                <a:gd name="connsiteY15" fmla="*/ 6881 h 164174"/>
                <a:gd name="connsiteX16" fmla="*/ 98731 w 116363"/>
                <a:gd name="connsiteY16" fmla="*/ 50160 h 164174"/>
                <a:gd name="connsiteX17" fmla="*/ 103001 w 116363"/>
                <a:gd name="connsiteY17" fmla="*/ 53379 h 164174"/>
                <a:gd name="connsiteX18" fmla="*/ 107627 w 116363"/>
                <a:gd name="connsiteY18" fmla="*/ 44794 h 164174"/>
                <a:gd name="connsiteX19" fmla="*/ 107627 w 116363"/>
                <a:gd name="connsiteY19" fmla="*/ 8669 h 164174"/>
                <a:gd name="connsiteX20" fmla="*/ 103713 w 116363"/>
                <a:gd name="connsiteY20" fmla="*/ 85 h 164174"/>
                <a:gd name="connsiteX21" fmla="*/ 96596 w 116363"/>
                <a:gd name="connsiteY21" fmla="*/ 4377 h 164174"/>
                <a:gd name="connsiteX22" fmla="*/ 90546 w 116363"/>
                <a:gd name="connsiteY22" fmla="*/ 10100 h 164174"/>
                <a:gd name="connsiteX23" fmla="*/ 57096 w 116363"/>
                <a:gd name="connsiteY23" fmla="*/ 85 h 164174"/>
                <a:gd name="connsiteX24" fmla="*/ 159 w 116363"/>
                <a:gd name="connsiteY24" fmla="*/ 44079 h 164174"/>
                <a:gd name="connsiteX25" fmla="*/ 15461 w 116363"/>
                <a:gd name="connsiteY25" fmla="*/ 74482 h 164174"/>
                <a:gd name="connsiteX26" fmla="*/ 62434 w 116363"/>
                <a:gd name="connsiteY26" fmla="*/ 90935 h 164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6363" h="164174">
                  <a:moveTo>
                    <a:pt x="62434" y="90935"/>
                  </a:moveTo>
                  <a:cubicBezTo>
                    <a:pt x="70262" y="92366"/>
                    <a:pt x="99442" y="98088"/>
                    <a:pt x="99442" y="123841"/>
                  </a:cubicBezTo>
                  <a:cubicBezTo>
                    <a:pt x="99442" y="142083"/>
                    <a:pt x="86987" y="156390"/>
                    <a:pt x="59231" y="156390"/>
                  </a:cubicBezTo>
                  <a:cubicBezTo>
                    <a:pt x="29339" y="156390"/>
                    <a:pt x="16529" y="136002"/>
                    <a:pt x="9767" y="105600"/>
                  </a:cubicBezTo>
                  <a:cubicBezTo>
                    <a:pt x="8700" y="100950"/>
                    <a:pt x="8344" y="99519"/>
                    <a:pt x="4785" y="99519"/>
                  </a:cubicBezTo>
                  <a:cubicBezTo>
                    <a:pt x="159" y="99519"/>
                    <a:pt x="159" y="102023"/>
                    <a:pt x="159" y="108461"/>
                  </a:cubicBezTo>
                  <a:lnTo>
                    <a:pt x="159" y="155675"/>
                  </a:lnTo>
                  <a:cubicBezTo>
                    <a:pt x="159" y="161755"/>
                    <a:pt x="159" y="164259"/>
                    <a:pt x="4074" y="164259"/>
                  </a:cubicBezTo>
                  <a:cubicBezTo>
                    <a:pt x="5853" y="164259"/>
                    <a:pt x="6209" y="163901"/>
                    <a:pt x="12970" y="157105"/>
                  </a:cubicBezTo>
                  <a:cubicBezTo>
                    <a:pt x="13682" y="156390"/>
                    <a:pt x="13682" y="155675"/>
                    <a:pt x="20087" y="148879"/>
                  </a:cubicBezTo>
                  <a:cubicBezTo>
                    <a:pt x="35745" y="163901"/>
                    <a:pt x="51758" y="164259"/>
                    <a:pt x="59231" y="164259"/>
                  </a:cubicBezTo>
                  <a:cubicBezTo>
                    <a:pt x="100154" y="164259"/>
                    <a:pt x="116523" y="140294"/>
                    <a:pt x="116523" y="114542"/>
                  </a:cubicBezTo>
                  <a:cubicBezTo>
                    <a:pt x="116523" y="95585"/>
                    <a:pt x="105848" y="84854"/>
                    <a:pt x="101577" y="80562"/>
                  </a:cubicBezTo>
                  <a:cubicBezTo>
                    <a:pt x="89834" y="69117"/>
                    <a:pt x="75956" y="66255"/>
                    <a:pt x="61010" y="63394"/>
                  </a:cubicBezTo>
                  <a:cubicBezTo>
                    <a:pt x="41082" y="59459"/>
                    <a:pt x="17240" y="54809"/>
                    <a:pt x="17240" y="34064"/>
                  </a:cubicBezTo>
                  <a:cubicBezTo>
                    <a:pt x="17240" y="21545"/>
                    <a:pt x="26492" y="6881"/>
                    <a:pt x="57096" y="6881"/>
                  </a:cubicBezTo>
                  <a:cubicBezTo>
                    <a:pt x="96240" y="6881"/>
                    <a:pt x="98019" y="39072"/>
                    <a:pt x="98731" y="50160"/>
                  </a:cubicBezTo>
                  <a:cubicBezTo>
                    <a:pt x="99086" y="53379"/>
                    <a:pt x="102289" y="53379"/>
                    <a:pt x="103001" y="53379"/>
                  </a:cubicBezTo>
                  <a:cubicBezTo>
                    <a:pt x="107627" y="53379"/>
                    <a:pt x="107627" y="51590"/>
                    <a:pt x="107627" y="44794"/>
                  </a:cubicBezTo>
                  <a:lnTo>
                    <a:pt x="107627" y="8669"/>
                  </a:lnTo>
                  <a:cubicBezTo>
                    <a:pt x="107627" y="2588"/>
                    <a:pt x="107627" y="85"/>
                    <a:pt x="103713" y="85"/>
                  </a:cubicBezTo>
                  <a:cubicBezTo>
                    <a:pt x="101933" y="85"/>
                    <a:pt x="101222" y="85"/>
                    <a:pt x="96596" y="4377"/>
                  </a:cubicBezTo>
                  <a:cubicBezTo>
                    <a:pt x="95528" y="5808"/>
                    <a:pt x="91969" y="9027"/>
                    <a:pt x="90546" y="10100"/>
                  </a:cubicBezTo>
                  <a:cubicBezTo>
                    <a:pt x="77024" y="85"/>
                    <a:pt x="62434" y="85"/>
                    <a:pt x="57096" y="85"/>
                  </a:cubicBezTo>
                  <a:cubicBezTo>
                    <a:pt x="13682" y="85"/>
                    <a:pt x="159" y="24049"/>
                    <a:pt x="159" y="44079"/>
                  </a:cubicBezTo>
                  <a:cubicBezTo>
                    <a:pt x="159" y="56598"/>
                    <a:pt x="5853" y="66613"/>
                    <a:pt x="15461" y="74482"/>
                  </a:cubicBezTo>
                  <a:cubicBezTo>
                    <a:pt x="26848" y="83781"/>
                    <a:pt x="36812" y="85927"/>
                    <a:pt x="62434" y="90935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CF5D484B-DC44-9E56-C537-2E987F6EB338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9804150" y="8201321"/>
              <a:ext cx="157642" cy="164174"/>
            </a:xfrm>
            <a:custGeom>
              <a:avLst/>
              <a:gdLst>
                <a:gd name="connsiteX0" fmla="*/ 157806 w 157642"/>
                <a:gd name="connsiteY0" fmla="*/ 83781 h 164174"/>
                <a:gd name="connsiteX1" fmla="*/ 79163 w 157642"/>
                <a:gd name="connsiteY1" fmla="*/ 85 h 164174"/>
                <a:gd name="connsiteX2" fmla="*/ 163 w 157642"/>
                <a:gd name="connsiteY2" fmla="*/ 83781 h 164174"/>
                <a:gd name="connsiteX3" fmla="*/ 78807 w 157642"/>
                <a:gd name="connsiteY3" fmla="*/ 164259 h 164174"/>
                <a:gd name="connsiteX4" fmla="*/ 157806 w 157642"/>
                <a:gd name="connsiteY4" fmla="*/ 83781 h 164174"/>
                <a:gd name="connsiteX5" fmla="*/ 79163 w 157642"/>
                <a:gd name="connsiteY5" fmla="*/ 155317 h 164174"/>
                <a:gd name="connsiteX6" fmla="*/ 38595 w 157642"/>
                <a:gd name="connsiteY6" fmla="*/ 131352 h 164174"/>
                <a:gd name="connsiteX7" fmla="*/ 29699 w 157642"/>
                <a:gd name="connsiteY7" fmla="*/ 80920 h 164174"/>
                <a:gd name="connsiteX8" fmla="*/ 38240 w 157642"/>
                <a:gd name="connsiteY8" fmla="*/ 31918 h 164174"/>
                <a:gd name="connsiteX9" fmla="*/ 78807 w 157642"/>
                <a:gd name="connsiteY9" fmla="*/ 7954 h 164174"/>
                <a:gd name="connsiteX10" fmla="*/ 119018 w 157642"/>
                <a:gd name="connsiteY10" fmla="*/ 31203 h 164174"/>
                <a:gd name="connsiteX11" fmla="*/ 128270 w 157642"/>
                <a:gd name="connsiteY11" fmla="*/ 80920 h 164174"/>
                <a:gd name="connsiteX12" fmla="*/ 120442 w 157642"/>
                <a:gd name="connsiteY12" fmla="*/ 128849 h 164174"/>
                <a:gd name="connsiteX13" fmla="*/ 79163 w 157642"/>
                <a:gd name="connsiteY13" fmla="*/ 155317 h 164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642" h="164174">
                  <a:moveTo>
                    <a:pt x="157806" y="83781"/>
                  </a:moveTo>
                  <a:cubicBezTo>
                    <a:pt x="157806" y="37999"/>
                    <a:pt x="122221" y="85"/>
                    <a:pt x="79163" y="85"/>
                  </a:cubicBezTo>
                  <a:cubicBezTo>
                    <a:pt x="34681" y="85"/>
                    <a:pt x="163" y="39072"/>
                    <a:pt x="163" y="83781"/>
                  </a:cubicBezTo>
                  <a:cubicBezTo>
                    <a:pt x="163" y="129922"/>
                    <a:pt x="37172" y="164259"/>
                    <a:pt x="78807" y="164259"/>
                  </a:cubicBezTo>
                  <a:cubicBezTo>
                    <a:pt x="121865" y="164259"/>
                    <a:pt x="157806" y="129206"/>
                    <a:pt x="157806" y="83781"/>
                  </a:cubicBezTo>
                  <a:close/>
                  <a:moveTo>
                    <a:pt x="79163" y="155317"/>
                  </a:moveTo>
                  <a:cubicBezTo>
                    <a:pt x="63861" y="155317"/>
                    <a:pt x="48203" y="147806"/>
                    <a:pt x="38595" y="131352"/>
                  </a:cubicBezTo>
                  <a:cubicBezTo>
                    <a:pt x="29699" y="115615"/>
                    <a:pt x="29699" y="93796"/>
                    <a:pt x="29699" y="80920"/>
                  </a:cubicBezTo>
                  <a:cubicBezTo>
                    <a:pt x="29699" y="66970"/>
                    <a:pt x="29699" y="47656"/>
                    <a:pt x="38240" y="31918"/>
                  </a:cubicBezTo>
                  <a:cubicBezTo>
                    <a:pt x="47848" y="15465"/>
                    <a:pt x="64573" y="7954"/>
                    <a:pt x="78807" y="7954"/>
                  </a:cubicBezTo>
                  <a:cubicBezTo>
                    <a:pt x="94464" y="7954"/>
                    <a:pt x="109766" y="15823"/>
                    <a:pt x="119018" y="31203"/>
                  </a:cubicBezTo>
                  <a:cubicBezTo>
                    <a:pt x="128270" y="46583"/>
                    <a:pt x="128270" y="67328"/>
                    <a:pt x="128270" y="80920"/>
                  </a:cubicBezTo>
                  <a:cubicBezTo>
                    <a:pt x="128270" y="93796"/>
                    <a:pt x="128270" y="113111"/>
                    <a:pt x="120442" y="128849"/>
                  </a:cubicBezTo>
                  <a:cubicBezTo>
                    <a:pt x="112613" y="144944"/>
                    <a:pt x="96955" y="155317"/>
                    <a:pt x="79163" y="155317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BA2E5CF-2556-8C6D-6EE3-AF10F80948FF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9983857" y="8109398"/>
              <a:ext cx="115296" cy="252162"/>
            </a:xfrm>
            <a:custGeom>
              <a:avLst/>
              <a:gdLst>
                <a:gd name="connsiteX0" fmla="*/ 50699 w 115296"/>
                <a:gd name="connsiteY0" fmla="*/ 98088 h 252162"/>
                <a:gd name="connsiteX1" fmla="*/ 50699 w 115296"/>
                <a:gd name="connsiteY1" fmla="*/ 56598 h 252162"/>
                <a:gd name="connsiteX2" fmla="*/ 83438 w 115296"/>
                <a:gd name="connsiteY2" fmla="*/ 7954 h 252162"/>
                <a:gd name="connsiteX3" fmla="*/ 95181 w 115296"/>
                <a:gd name="connsiteY3" fmla="*/ 10457 h 252162"/>
                <a:gd name="connsiteX4" fmla="*/ 84505 w 115296"/>
                <a:gd name="connsiteY4" fmla="*/ 25480 h 252162"/>
                <a:gd name="connsiteX5" fmla="*/ 99807 w 115296"/>
                <a:gd name="connsiteY5" fmla="*/ 40860 h 252162"/>
                <a:gd name="connsiteX6" fmla="*/ 115465 w 115296"/>
                <a:gd name="connsiteY6" fmla="*/ 25122 h 252162"/>
                <a:gd name="connsiteX7" fmla="*/ 83438 w 115296"/>
                <a:gd name="connsiteY7" fmla="*/ 85 h 252162"/>
                <a:gd name="connsiteX8" fmla="*/ 28281 w 115296"/>
                <a:gd name="connsiteY8" fmla="*/ 56955 h 252162"/>
                <a:gd name="connsiteX9" fmla="*/ 28281 w 115296"/>
                <a:gd name="connsiteY9" fmla="*/ 98088 h 252162"/>
                <a:gd name="connsiteX10" fmla="*/ 168 w 115296"/>
                <a:gd name="connsiteY10" fmla="*/ 98088 h 252162"/>
                <a:gd name="connsiteX11" fmla="*/ 168 w 115296"/>
                <a:gd name="connsiteY11" fmla="*/ 109176 h 252162"/>
                <a:gd name="connsiteX12" fmla="*/ 28281 w 115296"/>
                <a:gd name="connsiteY12" fmla="*/ 109176 h 252162"/>
                <a:gd name="connsiteX13" fmla="*/ 28281 w 115296"/>
                <a:gd name="connsiteY13" fmla="*/ 225064 h 252162"/>
                <a:gd name="connsiteX14" fmla="*/ 524 w 115296"/>
                <a:gd name="connsiteY14" fmla="*/ 241160 h 252162"/>
                <a:gd name="connsiteX15" fmla="*/ 524 w 115296"/>
                <a:gd name="connsiteY15" fmla="*/ 252248 h 252162"/>
                <a:gd name="connsiteX16" fmla="*/ 41091 w 115296"/>
                <a:gd name="connsiteY16" fmla="*/ 251175 h 252162"/>
                <a:gd name="connsiteX17" fmla="*/ 86285 w 115296"/>
                <a:gd name="connsiteY17" fmla="*/ 252248 h 252162"/>
                <a:gd name="connsiteX18" fmla="*/ 86285 w 115296"/>
                <a:gd name="connsiteY18" fmla="*/ 241160 h 252162"/>
                <a:gd name="connsiteX19" fmla="*/ 78812 w 115296"/>
                <a:gd name="connsiteY19" fmla="*/ 241160 h 252162"/>
                <a:gd name="connsiteX20" fmla="*/ 51767 w 115296"/>
                <a:gd name="connsiteY20" fmla="*/ 224349 h 252162"/>
                <a:gd name="connsiteX21" fmla="*/ 51767 w 115296"/>
                <a:gd name="connsiteY21" fmla="*/ 109176 h 252162"/>
                <a:gd name="connsiteX22" fmla="*/ 92334 w 115296"/>
                <a:gd name="connsiteY22" fmla="*/ 109176 h 252162"/>
                <a:gd name="connsiteX23" fmla="*/ 92334 w 115296"/>
                <a:gd name="connsiteY23" fmla="*/ 98088 h 252162"/>
                <a:gd name="connsiteX24" fmla="*/ 50699 w 115296"/>
                <a:gd name="connsiteY24" fmla="*/ 98088 h 25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296" h="252162">
                  <a:moveTo>
                    <a:pt x="50699" y="98088"/>
                  </a:moveTo>
                  <a:lnTo>
                    <a:pt x="50699" y="56598"/>
                  </a:lnTo>
                  <a:cubicBezTo>
                    <a:pt x="50699" y="25122"/>
                    <a:pt x="67780" y="7954"/>
                    <a:pt x="83438" y="7954"/>
                  </a:cubicBezTo>
                  <a:cubicBezTo>
                    <a:pt x="84505" y="7954"/>
                    <a:pt x="89843" y="7954"/>
                    <a:pt x="95181" y="10457"/>
                  </a:cubicBezTo>
                  <a:cubicBezTo>
                    <a:pt x="90911" y="11888"/>
                    <a:pt x="84505" y="16538"/>
                    <a:pt x="84505" y="25480"/>
                  </a:cubicBezTo>
                  <a:cubicBezTo>
                    <a:pt x="84505" y="33706"/>
                    <a:pt x="90199" y="40860"/>
                    <a:pt x="99807" y="40860"/>
                  </a:cubicBezTo>
                  <a:cubicBezTo>
                    <a:pt x="110127" y="40860"/>
                    <a:pt x="115465" y="33706"/>
                    <a:pt x="115465" y="25122"/>
                  </a:cubicBezTo>
                  <a:cubicBezTo>
                    <a:pt x="115465" y="11888"/>
                    <a:pt x="102298" y="85"/>
                    <a:pt x="83438" y="85"/>
                  </a:cubicBezTo>
                  <a:cubicBezTo>
                    <a:pt x="58528" y="85"/>
                    <a:pt x="28281" y="19042"/>
                    <a:pt x="28281" y="56955"/>
                  </a:cubicBezTo>
                  <a:lnTo>
                    <a:pt x="28281" y="98088"/>
                  </a:lnTo>
                  <a:lnTo>
                    <a:pt x="168" y="98088"/>
                  </a:lnTo>
                  <a:lnTo>
                    <a:pt x="168" y="109176"/>
                  </a:lnTo>
                  <a:lnTo>
                    <a:pt x="28281" y="109176"/>
                  </a:lnTo>
                  <a:lnTo>
                    <a:pt x="28281" y="225064"/>
                  </a:lnTo>
                  <a:cubicBezTo>
                    <a:pt x="28281" y="241160"/>
                    <a:pt x="24366" y="241160"/>
                    <a:pt x="524" y="241160"/>
                  </a:cubicBezTo>
                  <a:lnTo>
                    <a:pt x="524" y="252248"/>
                  </a:lnTo>
                  <a:cubicBezTo>
                    <a:pt x="14402" y="251890"/>
                    <a:pt x="31127" y="251175"/>
                    <a:pt x="41091" y="251175"/>
                  </a:cubicBezTo>
                  <a:cubicBezTo>
                    <a:pt x="55325" y="251175"/>
                    <a:pt x="72051" y="251175"/>
                    <a:pt x="86285" y="252248"/>
                  </a:cubicBezTo>
                  <a:lnTo>
                    <a:pt x="86285" y="241160"/>
                  </a:lnTo>
                  <a:lnTo>
                    <a:pt x="78812" y="241160"/>
                  </a:lnTo>
                  <a:cubicBezTo>
                    <a:pt x="52479" y="241160"/>
                    <a:pt x="51767" y="237225"/>
                    <a:pt x="51767" y="224349"/>
                  </a:cubicBezTo>
                  <a:lnTo>
                    <a:pt x="51767" y="109176"/>
                  </a:lnTo>
                  <a:lnTo>
                    <a:pt x="92334" y="109176"/>
                  </a:lnTo>
                  <a:lnTo>
                    <a:pt x="92334" y="98088"/>
                  </a:lnTo>
                  <a:lnTo>
                    <a:pt x="50699" y="98088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79E6968C-9132-74B8-EA8C-F2CAB9B35D83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0087608" y="8141589"/>
              <a:ext cx="111382" cy="223906"/>
            </a:xfrm>
            <a:custGeom>
              <a:avLst/>
              <a:gdLst>
                <a:gd name="connsiteX0" fmla="*/ 54973 w 111382"/>
                <a:gd name="connsiteY0" fmla="*/ 76985 h 223906"/>
                <a:gd name="connsiteX1" fmla="*/ 105860 w 111382"/>
                <a:gd name="connsiteY1" fmla="*/ 76985 h 223906"/>
                <a:gd name="connsiteX2" fmla="*/ 105860 w 111382"/>
                <a:gd name="connsiteY2" fmla="*/ 65897 h 223906"/>
                <a:gd name="connsiteX3" fmla="*/ 54973 w 111382"/>
                <a:gd name="connsiteY3" fmla="*/ 65897 h 223906"/>
                <a:gd name="connsiteX4" fmla="*/ 54973 w 111382"/>
                <a:gd name="connsiteY4" fmla="*/ 85 h 223906"/>
                <a:gd name="connsiteX5" fmla="*/ 46076 w 111382"/>
                <a:gd name="connsiteY5" fmla="*/ 85 h 223906"/>
                <a:gd name="connsiteX6" fmla="*/ 171 w 111382"/>
                <a:gd name="connsiteY6" fmla="*/ 69117 h 223906"/>
                <a:gd name="connsiteX7" fmla="*/ 171 w 111382"/>
                <a:gd name="connsiteY7" fmla="*/ 76985 h 223906"/>
                <a:gd name="connsiteX8" fmla="*/ 30419 w 111382"/>
                <a:gd name="connsiteY8" fmla="*/ 76985 h 223906"/>
                <a:gd name="connsiteX9" fmla="*/ 30419 w 111382"/>
                <a:gd name="connsiteY9" fmla="*/ 175705 h 223906"/>
                <a:gd name="connsiteX10" fmla="*/ 76324 w 111382"/>
                <a:gd name="connsiteY10" fmla="*/ 223991 h 223906"/>
                <a:gd name="connsiteX11" fmla="*/ 111553 w 111382"/>
                <a:gd name="connsiteY11" fmla="*/ 175705 h 223906"/>
                <a:gd name="connsiteX12" fmla="*/ 111553 w 111382"/>
                <a:gd name="connsiteY12" fmla="*/ 155317 h 223906"/>
                <a:gd name="connsiteX13" fmla="*/ 102657 w 111382"/>
                <a:gd name="connsiteY13" fmla="*/ 155317 h 223906"/>
                <a:gd name="connsiteX14" fmla="*/ 102657 w 111382"/>
                <a:gd name="connsiteY14" fmla="*/ 174989 h 223906"/>
                <a:gd name="connsiteX15" fmla="*/ 78815 w 111382"/>
                <a:gd name="connsiteY15" fmla="*/ 215049 h 223906"/>
                <a:gd name="connsiteX16" fmla="*/ 54973 w 111382"/>
                <a:gd name="connsiteY16" fmla="*/ 176420 h 223906"/>
                <a:gd name="connsiteX17" fmla="*/ 54973 w 111382"/>
                <a:gd name="connsiteY17" fmla="*/ 76985 h 223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382" h="223906">
                  <a:moveTo>
                    <a:pt x="54973" y="76985"/>
                  </a:moveTo>
                  <a:lnTo>
                    <a:pt x="105860" y="76985"/>
                  </a:lnTo>
                  <a:lnTo>
                    <a:pt x="105860" y="65897"/>
                  </a:lnTo>
                  <a:lnTo>
                    <a:pt x="54973" y="65897"/>
                  </a:lnTo>
                  <a:lnTo>
                    <a:pt x="54973" y="85"/>
                  </a:lnTo>
                  <a:lnTo>
                    <a:pt x="46076" y="85"/>
                  </a:lnTo>
                  <a:cubicBezTo>
                    <a:pt x="45720" y="29414"/>
                    <a:pt x="35045" y="67686"/>
                    <a:pt x="171" y="69117"/>
                  </a:cubicBezTo>
                  <a:lnTo>
                    <a:pt x="171" y="76985"/>
                  </a:lnTo>
                  <a:lnTo>
                    <a:pt x="30419" y="76985"/>
                  </a:lnTo>
                  <a:lnTo>
                    <a:pt x="30419" y="175705"/>
                  </a:lnTo>
                  <a:cubicBezTo>
                    <a:pt x="30419" y="219699"/>
                    <a:pt x="63513" y="223991"/>
                    <a:pt x="76324" y="223991"/>
                  </a:cubicBezTo>
                  <a:cubicBezTo>
                    <a:pt x="101589" y="223991"/>
                    <a:pt x="111553" y="198596"/>
                    <a:pt x="111553" y="175705"/>
                  </a:cubicBezTo>
                  <a:lnTo>
                    <a:pt x="111553" y="155317"/>
                  </a:lnTo>
                  <a:lnTo>
                    <a:pt x="102657" y="155317"/>
                  </a:lnTo>
                  <a:lnTo>
                    <a:pt x="102657" y="174989"/>
                  </a:lnTo>
                  <a:cubicBezTo>
                    <a:pt x="102657" y="201457"/>
                    <a:pt x="91981" y="215049"/>
                    <a:pt x="78815" y="215049"/>
                  </a:cubicBezTo>
                  <a:cubicBezTo>
                    <a:pt x="54973" y="215049"/>
                    <a:pt x="54973" y="182500"/>
                    <a:pt x="54973" y="176420"/>
                  </a:cubicBezTo>
                  <a:lnTo>
                    <a:pt x="54973" y="76985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F660FEBA-2357-65C3-C2C7-E29A0F153B29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0230622" y="8203467"/>
              <a:ext cx="277921" cy="158093"/>
            </a:xfrm>
            <a:custGeom>
              <a:avLst/>
              <a:gdLst>
                <a:gd name="connsiteX0" fmla="*/ 27932 w 277921"/>
                <a:gd name="connsiteY0" fmla="*/ 35137 h 158093"/>
                <a:gd name="connsiteX1" fmla="*/ 27932 w 277921"/>
                <a:gd name="connsiteY1" fmla="*/ 130995 h 158093"/>
                <a:gd name="connsiteX2" fmla="*/ 175 w 277921"/>
                <a:gd name="connsiteY2" fmla="*/ 147090 h 158093"/>
                <a:gd name="connsiteX3" fmla="*/ 175 w 277921"/>
                <a:gd name="connsiteY3" fmla="*/ 158178 h 158093"/>
                <a:gd name="connsiteX4" fmla="*/ 40387 w 277921"/>
                <a:gd name="connsiteY4" fmla="*/ 157105 h 158093"/>
                <a:gd name="connsiteX5" fmla="*/ 80242 w 277921"/>
                <a:gd name="connsiteY5" fmla="*/ 158178 h 158093"/>
                <a:gd name="connsiteX6" fmla="*/ 80242 w 277921"/>
                <a:gd name="connsiteY6" fmla="*/ 147090 h 158093"/>
                <a:gd name="connsiteX7" fmla="*/ 52486 w 277921"/>
                <a:gd name="connsiteY7" fmla="*/ 130995 h 158093"/>
                <a:gd name="connsiteX8" fmla="*/ 52486 w 277921"/>
                <a:gd name="connsiteY8" fmla="*/ 65182 h 158093"/>
                <a:gd name="connsiteX9" fmla="*/ 100526 w 277921"/>
                <a:gd name="connsiteY9" fmla="*/ 7954 h 158093"/>
                <a:gd name="connsiteX10" fmla="*/ 126859 w 277921"/>
                <a:gd name="connsiteY10" fmla="*/ 47656 h 158093"/>
                <a:gd name="connsiteX11" fmla="*/ 126859 w 277921"/>
                <a:gd name="connsiteY11" fmla="*/ 130995 h 158093"/>
                <a:gd name="connsiteX12" fmla="*/ 99102 w 277921"/>
                <a:gd name="connsiteY12" fmla="*/ 147090 h 158093"/>
                <a:gd name="connsiteX13" fmla="*/ 99102 w 277921"/>
                <a:gd name="connsiteY13" fmla="*/ 158178 h 158093"/>
                <a:gd name="connsiteX14" fmla="*/ 139314 w 277921"/>
                <a:gd name="connsiteY14" fmla="*/ 157105 h 158093"/>
                <a:gd name="connsiteX15" fmla="*/ 179169 w 277921"/>
                <a:gd name="connsiteY15" fmla="*/ 158178 h 158093"/>
                <a:gd name="connsiteX16" fmla="*/ 179169 w 277921"/>
                <a:gd name="connsiteY16" fmla="*/ 147090 h 158093"/>
                <a:gd name="connsiteX17" fmla="*/ 151413 w 277921"/>
                <a:gd name="connsiteY17" fmla="*/ 130995 h 158093"/>
                <a:gd name="connsiteX18" fmla="*/ 151413 w 277921"/>
                <a:gd name="connsiteY18" fmla="*/ 65182 h 158093"/>
                <a:gd name="connsiteX19" fmla="*/ 199453 w 277921"/>
                <a:gd name="connsiteY19" fmla="*/ 7954 h 158093"/>
                <a:gd name="connsiteX20" fmla="*/ 225786 w 277921"/>
                <a:gd name="connsiteY20" fmla="*/ 47656 h 158093"/>
                <a:gd name="connsiteX21" fmla="*/ 225786 w 277921"/>
                <a:gd name="connsiteY21" fmla="*/ 130995 h 158093"/>
                <a:gd name="connsiteX22" fmla="*/ 198029 w 277921"/>
                <a:gd name="connsiteY22" fmla="*/ 147090 h 158093"/>
                <a:gd name="connsiteX23" fmla="*/ 198029 w 277921"/>
                <a:gd name="connsiteY23" fmla="*/ 158178 h 158093"/>
                <a:gd name="connsiteX24" fmla="*/ 238241 w 277921"/>
                <a:gd name="connsiteY24" fmla="*/ 157105 h 158093"/>
                <a:gd name="connsiteX25" fmla="*/ 278096 w 277921"/>
                <a:gd name="connsiteY25" fmla="*/ 158178 h 158093"/>
                <a:gd name="connsiteX26" fmla="*/ 278096 w 277921"/>
                <a:gd name="connsiteY26" fmla="*/ 147090 h 158093"/>
                <a:gd name="connsiteX27" fmla="*/ 250340 w 277921"/>
                <a:gd name="connsiteY27" fmla="*/ 136360 h 158093"/>
                <a:gd name="connsiteX28" fmla="*/ 250340 w 277921"/>
                <a:gd name="connsiteY28" fmla="*/ 68044 h 158093"/>
                <a:gd name="connsiteX29" fmla="*/ 239308 w 277921"/>
                <a:gd name="connsiteY29" fmla="*/ 13319 h 158093"/>
                <a:gd name="connsiteX30" fmla="*/ 201944 w 277921"/>
                <a:gd name="connsiteY30" fmla="*/ 85 h 158093"/>
                <a:gd name="connsiteX31" fmla="*/ 150345 w 277921"/>
                <a:gd name="connsiteY31" fmla="*/ 35137 h 158093"/>
                <a:gd name="connsiteX32" fmla="*/ 103017 w 277921"/>
                <a:gd name="connsiteY32" fmla="*/ 85 h 158093"/>
                <a:gd name="connsiteX33" fmla="*/ 50350 w 277921"/>
                <a:gd name="connsiteY33" fmla="*/ 37641 h 158093"/>
                <a:gd name="connsiteX34" fmla="*/ 50350 w 277921"/>
                <a:gd name="connsiteY34" fmla="*/ 85 h 158093"/>
                <a:gd name="connsiteX35" fmla="*/ 175 w 277921"/>
                <a:gd name="connsiteY35" fmla="*/ 4019 h 158093"/>
                <a:gd name="connsiteX36" fmla="*/ 175 w 277921"/>
                <a:gd name="connsiteY36" fmla="*/ 15107 h 158093"/>
                <a:gd name="connsiteX37" fmla="*/ 27932 w 277921"/>
                <a:gd name="connsiteY37" fmla="*/ 35137 h 158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7921" h="158093">
                  <a:moveTo>
                    <a:pt x="27932" y="35137"/>
                  </a:moveTo>
                  <a:lnTo>
                    <a:pt x="27932" y="130995"/>
                  </a:lnTo>
                  <a:cubicBezTo>
                    <a:pt x="27932" y="147090"/>
                    <a:pt x="24017" y="147090"/>
                    <a:pt x="175" y="147090"/>
                  </a:cubicBezTo>
                  <a:lnTo>
                    <a:pt x="175" y="158178"/>
                  </a:lnTo>
                  <a:cubicBezTo>
                    <a:pt x="12630" y="157821"/>
                    <a:pt x="30779" y="157105"/>
                    <a:pt x="40387" y="157105"/>
                  </a:cubicBezTo>
                  <a:cubicBezTo>
                    <a:pt x="49639" y="157105"/>
                    <a:pt x="68143" y="157821"/>
                    <a:pt x="80242" y="158178"/>
                  </a:cubicBezTo>
                  <a:lnTo>
                    <a:pt x="80242" y="147090"/>
                  </a:lnTo>
                  <a:cubicBezTo>
                    <a:pt x="56400" y="147090"/>
                    <a:pt x="52486" y="147090"/>
                    <a:pt x="52486" y="130995"/>
                  </a:cubicBezTo>
                  <a:lnTo>
                    <a:pt x="52486" y="65182"/>
                  </a:lnTo>
                  <a:cubicBezTo>
                    <a:pt x="52486" y="27984"/>
                    <a:pt x="77751" y="7954"/>
                    <a:pt x="100526" y="7954"/>
                  </a:cubicBezTo>
                  <a:cubicBezTo>
                    <a:pt x="122944" y="7954"/>
                    <a:pt x="126859" y="27268"/>
                    <a:pt x="126859" y="47656"/>
                  </a:cubicBezTo>
                  <a:lnTo>
                    <a:pt x="126859" y="130995"/>
                  </a:lnTo>
                  <a:cubicBezTo>
                    <a:pt x="126859" y="147090"/>
                    <a:pt x="122944" y="147090"/>
                    <a:pt x="99102" y="147090"/>
                  </a:cubicBezTo>
                  <a:lnTo>
                    <a:pt x="99102" y="158178"/>
                  </a:lnTo>
                  <a:cubicBezTo>
                    <a:pt x="111557" y="157821"/>
                    <a:pt x="129706" y="157105"/>
                    <a:pt x="139314" y="157105"/>
                  </a:cubicBezTo>
                  <a:cubicBezTo>
                    <a:pt x="148566" y="157105"/>
                    <a:pt x="167070" y="157821"/>
                    <a:pt x="179169" y="158178"/>
                  </a:cubicBezTo>
                  <a:lnTo>
                    <a:pt x="179169" y="147090"/>
                  </a:lnTo>
                  <a:cubicBezTo>
                    <a:pt x="155327" y="147090"/>
                    <a:pt x="151413" y="147090"/>
                    <a:pt x="151413" y="130995"/>
                  </a:cubicBezTo>
                  <a:lnTo>
                    <a:pt x="151413" y="65182"/>
                  </a:lnTo>
                  <a:cubicBezTo>
                    <a:pt x="151413" y="27984"/>
                    <a:pt x="176678" y="7954"/>
                    <a:pt x="199453" y="7954"/>
                  </a:cubicBezTo>
                  <a:cubicBezTo>
                    <a:pt x="221872" y="7954"/>
                    <a:pt x="225786" y="27268"/>
                    <a:pt x="225786" y="47656"/>
                  </a:cubicBezTo>
                  <a:lnTo>
                    <a:pt x="225786" y="130995"/>
                  </a:lnTo>
                  <a:cubicBezTo>
                    <a:pt x="225786" y="147090"/>
                    <a:pt x="221872" y="147090"/>
                    <a:pt x="198029" y="147090"/>
                  </a:cubicBezTo>
                  <a:lnTo>
                    <a:pt x="198029" y="158178"/>
                  </a:lnTo>
                  <a:cubicBezTo>
                    <a:pt x="210484" y="157821"/>
                    <a:pt x="228633" y="157105"/>
                    <a:pt x="238241" y="157105"/>
                  </a:cubicBezTo>
                  <a:cubicBezTo>
                    <a:pt x="247493" y="157105"/>
                    <a:pt x="265997" y="157821"/>
                    <a:pt x="278096" y="158178"/>
                  </a:cubicBezTo>
                  <a:lnTo>
                    <a:pt x="278096" y="147090"/>
                  </a:lnTo>
                  <a:cubicBezTo>
                    <a:pt x="259592" y="147090"/>
                    <a:pt x="250696" y="147090"/>
                    <a:pt x="250340" y="136360"/>
                  </a:cubicBezTo>
                  <a:lnTo>
                    <a:pt x="250340" y="68044"/>
                  </a:lnTo>
                  <a:cubicBezTo>
                    <a:pt x="250340" y="37283"/>
                    <a:pt x="250340" y="26195"/>
                    <a:pt x="239308" y="13319"/>
                  </a:cubicBezTo>
                  <a:cubicBezTo>
                    <a:pt x="234327" y="7238"/>
                    <a:pt x="222583" y="85"/>
                    <a:pt x="201944" y="85"/>
                  </a:cubicBezTo>
                  <a:cubicBezTo>
                    <a:pt x="172052" y="85"/>
                    <a:pt x="156395" y="21545"/>
                    <a:pt x="150345" y="35137"/>
                  </a:cubicBezTo>
                  <a:cubicBezTo>
                    <a:pt x="145363" y="4019"/>
                    <a:pt x="119030" y="85"/>
                    <a:pt x="103017" y="85"/>
                  </a:cubicBezTo>
                  <a:cubicBezTo>
                    <a:pt x="77039" y="85"/>
                    <a:pt x="60314" y="15465"/>
                    <a:pt x="50350" y="37641"/>
                  </a:cubicBezTo>
                  <a:lnTo>
                    <a:pt x="50350" y="85"/>
                  </a:lnTo>
                  <a:lnTo>
                    <a:pt x="175" y="4019"/>
                  </a:lnTo>
                  <a:lnTo>
                    <a:pt x="175" y="15107"/>
                  </a:lnTo>
                  <a:cubicBezTo>
                    <a:pt x="25085" y="15107"/>
                    <a:pt x="27932" y="17611"/>
                    <a:pt x="27932" y="35137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408FC67C-CB9A-B9C8-A69F-A463A68B2AAA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0530726" y="8201321"/>
              <a:ext cx="160489" cy="164174"/>
            </a:xfrm>
            <a:custGeom>
              <a:avLst/>
              <a:gdLst>
                <a:gd name="connsiteX0" fmla="*/ 103737 w 160489"/>
                <a:gd name="connsiteY0" fmla="*/ 133141 h 164174"/>
                <a:gd name="connsiteX1" fmla="*/ 131493 w 160489"/>
                <a:gd name="connsiteY1" fmla="*/ 162470 h 164174"/>
                <a:gd name="connsiteX2" fmla="*/ 160673 w 160489"/>
                <a:gd name="connsiteY2" fmla="*/ 128491 h 164174"/>
                <a:gd name="connsiteX3" fmla="*/ 160673 w 160489"/>
                <a:gd name="connsiteY3" fmla="*/ 108461 h 164174"/>
                <a:gd name="connsiteX4" fmla="*/ 151777 w 160489"/>
                <a:gd name="connsiteY4" fmla="*/ 108461 h 164174"/>
                <a:gd name="connsiteX5" fmla="*/ 151777 w 160489"/>
                <a:gd name="connsiteY5" fmla="*/ 128491 h 164174"/>
                <a:gd name="connsiteX6" fmla="*/ 138966 w 160489"/>
                <a:gd name="connsiteY6" fmla="*/ 151382 h 164174"/>
                <a:gd name="connsiteX7" fmla="*/ 125800 w 160489"/>
                <a:gd name="connsiteY7" fmla="*/ 133499 h 164174"/>
                <a:gd name="connsiteX8" fmla="*/ 125800 w 160489"/>
                <a:gd name="connsiteY8" fmla="*/ 61963 h 164174"/>
                <a:gd name="connsiteX9" fmla="*/ 112989 w 160489"/>
                <a:gd name="connsiteY9" fmla="*/ 19757 h 164174"/>
                <a:gd name="connsiteX10" fmla="*/ 64237 w 160489"/>
                <a:gd name="connsiteY10" fmla="*/ 85 h 164174"/>
                <a:gd name="connsiteX11" fmla="*/ 10503 w 160489"/>
                <a:gd name="connsiteY11" fmla="*/ 40502 h 164174"/>
                <a:gd name="connsiteX12" fmla="*/ 26872 w 160489"/>
                <a:gd name="connsiteY12" fmla="*/ 57313 h 164174"/>
                <a:gd name="connsiteX13" fmla="*/ 43242 w 160489"/>
                <a:gd name="connsiteY13" fmla="*/ 40860 h 164174"/>
                <a:gd name="connsiteX14" fmla="*/ 25093 w 160489"/>
                <a:gd name="connsiteY14" fmla="*/ 24407 h 164174"/>
                <a:gd name="connsiteX15" fmla="*/ 63525 w 160489"/>
                <a:gd name="connsiteY15" fmla="*/ 7954 h 164174"/>
                <a:gd name="connsiteX16" fmla="*/ 101246 w 160489"/>
                <a:gd name="connsiteY16" fmla="*/ 53736 h 164174"/>
                <a:gd name="connsiteX17" fmla="*/ 101246 w 160489"/>
                <a:gd name="connsiteY17" fmla="*/ 66970 h 164174"/>
                <a:gd name="connsiteX18" fmla="*/ 35769 w 160489"/>
                <a:gd name="connsiteY18" fmla="*/ 79847 h 164174"/>
                <a:gd name="connsiteX19" fmla="*/ 183 w 160489"/>
                <a:gd name="connsiteY19" fmla="*/ 126345 h 164174"/>
                <a:gd name="connsiteX20" fmla="*/ 57120 w 160489"/>
                <a:gd name="connsiteY20" fmla="*/ 164259 h 164174"/>
                <a:gd name="connsiteX21" fmla="*/ 103737 w 160489"/>
                <a:gd name="connsiteY21" fmla="*/ 133141 h 164174"/>
                <a:gd name="connsiteX22" fmla="*/ 101246 w 160489"/>
                <a:gd name="connsiteY22" fmla="*/ 74482 h 164174"/>
                <a:gd name="connsiteX23" fmla="*/ 101246 w 160489"/>
                <a:gd name="connsiteY23" fmla="*/ 110249 h 164174"/>
                <a:gd name="connsiteX24" fmla="*/ 59611 w 160489"/>
                <a:gd name="connsiteY24" fmla="*/ 156390 h 164174"/>
                <a:gd name="connsiteX25" fmla="*/ 27584 w 160489"/>
                <a:gd name="connsiteY25" fmla="*/ 125987 h 164174"/>
                <a:gd name="connsiteX26" fmla="*/ 101246 w 160489"/>
                <a:gd name="connsiteY26" fmla="*/ 74482 h 164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0489" h="164174">
                  <a:moveTo>
                    <a:pt x="103737" y="133141"/>
                  </a:moveTo>
                  <a:cubicBezTo>
                    <a:pt x="105160" y="147448"/>
                    <a:pt x="114768" y="162470"/>
                    <a:pt x="131493" y="162470"/>
                  </a:cubicBezTo>
                  <a:cubicBezTo>
                    <a:pt x="138966" y="162470"/>
                    <a:pt x="160673" y="157463"/>
                    <a:pt x="160673" y="128491"/>
                  </a:cubicBezTo>
                  <a:lnTo>
                    <a:pt x="160673" y="108461"/>
                  </a:lnTo>
                  <a:lnTo>
                    <a:pt x="151777" y="108461"/>
                  </a:lnTo>
                  <a:lnTo>
                    <a:pt x="151777" y="128491"/>
                  </a:lnTo>
                  <a:cubicBezTo>
                    <a:pt x="151777" y="149236"/>
                    <a:pt x="142881" y="151382"/>
                    <a:pt x="138966" y="151382"/>
                  </a:cubicBezTo>
                  <a:cubicBezTo>
                    <a:pt x="127223" y="151382"/>
                    <a:pt x="125800" y="135287"/>
                    <a:pt x="125800" y="133499"/>
                  </a:cubicBezTo>
                  <a:lnTo>
                    <a:pt x="125800" y="61963"/>
                  </a:lnTo>
                  <a:cubicBezTo>
                    <a:pt x="125800" y="46940"/>
                    <a:pt x="125800" y="32991"/>
                    <a:pt x="112989" y="19757"/>
                  </a:cubicBezTo>
                  <a:cubicBezTo>
                    <a:pt x="99111" y="5808"/>
                    <a:pt x="81318" y="85"/>
                    <a:pt x="64237" y="85"/>
                  </a:cubicBezTo>
                  <a:cubicBezTo>
                    <a:pt x="35057" y="85"/>
                    <a:pt x="10503" y="16896"/>
                    <a:pt x="10503" y="40502"/>
                  </a:cubicBezTo>
                  <a:cubicBezTo>
                    <a:pt x="10503" y="51233"/>
                    <a:pt x="17620" y="57313"/>
                    <a:pt x="26872" y="57313"/>
                  </a:cubicBezTo>
                  <a:cubicBezTo>
                    <a:pt x="36836" y="57313"/>
                    <a:pt x="43242" y="50160"/>
                    <a:pt x="43242" y="40860"/>
                  </a:cubicBezTo>
                  <a:cubicBezTo>
                    <a:pt x="43242" y="36568"/>
                    <a:pt x="41462" y="24764"/>
                    <a:pt x="25093" y="24407"/>
                  </a:cubicBezTo>
                  <a:cubicBezTo>
                    <a:pt x="34701" y="11888"/>
                    <a:pt x="52138" y="7954"/>
                    <a:pt x="63525" y="7954"/>
                  </a:cubicBezTo>
                  <a:cubicBezTo>
                    <a:pt x="80962" y="7954"/>
                    <a:pt x="101246" y="21903"/>
                    <a:pt x="101246" y="53736"/>
                  </a:cubicBezTo>
                  <a:lnTo>
                    <a:pt x="101246" y="66970"/>
                  </a:lnTo>
                  <a:cubicBezTo>
                    <a:pt x="83097" y="68044"/>
                    <a:pt x="58188" y="69117"/>
                    <a:pt x="35769" y="79847"/>
                  </a:cubicBezTo>
                  <a:cubicBezTo>
                    <a:pt x="9080" y="92008"/>
                    <a:pt x="183" y="110607"/>
                    <a:pt x="183" y="126345"/>
                  </a:cubicBezTo>
                  <a:cubicBezTo>
                    <a:pt x="183" y="155317"/>
                    <a:pt x="34701" y="164259"/>
                    <a:pt x="57120" y="164259"/>
                  </a:cubicBezTo>
                  <a:cubicBezTo>
                    <a:pt x="80606" y="164259"/>
                    <a:pt x="96975" y="149952"/>
                    <a:pt x="103737" y="133141"/>
                  </a:cubicBezTo>
                  <a:close/>
                  <a:moveTo>
                    <a:pt x="101246" y="74482"/>
                  </a:moveTo>
                  <a:lnTo>
                    <a:pt x="101246" y="110249"/>
                  </a:lnTo>
                  <a:cubicBezTo>
                    <a:pt x="101246" y="144229"/>
                    <a:pt x="75624" y="156390"/>
                    <a:pt x="59611" y="156390"/>
                  </a:cubicBezTo>
                  <a:cubicBezTo>
                    <a:pt x="42174" y="156390"/>
                    <a:pt x="27584" y="143871"/>
                    <a:pt x="27584" y="125987"/>
                  </a:cubicBezTo>
                  <a:cubicBezTo>
                    <a:pt x="27584" y="106315"/>
                    <a:pt x="42530" y="76628"/>
                    <a:pt x="101246" y="74482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C9A28FBE-57B3-AB59-14FB-7B343A3E62C6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0697977" y="8207402"/>
              <a:ext cx="179349" cy="154159"/>
            </a:xfrm>
            <a:custGeom>
              <a:avLst/>
              <a:gdLst>
                <a:gd name="connsiteX0" fmla="*/ 98048 w 179349"/>
                <a:gd name="connsiteY0" fmla="*/ 70190 h 154159"/>
                <a:gd name="connsiteX1" fmla="*/ 130787 w 179349"/>
                <a:gd name="connsiteY1" fmla="*/ 29772 h 154159"/>
                <a:gd name="connsiteX2" fmla="*/ 173133 w 179349"/>
                <a:gd name="connsiteY2" fmla="*/ 11173 h 154159"/>
                <a:gd name="connsiteX3" fmla="*/ 173133 w 179349"/>
                <a:gd name="connsiteY3" fmla="*/ 85 h 154159"/>
                <a:gd name="connsiteX4" fmla="*/ 143953 w 179349"/>
                <a:gd name="connsiteY4" fmla="*/ 1158 h 154159"/>
                <a:gd name="connsiteX5" fmla="*/ 109791 w 179349"/>
                <a:gd name="connsiteY5" fmla="*/ 85 h 154159"/>
                <a:gd name="connsiteX6" fmla="*/ 109791 w 179349"/>
                <a:gd name="connsiteY6" fmla="*/ 11173 h 154159"/>
                <a:gd name="connsiteX7" fmla="*/ 120111 w 179349"/>
                <a:gd name="connsiteY7" fmla="*/ 22261 h 154159"/>
                <a:gd name="connsiteX8" fmla="*/ 114773 w 179349"/>
                <a:gd name="connsiteY8" fmla="*/ 34779 h 154159"/>
                <a:gd name="connsiteX9" fmla="*/ 92710 w 179349"/>
                <a:gd name="connsiteY9" fmla="*/ 62678 h 154159"/>
                <a:gd name="connsiteX10" fmla="*/ 64954 w 179349"/>
                <a:gd name="connsiteY10" fmla="*/ 26553 h 154159"/>
                <a:gd name="connsiteX11" fmla="*/ 61751 w 179349"/>
                <a:gd name="connsiteY11" fmla="*/ 20115 h 154159"/>
                <a:gd name="connsiteX12" fmla="*/ 74206 w 179349"/>
                <a:gd name="connsiteY12" fmla="*/ 11173 h 154159"/>
                <a:gd name="connsiteX13" fmla="*/ 74206 w 179349"/>
                <a:gd name="connsiteY13" fmla="*/ 85 h 154159"/>
                <a:gd name="connsiteX14" fmla="*/ 35774 w 179349"/>
                <a:gd name="connsiteY14" fmla="*/ 1158 h 154159"/>
                <a:gd name="connsiteX15" fmla="*/ 1968 w 179349"/>
                <a:gd name="connsiteY15" fmla="*/ 85 h 154159"/>
                <a:gd name="connsiteX16" fmla="*/ 1968 w 179349"/>
                <a:gd name="connsiteY16" fmla="*/ 11173 h 154159"/>
                <a:gd name="connsiteX17" fmla="*/ 43958 w 179349"/>
                <a:gd name="connsiteY17" fmla="*/ 32991 h 154159"/>
                <a:gd name="connsiteX18" fmla="*/ 79188 w 179349"/>
                <a:gd name="connsiteY18" fmla="*/ 79132 h 154159"/>
                <a:gd name="connsiteX19" fmla="*/ 45738 w 179349"/>
                <a:gd name="connsiteY19" fmla="*/ 121695 h 154159"/>
                <a:gd name="connsiteX20" fmla="*/ 188 w 179349"/>
                <a:gd name="connsiteY20" fmla="*/ 143156 h 154159"/>
                <a:gd name="connsiteX21" fmla="*/ 188 w 179349"/>
                <a:gd name="connsiteY21" fmla="*/ 154244 h 154159"/>
                <a:gd name="connsiteX22" fmla="*/ 29724 w 179349"/>
                <a:gd name="connsiteY22" fmla="*/ 153171 h 154159"/>
                <a:gd name="connsiteX23" fmla="*/ 63530 w 179349"/>
                <a:gd name="connsiteY23" fmla="*/ 154244 h 154159"/>
                <a:gd name="connsiteX24" fmla="*/ 63530 w 179349"/>
                <a:gd name="connsiteY24" fmla="*/ 143156 h 154159"/>
                <a:gd name="connsiteX25" fmla="*/ 53211 w 179349"/>
                <a:gd name="connsiteY25" fmla="*/ 132068 h 154159"/>
                <a:gd name="connsiteX26" fmla="*/ 85237 w 179349"/>
                <a:gd name="connsiteY26" fmla="*/ 86643 h 154159"/>
                <a:gd name="connsiteX27" fmla="*/ 112282 w 179349"/>
                <a:gd name="connsiteY27" fmla="*/ 122411 h 154159"/>
                <a:gd name="connsiteX28" fmla="*/ 119755 w 179349"/>
                <a:gd name="connsiteY28" fmla="*/ 134214 h 154159"/>
                <a:gd name="connsiteX29" fmla="*/ 106944 w 179349"/>
                <a:gd name="connsiteY29" fmla="*/ 143156 h 154159"/>
                <a:gd name="connsiteX30" fmla="*/ 106944 w 179349"/>
                <a:gd name="connsiteY30" fmla="*/ 154244 h 154159"/>
                <a:gd name="connsiteX31" fmla="*/ 145377 w 179349"/>
                <a:gd name="connsiteY31" fmla="*/ 153171 h 154159"/>
                <a:gd name="connsiteX32" fmla="*/ 179538 w 179349"/>
                <a:gd name="connsiteY32" fmla="*/ 154244 h 154159"/>
                <a:gd name="connsiteX33" fmla="*/ 179538 w 179349"/>
                <a:gd name="connsiteY33" fmla="*/ 143156 h 154159"/>
                <a:gd name="connsiteX34" fmla="*/ 145732 w 179349"/>
                <a:gd name="connsiteY34" fmla="*/ 132068 h 154159"/>
                <a:gd name="connsiteX35" fmla="*/ 98048 w 179349"/>
                <a:gd name="connsiteY35" fmla="*/ 70190 h 15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9349" h="154159">
                  <a:moveTo>
                    <a:pt x="98048" y="70190"/>
                  </a:moveTo>
                  <a:cubicBezTo>
                    <a:pt x="108724" y="56598"/>
                    <a:pt x="122246" y="39072"/>
                    <a:pt x="130787" y="29772"/>
                  </a:cubicBezTo>
                  <a:cubicBezTo>
                    <a:pt x="141818" y="16896"/>
                    <a:pt x="156408" y="11530"/>
                    <a:pt x="173133" y="11173"/>
                  </a:cubicBezTo>
                  <a:lnTo>
                    <a:pt x="173133" y="85"/>
                  </a:lnTo>
                  <a:cubicBezTo>
                    <a:pt x="163881" y="800"/>
                    <a:pt x="153205" y="1158"/>
                    <a:pt x="143953" y="1158"/>
                  </a:cubicBezTo>
                  <a:cubicBezTo>
                    <a:pt x="133277" y="1158"/>
                    <a:pt x="114417" y="442"/>
                    <a:pt x="109791" y="85"/>
                  </a:cubicBezTo>
                  <a:lnTo>
                    <a:pt x="109791" y="11173"/>
                  </a:lnTo>
                  <a:cubicBezTo>
                    <a:pt x="117264" y="11888"/>
                    <a:pt x="120111" y="16538"/>
                    <a:pt x="120111" y="22261"/>
                  </a:cubicBezTo>
                  <a:cubicBezTo>
                    <a:pt x="120111" y="27984"/>
                    <a:pt x="116552" y="32633"/>
                    <a:pt x="114773" y="34779"/>
                  </a:cubicBezTo>
                  <a:lnTo>
                    <a:pt x="92710" y="62678"/>
                  </a:lnTo>
                  <a:lnTo>
                    <a:pt x="64954" y="26553"/>
                  </a:lnTo>
                  <a:cubicBezTo>
                    <a:pt x="61751" y="22976"/>
                    <a:pt x="61751" y="22261"/>
                    <a:pt x="61751" y="20115"/>
                  </a:cubicBezTo>
                  <a:cubicBezTo>
                    <a:pt x="61751" y="14749"/>
                    <a:pt x="67089" y="11530"/>
                    <a:pt x="74206" y="11173"/>
                  </a:cubicBezTo>
                  <a:lnTo>
                    <a:pt x="74206" y="85"/>
                  </a:lnTo>
                  <a:cubicBezTo>
                    <a:pt x="64954" y="442"/>
                    <a:pt x="41467" y="1158"/>
                    <a:pt x="35774" y="1158"/>
                  </a:cubicBezTo>
                  <a:cubicBezTo>
                    <a:pt x="28301" y="1158"/>
                    <a:pt x="11576" y="800"/>
                    <a:pt x="1968" y="85"/>
                  </a:cubicBezTo>
                  <a:lnTo>
                    <a:pt x="1968" y="11173"/>
                  </a:lnTo>
                  <a:cubicBezTo>
                    <a:pt x="26877" y="11173"/>
                    <a:pt x="27233" y="11530"/>
                    <a:pt x="43958" y="32991"/>
                  </a:cubicBezTo>
                  <a:lnTo>
                    <a:pt x="79188" y="79132"/>
                  </a:lnTo>
                  <a:lnTo>
                    <a:pt x="45738" y="121695"/>
                  </a:lnTo>
                  <a:cubicBezTo>
                    <a:pt x="28657" y="142441"/>
                    <a:pt x="7661" y="143156"/>
                    <a:pt x="188" y="143156"/>
                  </a:cubicBezTo>
                  <a:lnTo>
                    <a:pt x="188" y="154244"/>
                  </a:lnTo>
                  <a:cubicBezTo>
                    <a:pt x="9441" y="153529"/>
                    <a:pt x="20472" y="153171"/>
                    <a:pt x="29724" y="153171"/>
                  </a:cubicBezTo>
                  <a:cubicBezTo>
                    <a:pt x="40044" y="153171"/>
                    <a:pt x="54990" y="153886"/>
                    <a:pt x="63530" y="154244"/>
                  </a:cubicBezTo>
                  <a:lnTo>
                    <a:pt x="63530" y="143156"/>
                  </a:lnTo>
                  <a:cubicBezTo>
                    <a:pt x="55702" y="142083"/>
                    <a:pt x="53211" y="137433"/>
                    <a:pt x="53211" y="132068"/>
                  </a:cubicBezTo>
                  <a:cubicBezTo>
                    <a:pt x="53211" y="124199"/>
                    <a:pt x="63530" y="112396"/>
                    <a:pt x="85237" y="86643"/>
                  </a:cubicBezTo>
                  <a:lnTo>
                    <a:pt x="112282" y="122411"/>
                  </a:lnTo>
                  <a:cubicBezTo>
                    <a:pt x="115129" y="126345"/>
                    <a:pt x="119755" y="132068"/>
                    <a:pt x="119755" y="134214"/>
                  </a:cubicBezTo>
                  <a:cubicBezTo>
                    <a:pt x="119755" y="137433"/>
                    <a:pt x="116552" y="142798"/>
                    <a:pt x="106944" y="143156"/>
                  </a:cubicBezTo>
                  <a:lnTo>
                    <a:pt x="106944" y="154244"/>
                  </a:lnTo>
                  <a:cubicBezTo>
                    <a:pt x="117620" y="153886"/>
                    <a:pt x="137548" y="153171"/>
                    <a:pt x="145377" y="153171"/>
                  </a:cubicBezTo>
                  <a:cubicBezTo>
                    <a:pt x="154985" y="153171"/>
                    <a:pt x="168863" y="153529"/>
                    <a:pt x="179538" y="154244"/>
                  </a:cubicBezTo>
                  <a:lnTo>
                    <a:pt x="179538" y="143156"/>
                  </a:lnTo>
                  <a:cubicBezTo>
                    <a:pt x="160322" y="143156"/>
                    <a:pt x="153917" y="142441"/>
                    <a:pt x="145732" y="132068"/>
                  </a:cubicBezTo>
                  <a:lnTo>
                    <a:pt x="98048" y="70190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62B81E5-A6A0-AE77-00BE-948CF0CDDBB0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0916748" y="8093303"/>
              <a:ext cx="82557" cy="357677"/>
            </a:xfrm>
            <a:custGeom>
              <a:avLst/>
              <a:gdLst>
                <a:gd name="connsiteX0" fmla="*/ 82752 w 82557"/>
                <a:gd name="connsiteY0" fmla="*/ 354186 h 357677"/>
                <a:gd name="connsiteX1" fmla="*/ 76702 w 82557"/>
                <a:gd name="connsiteY1" fmla="*/ 346317 h 357677"/>
                <a:gd name="connsiteX2" fmla="*/ 20833 w 82557"/>
                <a:gd name="connsiteY2" fmla="*/ 178924 h 357677"/>
                <a:gd name="connsiteX3" fmla="*/ 78126 w 82557"/>
                <a:gd name="connsiteY3" fmla="*/ 9742 h 357677"/>
                <a:gd name="connsiteX4" fmla="*/ 82752 w 82557"/>
                <a:gd name="connsiteY4" fmla="*/ 3661 h 357677"/>
                <a:gd name="connsiteX5" fmla="*/ 79193 w 82557"/>
                <a:gd name="connsiteY5" fmla="*/ 85 h 357677"/>
                <a:gd name="connsiteX6" fmla="*/ 22612 w 82557"/>
                <a:gd name="connsiteY6" fmla="*/ 69832 h 357677"/>
                <a:gd name="connsiteX7" fmla="*/ 194 w 82557"/>
                <a:gd name="connsiteY7" fmla="*/ 178924 h 357677"/>
                <a:gd name="connsiteX8" fmla="*/ 23680 w 82557"/>
                <a:gd name="connsiteY8" fmla="*/ 290519 h 357677"/>
                <a:gd name="connsiteX9" fmla="*/ 79193 w 82557"/>
                <a:gd name="connsiteY9" fmla="*/ 357763 h 357677"/>
                <a:gd name="connsiteX10" fmla="*/ 82752 w 82557"/>
                <a:gd name="connsiteY10" fmla="*/ 354186 h 357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557" h="357677">
                  <a:moveTo>
                    <a:pt x="82752" y="354186"/>
                  </a:moveTo>
                  <a:cubicBezTo>
                    <a:pt x="82752" y="353113"/>
                    <a:pt x="82752" y="352397"/>
                    <a:pt x="76702" y="346317"/>
                  </a:cubicBezTo>
                  <a:cubicBezTo>
                    <a:pt x="32220" y="301250"/>
                    <a:pt x="20833" y="233648"/>
                    <a:pt x="20833" y="178924"/>
                  </a:cubicBezTo>
                  <a:cubicBezTo>
                    <a:pt x="20833" y="116688"/>
                    <a:pt x="34356" y="54452"/>
                    <a:pt x="78126" y="9742"/>
                  </a:cubicBezTo>
                  <a:cubicBezTo>
                    <a:pt x="82752" y="5450"/>
                    <a:pt x="82752" y="4734"/>
                    <a:pt x="82752" y="3661"/>
                  </a:cubicBezTo>
                  <a:cubicBezTo>
                    <a:pt x="82752" y="1158"/>
                    <a:pt x="81328" y="85"/>
                    <a:pt x="79193" y="85"/>
                  </a:cubicBezTo>
                  <a:cubicBezTo>
                    <a:pt x="75635" y="85"/>
                    <a:pt x="43608" y="24407"/>
                    <a:pt x="22612" y="69832"/>
                  </a:cubicBezTo>
                  <a:cubicBezTo>
                    <a:pt x="4464" y="109176"/>
                    <a:pt x="194" y="148879"/>
                    <a:pt x="194" y="178924"/>
                  </a:cubicBezTo>
                  <a:cubicBezTo>
                    <a:pt x="194" y="206823"/>
                    <a:pt x="4108" y="250102"/>
                    <a:pt x="23680" y="290519"/>
                  </a:cubicBezTo>
                  <a:cubicBezTo>
                    <a:pt x="45031" y="334514"/>
                    <a:pt x="75635" y="357763"/>
                    <a:pt x="79193" y="357763"/>
                  </a:cubicBezTo>
                  <a:cubicBezTo>
                    <a:pt x="81328" y="357763"/>
                    <a:pt x="82752" y="356690"/>
                    <a:pt x="82752" y="354186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4F50AB37-8B7B-43DC-5D38-1FB5E4249A6C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1061897" y="8093303"/>
              <a:ext cx="48751" cy="357677"/>
            </a:xfrm>
            <a:custGeom>
              <a:avLst/>
              <a:gdLst>
                <a:gd name="connsiteX0" fmla="*/ 48949 w 48751"/>
                <a:gd name="connsiteY0" fmla="*/ 357763 h 357677"/>
                <a:gd name="connsiteX1" fmla="*/ 48949 w 48751"/>
                <a:gd name="connsiteY1" fmla="*/ 343456 h 357677"/>
                <a:gd name="connsiteX2" fmla="*/ 14432 w 48751"/>
                <a:gd name="connsiteY2" fmla="*/ 343456 h 357677"/>
                <a:gd name="connsiteX3" fmla="*/ 14432 w 48751"/>
                <a:gd name="connsiteY3" fmla="*/ 14392 h 357677"/>
                <a:gd name="connsiteX4" fmla="*/ 48949 w 48751"/>
                <a:gd name="connsiteY4" fmla="*/ 14392 h 357677"/>
                <a:gd name="connsiteX5" fmla="*/ 48949 w 48751"/>
                <a:gd name="connsiteY5" fmla="*/ 85 h 357677"/>
                <a:gd name="connsiteX6" fmla="*/ 198 w 48751"/>
                <a:gd name="connsiteY6" fmla="*/ 85 h 357677"/>
                <a:gd name="connsiteX7" fmla="*/ 198 w 48751"/>
                <a:gd name="connsiteY7" fmla="*/ 357763 h 357677"/>
                <a:gd name="connsiteX8" fmla="*/ 48949 w 48751"/>
                <a:gd name="connsiteY8" fmla="*/ 357763 h 357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751" h="357677">
                  <a:moveTo>
                    <a:pt x="48949" y="357763"/>
                  </a:moveTo>
                  <a:lnTo>
                    <a:pt x="48949" y="343456"/>
                  </a:lnTo>
                  <a:lnTo>
                    <a:pt x="14432" y="343456"/>
                  </a:lnTo>
                  <a:lnTo>
                    <a:pt x="14432" y="14392"/>
                  </a:lnTo>
                  <a:lnTo>
                    <a:pt x="48949" y="14392"/>
                  </a:lnTo>
                  <a:lnTo>
                    <a:pt x="48949" y="85"/>
                  </a:lnTo>
                  <a:lnTo>
                    <a:pt x="198" y="85"/>
                  </a:lnTo>
                  <a:lnTo>
                    <a:pt x="198" y="357763"/>
                  </a:lnTo>
                  <a:lnTo>
                    <a:pt x="48949" y="357763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B00187EA-3518-53C5-D5B4-567656B2D33C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1150425" y="8123347"/>
              <a:ext cx="117431" cy="238213"/>
            </a:xfrm>
            <a:custGeom>
              <a:avLst/>
              <a:gdLst>
                <a:gd name="connsiteX0" fmla="*/ 73150 w 117431"/>
                <a:gd name="connsiteY0" fmla="*/ 9384 h 238213"/>
                <a:gd name="connsiteX1" fmla="*/ 64966 w 117431"/>
                <a:gd name="connsiteY1" fmla="*/ 85 h 238213"/>
                <a:gd name="connsiteX2" fmla="*/ 200 w 117431"/>
                <a:gd name="connsiteY2" fmla="*/ 22976 h 238213"/>
                <a:gd name="connsiteX3" fmla="*/ 200 w 117431"/>
                <a:gd name="connsiteY3" fmla="*/ 34064 h 238213"/>
                <a:gd name="connsiteX4" fmla="*/ 46817 w 117431"/>
                <a:gd name="connsiteY4" fmla="*/ 24764 h 238213"/>
                <a:gd name="connsiteX5" fmla="*/ 46817 w 117431"/>
                <a:gd name="connsiteY5" fmla="*/ 210042 h 238213"/>
                <a:gd name="connsiteX6" fmla="*/ 13723 w 117431"/>
                <a:gd name="connsiteY6" fmla="*/ 227210 h 238213"/>
                <a:gd name="connsiteX7" fmla="*/ 2335 w 117431"/>
                <a:gd name="connsiteY7" fmla="*/ 227210 h 238213"/>
                <a:gd name="connsiteX8" fmla="*/ 2335 w 117431"/>
                <a:gd name="connsiteY8" fmla="*/ 238298 h 238213"/>
                <a:gd name="connsiteX9" fmla="*/ 59984 w 117431"/>
                <a:gd name="connsiteY9" fmla="*/ 237225 h 238213"/>
                <a:gd name="connsiteX10" fmla="*/ 117632 w 117431"/>
                <a:gd name="connsiteY10" fmla="*/ 238298 h 238213"/>
                <a:gd name="connsiteX11" fmla="*/ 117632 w 117431"/>
                <a:gd name="connsiteY11" fmla="*/ 227210 h 238213"/>
                <a:gd name="connsiteX12" fmla="*/ 106245 w 117431"/>
                <a:gd name="connsiteY12" fmla="*/ 227210 h 238213"/>
                <a:gd name="connsiteX13" fmla="*/ 73150 w 117431"/>
                <a:gd name="connsiteY13" fmla="*/ 210042 h 238213"/>
                <a:gd name="connsiteX14" fmla="*/ 73150 w 117431"/>
                <a:gd name="connsiteY14" fmla="*/ 9384 h 238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7431" h="238213">
                  <a:moveTo>
                    <a:pt x="73150" y="9384"/>
                  </a:moveTo>
                  <a:cubicBezTo>
                    <a:pt x="73150" y="800"/>
                    <a:pt x="73150" y="85"/>
                    <a:pt x="64966" y="85"/>
                  </a:cubicBezTo>
                  <a:cubicBezTo>
                    <a:pt x="42903" y="22976"/>
                    <a:pt x="11588" y="22976"/>
                    <a:pt x="200" y="22976"/>
                  </a:cubicBezTo>
                  <a:lnTo>
                    <a:pt x="200" y="34064"/>
                  </a:lnTo>
                  <a:cubicBezTo>
                    <a:pt x="7317" y="34064"/>
                    <a:pt x="28313" y="34064"/>
                    <a:pt x="46817" y="24764"/>
                  </a:cubicBezTo>
                  <a:lnTo>
                    <a:pt x="46817" y="210042"/>
                  </a:lnTo>
                  <a:cubicBezTo>
                    <a:pt x="46817" y="222918"/>
                    <a:pt x="45750" y="227210"/>
                    <a:pt x="13723" y="227210"/>
                  </a:cubicBezTo>
                  <a:lnTo>
                    <a:pt x="2335" y="227210"/>
                  </a:lnTo>
                  <a:lnTo>
                    <a:pt x="2335" y="238298"/>
                  </a:lnTo>
                  <a:cubicBezTo>
                    <a:pt x="14790" y="237225"/>
                    <a:pt x="45750" y="237225"/>
                    <a:pt x="59984" y="237225"/>
                  </a:cubicBezTo>
                  <a:cubicBezTo>
                    <a:pt x="74218" y="237225"/>
                    <a:pt x="105177" y="237225"/>
                    <a:pt x="117632" y="238298"/>
                  </a:cubicBezTo>
                  <a:lnTo>
                    <a:pt x="117632" y="227210"/>
                  </a:lnTo>
                  <a:lnTo>
                    <a:pt x="106245" y="227210"/>
                  </a:lnTo>
                  <a:cubicBezTo>
                    <a:pt x="74218" y="227210"/>
                    <a:pt x="73150" y="223276"/>
                    <a:pt x="73150" y="210042"/>
                  </a:cubicBezTo>
                  <a:lnTo>
                    <a:pt x="73150" y="9384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62EA780B-CA8D-3AF4-C57B-612214DFC311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1327285" y="8323647"/>
              <a:ext cx="41634" cy="106945"/>
            </a:xfrm>
            <a:custGeom>
              <a:avLst/>
              <a:gdLst>
                <a:gd name="connsiteX0" fmla="*/ 41840 w 41634"/>
                <a:gd name="connsiteY0" fmla="*/ 37641 h 106945"/>
                <a:gd name="connsiteX1" fmla="*/ 19066 w 41634"/>
                <a:gd name="connsiteY1" fmla="*/ 85 h 106945"/>
                <a:gd name="connsiteX2" fmla="*/ 205 w 41634"/>
                <a:gd name="connsiteY2" fmla="*/ 19042 h 106945"/>
                <a:gd name="connsiteX3" fmla="*/ 19066 w 41634"/>
                <a:gd name="connsiteY3" fmla="*/ 37999 h 106945"/>
                <a:gd name="connsiteX4" fmla="*/ 31520 w 41634"/>
                <a:gd name="connsiteY4" fmla="*/ 33349 h 106945"/>
                <a:gd name="connsiteX5" fmla="*/ 33300 w 41634"/>
                <a:gd name="connsiteY5" fmla="*/ 32276 h 106945"/>
                <a:gd name="connsiteX6" fmla="*/ 34011 w 41634"/>
                <a:gd name="connsiteY6" fmla="*/ 37641 h 106945"/>
                <a:gd name="connsiteX7" fmla="*/ 9813 w 41634"/>
                <a:gd name="connsiteY7" fmla="*/ 97373 h 106945"/>
                <a:gd name="connsiteX8" fmla="*/ 5899 w 41634"/>
                <a:gd name="connsiteY8" fmla="*/ 103096 h 106945"/>
                <a:gd name="connsiteX9" fmla="*/ 9458 w 41634"/>
                <a:gd name="connsiteY9" fmla="*/ 107030 h 106945"/>
                <a:gd name="connsiteX10" fmla="*/ 41840 w 41634"/>
                <a:gd name="connsiteY10" fmla="*/ 37641 h 106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634" h="106945">
                  <a:moveTo>
                    <a:pt x="41840" y="37641"/>
                  </a:moveTo>
                  <a:cubicBezTo>
                    <a:pt x="41840" y="14034"/>
                    <a:pt x="32944" y="85"/>
                    <a:pt x="19066" y="85"/>
                  </a:cubicBezTo>
                  <a:cubicBezTo>
                    <a:pt x="7322" y="85"/>
                    <a:pt x="205" y="9027"/>
                    <a:pt x="205" y="19042"/>
                  </a:cubicBezTo>
                  <a:cubicBezTo>
                    <a:pt x="205" y="28699"/>
                    <a:pt x="7322" y="37999"/>
                    <a:pt x="19066" y="37999"/>
                  </a:cubicBezTo>
                  <a:cubicBezTo>
                    <a:pt x="23336" y="37999"/>
                    <a:pt x="27962" y="36568"/>
                    <a:pt x="31520" y="33349"/>
                  </a:cubicBezTo>
                  <a:cubicBezTo>
                    <a:pt x="32588" y="32633"/>
                    <a:pt x="32944" y="32276"/>
                    <a:pt x="33300" y="32276"/>
                  </a:cubicBezTo>
                  <a:cubicBezTo>
                    <a:pt x="33656" y="32276"/>
                    <a:pt x="34011" y="32633"/>
                    <a:pt x="34011" y="37641"/>
                  </a:cubicBezTo>
                  <a:cubicBezTo>
                    <a:pt x="34011" y="64109"/>
                    <a:pt x="21557" y="85570"/>
                    <a:pt x="9813" y="97373"/>
                  </a:cubicBezTo>
                  <a:cubicBezTo>
                    <a:pt x="5899" y="101308"/>
                    <a:pt x="5899" y="102023"/>
                    <a:pt x="5899" y="103096"/>
                  </a:cubicBezTo>
                  <a:cubicBezTo>
                    <a:pt x="5899" y="105600"/>
                    <a:pt x="7678" y="107030"/>
                    <a:pt x="9458" y="107030"/>
                  </a:cubicBezTo>
                  <a:cubicBezTo>
                    <a:pt x="13372" y="107030"/>
                    <a:pt x="41840" y="79489"/>
                    <a:pt x="41840" y="37641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59F3BA68-50D3-C25A-E034-79C66142F5C0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1484373" y="8264988"/>
              <a:ext cx="217426" cy="14307"/>
            </a:xfrm>
            <a:custGeom>
              <a:avLst/>
              <a:gdLst>
                <a:gd name="connsiteX0" fmla="*/ 205181 w 217426"/>
                <a:gd name="connsiteY0" fmla="*/ 14392 h 14307"/>
                <a:gd name="connsiteX1" fmla="*/ 217636 w 217426"/>
                <a:gd name="connsiteY1" fmla="*/ 7238 h 14307"/>
                <a:gd name="connsiteX2" fmla="*/ 205181 w 217426"/>
                <a:gd name="connsiteY2" fmla="*/ 85 h 14307"/>
                <a:gd name="connsiteX3" fmla="*/ 12665 w 217426"/>
                <a:gd name="connsiteY3" fmla="*/ 85 h 14307"/>
                <a:gd name="connsiteX4" fmla="*/ 210 w 217426"/>
                <a:gd name="connsiteY4" fmla="*/ 7238 h 14307"/>
                <a:gd name="connsiteX5" fmla="*/ 12665 w 217426"/>
                <a:gd name="connsiteY5" fmla="*/ 14392 h 14307"/>
                <a:gd name="connsiteX6" fmla="*/ 205181 w 217426"/>
                <a:gd name="connsiteY6" fmla="*/ 14392 h 14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7426" h="14307">
                  <a:moveTo>
                    <a:pt x="205181" y="14392"/>
                  </a:moveTo>
                  <a:cubicBezTo>
                    <a:pt x="211231" y="14392"/>
                    <a:pt x="217636" y="14392"/>
                    <a:pt x="217636" y="7238"/>
                  </a:cubicBezTo>
                  <a:cubicBezTo>
                    <a:pt x="217636" y="85"/>
                    <a:pt x="211231" y="85"/>
                    <a:pt x="205181" y="85"/>
                  </a:cubicBezTo>
                  <a:lnTo>
                    <a:pt x="12665" y="85"/>
                  </a:lnTo>
                  <a:cubicBezTo>
                    <a:pt x="6615" y="85"/>
                    <a:pt x="210" y="85"/>
                    <a:pt x="210" y="7238"/>
                  </a:cubicBezTo>
                  <a:cubicBezTo>
                    <a:pt x="210" y="14392"/>
                    <a:pt x="6615" y="14392"/>
                    <a:pt x="12665" y="14392"/>
                  </a:cubicBezTo>
                  <a:lnTo>
                    <a:pt x="205181" y="14392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490CA93-0146-F637-46F3-811D52B8561B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1763284" y="8123347"/>
              <a:ext cx="117431" cy="238213"/>
            </a:xfrm>
            <a:custGeom>
              <a:avLst/>
              <a:gdLst>
                <a:gd name="connsiteX0" fmla="*/ 73167 w 117431"/>
                <a:gd name="connsiteY0" fmla="*/ 9384 h 238213"/>
                <a:gd name="connsiteX1" fmla="*/ 64983 w 117431"/>
                <a:gd name="connsiteY1" fmla="*/ 85 h 238213"/>
                <a:gd name="connsiteX2" fmla="*/ 218 w 117431"/>
                <a:gd name="connsiteY2" fmla="*/ 22976 h 238213"/>
                <a:gd name="connsiteX3" fmla="*/ 218 w 117431"/>
                <a:gd name="connsiteY3" fmla="*/ 34064 h 238213"/>
                <a:gd name="connsiteX4" fmla="*/ 46834 w 117431"/>
                <a:gd name="connsiteY4" fmla="*/ 24764 h 238213"/>
                <a:gd name="connsiteX5" fmla="*/ 46834 w 117431"/>
                <a:gd name="connsiteY5" fmla="*/ 210042 h 238213"/>
                <a:gd name="connsiteX6" fmla="*/ 13740 w 117431"/>
                <a:gd name="connsiteY6" fmla="*/ 227210 h 238213"/>
                <a:gd name="connsiteX7" fmla="*/ 2353 w 117431"/>
                <a:gd name="connsiteY7" fmla="*/ 227210 h 238213"/>
                <a:gd name="connsiteX8" fmla="*/ 2353 w 117431"/>
                <a:gd name="connsiteY8" fmla="*/ 238298 h 238213"/>
                <a:gd name="connsiteX9" fmla="*/ 60001 w 117431"/>
                <a:gd name="connsiteY9" fmla="*/ 237225 h 238213"/>
                <a:gd name="connsiteX10" fmla="*/ 117649 w 117431"/>
                <a:gd name="connsiteY10" fmla="*/ 238298 h 238213"/>
                <a:gd name="connsiteX11" fmla="*/ 117649 w 117431"/>
                <a:gd name="connsiteY11" fmla="*/ 227210 h 238213"/>
                <a:gd name="connsiteX12" fmla="*/ 106262 w 117431"/>
                <a:gd name="connsiteY12" fmla="*/ 227210 h 238213"/>
                <a:gd name="connsiteX13" fmla="*/ 73167 w 117431"/>
                <a:gd name="connsiteY13" fmla="*/ 210042 h 238213"/>
                <a:gd name="connsiteX14" fmla="*/ 73167 w 117431"/>
                <a:gd name="connsiteY14" fmla="*/ 9384 h 238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7431" h="238213">
                  <a:moveTo>
                    <a:pt x="73167" y="9384"/>
                  </a:moveTo>
                  <a:cubicBezTo>
                    <a:pt x="73167" y="800"/>
                    <a:pt x="73167" y="85"/>
                    <a:pt x="64983" y="85"/>
                  </a:cubicBezTo>
                  <a:cubicBezTo>
                    <a:pt x="42920" y="22976"/>
                    <a:pt x="11605" y="22976"/>
                    <a:pt x="218" y="22976"/>
                  </a:cubicBezTo>
                  <a:lnTo>
                    <a:pt x="218" y="34064"/>
                  </a:lnTo>
                  <a:cubicBezTo>
                    <a:pt x="7335" y="34064"/>
                    <a:pt x="28330" y="34064"/>
                    <a:pt x="46834" y="24764"/>
                  </a:cubicBezTo>
                  <a:lnTo>
                    <a:pt x="46834" y="210042"/>
                  </a:lnTo>
                  <a:cubicBezTo>
                    <a:pt x="46834" y="222918"/>
                    <a:pt x="45767" y="227210"/>
                    <a:pt x="13740" y="227210"/>
                  </a:cubicBezTo>
                  <a:lnTo>
                    <a:pt x="2353" y="227210"/>
                  </a:lnTo>
                  <a:lnTo>
                    <a:pt x="2353" y="238298"/>
                  </a:lnTo>
                  <a:cubicBezTo>
                    <a:pt x="14807" y="237225"/>
                    <a:pt x="45767" y="237225"/>
                    <a:pt x="60001" y="237225"/>
                  </a:cubicBezTo>
                  <a:cubicBezTo>
                    <a:pt x="74235" y="237225"/>
                    <a:pt x="105194" y="237225"/>
                    <a:pt x="117649" y="238298"/>
                  </a:cubicBezTo>
                  <a:lnTo>
                    <a:pt x="117649" y="227210"/>
                  </a:lnTo>
                  <a:lnTo>
                    <a:pt x="106262" y="227210"/>
                  </a:lnTo>
                  <a:cubicBezTo>
                    <a:pt x="74235" y="227210"/>
                    <a:pt x="73167" y="223276"/>
                    <a:pt x="73167" y="210042"/>
                  </a:cubicBezTo>
                  <a:lnTo>
                    <a:pt x="73167" y="9384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A2BEE5EF-330D-AE9E-C1EB-27242F7B427F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1917369" y="8093303"/>
              <a:ext cx="48751" cy="357677"/>
            </a:xfrm>
            <a:custGeom>
              <a:avLst/>
              <a:gdLst>
                <a:gd name="connsiteX0" fmla="*/ 48974 w 48751"/>
                <a:gd name="connsiteY0" fmla="*/ 85 h 357677"/>
                <a:gd name="connsiteX1" fmla="*/ 222 w 48751"/>
                <a:gd name="connsiteY1" fmla="*/ 85 h 357677"/>
                <a:gd name="connsiteX2" fmla="*/ 222 w 48751"/>
                <a:gd name="connsiteY2" fmla="*/ 14392 h 357677"/>
                <a:gd name="connsiteX3" fmla="*/ 34740 w 48751"/>
                <a:gd name="connsiteY3" fmla="*/ 14392 h 357677"/>
                <a:gd name="connsiteX4" fmla="*/ 34740 w 48751"/>
                <a:gd name="connsiteY4" fmla="*/ 343456 h 357677"/>
                <a:gd name="connsiteX5" fmla="*/ 222 w 48751"/>
                <a:gd name="connsiteY5" fmla="*/ 343456 h 357677"/>
                <a:gd name="connsiteX6" fmla="*/ 222 w 48751"/>
                <a:gd name="connsiteY6" fmla="*/ 357763 h 357677"/>
                <a:gd name="connsiteX7" fmla="*/ 48974 w 48751"/>
                <a:gd name="connsiteY7" fmla="*/ 357763 h 357677"/>
                <a:gd name="connsiteX8" fmla="*/ 48974 w 48751"/>
                <a:gd name="connsiteY8" fmla="*/ 85 h 357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751" h="357677">
                  <a:moveTo>
                    <a:pt x="48974" y="85"/>
                  </a:moveTo>
                  <a:lnTo>
                    <a:pt x="222" y="85"/>
                  </a:lnTo>
                  <a:lnTo>
                    <a:pt x="222" y="14392"/>
                  </a:lnTo>
                  <a:lnTo>
                    <a:pt x="34740" y="14392"/>
                  </a:lnTo>
                  <a:lnTo>
                    <a:pt x="34740" y="343456"/>
                  </a:lnTo>
                  <a:lnTo>
                    <a:pt x="222" y="343456"/>
                  </a:lnTo>
                  <a:lnTo>
                    <a:pt x="222" y="357763"/>
                  </a:lnTo>
                  <a:lnTo>
                    <a:pt x="48974" y="357763"/>
                  </a:lnTo>
                  <a:lnTo>
                    <a:pt x="48974" y="85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9512485-C17B-9C35-C661-5F36EED70188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2028672" y="8093303"/>
              <a:ext cx="82557" cy="357677"/>
            </a:xfrm>
            <a:custGeom>
              <a:avLst/>
              <a:gdLst>
                <a:gd name="connsiteX0" fmla="*/ 82783 w 82557"/>
                <a:gd name="connsiteY0" fmla="*/ 178924 h 357677"/>
                <a:gd name="connsiteX1" fmla="*/ 59297 w 82557"/>
                <a:gd name="connsiteY1" fmla="*/ 67328 h 357677"/>
                <a:gd name="connsiteX2" fmla="*/ 3784 w 82557"/>
                <a:gd name="connsiteY2" fmla="*/ 85 h 357677"/>
                <a:gd name="connsiteX3" fmla="*/ 225 w 82557"/>
                <a:gd name="connsiteY3" fmla="*/ 3661 h 357677"/>
                <a:gd name="connsiteX4" fmla="*/ 6986 w 82557"/>
                <a:gd name="connsiteY4" fmla="*/ 11888 h 357677"/>
                <a:gd name="connsiteX5" fmla="*/ 62144 w 82557"/>
                <a:gd name="connsiteY5" fmla="*/ 178924 h 357677"/>
                <a:gd name="connsiteX6" fmla="*/ 4851 w 82557"/>
                <a:gd name="connsiteY6" fmla="*/ 348105 h 357677"/>
                <a:gd name="connsiteX7" fmla="*/ 225 w 82557"/>
                <a:gd name="connsiteY7" fmla="*/ 354186 h 357677"/>
                <a:gd name="connsiteX8" fmla="*/ 3784 w 82557"/>
                <a:gd name="connsiteY8" fmla="*/ 357763 h 357677"/>
                <a:gd name="connsiteX9" fmla="*/ 60364 w 82557"/>
                <a:gd name="connsiteY9" fmla="*/ 288015 h 357677"/>
                <a:gd name="connsiteX10" fmla="*/ 82783 w 82557"/>
                <a:gd name="connsiteY10" fmla="*/ 178924 h 357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557" h="357677">
                  <a:moveTo>
                    <a:pt x="82783" y="178924"/>
                  </a:moveTo>
                  <a:cubicBezTo>
                    <a:pt x="82783" y="151025"/>
                    <a:pt x="78869" y="107746"/>
                    <a:pt x="59297" y="67328"/>
                  </a:cubicBezTo>
                  <a:cubicBezTo>
                    <a:pt x="37946" y="23334"/>
                    <a:pt x="7342" y="85"/>
                    <a:pt x="3784" y="85"/>
                  </a:cubicBezTo>
                  <a:cubicBezTo>
                    <a:pt x="1649" y="85"/>
                    <a:pt x="225" y="1515"/>
                    <a:pt x="225" y="3661"/>
                  </a:cubicBezTo>
                  <a:cubicBezTo>
                    <a:pt x="225" y="4734"/>
                    <a:pt x="225" y="5450"/>
                    <a:pt x="6986" y="11888"/>
                  </a:cubicBezTo>
                  <a:cubicBezTo>
                    <a:pt x="41860" y="47298"/>
                    <a:pt x="62144" y="104169"/>
                    <a:pt x="62144" y="178924"/>
                  </a:cubicBezTo>
                  <a:cubicBezTo>
                    <a:pt x="62144" y="240087"/>
                    <a:pt x="48977" y="303038"/>
                    <a:pt x="4851" y="348105"/>
                  </a:cubicBezTo>
                  <a:cubicBezTo>
                    <a:pt x="225" y="352397"/>
                    <a:pt x="225" y="353113"/>
                    <a:pt x="225" y="354186"/>
                  </a:cubicBezTo>
                  <a:cubicBezTo>
                    <a:pt x="225" y="356332"/>
                    <a:pt x="1649" y="357763"/>
                    <a:pt x="3784" y="357763"/>
                  </a:cubicBezTo>
                  <a:cubicBezTo>
                    <a:pt x="7342" y="357763"/>
                    <a:pt x="39369" y="333441"/>
                    <a:pt x="60364" y="288015"/>
                  </a:cubicBezTo>
                  <a:cubicBezTo>
                    <a:pt x="78513" y="248671"/>
                    <a:pt x="82783" y="208969"/>
                    <a:pt x="82783" y="178924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B33B8C4B-5CA6-056C-6BC6-4D1D2D5167B8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2265549" y="8230293"/>
              <a:ext cx="236642" cy="83696"/>
            </a:xfrm>
            <a:custGeom>
              <a:avLst/>
              <a:gdLst>
                <a:gd name="connsiteX0" fmla="*/ 224775 w 236642"/>
                <a:gd name="connsiteY0" fmla="*/ 14392 h 83696"/>
                <a:gd name="connsiteX1" fmla="*/ 236874 w 236642"/>
                <a:gd name="connsiteY1" fmla="*/ 7238 h 83696"/>
                <a:gd name="connsiteX2" fmla="*/ 225131 w 236642"/>
                <a:gd name="connsiteY2" fmla="*/ 85 h 83696"/>
                <a:gd name="connsiteX3" fmla="*/ 11975 w 236642"/>
                <a:gd name="connsiteY3" fmla="*/ 85 h 83696"/>
                <a:gd name="connsiteX4" fmla="*/ 232 w 236642"/>
                <a:gd name="connsiteY4" fmla="*/ 7238 h 83696"/>
                <a:gd name="connsiteX5" fmla="*/ 12331 w 236642"/>
                <a:gd name="connsiteY5" fmla="*/ 14392 h 83696"/>
                <a:gd name="connsiteX6" fmla="*/ 224775 w 236642"/>
                <a:gd name="connsiteY6" fmla="*/ 14392 h 83696"/>
                <a:gd name="connsiteX7" fmla="*/ 225131 w 236642"/>
                <a:gd name="connsiteY7" fmla="*/ 83781 h 83696"/>
                <a:gd name="connsiteX8" fmla="*/ 236874 w 236642"/>
                <a:gd name="connsiteY8" fmla="*/ 76628 h 83696"/>
                <a:gd name="connsiteX9" fmla="*/ 224775 w 236642"/>
                <a:gd name="connsiteY9" fmla="*/ 69474 h 83696"/>
                <a:gd name="connsiteX10" fmla="*/ 12331 w 236642"/>
                <a:gd name="connsiteY10" fmla="*/ 69474 h 83696"/>
                <a:gd name="connsiteX11" fmla="*/ 232 w 236642"/>
                <a:gd name="connsiteY11" fmla="*/ 76628 h 83696"/>
                <a:gd name="connsiteX12" fmla="*/ 11975 w 236642"/>
                <a:gd name="connsiteY12" fmla="*/ 83781 h 83696"/>
                <a:gd name="connsiteX13" fmla="*/ 225131 w 236642"/>
                <a:gd name="connsiteY13" fmla="*/ 83781 h 83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642" h="83696">
                  <a:moveTo>
                    <a:pt x="224775" y="14392"/>
                  </a:moveTo>
                  <a:cubicBezTo>
                    <a:pt x="230113" y="14392"/>
                    <a:pt x="236874" y="14392"/>
                    <a:pt x="236874" y="7238"/>
                  </a:cubicBezTo>
                  <a:cubicBezTo>
                    <a:pt x="236874" y="85"/>
                    <a:pt x="230113" y="85"/>
                    <a:pt x="225131" y="85"/>
                  </a:cubicBezTo>
                  <a:lnTo>
                    <a:pt x="11975" y="85"/>
                  </a:lnTo>
                  <a:cubicBezTo>
                    <a:pt x="6993" y="85"/>
                    <a:pt x="232" y="85"/>
                    <a:pt x="232" y="7238"/>
                  </a:cubicBezTo>
                  <a:cubicBezTo>
                    <a:pt x="232" y="14392"/>
                    <a:pt x="6993" y="14392"/>
                    <a:pt x="12331" y="14392"/>
                  </a:cubicBezTo>
                  <a:lnTo>
                    <a:pt x="224775" y="14392"/>
                  </a:lnTo>
                  <a:close/>
                  <a:moveTo>
                    <a:pt x="225131" y="83781"/>
                  </a:moveTo>
                  <a:cubicBezTo>
                    <a:pt x="230113" y="83781"/>
                    <a:pt x="236874" y="83781"/>
                    <a:pt x="236874" y="76628"/>
                  </a:cubicBezTo>
                  <a:cubicBezTo>
                    <a:pt x="236874" y="69474"/>
                    <a:pt x="230113" y="69474"/>
                    <a:pt x="224775" y="69474"/>
                  </a:cubicBezTo>
                  <a:lnTo>
                    <a:pt x="12331" y="69474"/>
                  </a:lnTo>
                  <a:cubicBezTo>
                    <a:pt x="6993" y="69474"/>
                    <a:pt x="232" y="69474"/>
                    <a:pt x="232" y="76628"/>
                  </a:cubicBezTo>
                  <a:cubicBezTo>
                    <a:pt x="232" y="83781"/>
                    <a:pt x="6993" y="83781"/>
                    <a:pt x="11975" y="83781"/>
                  </a:cubicBezTo>
                  <a:lnTo>
                    <a:pt x="225131" y="83781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AEA22982-857E-950C-7363-3154EB48A13B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2663234" y="8093303"/>
              <a:ext cx="48751" cy="357677"/>
            </a:xfrm>
            <a:custGeom>
              <a:avLst/>
              <a:gdLst>
                <a:gd name="connsiteX0" fmla="*/ 48994 w 48751"/>
                <a:gd name="connsiteY0" fmla="*/ 357763 h 357677"/>
                <a:gd name="connsiteX1" fmla="*/ 48994 w 48751"/>
                <a:gd name="connsiteY1" fmla="*/ 343456 h 357677"/>
                <a:gd name="connsiteX2" fmla="*/ 14477 w 48751"/>
                <a:gd name="connsiteY2" fmla="*/ 343456 h 357677"/>
                <a:gd name="connsiteX3" fmla="*/ 14477 w 48751"/>
                <a:gd name="connsiteY3" fmla="*/ 14392 h 357677"/>
                <a:gd name="connsiteX4" fmla="*/ 48994 w 48751"/>
                <a:gd name="connsiteY4" fmla="*/ 14392 h 357677"/>
                <a:gd name="connsiteX5" fmla="*/ 48994 w 48751"/>
                <a:gd name="connsiteY5" fmla="*/ 85 h 357677"/>
                <a:gd name="connsiteX6" fmla="*/ 242 w 48751"/>
                <a:gd name="connsiteY6" fmla="*/ 85 h 357677"/>
                <a:gd name="connsiteX7" fmla="*/ 242 w 48751"/>
                <a:gd name="connsiteY7" fmla="*/ 357763 h 357677"/>
                <a:gd name="connsiteX8" fmla="*/ 48994 w 48751"/>
                <a:gd name="connsiteY8" fmla="*/ 357763 h 357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751" h="357677">
                  <a:moveTo>
                    <a:pt x="48994" y="357763"/>
                  </a:moveTo>
                  <a:lnTo>
                    <a:pt x="48994" y="343456"/>
                  </a:lnTo>
                  <a:lnTo>
                    <a:pt x="14477" y="343456"/>
                  </a:lnTo>
                  <a:lnTo>
                    <a:pt x="14477" y="14392"/>
                  </a:lnTo>
                  <a:lnTo>
                    <a:pt x="48994" y="14392"/>
                  </a:lnTo>
                  <a:lnTo>
                    <a:pt x="48994" y="85"/>
                  </a:lnTo>
                  <a:lnTo>
                    <a:pt x="242" y="85"/>
                  </a:lnTo>
                  <a:lnTo>
                    <a:pt x="242" y="357763"/>
                  </a:lnTo>
                  <a:lnTo>
                    <a:pt x="48994" y="357763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82E2C669-83C1-74C0-D3AE-5D09CCF312B6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2750695" y="8323647"/>
              <a:ext cx="37720" cy="37913"/>
            </a:xfrm>
            <a:custGeom>
              <a:avLst/>
              <a:gdLst>
                <a:gd name="connsiteX0" fmla="*/ 37966 w 37720"/>
                <a:gd name="connsiteY0" fmla="*/ 19042 h 37913"/>
                <a:gd name="connsiteX1" fmla="*/ 19105 w 37720"/>
                <a:gd name="connsiteY1" fmla="*/ 85 h 37913"/>
                <a:gd name="connsiteX2" fmla="*/ 245 w 37720"/>
                <a:gd name="connsiteY2" fmla="*/ 19042 h 37913"/>
                <a:gd name="connsiteX3" fmla="*/ 19105 w 37720"/>
                <a:gd name="connsiteY3" fmla="*/ 37999 h 37913"/>
                <a:gd name="connsiteX4" fmla="*/ 37966 w 37720"/>
                <a:gd name="connsiteY4" fmla="*/ 19042 h 37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20" h="37913">
                  <a:moveTo>
                    <a:pt x="37966" y="19042"/>
                  </a:moveTo>
                  <a:cubicBezTo>
                    <a:pt x="37966" y="8669"/>
                    <a:pt x="29425" y="85"/>
                    <a:pt x="19105" y="85"/>
                  </a:cubicBezTo>
                  <a:cubicBezTo>
                    <a:pt x="8786" y="85"/>
                    <a:pt x="245" y="8669"/>
                    <a:pt x="245" y="19042"/>
                  </a:cubicBezTo>
                  <a:cubicBezTo>
                    <a:pt x="245" y="29414"/>
                    <a:pt x="8786" y="37999"/>
                    <a:pt x="19105" y="37999"/>
                  </a:cubicBezTo>
                  <a:cubicBezTo>
                    <a:pt x="29425" y="37999"/>
                    <a:pt x="37966" y="29414"/>
                    <a:pt x="37966" y="19042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727B7B3B-2D95-7741-D4CD-7815A71B8E54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2833885" y="8123347"/>
              <a:ext cx="147679" cy="246082"/>
            </a:xfrm>
            <a:custGeom>
              <a:avLst/>
              <a:gdLst>
                <a:gd name="connsiteX0" fmla="*/ 43306 w 147679"/>
                <a:gd name="connsiteY0" fmla="*/ 74839 h 246082"/>
                <a:gd name="connsiteX1" fmla="*/ 25514 w 147679"/>
                <a:gd name="connsiteY1" fmla="*/ 45867 h 246082"/>
                <a:gd name="connsiteX2" fmla="*/ 73910 w 147679"/>
                <a:gd name="connsiteY2" fmla="*/ 9027 h 246082"/>
                <a:gd name="connsiteX3" fmla="*/ 122661 w 147679"/>
                <a:gd name="connsiteY3" fmla="*/ 53379 h 246082"/>
                <a:gd name="connsiteX4" fmla="*/ 87432 w 147679"/>
                <a:gd name="connsiteY4" fmla="*/ 103454 h 246082"/>
                <a:gd name="connsiteX5" fmla="*/ 43306 w 147679"/>
                <a:gd name="connsiteY5" fmla="*/ 74839 h 246082"/>
                <a:gd name="connsiteX6" fmla="*/ 95261 w 147679"/>
                <a:gd name="connsiteY6" fmla="*/ 108819 h 246082"/>
                <a:gd name="connsiteX7" fmla="*/ 138319 w 147679"/>
                <a:gd name="connsiteY7" fmla="*/ 53379 h 246082"/>
                <a:gd name="connsiteX8" fmla="*/ 74265 w 147679"/>
                <a:gd name="connsiteY8" fmla="*/ 85 h 246082"/>
                <a:gd name="connsiteX9" fmla="*/ 9856 w 147679"/>
                <a:gd name="connsiteY9" fmla="*/ 59817 h 246082"/>
                <a:gd name="connsiteX10" fmla="*/ 25514 w 147679"/>
                <a:gd name="connsiteY10" fmla="*/ 99161 h 246082"/>
                <a:gd name="connsiteX11" fmla="*/ 51491 w 147679"/>
                <a:gd name="connsiteY11" fmla="*/ 118476 h 246082"/>
                <a:gd name="connsiteX12" fmla="*/ 248 w 147679"/>
                <a:gd name="connsiteY12" fmla="*/ 184289 h 246082"/>
                <a:gd name="connsiteX13" fmla="*/ 73910 w 147679"/>
                <a:gd name="connsiteY13" fmla="*/ 246167 h 246082"/>
                <a:gd name="connsiteX14" fmla="*/ 147927 w 147679"/>
                <a:gd name="connsiteY14" fmla="*/ 178208 h 246082"/>
                <a:gd name="connsiteX15" fmla="*/ 130490 w 147679"/>
                <a:gd name="connsiteY15" fmla="*/ 134214 h 246082"/>
                <a:gd name="connsiteX16" fmla="*/ 95261 w 147679"/>
                <a:gd name="connsiteY16" fmla="*/ 108819 h 246082"/>
                <a:gd name="connsiteX17" fmla="*/ 59675 w 147679"/>
                <a:gd name="connsiteY17" fmla="*/ 123841 h 246082"/>
                <a:gd name="connsiteX18" fmla="*/ 103445 w 147679"/>
                <a:gd name="connsiteY18" fmla="*/ 151740 h 246082"/>
                <a:gd name="connsiteX19" fmla="*/ 130134 w 147679"/>
                <a:gd name="connsiteY19" fmla="*/ 191085 h 246082"/>
                <a:gd name="connsiteX20" fmla="*/ 74265 w 147679"/>
                <a:gd name="connsiteY20" fmla="*/ 236152 h 246082"/>
                <a:gd name="connsiteX21" fmla="*/ 18041 w 147679"/>
                <a:gd name="connsiteY21" fmla="*/ 184289 h 246082"/>
                <a:gd name="connsiteX22" fmla="*/ 59675 w 147679"/>
                <a:gd name="connsiteY22" fmla="*/ 123841 h 246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47679" h="246082">
                  <a:moveTo>
                    <a:pt x="43306" y="74839"/>
                  </a:moveTo>
                  <a:cubicBezTo>
                    <a:pt x="26937" y="64109"/>
                    <a:pt x="25514" y="51948"/>
                    <a:pt x="25514" y="45867"/>
                  </a:cubicBezTo>
                  <a:cubicBezTo>
                    <a:pt x="25514" y="24049"/>
                    <a:pt x="48644" y="9027"/>
                    <a:pt x="73910" y="9027"/>
                  </a:cubicBezTo>
                  <a:cubicBezTo>
                    <a:pt x="99887" y="9027"/>
                    <a:pt x="122661" y="27626"/>
                    <a:pt x="122661" y="53379"/>
                  </a:cubicBezTo>
                  <a:cubicBezTo>
                    <a:pt x="122661" y="73766"/>
                    <a:pt x="108783" y="90935"/>
                    <a:pt x="87432" y="103454"/>
                  </a:cubicBezTo>
                  <a:lnTo>
                    <a:pt x="43306" y="74839"/>
                  </a:lnTo>
                  <a:close/>
                  <a:moveTo>
                    <a:pt x="95261" y="108819"/>
                  </a:moveTo>
                  <a:cubicBezTo>
                    <a:pt x="120882" y="95585"/>
                    <a:pt x="138319" y="76985"/>
                    <a:pt x="138319" y="53379"/>
                  </a:cubicBezTo>
                  <a:cubicBezTo>
                    <a:pt x="138319" y="20472"/>
                    <a:pt x="106648" y="85"/>
                    <a:pt x="74265" y="85"/>
                  </a:cubicBezTo>
                  <a:cubicBezTo>
                    <a:pt x="38680" y="85"/>
                    <a:pt x="9856" y="26553"/>
                    <a:pt x="9856" y="59817"/>
                  </a:cubicBezTo>
                  <a:cubicBezTo>
                    <a:pt x="9856" y="66255"/>
                    <a:pt x="10568" y="82351"/>
                    <a:pt x="25514" y="99161"/>
                  </a:cubicBezTo>
                  <a:cubicBezTo>
                    <a:pt x="29428" y="103454"/>
                    <a:pt x="42594" y="112396"/>
                    <a:pt x="51491" y="118476"/>
                  </a:cubicBezTo>
                  <a:cubicBezTo>
                    <a:pt x="30851" y="128849"/>
                    <a:pt x="248" y="148879"/>
                    <a:pt x="248" y="184289"/>
                  </a:cubicBezTo>
                  <a:cubicBezTo>
                    <a:pt x="248" y="222203"/>
                    <a:pt x="36545" y="246167"/>
                    <a:pt x="73910" y="246167"/>
                  </a:cubicBezTo>
                  <a:cubicBezTo>
                    <a:pt x="114121" y="246167"/>
                    <a:pt x="147927" y="216480"/>
                    <a:pt x="147927" y="178208"/>
                  </a:cubicBezTo>
                  <a:cubicBezTo>
                    <a:pt x="147927" y="165332"/>
                    <a:pt x="144013" y="149236"/>
                    <a:pt x="130490" y="134214"/>
                  </a:cubicBezTo>
                  <a:cubicBezTo>
                    <a:pt x="123729" y="126703"/>
                    <a:pt x="118035" y="123126"/>
                    <a:pt x="95261" y="108819"/>
                  </a:cubicBezTo>
                  <a:close/>
                  <a:moveTo>
                    <a:pt x="59675" y="123841"/>
                  </a:moveTo>
                  <a:lnTo>
                    <a:pt x="103445" y="151740"/>
                  </a:lnTo>
                  <a:cubicBezTo>
                    <a:pt x="113409" y="158536"/>
                    <a:pt x="130134" y="169266"/>
                    <a:pt x="130134" y="191085"/>
                  </a:cubicBezTo>
                  <a:cubicBezTo>
                    <a:pt x="130134" y="217553"/>
                    <a:pt x="103445" y="236152"/>
                    <a:pt x="74265" y="236152"/>
                  </a:cubicBezTo>
                  <a:cubicBezTo>
                    <a:pt x="43662" y="236152"/>
                    <a:pt x="18041" y="213976"/>
                    <a:pt x="18041" y="184289"/>
                  </a:cubicBezTo>
                  <a:cubicBezTo>
                    <a:pt x="18041" y="163543"/>
                    <a:pt x="29428" y="140652"/>
                    <a:pt x="59675" y="123841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75FBE53-53DE-0F06-08A8-2EA4EE86EEA6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3011813" y="8123347"/>
              <a:ext cx="147679" cy="246082"/>
            </a:xfrm>
            <a:custGeom>
              <a:avLst/>
              <a:gdLst>
                <a:gd name="connsiteX0" fmla="*/ 43311 w 147679"/>
                <a:gd name="connsiteY0" fmla="*/ 74839 h 246082"/>
                <a:gd name="connsiteX1" fmla="*/ 25518 w 147679"/>
                <a:gd name="connsiteY1" fmla="*/ 45867 h 246082"/>
                <a:gd name="connsiteX2" fmla="*/ 73914 w 147679"/>
                <a:gd name="connsiteY2" fmla="*/ 9027 h 246082"/>
                <a:gd name="connsiteX3" fmla="*/ 122666 w 147679"/>
                <a:gd name="connsiteY3" fmla="*/ 53379 h 246082"/>
                <a:gd name="connsiteX4" fmla="*/ 87437 w 147679"/>
                <a:gd name="connsiteY4" fmla="*/ 103454 h 246082"/>
                <a:gd name="connsiteX5" fmla="*/ 43311 w 147679"/>
                <a:gd name="connsiteY5" fmla="*/ 74839 h 246082"/>
                <a:gd name="connsiteX6" fmla="*/ 95266 w 147679"/>
                <a:gd name="connsiteY6" fmla="*/ 108819 h 246082"/>
                <a:gd name="connsiteX7" fmla="*/ 138324 w 147679"/>
                <a:gd name="connsiteY7" fmla="*/ 53379 h 246082"/>
                <a:gd name="connsiteX8" fmla="*/ 74270 w 147679"/>
                <a:gd name="connsiteY8" fmla="*/ 85 h 246082"/>
                <a:gd name="connsiteX9" fmla="*/ 9861 w 147679"/>
                <a:gd name="connsiteY9" fmla="*/ 59817 h 246082"/>
                <a:gd name="connsiteX10" fmla="*/ 25518 w 147679"/>
                <a:gd name="connsiteY10" fmla="*/ 99161 h 246082"/>
                <a:gd name="connsiteX11" fmla="*/ 51496 w 147679"/>
                <a:gd name="connsiteY11" fmla="*/ 118476 h 246082"/>
                <a:gd name="connsiteX12" fmla="*/ 253 w 147679"/>
                <a:gd name="connsiteY12" fmla="*/ 184289 h 246082"/>
                <a:gd name="connsiteX13" fmla="*/ 73914 w 147679"/>
                <a:gd name="connsiteY13" fmla="*/ 246167 h 246082"/>
                <a:gd name="connsiteX14" fmla="*/ 147932 w 147679"/>
                <a:gd name="connsiteY14" fmla="*/ 178208 h 246082"/>
                <a:gd name="connsiteX15" fmla="*/ 130495 w 147679"/>
                <a:gd name="connsiteY15" fmla="*/ 134214 h 246082"/>
                <a:gd name="connsiteX16" fmla="*/ 95266 w 147679"/>
                <a:gd name="connsiteY16" fmla="*/ 108819 h 246082"/>
                <a:gd name="connsiteX17" fmla="*/ 59680 w 147679"/>
                <a:gd name="connsiteY17" fmla="*/ 123841 h 246082"/>
                <a:gd name="connsiteX18" fmla="*/ 103450 w 147679"/>
                <a:gd name="connsiteY18" fmla="*/ 151740 h 246082"/>
                <a:gd name="connsiteX19" fmla="*/ 130139 w 147679"/>
                <a:gd name="connsiteY19" fmla="*/ 191085 h 246082"/>
                <a:gd name="connsiteX20" fmla="*/ 74270 w 147679"/>
                <a:gd name="connsiteY20" fmla="*/ 236152 h 246082"/>
                <a:gd name="connsiteX21" fmla="*/ 18046 w 147679"/>
                <a:gd name="connsiteY21" fmla="*/ 184289 h 246082"/>
                <a:gd name="connsiteX22" fmla="*/ 59680 w 147679"/>
                <a:gd name="connsiteY22" fmla="*/ 123841 h 246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47679" h="246082">
                  <a:moveTo>
                    <a:pt x="43311" y="74839"/>
                  </a:moveTo>
                  <a:cubicBezTo>
                    <a:pt x="26942" y="64109"/>
                    <a:pt x="25518" y="51948"/>
                    <a:pt x="25518" y="45867"/>
                  </a:cubicBezTo>
                  <a:cubicBezTo>
                    <a:pt x="25518" y="24049"/>
                    <a:pt x="48649" y="9027"/>
                    <a:pt x="73914" y="9027"/>
                  </a:cubicBezTo>
                  <a:cubicBezTo>
                    <a:pt x="99892" y="9027"/>
                    <a:pt x="122666" y="27626"/>
                    <a:pt x="122666" y="53379"/>
                  </a:cubicBezTo>
                  <a:cubicBezTo>
                    <a:pt x="122666" y="73766"/>
                    <a:pt x="108788" y="90935"/>
                    <a:pt x="87437" y="103454"/>
                  </a:cubicBezTo>
                  <a:lnTo>
                    <a:pt x="43311" y="74839"/>
                  </a:lnTo>
                  <a:close/>
                  <a:moveTo>
                    <a:pt x="95266" y="108819"/>
                  </a:moveTo>
                  <a:cubicBezTo>
                    <a:pt x="120887" y="95585"/>
                    <a:pt x="138324" y="76985"/>
                    <a:pt x="138324" y="53379"/>
                  </a:cubicBezTo>
                  <a:cubicBezTo>
                    <a:pt x="138324" y="20472"/>
                    <a:pt x="106653" y="85"/>
                    <a:pt x="74270" y="85"/>
                  </a:cubicBezTo>
                  <a:cubicBezTo>
                    <a:pt x="38685" y="85"/>
                    <a:pt x="9861" y="26553"/>
                    <a:pt x="9861" y="59817"/>
                  </a:cubicBezTo>
                  <a:cubicBezTo>
                    <a:pt x="9861" y="66255"/>
                    <a:pt x="10573" y="82351"/>
                    <a:pt x="25518" y="99161"/>
                  </a:cubicBezTo>
                  <a:cubicBezTo>
                    <a:pt x="29433" y="103454"/>
                    <a:pt x="42599" y="112396"/>
                    <a:pt x="51496" y="118476"/>
                  </a:cubicBezTo>
                  <a:cubicBezTo>
                    <a:pt x="30856" y="128849"/>
                    <a:pt x="253" y="148879"/>
                    <a:pt x="253" y="184289"/>
                  </a:cubicBezTo>
                  <a:cubicBezTo>
                    <a:pt x="253" y="222203"/>
                    <a:pt x="36550" y="246167"/>
                    <a:pt x="73914" y="246167"/>
                  </a:cubicBezTo>
                  <a:cubicBezTo>
                    <a:pt x="114126" y="246167"/>
                    <a:pt x="147932" y="216480"/>
                    <a:pt x="147932" y="178208"/>
                  </a:cubicBezTo>
                  <a:cubicBezTo>
                    <a:pt x="147932" y="165332"/>
                    <a:pt x="144018" y="149236"/>
                    <a:pt x="130495" y="134214"/>
                  </a:cubicBezTo>
                  <a:cubicBezTo>
                    <a:pt x="123734" y="126703"/>
                    <a:pt x="118040" y="123126"/>
                    <a:pt x="95266" y="108819"/>
                  </a:cubicBezTo>
                  <a:close/>
                  <a:moveTo>
                    <a:pt x="59680" y="123841"/>
                  </a:moveTo>
                  <a:lnTo>
                    <a:pt x="103450" y="151740"/>
                  </a:lnTo>
                  <a:cubicBezTo>
                    <a:pt x="113414" y="158536"/>
                    <a:pt x="130139" y="169266"/>
                    <a:pt x="130139" y="191085"/>
                  </a:cubicBezTo>
                  <a:cubicBezTo>
                    <a:pt x="130139" y="217553"/>
                    <a:pt x="103450" y="236152"/>
                    <a:pt x="74270" y="236152"/>
                  </a:cubicBezTo>
                  <a:cubicBezTo>
                    <a:pt x="43667" y="236152"/>
                    <a:pt x="18046" y="213976"/>
                    <a:pt x="18046" y="184289"/>
                  </a:cubicBezTo>
                  <a:cubicBezTo>
                    <a:pt x="18046" y="163543"/>
                    <a:pt x="29433" y="140652"/>
                    <a:pt x="59680" y="123841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6F820C9-C568-F61B-7C8D-958F3B6472FC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3188672" y="8123347"/>
              <a:ext cx="149814" cy="246082"/>
            </a:xfrm>
            <a:custGeom>
              <a:avLst/>
              <a:gdLst>
                <a:gd name="connsiteX0" fmla="*/ 150072 w 149814"/>
                <a:gd name="connsiteY0" fmla="*/ 123841 h 246082"/>
                <a:gd name="connsiteX1" fmla="*/ 135838 w 149814"/>
                <a:gd name="connsiteY1" fmla="*/ 40145 h 246082"/>
                <a:gd name="connsiteX2" fmla="*/ 75343 w 149814"/>
                <a:gd name="connsiteY2" fmla="*/ 85 h 246082"/>
                <a:gd name="connsiteX3" fmla="*/ 13424 w 149814"/>
                <a:gd name="connsiteY3" fmla="*/ 42648 h 246082"/>
                <a:gd name="connsiteX4" fmla="*/ 258 w 149814"/>
                <a:gd name="connsiteY4" fmla="*/ 123841 h 246082"/>
                <a:gd name="connsiteX5" fmla="*/ 16271 w 149814"/>
                <a:gd name="connsiteY5" fmla="*/ 210042 h 246082"/>
                <a:gd name="connsiteX6" fmla="*/ 74987 w 149814"/>
                <a:gd name="connsiteY6" fmla="*/ 246167 h 246082"/>
                <a:gd name="connsiteX7" fmla="*/ 136906 w 149814"/>
                <a:gd name="connsiteY7" fmla="*/ 204676 h 246082"/>
                <a:gd name="connsiteX8" fmla="*/ 150072 w 149814"/>
                <a:gd name="connsiteY8" fmla="*/ 123841 h 246082"/>
                <a:gd name="connsiteX9" fmla="*/ 74987 w 149814"/>
                <a:gd name="connsiteY9" fmla="*/ 238298 h 246082"/>
                <a:gd name="connsiteX10" fmla="*/ 33708 w 149814"/>
                <a:gd name="connsiteY10" fmla="*/ 195019 h 246082"/>
                <a:gd name="connsiteX11" fmla="*/ 29794 w 149814"/>
                <a:gd name="connsiteY11" fmla="*/ 119549 h 246082"/>
                <a:gd name="connsiteX12" fmla="*/ 32641 w 149814"/>
                <a:gd name="connsiteY12" fmla="*/ 53736 h 246082"/>
                <a:gd name="connsiteX13" fmla="*/ 74987 w 149814"/>
                <a:gd name="connsiteY13" fmla="*/ 7954 h 246082"/>
                <a:gd name="connsiteX14" fmla="*/ 116978 w 149814"/>
                <a:gd name="connsiteY14" fmla="*/ 49802 h 246082"/>
                <a:gd name="connsiteX15" fmla="*/ 120536 w 149814"/>
                <a:gd name="connsiteY15" fmla="*/ 119549 h 246082"/>
                <a:gd name="connsiteX16" fmla="*/ 116622 w 149814"/>
                <a:gd name="connsiteY16" fmla="*/ 193588 h 246082"/>
                <a:gd name="connsiteX17" fmla="*/ 74987 w 149814"/>
                <a:gd name="connsiteY17" fmla="*/ 238298 h 246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9814" h="246082">
                  <a:moveTo>
                    <a:pt x="150072" y="123841"/>
                  </a:moveTo>
                  <a:cubicBezTo>
                    <a:pt x="150072" y="95227"/>
                    <a:pt x="148293" y="66613"/>
                    <a:pt x="135838" y="40145"/>
                  </a:cubicBezTo>
                  <a:cubicBezTo>
                    <a:pt x="119469" y="5808"/>
                    <a:pt x="90289" y="85"/>
                    <a:pt x="75343" y="85"/>
                  </a:cubicBezTo>
                  <a:cubicBezTo>
                    <a:pt x="53992" y="85"/>
                    <a:pt x="28014" y="9384"/>
                    <a:pt x="13424" y="42648"/>
                  </a:cubicBezTo>
                  <a:cubicBezTo>
                    <a:pt x="2037" y="67328"/>
                    <a:pt x="258" y="95227"/>
                    <a:pt x="258" y="123841"/>
                  </a:cubicBezTo>
                  <a:cubicBezTo>
                    <a:pt x="258" y="150667"/>
                    <a:pt x="1681" y="182858"/>
                    <a:pt x="16271" y="210042"/>
                  </a:cubicBezTo>
                  <a:cubicBezTo>
                    <a:pt x="31573" y="239014"/>
                    <a:pt x="57550" y="246167"/>
                    <a:pt x="74987" y="246167"/>
                  </a:cubicBezTo>
                  <a:cubicBezTo>
                    <a:pt x="94203" y="246167"/>
                    <a:pt x="121248" y="238656"/>
                    <a:pt x="136906" y="204676"/>
                  </a:cubicBezTo>
                  <a:cubicBezTo>
                    <a:pt x="148293" y="179997"/>
                    <a:pt x="150072" y="152098"/>
                    <a:pt x="150072" y="123841"/>
                  </a:cubicBezTo>
                  <a:close/>
                  <a:moveTo>
                    <a:pt x="74987" y="238298"/>
                  </a:moveTo>
                  <a:cubicBezTo>
                    <a:pt x="61109" y="238298"/>
                    <a:pt x="40113" y="229356"/>
                    <a:pt x="33708" y="195019"/>
                  </a:cubicBezTo>
                  <a:cubicBezTo>
                    <a:pt x="29794" y="173558"/>
                    <a:pt x="29794" y="140652"/>
                    <a:pt x="29794" y="119549"/>
                  </a:cubicBezTo>
                  <a:cubicBezTo>
                    <a:pt x="29794" y="96658"/>
                    <a:pt x="29794" y="73051"/>
                    <a:pt x="32641" y="53736"/>
                  </a:cubicBezTo>
                  <a:cubicBezTo>
                    <a:pt x="39402" y="11173"/>
                    <a:pt x="66091" y="7954"/>
                    <a:pt x="74987" y="7954"/>
                  </a:cubicBezTo>
                  <a:cubicBezTo>
                    <a:pt x="86730" y="7954"/>
                    <a:pt x="110217" y="14392"/>
                    <a:pt x="116978" y="49802"/>
                  </a:cubicBezTo>
                  <a:cubicBezTo>
                    <a:pt x="120536" y="69832"/>
                    <a:pt x="120536" y="97015"/>
                    <a:pt x="120536" y="119549"/>
                  </a:cubicBezTo>
                  <a:cubicBezTo>
                    <a:pt x="120536" y="146375"/>
                    <a:pt x="120536" y="170697"/>
                    <a:pt x="116622" y="193588"/>
                  </a:cubicBezTo>
                  <a:cubicBezTo>
                    <a:pt x="111284" y="227568"/>
                    <a:pt x="91000" y="238298"/>
                    <a:pt x="74987" y="238298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8153419C-95A2-2777-0207-E8F21DFDB4C1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3367667" y="8123347"/>
              <a:ext cx="147679" cy="246082"/>
            </a:xfrm>
            <a:custGeom>
              <a:avLst/>
              <a:gdLst>
                <a:gd name="connsiteX0" fmla="*/ 43321 w 147679"/>
                <a:gd name="connsiteY0" fmla="*/ 74839 h 246082"/>
                <a:gd name="connsiteX1" fmla="*/ 25528 w 147679"/>
                <a:gd name="connsiteY1" fmla="*/ 45867 h 246082"/>
                <a:gd name="connsiteX2" fmla="*/ 73924 w 147679"/>
                <a:gd name="connsiteY2" fmla="*/ 9027 h 246082"/>
                <a:gd name="connsiteX3" fmla="*/ 122676 w 147679"/>
                <a:gd name="connsiteY3" fmla="*/ 53379 h 246082"/>
                <a:gd name="connsiteX4" fmla="*/ 87447 w 147679"/>
                <a:gd name="connsiteY4" fmla="*/ 103454 h 246082"/>
                <a:gd name="connsiteX5" fmla="*/ 43321 w 147679"/>
                <a:gd name="connsiteY5" fmla="*/ 74839 h 246082"/>
                <a:gd name="connsiteX6" fmla="*/ 95276 w 147679"/>
                <a:gd name="connsiteY6" fmla="*/ 108819 h 246082"/>
                <a:gd name="connsiteX7" fmla="*/ 138334 w 147679"/>
                <a:gd name="connsiteY7" fmla="*/ 53379 h 246082"/>
                <a:gd name="connsiteX8" fmla="*/ 74280 w 147679"/>
                <a:gd name="connsiteY8" fmla="*/ 85 h 246082"/>
                <a:gd name="connsiteX9" fmla="*/ 9871 w 147679"/>
                <a:gd name="connsiteY9" fmla="*/ 59817 h 246082"/>
                <a:gd name="connsiteX10" fmla="*/ 25528 w 147679"/>
                <a:gd name="connsiteY10" fmla="*/ 99161 h 246082"/>
                <a:gd name="connsiteX11" fmla="*/ 51506 w 147679"/>
                <a:gd name="connsiteY11" fmla="*/ 118476 h 246082"/>
                <a:gd name="connsiteX12" fmla="*/ 263 w 147679"/>
                <a:gd name="connsiteY12" fmla="*/ 184289 h 246082"/>
                <a:gd name="connsiteX13" fmla="*/ 73924 w 147679"/>
                <a:gd name="connsiteY13" fmla="*/ 246167 h 246082"/>
                <a:gd name="connsiteX14" fmla="*/ 147942 w 147679"/>
                <a:gd name="connsiteY14" fmla="*/ 178208 h 246082"/>
                <a:gd name="connsiteX15" fmla="*/ 130505 w 147679"/>
                <a:gd name="connsiteY15" fmla="*/ 134214 h 246082"/>
                <a:gd name="connsiteX16" fmla="*/ 95276 w 147679"/>
                <a:gd name="connsiteY16" fmla="*/ 108819 h 246082"/>
                <a:gd name="connsiteX17" fmla="*/ 59690 w 147679"/>
                <a:gd name="connsiteY17" fmla="*/ 123841 h 246082"/>
                <a:gd name="connsiteX18" fmla="*/ 103460 w 147679"/>
                <a:gd name="connsiteY18" fmla="*/ 151740 h 246082"/>
                <a:gd name="connsiteX19" fmla="*/ 130149 w 147679"/>
                <a:gd name="connsiteY19" fmla="*/ 191085 h 246082"/>
                <a:gd name="connsiteX20" fmla="*/ 74280 w 147679"/>
                <a:gd name="connsiteY20" fmla="*/ 236152 h 246082"/>
                <a:gd name="connsiteX21" fmla="*/ 18056 w 147679"/>
                <a:gd name="connsiteY21" fmla="*/ 184289 h 246082"/>
                <a:gd name="connsiteX22" fmla="*/ 59690 w 147679"/>
                <a:gd name="connsiteY22" fmla="*/ 123841 h 246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47679" h="246082">
                  <a:moveTo>
                    <a:pt x="43321" y="74839"/>
                  </a:moveTo>
                  <a:cubicBezTo>
                    <a:pt x="26952" y="64109"/>
                    <a:pt x="25528" y="51948"/>
                    <a:pt x="25528" y="45867"/>
                  </a:cubicBezTo>
                  <a:cubicBezTo>
                    <a:pt x="25528" y="24049"/>
                    <a:pt x="48659" y="9027"/>
                    <a:pt x="73924" y="9027"/>
                  </a:cubicBezTo>
                  <a:cubicBezTo>
                    <a:pt x="99902" y="9027"/>
                    <a:pt x="122676" y="27626"/>
                    <a:pt x="122676" y="53379"/>
                  </a:cubicBezTo>
                  <a:cubicBezTo>
                    <a:pt x="122676" y="73766"/>
                    <a:pt x="108798" y="90935"/>
                    <a:pt x="87447" y="103454"/>
                  </a:cubicBezTo>
                  <a:lnTo>
                    <a:pt x="43321" y="74839"/>
                  </a:lnTo>
                  <a:close/>
                  <a:moveTo>
                    <a:pt x="95276" y="108819"/>
                  </a:moveTo>
                  <a:cubicBezTo>
                    <a:pt x="120897" y="95585"/>
                    <a:pt x="138334" y="76985"/>
                    <a:pt x="138334" y="53379"/>
                  </a:cubicBezTo>
                  <a:cubicBezTo>
                    <a:pt x="138334" y="20472"/>
                    <a:pt x="106663" y="85"/>
                    <a:pt x="74280" y="85"/>
                  </a:cubicBezTo>
                  <a:cubicBezTo>
                    <a:pt x="38695" y="85"/>
                    <a:pt x="9871" y="26553"/>
                    <a:pt x="9871" y="59817"/>
                  </a:cubicBezTo>
                  <a:cubicBezTo>
                    <a:pt x="9871" y="66255"/>
                    <a:pt x="10583" y="82351"/>
                    <a:pt x="25528" y="99161"/>
                  </a:cubicBezTo>
                  <a:cubicBezTo>
                    <a:pt x="29443" y="103454"/>
                    <a:pt x="42609" y="112396"/>
                    <a:pt x="51506" y="118476"/>
                  </a:cubicBezTo>
                  <a:cubicBezTo>
                    <a:pt x="30866" y="128849"/>
                    <a:pt x="263" y="148879"/>
                    <a:pt x="263" y="184289"/>
                  </a:cubicBezTo>
                  <a:cubicBezTo>
                    <a:pt x="263" y="222203"/>
                    <a:pt x="36560" y="246167"/>
                    <a:pt x="73924" y="246167"/>
                  </a:cubicBezTo>
                  <a:cubicBezTo>
                    <a:pt x="114136" y="246167"/>
                    <a:pt x="147942" y="216480"/>
                    <a:pt x="147942" y="178208"/>
                  </a:cubicBezTo>
                  <a:cubicBezTo>
                    <a:pt x="147942" y="165332"/>
                    <a:pt x="144028" y="149236"/>
                    <a:pt x="130505" y="134214"/>
                  </a:cubicBezTo>
                  <a:cubicBezTo>
                    <a:pt x="123744" y="126703"/>
                    <a:pt x="118050" y="123126"/>
                    <a:pt x="95276" y="108819"/>
                  </a:cubicBezTo>
                  <a:close/>
                  <a:moveTo>
                    <a:pt x="59690" y="123841"/>
                  </a:moveTo>
                  <a:lnTo>
                    <a:pt x="103460" y="151740"/>
                  </a:lnTo>
                  <a:cubicBezTo>
                    <a:pt x="113424" y="158536"/>
                    <a:pt x="130149" y="169266"/>
                    <a:pt x="130149" y="191085"/>
                  </a:cubicBezTo>
                  <a:cubicBezTo>
                    <a:pt x="130149" y="217553"/>
                    <a:pt x="103460" y="236152"/>
                    <a:pt x="74280" y="236152"/>
                  </a:cubicBezTo>
                  <a:cubicBezTo>
                    <a:pt x="43677" y="236152"/>
                    <a:pt x="18056" y="213976"/>
                    <a:pt x="18056" y="184289"/>
                  </a:cubicBezTo>
                  <a:cubicBezTo>
                    <a:pt x="18056" y="163543"/>
                    <a:pt x="29443" y="140652"/>
                    <a:pt x="59690" y="123841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944A116D-B886-9139-46EC-594CB90E75DE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3561252" y="8323647"/>
              <a:ext cx="41634" cy="106945"/>
            </a:xfrm>
            <a:custGeom>
              <a:avLst/>
              <a:gdLst>
                <a:gd name="connsiteX0" fmla="*/ 41903 w 41634"/>
                <a:gd name="connsiteY0" fmla="*/ 37641 h 106945"/>
                <a:gd name="connsiteX1" fmla="*/ 19128 w 41634"/>
                <a:gd name="connsiteY1" fmla="*/ 85 h 106945"/>
                <a:gd name="connsiteX2" fmla="*/ 268 w 41634"/>
                <a:gd name="connsiteY2" fmla="*/ 19042 h 106945"/>
                <a:gd name="connsiteX3" fmla="*/ 19128 w 41634"/>
                <a:gd name="connsiteY3" fmla="*/ 37999 h 106945"/>
                <a:gd name="connsiteX4" fmla="*/ 31583 w 41634"/>
                <a:gd name="connsiteY4" fmla="*/ 33349 h 106945"/>
                <a:gd name="connsiteX5" fmla="*/ 33362 w 41634"/>
                <a:gd name="connsiteY5" fmla="*/ 32276 h 106945"/>
                <a:gd name="connsiteX6" fmla="*/ 34074 w 41634"/>
                <a:gd name="connsiteY6" fmla="*/ 37641 h 106945"/>
                <a:gd name="connsiteX7" fmla="*/ 9876 w 41634"/>
                <a:gd name="connsiteY7" fmla="*/ 97373 h 106945"/>
                <a:gd name="connsiteX8" fmla="*/ 5962 w 41634"/>
                <a:gd name="connsiteY8" fmla="*/ 103096 h 106945"/>
                <a:gd name="connsiteX9" fmla="*/ 9520 w 41634"/>
                <a:gd name="connsiteY9" fmla="*/ 107030 h 106945"/>
                <a:gd name="connsiteX10" fmla="*/ 41903 w 41634"/>
                <a:gd name="connsiteY10" fmla="*/ 37641 h 106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634" h="106945">
                  <a:moveTo>
                    <a:pt x="41903" y="37641"/>
                  </a:moveTo>
                  <a:cubicBezTo>
                    <a:pt x="41903" y="14034"/>
                    <a:pt x="33006" y="85"/>
                    <a:pt x="19128" y="85"/>
                  </a:cubicBezTo>
                  <a:cubicBezTo>
                    <a:pt x="7385" y="85"/>
                    <a:pt x="268" y="9027"/>
                    <a:pt x="268" y="19042"/>
                  </a:cubicBezTo>
                  <a:cubicBezTo>
                    <a:pt x="268" y="28699"/>
                    <a:pt x="7385" y="37999"/>
                    <a:pt x="19128" y="37999"/>
                  </a:cubicBezTo>
                  <a:cubicBezTo>
                    <a:pt x="23398" y="37999"/>
                    <a:pt x="28024" y="36568"/>
                    <a:pt x="31583" y="33349"/>
                  </a:cubicBezTo>
                  <a:cubicBezTo>
                    <a:pt x="32650" y="32633"/>
                    <a:pt x="33006" y="32276"/>
                    <a:pt x="33362" y="32276"/>
                  </a:cubicBezTo>
                  <a:cubicBezTo>
                    <a:pt x="33718" y="32276"/>
                    <a:pt x="34074" y="32633"/>
                    <a:pt x="34074" y="37641"/>
                  </a:cubicBezTo>
                  <a:cubicBezTo>
                    <a:pt x="34074" y="64109"/>
                    <a:pt x="21619" y="85570"/>
                    <a:pt x="9876" y="97373"/>
                  </a:cubicBezTo>
                  <a:cubicBezTo>
                    <a:pt x="5962" y="101308"/>
                    <a:pt x="5962" y="102023"/>
                    <a:pt x="5962" y="103096"/>
                  </a:cubicBezTo>
                  <a:cubicBezTo>
                    <a:pt x="5962" y="105600"/>
                    <a:pt x="7741" y="107030"/>
                    <a:pt x="9520" y="107030"/>
                  </a:cubicBezTo>
                  <a:cubicBezTo>
                    <a:pt x="13434" y="107030"/>
                    <a:pt x="41903" y="79489"/>
                    <a:pt x="41903" y="37641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2925431F-3311-5272-939B-3D8A5CDDA67A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3719408" y="8323647"/>
              <a:ext cx="37720" cy="37913"/>
            </a:xfrm>
            <a:custGeom>
              <a:avLst/>
              <a:gdLst>
                <a:gd name="connsiteX0" fmla="*/ 37993 w 37720"/>
                <a:gd name="connsiteY0" fmla="*/ 19042 h 37913"/>
                <a:gd name="connsiteX1" fmla="*/ 19133 w 37720"/>
                <a:gd name="connsiteY1" fmla="*/ 85 h 37913"/>
                <a:gd name="connsiteX2" fmla="*/ 272 w 37720"/>
                <a:gd name="connsiteY2" fmla="*/ 19042 h 37913"/>
                <a:gd name="connsiteX3" fmla="*/ 19133 w 37720"/>
                <a:gd name="connsiteY3" fmla="*/ 37999 h 37913"/>
                <a:gd name="connsiteX4" fmla="*/ 37993 w 37720"/>
                <a:gd name="connsiteY4" fmla="*/ 19042 h 37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20" h="37913">
                  <a:moveTo>
                    <a:pt x="37993" y="19042"/>
                  </a:moveTo>
                  <a:cubicBezTo>
                    <a:pt x="37993" y="8669"/>
                    <a:pt x="29452" y="85"/>
                    <a:pt x="19133" y="85"/>
                  </a:cubicBezTo>
                  <a:cubicBezTo>
                    <a:pt x="8813" y="85"/>
                    <a:pt x="272" y="8669"/>
                    <a:pt x="272" y="19042"/>
                  </a:cubicBezTo>
                  <a:cubicBezTo>
                    <a:pt x="272" y="29414"/>
                    <a:pt x="8813" y="37999"/>
                    <a:pt x="19133" y="37999"/>
                  </a:cubicBezTo>
                  <a:cubicBezTo>
                    <a:pt x="29452" y="37999"/>
                    <a:pt x="37993" y="29414"/>
                    <a:pt x="37993" y="19042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40211AE3-02E4-A4FE-7A83-692019091F25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3819323" y="8123347"/>
              <a:ext cx="117431" cy="238213"/>
            </a:xfrm>
            <a:custGeom>
              <a:avLst/>
              <a:gdLst>
                <a:gd name="connsiteX0" fmla="*/ 73225 w 117431"/>
                <a:gd name="connsiteY0" fmla="*/ 9384 h 238213"/>
                <a:gd name="connsiteX1" fmla="*/ 65040 w 117431"/>
                <a:gd name="connsiteY1" fmla="*/ 85 h 238213"/>
                <a:gd name="connsiteX2" fmla="*/ 275 w 117431"/>
                <a:gd name="connsiteY2" fmla="*/ 22976 h 238213"/>
                <a:gd name="connsiteX3" fmla="*/ 275 w 117431"/>
                <a:gd name="connsiteY3" fmla="*/ 34064 h 238213"/>
                <a:gd name="connsiteX4" fmla="*/ 46892 w 117431"/>
                <a:gd name="connsiteY4" fmla="*/ 24764 h 238213"/>
                <a:gd name="connsiteX5" fmla="*/ 46892 w 117431"/>
                <a:gd name="connsiteY5" fmla="*/ 210042 h 238213"/>
                <a:gd name="connsiteX6" fmla="*/ 13797 w 117431"/>
                <a:gd name="connsiteY6" fmla="*/ 227210 h 238213"/>
                <a:gd name="connsiteX7" fmla="*/ 2410 w 117431"/>
                <a:gd name="connsiteY7" fmla="*/ 227210 h 238213"/>
                <a:gd name="connsiteX8" fmla="*/ 2410 w 117431"/>
                <a:gd name="connsiteY8" fmla="*/ 238298 h 238213"/>
                <a:gd name="connsiteX9" fmla="*/ 60058 w 117431"/>
                <a:gd name="connsiteY9" fmla="*/ 237225 h 238213"/>
                <a:gd name="connsiteX10" fmla="*/ 117707 w 117431"/>
                <a:gd name="connsiteY10" fmla="*/ 238298 h 238213"/>
                <a:gd name="connsiteX11" fmla="*/ 117707 w 117431"/>
                <a:gd name="connsiteY11" fmla="*/ 227210 h 238213"/>
                <a:gd name="connsiteX12" fmla="*/ 106319 w 117431"/>
                <a:gd name="connsiteY12" fmla="*/ 227210 h 238213"/>
                <a:gd name="connsiteX13" fmla="*/ 73225 w 117431"/>
                <a:gd name="connsiteY13" fmla="*/ 210042 h 238213"/>
                <a:gd name="connsiteX14" fmla="*/ 73225 w 117431"/>
                <a:gd name="connsiteY14" fmla="*/ 9384 h 238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7431" h="238213">
                  <a:moveTo>
                    <a:pt x="73225" y="9384"/>
                  </a:moveTo>
                  <a:cubicBezTo>
                    <a:pt x="73225" y="800"/>
                    <a:pt x="73225" y="85"/>
                    <a:pt x="65040" y="85"/>
                  </a:cubicBezTo>
                  <a:cubicBezTo>
                    <a:pt x="42977" y="22976"/>
                    <a:pt x="11662" y="22976"/>
                    <a:pt x="275" y="22976"/>
                  </a:cubicBezTo>
                  <a:lnTo>
                    <a:pt x="275" y="34064"/>
                  </a:lnTo>
                  <a:cubicBezTo>
                    <a:pt x="7392" y="34064"/>
                    <a:pt x="28387" y="34064"/>
                    <a:pt x="46892" y="24764"/>
                  </a:cubicBezTo>
                  <a:lnTo>
                    <a:pt x="46892" y="210042"/>
                  </a:lnTo>
                  <a:cubicBezTo>
                    <a:pt x="46892" y="222918"/>
                    <a:pt x="45824" y="227210"/>
                    <a:pt x="13797" y="227210"/>
                  </a:cubicBezTo>
                  <a:lnTo>
                    <a:pt x="2410" y="227210"/>
                  </a:lnTo>
                  <a:lnTo>
                    <a:pt x="2410" y="238298"/>
                  </a:lnTo>
                  <a:cubicBezTo>
                    <a:pt x="14865" y="237225"/>
                    <a:pt x="45824" y="237225"/>
                    <a:pt x="60058" y="237225"/>
                  </a:cubicBezTo>
                  <a:cubicBezTo>
                    <a:pt x="74293" y="237225"/>
                    <a:pt x="105252" y="237225"/>
                    <a:pt x="117707" y="238298"/>
                  </a:cubicBezTo>
                  <a:lnTo>
                    <a:pt x="117707" y="227210"/>
                  </a:lnTo>
                  <a:lnTo>
                    <a:pt x="106319" y="227210"/>
                  </a:lnTo>
                  <a:cubicBezTo>
                    <a:pt x="74293" y="227210"/>
                    <a:pt x="73225" y="223276"/>
                    <a:pt x="73225" y="210042"/>
                  </a:cubicBezTo>
                  <a:lnTo>
                    <a:pt x="73225" y="9384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A8AB0F5-86BA-5BC4-D652-CB27EB31EA2F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3997251" y="8123347"/>
              <a:ext cx="117431" cy="238213"/>
            </a:xfrm>
            <a:custGeom>
              <a:avLst/>
              <a:gdLst>
                <a:gd name="connsiteX0" fmla="*/ 73230 w 117431"/>
                <a:gd name="connsiteY0" fmla="*/ 9384 h 238213"/>
                <a:gd name="connsiteX1" fmla="*/ 65045 w 117431"/>
                <a:gd name="connsiteY1" fmla="*/ 85 h 238213"/>
                <a:gd name="connsiteX2" fmla="*/ 280 w 117431"/>
                <a:gd name="connsiteY2" fmla="*/ 22976 h 238213"/>
                <a:gd name="connsiteX3" fmla="*/ 280 w 117431"/>
                <a:gd name="connsiteY3" fmla="*/ 34064 h 238213"/>
                <a:gd name="connsiteX4" fmla="*/ 46897 w 117431"/>
                <a:gd name="connsiteY4" fmla="*/ 24764 h 238213"/>
                <a:gd name="connsiteX5" fmla="*/ 46897 w 117431"/>
                <a:gd name="connsiteY5" fmla="*/ 210042 h 238213"/>
                <a:gd name="connsiteX6" fmla="*/ 13802 w 117431"/>
                <a:gd name="connsiteY6" fmla="*/ 227210 h 238213"/>
                <a:gd name="connsiteX7" fmla="*/ 2415 w 117431"/>
                <a:gd name="connsiteY7" fmla="*/ 227210 h 238213"/>
                <a:gd name="connsiteX8" fmla="*/ 2415 w 117431"/>
                <a:gd name="connsiteY8" fmla="*/ 238298 h 238213"/>
                <a:gd name="connsiteX9" fmla="*/ 60063 w 117431"/>
                <a:gd name="connsiteY9" fmla="*/ 237225 h 238213"/>
                <a:gd name="connsiteX10" fmla="*/ 117712 w 117431"/>
                <a:gd name="connsiteY10" fmla="*/ 238298 h 238213"/>
                <a:gd name="connsiteX11" fmla="*/ 117712 w 117431"/>
                <a:gd name="connsiteY11" fmla="*/ 227210 h 238213"/>
                <a:gd name="connsiteX12" fmla="*/ 106324 w 117431"/>
                <a:gd name="connsiteY12" fmla="*/ 227210 h 238213"/>
                <a:gd name="connsiteX13" fmla="*/ 73230 w 117431"/>
                <a:gd name="connsiteY13" fmla="*/ 210042 h 238213"/>
                <a:gd name="connsiteX14" fmla="*/ 73230 w 117431"/>
                <a:gd name="connsiteY14" fmla="*/ 9384 h 238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7431" h="238213">
                  <a:moveTo>
                    <a:pt x="73230" y="9384"/>
                  </a:moveTo>
                  <a:cubicBezTo>
                    <a:pt x="73230" y="800"/>
                    <a:pt x="73230" y="85"/>
                    <a:pt x="65045" y="85"/>
                  </a:cubicBezTo>
                  <a:cubicBezTo>
                    <a:pt x="42982" y="22976"/>
                    <a:pt x="11667" y="22976"/>
                    <a:pt x="280" y="22976"/>
                  </a:cubicBezTo>
                  <a:lnTo>
                    <a:pt x="280" y="34064"/>
                  </a:lnTo>
                  <a:cubicBezTo>
                    <a:pt x="7397" y="34064"/>
                    <a:pt x="28392" y="34064"/>
                    <a:pt x="46897" y="24764"/>
                  </a:cubicBezTo>
                  <a:lnTo>
                    <a:pt x="46897" y="210042"/>
                  </a:lnTo>
                  <a:cubicBezTo>
                    <a:pt x="46897" y="222918"/>
                    <a:pt x="45829" y="227210"/>
                    <a:pt x="13802" y="227210"/>
                  </a:cubicBezTo>
                  <a:lnTo>
                    <a:pt x="2415" y="227210"/>
                  </a:lnTo>
                  <a:lnTo>
                    <a:pt x="2415" y="238298"/>
                  </a:lnTo>
                  <a:cubicBezTo>
                    <a:pt x="14870" y="237225"/>
                    <a:pt x="45829" y="237225"/>
                    <a:pt x="60063" y="237225"/>
                  </a:cubicBezTo>
                  <a:cubicBezTo>
                    <a:pt x="74298" y="237225"/>
                    <a:pt x="105257" y="237225"/>
                    <a:pt x="117712" y="238298"/>
                  </a:cubicBezTo>
                  <a:lnTo>
                    <a:pt x="117712" y="227210"/>
                  </a:lnTo>
                  <a:lnTo>
                    <a:pt x="106324" y="227210"/>
                  </a:lnTo>
                  <a:cubicBezTo>
                    <a:pt x="74297" y="227210"/>
                    <a:pt x="73230" y="223276"/>
                    <a:pt x="73230" y="210042"/>
                  </a:cubicBezTo>
                  <a:lnTo>
                    <a:pt x="73230" y="9384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CD12D188-D72D-ACD5-BDBD-4BB102BCCF66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4158453" y="8123347"/>
              <a:ext cx="147679" cy="246082"/>
            </a:xfrm>
            <a:custGeom>
              <a:avLst/>
              <a:gdLst>
                <a:gd name="connsiteX0" fmla="*/ 115937 w 147679"/>
                <a:gd name="connsiteY0" fmla="*/ 124557 h 246082"/>
                <a:gd name="connsiteX1" fmla="*/ 115937 w 147679"/>
                <a:gd name="connsiteY1" fmla="*/ 136002 h 246082"/>
                <a:gd name="connsiteX2" fmla="*/ 58289 w 147679"/>
                <a:gd name="connsiteY2" fmla="*/ 236152 h 246082"/>
                <a:gd name="connsiteX3" fmla="*/ 23415 w 147679"/>
                <a:gd name="connsiteY3" fmla="*/ 223276 h 246082"/>
                <a:gd name="connsiteX4" fmla="*/ 41920 w 147679"/>
                <a:gd name="connsiteY4" fmla="*/ 206823 h 246082"/>
                <a:gd name="connsiteX5" fmla="*/ 25551 w 147679"/>
                <a:gd name="connsiteY5" fmla="*/ 190369 h 246082"/>
                <a:gd name="connsiteX6" fmla="*/ 9181 w 147679"/>
                <a:gd name="connsiteY6" fmla="*/ 207538 h 246082"/>
                <a:gd name="connsiteX7" fmla="*/ 58645 w 147679"/>
                <a:gd name="connsiteY7" fmla="*/ 246167 h 246082"/>
                <a:gd name="connsiteX8" fmla="*/ 147964 w 147679"/>
                <a:gd name="connsiteY8" fmla="*/ 120622 h 246082"/>
                <a:gd name="connsiteX9" fmla="*/ 75370 w 147679"/>
                <a:gd name="connsiteY9" fmla="*/ 85 h 246082"/>
                <a:gd name="connsiteX10" fmla="*/ 23060 w 147679"/>
                <a:gd name="connsiteY10" fmla="*/ 22618 h 246082"/>
                <a:gd name="connsiteX11" fmla="*/ 285 w 147679"/>
                <a:gd name="connsiteY11" fmla="*/ 80562 h 246082"/>
                <a:gd name="connsiteX12" fmla="*/ 71456 w 147679"/>
                <a:gd name="connsiteY12" fmla="*/ 160324 h 246082"/>
                <a:gd name="connsiteX13" fmla="*/ 115937 w 147679"/>
                <a:gd name="connsiteY13" fmla="*/ 124557 h 246082"/>
                <a:gd name="connsiteX14" fmla="*/ 71812 w 147679"/>
                <a:gd name="connsiteY14" fmla="*/ 152098 h 246082"/>
                <a:gd name="connsiteX15" fmla="*/ 38717 w 147679"/>
                <a:gd name="connsiteY15" fmla="*/ 129564 h 246082"/>
                <a:gd name="connsiteX16" fmla="*/ 32312 w 147679"/>
                <a:gd name="connsiteY16" fmla="*/ 80920 h 246082"/>
                <a:gd name="connsiteX17" fmla="*/ 39785 w 147679"/>
                <a:gd name="connsiteY17" fmla="*/ 31560 h 246082"/>
                <a:gd name="connsiteX18" fmla="*/ 75370 w 147679"/>
                <a:gd name="connsiteY18" fmla="*/ 9027 h 246082"/>
                <a:gd name="connsiteX19" fmla="*/ 109532 w 147679"/>
                <a:gd name="connsiteY19" fmla="*/ 37283 h 246082"/>
                <a:gd name="connsiteX20" fmla="*/ 115226 w 147679"/>
                <a:gd name="connsiteY20" fmla="*/ 87716 h 246082"/>
                <a:gd name="connsiteX21" fmla="*/ 71812 w 147679"/>
                <a:gd name="connsiteY21" fmla="*/ 152098 h 246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7679" h="246082">
                  <a:moveTo>
                    <a:pt x="115937" y="124557"/>
                  </a:moveTo>
                  <a:lnTo>
                    <a:pt x="115937" y="136002"/>
                  </a:lnTo>
                  <a:cubicBezTo>
                    <a:pt x="115937" y="219699"/>
                    <a:pt x="78929" y="236152"/>
                    <a:pt x="58289" y="236152"/>
                  </a:cubicBezTo>
                  <a:cubicBezTo>
                    <a:pt x="52240" y="236152"/>
                    <a:pt x="33024" y="235437"/>
                    <a:pt x="23415" y="223276"/>
                  </a:cubicBezTo>
                  <a:cubicBezTo>
                    <a:pt x="39073" y="223276"/>
                    <a:pt x="41920" y="212903"/>
                    <a:pt x="41920" y="206823"/>
                  </a:cubicBezTo>
                  <a:cubicBezTo>
                    <a:pt x="41920" y="195735"/>
                    <a:pt x="33379" y="190369"/>
                    <a:pt x="25551" y="190369"/>
                  </a:cubicBezTo>
                  <a:cubicBezTo>
                    <a:pt x="19857" y="190369"/>
                    <a:pt x="9181" y="193588"/>
                    <a:pt x="9181" y="207538"/>
                  </a:cubicBezTo>
                  <a:cubicBezTo>
                    <a:pt x="9181" y="231502"/>
                    <a:pt x="28397" y="246167"/>
                    <a:pt x="58645" y="246167"/>
                  </a:cubicBezTo>
                  <a:cubicBezTo>
                    <a:pt x="104550" y="246167"/>
                    <a:pt x="147964" y="197523"/>
                    <a:pt x="147964" y="120622"/>
                  </a:cubicBezTo>
                  <a:cubicBezTo>
                    <a:pt x="147964" y="24407"/>
                    <a:pt x="107041" y="85"/>
                    <a:pt x="75370" y="85"/>
                  </a:cubicBezTo>
                  <a:cubicBezTo>
                    <a:pt x="55798" y="85"/>
                    <a:pt x="38361" y="6523"/>
                    <a:pt x="23060" y="22618"/>
                  </a:cubicBezTo>
                  <a:cubicBezTo>
                    <a:pt x="8470" y="38714"/>
                    <a:pt x="285" y="53736"/>
                    <a:pt x="285" y="80562"/>
                  </a:cubicBezTo>
                  <a:cubicBezTo>
                    <a:pt x="285" y="125272"/>
                    <a:pt x="31600" y="160324"/>
                    <a:pt x="71456" y="160324"/>
                  </a:cubicBezTo>
                  <a:cubicBezTo>
                    <a:pt x="93163" y="160324"/>
                    <a:pt x="107753" y="145302"/>
                    <a:pt x="115937" y="124557"/>
                  </a:cubicBezTo>
                  <a:close/>
                  <a:moveTo>
                    <a:pt x="71812" y="152098"/>
                  </a:moveTo>
                  <a:cubicBezTo>
                    <a:pt x="66118" y="152098"/>
                    <a:pt x="49749" y="152098"/>
                    <a:pt x="38717" y="129564"/>
                  </a:cubicBezTo>
                  <a:cubicBezTo>
                    <a:pt x="32312" y="116330"/>
                    <a:pt x="32312" y="98446"/>
                    <a:pt x="32312" y="80920"/>
                  </a:cubicBezTo>
                  <a:cubicBezTo>
                    <a:pt x="32312" y="61605"/>
                    <a:pt x="32312" y="44794"/>
                    <a:pt x="39785" y="31560"/>
                  </a:cubicBezTo>
                  <a:cubicBezTo>
                    <a:pt x="49393" y="13676"/>
                    <a:pt x="62915" y="9027"/>
                    <a:pt x="75370" y="9027"/>
                  </a:cubicBezTo>
                  <a:cubicBezTo>
                    <a:pt x="91739" y="9027"/>
                    <a:pt x="103482" y="21188"/>
                    <a:pt x="109532" y="37283"/>
                  </a:cubicBezTo>
                  <a:cubicBezTo>
                    <a:pt x="113802" y="48729"/>
                    <a:pt x="115226" y="71263"/>
                    <a:pt x="115226" y="87716"/>
                  </a:cubicBezTo>
                  <a:cubicBezTo>
                    <a:pt x="115226" y="117403"/>
                    <a:pt x="103127" y="152098"/>
                    <a:pt x="71812" y="152098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83FB6D3A-5ED2-B6A4-F4BF-198FCCC6E493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4339227" y="8123347"/>
              <a:ext cx="141985" cy="238213"/>
            </a:xfrm>
            <a:custGeom>
              <a:avLst/>
              <a:gdLst>
                <a:gd name="connsiteX0" fmla="*/ 27691 w 141985"/>
                <a:gd name="connsiteY0" fmla="*/ 210757 h 238213"/>
                <a:gd name="connsiteX1" fmla="*/ 65411 w 141985"/>
                <a:gd name="connsiteY1" fmla="*/ 173916 h 238213"/>
                <a:gd name="connsiteX2" fmla="*/ 142275 w 141985"/>
                <a:gd name="connsiteY2" fmla="*/ 69474 h 238213"/>
                <a:gd name="connsiteX3" fmla="*/ 66835 w 141985"/>
                <a:gd name="connsiteY3" fmla="*/ 85 h 238213"/>
                <a:gd name="connsiteX4" fmla="*/ 290 w 141985"/>
                <a:gd name="connsiteY4" fmla="*/ 64824 h 238213"/>
                <a:gd name="connsiteX5" fmla="*/ 19150 w 141985"/>
                <a:gd name="connsiteY5" fmla="*/ 84854 h 238213"/>
                <a:gd name="connsiteX6" fmla="*/ 37655 w 141985"/>
                <a:gd name="connsiteY6" fmla="*/ 65897 h 238213"/>
                <a:gd name="connsiteX7" fmla="*/ 18794 w 141985"/>
                <a:gd name="connsiteY7" fmla="*/ 47298 h 238213"/>
                <a:gd name="connsiteX8" fmla="*/ 14168 w 141985"/>
                <a:gd name="connsiteY8" fmla="*/ 47656 h 238213"/>
                <a:gd name="connsiteX9" fmla="*/ 62208 w 141985"/>
                <a:gd name="connsiteY9" fmla="*/ 11173 h 238213"/>
                <a:gd name="connsiteX10" fmla="*/ 109893 w 141985"/>
                <a:gd name="connsiteY10" fmla="*/ 69474 h 238213"/>
                <a:gd name="connsiteX11" fmla="*/ 72528 w 141985"/>
                <a:gd name="connsiteY11" fmla="*/ 148521 h 238213"/>
                <a:gd name="connsiteX12" fmla="*/ 4204 w 141985"/>
                <a:gd name="connsiteY12" fmla="*/ 225064 h 238213"/>
                <a:gd name="connsiteX13" fmla="*/ 290 w 141985"/>
                <a:gd name="connsiteY13" fmla="*/ 238298 h 238213"/>
                <a:gd name="connsiteX14" fmla="*/ 132311 w 141985"/>
                <a:gd name="connsiteY14" fmla="*/ 238298 h 238213"/>
                <a:gd name="connsiteX15" fmla="*/ 142275 w 141985"/>
                <a:gd name="connsiteY15" fmla="*/ 176062 h 238213"/>
                <a:gd name="connsiteX16" fmla="*/ 133379 w 141985"/>
                <a:gd name="connsiteY16" fmla="*/ 176062 h 238213"/>
                <a:gd name="connsiteX17" fmla="*/ 125550 w 141985"/>
                <a:gd name="connsiteY17" fmla="*/ 207896 h 238213"/>
                <a:gd name="connsiteX18" fmla="*/ 91744 w 141985"/>
                <a:gd name="connsiteY18" fmla="*/ 210757 h 238213"/>
                <a:gd name="connsiteX19" fmla="*/ 27691 w 141985"/>
                <a:gd name="connsiteY19" fmla="*/ 210757 h 238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1985" h="238213">
                  <a:moveTo>
                    <a:pt x="27691" y="210757"/>
                  </a:moveTo>
                  <a:lnTo>
                    <a:pt x="65411" y="173916"/>
                  </a:lnTo>
                  <a:cubicBezTo>
                    <a:pt x="120924" y="124557"/>
                    <a:pt x="142275" y="105242"/>
                    <a:pt x="142275" y="69474"/>
                  </a:cubicBezTo>
                  <a:cubicBezTo>
                    <a:pt x="142275" y="28699"/>
                    <a:pt x="110249" y="85"/>
                    <a:pt x="66835" y="85"/>
                  </a:cubicBezTo>
                  <a:cubicBezTo>
                    <a:pt x="26623" y="85"/>
                    <a:pt x="290" y="32991"/>
                    <a:pt x="290" y="64824"/>
                  </a:cubicBezTo>
                  <a:cubicBezTo>
                    <a:pt x="290" y="84854"/>
                    <a:pt x="18083" y="84854"/>
                    <a:pt x="19150" y="84854"/>
                  </a:cubicBezTo>
                  <a:cubicBezTo>
                    <a:pt x="25200" y="84854"/>
                    <a:pt x="37655" y="80562"/>
                    <a:pt x="37655" y="65897"/>
                  </a:cubicBezTo>
                  <a:cubicBezTo>
                    <a:pt x="37655" y="56598"/>
                    <a:pt x="31249" y="47298"/>
                    <a:pt x="18794" y="47298"/>
                  </a:cubicBezTo>
                  <a:cubicBezTo>
                    <a:pt x="15948" y="47298"/>
                    <a:pt x="15236" y="47298"/>
                    <a:pt x="14168" y="47656"/>
                  </a:cubicBezTo>
                  <a:cubicBezTo>
                    <a:pt x="22353" y="24407"/>
                    <a:pt x="41569" y="11173"/>
                    <a:pt x="62208" y="11173"/>
                  </a:cubicBezTo>
                  <a:cubicBezTo>
                    <a:pt x="94591" y="11173"/>
                    <a:pt x="109893" y="40145"/>
                    <a:pt x="109893" y="69474"/>
                  </a:cubicBezTo>
                  <a:cubicBezTo>
                    <a:pt x="109893" y="98088"/>
                    <a:pt x="92100" y="126345"/>
                    <a:pt x="72528" y="148521"/>
                  </a:cubicBezTo>
                  <a:lnTo>
                    <a:pt x="4204" y="225064"/>
                  </a:lnTo>
                  <a:cubicBezTo>
                    <a:pt x="290" y="228999"/>
                    <a:pt x="290" y="229714"/>
                    <a:pt x="290" y="238298"/>
                  </a:cubicBezTo>
                  <a:lnTo>
                    <a:pt x="132311" y="238298"/>
                  </a:lnTo>
                  <a:lnTo>
                    <a:pt x="142275" y="176062"/>
                  </a:lnTo>
                  <a:lnTo>
                    <a:pt x="133379" y="176062"/>
                  </a:lnTo>
                  <a:cubicBezTo>
                    <a:pt x="131600" y="186793"/>
                    <a:pt x="129109" y="202530"/>
                    <a:pt x="125550" y="207896"/>
                  </a:cubicBezTo>
                  <a:cubicBezTo>
                    <a:pt x="123059" y="210757"/>
                    <a:pt x="99573" y="210757"/>
                    <a:pt x="91744" y="210757"/>
                  </a:cubicBezTo>
                  <a:lnTo>
                    <a:pt x="27691" y="210757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955B160-4A6C-E5B8-C135-EAB114E54929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4507190" y="8093303"/>
              <a:ext cx="48751" cy="357677"/>
            </a:xfrm>
            <a:custGeom>
              <a:avLst/>
              <a:gdLst>
                <a:gd name="connsiteX0" fmla="*/ 49047 w 48751"/>
                <a:gd name="connsiteY0" fmla="*/ 85 h 357677"/>
                <a:gd name="connsiteX1" fmla="*/ 295 w 48751"/>
                <a:gd name="connsiteY1" fmla="*/ 85 h 357677"/>
                <a:gd name="connsiteX2" fmla="*/ 295 w 48751"/>
                <a:gd name="connsiteY2" fmla="*/ 14392 h 357677"/>
                <a:gd name="connsiteX3" fmla="*/ 34813 w 48751"/>
                <a:gd name="connsiteY3" fmla="*/ 14392 h 357677"/>
                <a:gd name="connsiteX4" fmla="*/ 34813 w 48751"/>
                <a:gd name="connsiteY4" fmla="*/ 343456 h 357677"/>
                <a:gd name="connsiteX5" fmla="*/ 295 w 48751"/>
                <a:gd name="connsiteY5" fmla="*/ 343456 h 357677"/>
                <a:gd name="connsiteX6" fmla="*/ 295 w 48751"/>
                <a:gd name="connsiteY6" fmla="*/ 357763 h 357677"/>
                <a:gd name="connsiteX7" fmla="*/ 49047 w 48751"/>
                <a:gd name="connsiteY7" fmla="*/ 357763 h 357677"/>
                <a:gd name="connsiteX8" fmla="*/ 49047 w 48751"/>
                <a:gd name="connsiteY8" fmla="*/ 85 h 357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751" h="357677">
                  <a:moveTo>
                    <a:pt x="49047" y="85"/>
                  </a:moveTo>
                  <a:lnTo>
                    <a:pt x="295" y="85"/>
                  </a:lnTo>
                  <a:lnTo>
                    <a:pt x="295" y="14392"/>
                  </a:lnTo>
                  <a:lnTo>
                    <a:pt x="34813" y="14392"/>
                  </a:lnTo>
                  <a:lnTo>
                    <a:pt x="34813" y="343456"/>
                  </a:lnTo>
                  <a:lnTo>
                    <a:pt x="295" y="343456"/>
                  </a:lnTo>
                  <a:lnTo>
                    <a:pt x="295" y="357763"/>
                  </a:lnTo>
                  <a:lnTo>
                    <a:pt x="49047" y="357763"/>
                  </a:lnTo>
                  <a:lnTo>
                    <a:pt x="49047" y="85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C9795C8C-945B-C604-3CAB-B3B4F040242F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9309711" y="8782193"/>
              <a:ext cx="116363" cy="164174"/>
            </a:xfrm>
            <a:custGeom>
              <a:avLst/>
              <a:gdLst>
                <a:gd name="connsiteX0" fmla="*/ 62424 w 116363"/>
                <a:gd name="connsiteY0" fmla="*/ 90951 h 164174"/>
                <a:gd name="connsiteX1" fmla="*/ 99432 w 116363"/>
                <a:gd name="connsiteY1" fmla="*/ 123857 h 164174"/>
                <a:gd name="connsiteX2" fmla="*/ 59221 w 116363"/>
                <a:gd name="connsiteY2" fmla="*/ 156406 h 164174"/>
                <a:gd name="connsiteX3" fmla="*/ 9757 w 116363"/>
                <a:gd name="connsiteY3" fmla="*/ 105616 h 164174"/>
                <a:gd name="connsiteX4" fmla="*/ 4775 w 116363"/>
                <a:gd name="connsiteY4" fmla="*/ 99535 h 164174"/>
                <a:gd name="connsiteX5" fmla="*/ 149 w 116363"/>
                <a:gd name="connsiteY5" fmla="*/ 108477 h 164174"/>
                <a:gd name="connsiteX6" fmla="*/ 149 w 116363"/>
                <a:gd name="connsiteY6" fmla="*/ 155691 h 164174"/>
                <a:gd name="connsiteX7" fmla="*/ 4064 w 116363"/>
                <a:gd name="connsiteY7" fmla="*/ 164275 h 164174"/>
                <a:gd name="connsiteX8" fmla="*/ 12960 w 116363"/>
                <a:gd name="connsiteY8" fmla="*/ 157121 h 164174"/>
                <a:gd name="connsiteX9" fmla="*/ 20077 w 116363"/>
                <a:gd name="connsiteY9" fmla="*/ 148895 h 164174"/>
                <a:gd name="connsiteX10" fmla="*/ 59221 w 116363"/>
                <a:gd name="connsiteY10" fmla="*/ 164275 h 164174"/>
                <a:gd name="connsiteX11" fmla="*/ 116513 w 116363"/>
                <a:gd name="connsiteY11" fmla="*/ 114558 h 164174"/>
                <a:gd name="connsiteX12" fmla="*/ 101568 w 116363"/>
                <a:gd name="connsiteY12" fmla="*/ 80578 h 164174"/>
                <a:gd name="connsiteX13" fmla="*/ 61000 w 116363"/>
                <a:gd name="connsiteY13" fmla="*/ 63410 h 164174"/>
                <a:gd name="connsiteX14" fmla="*/ 17230 w 116363"/>
                <a:gd name="connsiteY14" fmla="*/ 34080 h 164174"/>
                <a:gd name="connsiteX15" fmla="*/ 57086 w 116363"/>
                <a:gd name="connsiteY15" fmla="*/ 6897 h 164174"/>
                <a:gd name="connsiteX16" fmla="*/ 98721 w 116363"/>
                <a:gd name="connsiteY16" fmla="*/ 50176 h 164174"/>
                <a:gd name="connsiteX17" fmla="*/ 102991 w 116363"/>
                <a:gd name="connsiteY17" fmla="*/ 53395 h 164174"/>
                <a:gd name="connsiteX18" fmla="*/ 107617 w 116363"/>
                <a:gd name="connsiteY18" fmla="*/ 44811 h 164174"/>
                <a:gd name="connsiteX19" fmla="*/ 107617 w 116363"/>
                <a:gd name="connsiteY19" fmla="*/ 8685 h 164174"/>
                <a:gd name="connsiteX20" fmla="*/ 103703 w 116363"/>
                <a:gd name="connsiteY20" fmla="*/ 101 h 164174"/>
                <a:gd name="connsiteX21" fmla="*/ 96586 w 116363"/>
                <a:gd name="connsiteY21" fmla="*/ 4393 h 164174"/>
                <a:gd name="connsiteX22" fmla="*/ 90536 w 116363"/>
                <a:gd name="connsiteY22" fmla="*/ 10116 h 164174"/>
                <a:gd name="connsiteX23" fmla="*/ 57086 w 116363"/>
                <a:gd name="connsiteY23" fmla="*/ 101 h 164174"/>
                <a:gd name="connsiteX24" fmla="*/ 149 w 116363"/>
                <a:gd name="connsiteY24" fmla="*/ 44095 h 164174"/>
                <a:gd name="connsiteX25" fmla="*/ 15451 w 116363"/>
                <a:gd name="connsiteY25" fmla="*/ 74498 h 164174"/>
                <a:gd name="connsiteX26" fmla="*/ 62424 w 116363"/>
                <a:gd name="connsiteY26" fmla="*/ 90951 h 164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6363" h="164174">
                  <a:moveTo>
                    <a:pt x="62424" y="90951"/>
                  </a:moveTo>
                  <a:cubicBezTo>
                    <a:pt x="70252" y="92382"/>
                    <a:pt x="99432" y="98105"/>
                    <a:pt x="99432" y="123857"/>
                  </a:cubicBezTo>
                  <a:cubicBezTo>
                    <a:pt x="99432" y="142099"/>
                    <a:pt x="86978" y="156406"/>
                    <a:pt x="59221" y="156406"/>
                  </a:cubicBezTo>
                  <a:cubicBezTo>
                    <a:pt x="29329" y="156406"/>
                    <a:pt x="16519" y="136018"/>
                    <a:pt x="9757" y="105616"/>
                  </a:cubicBezTo>
                  <a:cubicBezTo>
                    <a:pt x="8690" y="100966"/>
                    <a:pt x="8334" y="99535"/>
                    <a:pt x="4775" y="99535"/>
                  </a:cubicBezTo>
                  <a:cubicBezTo>
                    <a:pt x="149" y="99535"/>
                    <a:pt x="149" y="102039"/>
                    <a:pt x="149" y="108477"/>
                  </a:cubicBezTo>
                  <a:lnTo>
                    <a:pt x="149" y="155691"/>
                  </a:lnTo>
                  <a:cubicBezTo>
                    <a:pt x="149" y="161771"/>
                    <a:pt x="149" y="164275"/>
                    <a:pt x="4064" y="164275"/>
                  </a:cubicBezTo>
                  <a:cubicBezTo>
                    <a:pt x="5843" y="164275"/>
                    <a:pt x="6199" y="163917"/>
                    <a:pt x="12960" y="157121"/>
                  </a:cubicBezTo>
                  <a:cubicBezTo>
                    <a:pt x="13672" y="156406"/>
                    <a:pt x="13672" y="155691"/>
                    <a:pt x="20077" y="148895"/>
                  </a:cubicBezTo>
                  <a:cubicBezTo>
                    <a:pt x="35735" y="163917"/>
                    <a:pt x="51748" y="164275"/>
                    <a:pt x="59221" y="164275"/>
                  </a:cubicBezTo>
                  <a:cubicBezTo>
                    <a:pt x="100144" y="164275"/>
                    <a:pt x="116513" y="140311"/>
                    <a:pt x="116513" y="114558"/>
                  </a:cubicBezTo>
                  <a:cubicBezTo>
                    <a:pt x="116513" y="95601"/>
                    <a:pt x="105838" y="84871"/>
                    <a:pt x="101568" y="80578"/>
                  </a:cubicBezTo>
                  <a:cubicBezTo>
                    <a:pt x="89824" y="69133"/>
                    <a:pt x="75946" y="66271"/>
                    <a:pt x="61000" y="63410"/>
                  </a:cubicBezTo>
                  <a:cubicBezTo>
                    <a:pt x="41072" y="59475"/>
                    <a:pt x="17230" y="54826"/>
                    <a:pt x="17230" y="34080"/>
                  </a:cubicBezTo>
                  <a:cubicBezTo>
                    <a:pt x="17230" y="21562"/>
                    <a:pt x="26482" y="6897"/>
                    <a:pt x="57086" y="6897"/>
                  </a:cubicBezTo>
                  <a:cubicBezTo>
                    <a:pt x="96230" y="6897"/>
                    <a:pt x="98009" y="39088"/>
                    <a:pt x="98721" y="50176"/>
                  </a:cubicBezTo>
                  <a:cubicBezTo>
                    <a:pt x="99077" y="53395"/>
                    <a:pt x="102279" y="53395"/>
                    <a:pt x="102991" y="53395"/>
                  </a:cubicBezTo>
                  <a:cubicBezTo>
                    <a:pt x="107617" y="53395"/>
                    <a:pt x="107617" y="51606"/>
                    <a:pt x="107617" y="44811"/>
                  </a:cubicBezTo>
                  <a:lnTo>
                    <a:pt x="107617" y="8685"/>
                  </a:lnTo>
                  <a:cubicBezTo>
                    <a:pt x="107617" y="2605"/>
                    <a:pt x="107617" y="101"/>
                    <a:pt x="103703" y="101"/>
                  </a:cubicBezTo>
                  <a:cubicBezTo>
                    <a:pt x="101923" y="101"/>
                    <a:pt x="101212" y="101"/>
                    <a:pt x="96586" y="4393"/>
                  </a:cubicBezTo>
                  <a:cubicBezTo>
                    <a:pt x="95518" y="5824"/>
                    <a:pt x="91959" y="9043"/>
                    <a:pt x="90536" y="10116"/>
                  </a:cubicBezTo>
                  <a:cubicBezTo>
                    <a:pt x="77014" y="101"/>
                    <a:pt x="62424" y="101"/>
                    <a:pt x="57086" y="101"/>
                  </a:cubicBezTo>
                  <a:cubicBezTo>
                    <a:pt x="13672" y="101"/>
                    <a:pt x="149" y="24065"/>
                    <a:pt x="149" y="44095"/>
                  </a:cubicBezTo>
                  <a:cubicBezTo>
                    <a:pt x="149" y="56614"/>
                    <a:pt x="5843" y="66629"/>
                    <a:pt x="15451" y="74498"/>
                  </a:cubicBezTo>
                  <a:cubicBezTo>
                    <a:pt x="26838" y="83798"/>
                    <a:pt x="36802" y="85944"/>
                    <a:pt x="62424" y="90951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6560C7C-A5DF-9ED0-F7F7-B74883420EBC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9448296" y="8782193"/>
              <a:ext cx="157642" cy="164174"/>
            </a:xfrm>
            <a:custGeom>
              <a:avLst/>
              <a:gdLst>
                <a:gd name="connsiteX0" fmla="*/ 157796 w 157642"/>
                <a:gd name="connsiteY0" fmla="*/ 83798 h 164174"/>
                <a:gd name="connsiteX1" fmla="*/ 79153 w 157642"/>
                <a:gd name="connsiteY1" fmla="*/ 101 h 164174"/>
                <a:gd name="connsiteX2" fmla="*/ 153 w 157642"/>
                <a:gd name="connsiteY2" fmla="*/ 83798 h 164174"/>
                <a:gd name="connsiteX3" fmla="*/ 78797 w 157642"/>
                <a:gd name="connsiteY3" fmla="*/ 164275 h 164174"/>
                <a:gd name="connsiteX4" fmla="*/ 157796 w 157642"/>
                <a:gd name="connsiteY4" fmla="*/ 83798 h 164174"/>
                <a:gd name="connsiteX5" fmla="*/ 79153 w 157642"/>
                <a:gd name="connsiteY5" fmla="*/ 155333 h 164174"/>
                <a:gd name="connsiteX6" fmla="*/ 38585 w 157642"/>
                <a:gd name="connsiteY6" fmla="*/ 131369 h 164174"/>
                <a:gd name="connsiteX7" fmla="*/ 29689 w 157642"/>
                <a:gd name="connsiteY7" fmla="*/ 80936 h 164174"/>
                <a:gd name="connsiteX8" fmla="*/ 38230 w 157642"/>
                <a:gd name="connsiteY8" fmla="*/ 31934 h 164174"/>
                <a:gd name="connsiteX9" fmla="*/ 78797 w 157642"/>
                <a:gd name="connsiteY9" fmla="*/ 7970 h 164174"/>
                <a:gd name="connsiteX10" fmla="*/ 119008 w 157642"/>
                <a:gd name="connsiteY10" fmla="*/ 31219 h 164174"/>
                <a:gd name="connsiteX11" fmla="*/ 128260 w 157642"/>
                <a:gd name="connsiteY11" fmla="*/ 80936 h 164174"/>
                <a:gd name="connsiteX12" fmla="*/ 120432 w 157642"/>
                <a:gd name="connsiteY12" fmla="*/ 128865 h 164174"/>
                <a:gd name="connsiteX13" fmla="*/ 79153 w 157642"/>
                <a:gd name="connsiteY13" fmla="*/ 155333 h 164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642" h="164174">
                  <a:moveTo>
                    <a:pt x="157796" y="83798"/>
                  </a:moveTo>
                  <a:cubicBezTo>
                    <a:pt x="157796" y="38015"/>
                    <a:pt x="122211" y="101"/>
                    <a:pt x="79153" y="101"/>
                  </a:cubicBezTo>
                  <a:cubicBezTo>
                    <a:pt x="34671" y="101"/>
                    <a:pt x="153" y="39088"/>
                    <a:pt x="153" y="83798"/>
                  </a:cubicBezTo>
                  <a:cubicBezTo>
                    <a:pt x="153" y="129938"/>
                    <a:pt x="37162" y="164275"/>
                    <a:pt x="78797" y="164275"/>
                  </a:cubicBezTo>
                  <a:cubicBezTo>
                    <a:pt x="121855" y="164275"/>
                    <a:pt x="157796" y="129223"/>
                    <a:pt x="157796" y="83798"/>
                  </a:cubicBezTo>
                  <a:close/>
                  <a:moveTo>
                    <a:pt x="79153" y="155333"/>
                  </a:moveTo>
                  <a:cubicBezTo>
                    <a:pt x="63851" y="155333"/>
                    <a:pt x="48193" y="147822"/>
                    <a:pt x="38585" y="131369"/>
                  </a:cubicBezTo>
                  <a:cubicBezTo>
                    <a:pt x="29689" y="115631"/>
                    <a:pt x="29689" y="93812"/>
                    <a:pt x="29689" y="80936"/>
                  </a:cubicBezTo>
                  <a:cubicBezTo>
                    <a:pt x="29689" y="66987"/>
                    <a:pt x="29689" y="47672"/>
                    <a:pt x="38230" y="31934"/>
                  </a:cubicBezTo>
                  <a:cubicBezTo>
                    <a:pt x="47838" y="15481"/>
                    <a:pt x="64563" y="7970"/>
                    <a:pt x="78797" y="7970"/>
                  </a:cubicBezTo>
                  <a:cubicBezTo>
                    <a:pt x="94454" y="7970"/>
                    <a:pt x="109756" y="15839"/>
                    <a:pt x="119008" y="31219"/>
                  </a:cubicBezTo>
                  <a:cubicBezTo>
                    <a:pt x="128260" y="46599"/>
                    <a:pt x="128260" y="67344"/>
                    <a:pt x="128260" y="80936"/>
                  </a:cubicBezTo>
                  <a:cubicBezTo>
                    <a:pt x="128260" y="93812"/>
                    <a:pt x="128260" y="113127"/>
                    <a:pt x="120432" y="128865"/>
                  </a:cubicBezTo>
                  <a:cubicBezTo>
                    <a:pt x="112603" y="144960"/>
                    <a:pt x="96945" y="155333"/>
                    <a:pt x="79153" y="155333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80687BBC-7379-6F0D-DAD5-39C56851C927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9628002" y="8690269"/>
              <a:ext cx="115296" cy="252162"/>
            </a:xfrm>
            <a:custGeom>
              <a:avLst/>
              <a:gdLst>
                <a:gd name="connsiteX0" fmla="*/ 50689 w 115296"/>
                <a:gd name="connsiteY0" fmla="*/ 98105 h 252162"/>
                <a:gd name="connsiteX1" fmla="*/ 50689 w 115296"/>
                <a:gd name="connsiteY1" fmla="*/ 56614 h 252162"/>
                <a:gd name="connsiteX2" fmla="*/ 83428 w 115296"/>
                <a:gd name="connsiteY2" fmla="*/ 7970 h 252162"/>
                <a:gd name="connsiteX3" fmla="*/ 95171 w 115296"/>
                <a:gd name="connsiteY3" fmla="*/ 10474 h 252162"/>
                <a:gd name="connsiteX4" fmla="*/ 84495 w 115296"/>
                <a:gd name="connsiteY4" fmla="*/ 25496 h 252162"/>
                <a:gd name="connsiteX5" fmla="*/ 99797 w 115296"/>
                <a:gd name="connsiteY5" fmla="*/ 40876 h 252162"/>
                <a:gd name="connsiteX6" fmla="*/ 115455 w 115296"/>
                <a:gd name="connsiteY6" fmla="*/ 25138 h 252162"/>
                <a:gd name="connsiteX7" fmla="*/ 83428 w 115296"/>
                <a:gd name="connsiteY7" fmla="*/ 101 h 252162"/>
                <a:gd name="connsiteX8" fmla="*/ 28271 w 115296"/>
                <a:gd name="connsiteY8" fmla="*/ 56972 h 252162"/>
                <a:gd name="connsiteX9" fmla="*/ 28271 w 115296"/>
                <a:gd name="connsiteY9" fmla="*/ 98105 h 252162"/>
                <a:gd name="connsiteX10" fmla="*/ 158 w 115296"/>
                <a:gd name="connsiteY10" fmla="*/ 98105 h 252162"/>
                <a:gd name="connsiteX11" fmla="*/ 158 w 115296"/>
                <a:gd name="connsiteY11" fmla="*/ 109193 h 252162"/>
                <a:gd name="connsiteX12" fmla="*/ 28271 w 115296"/>
                <a:gd name="connsiteY12" fmla="*/ 109193 h 252162"/>
                <a:gd name="connsiteX13" fmla="*/ 28271 w 115296"/>
                <a:gd name="connsiteY13" fmla="*/ 225080 h 252162"/>
                <a:gd name="connsiteX14" fmla="*/ 514 w 115296"/>
                <a:gd name="connsiteY14" fmla="*/ 241176 h 252162"/>
                <a:gd name="connsiteX15" fmla="*/ 514 w 115296"/>
                <a:gd name="connsiteY15" fmla="*/ 252264 h 252162"/>
                <a:gd name="connsiteX16" fmla="*/ 41081 w 115296"/>
                <a:gd name="connsiteY16" fmla="*/ 251191 h 252162"/>
                <a:gd name="connsiteX17" fmla="*/ 86275 w 115296"/>
                <a:gd name="connsiteY17" fmla="*/ 252264 h 252162"/>
                <a:gd name="connsiteX18" fmla="*/ 86275 w 115296"/>
                <a:gd name="connsiteY18" fmla="*/ 241176 h 252162"/>
                <a:gd name="connsiteX19" fmla="*/ 78802 w 115296"/>
                <a:gd name="connsiteY19" fmla="*/ 241176 h 252162"/>
                <a:gd name="connsiteX20" fmla="*/ 51757 w 115296"/>
                <a:gd name="connsiteY20" fmla="*/ 224365 h 252162"/>
                <a:gd name="connsiteX21" fmla="*/ 51757 w 115296"/>
                <a:gd name="connsiteY21" fmla="*/ 109193 h 252162"/>
                <a:gd name="connsiteX22" fmla="*/ 92324 w 115296"/>
                <a:gd name="connsiteY22" fmla="*/ 109193 h 252162"/>
                <a:gd name="connsiteX23" fmla="*/ 92324 w 115296"/>
                <a:gd name="connsiteY23" fmla="*/ 98105 h 252162"/>
                <a:gd name="connsiteX24" fmla="*/ 50689 w 115296"/>
                <a:gd name="connsiteY24" fmla="*/ 98105 h 25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296" h="252162">
                  <a:moveTo>
                    <a:pt x="50689" y="98105"/>
                  </a:moveTo>
                  <a:lnTo>
                    <a:pt x="50689" y="56614"/>
                  </a:lnTo>
                  <a:cubicBezTo>
                    <a:pt x="50689" y="25138"/>
                    <a:pt x="67770" y="7970"/>
                    <a:pt x="83428" y="7970"/>
                  </a:cubicBezTo>
                  <a:cubicBezTo>
                    <a:pt x="84495" y="7970"/>
                    <a:pt x="89833" y="7970"/>
                    <a:pt x="95171" y="10474"/>
                  </a:cubicBezTo>
                  <a:cubicBezTo>
                    <a:pt x="90901" y="11904"/>
                    <a:pt x="84495" y="16554"/>
                    <a:pt x="84495" y="25496"/>
                  </a:cubicBezTo>
                  <a:cubicBezTo>
                    <a:pt x="84495" y="33723"/>
                    <a:pt x="90189" y="40876"/>
                    <a:pt x="99797" y="40876"/>
                  </a:cubicBezTo>
                  <a:cubicBezTo>
                    <a:pt x="110117" y="40876"/>
                    <a:pt x="115455" y="33723"/>
                    <a:pt x="115455" y="25138"/>
                  </a:cubicBezTo>
                  <a:cubicBezTo>
                    <a:pt x="115455" y="11904"/>
                    <a:pt x="102288" y="101"/>
                    <a:pt x="83428" y="101"/>
                  </a:cubicBezTo>
                  <a:cubicBezTo>
                    <a:pt x="58518" y="101"/>
                    <a:pt x="28271" y="19058"/>
                    <a:pt x="28271" y="56972"/>
                  </a:cubicBezTo>
                  <a:lnTo>
                    <a:pt x="28271" y="98105"/>
                  </a:lnTo>
                  <a:lnTo>
                    <a:pt x="158" y="98105"/>
                  </a:lnTo>
                  <a:lnTo>
                    <a:pt x="158" y="109193"/>
                  </a:lnTo>
                  <a:lnTo>
                    <a:pt x="28271" y="109193"/>
                  </a:lnTo>
                  <a:lnTo>
                    <a:pt x="28271" y="225080"/>
                  </a:lnTo>
                  <a:cubicBezTo>
                    <a:pt x="28271" y="241176"/>
                    <a:pt x="24356" y="241176"/>
                    <a:pt x="514" y="241176"/>
                  </a:cubicBezTo>
                  <a:lnTo>
                    <a:pt x="514" y="252264"/>
                  </a:lnTo>
                  <a:cubicBezTo>
                    <a:pt x="14392" y="251906"/>
                    <a:pt x="31118" y="251191"/>
                    <a:pt x="41081" y="251191"/>
                  </a:cubicBezTo>
                  <a:cubicBezTo>
                    <a:pt x="55316" y="251191"/>
                    <a:pt x="72041" y="251191"/>
                    <a:pt x="86275" y="252264"/>
                  </a:cubicBezTo>
                  <a:lnTo>
                    <a:pt x="86275" y="241176"/>
                  </a:lnTo>
                  <a:lnTo>
                    <a:pt x="78802" y="241176"/>
                  </a:lnTo>
                  <a:cubicBezTo>
                    <a:pt x="52469" y="241176"/>
                    <a:pt x="51757" y="237241"/>
                    <a:pt x="51757" y="224365"/>
                  </a:cubicBezTo>
                  <a:lnTo>
                    <a:pt x="51757" y="109193"/>
                  </a:lnTo>
                  <a:lnTo>
                    <a:pt x="92324" y="109193"/>
                  </a:lnTo>
                  <a:lnTo>
                    <a:pt x="92324" y="98105"/>
                  </a:lnTo>
                  <a:lnTo>
                    <a:pt x="50689" y="98105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E626607-7A83-D810-56A7-23269EC29112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9731754" y="8722460"/>
              <a:ext cx="111382" cy="223906"/>
            </a:xfrm>
            <a:custGeom>
              <a:avLst/>
              <a:gdLst>
                <a:gd name="connsiteX0" fmla="*/ 54963 w 111382"/>
                <a:gd name="connsiteY0" fmla="*/ 77002 h 223906"/>
                <a:gd name="connsiteX1" fmla="*/ 105850 w 111382"/>
                <a:gd name="connsiteY1" fmla="*/ 77002 h 223906"/>
                <a:gd name="connsiteX2" fmla="*/ 105850 w 111382"/>
                <a:gd name="connsiteY2" fmla="*/ 65914 h 223906"/>
                <a:gd name="connsiteX3" fmla="*/ 54963 w 111382"/>
                <a:gd name="connsiteY3" fmla="*/ 65914 h 223906"/>
                <a:gd name="connsiteX4" fmla="*/ 54963 w 111382"/>
                <a:gd name="connsiteY4" fmla="*/ 101 h 223906"/>
                <a:gd name="connsiteX5" fmla="*/ 46066 w 111382"/>
                <a:gd name="connsiteY5" fmla="*/ 101 h 223906"/>
                <a:gd name="connsiteX6" fmla="*/ 161 w 111382"/>
                <a:gd name="connsiteY6" fmla="*/ 69133 h 223906"/>
                <a:gd name="connsiteX7" fmla="*/ 161 w 111382"/>
                <a:gd name="connsiteY7" fmla="*/ 77002 h 223906"/>
                <a:gd name="connsiteX8" fmla="*/ 30409 w 111382"/>
                <a:gd name="connsiteY8" fmla="*/ 77002 h 223906"/>
                <a:gd name="connsiteX9" fmla="*/ 30409 w 111382"/>
                <a:gd name="connsiteY9" fmla="*/ 175721 h 223906"/>
                <a:gd name="connsiteX10" fmla="*/ 76314 w 111382"/>
                <a:gd name="connsiteY10" fmla="*/ 224007 h 223906"/>
                <a:gd name="connsiteX11" fmla="*/ 111543 w 111382"/>
                <a:gd name="connsiteY11" fmla="*/ 175721 h 223906"/>
                <a:gd name="connsiteX12" fmla="*/ 111543 w 111382"/>
                <a:gd name="connsiteY12" fmla="*/ 155333 h 223906"/>
                <a:gd name="connsiteX13" fmla="*/ 102647 w 111382"/>
                <a:gd name="connsiteY13" fmla="*/ 155333 h 223906"/>
                <a:gd name="connsiteX14" fmla="*/ 102647 w 111382"/>
                <a:gd name="connsiteY14" fmla="*/ 175005 h 223906"/>
                <a:gd name="connsiteX15" fmla="*/ 78805 w 111382"/>
                <a:gd name="connsiteY15" fmla="*/ 215065 h 223906"/>
                <a:gd name="connsiteX16" fmla="*/ 54963 w 111382"/>
                <a:gd name="connsiteY16" fmla="*/ 176436 h 223906"/>
                <a:gd name="connsiteX17" fmla="*/ 54963 w 111382"/>
                <a:gd name="connsiteY17" fmla="*/ 77002 h 223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382" h="223906">
                  <a:moveTo>
                    <a:pt x="54963" y="77002"/>
                  </a:moveTo>
                  <a:lnTo>
                    <a:pt x="105850" y="77002"/>
                  </a:lnTo>
                  <a:lnTo>
                    <a:pt x="105850" y="65914"/>
                  </a:lnTo>
                  <a:lnTo>
                    <a:pt x="54963" y="65914"/>
                  </a:lnTo>
                  <a:lnTo>
                    <a:pt x="54963" y="101"/>
                  </a:lnTo>
                  <a:lnTo>
                    <a:pt x="46066" y="101"/>
                  </a:lnTo>
                  <a:cubicBezTo>
                    <a:pt x="45711" y="29430"/>
                    <a:pt x="35035" y="67702"/>
                    <a:pt x="161" y="69133"/>
                  </a:cubicBezTo>
                  <a:lnTo>
                    <a:pt x="161" y="77002"/>
                  </a:lnTo>
                  <a:lnTo>
                    <a:pt x="30409" y="77002"/>
                  </a:lnTo>
                  <a:lnTo>
                    <a:pt x="30409" y="175721"/>
                  </a:lnTo>
                  <a:cubicBezTo>
                    <a:pt x="30409" y="219715"/>
                    <a:pt x="63503" y="224007"/>
                    <a:pt x="76314" y="224007"/>
                  </a:cubicBezTo>
                  <a:cubicBezTo>
                    <a:pt x="101579" y="224007"/>
                    <a:pt x="111543" y="198612"/>
                    <a:pt x="111543" y="175721"/>
                  </a:cubicBezTo>
                  <a:lnTo>
                    <a:pt x="111543" y="155333"/>
                  </a:lnTo>
                  <a:lnTo>
                    <a:pt x="102647" y="155333"/>
                  </a:lnTo>
                  <a:lnTo>
                    <a:pt x="102647" y="175005"/>
                  </a:lnTo>
                  <a:cubicBezTo>
                    <a:pt x="102647" y="201474"/>
                    <a:pt x="91971" y="215065"/>
                    <a:pt x="78805" y="215065"/>
                  </a:cubicBezTo>
                  <a:cubicBezTo>
                    <a:pt x="54963" y="215065"/>
                    <a:pt x="54963" y="182517"/>
                    <a:pt x="54963" y="176436"/>
                  </a:cubicBezTo>
                  <a:lnTo>
                    <a:pt x="54963" y="77002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DF09C36-FEAD-90D8-81F9-23D580ADB0FB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9874768" y="8784339"/>
              <a:ext cx="277921" cy="158093"/>
            </a:xfrm>
            <a:custGeom>
              <a:avLst/>
              <a:gdLst>
                <a:gd name="connsiteX0" fmla="*/ 27922 w 277921"/>
                <a:gd name="connsiteY0" fmla="*/ 35153 h 158093"/>
                <a:gd name="connsiteX1" fmla="*/ 27922 w 277921"/>
                <a:gd name="connsiteY1" fmla="*/ 131011 h 158093"/>
                <a:gd name="connsiteX2" fmla="*/ 165 w 277921"/>
                <a:gd name="connsiteY2" fmla="*/ 147107 h 158093"/>
                <a:gd name="connsiteX3" fmla="*/ 165 w 277921"/>
                <a:gd name="connsiteY3" fmla="*/ 158195 h 158093"/>
                <a:gd name="connsiteX4" fmla="*/ 40377 w 277921"/>
                <a:gd name="connsiteY4" fmla="*/ 157121 h 158093"/>
                <a:gd name="connsiteX5" fmla="*/ 80232 w 277921"/>
                <a:gd name="connsiteY5" fmla="*/ 158195 h 158093"/>
                <a:gd name="connsiteX6" fmla="*/ 80232 w 277921"/>
                <a:gd name="connsiteY6" fmla="*/ 147107 h 158093"/>
                <a:gd name="connsiteX7" fmla="*/ 52476 w 277921"/>
                <a:gd name="connsiteY7" fmla="*/ 131011 h 158093"/>
                <a:gd name="connsiteX8" fmla="*/ 52476 w 277921"/>
                <a:gd name="connsiteY8" fmla="*/ 65198 h 158093"/>
                <a:gd name="connsiteX9" fmla="*/ 100516 w 277921"/>
                <a:gd name="connsiteY9" fmla="*/ 7970 h 158093"/>
                <a:gd name="connsiteX10" fmla="*/ 126849 w 277921"/>
                <a:gd name="connsiteY10" fmla="*/ 47672 h 158093"/>
                <a:gd name="connsiteX11" fmla="*/ 126849 w 277921"/>
                <a:gd name="connsiteY11" fmla="*/ 131011 h 158093"/>
                <a:gd name="connsiteX12" fmla="*/ 99092 w 277921"/>
                <a:gd name="connsiteY12" fmla="*/ 147107 h 158093"/>
                <a:gd name="connsiteX13" fmla="*/ 99092 w 277921"/>
                <a:gd name="connsiteY13" fmla="*/ 158195 h 158093"/>
                <a:gd name="connsiteX14" fmla="*/ 139304 w 277921"/>
                <a:gd name="connsiteY14" fmla="*/ 157121 h 158093"/>
                <a:gd name="connsiteX15" fmla="*/ 179159 w 277921"/>
                <a:gd name="connsiteY15" fmla="*/ 158195 h 158093"/>
                <a:gd name="connsiteX16" fmla="*/ 179159 w 277921"/>
                <a:gd name="connsiteY16" fmla="*/ 147107 h 158093"/>
                <a:gd name="connsiteX17" fmla="*/ 151403 w 277921"/>
                <a:gd name="connsiteY17" fmla="*/ 131011 h 158093"/>
                <a:gd name="connsiteX18" fmla="*/ 151403 w 277921"/>
                <a:gd name="connsiteY18" fmla="*/ 65198 h 158093"/>
                <a:gd name="connsiteX19" fmla="*/ 199443 w 277921"/>
                <a:gd name="connsiteY19" fmla="*/ 7970 h 158093"/>
                <a:gd name="connsiteX20" fmla="*/ 225776 w 277921"/>
                <a:gd name="connsiteY20" fmla="*/ 47672 h 158093"/>
                <a:gd name="connsiteX21" fmla="*/ 225776 w 277921"/>
                <a:gd name="connsiteY21" fmla="*/ 131011 h 158093"/>
                <a:gd name="connsiteX22" fmla="*/ 198020 w 277921"/>
                <a:gd name="connsiteY22" fmla="*/ 147107 h 158093"/>
                <a:gd name="connsiteX23" fmla="*/ 198020 w 277921"/>
                <a:gd name="connsiteY23" fmla="*/ 158195 h 158093"/>
                <a:gd name="connsiteX24" fmla="*/ 238231 w 277921"/>
                <a:gd name="connsiteY24" fmla="*/ 157121 h 158093"/>
                <a:gd name="connsiteX25" fmla="*/ 278086 w 277921"/>
                <a:gd name="connsiteY25" fmla="*/ 158195 h 158093"/>
                <a:gd name="connsiteX26" fmla="*/ 278086 w 277921"/>
                <a:gd name="connsiteY26" fmla="*/ 147107 h 158093"/>
                <a:gd name="connsiteX27" fmla="*/ 250330 w 277921"/>
                <a:gd name="connsiteY27" fmla="*/ 136376 h 158093"/>
                <a:gd name="connsiteX28" fmla="*/ 250330 w 277921"/>
                <a:gd name="connsiteY28" fmla="*/ 68060 h 158093"/>
                <a:gd name="connsiteX29" fmla="*/ 239298 w 277921"/>
                <a:gd name="connsiteY29" fmla="*/ 13335 h 158093"/>
                <a:gd name="connsiteX30" fmla="*/ 201934 w 277921"/>
                <a:gd name="connsiteY30" fmla="*/ 101 h 158093"/>
                <a:gd name="connsiteX31" fmla="*/ 150335 w 277921"/>
                <a:gd name="connsiteY31" fmla="*/ 35153 h 158093"/>
                <a:gd name="connsiteX32" fmla="*/ 103007 w 277921"/>
                <a:gd name="connsiteY32" fmla="*/ 101 h 158093"/>
                <a:gd name="connsiteX33" fmla="*/ 50341 w 277921"/>
                <a:gd name="connsiteY33" fmla="*/ 37657 h 158093"/>
                <a:gd name="connsiteX34" fmla="*/ 50341 w 277921"/>
                <a:gd name="connsiteY34" fmla="*/ 101 h 158093"/>
                <a:gd name="connsiteX35" fmla="*/ 165 w 277921"/>
                <a:gd name="connsiteY35" fmla="*/ 4035 h 158093"/>
                <a:gd name="connsiteX36" fmla="*/ 165 w 277921"/>
                <a:gd name="connsiteY36" fmla="*/ 15123 h 158093"/>
                <a:gd name="connsiteX37" fmla="*/ 27922 w 277921"/>
                <a:gd name="connsiteY37" fmla="*/ 35153 h 158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7921" h="158093">
                  <a:moveTo>
                    <a:pt x="27922" y="35153"/>
                  </a:moveTo>
                  <a:lnTo>
                    <a:pt x="27922" y="131011"/>
                  </a:lnTo>
                  <a:cubicBezTo>
                    <a:pt x="27922" y="147107"/>
                    <a:pt x="24007" y="147107"/>
                    <a:pt x="165" y="147107"/>
                  </a:cubicBezTo>
                  <a:lnTo>
                    <a:pt x="165" y="158195"/>
                  </a:lnTo>
                  <a:cubicBezTo>
                    <a:pt x="12620" y="157837"/>
                    <a:pt x="30769" y="157121"/>
                    <a:pt x="40377" y="157121"/>
                  </a:cubicBezTo>
                  <a:cubicBezTo>
                    <a:pt x="49629" y="157121"/>
                    <a:pt x="68133" y="157837"/>
                    <a:pt x="80232" y="158195"/>
                  </a:cubicBezTo>
                  <a:lnTo>
                    <a:pt x="80232" y="147107"/>
                  </a:lnTo>
                  <a:cubicBezTo>
                    <a:pt x="56390" y="147107"/>
                    <a:pt x="52476" y="147107"/>
                    <a:pt x="52476" y="131011"/>
                  </a:cubicBezTo>
                  <a:lnTo>
                    <a:pt x="52476" y="65198"/>
                  </a:lnTo>
                  <a:cubicBezTo>
                    <a:pt x="52476" y="28000"/>
                    <a:pt x="77741" y="7970"/>
                    <a:pt x="100516" y="7970"/>
                  </a:cubicBezTo>
                  <a:cubicBezTo>
                    <a:pt x="122935" y="7970"/>
                    <a:pt x="126849" y="27284"/>
                    <a:pt x="126849" y="47672"/>
                  </a:cubicBezTo>
                  <a:lnTo>
                    <a:pt x="126849" y="131011"/>
                  </a:lnTo>
                  <a:cubicBezTo>
                    <a:pt x="126849" y="147107"/>
                    <a:pt x="122935" y="147107"/>
                    <a:pt x="99092" y="147107"/>
                  </a:cubicBezTo>
                  <a:lnTo>
                    <a:pt x="99092" y="158195"/>
                  </a:lnTo>
                  <a:cubicBezTo>
                    <a:pt x="111547" y="157837"/>
                    <a:pt x="129696" y="157121"/>
                    <a:pt x="139304" y="157121"/>
                  </a:cubicBezTo>
                  <a:cubicBezTo>
                    <a:pt x="148556" y="157121"/>
                    <a:pt x="167060" y="157837"/>
                    <a:pt x="179159" y="158195"/>
                  </a:cubicBezTo>
                  <a:lnTo>
                    <a:pt x="179159" y="147107"/>
                  </a:lnTo>
                  <a:cubicBezTo>
                    <a:pt x="155317" y="147107"/>
                    <a:pt x="151403" y="147107"/>
                    <a:pt x="151403" y="131011"/>
                  </a:cubicBezTo>
                  <a:lnTo>
                    <a:pt x="151403" y="65198"/>
                  </a:lnTo>
                  <a:cubicBezTo>
                    <a:pt x="151403" y="28000"/>
                    <a:pt x="176668" y="7970"/>
                    <a:pt x="199443" y="7970"/>
                  </a:cubicBezTo>
                  <a:cubicBezTo>
                    <a:pt x="221862" y="7970"/>
                    <a:pt x="225776" y="27284"/>
                    <a:pt x="225776" y="47672"/>
                  </a:cubicBezTo>
                  <a:lnTo>
                    <a:pt x="225776" y="131011"/>
                  </a:lnTo>
                  <a:cubicBezTo>
                    <a:pt x="225776" y="147107"/>
                    <a:pt x="221862" y="147107"/>
                    <a:pt x="198020" y="147107"/>
                  </a:cubicBezTo>
                  <a:lnTo>
                    <a:pt x="198020" y="158195"/>
                  </a:lnTo>
                  <a:cubicBezTo>
                    <a:pt x="210474" y="157837"/>
                    <a:pt x="228623" y="157121"/>
                    <a:pt x="238231" y="157121"/>
                  </a:cubicBezTo>
                  <a:cubicBezTo>
                    <a:pt x="247483" y="157121"/>
                    <a:pt x="265987" y="157837"/>
                    <a:pt x="278086" y="158195"/>
                  </a:cubicBezTo>
                  <a:lnTo>
                    <a:pt x="278086" y="147107"/>
                  </a:lnTo>
                  <a:cubicBezTo>
                    <a:pt x="259582" y="147107"/>
                    <a:pt x="250686" y="147107"/>
                    <a:pt x="250330" y="136376"/>
                  </a:cubicBezTo>
                  <a:lnTo>
                    <a:pt x="250330" y="68060"/>
                  </a:lnTo>
                  <a:cubicBezTo>
                    <a:pt x="250330" y="37299"/>
                    <a:pt x="250330" y="26211"/>
                    <a:pt x="239298" y="13335"/>
                  </a:cubicBezTo>
                  <a:cubicBezTo>
                    <a:pt x="234317" y="7254"/>
                    <a:pt x="222573" y="101"/>
                    <a:pt x="201934" y="101"/>
                  </a:cubicBezTo>
                  <a:cubicBezTo>
                    <a:pt x="172042" y="101"/>
                    <a:pt x="156385" y="21562"/>
                    <a:pt x="150335" y="35153"/>
                  </a:cubicBezTo>
                  <a:cubicBezTo>
                    <a:pt x="145353" y="4035"/>
                    <a:pt x="119020" y="101"/>
                    <a:pt x="103007" y="101"/>
                  </a:cubicBezTo>
                  <a:cubicBezTo>
                    <a:pt x="77029" y="101"/>
                    <a:pt x="60304" y="15481"/>
                    <a:pt x="50341" y="37657"/>
                  </a:cubicBezTo>
                  <a:lnTo>
                    <a:pt x="50341" y="101"/>
                  </a:lnTo>
                  <a:lnTo>
                    <a:pt x="165" y="4035"/>
                  </a:lnTo>
                  <a:lnTo>
                    <a:pt x="165" y="15123"/>
                  </a:lnTo>
                  <a:cubicBezTo>
                    <a:pt x="25075" y="15123"/>
                    <a:pt x="27922" y="17627"/>
                    <a:pt x="27922" y="35153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E6D0FF63-168D-5E3D-9831-6182723B4196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0174871" y="8782193"/>
              <a:ext cx="160489" cy="164174"/>
            </a:xfrm>
            <a:custGeom>
              <a:avLst/>
              <a:gdLst>
                <a:gd name="connsiteX0" fmla="*/ 103727 w 160489"/>
                <a:gd name="connsiteY0" fmla="*/ 133157 h 164174"/>
                <a:gd name="connsiteX1" fmla="*/ 131483 w 160489"/>
                <a:gd name="connsiteY1" fmla="*/ 162487 h 164174"/>
                <a:gd name="connsiteX2" fmla="*/ 160663 w 160489"/>
                <a:gd name="connsiteY2" fmla="*/ 128507 h 164174"/>
                <a:gd name="connsiteX3" fmla="*/ 160663 w 160489"/>
                <a:gd name="connsiteY3" fmla="*/ 108477 h 164174"/>
                <a:gd name="connsiteX4" fmla="*/ 151767 w 160489"/>
                <a:gd name="connsiteY4" fmla="*/ 108477 h 164174"/>
                <a:gd name="connsiteX5" fmla="*/ 151767 w 160489"/>
                <a:gd name="connsiteY5" fmla="*/ 128507 h 164174"/>
                <a:gd name="connsiteX6" fmla="*/ 138956 w 160489"/>
                <a:gd name="connsiteY6" fmla="*/ 151399 h 164174"/>
                <a:gd name="connsiteX7" fmla="*/ 125790 w 160489"/>
                <a:gd name="connsiteY7" fmla="*/ 133515 h 164174"/>
                <a:gd name="connsiteX8" fmla="*/ 125790 w 160489"/>
                <a:gd name="connsiteY8" fmla="*/ 61979 h 164174"/>
                <a:gd name="connsiteX9" fmla="*/ 112979 w 160489"/>
                <a:gd name="connsiteY9" fmla="*/ 19773 h 164174"/>
                <a:gd name="connsiteX10" fmla="*/ 64227 w 160489"/>
                <a:gd name="connsiteY10" fmla="*/ 101 h 164174"/>
                <a:gd name="connsiteX11" fmla="*/ 10493 w 160489"/>
                <a:gd name="connsiteY11" fmla="*/ 40519 h 164174"/>
                <a:gd name="connsiteX12" fmla="*/ 26862 w 160489"/>
                <a:gd name="connsiteY12" fmla="*/ 57329 h 164174"/>
                <a:gd name="connsiteX13" fmla="*/ 43232 w 160489"/>
                <a:gd name="connsiteY13" fmla="*/ 40876 h 164174"/>
                <a:gd name="connsiteX14" fmla="*/ 25083 w 160489"/>
                <a:gd name="connsiteY14" fmla="*/ 24423 h 164174"/>
                <a:gd name="connsiteX15" fmla="*/ 63515 w 160489"/>
                <a:gd name="connsiteY15" fmla="*/ 7970 h 164174"/>
                <a:gd name="connsiteX16" fmla="*/ 101236 w 160489"/>
                <a:gd name="connsiteY16" fmla="*/ 53753 h 164174"/>
                <a:gd name="connsiteX17" fmla="*/ 101236 w 160489"/>
                <a:gd name="connsiteY17" fmla="*/ 66987 h 164174"/>
                <a:gd name="connsiteX18" fmla="*/ 35759 w 160489"/>
                <a:gd name="connsiteY18" fmla="*/ 79863 h 164174"/>
                <a:gd name="connsiteX19" fmla="*/ 174 w 160489"/>
                <a:gd name="connsiteY19" fmla="*/ 126361 h 164174"/>
                <a:gd name="connsiteX20" fmla="*/ 57110 w 160489"/>
                <a:gd name="connsiteY20" fmla="*/ 164275 h 164174"/>
                <a:gd name="connsiteX21" fmla="*/ 103727 w 160489"/>
                <a:gd name="connsiteY21" fmla="*/ 133157 h 164174"/>
                <a:gd name="connsiteX22" fmla="*/ 101236 w 160489"/>
                <a:gd name="connsiteY22" fmla="*/ 74498 h 164174"/>
                <a:gd name="connsiteX23" fmla="*/ 101236 w 160489"/>
                <a:gd name="connsiteY23" fmla="*/ 110266 h 164174"/>
                <a:gd name="connsiteX24" fmla="*/ 59601 w 160489"/>
                <a:gd name="connsiteY24" fmla="*/ 156406 h 164174"/>
                <a:gd name="connsiteX25" fmla="*/ 27574 w 160489"/>
                <a:gd name="connsiteY25" fmla="*/ 126004 h 164174"/>
                <a:gd name="connsiteX26" fmla="*/ 101236 w 160489"/>
                <a:gd name="connsiteY26" fmla="*/ 74498 h 164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0489" h="164174">
                  <a:moveTo>
                    <a:pt x="103727" y="133157"/>
                  </a:moveTo>
                  <a:cubicBezTo>
                    <a:pt x="105150" y="147464"/>
                    <a:pt x="114758" y="162487"/>
                    <a:pt x="131483" y="162487"/>
                  </a:cubicBezTo>
                  <a:cubicBezTo>
                    <a:pt x="138956" y="162487"/>
                    <a:pt x="160663" y="157479"/>
                    <a:pt x="160663" y="128507"/>
                  </a:cubicBezTo>
                  <a:lnTo>
                    <a:pt x="160663" y="108477"/>
                  </a:lnTo>
                  <a:lnTo>
                    <a:pt x="151767" y="108477"/>
                  </a:lnTo>
                  <a:lnTo>
                    <a:pt x="151767" y="128507"/>
                  </a:lnTo>
                  <a:cubicBezTo>
                    <a:pt x="151767" y="149253"/>
                    <a:pt x="142871" y="151399"/>
                    <a:pt x="138956" y="151399"/>
                  </a:cubicBezTo>
                  <a:cubicBezTo>
                    <a:pt x="127213" y="151399"/>
                    <a:pt x="125790" y="135303"/>
                    <a:pt x="125790" y="133515"/>
                  </a:cubicBezTo>
                  <a:lnTo>
                    <a:pt x="125790" y="61979"/>
                  </a:lnTo>
                  <a:cubicBezTo>
                    <a:pt x="125790" y="46957"/>
                    <a:pt x="125790" y="33007"/>
                    <a:pt x="112979" y="19773"/>
                  </a:cubicBezTo>
                  <a:cubicBezTo>
                    <a:pt x="99101" y="5824"/>
                    <a:pt x="81308" y="101"/>
                    <a:pt x="64227" y="101"/>
                  </a:cubicBezTo>
                  <a:cubicBezTo>
                    <a:pt x="35047" y="101"/>
                    <a:pt x="10493" y="16912"/>
                    <a:pt x="10493" y="40519"/>
                  </a:cubicBezTo>
                  <a:cubicBezTo>
                    <a:pt x="10493" y="51249"/>
                    <a:pt x="17610" y="57329"/>
                    <a:pt x="26862" y="57329"/>
                  </a:cubicBezTo>
                  <a:cubicBezTo>
                    <a:pt x="36826" y="57329"/>
                    <a:pt x="43232" y="50176"/>
                    <a:pt x="43232" y="40876"/>
                  </a:cubicBezTo>
                  <a:cubicBezTo>
                    <a:pt x="43232" y="36584"/>
                    <a:pt x="41452" y="24781"/>
                    <a:pt x="25083" y="24423"/>
                  </a:cubicBezTo>
                  <a:cubicBezTo>
                    <a:pt x="34691" y="11904"/>
                    <a:pt x="52128" y="7970"/>
                    <a:pt x="63515" y="7970"/>
                  </a:cubicBezTo>
                  <a:cubicBezTo>
                    <a:pt x="80952" y="7970"/>
                    <a:pt x="101236" y="21919"/>
                    <a:pt x="101236" y="53753"/>
                  </a:cubicBezTo>
                  <a:lnTo>
                    <a:pt x="101236" y="66987"/>
                  </a:lnTo>
                  <a:cubicBezTo>
                    <a:pt x="83087" y="68060"/>
                    <a:pt x="58178" y="69133"/>
                    <a:pt x="35759" y="79863"/>
                  </a:cubicBezTo>
                  <a:cubicBezTo>
                    <a:pt x="9070" y="92024"/>
                    <a:pt x="174" y="110623"/>
                    <a:pt x="174" y="126361"/>
                  </a:cubicBezTo>
                  <a:cubicBezTo>
                    <a:pt x="174" y="155333"/>
                    <a:pt x="34691" y="164275"/>
                    <a:pt x="57110" y="164275"/>
                  </a:cubicBezTo>
                  <a:cubicBezTo>
                    <a:pt x="80596" y="164275"/>
                    <a:pt x="96966" y="149968"/>
                    <a:pt x="103727" y="133157"/>
                  </a:cubicBezTo>
                  <a:close/>
                  <a:moveTo>
                    <a:pt x="101236" y="74498"/>
                  </a:moveTo>
                  <a:lnTo>
                    <a:pt x="101236" y="110266"/>
                  </a:lnTo>
                  <a:cubicBezTo>
                    <a:pt x="101236" y="144245"/>
                    <a:pt x="75614" y="156406"/>
                    <a:pt x="59601" y="156406"/>
                  </a:cubicBezTo>
                  <a:cubicBezTo>
                    <a:pt x="42164" y="156406"/>
                    <a:pt x="27574" y="143887"/>
                    <a:pt x="27574" y="126004"/>
                  </a:cubicBezTo>
                  <a:cubicBezTo>
                    <a:pt x="27574" y="106331"/>
                    <a:pt x="42520" y="76644"/>
                    <a:pt x="101236" y="74498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7D52E106-13A7-EF6D-2FF8-F35BEEFB3898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0342123" y="8788273"/>
              <a:ext cx="179349" cy="154159"/>
            </a:xfrm>
            <a:custGeom>
              <a:avLst/>
              <a:gdLst>
                <a:gd name="connsiteX0" fmla="*/ 98038 w 179349"/>
                <a:gd name="connsiteY0" fmla="*/ 70206 h 154159"/>
                <a:gd name="connsiteX1" fmla="*/ 130777 w 179349"/>
                <a:gd name="connsiteY1" fmla="*/ 29788 h 154159"/>
                <a:gd name="connsiteX2" fmla="*/ 173123 w 179349"/>
                <a:gd name="connsiteY2" fmla="*/ 11189 h 154159"/>
                <a:gd name="connsiteX3" fmla="*/ 173123 w 179349"/>
                <a:gd name="connsiteY3" fmla="*/ 101 h 154159"/>
                <a:gd name="connsiteX4" fmla="*/ 143943 w 179349"/>
                <a:gd name="connsiteY4" fmla="*/ 1174 h 154159"/>
                <a:gd name="connsiteX5" fmla="*/ 109781 w 179349"/>
                <a:gd name="connsiteY5" fmla="*/ 101 h 154159"/>
                <a:gd name="connsiteX6" fmla="*/ 109781 w 179349"/>
                <a:gd name="connsiteY6" fmla="*/ 11189 h 154159"/>
                <a:gd name="connsiteX7" fmla="*/ 120101 w 179349"/>
                <a:gd name="connsiteY7" fmla="*/ 22277 h 154159"/>
                <a:gd name="connsiteX8" fmla="*/ 114763 w 179349"/>
                <a:gd name="connsiteY8" fmla="*/ 34796 h 154159"/>
                <a:gd name="connsiteX9" fmla="*/ 92700 w 179349"/>
                <a:gd name="connsiteY9" fmla="*/ 62695 h 154159"/>
                <a:gd name="connsiteX10" fmla="*/ 64944 w 179349"/>
                <a:gd name="connsiteY10" fmla="*/ 26569 h 154159"/>
                <a:gd name="connsiteX11" fmla="*/ 61741 w 179349"/>
                <a:gd name="connsiteY11" fmla="*/ 20131 h 154159"/>
                <a:gd name="connsiteX12" fmla="*/ 74196 w 179349"/>
                <a:gd name="connsiteY12" fmla="*/ 11189 h 154159"/>
                <a:gd name="connsiteX13" fmla="*/ 74196 w 179349"/>
                <a:gd name="connsiteY13" fmla="*/ 101 h 154159"/>
                <a:gd name="connsiteX14" fmla="*/ 35764 w 179349"/>
                <a:gd name="connsiteY14" fmla="*/ 1174 h 154159"/>
                <a:gd name="connsiteX15" fmla="*/ 1958 w 179349"/>
                <a:gd name="connsiteY15" fmla="*/ 101 h 154159"/>
                <a:gd name="connsiteX16" fmla="*/ 1958 w 179349"/>
                <a:gd name="connsiteY16" fmla="*/ 11189 h 154159"/>
                <a:gd name="connsiteX17" fmla="*/ 43948 w 179349"/>
                <a:gd name="connsiteY17" fmla="*/ 33007 h 154159"/>
                <a:gd name="connsiteX18" fmla="*/ 79178 w 179349"/>
                <a:gd name="connsiteY18" fmla="*/ 79148 h 154159"/>
                <a:gd name="connsiteX19" fmla="*/ 45728 w 179349"/>
                <a:gd name="connsiteY19" fmla="*/ 121711 h 154159"/>
                <a:gd name="connsiteX20" fmla="*/ 178 w 179349"/>
                <a:gd name="connsiteY20" fmla="*/ 143172 h 154159"/>
                <a:gd name="connsiteX21" fmla="*/ 178 w 179349"/>
                <a:gd name="connsiteY21" fmla="*/ 154260 h 154159"/>
                <a:gd name="connsiteX22" fmla="*/ 29714 w 179349"/>
                <a:gd name="connsiteY22" fmla="*/ 153187 h 154159"/>
                <a:gd name="connsiteX23" fmla="*/ 63520 w 179349"/>
                <a:gd name="connsiteY23" fmla="*/ 154260 h 154159"/>
                <a:gd name="connsiteX24" fmla="*/ 63520 w 179349"/>
                <a:gd name="connsiteY24" fmla="*/ 143172 h 154159"/>
                <a:gd name="connsiteX25" fmla="*/ 53201 w 179349"/>
                <a:gd name="connsiteY25" fmla="*/ 132084 h 154159"/>
                <a:gd name="connsiteX26" fmla="*/ 85227 w 179349"/>
                <a:gd name="connsiteY26" fmla="*/ 86659 h 154159"/>
                <a:gd name="connsiteX27" fmla="*/ 112272 w 179349"/>
                <a:gd name="connsiteY27" fmla="*/ 122427 h 154159"/>
                <a:gd name="connsiteX28" fmla="*/ 119745 w 179349"/>
                <a:gd name="connsiteY28" fmla="*/ 134230 h 154159"/>
                <a:gd name="connsiteX29" fmla="*/ 106934 w 179349"/>
                <a:gd name="connsiteY29" fmla="*/ 143172 h 154159"/>
                <a:gd name="connsiteX30" fmla="*/ 106934 w 179349"/>
                <a:gd name="connsiteY30" fmla="*/ 154260 h 154159"/>
                <a:gd name="connsiteX31" fmla="*/ 145367 w 179349"/>
                <a:gd name="connsiteY31" fmla="*/ 153187 h 154159"/>
                <a:gd name="connsiteX32" fmla="*/ 179528 w 179349"/>
                <a:gd name="connsiteY32" fmla="*/ 154260 h 154159"/>
                <a:gd name="connsiteX33" fmla="*/ 179528 w 179349"/>
                <a:gd name="connsiteY33" fmla="*/ 143172 h 154159"/>
                <a:gd name="connsiteX34" fmla="*/ 145722 w 179349"/>
                <a:gd name="connsiteY34" fmla="*/ 132084 h 154159"/>
                <a:gd name="connsiteX35" fmla="*/ 98038 w 179349"/>
                <a:gd name="connsiteY35" fmla="*/ 70206 h 15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9349" h="154159">
                  <a:moveTo>
                    <a:pt x="98038" y="70206"/>
                  </a:moveTo>
                  <a:cubicBezTo>
                    <a:pt x="108714" y="56614"/>
                    <a:pt x="122236" y="39088"/>
                    <a:pt x="130777" y="29788"/>
                  </a:cubicBezTo>
                  <a:cubicBezTo>
                    <a:pt x="141808" y="16912"/>
                    <a:pt x="156398" y="11547"/>
                    <a:pt x="173123" y="11189"/>
                  </a:cubicBezTo>
                  <a:lnTo>
                    <a:pt x="173123" y="101"/>
                  </a:lnTo>
                  <a:cubicBezTo>
                    <a:pt x="163871" y="816"/>
                    <a:pt x="153195" y="1174"/>
                    <a:pt x="143943" y="1174"/>
                  </a:cubicBezTo>
                  <a:cubicBezTo>
                    <a:pt x="133268" y="1174"/>
                    <a:pt x="114407" y="459"/>
                    <a:pt x="109781" y="101"/>
                  </a:cubicBezTo>
                  <a:lnTo>
                    <a:pt x="109781" y="11189"/>
                  </a:lnTo>
                  <a:cubicBezTo>
                    <a:pt x="117254" y="11904"/>
                    <a:pt x="120101" y="16554"/>
                    <a:pt x="120101" y="22277"/>
                  </a:cubicBezTo>
                  <a:cubicBezTo>
                    <a:pt x="120101" y="28000"/>
                    <a:pt x="116542" y="32650"/>
                    <a:pt x="114763" y="34796"/>
                  </a:cubicBezTo>
                  <a:lnTo>
                    <a:pt x="92700" y="62695"/>
                  </a:lnTo>
                  <a:lnTo>
                    <a:pt x="64944" y="26569"/>
                  </a:lnTo>
                  <a:cubicBezTo>
                    <a:pt x="61741" y="22992"/>
                    <a:pt x="61741" y="22277"/>
                    <a:pt x="61741" y="20131"/>
                  </a:cubicBezTo>
                  <a:cubicBezTo>
                    <a:pt x="61741" y="14766"/>
                    <a:pt x="67079" y="11547"/>
                    <a:pt x="74196" y="11189"/>
                  </a:cubicBezTo>
                  <a:lnTo>
                    <a:pt x="74196" y="101"/>
                  </a:lnTo>
                  <a:cubicBezTo>
                    <a:pt x="64944" y="459"/>
                    <a:pt x="41457" y="1174"/>
                    <a:pt x="35764" y="1174"/>
                  </a:cubicBezTo>
                  <a:cubicBezTo>
                    <a:pt x="28291" y="1174"/>
                    <a:pt x="11566" y="816"/>
                    <a:pt x="1958" y="101"/>
                  </a:cubicBezTo>
                  <a:lnTo>
                    <a:pt x="1958" y="11189"/>
                  </a:lnTo>
                  <a:cubicBezTo>
                    <a:pt x="26867" y="11189"/>
                    <a:pt x="27223" y="11547"/>
                    <a:pt x="43948" y="33007"/>
                  </a:cubicBezTo>
                  <a:lnTo>
                    <a:pt x="79178" y="79148"/>
                  </a:lnTo>
                  <a:lnTo>
                    <a:pt x="45728" y="121711"/>
                  </a:lnTo>
                  <a:cubicBezTo>
                    <a:pt x="28647" y="142457"/>
                    <a:pt x="7651" y="143172"/>
                    <a:pt x="178" y="143172"/>
                  </a:cubicBezTo>
                  <a:lnTo>
                    <a:pt x="178" y="154260"/>
                  </a:lnTo>
                  <a:cubicBezTo>
                    <a:pt x="9431" y="153545"/>
                    <a:pt x="20462" y="153187"/>
                    <a:pt x="29714" y="153187"/>
                  </a:cubicBezTo>
                  <a:cubicBezTo>
                    <a:pt x="40034" y="153187"/>
                    <a:pt x="54980" y="153902"/>
                    <a:pt x="63520" y="154260"/>
                  </a:cubicBezTo>
                  <a:lnTo>
                    <a:pt x="63520" y="143172"/>
                  </a:lnTo>
                  <a:cubicBezTo>
                    <a:pt x="55692" y="142099"/>
                    <a:pt x="53201" y="137449"/>
                    <a:pt x="53201" y="132084"/>
                  </a:cubicBezTo>
                  <a:cubicBezTo>
                    <a:pt x="53201" y="124215"/>
                    <a:pt x="63520" y="112412"/>
                    <a:pt x="85227" y="86659"/>
                  </a:cubicBezTo>
                  <a:lnTo>
                    <a:pt x="112272" y="122427"/>
                  </a:lnTo>
                  <a:cubicBezTo>
                    <a:pt x="115119" y="126361"/>
                    <a:pt x="119745" y="132084"/>
                    <a:pt x="119745" y="134230"/>
                  </a:cubicBezTo>
                  <a:cubicBezTo>
                    <a:pt x="119745" y="137449"/>
                    <a:pt x="116542" y="142814"/>
                    <a:pt x="106934" y="143172"/>
                  </a:cubicBezTo>
                  <a:lnTo>
                    <a:pt x="106934" y="154260"/>
                  </a:lnTo>
                  <a:cubicBezTo>
                    <a:pt x="117610" y="153902"/>
                    <a:pt x="137538" y="153187"/>
                    <a:pt x="145367" y="153187"/>
                  </a:cubicBezTo>
                  <a:cubicBezTo>
                    <a:pt x="154975" y="153187"/>
                    <a:pt x="168853" y="153545"/>
                    <a:pt x="179528" y="154260"/>
                  </a:cubicBezTo>
                  <a:lnTo>
                    <a:pt x="179528" y="143172"/>
                  </a:lnTo>
                  <a:cubicBezTo>
                    <a:pt x="160312" y="143172"/>
                    <a:pt x="153907" y="142457"/>
                    <a:pt x="145722" y="132084"/>
                  </a:cubicBezTo>
                  <a:lnTo>
                    <a:pt x="98038" y="70206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8A95B441-2758-2A1F-B4BF-FFD87CCEB78C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0560894" y="8674174"/>
              <a:ext cx="82557" cy="357677"/>
            </a:xfrm>
            <a:custGeom>
              <a:avLst/>
              <a:gdLst>
                <a:gd name="connsiteX0" fmla="*/ 82742 w 82557"/>
                <a:gd name="connsiteY0" fmla="*/ 354202 h 357677"/>
                <a:gd name="connsiteX1" fmla="*/ 76692 w 82557"/>
                <a:gd name="connsiteY1" fmla="*/ 346333 h 357677"/>
                <a:gd name="connsiteX2" fmla="*/ 20823 w 82557"/>
                <a:gd name="connsiteY2" fmla="*/ 178940 h 357677"/>
                <a:gd name="connsiteX3" fmla="*/ 78116 w 82557"/>
                <a:gd name="connsiteY3" fmla="*/ 9758 h 357677"/>
                <a:gd name="connsiteX4" fmla="*/ 82742 w 82557"/>
                <a:gd name="connsiteY4" fmla="*/ 3678 h 357677"/>
                <a:gd name="connsiteX5" fmla="*/ 79183 w 82557"/>
                <a:gd name="connsiteY5" fmla="*/ 101 h 357677"/>
                <a:gd name="connsiteX6" fmla="*/ 22603 w 82557"/>
                <a:gd name="connsiteY6" fmla="*/ 69848 h 357677"/>
                <a:gd name="connsiteX7" fmla="*/ 184 w 82557"/>
                <a:gd name="connsiteY7" fmla="*/ 178940 h 357677"/>
                <a:gd name="connsiteX8" fmla="*/ 23670 w 82557"/>
                <a:gd name="connsiteY8" fmla="*/ 290535 h 357677"/>
                <a:gd name="connsiteX9" fmla="*/ 79183 w 82557"/>
                <a:gd name="connsiteY9" fmla="*/ 357779 h 357677"/>
                <a:gd name="connsiteX10" fmla="*/ 82742 w 82557"/>
                <a:gd name="connsiteY10" fmla="*/ 354202 h 357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557" h="357677">
                  <a:moveTo>
                    <a:pt x="82742" y="354202"/>
                  </a:moveTo>
                  <a:cubicBezTo>
                    <a:pt x="82742" y="353129"/>
                    <a:pt x="82742" y="352414"/>
                    <a:pt x="76692" y="346333"/>
                  </a:cubicBezTo>
                  <a:cubicBezTo>
                    <a:pt x="32211" y="301266"/>
                    <a:pt x="20823" y="233665"/>
                    <a:pt x="20823" y="178940"/>
                  </a:cubicBezTo>
                  <a:cubicBezTo>
                    <a:pt x="20823" y="116704"/>
                    <a:pt x="34346" y="54468"/>
                    <a:pt x="78116" y="9758"/>
                  </a:cubicBezTo>
                  <a:cubicBezTo>
                    <a:pt x="82742" y="5466"/>
                    <a:pt x="82742" y="4751"/>
                    <a:pt x="82742" y="3678"/>
                  </a:cubicBezTo>
                  <a:cubicBezTo>
                    <a:pt x="82742" y="1174"/>
                    <a:pt x="81318" y="101"/>
                    <a:pt x="79183" y="101"/>
                  </a:cubicBezTo>
                  <a:cubicBezTo>
                    <a:pt x="75625" y="101"/>
                    <a:pt x="43598" y="24423"/>
                    <a:pt x="22603" y="69848"/>
                  </a:cubicBezTo>
                  <a:cubicBezTo>
                    <a:pt x="4454" y="109193"/>
                    <a:pt x="184" y="148895"/>
                    <a:pt x="184" y="178940"/>
                  </a:cubicBezTo>
                  <a:cubicBezTo>
                    <a:pt x="184" y="206839"/>
                    <a:pt x="4098" y="250118"/>
                    <a:pt x="23670" y="290535"/>
                  </a:cubicBezTo>
                  <a:cubicBezTo>
                    <a:pt x="45021" y="334530"/>
                    <a:pt x="75625" y="357779"/>
                    <a:pt x="79183" y="357779"/>
                  </a:cubicBezTo>
                  <a:cubicBezTo>
                    <a:pt x="81318" y="357779"/>
                    <a:pt x="82742" y="356706"/>
                    <a:pt x="82742" y="354202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AFCEAE5C-DE64-FDE6-7079-502780CDD5EC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0706043" y="8674174"/>
              <a:ext cx="48751" cy="357677"/>
            </a:xfrm>
            <a:custGeom>
              <a:avLst/>
              <a:gdLst>
                <a:gd name="connsiteX0" fmla="*/ 48939 w 48751"/>
                <a:gd name="connsiteY0" fmla="*/ 357779 h 357677"/>
                <a:gd name="connsiteX1" fmla="*/ 48939 w 48751"/>
                <a:gd name="connsiteY1" fmla="*/ 343472 h 357677"/>
                <a:gd name="connsiteX2" fmla="*/ 14422 w 48751"/>
                <a:gd name="connsiteY2" fmla="*/ 343472 h 357677"/>
                <a:gd name="connsiteX3" fmla="*/ 14422 w 48751"/>
                <a:gd name="connsiteY3" fmla="*/ 14408 h 357677"/>
                <a:gd name="connsiteX4" fmla="*/ 48939 w 48751"/>
                <a:gd name="connsiteY4" fmla="*/ 14408 h 357677"/>
                <a:gd name="connsiteX5" fmla="*/ 48939 w 48751"/>
                <a:gd name="connsiteY5" fmla="*/ 101 h 357677"/>
                <a:gd name="connsiteX6" fmla="*/ 188 w 48751"/>
                <a:gd name="connsiteY6" fmla="*/ 101 h 357677"/>
                <a:gd name="connsiteX7" fmla="*/ 188 w 48751"/>
                <a:gd name="connsiteY7" fmla="*/ 357779 h 357677"/>
                <a:gd name="connsiteX8" fmla="*/ 48939 w 48751"/>
                <a:gd name="connsiteY8" fmla="*/ 357779 h 357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751" h="357677">
                  <a:moveTo>
                    <a:pt x="48939" y="357779"/>
                  </a:moveTo>
                  <a:lnTo>
                    <a:pt x="48939" y="343472"/>
                  </a:lnTo>
                  <a:lnTo>
                    <a:pt x="14422" y="343472"/>
                  </a:lnTo>
                  <a:lnTo>
                    <a:pt x="14422" y="14408"/>
                  </a:lnTo>
                  <a:lnTo>
                    <a:pt x="48939" y="14408"/>
                  </a:lnTo>
                  <a:lnTo>
                    <a:pt x="48939" y="101"/>
                  </a:lnTo>
                  <a:lnTo>
                    <a:pt x="188" y="101"/>
                  </a:lnTo>
                  <a:lnTo>
                    <a:pt x="188" y="357779"/>
                  </a:lnTo>
                  <a:lnTo>
                    <a:pt x="48939" y="357779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03C0B1A-CCAC-89B2-12A3-56C649D1D0CB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0794571" y="8704219"/>
              <a:ext cx="117431" cy="238213"/>
            </a:xfrm>
            <a:custGeom>
              <a:avLst/>
              <a:gdLst>
                <a:gd name="connsiteX0" fmla="*/ 73140 w 117431"/>
                <a:gd name="connsiteY0" fmla="*/ 9400 h 238213"/>
                <a:gd name="connsiteX1" fmla="*/ 64956 w 117431"/>
                <a:gd name="connsiteY1" fmla="*/ 101 h 238213"/>
                <a:gd name="connsiteX2" fmla="*/ 190 w 117431"/>
                <a:gd name="connsiteY2" fmla="*/ 22992 h 238213"/>
                <a:gd name="connsiteX3" fmla="*/ 190 w 117431"/>
                <a:gd name="connsiteY3" fmla="*/ 34080 h 238213"/>
                <a:gd name="connsiteX4" fmla="*/ 46807 w 117431"/>
                <a:gd name="connsiteY4" fmla="*/ 24781 h 238213"/>
                <a:gd name="connsiteX5" fmla="*/ 46807 w 117431"/>
                <a:gd name="connsiteY5" fmla="*/ 210058 h 238213"/>
                <a:gd name="connsiteX6" fmla="*/ 13713 w 117431"/>
                <a:gd name="connsiteY6" fmla="*/ 227226 h 238213"/>
                <a:gd name="connsiteX7" fmla="*/ 2326 w 117431"/>
                <a:gd name="connsiteY7" fmla="*/ 227226 h 238213"/>
                <a:gd name="connsiteX8" fmla="*/ 2326 w 117431"/>
                <a:gd name="connsiteY8" fmla="*/ 238314 h 238213"/>
                <a:gd name="connsiteX9" fmla="*/ 59974 w 117431"/>
                <a:gd name="connsiteY9" fmla="*/ 237241 h 238213"/>
                <a:gd name="connsiteX10" fmla="*/ 117622 w 117431"/>
                <a:gd name="connsiteY10" fmla="*/ 238314 h 238213"/>
                <a:gd name="connsiteX11" fmla="*/ 117622 w 117431"/>
                <a:gd name="connsiteY11" fmla="*/ 227226 h 238213"/>
                <a:gd name="connsiteX12" fmla="*/ 106235 w 117431"/>
                <a:gd name="connsiteY12" fmla="*/ 227226 h 238213"/>
                <a:gd name="connsiteX13" fmla="*/ 73140 w 117431"/>
                <a:gd name="connsiteY13" fmla="*/ 210058 h 238213"/>
                <a:gd name="connsiteX14" fmla="*/ 73140 w 117431"/>
                <a:gd name="connsiteY14" fmla="*/ 9400 h 238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7431" h="238213">
                  <a:moveTo>
                    <a:pt x="73140" y="9400"/>
                  </a:moveTo>
                  <a:cubicBezTo>
                    <a:pt x="73140" y="816"/>
                    <a:pt x="73140" y="101"/>
                    <a:pt x="64956" y="101"/>
                  </a:cubicBezTo>
                  <a:cubicBezTo>
                    <a:pt x="42893" y="22992"/>
                    <a:pt x="11578" y="22992"/>
                    <a:pt x="190" y="22992"/>
                  </a:cubicBezTo>
                  <a:lnTo>
                    <a:pt x="190" y="34080"/>
                  </a:lnTo>
                  <a:cubicBezTo>
                    <a:pt x="7307" y="34080"/>
                    <a:pt x="28303" y="34080"/>
                    <a:pt x="46807" y="24781"/>
                  </a:cubicBezTo>
                  <a:lnTo>
                    <a:pt x="46807" y="210058"/>
                  </a:lnTo>
                  <a:cubicBezTo>
                    <a:pt x="46807" y="222934"/>
                    <a:pt x="45740" y="227226"/>
                    <a:pt x="13713" y="227226"/>
                  </a:cubicBezTo>
                  <a:lnTo>
                    <a:pt x="2326" y="227226"/>
                  </a:lnTo>
                  <a:lnTo>
                    <a:pt x="2326" y="238314"/>
                  </a:lnTo>
                  <a:cubicBezTo>
                    <a:pt x="14780" y="237241"/>
                    <a:pt x="45740" y="237241"/>
                    <a:pt x="59974" y="237241"/>
                  </a:cubicBezTo>
                  <a:cubicBezTo>
                    <a:pt x="74208" y="237241"/>
                    <a:pt x="105167" y="237241"/>
                    <a:pt x="117622" y="238314"/>
                  </a:cubicBezTo>
                  <a:lnTo>
                    <a:pt x="117622" y="227226"/>
                  </a:lnTo>
                  <a:lnTo>
                    <a:pt x="106235" y="227226"/>
                  </a:lnTo>
                  <a:cubicBezTo>
                    <a:pt x="74208" y="227226"/>
                    <a:pt x="73140" y="223292"/>
                    <a:pt x="73140" y="210058"/>
                  </a:cubicBezTo>
                  <a:lnTo>
                    <a:pt x="73140" y="9400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498FBC1D-6533-898F-5170-B92064713424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0954706" y="8704219"/>
              <a:ext cx="149814" cy="246082"/>
            </a:xfrm>
            <a:custGeom>
              <a:avLst/>
              <a:gdLst>
                <a:gd name="connsiteX0" fmla="*/ 150010 w 149814"/>
                <a:gd name="connsiteY0" fmla="*/ 123857 h 246082"/>
                <a:gd name="connsiteX1" fmla="*/ 135775 w 149814"/>
                <a:gd name="connsiteY1" fmla="*/ 40161 h 246082"/>
                <a:gd name="connsiteX2" fmla="*/ 75280 w 149814"/>
                <a:gd name="connsiteY2" fmla="*/ 101 h 246082"/>
                <a:gd name="connsiteX3" fmla="*/ 13362 w 149814"/>
                <a:gd name="connsiteY3" fmla="*/ 42665 h 246082"/>
                <a:gd name="connsiteX4" fmla="*/ 195 w 149814"/>
                <a:gd name="connsiteY4" fmla="*/ 123857 h 246082"/>
                <a:gd name="connsiteX5" fmla="*/ 16209 w 149814"/>
                <a:gd name="connsiteY5" fmla="*/ 210058 h 246082"/>
                <a:gd name="connsiteX6" fmla="*/ 74924 w 149814"/>
                <a:gd name="connsiteY6" fmla="*/ 246183 h 246082"/>
                <a:gd name="connsiteX7" fmla="*/ 136843 w 149814"/>
                <a:gd name="connsiteY7" fmla="*/ 204693 h 246082"/>
                <a:gd name="connsiteX8" fmla="*/ 150010 w 149814"/>
                <a:gd name="connsiteY8" fmla="*/ 123857 h 246082"/>
                <a:gd name="connsiteX9" fmla="*/ 74924 w 149814"/>
                <a:gd name="connsiteY9" fmla="*/ 238314 h 246082"/>
                <a:gd name="connsiteX10" fmla="*/ 33646 w 149814"/>
                <a:gd name="connsiteY10" fmla="*/ 195035 h 246082"/>
                <a:gd name="connsiteX11" fmla="*/ 29731 w 149814"/>
                <a:gd name="connsiteY11" fmla="*/ 119565 h 246082"/>
                <a:gd name="connsiteX12" fmla="*/ 32578 w 149814"/>
                <a:gd name="connsiteY12" fmla="*/ 53753 h 246082"/>
                <a:gd name="connsiteX13" fmla="*/ 74924 w 149814"/>
                <a:gd name="connsiteY13" fmla="*/ 7970 h 246082"/>
                <a:gd name="connsiteX14" fmla="*/ 116915 w 149814"/>
                <a:gd name="connsiteY14" fmla="*/ 49818 h 246082"/>
                <a:gd name="connsiteX15" fmla="*/ 120474 w 149814"/>
                <a:gd name="connsiteY15" fmla="*/ 119565 h 246082"/>
                <a:gd name="connsiteX16" fmla="*/ 116559 w 149814"/>
                <a:gd name="connsiteY16" fmla="*/ 193605 h 246082"/>
                <a:gd name="connsiteX17" fmla="*/ 74924 w 149814"/>
                <a:gd name="connsiteY17" fmla="*/ 238314 h 246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9814" h="246082">
                  <a:moveTo>
                    <a:pt x="150010" y="123857"/>
                  </a:moveTo>
                  <a:cubicBezTo>
                    <a:pt x="150010" y="95243"/>
                    <a:pt x="148230" y="66629"/>
                    <a:pt x="135775" y="40161"/>
                  </a:cubicBezTo>
                  <a:cubicBezTo>
                    <a:pt x="119406" y="5824"/>
                    <a:pt x="90226" y="101"/>
                    <a:pt x="75280" y="101"/>
                  </a:cubicBezTo>
                  <a:cubicBezTo>
                    <a:pt x="53929" y="101"/>
                    <a:pt x="27952" y="9400"/>
                    <a:pt x="13362" y="42665"/>
                  </a:cubicBezTo>
                  <a:cubicBezTo>
                    <a:pt x="1975" y="67344"/>
                    <a:pt x="195" y="95243"/>
                    <a:pt x="195" y="123857"/>
                  </a:cubicBezTo>
                  <a:cubicBezTo>
                    <a:pt x="195" y="150683"/>
                    <a:pt x="1619" y="182874"/>
                    <a:pt x="16209" y="210058"/>
                  </a:cubicBezTo>
                  <a:cubicBezTo>
                    <a:pt x="31510" y="239030"/>
                    <a:pt x="57488" y="246183"/>
                    <a:pt x="74924" y="246183"/>
                  </a:cubicBezTo>
                  <a:cubicBezTo>
                    <a:pt x="94141" y="246183"/>
                    <a:pt x="121185" y="238672"/>
                    <a:pt x="136843" y="204693"/>
                  </a:cubicBezTo>
                  <a:cubicBezTo>
                    <a:pt x="148230" y="180013"/>
                    <a:pt x="150010" y="152114"/>
                    <a:pt x="150010" y="123857"/>
                  </a:cubicBezTo>
                  <a:close/>
                  <a:moveTo>
                    <a:pt x="74924" y="238314"/>
                  </a:moveTo>
                  <a:cubicBezTo>
                    <a:pt x="61046" y="238314"/>
                    <a:pt x="40051" y="229372"/>
                    <a:pt x="33646" y="195035"/>
                  </a:cubicBezTo>
                  <a:cubicBezTo>
                    <a:pt x="29731" y="173575"/>
                    <a:pt x="29731" y="140668"/>
                    <a:pt x="29731" y="119565"/>
                  </a:cubicBezTo>
                  <a:cubicBezTo>
                    <a:pt x="29731" y="96674"/>
                    <a:pt x="29731" y="73067"/>
                    <a:pt x="32578" y="53753"/>
                  </a:cubicBezTo>
                  <a:cubicBezTo>
                    <a:pt x="39339" y="11189"/>
                    <a:pt x="66028" y="7970"/>
                    <a:pt x="74924" y="7970"/>
                  </a:cubicBezTo>
                  <a:cubicBezTo>
                    <a:pt x="86668" y="7970"/>
                    <a:pt x="110154" y="14408"/>
                    <a:pt x="116915" y="49818"/>
                  </a:cubicBezTo>
                  <a:cubicBezTo>
                    <a:pt x="120474" y="69848"/>
                    <a:pt x="120474" y="97032"/>
                    <a:pt x="120474" y="119565"/>
                  </a:cubicBezTo>
                  <a:cubicBezTo>
                    <a:pt x="120474" y="146391"/>
                    <a:pt x="120474" y="170713"/>
                    <a:pt x="116559" y="193605"/>
                  </a:cubicBezTo>
                  <a:cubicBezTo>
                    <a:pt x="111222" y="227584"/>
                    <a:pt x="90938" y="238314"/>
                    <a:pt x="74924" y="238314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17FA4B9A-7A96-F0C0-2116-9F6CDCD46FAE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1149358" y="8904518"/>
              <a:ext cx="41634" cy="106945"/>
            </a:xfrm>
            <a:custGeom>
              <a:avLst/>
              <a:gdLst>
                <a:gd name="connsiteX0" fmla="*/ 41835 w 41634"/>
                <a:gd name="connsiteY0" fmla="*/ 37657 h 106945"/>
                <a:gd name="connsiteX1" fmla="*/ 19061 w 41634"/>
                <a:gd name="connsiteY1" fmla="*/ 101 h 106945"/>
                <a:gd name="connsiteX2" fmla="*/ 200 w 41634"/>
                <a:gd name="connsiteY2" fmla="*/ 19058 h 106945"/>
                <a:gd name="connsiteX3" fmla="*/ 19061 w 41634"/>
                <a:gd name="connsiteY3" fmla="*/ 38015 h 106945"/>
                <a:gd name="connsiteX4" fmla="*/ 31515 w 41634"/>
                <a:gd name="connsiteY4" fmla="*/ 33365 h 106945"/>
                <a:gd name="connsiteX5" fmla="*/ 33295 w 41634"/>
                <a:gd name="connsiteY5" fmla="*/ 32292 h 106945"/>
                <a:gd name="connsiteX6" fmla="*/ 34006 w 41634"/>
                <a:gd name="connsiteY6" fmla="*/ 37657 h 106945"/>
                <a:gd name="connsiteX7" fmla="*/ 9808 w 41634"/>
                <a:gd name="connsiteY7" fmla="*/ 97389 h 106945"/>
                <a:gd name="connsiteX8" fmla="*/ 5894 w 41634"/>
                <a:gd name="connsiteY8" fmla="*/ 103112 h 106945"/>
                <a:gd name="connsiteX9" fmla="*/ 9453 w 41634"/>
                <a:gd name="connsiteY9" fmla="*/ 107047 h 106945"/>
                <a:gd name="connsiteX10" fmla="*/ 41835 w 41634"/>
                <a:gd name="connsiteY10" fmla="*/ 37657 h 106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634" h="106945">
                  <a:moveTo>
                    <a:pt x="41835" y="37657"/>
                  </a:moveTo>
                  <a:cubicBezTo>
                    <a:pt x="41835" y="14050"/>
                    <a:pt x="32939" y="101"/>
                    <a:pt x="19061" y="101"/>
                  </a:cubicBezTo>
                  <a:cubicBezTo>
                    <a:pt x="7317" y="101"/>
                    <a:pt x="200" y="9043"/>
                    <a:pt x="200" y="19058"/>
                  </a:cubicBezTo>
                  <a:cubicBezTo>
                    <a:pt x="200" y="28715"/>
                    <a:pt x="7317" y="38015"/>
                    <a:pt x="19061" y="38015"/>
                  </a:cubicBezTo>
                  <a:cubicBezTo>
                    <a:pt x="23331" y="38015"/>
                    <a:pt x="27957" y="36584"/>
                    <a:pt x="31515" y="33365"/>
                  </a:cubicBezTo>
                  <a:cubicBezTo>
                    <a:pt x="32583" y="32650"/>
                    <a:pt x="32939" y="32292"/>
                    <a:pt x="33295" y="32292"/>
                  </a:cubicBezTo>
                  <a:cubicBezTo>
                    <a:pt x="33651" y="32292"/>
                    <a:pt x="34006" y="32650"/>
                    <a:pt x="34006" y="37657"/>
                  </a:cubicBezTo>
                  <a:cubicBezTo>
                    <a:pt x="34006" y="64125"/>
                    <a:pt x="21552" y="85586"/>
                    <a:pt x="9808" y="97389"/>
                  </a:cubicBezTo>
                  <a:cubicBezTo>
                    <a:pt x="5894" y="101324"/>
                    <a:pt x="5894" y="102039"/>
                    <a:pt x="5894" y="103112"/>
                  </a:cubicBezTo>
                  <a:cubicBezTo>
                    <a:pt x="5894" y="105616"/>
                    <a:pt x="7673" y="107047"/>
                    <a:pt x="9453" y="107047"/>
                  </a:cubicBezTo>
                  <a:cubicBezTo>
                    <a:pt x="13367" y="107047"/>
                    <a:pt x="41835" y="79505"/>
                    <a:pt x="41835" y="37657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32B38E63-EAFC-00D7-B396-77100070FA3D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1306446" y="8845859"/>
              <a:ext cx="217426" cy="14307"/>
            </a:xfrm>
            <a:custGeom>
              <a:avLst/>
              <a:gdLst>
                <a:gd name="connsiteX0" fmla="*/ 205176 w 217426"/>
                <a:gd name="connsiteY0" fmla="*/ 14408 h 14307"/>
                <a:gd name="connsiteX1" fmla="*/ 217631 w 217426"/>
                <a:gd name="connsiteY1" fmla="*/ 7254 h 14307"/>
                <a:gd name="connsiteX2" fmla="*/ 205176 w 217426"/>
                <a:gd name="connsiteY2" fmla="*/ 101 h 14307"/>
                <a:gd name="connsiteX3" fmla="*/ 12660 w 217426"/>
                <a:gd name="connsiteY3" fmla="*/ 101 h 14307"/>
                <a:gd name="connsiteX4" fmla="*/ 205 w 217426"/>
                <a:gd name="connsiteY4" fmla="*/ 7254 h 14307"/>
                <a:gd name="connsiteX5" fmla="*/ 12660 w 217426"/>
                <a:gd name="connsiteY5" fmla="*/ 14408 h 14307"/>
                <a:gd name="connsiteX6" fmla="*/ 205176 w 217426"/>
                <a:gd name="connsiteY6" fmla="*/ 14408 h 14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7426" h="14307">
                  <a:moveTo>
                    <a:pt x="205176" y="14408"/>
                  </a:moveTo>
                  <a:cubicBezTo>
                    <a:pt x="211226" y="14408"/>
                    <a:pt x="217631" y="14408"/>
                    <a:pt x="217631" y="7254"/>
                  </a:cubicBezTo>
                  <a:cubicBezTo>
                    <a:pt x="217631" y="101"/>
                    <a:pt x="211226" y="101"/>
                    <a:pt x="205176" y="101"/>
                  </a:cubicBezTo>
                  <a:lnTo>
                    <a:pt x="12660" y="101"/>
                  </a:lnTo>
                  <a:cubicBezTo>
                    <a:pt x="6610" y="101"/>
                    <a:pt x="205" y="101"/>
                    <a:pt x="205" y="7254"/>
                  </a:cubicBezTo>
                  <a:cubicBezTo>
                    <a:pt x="205" y="14408"/>
                    <a:pt x="6610" y="14408"/>
                    <a:pt x="12660" y="14408"/>
                  </a:cubicBezTo>
                  <a:lnTo>
                    <a:pt x="205176" y="14408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ADC3AC47-94B8-DA56-EB89-B679749D07B6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1585357" y="8704219"/>
              <a:ext cx="117431" cy="238213"/>
            </a:xfrm>
            <a:custGeom>
              <a:avLst/>
              <a:gdLst>
                <a:gd name="connsiteX0" fmla="*/ 73162 w 117431"/>
                <a:gd name="connsiteY0" fmla="*/ 9400 h 238213"/>
                <a:gd name="connsiteX1" fmla="*/ 64978 w 117431"/>
                <a:gd name="connsiteY1" fmla="*/ 101 h 238213"/>
                <a:gd name="connsiteX2" fmla="*/ 213 w 117431"/>
                <a:gd name="connsiteY2" fmla="*/ 22992 h 238213"/>
                <a:gd name="connsiteX3" fmla="*/ 213 w 117431"/>
                <a:gd name="connsiteY3" fmla="*/ 34080 h 238213"/>
                <a:gd name="connsiteX4" fmla="*/ 46829 w 117431"/>
                <a:gd name="connsiteY4" fmla="*/ 24781 h 238213"/>
                <a:gd name="connsiteX5" fmla="*/ 46829 w 117431"/>
                <a:gd name="connsiteY5" fmla="*/ 210058 h 238213"/>
                <a:gd name="connsiteX6" fmla="*/ 13735 w 117431"/>
                <a:gd name="connsiteY6" fmla="*/ 227226 h 238213"/>
                <a:gd name="connsiteX7" fmla="*/ 2348 w 117431"/>
                <a:gd name="connsiteY7" fmla="*/ 227226 h 238213"/>
                <a:gd name="connsiteX8" fmla="*/ 2348 w 117431"/>
                <a:gd name="connsiteY8" fmla="*/ 238314 h 238213"/>
                <a:gd name="connsiteX9" fmla="*/ 59996 w 117431"/>
                <a:gd name="connsiteY9" fmla="*/ 237241 h 238213"/>
                <a:gd name="connsiteX10" fmla="*/ 117644 w 117431"/>
                <a:gd name="connsiteY10" fmla="*/ 238314 h 238213"/>
                <a:gd name="connsiteX11" fmla="*/ 117644 w 117431"/>
                <a:gd name="connsiteY11" fmla="*/ 227226 h 238213"/>
                <a:gd name="connsiteX12" fmla="*/ 106257 w 117431"/>
                <a:gd name="connsiteY12" fmla="*/ 227226 h 238213"/>
                <a:gd name="connsiteX13" fmla="*/ 73162 w 117431"/>
                <a:gd name="connsiteY13" fmla="*/ 210058 h 238213"/>
                <a:gd name="connsiteX14" fmla="*/ 73162 w 117431"/>
                <a:gd name="connsiteY14" fmla="*/ 9400 h 238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7431" h="238213">
                  <a:moveTo>
                    <a:pt x="73162" y="9400"/>
                  </a:moveTo>
                  <a:cubicBezTo>
                    <a:pt x="73162" y="816"/>
                    <a:pt x="73162" y="101"/>
                    <a:pt x="64978" y="101"/>
                  </a:cubicBezTo>
                  <a:cubicBezTo>
                    <a:pt x="42915" y="22992"/>
                    <a:pt x="11600" y="22992"/>
                    <a:pt x="213" y="22992"/>
                  </a:cubicBezTo>
                  <a:lnTo>
                    <a:pt x="213" y="34080"/>
                  </a:lnTo>
                  <a:cubicBezTo>
                    <a:pt x="7330" y="34080"/>
                    <a:pt x="28325" y="34080"/>
                    <a:pt x="46829" y="24781"/>
                  </a:cubicBezTo>
                  <a:lnTo>
                    <a:pt x="46829" y="210058"/>
                  </a:lnTo>
                  <a:cubicBezTo>
                    <a:pt x="46829" y="222934"/>
                    <a:pt x="45762" y="227226"/>
                    <a:pt x="13735" y="227226"/>
                  </a:cubicBezTo>
                  <a:lnTo>
                    <a:pt x="2348" y="227226"/>
                  </a:lnTo>
                  <a:lnTo>
                    <a:pt x="2348" y="238314"/>
                  </a:lnTo>
                  <a:cubicBezTo>
                    <a:pt x="14802" y="237241"/>
                    <a:pt x="45762" y="237241"/>
                    <a:pt x="59996" y="237241"/>
                  </a:cubicBezTo>
                  <a:cubicBezTo>
                    <a:pt x="74230" y="237241"/>
                    <a:pt x="105189" y="237241"/>
                    <a:pt x="117644" y="238314"/>
                  </a:cubicBezTo>
                  <a:lnTo>
                    <a:pt x="117644" y="227226"/>
                  </a:lnTo>
                  <a:lnTo>
                    <a:pt x="106257" y="227226"/>
                  </a:lnTo>
                  <a:cubicBezTo>
                    <a:pt x="74230" y="227226"/>
                    <a:pt x="73162" y="223292"/>
                    <a:pt x="73162" y="210058"/>
                  </a:cubicBezTo>
                  <a:lnTo>
                    <a:pt x="73162" y="9400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C149FF7E-44D6-AC06-7803-680ADC9B26E2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1745492" y="8704219"/>
              <a:ext cx="149814" cy="246082"/>
            </a:xfrm>
            <a:custGeom>
              <a:avLst/>
              <a:gdLst>
                <a:gd name="connsiteX0" fmla="*/ 150032 w 149814"/>
                <a:gd name="connsiteY0" fmla="*/ 123857 h 246082"/>
                <a:gd name="connsiteX1" fmla="*/ 135798 w 149814"/>
                <a:gd name="connsiteY1" fmla="*/ 40161 h 246082"/>
                <a:gd name="connsiteX2" fmla="*/ 75303 w 149814"/>
                <a:gd name="connsiteY2" fmla="*/ 101 h 246082"/>
                <a:gd name="connsiteX3" fmla="*/ 13384 w 149814"/>
                <a:gd name="connsiteY3" fmla="*/ 42665 h 246082"/>
                <a:gd name="connsiteX4" fmla="*/ 218 w 149814"/>
                <a:gd name="connsiteY4" fmla="*/ 123857 h 246082"/>
                <a:gd name="connsiteX5" fmla="*/ 16231 w 149814"/>
                <a:gd name="connsiteY5" fmla="*/ 210058 h 246082"/>
                <a:gd name="connsiteX6" fmla="*/ 74947 w 149814"/>
                <a:gd name="connsiteY6" fmla="*/ 246183 h 246082"/>
                <a:gd name="connsiteX7" fmla="*/ 136865 w 149814"/>
                <a:gd name="connsiteY7" fmla="*/ 204693 h 246082"/>
                <a:gd name="connsiteX8" fmla="*/ 150032 w 149814"/>
                <a:gd name="connsiteY8" fmla="*/ 123857 h 246082"/>
                <a:gd name="connsiteX9" fmla="*/ 74947 w 149814"/>
                <a:gd name="connsiteY9" fmla="*/ 238314 h 246082"/>
                <a:gd name="connsiteX10" fmla="*/ 33668 w 149814"/>
                <a:gd name="connsiteY10" fmla="*/ 195035 h 246082"/>
                <a:gd name="connsiteX11" fmla="*/ 29753 w 149814"/>
                <a:gd name="connsiteY11" fmla="*/ 119565 h 246082"/>
                <a:gd name="connsiteX12" fmla="*/ 32600 w 149814"/>
                <a:gd name="connsiteY12" fmla="*/ 53753 h 246082"/>
                <a:gd name="connsiteX13" fmla="*/ 74947 w 149814"/>
                <a:gd name="connsiteY13" fmla="*/ 7970 h 246082"/>
                <a:gd name="connsiteX14" fmla="*/ 116937 w 149814"/>
                <a:gd name="connsiteY14" fmla="*/ 49818 h 246082"/>
                <a:gd name="connsiteX15" fmla="*/ 120496 w 149814"/>
                <a:gd name="connsiteY15" fmla="*/ 119565 h 246082"/>
                <a:gd name="connsiteX16" fmla="*/ 116581 w 149814"/>
                <a:gd name="connsiteY16" fmla="*/ 193605 h 246082"/>
                <a:gd name="connsiteX17" fmla="*/ 74947 w 149814"/>
                <a:gd name="connsiteY17" fmla="*/ 238314 h 246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9814" h="246082">
                  <a:moveTo>
                    <a:pt x="150032" y="123857"/>
                  </a:moveTo>
                  <a:cubicBezTo>
                    <a:pt x="150032" y="95243"/>
                    <a:pt x="148252" y="66629"/>
                    <a:pt x="135798" y="40161"/>
                  </a:cubicBezTo>
                  <a:cubicBezTo>
                    <a:pt x="119428" y="5824"/>
                    <a:pt x="90248" y="101"/>
                    <a:pt x="75303" y="101"/>
                  </a:cubicBezTo>
                  <a:cubicBezTo>
                    <a:pt x="53951" y="101"/>
                    <a:pt x="27974" y="9400"/>
                    <a:pt x="13384" y="42665"/>
                  </a:cubicBezTo>
                  <a:cubicBezTo>
                    <a:pt x="1997" y="67344"/>
                    <a:pt x="218" y="95243"/>
                    <a:pt x="218" y="123857"/>
                  </a:cubicBezTo>
                  <a:cubicBezTo>
                    <a:pt x="218" y="150683"/>
                    <a:pt x="1641" y="182874"/>
                    <a:pt x="16231" y="210058"/>
                  </a:cubicBezTo>
                  <a:cubicBezTo>
                    <a:pt x="31533" y="239030"/>
                    <a:pt x="57510" y="246183"/>
                    <a:pt x="74947" y="246183"/>
                  </a:cubicBezTo>
                  <a:cubicBezTo>
                    <a:pt x="94163" y="246183"/>
                    <a:pt x="121208" y="238672"/>
                    <a:pt x="136865" y="204693"/>
                  </a:cubicBezTo>
                  <a:cubicBezTo>
                    <a:pt x="148252" y="180013"/>
                    <a:pt x="150032" y="152114"/>
                    <a:pt x="150032" y="123857"/>
                  </a:cubicBezTo>
                  <a:close/>
                  <a:moveTo>
                    <a:pt x="74947" y="238314"/>
                  </a:moveTo>
                  <a:cubicBezTo>
                    <a:pt x="61068" y="238314"/>
                    <a:pt x="40073" y="229372"/>
                    <a:pt x="33668" y="195035"/>
                  </a:cubicBezTo>
                  <a:cubicBezTo>
                    <a:pt x="29753" y="173575"/>
                    <a:pt x="29753" y="140668"/>
                    <a:pt x="29753" y="119565"/>
                  </a:cubicBezTo>
                  <a:cubicBezTo>
                    <a:pt x="29753" y="96674"/>
                    <a:pt x="29753" y="73067"/>
                    <a:pt x="32600" y="53753"/>
                  </a:cubicBezTo>
                  <a:cubicBezTo>
                    <a:pt x="39361" y="11189"/>
                    <a:pt x="66050" y="7970"/>
                    <a:pt x="74947" y="7970"/>
                  </a:cubicBezTo>
                  <a:cubicBezTo>
                    <a:pt x="86690" y="7970"/>
                    <a:pt x="110176" y="14408"/>
                    <a:pt x="116937" y="49818"/>
                  </a:cubicBezTo>
                  <a:cubicBezTo>
                    <a:pt x="120496" y="69848"/>
                    <a:pt x="120496" y="97032"/>
                    <a:pt x="120496" y="119565"/>
                  </a:cubicBezTo>
                  <a:cubicBezTo>
                    <a:pt x="120496" y="146391"/>
                    <a:pt x="120496" y="170713"/>
                    <a:pt x="116581" y="193605"/>
                  </a:cubicBezTo>
                  <a:cubicBezTo>
                    <a:pt x="111244" y="227584"/>
                    <a:pt x="90960" y="238314"/>
                    <a:pt x="74947" y="238314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12F49763-C0C3-C078-2A91-AA882DC9ADDE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1917369" y="8674174"/>
              <a:ext cx="48751" cy="357677"/>
            </a:xfrm>
            <a:custGeom>
              <a:avLst/>
              <a:gdLst>
                <a:gd name="connsiteX0" fmla="*/ 48974 w 48751"/>
                <a:gd name="connsiteY0" fmla="*/ 101 h 357677"/>
                <a:gd name="connsiteX1" fmla="*/ 222 w 48751"/>
                <a:gd name="connsiteY1" fmla="*/ 101 h 357677"/>
                <a:gd name="connsiteX2" fmla="*/ 222 w 48751"/>
                <a:gd name="connsiteY2" fmla="*/ 14408 h 357677"/>
                <a:gd name="connsiteX3" fmla="*/ 34740 w 48751"/>
                <a:gd name="connsiteY3" fmla="*/ 14408 h 357677"/>
                <a:gd name="connsiteX4" fmla="*/ 34740 w 48751"/>
                <a:gd name="connsiteY4" fmla="*/ 343472 h 357677"/>
                <a:gd name="connsiteX5" fmla="*/ 222 w 48751"/>
                <a:gd name="connsiteY5" fmla="*/ 343472 h 357677"/>
                <a:gd name="connsiteX6" fmla="*/ 222 w 48751"/>
                <a:gd name="connsiteY6" fmla="*/ 357779 h 357677"/>
                <a:gd name="connsiteX7" fmla="*/ 48974 w 48751"/>
                <a:gd name="connsiteY7" fmla="*/ 357779 h 357677"/>
                <a:gd name="connsiteX8" fmla="*/ 48974 w 48751"/>
                <a:gd name="connsiteY8" fmla="*/ 101 h 357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751" h="357677">
                  <a:moveTo>
                    <a:pt x="48974" y="101"/>
                  </a:moveTo>
                  <a:lnTo>
                    <a:pt x="222" y="101"/>
                  </a:lnTo>
                  <a:lnTo>
                    <a:pt x="222" y="14408"/>
                  </a:lnTo>
                  <a:lnTo>
                    <a:pt x="34740" y="14408"/>
                  </a:lnTo>
                  <a:lnTo>
                    <a:pt x="34740" y="343472"/>
                  </a:lnTo>
                  <a:lnTo>
                    <a:pt x="222" y="343472"/>
                  </a:lnTo>
                  <a:lnTo>
                    <a:pt x="222" y="357779"/>
                  </a:lnTo>
                  <a:lnTo>
                    <a:pt x="48974" y="357779"/>
                  </a:lnTo>
                  <a:lnTo>
                    <a:pt x="48974" y="101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3E243C0B-EC42-F441-0FB2-4FA8D1691730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2028673" y="8674174"/>
              <a:ext cx="82557" cy="357677"/>
            </a:xfrm>
            <a:custGeom>
              <a:avLst/>
              <a:gdLst>
                <a:gd name="connsiteX0" fmla="*/ 82783 w 82557"/>
                <a:gd name="connsiteY0" fmla="*/ 178940 h 357677"/>
                <a:gd name="connsiteX1" fmla="*/ 59297 w 82557"/>
                <a:gd name="connsiteY1" fmla="*/ 67344 h 357677"/>
                <a:gd name="connsiteX2" fmla="*/ 3784 w 82557"/>
                <a:gd name="connsiteY2" fmla="*/ 101 h 357677"/>
                <a:gd name="connsiteX3" fmla="*/ 225 w 82557"/>
                <a:gd name="connsiteY3" fmla="*/ 3678 h 357677"/>
                <a:gd name="connsiteX4" fmla="*/ 6986 w 82557"/>
                <a:gd name="connsiteY4" fmla="*/ 11904 h 357677"/>
                <a:gd name="connsiteX5" fmla="*/ 62144 w 82557"/>
                <a:gd name="connsiteY5" fmla="*/ 178940 h 357677"/>
                <a:gd name="connsiteX6" fmla="*/ 4851 w 82557"/>
                <a:gd name="connsiteY6" fmla="*/ 348122 h 357677"/>
                <a:gd name="connsiteX7" fmla="*/ 225 w 82557"/>
                <a:gd name="connsiteY7" fmla="*/ 354202 h 357677"/>
                <a:gd name="connsiteX8" fmla="*/ 3784 w 82557"/>
                <a:gd name="connsiteY8" fmla="*/ 357779 h 357677"/>
                <a:gd name="connsiteX9" fmla="*/ 60364 w 82557"/>
                <a:gd name="connsiteY9" fmla="*/ 288032 h 357677"/>
                <a:gd name="connsiteX10" fmla="*/ 82783 w 82557"/>
                <a:gd name="connsiteY10" fmla="*/ 178940 h 357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557" h="357677">
                  <a:moveTo>
                    <a:pt x="82783" y="178940"/>
                  </a:moveTo>
                  <a:cubicBezTo>
                    <a:pt x="82783" y="151041"/>
                    <a:pt x="78869" y="107762"/>
                    <a:pt x="59297" y="67344"/>
                  </a:cubicBezTo>
                  <a:cubicBezTo>
                    <a:pt x="37946" y="23350"/>
                    <a:pt x="7342" y="101"/>
                    <a:pt x="3784" y="101"/>
                  </a:cubicBezTo>
                  <a:cubicBezTo>
                    <a:pt x="1649" y="101"/>
                    <a:pt x="225" y="1532"/>
                    <a:pt x="225" y="3678"/>
                  </a:cubicBezTo>
                  <a:cubicBezTo>
                    <a:pt x="225" y="4751"/>
                    <a:pt x="225" y="5466"/>
                    <a:pt x="6986" y="11904"/>
                  </a:cubicBezTo>
                  <a:cubicBezTo>
                    <a:pt x="41860" y="47314"/>
                    <a:pt x="62144" y="104185"/>
                    <a:pt x="62144" y="178940"/>
                  </a:cubicBezTo>
                  <a:cubicBezTo>
                    <a:pt x="62144" y="240103"/>
                    <a:pt x="48977" y="303054"/>
                    <a:pt x="4851" y="348122"/>
                  </a:cubicBezTo>
                  <a:cubicBezTo>
                    <a:pt x="225" y="352414"/>
                    <a:pt x="225" y="353129"/>
                    <a:pt x="225" y="354202"/>
                  </a:cubicBezTo>
                  <a:cubicBezTo>
                    <a:pt x="225" y="356348"/>
                    <a:pt x="1649" y="357779"/>
                    <a:pt x="3784" y="357779"/>
                  </a:cubicBezTo>
                  <a:cubicBezTo>
                    <a:pt x="7342" y="357779"/>
                    <a:pt x="39369" y="333457"/>
                    <a:pt x="60364" y="288032"/>
                  </a:cubicBezTo>
                  <a:cubicBezTo>
                    <a:pt x="78513" y="248687"/>
                    <a:pt x="82783" y="208985"/>
                    <a:pt x="82783" y="178940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66AEC821-27A6-DF71-853F-E8A5E4F2A89B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2265549" y="8811165"/>
              <a:ext cx="236642" cy="83696"/>
            </a:xfrm>
            <a:custGeom>
              <a:avLst/>
              <a:gdLst>
                <a:gd name="connsiteX0" fmla="*/ 224775 w 236642"/>
                <a:gd name="connsiteY0" fmla="*/ 14408 h 83696"/>
                <a:gd name="connsiteX1" fmla="*/ 236874 w 236642"/>
                <a:gd name="connsiteY1" fmla="*/ 7254 h 83696"/>
                <a:gd name="connsiteX2" fmla="*/ 225131 w 236642"/>
                <a:gd name="connsiteY2" fmla="*/ 101 h 83696"/>
                <a:gd name="connsiteX3" fmla="*/ 11975 w 236642"/>
                <a:gd name="connsiteY3" fmla="*/ 101 h 83696"/>
                <a:gd name="connsiteX4" fmla="*/ 232 w 236642"/>
                <a:gd name="connsiteY4" fmla="*/ 7254 h 83696"/>
                <a:gd name="connsiteX5" fmla="*/ 12331 w 236642"/>
                <a:gd name="connsiteY5" fmla="*/ 14408 h 83696"/>
                <a:gd name="connsiteX6" fmla="*/ 224775 w 236642"/>
                <a:gd name="connsiteY6" fmla="*/ 14408 h 83696"/>
                <a:gd name="connsiteX7" fmla="*/ 225131 w 236642"/>
                <a:gd name="connsiteY7" fmla="*/ 83798 h 83696"/>
                <a:gd name="connsiteX8" fmla="*/ 236874 w 236642"/>
                <a:gd name="connsiteY8" fmla="*/ 76644 h 83696"/>
                <a:gd name="connsiteX9" fmla="*/ 224775 w 236642"/>
                <a:gd name="connsiteY9" fmla="*/ 69490 h 83696"/>
                <a:gd name="connsiteX10" fmla="*/ 12331 w 236642"/>
                <a:gd name="connsiteY10" fmla="*/ 69490 h 83696"/>
                <a:gd name="connsiteX11" fmla="*/ 232 w 236642"/>
                <a:gd name="connsiteY11" fmla="*/ 76644 h 83696"/>
                <a:gd name="connsiteX12" fmla="*/ 11975 w 236642"/>
                <a:gd name="connsiteY12" fmla="*/ 83798 h 83696"/>
                <a:gd name="connsiteX13" fmla="*/ 225131 w 236642"/>
                <a:gd name="connsiteY13" fmla="*/ 83798 h 83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642" h="83696">
                  <a:moveTo>
                    <a:pt x="224775" y="14408"/>
                  </a:moveTo>
                  <a:cubicBezTo>
                    <a:pt x="230113" y="14408"/>
                    <a:pt x="236874" y="14408"/>
                    <a:pt x="236874" y="7254"/>
                  </a:cubicBezTo>
                  <a:cubicBezTo>
                    <a:pt x="236874" y="101"/>
                    <a:pt x="230113" y="101"/>
                    <a:pt x="225131" y="101"/>
                  </a:cubicBezTo>
                  <a:lnTo>
                    <a:pt x="11975" y="101"/>
                  </a:lnTo>
                  <a:cubicBezTo>
                    <a:pt x="6993" y="101"/>
                    <a:pt x="232" y="101"/>
                    <a:pt x="232" y="7254"/>
                  </a:cubicBezTo>
                  <a:cubicBezTo>
                    <a:pt x="232" y="14408"/>
                    <a:pt x="6993" y="14408"/>
                    <a:pt x="12331" y="14408"/>
                  </a:cubicBezTo>
                  <a:lnTo>
                    <a:pt x="224775" y="14408"/>
                  </a:lnTo>
                  <a:close/>
                  <a:moveTo>
                    <a:pt x="225131" y="83798"/>
                  </a:moveTo>
                  <a:cubicBezTo>
                    <a:pt x="230113" y="83798"/>
                    <a:pt x="236874" y="83798"/>
                    <a:pt x="236874" y="76644"/>
                  </a:cubicBezTo>
                  <a:cubicBezTo>
                    <a:pt x="236874" y="69490"/>
                    <a:pt x="230113" y="69490"/>
                    <a:pt x="224775" y="69490"/>
                  </a:cubicBezTo>
                  <a:lnTo>
                    <a:pt x="12331" y="69490"/>
                  </a:lnTo>
                  <a:cubicBezTo>
                    <a:pt x="6993" y="69490"/>
                    <a:pt x="232" y="69490"/>
                    <a:pt x="232" y="76644"/>
                  </a:cubicBezTo>
                  <a:cubicBezTo>
                    <a:pt x="232" y="83798"/>
                    <a:pt x="6993" y="83798"/>
                    <a:pt x="11975" y="83798"/>
                  </a:cubicBezTo>
                  <a:lnTo>
                    <a:pt x="225131" y="83798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82398005-CF46-068F-8AC4-DB5ED88EB848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2663234" y="8674174"/>
              <a:ext cx="48751" cy="357677"/>
            </a:xfrm>
            <a:custGeom>
              <a:avLst/>
              <a:gdLst>
                <a:gd name="connsiteX0" fmla="*/ 48994 w 48751"/>
                <a:gd name="connsiteY0" fmla="*/ 357779 h 357677"/>
                <a:gd name="connsiteX1" fmla="*/ 48994 w 48751"/>
                <a:gd name="connsiteY1" fmla="*/ 343472 h 357677"/>
                <a:gd name="connsiteX2" fmla="*/ 14477 w 48751"/>
                <a:gd name="connsiteY2" fmla="*/ 343472 h 357677"/>
                <a:gd name="connsiteX3" fmla="*/ 14477 w 48751"/>
                <a:gd name="connsiteY3" fmla="*/ 14408 h 357677"/>
                <a:gd name="connsiteX4" fmla="*/ 48994 w 48751"/>
                <a:gd name="connsiteY4" fmla="*/ 14408 h 357677"/>
                <a:gd name="connsiteX5" fmla="*/ 48994 w 48751"/>
                <a:gd name="connsiteY5" fmla="*/ 101 h 357677"/>
                <a:gd name="connsiteX6" fmla="*/ 242 w 48751"/>
                <a:gd name="connsiteY6" fmla="*/ 101 h 357677"/>
                <a:gd name="connsiteX7" fmla="*/ 242 w 48751"/>
                <a:gd name="connsiteY7" fmla="*/ 357779 h 357677"/>
                <a:gd name="connsiteX8" fmla="*/ 48994 w 48751"/>
                <a:gd name="connsiteY8" fmla="*/ 357779 h 357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751" h="357677">
                  <a:moveTo>
                    <a:pt x="48994" y="357779"/>
                  </a:moveTo>
                  <a:lnTo>
                    <a:pt x="48994" y="343472"/>
                  </a:lnTo>
                  <a:lnTo>
                    <a:pt x="14477" y="343472"/>
                  </a:lnTo>
                  <a:lnTo>
                    <a:pt x="14477" y="14408"/>
                  </a:lnTo>
                  <a:lnTo>
                    <a:pt x="48994" y="14408"/>
                  </a:lnTo>
                  <a:lnTo>
                    <a:pt x="48994" y="101"/>
                  </a:lnTo>
                  <a:lnTo>
                    <a:pt x="242" y="101"/>
                  </a:lnTo>
                  <a:lnTo>
                    <a:pt x="242" y="357779"/>
                  </a:lnTo>
                  <a:lnTo>
                    <a:pt x="48994" y="357779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2BDF8436-E299-BB7A-539A-E20681DB78F1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2751762" y="8704219"/>
              <a:ext cx="117431" cy="238213"/>
            </a:xfrm>
            <a:custGeom>
              <a:avLst/>
              <a:gdLst>
                <a:gd name="connsiteX0" fmla="*/ 73195 w 117431"/>
                <a:gd name="connsiteY0" fmla="*/ 9400 h 238213"/>
                <a:gd name="connsiteX1" fmla="*/ 65010 w 117431"/>
                <a:gd name="connsiteY1" fmla="*/ 101 h 238213"/>
                <a:gd name="connsiteX2" fmla="*/ 245 w 117431"/>
                <a:gd name="connsiteY2" fmla="*/ 22992 h 238213"/>
                <a:gd name="connsiteX3" fmla="*/ 245 w 117431"/>
                <a:gd name="connsiteY3" fmla="*/ 34080 h 238213"/>
                <a:gd name="connsiteX4" fmla="*/ 46862 w 117431"/>
                <a:gd name="connsiteY4" fmla="*/ 24781 h 238213"/>
                <a:gd name="connsiteX5" fmla="*/ 46862 w 117431"/>
                <a:gd name="connsiteY5" fmla="*/ 210058 h 238213"/>
                <a:gd name="connsiteX6" fmla="*/ 13768 w 117431"/>
                <a:gd name="connsiteY6" fmla="*/ 227226 h 238213"/>
                <a:gd name="connsiteX7" fmla="*/ 2380 w 117431"/>
                <a:gd name="connsiteY7" fmla="*/ 227226 h 238213"/>
                <a:gd name="connsiteX8" fmla="*/ 2380 w 117431"/>
                <a:gd name="connsiteY8" fmla="*/ 238314 h 238213"/>
                <a:gd name="connsiteX9" fmla="*/ 60029 w 117431"/>
                <a:gd name="connsiteY9" fmla="*/ 237241 h 238213"/>
                <a:gd name="connsiteX10" fmla="*/ 117677 w 117431"/>
                <a:gd name="connsiteY10" fmla="*/ 238314 h 238213"/>
                <a:gd name="connsiteX11" fmla="*/ 117677 w 117431"/>
                <a:gd name="connsiteY11" fmla="*/ 227226 h 238213"/>
                <a:gd name="connsiteX12" fmla="*/ 106289 w 117431"/>
                <a:gd name="connsiteY12" fmla="*/ 227226 h 238213"/>
                <a:gd name="connsiteX13" fmla="*/ 73195 w 117431"/>
                <a:gd name="connsiteY13" fmla="*/ 210058 h 238213"/>
                <a:gd name="connsiteX14" fmla="*/ 73195 w 117431"/>
                <a:gd name="connsiteY14" fmla="*/ 9400 h 238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7431" h="238213">
                  <a:moveTo>
                    <a:pt x="73195" y="9400"/>
                  </a:moveTo>
                  <a:cubicBezTo>
                    <a:pt x="73195" y="816"/>
                    <a:pt x="73195" y="101"/>
                    <a:pt x="65010" y="101"/>
                  </a:cubicBezTo>
                  <a:cubicBezTo>
                    <a:pt x="42948" y="22992"/>
                    <a:pt x="11632" y="22992"/>
                    <a:pt x="245" y="22992"/>
                  </a:cubicBezTo>
                  <a:lnTo>
                    <a:pt x="245" y="34080"/>
                  </a:lnTo>
                  <a:cubicBezTo>
                    <a:pt x="7362" y="34080"/>
                    <a:pt x="28358" y="34080"/>
                    <a:pt x="46862" y="24781"/>
                  </a:cubicBezTo>
                  <a:lnTo>
                    <a:pt x="46862" y="210058"/>
                  </a:lnTo>
                  <a:cubicBezTo>
                    <a:pt x="46862" y="222934"/>
                    <a:pt x="45794" y="227226"/>
                    <a:pt x="13768" y="227226"/>
                  </a:cubicBezTo>
                  <a:lnTo>
                    <a:pt x="2380" y="227226"/>
                  </a:lnTo>
                  <a:lnTo>
                    <a:pt x="2380" y="238314"/>
                  </a:lnTo>
                  <a:cubicBezTo>
                    <a:pt x="14835" y="237241"/>
                    <a:pt x="45794" y="237241"/>
                    <a:pt x="60029" y="237241"/>
                  </a:cubicBezTo>
                  <a:cubicBezTo>
                    <a:pt x="74263" y="237241"/>
                    <a:pt x="105222" y="237241"/>
                    <a:pt x="117677" y="238314"/>
                  </a:cubicBezTo>
                  <a:lnTo>
                    <a:pt x="117677" y="227226"/>
                  </a:lnTo>
                  <a:lnTo>
                    <a:pt x="106289" y="227226"/>
                  </a:lnTo>
                  <a:cubicBezTo>
                    <a:pt x="74263" y="227226"/>
                    <a:pt x="73195" y="223292"/>
                    <a:pt x="73195" y="210058"/>
                  </a:cubicBezTo>
                  <a:lnTo>
                    <a:pt x="73195" y="9400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69E045E5-8023-5FCF-2CC7-63F3287BBD45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2928622" y="8904518"/>
              <a:ext cx="41634" cy="106945"/>
            </a:xfrm>
            <a:custGeom>
              <a:avLst/>
              <a:gdLst>
                <a:gd name="connsiteX0" fmla="*/ 41885 w 41634"/>
                <a:gd name="connsiteY0" fmla="*/ 37657 h 106945"/>
                <a:gd name="connsiteX1" fmla="*/ 19110 w 41634"/>
                <a:gd name="connsiteY1" fmla="*/ 101 h 106945"/>
                <a:gd name="connsiteX2" fmla="*/ 250 w 41634"/>
                <a:gd name="connsiteY2" fmla="*/ 19058 h 106945"/>
                <a:gd name="connsiteX3" fmla="*/ 19110 w 41634"/>
                <a:gd name="connsiteY3" fmla="*/ 38015 h 106945"/>
                <a:gd name="connsiteX4" fmla="*/ 31565 w 41634"/>
                <a:gd name="connsiteY4" fmla="*/ 33365 h 106945"/>
                <a:gd name="connsiteX5" fmla="*/ 33345 w 41634"/>
                <a:gd name="connsiteY5" fmla="*/ 32292 h 106945"/>
                <a:gd name="connsiteX6" fmla="*/ 34056 w 41634"/>
                <a:gd name="connsiteY6" fmla="*/ 37657 h 106945"/>
                <a:gd name="connsiteX7" fmla="*/ 9858 w 41634"/>
                <a:gd name="connsiteY7" fmla="*/ 97389 h 106945"/>
                <a:gd name="connsiteX8" fmla="*/ 5944 w 41634"/>
                <a:gd name="connsiteY8" fmla="*/ 103112 h 106945"/>
                <a:gd name="connsiteX9" fmla="*/ 9502 w 41634"/>
                <a:gd name="connsiteY9" fmla="*/ 107047 h 106945"/>
                <a:gd name="connsiteX10" fmla="*/ 41885 w 41634"/>
                <a:gd name="connsiteY10" fmla="*/ 37657 h 106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634" h="106945">
                  <a:moveTo>
                    <a:pt x="41885" y="37657"/>
                  </a:moveTo>
                  <a:cubicBezTo>
                    <a:pt x="41885" y="14050"/>
                    <a:pt x="32989" y="101"/>
                    <a:pt x="19110" y="101"/>
                  </a:cubicBezTo>
                  <a:cubicBezTo>
                    <a:pt x="7367" y="101"/>
                    <a:pt x="250" y="9043"/>
                    <a:pt x="250" y="19058"/>
                  </a:cubicBezTo>
                  <a:cubicBezTo>
                    <a:pt x="250" y="28715"/>
                    <a:pt x="7367" y="38015"/>
                    <a:pt x="19110" y="38015"/>
                  </a:cubicBezTo>
                  <a:cubicBezTo>
                    <a:pt x="23381" y="38015"/>
                    <a:pt x="28007" y="36584"/>
                    <a:pt x="31565" y="33365"/>
                  </a:cubicBezTo>
                  <a:cubicBezTo>
                    <a:pt x="32633" y="32650"/>
                    <a:pt x="32989" y="32292"/>
                    <a:pt x="33345" y="32292"/>
                  </a:cubicBezTo>
                  <a:cubicBezTo>
                    <a:pt x="33700" y="32292"/>
                    <a:pt x="34056" y="32650"/>
                    <a:pt x="34056" y="37657"/>
                  </a:cubicBezTo>
                  <a:cubicBezTo>
                    <a:pt x="34056" y="64125"/>
                    <a:pt x="21601" y="85586"/>
                    <a:pt x="9858" y="97389"/>
                  </a:cubicBezTo>
                  <a:cubicBezTo>
                    <a:pt x="5944" y="101324"/>
                    <a:pt x="5944" y="102039"/>
                    <a:pt x="5944" y="103112"/>
                  </a:cubicBezTo>
                  <a:cubicBezTo>
                    <a:pt x="5944" y="105616"/>
                    <a:pt x="7723" y="107047"/>
                    <a:pt x="9502" y="107047"/>
                  </a:cubicBezTo>
                  <a:cubicBezTo>
                    <a:pt x="13417" y="107047"/>
                    <a:pt x="41885" y="79505"/>
                    <a:pt x="41885" y="37657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02F66C2-EF8F-F5F9-D933-36B950E79F64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3073967" y="8704219"/>
              <a:ext cx="141985" cy="238213"/>
            </a:xfrm>
            <a:custGeom>
              <a:avLst/>
              <a:gdLst>
                <a:gd name="connsiteX0" fmla="*/ 27655 w 141985"/>
                <a:gd name="connsiteY0" fmla="*/ 210773 h 238213"/>
                <a:gd name="connsiteX1" fmla="*/ 65376 w 141985"/>
                <a:gd name="connsiteY1" fmla="*/ 173932 h 238213"/>
                <a:gd name="connsiteX2" fmla="*/ 142240 w 141985"/>
                <a:gd name="connsiteY2" fmla="*/ 69490 h 238213"/>
                <a:gd name="connsiteX3" fmla="*/ 66799 w 141985"/>
                <a:gd name="connsiteY3" fmla="*/ 101 h 238213"/>
                <a:gd name="connsiteX4" fmla="*/ 255 w 141985"/>
                <a:gd name="connsiteY4" fmla="*/ 64841 h 238213"/>
                <a:gd name="connsiteX5" fmla="*/ 19115 w 141985"/>
                <a:gd name="connsiteY5" fmla="*/ 84871 h 238213"/>
                <a:gd name="connsiteX6" fmla="*/ 37619 w 141985"/>
                <a:gd name="connsiteY6" fmla="*/ 65914 h 238213"/>
                <a:gd name="connsiteX7" fmla="*/ 18759 w 141985"/>
                <a:gd name="connsiteY7" fmla="*/ 47314 h 238213"/>
                <a:gd name="connsiteX8" fmla="*/ 14133 w 141985"/>
                <a:gd name="connsiteY8" fmla="*/ 47672 h 238213"/>
                <a:gd name="connsiteX9" fmla="*/ 62173 w 141985"/>
                <a:gd name="connsiteY9" fmla="*/ 11189 h 238213"/>
                <a:gd name="connsiteX10" fmla="*/ 109857 w 141985"/>
                <a:gd name="connsiteY10" fmla="*/ 69490 h 238213"/>
                <a:gd name="connsiteX11" fmla="*/ 72493 w 141985"/>
                <a:gd name="connsiteY11" fmla="*/ 148537 h 238213"/>
                <a:gd name="connsiteX12" fmla="*/ 4169 w 141985"/>
                <a:gd name="connsiteY12" fmla="*/ 225080 h 238213"/>
                <a:gd name="connsiteX13" fmla="*/ 255 w 141985"/>
                <a:gd name="connsiteY13" fmla="*/ 238314 h 238213"/>
                <a:gd name="connsiteX14" fmla="*/ 132276 w 141985"/>
                <a:gd name="connsiteY14" fmla="*/ 238314 h 238213"/>
                <a:gd name="connsiteX15" fmla="*/ 142240 w 141985"/>
                <a:gd name="connsiteY15" fmla="*/ 176078 h 238213"/>
                <a:gd name="connsiteX16" fmla="*/ 133344 w 141985"/>
                <a:gd name="connsiteY16" fmla="*/ 176078 h 238213"/>
                <a:gd name="connsiteX17" fmla="*/ 125515 w 141985"/>
                <a:gd name="connsiteY17" fmla="*/ 207912 h 238213"/>
                <a:gd name="connsiteX18" fmla="*/ 91709 w 141985"/>
                <a:gd name="connsiteY18" fmla="*/ 210773 h 238213"/>
                <a:gd name="connsiteX19" fmla="*/ 27655 w 141985"/>
                <a:gd name="connsiteY19" fmla="*/ 210773 h 238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1985" h="238213">
                  <a:moveTo>
                    <a:pt x="27655" y="210773"/>
                  </a:moveTo>
                  <a:lnTo>
                    <a:pt x="65376" y="173932"/>
                  </a:lnTo>
                  <a:cubicBezTo>
                    <a:pt x="120889" y="124573"/>
                    <a:pt x="142240" y="105258"/>
                    <a:pt x="142240" y="69490"/>
                  </a:cubicBezTo>
                  <a:cubicBezTo>
                    <a:pt x="142240" y="28715"/>
                    <a:pt x="110213" y="101"/>
                    <a:pt x="66799" y="101"/>
                  </a:cubicBezTo>
                  <a:cubicBezTo>
                    <a:pt x="26588" y="101"/>
                    <a:pt x="255" y="33007"/>
                    <a:pt x="255" y="64841"/>
                  </a:cubicBezTo>
                  <a:cubicBezTo>
                    <a:pt x="255" y="84871"/>
                    <a:pt x="18047" y="84871"/>
                    <a:pt x="19115" y="84871"/>
                  </a:cubicBezTo>
                  <a:cubicBezTo>
                    <a:pt x="25164" y="84871"/>
                    <a:pt x="37619" y="80578"/>
                    <a:pt x="37619" y="65914"/>
                  </a:cubicBezTo>
                  <a:cubicBezTo>
                    <a:pt x="37619" y="56614"/>
                    <a:pt x="31214" y="47314"/>
                    <a:pt x="18759" y="47314"/>
                  </a:cubicBezTo>
                  <a:cubicBezTo>
                    <a:pt x="15912" y="47314"/>
                    <a:pt x="15200" y="47314"/>
                    <a:pt x="14133" y="47672"/>
                  </a:cubicBezTo>
                  <a:cubicBezTo>
                    <a:pt x="22317" y="24423"/>
                    <a:pt x="41534" y="11189"/>
                    <a:pt x="62173" y="11189"/>
                  </a:cubicBezTo>
                  <a:cubicBezTo>
                    <a:pt x="94556" y="11189"/>
                    <a:pt x="109857" y="40161"/>
                    <a:pt x="109857" y="69490"/>
                  </a:cubicBezTo>
                  <a:cubicBezTo>
                    <a:pt x="109857" y="98105"/>
                    <a:pt x="92065" y="126361"/>
                    <a:pt x="72493" y="148537"/>
                  </a:cubicBezTo>
                  <a:lnTo>
                    <a:pt x="4169" y="225080"/>
                  </a:lnTo>
                  <a:cubicBezTo>
                    <a:pt x="255" y="229015"/>
                    <a:pt x="255" y="229730"/>
                    <a:pt x="255" y="238314"/>
                  </a:cubicBezTo>
                  <a:lnTo>
                    <a:pt x="132276" y="238314"/>
                  </a:lnTo>
                  <a:lnTo>
                    <a:pt x="142240" y="176078"/>
                  </a:lnTo>
                  <a:lnTo>
                    <a:pt x="133344" y="176078"/>
                  </a:lnTo>
                  <a:cubicBezTo>
                    <a:pt x="131564" y="186809"/>
                    <a:pt x="129073" y="202547"/>
                    <a:pt x="125515" y="207912"/>
                  </a:cubicBezTo>
                  <a:cubicBezTo>
                    <a:pt x="123024" y="210773"/>
                    <a:pt x="99538" y="210773"/>
                    <a:pt x="91709" y="210773"/>
                  </a:cubicBezTo>
                  <a:lnTo>
                    <a:pt x="27655" y="210773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F297464A-B122-80F4-81E3-4C0C366C570F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3264705" y="8904518"/>
              <a:ext cx="37720" cy="37913"/>
            </a:xfrm>
            <a:custGeom>
              <a:avLst/>
              <a:gdLst>
                <a:gd name="connsiteX0" fmla="*/ 37980 w 37720"/>
                <a:gd name="connsiteY0" fmla="*/ 19058 h 37913"/>
                <a:gd name="connsiteX1" fmla="*/ 19120 w 37720"/>
                <a:gd name="connsiteY1" fmla="*/ 101 h 37913"/>
                <a:gd name="connsiteX2" fmla="*/ 260 w 37720"/>
                <a:gd name="connsiteY2" fmla="*/ 19058 h 37913"/>
                <a:gd name="connsiteX3" fmla="*/ 19120 w 37720"/>
                <a:gd name="connsiteY3" fmla="*/ 38015 h 37913"/>
                <a:gd name="connsiteX4" fmla="*/ 37980 w 37720"/>
                <a:gd name="connsiteY4" fmla="*/ 19058 h 37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20" h="37913">
                  <a:moveTo>
                    <a:pt x="37980" y="19058"/>
                  </a:moveTo>
                  <a:cubicBezTo>
                    <a:pt x="37980" y="8685"/>
                    <a:pt x="29440" y="101"/>
                    <a:pt x="19120" y="101"/>
                  </a:cubicBezTo>
                  <a:cubicBezTo>
                    <a:pt x="8800" y="101"/>
                    <a:pt x="260" y="8685"/>
                    <a:pt x="260" y="19058"/>
                  </a:cubicBezTo>
                  <a:cubicBezTo>
                    <a:pt x="260" y="29430"/>
                    <a:pt x="8800" y="38015"/>
                    <a:pt x="19120" y="38015"/>
                  </a:cubicBezTo>
                  <a:cubicBezTo>
                    <a:pt x="29440" y="38015"/>
                    <a:pt x="37980" y="29430"/>
                    <a:pt x="37980" y="19058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DD70A746-525C-F2F0-32FB-1B099C3025D9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3346828" y="8704219"/>
              <a:ext cx="149814" cy="246082"/>
            </a:xfrm>
            <a:custGeom>
              <a:avLst/>
              <a:gdLst>
                <a:gd name="connsiteX0" fmla="*/ 150076 w 149814"/>
                <a:gd name="connsiteY0" fmla="*/ 123857 h 246082"/>
                <a:gd name="connsiteX1" fmla="*/ 135842 w 149814"/>
                <a:gd name="connsiteY1" fmla="*/ 40161 h 246082"/>
                <a:gd name="connsiteX2" fmla="*/ 75347 w 149814"/>
                <a:gd name="connsiteY2" fmla="*/ 101 h 246082"/>
                <a:gd name="connsiteX3" fmla="*/ 13429 w 149814"/>
                <a:gd name="connsiteY3" fmla="*/ 42665 h 246082"/>
                <a:gd name="connsiteX4" fmla="*/ 262 w 149814"/>
                <a:gd name="connsiteY4" fmla="*/ 123857 h 246082"/>
                <a:gd name="connsiteX5" fmla="*/ 16276 w 149814"/>
                <a:gd name="connsiteY5" fmla="*/ 210058 h 246082"/>
                <a:gd name="connsiteX6" fmla="*/ 74991 w 149814"/>
                <a:gd name="connsiteY6" fmla="*/ 246183 h 246082"/>
                <a:gd name="connsiteX7" fmla="*/ 136910 w 149814"/>
                <a:gd name="connsiteY7" fmla="*/ 204693 h 246082"/>
                <a:gd name="connsiteX8" fmla="*/ 150076 w 149814"/>
                <a:gd name="connsiteY8" fmla="*/ 123857 h 246082"/>
                <a:gd name="connsiteX9" fmla="*/ 74991 w 149814"/>
                <a:gd name="connsiteY9" fmla="*/ 238314 h 246082"/>
                <a:gd name="connsiteX10" fmla="*/ 33713 w 149814"/>
                <a:gd name="connsiteY10" fmla="*/ 195035 h 246082"/>
                <a:gd name="connsiteX11" fmla="*/ 29798 w 149814"/>
                <a:gd name="connsiteY11" fmla="*/ 119565 h 246082"/>
                <a:gd name="connsiteX12" fmla="*/ 32645 w 149814"/>
                <a:gd name="connsiteY12" fmla="*/ 53753 h 246082"/>
                <a:gd name="connsiteX13" fmla="*/ 74991 w 149814"/>
                <a:gd name="connsiteY13" fmla="*/ 7970 h 246082"/>
                <a:gd name="connsiteX14" fmla="*/ 116982 w 149814"/>
                <a:gd name="connsiteY14" fmla="*/ 49818 h 246082"/>
                <a:gd name="connsiteX15" fmla="*/ 120541 w 149814"/>
                <a:gd name="connsiteY15" fmla="*/ 119565 h 246082"/>
                <a:gd name="connsiteX16" fmla="*/ 116626 w 149814"/>
                <a:gd name="connsiteY16" fmla="*/ 193605 h 246082"/>
                <a:gd name="connsiteX17" fmla="*/ 74991 w 149814"/>
                <a:gd name="connsiteY17" fmla="*/ 238314 h 246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9814" h="246082">
                  <a:moveTo>
                    <a:pt x="150076" y="123857"/>
                  </a:moveTo>
                  <a:cubicBezTo>
                    <a:pt x="150076" y="95243"/>
                    <a:pt x="148297" y="66629"/>
                    <a:pt x="135842" y="40161"/>
                  </a:cubicBezTo>
                  <a:cubicBezTo>
                    <a:pt x="119473" y="5824"/>
                    <a:pt x="90293" y="101"/>
                    <a:pt x="75347" y="101"/>
                  </a:cubicBezTo>
                  <a:cubicBezTo>
                    <a:pt x="53996" y="101"/>
                    <a:pt x="28019" y="9400"/>
                    <a:pt x="13429" y="42665"/>
                  </a:cubicBezTo>
                  <a:cubicBezTo>
                    <a:pt x="2042" y="67344"/>
                    <a:pt x="262" y="95243"/>
                    <a:pt x="262" y="123857"/>
                  </a:cubicBezTo>
                  <a:cubicBezTo>
                    <a:pt x="262" y="150683"/>
                    <a:pt x="1686" y="182874"/>
                    <a:pt x="16276" y="210058"/>
                  </a:cubicBezTo>
                  <a:cubicBezTo>
                    <a:pt x="31577" y="239030"/>
                    <a:pt x="57555" y="246183"/>
                    <a:pt x="74991" y="246183"/>
                  </a:cubicBezTo>
                  <a:cubicBezTo>
                    <a:pt x="94208" y="246183"/>
                    <a:pt x="121252" y="238672"/>
                    <a:pt x="136910" y="204693"/>
                  </a:cubicBezTo>
                  <a:cubicBezTo>
                    <a:pt x="148297" y="180013"/>
                    <a:pt x="150076" y="152114"/>
                    <a:pt x="150076" y="123857"/>
                  </a:cubicBezTo>
                  <a:close/>
                  <a:moveTo>
                    <a:pt x="74991" y="238314"/>
                  </a:moveTo>
                  <a:cubicBezTo>
                    <a:pt x="61113" y="238314"/>
                    <a:pt x="40118" y="229372"/>
                    <a:pt x="33713" y="195035"/>
                  </a:cubicBezTo>
                  <a:cubicBezTo>
                    <a:pt x="29798" y="173575"/>
                    <a:pt x="29798" y="140668"/>
                    <a:pt x="29798" y="119565"/>
                  </a:cubicBezTo>
                  <a:cubicBezTo>
                    <a:pt x="29798" y="96674"/>
                    <a:pt x="29798" y="73067"/>
                    <a:pt x="32645" y="53753"/>
                  </a:cubicBezTo>
                  <a:cubicBezTo>
                    <a:pt x="39406" y="11189"/>
                    <a:pt x="66095" y="7970"/>
                    <a:pt x="74991" y="7970"/>
                  </a:cubicBezTo>
                  <a:cubicBezTo>
                    <a:pt x="86735" y="7970"/>
                    <a:pt x="110221" y="14408"/>
                    <a:pt x="116982" y="49818"/>
                  </a:cubicBezTo>
                  <a:cubicBezTo>
                    <a:pt x="120541" y="69848"/>
                    <a:pt x="120541" y="97032"/>
                    <a:pt x="120541" y="119565"/>
                  </a:cubicBezTo>
                  <a:cubicBezTo>
                    <a:pt x="120541" y="146391"/>
                    <a:pt x="120541" y="170713"/>
                    <a:pt x="116626" y="193605"/>
                  </a:cubicBezTo>
                  <a:cubicBezTo>
                    <a:pt x="111289" y="227584"/>
                    <a:pt x="91005" y="238314"/>
                    <a:pt x="74991" y="238314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EDB9B47-C4CD-038F-0B28-440FE8F0928A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3525823" y="8704219"/>
              <a:ext cx="147679" cy="246082"/>
            </a:xfrm>
            <a:custGeom>
              <a:avLst/>
              <a:gdLst>
                <a:gd name="connsiteX0" fmla="*/ 32294 w 147679"/>
                <a:gd name="connsiteY0" fmla="*/ 120996 h 246082"/>
                <a:gd name="connsiteX1" fmla="*/ 32294 w 147679"/>
                <a:gd name="connsiteY1" fmla="*/ 112412 h 246082"/>
                <a:gd name="connsiteX2" fmla="*/ 94568 w 147679"/>
                <a:gd name="connsiteY2" fmla="*/ 9043 h 246082"/>
                <a:gd name="connsiteX3" fmla="*/ 125883 w 147679"/>
                <a:gd name="connsiteY3" fmla="*/ 23350 h 246082"/>
                <a:gd name="connsiteX4" fmla="*/ 106312 w 147679"/>
                <a:gd name="connsiteY4" fmla="*/ 39445 h 246082"/>
                <a:gd name="connsiteX5" fmla="*/ 122681 w 147679"/>
                <a:gd name="connsiteY5" fmla="*/ 55899 h 246082"/>
                <a:gd name="connsiteX6" fmla="*/ 139050 w 147679"/>
                <a:gd name="connsiteY6" fmla="*/ 38730 h 246082"/>
                <a:gd name="connsiteX7" fmla="*/ 93857 w 147679"/>
                <a:gd name="connsiteY7" fmla="*/ 101 h 246082"/>
                <a:gd name="connsiteX8" fmla="*/ 267 w 147679"/>
                <a:gd name="connsiteY8" fmla="*/ 125288 h 246082"/>
                <a:gd name="connsiteX9" fmla="*/ 74641 w 147679"/>
                <a:gd name="connsiteY9" fmla="*/ 246183 h 246082"/>
                <a:gd name="connsiteX10" fmla="*/ 147946 w 147679"/>
                <a:gd name="connsiteY10" fmla="*/ 165348 h 246082"/>
                <a:gd name="connsiteX11" fmla="*/ 76776 w 147679"/>
                <a:gd name="connsiteY11" fmla="*/ 85586 h 246082"/>
                <a:gd name="connsiteX12" fmla="*/ 32294 w 147679"/>
                <a:gd name="connsiteY12" fmla="*/ 120996 h 246082"/>
                <a:gd name="connsiteX13" fmla="*/ 74641 w 147679"/>
                <a:gd name="connsiteY13" fmla="*/ 236168 h 246082"/>
                <a:gd name="connsiteX14" fmla="*/ 39411 w 147679"/>
                <a:gd name="connsiteY14" fmla="*/ 209342 h 246082"/>
                <a:gd name="connsiteX15" fmla="*/ 33006 w 147679"/>
                <a:gd name="connsiteY15" fmla="*/ 157479 h 246082"/>
                <a:gd name="connsiteX16" fmla="*/ 76420 w 147679"/>
                <a:gd name="connsiteY16" fmla="*/ 93812 h 246082"/>
                <a:gd name="connsiteX17" fmla="*/ 109514 w 147679"/>
                <a:gd name="connsiteY17" fmla="*/ 115989 h 246082"/>
                <a:gd name="connsiteX18" fmla="*/ 115920 w 147679"/>
                <a:gd name="connsiteY18" fmla="*/ 164990 h 246082"/>
                <a:gd name="connsiteX19" fmla="*/ 109870 w 147679"/>
                <a:gd name="connsiteY19" fmla="*/ 212919 h 246082"/>
                <a:gd name="connsiteX20" fmla="*/ 74641 w 147679"/>
                <a:gd name="connsiteY20" fmla="*/ 236168 h 246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679" h="246082">
                  <a:moveTo>
                    <a:pt x="32294" y="120996"/>
                  </a:moveTo>
                  <a:lnTo>
                    <a:pt x="32294" y="112412"/>
                  </a:lnTo>
                  <a:cubicBezTo>
                    <a:pt x="32294" y="21919"/>
                    <a:pt x="76420" y="9043"/>
                    <a:pt x="94568" y="9043"/>
                  </a:cubicBezTo>
                  <a:cubicBezTo>
                    <a:pt x="103109" y="9043"/>
                    <a:pt x="118055" y="11189"/>
                    <a:pt x="125883" y="23350"/>
                  </a:cubicBezTo>
                  <a:cubicBezTo>
                    <a:pt x="120546" y="23350"/>
                    <a:pt x="106312" y="23350"/>
                    <a:pt x="106312" y="39445"/>
                  </a:cubicBezTo>
                  <a:cubicBezTo>
                    <a:pt x="106312" y="50533"/>
                    <a:pt x="114852" y="55899"/>
                    <a:pt x="122681" y="55899"/>
                  </a:cubicBezTo>
                  <a:cubicBezTo>
                    <a:pt x="128374" y="55899"/>
                    <a:pt x="139050" y="52680"/>
                    <a:pt x="139050" y="38730"/>
                  </a:cubicBezTo>
                  <a:cubicBezTo>
                    <a:pt x="139050" y="17269"/>
                    <a:pt x="123392" y="101"/>
                    <a:pt x="93857" y="101"/>
                  </a:cubicBezTo>
                  <a:cubicBezTo>
                    <a:pt x="48307" y="101"/>
                    <a:pt x="267" y="46241"/>
                    <a:pt x="267" y="125288"/>
                  </a:cubicBezTo>
                  <a:cubicBezTo>
                    <a:pt x="267" y="220788"/>
                    <a:pt x="41546" y="246183"/>
                    <a:pt x="74641" y="246183"/>
                  </a:cubicBezTo>
                  <a:cubicBezTo>
                    <a:pt x="114140" y="246183"/>
                    <a:pt x="147946" y="212562"/>
                    <a:pt x="147946" y="165348"/>
                  </a:cubicBezTo>
                  <a:cubicBezTo>
                    <a:pt x="147946" y="119923"/>
                    <a:pt x="116275" y="85586"/>
                    <a:pt x="76776" y="85586"/>
                  </a:cubicBezTo>
                  <a:cubicBezTo>
                    <a:pt x="52578" y="85586"/>
                    <a:pt x="39411" y="103827"/>
                    <a:pt x="32294" y="120996"/>
                  </a:cubicBezTo>
                  <a:close/>
                  <a:moveTo>
                    <a:pt x="74641" y="236168"/>
                  </a:moveTo>
                  <a:cubicBezTo>
                    <a:pt x="52222" y="236168"/>
                    <a:pt x="41546" y="214708"/>
                    <a:pt x="39411" y="209342"/>
                  </a:cubicBezTo>
                  <a:cubicBezTo>
                    <a:pt x="33006" y="192532"/>
                    <a:pt x="33006" y="163917"/>
                    <a:pt x="33006" y="157479"/>
                  </a:cubicBezTo>
                  <a:cubicBezTo>
                    <a:pt x="33006" y="129580"/>
                    <a:pt x="44393" y="93812"/>
                    <a:pt x="76420" y="93812"/>
                  </a:cubicBezTo>
                  <a:cubicBezTo>
                    <a:pt x="82114" y="93812"/>
                    <a:pt x="98483" y="93812"/>
                    <a:pt x="109514" y="115989"/>
                  </a:cubicBezTo>
                  <a:cubicBezTo>
                    <a:pt x="115920" y="129223"/>
                    <a:pt x="115920" y="147464"/>
                    <a:pt x="115920" y="164990"/>
                  </a:cubicBezTo>
                  <a:cubicBezTo>
                    <a:pt x="115920" y="182159"/>
                    <a:pt x="115920" y="200043"/>
                    <a:pt x="109870" y="212919"/>
                  </a:cubicBezTo>
                  <a:cubicBezTo>
                    <a:pt x="99194" y="234380"/>
                    <a:pt x="82825" y="236168"/>
                    <a:pt x="74641" y="236168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B6400E76-8555-667F-3D92-F2F76CFAAD62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13720475" y="8704219"/>
              <a:ext cx="117431" cy="238213"/>
            </a:xfrm>
            <a:custGeom>
              <a:avLst/>
              <a:gdLst>
                <a:gd name="connsiteX0" fmla="*/ 73222 w 117431"/>
                <a:gd name="connsiteY0" fmla="*/ 9400 h 238213"/>
                <a:gd name="connsiteX1" fmla="*/ 65038 w 117431"/>
                <a:gd name="connsiteY1" fmla="*/ 101 h 238213"/>
                <a:gd name="connsiteX2" fmla="*/ 272 w 117431"/>
                <a:gd name="connsiteY2" fmla="*/ 22992 h 238213"/>
                <a:gd name="connsiteX3" fmla="*/ 272 w 117431"/>
                <a:gd name="connsiteY3" fmla="*/ 34080 h 238213"/>
                <a:gd name="connsiteX4" fmla="*/ 46889 w 117431"/>
                <a:gd name="connsiteY4" fmla="*/ 24781 h 238213"/>
                <a:gd name="connsiteX5" fmla="*/ 46889 w 117431"/>
                <a:gd name="connsiteY5" fmla="*/ 210058 h 238213"/>
                <a:gd name="connsiteX6" fmla="*/ 13795 w 117431"/>
                <a:gd name="connsiteY6" fmla="*/ 227226 h 238213"/>
                <a:gd name="connsiteX7" fmla="*/ 2407 w 117431"/>
                <a:gd name="connsiteY7" fmla="*/ 227226 h 238213"/>
                <a:gd name="connsiteX8" fmla="*/ 2407 w 117431"/>
                <a:gd name="connsiteY8" fmla="*/ 238314 h 238213"/>
                <a:gd name="connsiteX9" fmla="*/ 60056 w 117431"/>
                <a:gd name="connsiteY9" fmla="*/ 237241 h 238213"/>
                <a:gd name="connsiteX10" fmla="*/ 117704 w 117431"/>
                <a:gd name="connsiteY10" fmla="*/ 238314 h 238213"/>
                <a:gd name="connsiteX11" fmla="*/ 117704 w 117431"/>
                <a:gd name="connsiteY11" fmla="*/ 227226 h 238213"/>
                <a:gd name="connsiteX12" fmla="*/ 106317 w 117431"/>
                <a:gd name="connsiteY12" fmla="*/ 227226 h 238213"/>
                <a:gd name="connsiteX13" fmla="*/ 73222 w 117431"/>
                <a:gd name="connsiteY13" fmla="*/ 210058 h 238213"/>
                <a:gd name="connsiteX14" fmla="*/ 73222 w 117431"/>
                <a:gd name="connsiteY14" fmla="*/ 9400 h 238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7431" h="238213">
                  <a:moveTo>
                    <a:pt x="73222" y="9400"/>
                  </a:moveTo>
                  <a:cubicBezTo>
                    <a:pt x="73222" y="816"/>
                    <a:pt x="73222" y="101"/>
                    <a:pt x="65038" y="101"/>
                  </a:cubicBezTo>
                  <a:cubicBezTo>
                    <a:pt x="42975" y="22992"/>
                    <a:pt x="11660" y="22992"/>
                    <a:pt x="272" y="22992"/>
                  </a:cubicBezTo>
                  <a:lnTo>
                    <a:pt x="272" y="34080"/>
                  </a:lnTo>
                  <a:cubicBezTo>
                    <a:pt x="7389" y="34080"/>
                    <a:pt x="28385" y="34080"/>
                    <a:pt x="46889" y="24781"/>
                  </a:cubicBezTo>
                  <a:lnTo>
                    <a:pt x="46889" y="210058"/>
                  </a:lnTo>
                  <a:cubicBezTo>
                    <a:pt x="46889" y="222934"/>
                    <a:pt x="45821" y="227226"/>
                    <a:pt x="13795" y="227226"/>
                  </a:cubicBezTo>
                  <a:lnTo>
                    <a:pt x="2407" y="227226"/>
                  </a:lnTo>
                  <a:lnTo>
                    <a:pt x="2407" y="238314"/>
                  </a:lnTo>
                  <a:cubicBezTo>
                    <a:pt x="14862" y="237241"/>
                    <a:pt x="45821" y="237241"/>
                    <a:pt x="60056" y="237241"/>
                  </a:cubicBezTo>
                  <a:cubicBezTo>
                    <a:pt x="74290" y="237241"/>
                    <a:pt x="105249" y="237241"/>
                    <a:pt x="117704" y="238314"/>
                  </a:cubicBezTo>
                  <a:lnTo>
                    <a:pt x="117704" y="227226"/>
                  </a:lnTo>
                  <a:lnTo>
                    <a:pt x="106317" y="227226"/>
                  </a:lnTo>
                  <a:cubicBezTo>
                    <a:pt x="74290" y="227226"/>
                    <a:pt x="73222" y="223292"/>
                    <a:pt x="73222" y="210058"/>
                  </a:cubicBezTo>
                  <a:lnTo>
                    <a:pt x="73222" y="9400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C401D53-721C-3BF9-9290-5CCBC84772FC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13884524" y="8704219"/>
              <a:ext cx="141985" cy="238213"/>
            </a:xfrm>
            <a:custGeom>
              <a:avLst/>
              <a:gdLst>
                <a:gd name="connsiteX0" fmla="*/ 27678 w 141985"/>
                <a:gd name="connsiteY0" fmla="*/ 210773 h 238213"/>
                <a:gd name="connsiteX1" fmla="*/ 65398 w 141985"/>
                <a:gd name="connsiteY1" fmla="*/ 173932 h 238213"/>
                <a:gd name="connsiteX2" fmla="*/ 142263 w 141985"/>
                <a:gd name="connsiteY2" fmla="*/ 69490 h 238213"/>
                <a:gd name="connsiteX3" fmla="*/ 66822 w 141985"/>
                <a:gd name="connsiteY3" fmla="*/ 101 h 238213"/>
                <a:gd name="connsiteX4" fmla="*/ 277 w 141985"/>
                <a:gd name="connsiteY4" fmla="*/ 64841 h 238213"/>
                <a:gd name="connsiteX5" fmla="*/ 19138 w 141985"/>
                <a:gd name="connsiteY5" fmla="*/ 84871 h 238213"/>
                <a:gd name="connsiteX6" fmla="*/ 37642 w 141985"/>
                <a:gd name="connsiteY6" fmla="*/ 65914 h 238213"/>
                <a:gd name="connsiteX7" fmla="*/ 18782 w 141985"/>
                <a:gd name="connsiteY7" fmla="*/ 47314 h 238213"/>
                <a:gd name="connsiteX8" fmla="*/ 14156 w 141985"/>
                <a:gd name="connsiteY8" fmla="*/ 47672 h 238213"/>
                <a:gd name="connsiteX9" fmla="*/ 62196 w 141985"/>
                <a:gd name="connsiteY9" fmla="*/ 11189 h 238213"/>
                <a:gd name="connsiteX10" fmla="*/ 109880 w 141985"/>
                <a:gd name="connsiteY10" fmla="*/ 69490 h 238213"/>
                <a:gd name="connsiteX11" fmla="*/ 72515 w 141985"/>
                <a:gd name="connsiteY11" fmla="*/ 148537 h 238213"/>
                <a:gd name="connsiteX12" fmla="*/ 4192 w 141985"/>
                <a:gd name="connsiteY12" fmla="*/ 225080 h 238213"/>
                <a:gd name="connsiteX13" fmla="*/ 277 w 141985"/>
                <a:gd name="connsiteY13" fmla="*/ 238314 h 238213"/>
                <a:gd name="connsiteX14" fmla="*/ 132299 w 141985"/>
                <a:gd name="connsiteY14" fmla="*/ 238314 h 238213"/>
                <a:gd name="connsiteX15" fmla="*/ 142263 w 141985"/>
                <a:gd name="connsiteY15" fmla="*/ 176078 h 238213"/>
                <a:gd name="connsiteX16" fmla="*/ 133366 w 141985"/>
                <a:gd name="connsiteY16" fmla="*/ 176078 h 238213"/>
                <a:gd name="connsiteX17" fmla="*/ 125538 w 141985"/>
                <a:gd name="connsiteY17" fmla="*/ 207912 h 238213"/>
                <a:gd name="connsiteX18" fmla="*/ 91732 w 141985"/>
                <a:gd name="connsiteY18" fmla="*/ 210773 h 238213"/>
                <a:gd name="connsiteX19" fmla="*/ 27678 w 141985"/>
                <a:gd name="connsiteY19" fmla="*/ 210773 h 238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1985" h="238213">
                  <a:moveTo>
                    <a:pt x="27678" y="210773"/>
                  </a:moveTo>
                  <a:lnTo>
                    <a:pt x="65398" y="173932"/>
                  </a:lnTo>
                  <a:cubicBezTo>
                    <a:pt x="120911" y="124573"/>
                    <a:pt x="142263" y="105258"/>
                    <a:pt x="142263" y="69490"/>
                  </a:cubicBezTo>
                  <a:cubicBezTo>
                    <a:pt x="142263" y="28715"/>
                    <a:pt x="110236" y="101"/>
                    <a:pt x="66822" y="101"/>
                  </a:cubicBezTo>
                  <a:cubicBezTo>
                    <a:pt x="26610" y="101"/>
                    <a:pt x="277" y="33007"/>
                    <a:pt x="277" y="64841"/>
                  </a:cubicBezTo>
                  <a:cubicBezTo>
                    <a:pt x="277" y="84871"/>
                    <a:pt x="18070" y="84871"/>
                    <a:pt x="19138" y="84871"/>
                  </a:cubicBezTo>
                  <a:cubicBezTo>
                    <a:pt x="25187" y="84871"/>
                    <a:pt x="37642" y="80578"/>
                    <a:pt x="37642" y="65914"/>
                  </a:cubicBezTo>
                  <a:cubicBezTo>
                    <a:pt x="37642" y="56614"/>
                    <a:pt x="31237" y="47314"/>
                    <a:pt x="18782" y="47314"/>
                  </a:cubicBezTo>
                  <a:cubicBezTo>
                    <a:pt x="15935" y="47314"/>
                    <a:pt x="15223" y="47314"/>
                    <a:pt x="14156" y="47672"/>
                  </a:cubicBezTo>
                  <a:cubicBezTo>
                    <a:pt x="22340" y="24423"/>
                    <a:pt x="41556" y="11189"/>
                    <a:pt x="62196" y="11189"/>
                  </a:cubicBezTo>
                  <a:cubicBezTo>
                    <a:pt x="94578" y="11189"/>
                    <a:pt x="109880" y="40161"/>
                    <a:pt x="109880" y="69490"/>
                  </a:cubicBezTo>
                  <a:cubicBezTo>
                    <a:pt x="109880" y="98105"/>
                    <a:pt x="92087" y="126361"/>
                    <a:pt x="72515" y="148537"/>
                  </a:cubicBezTo>
                  <a:lnTo>
                    <a:pt x="4192" y="225080"/>
                  </a:lnTo>
                  <a:cubicBezTo>
                    <a:pt x="277" y="229015"/>
                    <a:pt x="277" y="229730"/>
                    <a:pt x="277" y="238314"/>
                  </a:cubicBezTo>
                  <a:lnTo>
                    <a:pt x="132299" y="238314"/>
                  </a:lnTo>
                  <a:lnTo>
                    <a:pt x="142263" y="176078"/>
                  </a:lnTo>
                  <a:lnTo>
                    <a:pt x="133366" y="176078"/>
                  </a:lnTo>
                  <a:cubicBezTo>
                    <a:pt x="131587" y="186809"/>
                    <a:pt x="129096" y="202547"/>
                    <a:pt x="125538" y="207912"/>
                  </a:cubicBezTo>
                  <a:cubicBezTo>
                    <a:pt x="123047" y="210773"/>
                    <a:pt x="99560" y="210773"/>
                    <a:pt x="91732" y="210773"/>
                  </a:cubicBezTo>
                  <a:lnTo>
                    <a:pt x="27678" y="210773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B8CFA5C-5E0D-66B1-2AC7-BEE80BD49336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14176046" y="8766812"/>
              <a:ext cx="171877" cy="172400"/>
            </a:xfrm>
            <a:custGeom>
              <a:avLst/>
              <a:gdLst>
                <a:gd name="connsiteX0" fmla="*/ 86401 w 171877"/>
                <a:gd name="connsiteY0" fmla="*/ 76286 h 172400"/>
                <a:gd name="connsiteX1" fmla="*/ 15230 w 171877"/>
                <a:gd name="connsiteY1" fmla="*/ 5108 h 172400"/>
                <a:gd name="connsiteX2" fmla="*/ 7402 w 171877"/>
                <a:gd name="connsiteY2" fmla="*/ 101 h 172400"/>
                <a:gd name="connsiteX3" fmla="*/ 284 w 171877"/>
                <a:gd name="connsiteY3" fmla="*/ 7254 h 172400"/>
                <a:gd name="connsiteX4" fmla="*/ 4911 w 171877"/>
                <a:gd name="connsiteY4" fmla="*/ 14408 h 172400"/>
                <a:gd name="connsiteX5" fmla="*/ 76081 w 171877"/>
                <a:gd name="connsiteY5" fmla="*/ 86301 h 172400"/>
                <a:gd name="connsiteX6" fmla="*/ 4911 w 171877"/>
                <a:gd name="connsiteY6" fmla="*/ 158195 h 172400"/>
                <a:gd name="connsiteX7" fmla="*/ 284 w 171877"/>
                <a:gd name="connsiteY7" fmla="*/ 165348 h 172400"/>
                <a:gd name="connsiteX8" fmla="*/ 7402 w 171877"/>
                <a:gd name="connsiteY8" fmla="*/ 172502 h 172400"/>
                <a:gd name="connsiteX9" fmla="*/ 15230 w 171877"/>
                <a:gd name="connsiteY9" fmla="*/ 167494 h 172400"/>
                <a:gd name="connsiteX10" fmla="*/ 86045 w 171877"/>
                <a:gd name="connsiteY10" fmla="*/ 96316 h 172400"/>
                <a:gd name="connsiteX11" fmla="*/ 159707 w 171877"/>
                <a:gd name="connsiteY11" fmla="*/ 170356 h 172400"/>
                <a:gd name="connsiteX12" fmla="*/ 165044 w 171877"/>
                <a:gd name="connsiteY12" fmla="*/ 172502 h 172400"/>
                <a:gd name="connsiteX13" fmla="*/ 172162 w 171877"/>
                <a:gd name="connsiteY13" fmla="*/ 165348 h 172400"/>
                <a:gd name="connsiteX14" fmla="*/ 171094 w 171877"/>
                <a:gd name="connsiteY14" fmla="*/ 161414 h 172400"/>
                <a:gd name="connsiteX15" fmla="*/ 96365 w 171877"/>
                <a:gd name="connsiteY15" fmla="*/ 86301 h 172400"/>
                <a:gd name="connsiteX16" fmla="*/ 161486 w 171877"/>
                <a:gd name="connsiteY16" fmla="*/ 20846 h 172400"/>
                <a:gd name="connsiteX17" fmla="*/ 170382 w 171877"/>
                <a:gd name="connsiteY17" fmla="*/ 11904 h 172400"/>
                <a:gd name="connsiteX18" fmla="*/ 172162 w 171877"/>
                <a:gd name="connsiteY18" fmla="*/ 7254 h 172400"/>
                <a:gd name="connsiteX19" fmla="*/ 165044 w 171877"/>
                <a:gd name="connsiteY19" fmla="*/ 101 h 172400"/>
                <a:gd name="connsiteX20" fmla="*/ 156860 w 171877"/>
                <a:gd name="connsiteY20" fmla="*/ 5466 h 172400"/>
                <a:gd name="connsiteX21" fmla="*/ 86401 w 171877"/>
                <a:gd name="connsiteY21" fmla="*/ 76286 h 17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1877" h="172400">
                  <a:moveTo>
                    <a:pt x="86401" y="76286"/>
                  </a:moveTo>
                  <a:lnTo>
                    <a:pt x="15230" y="5108"/>
                  </a:lnTo>
                  <a:cubicBezTo>
                    <a:pt x="10960" y="816"/>
                    <a:pt x="10248" y="101"/>
                    <a:pt x="7402" y="101"/>
                  </a:cubicBezTo>
                  <a:cubicBezTo>
                    <a:pt x="3843" y="101"/>
                    <a:pt x="284" y="3320"/>
                    <a:pt x="284" y="7254"/>
                  </a:cubicBezTo>
                  <a:cubicBezTo>
                    <a:pt x="284" y="9758"/>
                    <a:pt x="996" y="10474"/>
                    <a:pt x="4911" y="14408"/>
                  </a:cubicBezTo>
                  <a:lnTo>
                    <a:pt x="76081" y="86301"/>
                  </a:lnTo>
                  <a:lnTo>
                    <a:pt x="4911" y="158195"/>
                  </a:lnTo>
                  <a:cubicBezTo>
                    <a:pt x="996" y="162129"/>
                    <a:pt x="284" y="162844"/>
                    <a:pt x="284" y="165348"/>
                  </a:cubicBezTo>
                  <a:cubicBezTo>
                    <a:pt x="284" y="169283"/>
                    <a:pt x="3843" y="172502"/>
                    <a:pt x="7402" y="172502"/>
                  </a:cubicBezTo>
                  <a:cubicBezTo>
                    <a:pt x="10248" y="172502"/>
                    <a:pt x="10960" y="171786"/>
                    <a:pt x="15230" y="167494"/>
                  </a:cubicBezTo>
                  <a:lnTo>
                    <a:pt x="86045" y="96316"/>
                  </a:lnTo>
                  <a:lnTo>
                    <a:pt x="159707" y="170356"/>
                  </a:lnTo>
                  <a:cubicBezTo>
                    <a:pt x="160418" y="170713"/>
                    <a:pt x="162909" y="172502"/>
                    <a:pt x="165044" y="172502"/>
                  </a:cubicBezTo>
                  <a:cubicBezTo>
                    <a:pt x="169315" y="172502"/>
                    <a:pt x="172162" y="169283"/>
                    <a:pt x="172162" y="165348"/>
                  </a:cubicBezTo>
                  <a:cubicBezTo>
                    <a:pt x="172162" y="164633"/>
                    <a:pt x="172162" y="163202"/>
                    <a:pt x="171094" y="161414"/>
                  </a:cubicBezTo>
                  <a:cubicBezTo>
                    <a:pt x="170738" y="160698"/>
                    <a:pt x="114157" y="104543"/>
                    <a:pt x="96365" y="86301"/>
                  </a:cubicBezTo>
                  <a:lnTo>
                    <a:pt x="161486" y="20846"/>
                  </a:lnTo>
                  <a:cubicBezTo>
                    <a:pt x="163265" y="18700"/>
                    <a:pt x="168603" y="14050"/>
                    <a:pt x="170382" y="11904"/>
                  </a:cubicBezTo>
                  <a:cubicBezTo>
                    <a:pt x="170738" y="11189"/>
                    <a:pt x="172162" y="9758"/>
                    <a:pt x="172162" y="7254"/>
                  </a:cubicBezTo>
                  <a:cubicBezTo>
                    <a:pt x="172162" y="3320"/>
                    <a:pt x="169315" y="101"/>
                    <a:pt x="165044" y="101"/>
                  </a:cubicBezTo>
                  <a:cubicBezTo>
                    <a:pt x="162198" y="101"/>
                    <a:pt x="160774" y="1532"/>
                    <a:pt x="156860" y="5466"/>
                  </a:cubicBezTo>
                  <a:lnTo>
                    <a:pt x="86401" y="76286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1C0FBED6-4F04-8F53-1943-03C84580F25E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14511258" y="8704219"/>
              <a:ext cx="117431" cy="238213"/>
            </a:xfrm>
            <a:custGeom>
              <a:avLst/>
              <a:gdLst>
                <a:gd name="connsiteX0" fmla="*/ 73244 w 117431"/>
                <a:gd name="connsiteY0" fmla="*/ 9400 h 238213"/>
                <a:gd name="connsiteX1" fmla="*/ 65060 w 117431"/>
                <a:gd name="connsiteY1" fmla="*/ 101 h 238213"/>
                <a:gd name="connsiteX2" fmla="*/ 294 w 117431"/>
                <a:gd name="connsiteY2" fmla="*/ 22992 h 238213"/>
                <a:gd name="connsiteX3" fmla="*/ 294 w 117431"/>
                <a:gd name="connsiteY3" fmla="*/ 34080 h 238213"/>
                <a:gd name="connsiteX4" fmla="*/ 46911 w 117431"/>
                <a:gd name="connsiteY4" fmla="*/ 24781 h 238213"/>
                <a:gd name="connsiteX5" fmla="*/ 46911 w 117431"/>
                <a:gd name="connsiteY5" fmla="*/ 210058 h 238213"/>
                <a:gd name="connsiteX6" fmla="*/ 13817 w 117431"/>
                <a:gd name="connsiteY6" fmla="*/ 227226 h 238213"/>
                <a:gd name="connsiteX7" fmla="*/ 2430 w 117431"/>
                <a:gd name="connsiteY7" fmla="*/ 227226 h 238213"/>
                <a:gd name="connsiteX8" fmla="*/ 2430 w 117431"/>
                <a:gd name="connsiteY8" fmla="*/ 238314 h 238213"/>
                <a:gd name="connsiteX9" fmla="*/ 60078 w 117431"/>
                <a:gd name="connsiteY9" fmla="*/ 237241 h 238213"/>
                <a:gd name="connsiteX10" fmla="*/ 117726 w 117431"/>
                <a:gd name="connsiteY10" fmla="*/ 238314 h 238213"/>
                <a:gd name="connsiteX11" fmla="*/ 117726 w 117431"/>
                <a:gd name="connsiteY11" fmla="*/ 227226 h 238213"/>
                <a:gd name="connsiteX12" fmla="*/ 106339 w 117431"/>
                <a:gd name="connsiteY12" fmla="*/ 227226 h 238213"/>
                <a:gd name="connsiteX13" fmla="*/ 73244 w 117431"/>
                <a:gd name="connsiteY13" fmla="*/ 210058 h 238213"/>
                <a:gd name="connsiteX14" fmla="*/ 73244 w 117431"/>
                <a:gd name="connsiteY14" fmla="*/ 9400 h 238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7431" h="238213">
                  <a:moveTo>
                    <a:pt x="73244" y="9400"/>
                  </a:moveTo>
                  <a:cubicBezTo>
                    <a:pt x="73244" y="816"/>
                    <a:pt x="73244" y="101"/>
                    <a:pt x="65060" y="101"/>
                  </a:cubicBezTo>
                  <a:cubicBezTo>
                    <a:pt x="42997" y="22992"/>
                    <a:pt x="11682" y="22992"/>
                    <a:pt x="294" y="22992"/>
                  </a:cubicBezTo>
                  <a:lnTo>
                    <a:pt x="294" y="34080"/>
                  </a:lnTo>
                  <a:cubicBezTo>
                    <a:pt x="7412" y="34080"/>
                    <a:pt x="28407" y="34080"/>
                    <a:pt x="46911" y="24781"/>
                  </a:cubicBezTo>
                  <a:lnTo>
                    <a:pt x="46911" y="210058"/>
                  </a:lnTo>
                  <a:cubicBezTo>
                    <a:pt x="46911" y="222934"/>
                    <a:pt x="45844" y="227226"/>
                    <a:pt x="13817" y="227226"/>
                  </a:cubicBezTo>
                  <a:lnTo>
                    <a:pt x="2430" y="227226"/>
                  </a:lnTo>
                  <a:lnTo>
                    <a:pt x="2430" y="238314"/>
                  </a:lnTo>
                  <a:cubicBezTo>
                    <a:pt x="14884" y="237241"/>
                    <a:pt x="45844" y="237241"/>
                    <a:pt x="60078" y="237241"/>
                  </a:cubicBezTo>
                  <a:cubicBezTo>
                    <a:pt x="74312" y="237241"/>
                    <a:pt x="105271" y="237241"/>
                    <a:pt x="117726" y="238314"/>
                  </a:cubicBezTo>
                  <a:lnTo>
                    <a:pt x="117726" y="227226"/>
                  </a:lnTo>
                  <a:lnTo>
                    <a:pt x="106339" y="227226"/>
                  </a:lnTo>
                  <a:cubicBezTo>
                    <a:pt x="74312" y="227226"/>
                    <a:pt x="73244" y="223292"/>
                    <a:pt x="73244" y="210058"/>
                  </a:cubicBezTo>
                  <a:lnTo>
                    <a:pt x="73244" y="9400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2B629891-EC7E-8244-FC9D-BFC470D47617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14671393" y="8704219"/>
              <a:ext cx="149814" cy="246082"/>
            </a:xfrm>
            <a:custGeom>
              <a:avLst/>
              <a:gdLst>
                <a:gd name="connsiteX0" fmla="*/ 150114 w 149814"/>
                <a:gd name="connsiteY0" fmla="*/ 123857 h 246082"/>
                <a:gd name="connsiteX1" fmla="*/ 135879 w 149814"/>
                <a:gd name="connsiteY1" fmla="*/ 40161 h 246082"/>
                <a:gd name="connsiteX2" fmla="*/ 75384 w 149814"/>
                <a:gd name="connsiteY2" fmla="*/ 101 h 246082"/>
                <a:gd name="connsiteX3" fmla="*/ 13466 w 149814"/>
                <a:gd name="connsiteY3" fmla="*/ 42665 h 246082"/>
                <a:gd name="connsiteX4" fmla="*/ 299 w 149814"/>
                <a:gd name="connsiteY4" fmla="*/ 123857 h 246082"/>
                <a:gd name="connsiteX5" fmla="*/ 16313 w 149814"/>
                <a:gd name="connsiteY5" fmla="*/ 210058 h 246082"/>
                <a:gd name="connsiteX6" fmla="*/ 75029 w 149814"/>
                <a:gd name="connsiteY6" fmla="*/ 246183 h 246082"/>
                <a:gd name="connsiteX7" fmla="*/ 136947 w 149814"/>
                <a:gd name="connsiteY7" fmla="*/ 204693 h 246082"/>
                <a:gd name="connsiteX8" fmla="*/ 150114 w 149814"/>
                <a:gd name="connsiteY8" fmla="*/ 123857 h 246082"/>
                <a:gd name="connsiteX9" fmla="*/ 75029 w 149814"/>
                <a:gd name="connsiteY9" fmla="*/ 238314 h 246082"/>
                <a:gd name="connsiteX10" fmla="*/ 33750 w 149814"/>
                <a:gd name="connsiteY10" fmla="*/ 195035 h 246082"/>
                <a:gd name="connsiteX11" fmla="*/ 29835 w 149814"/>
                <a:gd name="connsiteY11" fmla="*/ 119565 h 246082"/>
                <a:gd name="connsiteX12" fmla="*/ 32682 w 149814"/>
                <a:gd name="connsiteY12" fmla="*/ 53753 h 246082"/>
                <a:gd name="connsiteX13" fmla="*/ 75029 w 149814"/>
                <a:gd name="connsiteY13" fmla="*/ 7970 h 246082"/>
                <a:gd name="connsiteX14" fmla="*/ 117019 w 149814"/>
                <a:gd name="connsiteY14" fmla="*/ 49818 h 246082"/>
                <a:gd name="connsiteX15" fmla="*/ 120578 w 149814"/>
                <a:gd name="connsiteY15" fmla="*/ 119565 h 246082"/>
                <a:gd name="connsiteX16" fmla="*/ 116663 w 149814"/>
                <a:gd name="connsiteY16" fmla="*/ 193605 h 246082"/>
                <a:gd name="connsiteX17" fmla="*/ 75029 w 149814"/>
                <a:gd name="connsiteY17" fmla="*/ 238314 h 246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9814" h="246082">
                  <a:moveTo>
                    <a:pt x="150114" y="123857"/>
                  </a:moveTo>
                  <a:cubicBezTo>
                    <a:pt x="150114" y="95243"/>
                    <a:pt x="148334" y="66629"/>
                    <a:pt x="135879" y="40161"/>
                  </a:cubicBezTo>
                  <a:cubicBezTo>
                    <a:pt x="119510" y="5824"/>
                    <a:pt x="90330" y="101"/>
                    <a:pt x="75384" y="101"/>
                  </a:cubicBezTo>
                  <a:cubicBezTo>
                    <a:pt x="54033" y="101"/>
                    <a:pt x="28056" y="9400"/>
                    <a:pt x="13466" y="42665"/>
                  </a:cubicBezTo>
                  <a:cubicBezTo>
                    <a:pt x="2079" y="67344"/>
                    <a:pt x="299" y="95243"/>
                    <a:pt x="299" y="123857"/>
                  </a:cubicBezTo>
                  <a:cubicBezTo>
                    <a:pt x="299" y="150683"/>
                    <a:pt x="1723" y="182874"/>
                    <a:pt x="16313" y="210058"/>
                  </a:cubicBezTo>
                  <a:cubicBezTo>
                    <a:pt x="31614" y="239030"/>
                    <a:pt x="57592" y="246183"/>
                    <a:pt x="75029" y="246183"/>
                  </a:cubicBezTo>
                  <a:cubicBezTo>
                    <a:pt x="94245" y="246183"/>
                    <a:pt x="121289" y="238672"/>
                    <a:pt x="136947" y="204693"/>
                  </a:cubicBezTo>
                  <a:cubicBezTo>
                    <a:pt x="148334" y="180013"/>
                    <a:pt x="150114" y="152114"/>
                    <a:pt x="150114" y="123857"/>
                  </a:cubicBezTo>
                  <a:close/>
                  <a:moveTo>
                    <a:pt x="75029" y="238314"/>
                  </a:moveTo>
                  <a:cubicBezTo>
                    <a:pt x="61150" y="238314"/>
                    <a:pt x="40155" y="229372"/>
                    <a:pt x="33750" y="195035"/>
                  </a:cubicBezTo>
                  <a:cubicBezTo>
                    <a:pt x="29835" y="173575"/>
                    <a:pt x="29835" y="140668"/>
                    <a:pt x="29835" y="119565"/>
                  </a:cubicBezTo>
                  <a:cubicBezTo>
                    <a:pt x="29835" y="96674"/>
                    <a:pt x="29835" y="73067"/>
                    <a:pt x="32682" y="53753"/>
                  </a:cubicBezTo>
                  <a:cubicBezTo>
                    <a:pt x="39443" y="11189"/>
                    <a:pt x="66132" y="7970"/>
                    <a:pt x="75029" y="7970"/>
                  </a:cubicBezTo>
                  <a:cubicBezTo>
                    <a:pt x="86772" y="7970"/>
                    <a:pt x="110258" y="14408"/>
                    <a:pt x="117019" y="49818"/>
                  </a:cubicBezTo>
                  <a:cubicBezTo>
                    <a:pt x="120578" y="69848"/>
                    <a:pt x="120578" y="97032"/>
                    <a:pt x="120578" y="119565"/>
                  </a:cubicBezTo>
                  <a:cubicBezTo>
                    <a:pt x="120578" y="146391"/>
                    <a:pt x="120578" y="170713"/>
                    <a:pt x="116663" y="193605"/>
                  </a:cubicBezTo>
                  <a:cubicBezTo>
                    <a:pt x="111326" y="227584"/>
                    <a:pt x="91042" y="238314"/>
                    <a:pt x="75029" y="238314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604E40D5-9C52-20FF-3863-3B85C97B95CD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14862344" y="8725897"/>
              <a:ext cx="168389" cy="12268"/>
            </a:xfrm>
            <a:custGeom>
              <a:avLst/>
              <a:gdLst>
                <a:gd name="connsiteX0" fmla="*/ 158730 w 168389"/>
                <a:gd name="connsiteY0" fmla="*/ 12365 h 12268"/>
                <a:gd name="connsiteX1" fmla="*/ 168694 w 168389"/>
                <a:gd name="connsiteY1" fmla="*/ 6356 h 12268"/>
                <a:gd name="connsiteX2" fmla="*/ 158730 w 168389"/>
                <a:gd name="connsiteY2" fmla="*/ 97 h 12268"/>
                <a:gd name="connsiteX3" fmla="*/ 10268 w 168389"/>
                <a:gd name="connsiteY3" fmla="*/ 97 h 12268"/>
                <a:gd name="connsiteX4" fmla="*/ 304 w 168389"/>
                <a:gd name="connsiteY4" fmla="*/ 6106 h 12268"/>
                <a:gd name="connsiteX5" fmla="*/ 10268 w 168389"/>
                <a:gd name="connsiteY5" fmla="*/ 12365 h 12268"/>
                <a:gd name="connsiteX6" fmla="*/ 158730 w 168389"/>
                <a:gd name="connsiteY6" fmla="*/ 12365 h 12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389" h="12268">
                  <a:moveTo>
                    <a:pt x="158730" y="12365"/>
                  </a:moveTo>
                  <a:cubicBezTo>
                    <a:pt x="162716" y="12365"/>
                    <a:pt x="168694" y="12365"/>
                    <a:pt x="168694" y="6356"/>
                  </a:cubicBezTo>
                  <a:cubicBezTo>
                    <a:pt x="168694" y="97"/>
                    <a:pt x="162965" y="97"/>
                    <a:pt x="158730" y="97"/>
                  </a:cubicBezTo>
                  <a:lnTo>
                    <a:pt x="10268" y="97"/>
                  </a:lnTo>
                  <a:cubicBezTo>
                    <a:pt x="6283" y="97"/>
                    <a:pt x="304" y="97"/>
                    <a:pt x="304" y="6106"/>
                  </a:cubicBezTo>
                  <a:cubicBezTo>
                    <a:pt x="304" y="12365"/>
                    <a:pt x="6034" y="12365"/>
                    <a:pt x="10268" y="12365"/>
                  </a:cubicBezTo>
                  <a:lnTo>
                    <a:pt x="158730" y="12365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8F7B692C-C19F-1FC0-3297-CD161BAFF3DC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15071302" y="8628501"/>
              <a:ext cx="114584" cy="171256"/>
            </a:xfrm>
            <a:custGeom>
              <a:avLst/>
              <a:gdLst>
                <a:gd name="connsiteX0" fmla="*/ 90982 w 114584"/>
                <a:gd name="connsiteY0" fmla="*/ 91734 h 171256"/>
                <a:gd name="connsiteX1" fmla="*/ 45397 w 114584"/>
                <a:gd name="connsiteY1" fmla="*/ 163341 h 171256"/>
                <a:gd name="connsiteX2" fmla="*/ 19989 w 114584"/>
                <a:gd name="connsiteY2" fmla="*/ 155079 h 171256"/>
                <a:gd name="connsiteX3" fmla="*/ 30950 w 114584"/>
                <a:gd name="connsiteY3" fmla="*/ 143311 h 171256"/>
                <a:gd name="connsiteX4" fmla="*/ 19242 w 114584"/>
                <a:gd name="connsiteY4" fmla="*/ 131543 h 171256"/>
                <a:gd name="connsiteX5" fmla="*/ 7285 w 114584"/>
                <a:gd name="connsiteY5" fmla="*/ 143812 h 171256"/>
                <a:gd name="connsiteX6" fmla="*/ 45646 w 114584"/>
                <a:gd name="connsiteY6" fmla="*/ 171353 h 171256"/>
                <a:gd name="connsiteX7" fmla="*/ 114895 w 114584"/>
                <a:gd name="connsiteY7" fmla="*/ 83972 h 171256"/>
                <a:gd name="connsiteX8" fmla="*/ 58350 w 114584"/>
                <a:gd name="connsiteY8" fmla="*/ 97 h 171256"/>
                <a:gd name="connsiteX9" fmla="*/ 18744 w 114584"/>
                <a:gd name="connsiteY9" fmla="*/ 15370 h 171256"/>
                <a:gd name="connsiteX10" fmla="*/ 311 w 114584"/>
                <a:gd name="connsiteY10" fmla="*/ 55930 h 171256"/>
                <a:gd name="connsiteX11" fmla="*/ 54614 w 114584"/>
                <a:gd name="connsiteY11" fmla="*/ 111263 h 171256"/>
                <a:gd name="connsiteX12" fmla="*/ 90982 w 114584"/>
                <a:gd name="connsiteY12" fmla="*/ 86726 h 171256"/>
                <a:gd name="connsiteX13" fmla="*/ 90982 w 114584"/>
                <a:gd name="connsiteY13" fmla="*/ 91734 h 171256"/>
                <a:gd name="connsiteX14" fmla="*/ 55859 w 114584"/>
                <a:gd name="connsiteY14" fmla="*/ 104253 h 171256"/>
                <a:gd name="connsiteX15" fmla="*/ 29953 w 114584"/>
                <a:gd name="connsiteY15" fmla="*/ 89480 h 171256"/>
                <a:gd name="connsiteX16" fmla="*/ 24224 w 114584"/>
                <a:gd name="connsiteY16" fmla="*/ 55930 h 171256"/>
                <a:gd name="connsiteX17" fmla="*/ 31448 w 114584"/>
                <a:gd name="connsiteY17" fmla="*/ 21379 h 171256"/>
                <a:gd name="connsiteX18" fmla="*/ 58599 w 114584"/>
                <a:gd name="connsiteY18" fmla="*/ 7358 h 171256"/>
                <a:gd name="connsiteX19" fmla="*/ 82762 w 114584"/>
                <a:gd name="connsiteY19" fmla="*/ 21879 h 171256"/>
                <a:gd name="connsiteX20" fmla="*/ 90235 w 114584"/>
                <a:gd name="connsiteY20" fmla="*/ 58684 h 171256"/>
                <a:gd name="connsiteX21" fmla="*/ 55859 w 114584"/>
                <a:gd name="connsiteY21" fmla="*/ 104253 h 171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14584" h="171256">
                  <a:moveTo>
                    <a:pt x="90982" y="91734"/>
                  </a:moveTo>
                  <a:cubicBezTo>
                    <a:pt x="90982" y="153827"/>
                    <a:pt x="60343" y="163341"/>
                    <a:pt x="45397" y="163341"/>
                  </a:cubicBezTo>
                  <a:cubicBezTo>
                    <a:pt x="39917" y="163341"/>
                    <a:pt x="26715" y="162840"/>
                    <a:pt x="19989" y="155079"/>
                  </a:cubicBezTo>
                  <a:cubicBezTo>
                    <a:pt x="30202" y="154077"/>
                    <a:pt x="30950" y="145564"/>
                    <a:pt x="30950" y="143311"/>
                  </a:cubicBezTo>
                  <a:cubicBezTo>
                    <a:pt x="30950" y="137052"/>
                    <a:pt x="26715" y="131543"/>
                    <a:pt x="19242" y="131543"/>
                  </a:cubicBezTo>
                  <a:cubicBezTo>
                    <a:pt x="11769" y="131543"/>
                    <a:pt x="7285" y="136551"/>
                    <a:pt x="7285" y="143812"/>
                  </a:cubicBezTo>
                  <a:cubicBezTo>
                    <a:pt x="7285" y="160837"/>
                    <a:pt x="21484" y="171353"/>
                    <a:pt x="45646" y="171353"/>
                  </a:cubicBezTo>
                  <a:cubicBezTo>
                    <a:pt x="81267" y="171353"/>
                    <a:pt x="114895" y="137552"/>
                    <a:pt x="114895" y="83972"/>
                  </a:cubicBezTo>
                  <a:cubicBezTo>
                    <a:pt x="114895" y="21879"/>
                    <a:pt x="87495" y="97"/>
                    <a:pt x="58350" y="97"/>
                  </a:cubicBezTo>
                  <a:cubicBezTo>
                    <a:pt x="50130" y="97"/>
                    <a:pt x="32942" y="1349"/>
                    <a:pt x="18744" y="15370"/>
                  </a:cubicBezTo>
                  <a:cubicBezTo>
                    <a:pt x="10275" y="23632"/>
                    <a:pt x="311" y="33397"/>
                    <a:pt x="311" y="55930"/>
                  </a:cubicBezTo>
                  <a:cubicBezTo>
                    <a:pt x="311" y="87728"/>
                    <a:pt x="25469" y="111263"/>
                    <a:pt x="54614" y="111263"/>
                  </a:cubicBezTo>
                  <a:cubicBezTo>
                    <a:pt x="74542" y="111263"/>
                    <a:pt x="85253" y="97993"/>
                    <a:pt x="90982" y="86726"/>
                  </a:cubicBezTo>
                  <a:lnTo>
                    <a:pt x="90982" y="91734"/>
                  </a:lnTo>
                  <a:close/>
                  <a:moveTo>
                    <a:pt x="55859" y="104253"/>
                  </a:moveTo>
                  <a:cubicBezTo>
                    <a:pt x="46145" y="104253"/>
                    <a:pt x="36928" y="100998"/>
                    <a:pt x="29953" y="89480"/>
                  </a:cubicBezTo>
                  <a:cubicBezTo>
                    <a:pt x="24224" y="80217"/>
                    <a:pt x="24224" y="69701"/>
                    <a:pt x="24224" y="55930"/>
                  </a:cubicBezTo>
                  <a:cubicBezTo>
                    <a:pt x="24224" y="41409"/>
                    <a:pt x="24224" y="31394"/>
                    <a:pt x="31448" y="21379"/>
                  </a:cubicBezTo>
                  <a:cubicBezTo>
                    <a:pt x="37426" y="12615"/>
                    <a:pt x="45646" y="7358"/>
                    <a:pt x="58599" y="7358"/>
                  </a:cubicBezTo>
                  <a:cubicBezTo>
                    <a:pt x="71303" y="7358"/>
                    <a:pt x="78776" y="15370"/>
                    <a:pt x="82762" y="21879"/>
                  </a:cubicBezTo>
                  <a:cubicBezTo>
                    <a:pt x="89487" y="32395"/>
                    <a:pt x="90235" y="49921"/>
                    <a:pt x="90235" y="58684"/>
                  </a:cubicBezTo>
                  <a:cubicBezTo>
                    <a:pt x="90235" y="91233"/>
                    <a:pt x="71552" y="104253"/>
                    <a:pt x="55859" y="104253"/>
                  </a:cubicBez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D8DC1B6-7BC5-9A20-FE75-9ABC1493C04A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15225319" y="8674174"/>
              <a:ext cx="48751" cy="357677"/>
            </a:xfrm>
            <a:custGeom>
              <a:avLst/>
              <a:gdLst>
                <a:gd name="connsiteX0" fmla="*/ 49067 w 48751"/>
                <a:gd name="connsiteY0" fmla="*/ 101 h 357677"/>
                <a:gd name="connsiteX1" fmla="*/ 315 w 48751"/>
                <a:gd name="connsiteY1" fmla="*/ 101 h 357677"/>
                <a:gd name="connsiteX2" fmla="*/ 315 w 48751"/>
                <a:gd name="connsiteY2" fmla="*/ 14408 h 357677"/>
                <a:gd name="connsiteX3" fmla="*/ 34833 w 48751"/>
                <a:gd name="connsiteY3" fmla="*/ 14408 h 357677"/>
                <a:gd name="connsiteX4" fmla="*/ 34833 w 48751"/>
                <a:gd name="connsiteY4" fmla="*/ 343472 h 357677"/>
                <a:gd name="connsiteX5" fmla="*/ 315 w 48751"/>
                <a:gd name="connsiteY5" fmla="*/ 343472 h 357677"/>
                <a:gd name="connsiteX6" fmla="*/ 315 w 48751"/>
                <a:gd name="connsiteY6" fmla="*/ 357779 h 357677"/>
                <a:gd name="connsiteX7" fmla="*/ 49067 w 48751"/>
                <a:gd name="connsiteY7" fmla="*/ 357779 h 357677"/>
                <a:gd name="connsiteX8" fmla="*/ 49067 w 48751"/>
                <a:gd name="connsiteY8" fmla="*/ 101 h 357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751" h="357677">
                  <a:moveTo>
                    <a:pt x="49067" y="101"/>
                  </a:moveTo>
                  <a:lnTo>
                    <a:pt x="315" y="101"/>
                  </a:lnTo>
                  <a:lnTo>
                    <a:pt x="315" y="14408"/>
                  </a:lnTo>
                  <a:lnTo>
                    <a:pt x="34833" y="14408"/>
                  </a:lnTo>
                  <a:lnTo>
                    <a:pt x="34833" y="343472"/>
                  </a:lnTo>
                  <a:lnTo>
                    <a:pt x="315" y="343472"/>
                  </a:lnTo>
                  <a:lnTo>
                    <a:pt x="315" y="357779"/>
                  </a:lnTo>
                  <a:lnTo>
                    <a:pt x="49067" y="357779"/>
                  </a:lnTo>
                  <a:lnTo>
                    <a:pt x="49067" y="101"/>
                  </a:lnTo>
                  <a:close/>
                </a:path>
              </a:pathLst>
            </a:custGeom>
            <a:solidFill>
              <a:srgbClr val="000000"/>
            </a:solidFill>
            <a:ln w="3575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322073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95F65-0873-8D6E-1C43-9C1B34B8C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Recap: Variance and Covariance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807F84-6F01-48C5-B2D7-BD3775DD3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36</a:t>
            </a:fld>
            <a:endParaRPr lang="en-CA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C1F973-F27F-2DD3-06ED-B8456FB77B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For independent zero-mean, unit-variance random variables     and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805C01B-BD57-2EF4-A339-80B90F3D0E20}"/>
              </a:ext>
            </a:extLst>
          </p:cNvPr>
          <p:cNvGrpSpPr/>
          <p:nvPr/>
        </p:nvGrpSpPr>
        <p:grpSpPr>
          <a:xfrm>
            <a:off x="850900" y="2476500"/>
            <a:ext cx="4708517" cy="399508"/>
            <a:chOff x="850900" y="2476500"/>
            <a:chExt cx="4708517" cy="399508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4E32D8B6-2A8E-3ABB-00CB-09190299844E}"/>
                </a:ext>
              </a:extLst>
            </p:cNvPr>
            <p:cNvSpPr/>
            <p:nvPr>
              <p:custDataLst>
                <p:tags r:id="rId108"/>
              </p:custDataLst>
            </p:nvPr>
          </p:nvSpPr>
          <p:spPr>
            <a:xfrm>
              <a:off x="850900" y="2545474"/>
              <a:ext cx="233262" cy="249761"/>
            </a:xfrm>
            <a:custGeom>
              <a:avLst/>
              <a:gdLst>
                <a:gd name="connsiteX0" fmla="*/ 186982 w 233262"/>
                <a:gd name="connsiteY0" fmla="*/ 39763 h 249761"/>
                <a:gd name="connsiteX1" fmla="*/ 226627 w 233262"/>
                <a:gd name="connsiteY1" fmla="*/ 11067 h 249761"/>
                <a:gd name="connsiteX2" fmla="*/ 233352 w 233262"/>
                <a:gd name="connsiteY2" fmla="*/ 3982 h 249761"/>
                <a:gd name="connsiteX3" fmla="*/ 228750 w 233262"/>
                <a:gd name="connsiteY3" fmla="*/ 85 h 249761"/>
                <a:gd name="connsiteX4" fmla="*/ 201849 w 233262"/>
                <a:gd name="connsiteY4" fmla="*/ 1148 h 249761"/>
                <a:gd name="connsiteX5" fmla="*/ 169284 w 233262"/>
                <a:gd name="connsiteY5" fmla="*/ 85 h 249761"/>
                <a:gd name="connsiteX6" fmla="*/ 162913 w 233262"/>
                <a:gd name="connsiteY6" fmla="*/ 6816 h 249761"/>
                <a:gd name="connsiteX7" fmla="*/ 168576 w 233262"/>
                <a:gd name="connsiteY7" fmla="*/ 11067 h 249761"/>
                <a:gd name="connsiteX8" fmla="*/ 182735 w 233262"/>
                <a:gd name="connsiteY8" fmla="*/ 22404 h 249761"/>
                <a:gd name="connsiteX9" fmla="*/ 177425 w 233262"/>
                <a:gd name="connsiteY9" fmla="*/ 36575 h 249761"/>
                <a:gd name="connsiteX10" fmla="*/ 75130 w 233262"/>
                <a:gd name="connsiteY10" fmla="*/ 207688 h 249761"/>
                <a:gd name="connsiteX11" fmla="*/ 57077 w 233262"/>
                <a:gd name="connsiteY11" fmla="*/ 22049 h 249761"/>
                <a:gd name="connsiteX12" fmla="*/ 79377 w 233262"/>
                <a:gd name="connsiteY12" fmla="*/ 11067 h 249761"/>
                <a:gd name="connsiteX13" fmla="*/ 88226 w 233262"/>
                <a:gd name="connsiteY13" fmla="*/ 4336 h 249761"/>
                <a:gd name="connsiteX14" fmla="*/ 83271 w 233262"/>
                <a:gd name="connsiteY14" fmla="*/ 85 h 249761"/>
                <a:gd name="connsiteX15" fmla="*/ 42565 w 233262"/>
                <a:gd name="connsiteY15" fmla="*/ 1148 h 249761"/>
                <a:gd name="connsiteX16" fmla="*/ 6460 w 233262"/>
                <a:gd name="connsiteY16" fmla="*/ 85 h 249761"/>
                <a:gd name="connsiteX17" fmla="*/ 89 w 233262"/>
                <a:gd name="connsiteY17" fmla="*/ 6816 h 249761"/>
                <a:gd name="connsiteX18" fmla="*/ 8584 w 233262"/>
                <a:gd name="connsiteY18" fmla="*/ 11067 h 249761"/>
                <a:gd name="connsiteX19" fmla="*/ 27698 w 233262"/>
                <a:gd name="connsiteY19" fmla="*/ 23112 h 249761"/>
                <a:gd name="connsiteX20" fmla="*/ 48936 w 233262"/>
                <a:gd name="connsiteY20" fmla="*/ 241344 h 249761"/>
                <a:gd name="connsiteX21" fmla="*/ 55661 w 233262"/>
                <a:gd name="connsiteY21" fmla="*/ 249846 h 249761"/>
                <a:gd name="connsiteX22" fmla="*/ 65572 w 233262"/>
                <a:gd name="connsiteY22" fmla="*/ 243115 h 249761"/>
                <a:gd name="connsiteX23" fmla="*/ 186982 w 233262"/>
                <a:gd name="connsiteY23" fmla="*/ 39763 h 24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3262" h="249761">
                  <a:moveTo>
                    <a:pt x="186982" y="39763"/>
                  </a:moveTo>
                  <a:cubicBezTo>
                    <a:pt x="201141" y="16027"/>
                    <a:pt x="213530" y="12130"/>
                    <a:pt x="226627" y="11067"/>
                  </a:cubicBezTo>
                  <a:cubicBezTo>
                    <a:pt x="229458" y="10713"/>
                    <a:pt x="233352" y="10713"/>
                    <a:pt x="233352" y="3982"/>
                  </a:cubicBezTo>
                  <a:cubicBezTo>
                    <a:pt x="233352" y="3273"/>
                    <a:pt x="232644" y="85"/>
                    <a:pt x="228750" y="85"/>
                  </a:cubicBezTo>
                  <a:cubicBezTo>
                    <a:pt x="220255" y="85"/>
                    <a:pt x="210698" y="1148"/>
                    <a:pt x="201849" y="1148"/>
                  </a:cubicBezTo>
                  <a:cubicBezTo>
                    <a:pt x="191230" y="1148"/>
                    <a:pt x="179549" y="85"/>
                    <a:pt x="169284" y="85"/>
                  </a:cubicBezTo>
                  <a:cubicBezTo>
                    <a:pt x="167160" y="85"/>
                    <a:pt x="162913" y="85"/>
                    <a:pt x="162913" y="6816"/>
                  </a:cubicBezTo>
                  <a:cubicBezTo>
                    <a:pt x="162913" y="10713"/>
                    <a:pt x="165745" y="10713"/>
                    <a:pt x="168576" y="11067"/>
                  </a:cubicBezTo>
                  <a:cubicBezTo>
                    <a:pt x="174240" y="11421"/>
                    <a:pt x="182735" y="13901"/>
                    <a:pt x="182735" y="22404"/>
                  </a:cubicBezTo>
                  <a:cubicBezTo>
                    <a:pt x="182735" y="27009"/>
                    <a:pt x="178841" y="34095"/>
                    <a:pt x="177425" y="36575"/>
                  </a:cubicBezTo>
                  <a:lnTo>
                    <a:pt x="75130" y="207688"/>
                  </a:lnTo>
                  <a:lnTo>
                    <a:pt x="57077" y="22049"/>
                  </a:lnTo>
                  <a:cubicBezTo>
                    <a:pt x="57077" y="11421"/>
                    <a:pt x="75837" y="11067"/>
                    <a:pt x="79377" y="11067"/>
                  </a:cubicBezTo>
                  <a:cubicBezTo>
                    <a:pt x="84333" y="11067"/>
                    <a:pt x="88226" y="11067"/>
                    <a:pt x="88226" y="4336"/>
                  </a:cubicBezTo>
                  <a:cubicBezTo>
                    <a:pt x="88226" y="85"/>
                    <a:pt x="84333" y="85"/>
                    <a:pt x="83271" y="85"/>
                  </a:cubicBezTo>
                  <a:cubicBezTo>
                    <a:pt x="70174" y="85"/>
                    <a:pt x="56015" y="1148"/>
                    <a:pt x="42565" y="1148"/>
                  </a:cubicBezTo>
                  <a:cubicBezTo>
                    <a:pt x="30530" y="1148"/>
                    <a:pt x="18141" y="85"/>
                    <a:pt x="6460" y="85"/>
                  </a:cubicBezTo>
                  <a:cubicBezTo>
                    <a:pt x="4690" y="85"/>
                    <a:pt x="89" y="85"/>
                    <a:pt x="89" y="6816"/>
                  </a:cubicBezTo>
                  <a:cubicBezTo>
                    <a:pt x="89" y="11067"/>
                    <a:pt x="3629" y="11067"/>
                    <a:pt x="8584" y="11067"/>
                  </a:cubicBezTo>
                  <a:cubicBezTo>
                    <a:pt x="26282" y="11067"/>
                    <a:pt x="26990" y="14256"/>
                    <a:pt x="27698" y="23112"/>
                  </a:cubicBezTo>
                  <a:lnTo>
                    <a:pt x="48936" y="241344"/>
                  </a:lnTo>
                  <a:cubicBezTo>
                    <a:pt x="49644" y="248075"/>
                    <a:pt x="49998" y="249846"/>
                    <a:pt x="55661" y="249846"/>
                  </a:cubicBezTo>
                  <a:cubicBezTo>
                    <a:pt x="59909" y="249846"/>
                    <a:pt x="61679" y="249492"/>
                    <a:pt x="65572" y="243115"/>
                  </a:cubicBezTo>
                  <a:lnTo>
                    <a:pt x="186982" y="39763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3B8F9CC-50AF-4B10-FCA7-97DD8BD191F6}"/>
                </a:ext>
              </a:extLst>
            </p:cNvPr>
            <p:cNvSpPr/>
            <p:nvPr>
              <p:custDataLst>
                <p:tags r:id="rId109"/>
              </p:custDataLst>
            </p:nvPr>
          </p:nvSpPr>
          <p:spPr>
            <a:xfrm>
              <a:off x="1051125" y="2630853"/>
              <a:ext cx="151143" cy="160484"/>
            </a:xfrm>
            <a:custGeom>
              <a:avLst/>
              <a:gdLst>
                <a:gd name="connsiteX0" fmla="*/ 85401 w 151143"/>
                <a:gd name="connsiteY0" fmla="*/ 135771 h 160484"/>
                <a:gd name="connsiteX1" fmla="*/ 114780 w 151143"/>
                <a:gd name="connsiteY1" fmla="*/ 160570 h 160484"/>
                <a:gd name="connsiteX2" fmla="*/ 140620 w 151143"/>
                <a:gd name="connsiteY2" fmla="*/ 140730 h 160484"/>
                <a:gd name="connsiteX3" fmla="*/ 151239 w 151143"/>
                <a:gd name="connsiteY3" fmla="*/ 106012 h 160484"/>
                <a:gd name="connsiteX4" fmla="*/ 145929 w 151143"/>
                <a:gd name="connsiteY4" fmla="*/ 102469 h 160484"/>
                <a:gd name="connsiteX5" fmla="*/ 139204 w 151143"/>
                <a:gd name="connsiteY5" fmla="*/ 110617 h 160484"/>
                <a:gd name="connsiteX6" fmla="*/ 115488 w 151143"/>
                <a:gd name="connsiteY6" fmla="*/ 152776 h 160484"/>
                <a:gd name="connsiteX7" fmla="*/ 106285 w 151143"/>
                <a:gd name="connsiteY7" fmla="*/ 138251 h 160484"/>
                <a:gd name="connsiteX8" fmla="*/ 108763 w 151143"/>
                <a:gd name="connsiteY8" fmla="*/ 120183 h 160484"/>
                <a:gd name="connsiteX9" fmla="*/ 132832 w 151143"/>
                <a:gd name="connsiteY9" fmla="*/ 23821 h 160484"/>
                <a:gd name="connsiteX10" fmla="*/ 134248 w 151143"/>
                <a:gd name="connsiteY10" fmla="*/ 16381 h 160484"/>
                <a:gd name="connsiteX11" fmla="*/ 124691 w 151143"/>
                <a:gd name="connsiteY11" fmla="*/ 7170 h 160484"/>
                <a:gd name="connsiteX12" fmla="*/ 110533 w 151143"/>
                <a:gd name="connsiteY12" fmla="*/ 20987 h 160484"/>
                <a:gd name="connsiteX13" fmla="*/ 81154 w 151143"/>
                <a:gd name="connsiteY13" fmla="*/ 85 h 160484"/>
                <a:gd name="connsiteX14" fmla="*/ 96 w 151143"/>
                <a:gd name="connsiteY14" fmla="*/ 105658 h 160484"/>
                <a:gd name="connsiteX15" fmla="*/ 42925 w 151143"/>
                <a:gd name="connsiteY15" fmla="*/ 160570 h 160484"/>
                <a:gd name="connsiteX16" fmla="*/ 85401 w 151143"/>
                <a:gd name="connsiteY16" fmla="*/ 135771 h 160484"/>
                <a:gd name="connsiteX17" fmla="*/ 104515 w 151143"/>
                <a:gd name="connsiteY17" fmla="*/ 45786 h 160484"/>
                <a:gd name="connsiteX18" fmla="*/ 87879 w 151143"/>
                <a:gd name="connsiteY18" fmla="*/ 112743 h 160484"/>
                <a:gd name="connsiteX19" fmla="*/ 43633 w 151143"/>
                <a:gd name="connsiteY19" fmla="*/ 152776 h 160484"/>
                <a:gd name="connsiteX20" fmla="*/ 24165 w 151143"/>
                <a:gd name="connsiteY20" fmla="*/ 121246 h 160484"/>
                <a:gd name="connsiteX21" fmla="*/ 41510 w 151143"/>
                <a:gd name="connsiteY21" fmla="*/ 47203 h 160484"/>
                <a:gd name="connsiteX22" fmla="*/ 81154 w 151143"/>
                <a:gd name="connsiteY22" fmla="*/ 7879 h 160484"/>
                <a:gd name="connsiteX23" fmla="*/ 105577 w 151143"/>
                <a:gd name="connsiteY23" fmla="*/ 41180 h 160484"/>
                <a:gd name="connsiteX24" fmla="*/ 104515 w 151143"/>
                <a:gd name="connsiteY24" fmla="*/ 45786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51143" h="160484">
                  <a:moveTo>
                    <a:pt x="85401" y="135771"/>
                  </a:moveTo>
                  <a:cubicBezTo>
                    <a:pt x="89295" y="153130"/>
                    <a:pt x="102391" y="160570"/>
                    <a:pt x="114780" y="160570"/>
                  </a:cubicBezTo>
                  <a:cubicBezTo>
                    <a:pt x="127877" y="160570"/>
                    <a:pt x="135310" y="151713"/>
                    <a:pt x="140620" y="140730"/>
                  </a:cubicBezTo>
                  <a:cubicBezTo>
                    <a:pt x="146991" y="127268"/>
                    <a:pt x="151239" y="106720"/>
                    <a:pt x="151239" y="106012"/>
                  </a:cubicBezTo>
                  <a:cubicBezTo>
                    <a:pt x="151239" y="102469"/>
                    <a:pt x="148407" y="102469"/>
                    <a:pt x="145929" y="102469"/>
                  </a:cubicBezTo>
                  <a:cubicBezTo>
                    <a:pt x="141682" y="102469"/>
                    <a:pt x="141328" y="102823"/>
                    <a:pt x="139204" y="110617"/>
                  </a:cubicBezTo>
                  <a:cubicBezTo>
                    <a:pt x="134248" y="130457"/>
                    <a:pt x="127523" y="152776"/>
                    <a:pt x="115488" y="152776"/>
                  </a:cubicBezTo>
                  <a:cubicBezTo>
                    <a:pt x="106285" y="152776"/>
                    <a:pt x="106285" y="143210"/>
                    <a:pt x="106285" y="138251"/>
                  </a:cubicBezTo>
                  <a:cubicBezTo>
                    <a:pt x="106285" y="135771"/>
                    <a:pt x="106285" y="130102"/>
                    <a:pt x="108763" y="120183"/>
                  </a:cubicBezTo>
                  <a:lnTo>
                    <a:pt x="132832" y="23821"/>
                  </a:lnTo>
                  <a:cubicBezTo>
                    <a:pt x="134248" y="18861"/>
                    <a:pt x="134248" y="18153"/>
                    <a:pt x="134248" y="16381"/>
                  </a:cubicBezTo>
                  <a:cubicBezTo>
                    <a:pt x="134248" y="8941"/>
                    <a:pt x="128231" y="7170"/>
                    <a:pt x="124691" y="7170"/>
                  </a:cubicBezTo>
                  <a:cubicBezTo>
                    <a:pt x="113364" y="7170"/>
                    <a:pt x="110887" y="19215"/>
                    <a:pt x="110533" y="20987"/>
                  </a:cubicBezTo>
                  <a:cubicBezTo>
                    <a:pt x="103807" y="5753"/>
                    <a:pt x="92480" y="85"/>
                    <a:pt x="81154" y="85"/>
                  </a:cubicBezTo>
                  <a:cubicBezTo>
                    <a:pt x="41863" y="85"/>
                    <a:pt x="96" y="53934"/>
                    <a:pt x="96" y="105658"/>
                  </a:cubicBezTo>
                  <a:cubicBezTo>
                    <a:pt x="96" y="135771"/>
                    <a:pt x="16378" y="160570"/>
                    <a:pt x="42925" y="160570"/>
                  </a:cubicBezTo>
                  <a:cubicBezTo>
                    <a:pt x="55668" y="160570"/>
                    <a:pt x="71243" y="153130"/>
                    <a:pt x="85401" y="135771"/>
                  </a:cubicBezTo>
                  <a:close/>
                  <a:moveTo>
                    <a:pt x="104515" y="45786"/>
                  </a:moveTo>
                  <a:lnTo>
                    <a:pt x="87879" y="112743"/>
                  </a:lnTo>
                  <a:cubicBezTo>
                    <a:pt x="85047" y="124080"/>
                    <a:pt x="63101" y="152776"/>
                    <a:pt x="43633" y="152776"/>
                  </a:cubicBezTo>
                  <a:cubicBezTo>
                    <a:pt x="26997" y="152776"/>
                    <a:pt x="24165" y="131874"/>
                    <a:pt x="24165" y="121246"/>
                  </a:cubicBezTo>
                  <a:cubicBezTo>
                    <a:pt x="24165" y="103532"/>
                    <a:pt x="35138" y="62082"/>
                    <a:pt x="41510" y="47203"/>
                  </a:cubicBezTo>
                  <a:cubicBezTo>
                    <a:pt x="50359" y="25592"/>
                    <a:pt x="66641" y="7879"/>
                    <a:pt x="81154" y="7879"/>
                  </a:cubicBezTo>
                  <a:cubicBezTo>
                    <a:pt x="96728" y="7879"/>
                    <a:pt x="105577" y="26301"/>
                    <a:pt x="105577" y="41180"/>
                  </a:cubicBezTo>
                  <a:cubicBezTo>
                    <a:pt x="105577" y="41889"/>
                    <a:pt x="105223" y="43660"/>
                    <a:pt x="104515" y="45786"/>
                  </a:cubicBez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90C28A6-F867-2033-5038-2E0ABA54B759}"/>
                </a:ext>
              </a:extLst>
            </p:cNvPr>
            <p:cNvSpPr/>
            <p:nvPr>
              <p:custDataLst>
                <p:tags r:id="rId110"/>
              </p:custDataLst>
            </p:nvPr>
          </p:nvSpPr>
          <p:spPr>
            <a:xfrm>
              <a:off x="1223191" y="2630853"/>
              <a:ext cx="143709" cy="160484"/>
            </a:xfrm>
            <a:custGeom>
              <a:avLst/>
              <a:gdLst>
                <a:gd name="connsiteX0" fmla="*/ 62045 w 143709"/>
                <a:gd name="connsiteY0" fmla="*/ 54643 h 160484"/>
                <a:gd name="connsiteX1" fmla="*/ 108768 w 143709"/>
                <a:gd name="connsiteY1" fmla="*/ 7879 h 160484"/>
                <a:gd name="connsiteX2" fmla="*/ 127528 w 143709"/>
                <a:gd name="connsiteY2" fmla="*/ 12838 h 160484"/>
                <a:gd name="connsiteX3" fmla="*/ 114077 w 143709"/>
                <a:gd name="connsiteY3" fmla="*/ 29843 h 160484"/>
                <a:gd name="connsiteX4" fmla="*/ 126466 w 143709"/>
                <a:gd name="connsiteY4" fmla="*/ 41180 h 160484"/>
                <a:gd name="connsiteX5" fmla="*/ 143810 w 143709"/>
                <a:gd name="connsiteY5" fmla="*/ 22404 h 160484"/>
                <a:gd name="connsiteX6" fmla="*/ 109122 w 143709"/>
                <a:gd name="connsiteY6" fmla="*/ 85 h 160484"/>
                <a:gd name="connsiteX7" fmla="*/ 66292 w 143709"/>
                <a:gd name="connsiteY7" fmla="*/ 25592 h 160484"/>
                <a:gd name="connsiteX8" fmla="*/ 36913 w 143709"/>
                <a:gd name="connsiteY8" fmla="*/ 85 h 160484"/>
                <a:gd name="connsiteX9" fmla="*/ 11428 w 143709"/>
                <a:gd name="connsiteY9" fmla="*/ 18861 h 160484"/>
                <a:gd name="connsiteX10" fmla="*/ 101 w 143709"/>
                <a:gd name="connsiteY10" fmla="*/ 54643 h 160484"/>
                <a:gd name="connsiteX11" fmla="*/ 5410 w 143709"/>
                <a:gd name="connsiteY11" fmla="*/ 58185 h 160484"/>
                <a:gd name="connsiteX12" fmla="*/ 12136 w 143709"/>
                <a:gd name="connsiteY12" fmla="*/ 50037 h 160484"/>
                <a:gd name="connsiteX13" fmla="*/ 36205 w 143709"/>
                <a:gd name="connsiteY13" fmla="*/ 7879 h 160484"/>
                <a:gd name="connsiteX14" fmla="*/ 45408 w 143709"/>
                <a:gd name="connsiteY14" fmla="*/ 22050 h 160484"/>
                <a:gd name="connsiteX15" fmla="*/ 42930 w 143709"/>
                <a:gd name="connsiteY15" fmla="*/ 40117 h 160484"/>
                <a:gd name="connsiteX16" fmla="*/ 16383 w 143709"/>
                <a:gd name="connsiteY16" fmla="*/ 146399 h 160484"/>
                <a:gd name="connsiteX17" fmla="*/ 15321 w 143709"/>
                <a:gd name="connsiteY17" fmla="*/ 151359 h 160484"/>
                <a:gd name="connsiteX18" fmla="*/ 25232 w 143709"/>
                <a:gd name="connsiteY18" fmla="*/ 160570 h 160484"/>
                <a:gd name="connsiteX19" fmla="*/ 39037 w 143709"/>
                <a:gd name="connsiteY19" fmla="*/ 147462 h 160484"/>
                <a:gd name="connsiteX20" fmla="*/ 62045 w 143709"/>
                <a:gd name="connsiteY20" fmla="*/ 54643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3709" h="160484">
                  <a:moveTo>
                    <a:pt x="62045" y="54643"/>
                  </a:moveTo>
                  <a:cubicBezTo>
                    <a:pt x="62399" y="53580"/>
                    <a:pt x="78327" y="7879"/>
                    <a:pt x="108768" y="7879"/>
                  </a:cubicBezTo>
                  <a:cubicBezTo>
                    <a:pt x="110538" y="7879"/>
                    <a:pt x="120449" y="7879"/>
                    <a:pt x="127528" y="12838"/>
                  </a:cubicBezTo>
                  <a:cubicBezTo>
                    <a:pt x="115139" y="16735"/>
                    <a:pt x="114077" y="28072"/>
                    <a:pt x="114077" y="29843"/>
                  </a:cubicBezTo>
                  <a:cubicBezTo>
                    <a:pt x="114077" y="34449"/>
                    <a:pt x="117263" y="41180"/>
                    <a:pt x="126466" y="41180"/>
                  </a:cubicBezTo>
                  <a:cubicBezTo>
                    <a:pt x="132838" y="41180"/>
                    <a:pt x="143810" y="36220"/>
                    <a:pt x="143810" y="22404"/>
                  </a:cubicBezTo>
                  <a:cubicBezTo>
                    <a:pt x="143810" y="3982"/>
                    <a:pt x="120803" y="85"/>
                    <a:pt x="109122" y="85"/>
                  </a:cubicBezTo>
                  <a:cubicBezTo>
                    <a:pt x="84698" y="85"/>
                    <a:pt x="71956" y="17798"/>
                    <a:pt x="66292" y="25592"/>
                  </a:cubicBezTo>
                  <a:cubicBezTo>
                    <a:pt x="62399" y="6816"/>
                    <a:pt x="48594" y="85"/>
                    <a:pt x="36913" y="85"/>
                  </a:cubicBezTo>
                  <a:cubicBezTo>
                    <a:pt x="24170" y="85"/>
                    <a:pt x="17091" y="8233"/>
                    <a:pt x="11428" y="18861"/>
                  </a:cubicBezTo>
                  <a:cubicBezTo>
                    <a:pt x="4702" y="33032"/>
                    <a:pt x="101" y="53934"/>
                    <a:pt x="101" y="54643"/>
                  </a:cubicBezTo>
                  <a:cubicBezTo>
                    <a:pt x="101" y="58185"/>
                    <a:pt x="3640" y="58185"/>
                    <a:pt x="5410" y="58185"/>
                  </a:cubicBezTo>
                  <a:cubicBezTo>
                    <a:pt x="10012" y="58185"/>
                    <a:pt x="10366" y="57831"/>
                    <a:pt x="12136" y="50037"/>
                  </a:cubicBezTo>
                  <a:cubicBezTo>
                    <a:pt x="18507" y="25238"/>
                    <a:pt x="25232" y="7879"/>
                    <a:pt x="36205" y="7879"/>
                  </a:cubicBezTo>
                  <a:cubicBezTo>
                    <a:pt x="45408" y="7879"/>
                    <a:pt x="45408" y="18153"/>
                    <a:pt x="45408" y="22050"/>
                  </a:cubicBezTo>
                  <a:cubicBezTo>
                    <a:pt x="45408" y="27718"/>
                    <a:pt x="44346" y="34449"/>
                    <a:pt x="42930" y="40117"/>
                  </a:cubicBezTo>
                  <a:lnTo>
                    <a:pt x="16383" y="146399"/>
                  </a:lnTo>
                  <a:cubicBezTo>
                    <a:pt x="15675" y="148524"/>
                    <a:pt x="15321" y="150296"/>
                    <a:pt x="15321" y="151359"/>
                  </a:cubicBezTo>
                  <a:cubicBezTo>
                    <a:pt x="15321" y="155256"/>
                    <a:pt x="18153" y="160570"/>
                    <a:pt x="25232" y="160570"/>
                  </a:cubicBezTo>
                  <a:cubicBezTo>
                    <a:pt x="35851" y="160570"/>
                    <a:pt x="38329" y="150296"/>
                    <a:pt x="39037" y="147462"/>
                  </a:cubicBezTo>
                  <a:lnTo>
                    <a:pt x="62045" y="54643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6E33881-EFF5-243F-27A3-3C5CAA5BB7AD}"/>
                </a:ext>
              </a:extLst>
            </p:cNvPr>
            <p:cNvSpPr/>
            <p:nvPr>
              <p:custDataLst>
                <p:tags r:id="rId111"/>
              </p:custDataLst>
            </p:nvPr>
          </p:nvSpPr>
          <p:spPr>
            <a:xfrm>
              <a:off x="1384833" y="2521737"/>
              <a:ext cx="48493" cy="354271"/>
            </a:xfrm>
            <a:custGeom>
              <a:avLst/>
              <a:gdLst>
                <a:gd name="connsiteX0" fmla="*/ 48598 w 48493"/>
                <a:gd name="connsiteY0" fmla="*/ 354356 h 354271"/>
                <a:gd name="connsiteX1" fmla="*/ 48598 w 48493"/>
                <a:gd name="connsiteY1" fmla="*/ 340185 h 354271"/>
                <a:gd name="connsiteX2" fmla="*/ 14263 w 48493"/>
                <a:gd name="connsiteY2" fmla="*/ 340185 h 354271"/>
                <a:gd name="connsiteX3" fmla="*/ 14263 w 48493"/>
                <a:gd name="connsiteY3" fmla="*/ 14256 h 354271"/>
                <a:gd name="connsiteX4" fmla="*/ 48598 w 48493"/>
                <a:gd name="connsiteY4" fmla="*/ 14256 h 354271"/>
                <a:gd name="connsiteX5" fmla="*/ 48598 w 48493"/>
                <a:gd name="connsiteY5" fmla="*/ 85 h 354271"/>
                <a:gd name="connsiteX6" fmla="*/ 105 w 48493"/>
                <a:gd name="connsiteY6" fmla="*/ 85 h 354271"/>
                <a:gd name="connsiteX7" fmla="*/ 105 w 48493"/>
                <a:gd name="connsiteY7" fmla="*/ 354356 h 354271"/>
                <a:gd name="connsiteX8" fmla="*/ 48598 w 48493"/>
                <a:gd name="connsiteY8" fmla="*/ 354356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598" y="354356"/>
                  </a:moveTo>
                  <a:lnTo>
                    <a:pt x="48598" y="340185"/>
                  </a:lnTo>
                  <a:lnTo>
                    <a:pt x="14263" y="340185"/>
                  </a:lnTo>
                  <a:lnTo>
                    <a:pt x="14263" y="14256"/>
                  </a:lnTo>
                  <a:lnTo>
                    <a:pt x="48598" y="14256"/>
                  </a:lnTo>
                  <a:lnTo>
                    <a:pt x="48598" y="85"/>
                  </a:lnTo>
                  <a:lnTo>
                    <a:pt x="105" y="85"/>
                  </a:lnTo>
                  <a:lnTo>
                    <a:pt x="105" y="354356"/>
                  </a:lnTo>
                  <a:lnTo>
                    <a:pt x="48598" y="354356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93AD4B4-4B47-B857-A101-29A843829AD7}"/>
                </a:ext>
              </a:extLst>
            </p:cNvPr>
            <p:cNvSpPr/>
            <p:nvPr>
              <p:custDataLst>
                <p:tags r:id="rId112"/>
              </p:custDataLst>
            </p:nvPr>
          </p:nvSpPr>
          <p:spPr>
            <a:xfrm>
              <a:off x="1450946" y="2545474"/>
              <a:ext cx="291667" cy="241967"/>
            </a:xfrm>
            <a:custGeom>
              <a:avLst/>
              <a:gdLst>
                <a:gd name="connsiteX0" fmla="*/ 162224 w 291667"/>
                <a:gd name="connsiteY0" fmla="*/ 96447 h 241967"/>
                <a:gd name="connsiteX1" fmla="*/ 132491 w 291667"/>
                <a:gd name="connsiteY1" fmla="*/ 25947 h 241967"/>
                <a:gd name="connsiteX2" fmla="*/ 130721 w 291667"/>
                <a:gd name="connsiteY2" fmla="*/ 21341 h 241967"/>
                <a:gd name="connsiteX3" fmla="*/ 151605 w 291667"/>
                <a:gd name="connsiteY3" fmla="*/ 11067 h 241967"/>
                <a:gd name="connsiteX4" fmla="*/ 158684 w 291667"/>
                <a:gd name="connsiteY4" fmla="*/ 4336 h 241967"/>
                <a:gd name="connsiteX5" fmla="*/ 153375 w 291667"/>
                <a:gd name="connsiteY5" fmla="*/ 85 h 241967"/>
                <a:gd name="connsiteX6" fmla="*/ 108775 w 291667"/>
                <a:gd name="connsiteY6" fmla="*/ 1148 h 241967"/>
                <a:gd name="connsiteX7" fmla="*/ 69131 w 291667"/>
                <a:gd name="connsiteY7" fmla="*/ 85 h 241967"/>
                <a:gd name="connsiteX8" fmla="*/ 62759 w 291667"/>
                <a:gd name="connsiteY8" fmla="*/ 7170 h 241967"/>
                <a:gd name="connsiteX9" fmla="*/ 70901 w 291667"/>
                <a:gd name="connsiteY9" fmla="*/ 11067 h 241967"/>
                <a:gd name="connsiteX10" fmla="*/ 97448 w 291667"/>
                <a:gd name="connsiteY10" fmla="*/ 22404 h 241967"/>
                <a:gd name="connsiteX11" fmla="*/ 139216 w 291667"/>
                <a:gd name="connsiteY11" fmla="*/ 121246 h 241967"/>
                <a:gd name="connsiteX12" fmla="*/ 64529 w 291667"/>
                <a:gd name="connsiteY12" fmla="*/ 201665 h 241967"/>
                <a:gd name="connsiteX13" fmla="*/ 59928 w 291667"/>
                <a:gd name="connsiteY13" fmla="*/ 205562 h 241967"/>
                <a:gd name="connsiteX14" fmla="*/ 7895 w 291667"/>
                <a:gd name="connsiteY14" fmla="*/ 231070 h 241967"/>
                <a:gd name="connsiteX15" fmla="*/ 108 w 291667"/>
                <a:gd name="connsiteY15" fmla="*/ 238155 h 241967"/>
                <a:gd name="connsiteX16" fmla="*/ 4709 w 291667"/>
                <a:gd name="connsiteY16" fmla="*/ 242052 h 241967"/>
                <a:gd name="connsiteX17" fmla="*/ 37982 w 291667"/>
                <a:gd name="connsiteY17" fmla="*/ 240989 h 241967"/>
                <a:gd name="connsiteX18" fmla="*/ 77626 w 291667"/>
                <a:gd name="connsiteY18" fmla="*/ 242052 h 241967"/>
                <a:gd name="connsiteX19" fmla="*/ 83997 w 291667"/>
                <a:gd name="connsiteY19" fmla="*/ 234967 h 241967"/>
                <a:gd name="connsiteX20" fmla="*/ 79750 w 291667"/>
                <a:gd name="connsiteY20" fmla="*/ 231070 h 241967"/>
                <a:gd name="connsiteX21" fmla="*/ 65591 w 291667"/>
                <a:gd name="connsiteY21" fmla="*/ 220087 h 241967"/>
                <a:gd name="connsiteX22" fmla="*/ 75148 w 291667"/>
                <a:gd name="connsiteY22" fmla="*/ 204145 h 241967"/>
                <a:gd name="connsiteX23" fmla="*/ 111253 w 291667"/>
                <a:gd name="connsiteY23" fmla="*/ 165884 h 241967"/>
                <a:gd name="connsiteX24" fmla="*/ 143110 w 291667"/>
                <a:gd name="connsiteY24" fmla="*/ 131165 h 241967"/>
                <a:gd name="connsiteX25" fmla="*/ 178860 w 291667"/>
                <a:gd name="connsiteY25" fmla="*/ 215836 h 241967"/>
                <a:gd name="connsiteX26" fmla="*/ 180630 w 291667"/>
                <a:gd name="connsiteY26" fmla="*/ 220796 h 241967"/>
                <a:gd name="connsiteX27" fmla="*/ 160100 w 291667"/>
                <a:gd name="connsiteY27" fmla="*/ 231070 h 241967"/>
                <a:gd name="connsiteX28" fmla="*/ 153021 w 291667"/>
                <a:gd name="connsiteY28" fmla="*/ 237801 h 241967"/>
                <a:gd name="connsiteX29" fmla="*/ 158330 w 291667"/>
                <a:gd name="connsiteY29" fmla="*/ 242052 h 241967"/>
                <a:gd name="connsiteX30" fmla="*/ 202930 w 291667"/>
                <a:gd name="connsiteY30" fmla="*/ 240989 h 241967"/>
                <a:gd name="connsiteX31" fmla="*/ 242220 w 291667"/>
                <a:gd name="connsiteY31" fmla="*/ 242052 h 241967"/>
                <a:gd name="connsiteX32" fmla="*/ 248945 w 291667"/>
                <a:gd name="connsiteY32" fmla="*/ 235321 h 241967"/>
                <a:gd name="connsiteX33" fmla="*/ 242574 w 291667"/>
                <a:gd name="connsiteY33" fmla="*/ 231070 h 241967"/>
                <a:gd name="connsiteX34" fmla="*/ 212133 w 291667"/>
                <a:gd name="connsiteY34" fmla="*/ 215482 h 241967"/>
                <a:gd name="connsiteX35" fmla="*/ 166471 w 291667"/>
                <a:gd name="connsiteY35" fmla="*/ 106012 h 241967"/>
                <a:gd name="connsiteX36" fmla="*/ 239034 w 291667"/>
                <a:gd name="connsiteY36" fmla="*/ 29135 h 241967"/>
                <a:gd name="connsiteX37" fmla="*/ 283988 w 291667"/>
                <a:gd name="connsiteY37" fmla="*/ 11067 h 241967"/>
                <a:gd name="connsiteX38" fmla="*/ 291775 w 291667"/>
                <a:gd name="connsiteY38" fmla="*/ 3982 h 241967"/>
                <a:gd name="connsiteX39" fmla="*/ 287173 w 291667"/>
                <a:gd name="connsiteY39" fmla="*/ 85 h 241967"/>
                <a:gd name="connsiteX40" fmla="*/ 253901 w 291667"/>
                <a:gd name="connsiteY40" fmla="*/ 1148 h 241967"/>
                <a:gd name="connsiteX41" fmla="*/ 214610 w 291667"/>
                <a:gd name="connsiteY41" fmla="*/ 85 h 241967"/>
                <a:gd name="connsiteX42" fmla="*/ 207885 w 291667"/>
                <a:gd name="connsiteY42" fmla="*/ 7170 h 241967"/>
                <a:gd name="connsiteX43" fmla="*/ 212133 w 291667"/>
                <a:gd name="connsiteY43" fmla="*/ 11067 h 241967"/>
                <a:gd name="connsiteX44" fmla="*/ 226291 w 291667"/>
                <a:gd name="connsiteY44" fmla="*/ 22049 h 241967"/>
                <a:gd name="connsiteX45" fmla="*/ 219566 w 291667"/>
                <a:gd name="connsiteY45" fmla="*/ 34803 h 241967"/>
                <a:gd name="connsiteX46" fmla="*/ 162224 w 291667"/>
                <a:gd name="connsiteY46" fmla="*/ 96447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1667" h="241967">
                  <a:moveTo>
                    <a:pt x="162224" y="96447"/>
                  </a:moveTo>
                  <a:lnTo>
                    <a:pt x="132491" y="25947"/>
                  </a:lnTo>
                  <a:cubicBezTo>
                    <a:pt x="131429" y="23112"/>
                    <a:pt x="130721" y="21695"/>
                    <a:pt x="130721" y="21341"/>
                  </a:cubicBezTo>
                  <a:cubicBezTo>
                    <a:pt x="130721" y="19215"/>
                    <a:pt x="136738" y="12484"/>
                    <a:pt x="151605" y="11067"/>
                  </a:cubicBezTo>
                  <a:cubicBezTo>
                    <a:pt x="155144" y="10713"/>
                    <a:pt x="158684" y="10359"/>
                    <a:pt x="158684" y="4336"/>
                  </a:cubicBezTo>
                  <a:cubicBezTo>
                    <a:pt x="158684" y="85"/>
                    <a:pt x="154436" y="85"/>
                    <a:pt x="153375" y="85"/>
                  </a:cubicBezTo>
                  <a:cubicBezTo>
                    <a:pt x="138862" y="85"/>
                    <a:pt x="123641" y="1148"/>
                    <a:pt x="108775" y="1148"/>
                  </a:cubicBezTo>
                  <a:cubicBezTo>
                    <a:pt x="99926" y="1148"/>
                    <a:pt x="77980" y="85"/>
                    <a:pt x="69131" y="85"/>
                  </a:cubicBezTo>
                  <a:cubicBezTo>
                    <a:pt x="67007" y="85"/>
                    <a:pt x="62759" y="85"/>
                    <a:pt x="62759" y="7170"/>
                  </a:cubicBezTo>
                  <a:cubicBezTo>
                    <a:pt x="62759" y="11067"/>
                    <a:pt x="66299" y="11067"/>
                    <a:pt x="70901" y="11067"/>
                  </a:cubicBezTo>
                  <a:cubicBezTo>
                    <a:pt x="92139" y="11067"/>
                    <a:pt x="94262" y="14610"/>
                    <a:pt x="97448" y="22404"/>
                  </a:cubicBezTo>
                  <a:lnTo>
                    <a:pt x="139216" y="121246"/>
                  </a:lnTo>
                  <a:lnTo>
                    <a:pt x="64529" y="201665"/>
                  </a:lnTo>
                  <a:lnTo>
                    <a:pt x="59928" y="205562"/>
                  </a:lnTo>
                  <a:cubicBezTo>
                    <a:pt x="42583" y="224339"/>
                    <a:pt x="25947" y="230007"/>
                    <a:pt x="7895" y="231070"/>
                  </a:cubicBezTo>
                  <a:cubicBezTo>
                    <a:pt x="3293" y="231424"/>
                    <a:pt x="108" y="231424"/>
                    <a:pt x="108" y="238155"/>
                  </a:cubicBezTo>
                  <a:cubicBezTo>
                    <a:pt x="108" y="238509"/>
                    <a:pt x="108" y="242052"/>
                    <a:pt x="4709" y="242052"/>
                  </a:cubicBezTo>
                  <a:cubicBezTo>
                    <a:pt x="15328" y="242052"/>
                    <a:pt x="27009" y="240989"/>
                    <a:pt x="37982" y="240989"/>
                  </a:cubicBezTo>
                  <a:cubicBezTo>
                    <a:pt x="51079" y="240989"/>
                    <a:pt x="64883" y="242052"/>
                    <a:pt x="77626" y="242052"/>
                  </a:cubicBezTo>
                  <a:cubicBezTo>
                    <a:pt x="79750" y="242052"/>
                    <a:pt x="83997" y="242052"/>
                    <a:pt x="83997" y="234967"/>
                  </a:cubicBezTo>
                  <a:cubicBezTo>
                    <a:pt x="83997" y="231424"/>
                    <a:pt x="80458" y="231070"/>
                    <a:pt x="79750" y="231070"/>
                  </a:cubicBezTo>
                  <a:cubicBezTo>
                    <a:pt x="76564" y="230715"/>
                    <a:pt x="65591" y="230007"/>
                    <a:pt x="65591" y="220087"/>
                  </a:cubicBezTo>
                  <a:cubicBezTo>
                    <a:pt x="65591" y="214419"/>
                    <a:pt x="70901" y="208751"/>
                    <a:pt x="75148" y="204145"/>
                  </a:cubicBezTo>
                  <a:lnTo>
                    <a:pt x="111253" y="165884"/>
                  </a:lnTo>
                  <a:lnTo>
                    <a:pt x="143110" y="131165"/>
                  </a:lnTo>
                  <a:lnTo>
                    <a:pt x="178860" y="215836"/>
                  </a:lnTo>
                  <a:cubicBezTo>
                    <a:pt x="180276" y="219733"/>
                    <a:pt x="180630" y="220087"/>
                    <a:pt x="180630" y="220796"/>
                  </a:cubicBezTo>
                  <a:cubicBezTo>
                    <a:pt x="180630" y="223630"/>
                    <a:pt x="173905" y="229653"/>
                    <a:pt x="160100" y="231070"/>
                  </a:cubicBezTo>
                  <a:cubicBezTo>
                    <a:pt x="156206" y="231424"/>
                    <a:pt x="153021" y="231778"/>
                    <a:pt x="153021" y="237801"/>
                  </a:cubicBezTo>
                  <a:cubicBezTo>
                    <a:pt x="153021" y="242052"/>
                    <a:pt x="156914" y="242052"/>
                    <a:pt x="158330" y="242052"/>
                  </a:cubicBezTo>
                  <a:cubicBezTo>
                    <a:pt x="168241" y="242052"/>
                    <a:pt x="193019" y="240989"/>
                    <a:pt x="202930" y="240989"/>
                  </a:cubicBezTo>
                  <a:cubicBezTo>
                    <a:pt x="211779" y="240989"/>
                    <a:pt x="233371" y="242052"/>
                    <a:pt x="242220" y="242052"/>
                  </a:cubicBezTo>
                  <a:cubicBezTo>
                    <a:pt x="244698" y="242052"/>
                    <a:pt x="248945" y="242052"/>
                    <a:pt x="248945" y="235321"/>
                  </a:cubicBezTo>
                  <a:cubicBezTo>
                    <a:pt x="248945" y="231070"/>
                    <a:pt x="245405" y="231070"/>
                    <a:pt x="242574" y="231070"/>
                  </a:cubicBezTo>
                  <a:cubicBezTo>
                    <a:pt x="218858" y="230715"/>
                    <a:pt x="218150" y="229653"/>
                    <a:pt x="212133" y="215482"/>
                  </a:cubicBezTo>
                  <a:cubicBezTo>
                    <a:pt x="198328" y="182534"/>
                    <a:pt x="174612" y="127268"/>
                    <a:pt x="166471" y="106012"/>
                  </a:cubicBezTo>
                  <a:cubicBezTo>
                    <a:pt x="190541" y="81213"/>
                    <a:pt x="227707" y="39055"/>
                    <a:pt x="239034" y="29135"/>
                  </a:cubicBezTo>
                  <a:cubicBezTo>
                    <a:pt x="249299" y="20632"/>
                    <a:pt x="262750" y="12130"/>
                    <a:pt x="283988" y="11067"/>
                  </a:cubicBezTo>
                  <a:cubicBezTo>
                    <a:pt x="288589" y="10713"/>
                    <a:pt x="291775" y="10713"/>
                    <a:pt x="291775" y="3982"/>
                  </a:cubicBezTo>
                  <a:cubicBezTo>
                    <a:pt x="291775" y="3627"/>
                    <a:pt x="291775" y="85"/>
                    <a:pt x="287173" y="85"/>
                  </a:cubicBezTo>
                  <a:cubicBezTo>
                    <a:pt x="276554" y="85"/>
                    <a:pt x="264874" y="1148"/>
                    <a:pt x="253901" y="1148"/>
                  </a:cubicBezTo>
                  <a:cubicBezTo>
                    <a:pt x="240804" y="1148"/>
                    <a:pt x="227353" y="85"/>
                    <a:pt x="214610" y="85"/>
                  </a:cubicBezTo>
                  <a:cubicBezTo>
                    <a:pt x="212487" y="85"/>
                    <a:pt x="207885" y="85"/>
                    <a:pt x="207885" y="7170"/>
                  </a:cubicBezTo>
                  <a:cubicBezTo>
                    <a:pt x="207885" y="9650"/>
                    <a:pt x="209655" y="10713"/>
                    <a:pt x="212133" y="11067"/>
                  </a:cubicBezTo>
                  <a:cubicBezTo>
                    <a:pt x="215318" y="11421"/>
                    <a:pt x="226291" y="12130"/>
                    <a:pt x="226291" y="22049"/>
                  </a:cubicBezTo>
                  <a:cubicBezTo>
                    <a:pt x="226291" y="27009"/>
                    <a:pt x="222398" y="31615"/>
                    <a:pt x="219566" y="34803"/>
                  </a:cubicBezTo>
                  <a:lnTo>
                    <a:pt x="162224" y="96447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03D5695-3B2F-9D7F-E7DB-7C59D82C2C34}"/>
                </a:ext>
              </a:extLst>
            </p:cNvPr>
            <p:cNvSpPr/>
            <p:nvPr>
              <p:custDataLst>
                <p:tags r:id="rId113"/>
              </p:custDataLst>
            </p:nvPr>
          </p:nvSpPr>
          <p:spPr>
            <a:xfrm>
              <a:off x="1774804" y="2545474"/>
              <a:ext cx="257332" cy="241967"/>
            </a:xfrm>
            <a:custGeom>
              <a:avLst/>
              <a:gdLst>
                <a:gd name="connsiteX0" fmla="*/ 199045 w 257332"/>
                <a:gd name="connsiteY0" fmla="*/ 40472 h 241967"/>
                <a:gd name="connsiteX1" fmla="*/ 204001 w 257332"/>
                <a:gd name="connsiteY1" fmla="*/ 35512 h 241967"/>
                <a:gd name="connsiteX2" fmla="*/ 250370 w 257332"/>
                <a:gd name="connsiteY2" fmla="*/ 11067 h 241967"/>
                <a:gd name="connsiteX3" fmla="*/ 257449 w 257332"/>
                <a:gd name="connsiteY3" fmla="*/ 4336 h 241967"/>
                <a:gd name="connsiteX4" fmla="*/ 252848 w 257332"/>
                <a:gd name="connsiteY4" fmla="*/ 85 h 241967"/>
                <a:gd name="connsiteX5" fmla="*/ 223823 w 257332"/>
                <a:gd name="connsiteY5" fmla="*/ 1148 h 241967"/>
                <a:gd name="connsiteX6" fmla="*/ 188426 w 257332"/>
                <a:gd name="connsiteY6" fmla="*/ 85 h 241967"/>
                <a:gd name="connsiteX7" fmla="*/ 181701 w 257332"/>
                <a:gd name="connsiteY7" fmla="*/ 6816 h 241967"/>
                <a:gd name="connsiteX8" fmla="*/ 187010 w 257332"/>
                <a:gd name="connsiteY8" fmla="*/ 11067 h 241967"/>
                <a:gd name="connsiteX9" fmla="*/ 199753 w 257332"/>
                <a:gd name="connsiteY9" fmla="*/ 19215 h 241967"/>
                <a:gd name="connsiteX10" fmla="*/ 190196 w 257332"/>
                <a:gd name="connsiteY10" fmla="*/ 36220 h 241967"/>
                <a:gd name="connsiteX11" fmla="*/ 108076 w 257332"/>
                <a:gd name="connsiteY11" fmla="*/ 130811 h 241967"/>
                <a:gd name="connsiteX12" fmla="*/ 69140 w 257332"/>
                <a:gd name="connsiteY12" fmla="*/ 25592 h 241967"/>
                <a:gd name="connsiteX13" fmla="*/ 67016 w 257332"/>
                <a:gd name="connsiteY13" fmla="*/ 19570 h 241967"/>
                <a:gd name="connsiteX14" fmla="*/ 87900 w 257332"/>
                <a:gd name="connsiteY14" fmla="*/ 11067 h 241967"/>
                <a:gd name="connsiteX15" fmla="*/ 96395 w 257332"/>
                <a:gd name="connsiteY15" fmla="*/ 3982 h 241967"/>
                <a:gd name="connsiteX16" fmla="*/ 91086 w 257332"/>
                <a:gd name="connsiteY16" fmla="*/ 85 h 241967"/>
                <a:gd name="connsiteX17" fmla="*/ 46486 w 257332"/>
                <a:gd name="connsiteY17" fmla="*/ 1148 h 241967"/>
                <a:gd name="connsiteX18" fmla="*/ 6842 w 257332"/>
                <a:gd name="connsiteY18" fmla="*/ 85 h 241967"/>
                <a:gd name="connsiteX19" fmla="*/ 117 w 257332"/>
                <a:gd name="connsiteY19" fmla="*/ 7170 h 241967"/>
                <a:gd name="connsiteX20" fmla="*/ 8258 w 257332"/>
                <a:gd name="connsiteY20" fmla="*/ 11067 h 241967"/>
                <a:gd name="connsiteX21" fmla="*/ 34097 w 257332"/>
                <a:gd name="connsiteY21" fmla="*/ 23112 h 241967"/>
                <a:gd name="connsiteX22" fmla="*/ 77635 w 257332"/>
                <a:gd name="connsiteY22" fmla="*/ 139668 h 241967"/>
                <a:gd name="connsiteX23" fmla="*/ 79051 w 257332"/>
                <a:gd name="connsiteY23" fmla="*/ 145690 h 241967"/>
                <a:gd name="connsiteX24" fmla="*/ 63122 w 257332"/>
                <a:gd name="connsiteY24" fmla="*/ 210168 h 241967"/>
                <a:gd name="connsiteX25" fmla="*/ 29850 w 257332"/>
                <a:gd name="connsiteY25" fmla="*/ 231070 h 241967"/>
                <a:gd name="connsiteX26" fmla="*/ 20293 w 257332"/>
                <a:gd name="connsiteY26" fmla="*/ 238155 h 241967"/>
                <a:gd name="connsiteX27" fmla="*/ 25248 w 257332"/>
                <a:gd name="connsiteY27" fmla="*/ 242052 h 241967"/>
                <a:gd name="connsiteX28" fmla="*/ 69848 w 257332"/>
                <a:gd name="connsiteY28" fmla="*/ 240989 h 241967"/>
                <a:gd name="connsiteX29" fmla="*/ 115155 w 257332"/>
                <a:gd name="connsiteY29" fmla="*/ 242052 h 241967"/>
                <a:gd name="connsiteX30" fmla="*/ 121881 w 257332"/>
                <a:gd name="connsiteY30" fmla="*/ 234967 h 241967"/>
                <a:gd name="connsiteX31" fmla="*/ 111970 w 257332"/>
                <a:gd name="connsiteY31" fmla="*/ 231070 h 241967"/>
                <a:gd name="connsiteX32" fmla="*/ 98519 w 257332"/>
                <a:gd name="connsiteY32" fmla="*/ 230361 h 241967"/>
                <a:gd name="connsiteX33" fmla="*/ 88962 w 257332"/>
                <a:gd name="connsiteY33" fmla="*/ 224693 h 241967"/>
                <a:gd name="connsiteX34" fmla="*/ 93917 w 257332"/>
                <a:gd name="connsiteY34" fmla="*/ 202374 h 241967"/>
                <a:gd name="connsiteX35" fmla="*/ 106306 w 257332"/>
                <a:gd name="connsiteY35" fmla="*/ 152421 h 241967"/>
                <a:gd name="connsiteX36" fmla="*/ 111262 w 257332"/>
                <a:gd name="connsiteY36" fmla="*/ 141439 h 241967"/>
                <a:gd name="connsiteX37" fmla="*/ 199045 w 257332"/>
                <a:gd name="connsiteY37" fmla="*/ 40472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7332" h="241967">
                  <a:moveTo>
                    <a:pt x="199045" y="40472"/>
                  </a:moveTo>
                  <a:lnTo>
                    <a:pt x="204001" y="35512"/>
                  </a:lnTo>
                  <a:cubicBezTo>
                    <a:pt x="214620" y="24884"/>
                    <a:pt x="226300" y="12838"/>
                    <a:pt x="250370" y="11067"/>
                  </a:cubicBezTo>
                  <a:cubicBezTo>
                    <a:pt x="254264" y="10713"/>
                    <a:pt x="257449" y="10713"/>
                    <a:pt x="257449" y="4336"/>
                  </a:cubicBezTo>
                  <a:cubicBezTo>
                    <a:pt x="257449" y="1502"/>
                    <a:pt x="255679" y="85"/>
                    <a:pt x="252848" y="85"/>
                  </a:cubicBezTo>
                  <a:cubicBezTo>
                    <a:pt x="243645" y="85"/>
                    <a:pt x="233380" y="1148"/>
                    <a:pt x="223823" y="1148"/>
                  </a:cubicBezTo>
                  <a:cubicBezTo>
                    <a:pt x="212142" y="1148"/>
                    <a:pt x="199753" y="85"/>
                    <a:pt x="188426" y="85"/>
                  </a:cubicBezTo>
                  <a:cubicBezTo>
                    <a:pt x="186302" y="85"/>
                    <a:pt x="181701" y="85"/>
                    <a:pt x="181701" y="6816"/>
                  </a:cubicBezTo>
                  <a:cubicBezTo>
                    <a:pt x="181701" y="10713"/>
                    <a:pt x="185240" y="11067"/>
                    <a:pt x="187010" y="11067"/>
                  </a:cubicBezTo>
                  <a:cubicBezTo>
                    <a:pt x="189488" y="11067"/>
                    <a:pt x="199753" y="11776"/>
                    <a:pt x="199753" y="19215"/>
                  </a:cubicBezTo>
                  <a:cubicBezTo>
                    <a:pt x="199753" y="25238"/>
                    <a:pt x="191612" y="34449"/>
                    <a:pt x="190196" y="36220"/>
                  </a:cubicBezTo>
                  <a:lnTo>
                    <a:pt x="108076" y="130811"/>
                  </a:lnTo>
                  <a:lnTo>
                    <a:pt x="69140" y="25592"/>
                  </a:lnTo>
                  <a:cubicBezTo>
                    <a:pt x="67016" y="20632"/>
                    <a:pt x="67016" y="19924"/>
                    <a:pt x="67016" y="19570"/>
                  </a:cubicBezTo>
                  <a:cubicBezTo>
                    <a:pt x="67016" y="11067"/>
                    <a:pt x="84360" y="11067"/>
                    <a:pt x="87900" y="11067"/>
                  </a:cubicBezTo>
                  <a:cubicBezTo>
                    <a:pt x="92856" y="11067"/>
                    <a:pt x="96395" y="11067"/>
                    <a:pt x="96395" y="3982"/>
                  </a:cubicBezTo>
                  <a:cubicBezTo>
                    <a:pt x="96395" y="85"/>
                    <a:pt x="92148" y="85"/>
                    <a:pt x="91086" y="85"/>
                  </a:cubicBezTo>
                  <a:cubicBezTo>
                    <a:pt x="81175" y="85"/>
                    <a:pt x="56397" y="1148"/>
                    <a:pt x="46486" y="1148"/>
                  </a:cubicBezTo>
                  <a:cubicBezTo>
                    <a:pt x="37637" y="1148"/>
                    <a:pt x="15691" y="85"/>
                    <a:pt x="6842" y="85"/>
                  </a:cubicBezTo>
                  <a:cubicBezTo>
                    <a:pt x="4718" y="85"/>
                    <a:pt x="117" y="85"/>
                    <a:pt x="117" y="7170"/>
                  </a:cubicBezTo>
                  <a:cubicBezTo>
                    <a:pt x="117" y="11067"/>
                    <a:pt x="3656" y="11067"/>
                    <a:pt x="8258" y="11067"/>
                  </a:cubicBezTo>
                  <a:cubicBezTo>
                    <a:pt x="29496" y="11067"/>
                    <a:pt x="30912" y="14256"/>
                    <a:pt x="34097" y="23112"/>
                  </a:cubicBezTo>
                  <a:lnTo>
                    <a:pt x="77635" y="139668"/>
                  </a:lnTo>
                  <a:cubicBezTo>
                    <a:pt x="77989" y="140730"/>
                    <a:pt x="79051" y="144627"/>
                    <a:pt x="79051" y="145690"/>
                  </a:cubicBezTo>
                  <a:cubicBezTo>
                    <a:pt x="79051" y="146753"/>
                    <a:pt x="64892" y="203791"/>
                    <a:pt x="63122" y="210168"/>
                  </a:cubicBezTo>
                  <a:cubicBezTo>
                    <a:pt x="58521" y="229653"/>
                    <a:pt x="58167" y="230715"/>
                    <a:pt x="29850" y="231070"/>
                  </a:cubicBezTo>
                  <a:cubicBezTo>
                    <a:pt x="23124" y="231070"/>
                    <a:pt x="20293" y="231070"/>
                    <a:pt x="20293" y="238155"/>
                  </a:cubicBezTo>
                  <a:cubicBezTo>
                    <a:pt x="20293" y="242052"/>
                    <a:pt x="24540" y="242052"/>
                    <a:pt x="25248" y="242052"/>
                  </a:cubicBezTo>
                  <a:cubicBezTo>
                    <a:pt x="35159" y="242052"/>
                    <a:pt x="59937" y="240989"/>
                    <a:pt x="69848" y="240989"/>
                  </a:cubicBezTo>
                  <a:cubicBezTo>
                    <a:pt x="79759" y="240989"/>
                    <a:pt x="105244" y="242052"/>
                    <a:pt x="115155" y="242052"/>
                  </a:cubicBezTo>
                  <a:cubicBezTo>
                    <a:pt x="117633" y="242052"/>
                    <a:pt x="121881" y="242052"/>
                    <a:pt x="121881" y="234967"/>
                  </a:cubicBezTo>
                  <a:cubicBezTo>
                    <a:pt x="121881" y="231070"/>
                    <a:pt x="118695" y="231070"/>
                    <a:pt x="111970" y="231070"/>
                  </a:cubicBezTo>
                  <a:cubicBezTo>
                    <a:pt x="111262" y="231070"/>
                    <a:pt x="104536" y="231070"/>
                    <a:pt x="98519" y="230361"/>
                  </a:cubicBezTo>
                  <a:cubicBezTo>
                    <a:pt x="91086" y="229653"/>
                    <a:pt x="88962" y="228944"/>
                    <a:pt x="88962" y="224693"/>
                  </a:cubicBezTo>
                  <a:cubicBezTo>
                    <a:pt x="88962" y="222213"/>
                    <a:pt x="92148" y="209813"/>
                    <a:pt x="93917" y="202374"/>
                  </a:cubicBezTo>
                  <a:lnTo>
                    <a:pt x="106306" y="152421"/>
                  </a:lnTo>
                  <a:cubicBezTo>
                    <a:pt x="108076" y="145690"/>
                    <a:pt x="108430" y="144627"/>
                    <a:pt x="111262" y="141439"/>
                  </a:cubicBezTo>
                  <a:lnTo>
                    <a:pt x="199045" y="40472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5563B5E-CEFB-03D6-8027-0D3B09B471C3}"/>
                </a:ext>
              </a:extLst>
            </p:cNvPr>
            <p:cNvSpPr/>
            <p:nvPr>
              <p:custDataLst>
                <p:tags r:id="rId114"/>
              </p:custDataLst>
            </p:nvPr>
          </p:nvSpPr>
          <p:spPr>
            <a:xfrm>
              <a:off x="2054359" y="2521737"/>
              <a:ext cx="48493" cy="354271"/>
            </a:xfrm>
            <a:custGeom>
              <a:avLst/>
              <a:gdLst>
                <a:gd name="connsiteX0" fmla="*/ 48618 w 48493"/>
                <a:gd name="connsiteY0" fmla="*/ 85 h 354271"/>
                <a:gd name="connsiteX1" fmla="*/ 125 w 48493"/>
                <a:gd name="connsiteY1" fmla="*/ 85 h 354271"/>
                <a:gd name="connsiteX2" fmla="*/ 125 w 48493"/>
                <a:gd name="connsiteY2" fmla="*/ 14256 h 354271"/>
                <a:gd name="connsiteX3" fmla="*/ 34459 w 48493"/>
                <a:gd name="connsiteY3" fmla="*/ 14256 h 354271"/>
                <a:gd name="connsiteX4" fmla="*/ 34459 w 48493"/>
                <a:gd name="connsiteY4" fmla="*/ 340185 h 354271"/>
                <a:gd name="connsiteX5" fmla="*/ 125 w 48493"/>
                <a:gd name="connsiteY5" fmla="*/ 340185 h 354271"/>
                <a:gd name="connsiteX6" fmla="*/ 125 w 48493"/>
                <a:gd name="connsiteY6" fmla="*/ 354356 h 354271"/>
                <a:gd name="connsiteX7" fmla="*/ 48618 w 48493"/>
                <a:gd name="connsiteY7" fmla="*/ 354356 h 354271"/>
                <a:gd name="connsiteX8" fmla="*/ 48618 w 48493"/>
                <a:gd name="connsiteY8" fmla="*/ 85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618" y="85"/>
                  </a:moveTo>
                  <a:lnTo>
                    <a:pt x="125" y="85"/>
                  </a:lnTo>
                  <a:lnTo>
                    <a:pt x="125" y="14256"/>
                  </a:lnTo>
                  <a:lnTo>
                    <a:pt x="34459" y="14256"/>
                  </a:lnTo>
                  <a:lnTo>
                    <a:pt x="34459" y="340185"/>
                  </a:lnTo>
                  <a:lnTo>
                    <a:pt x="125" y="340185"/>
                  </a:lnTo>
                  <a:lnTo>
                    <a:pt x="125" y="354356"/>
                  </a:lnTo>
                  <a:lnTo>
                    <a:pt x="48618" y="354356"/>
                  </a:lnTo>
                  <a:lnTo>
                    <a:pt x="48618" y="85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12BEFA9A-F792-50A5-6367-AE8BF333B757}"/>
                </a:ext>
              </a:extLst>
            </p:cNvPr>
            <p:cNvSpPr/>
            <p:nvPr>
              <p:custDataLst>
                <p:tags r:id="rId115"/>
              </p:custDataLst>
            </p:nvPr>
          </p:nvSpPr>
          <p:spPr>
            <a:xfrm>
              <a:off x="2263038" y="2657423"/>
              <a:ext cx="235386" cy="82899"/>
            </a:xfrm>
            <a:custGeom>
              <a:avLst/>
              <a:gdLst>
                <a:gd name="connsiteX0" fmla="*/ 223482 w 235386"/>
                <a:gd name="connsiteY0" fmla="*/ 14256 h 82899"/>
                <a:gd name="connsiteX1" fmla="*/ 235517 w 235386"/>
                <a:gd name="connsiteY1" fmla="*/ 7170 h 82899"/>
                <a:gd name="connsiteX2" fmla="*/ 223836 w 235386"/>
                <a:gd name="connsiteY2" fmla="*/ 85 h 82899"/>
                <a:gd name="connsiteX3" fmla="*/ 11811 w 235386"/>
                <a:gd name="connsiteY3" fmla="*/ 85 h 82899"/>
                <a:gd name="connsiteX4" fmla="*/ 130 w 235386"/>
                <a:gd name="connsiteY4" fmla="*/ 7170 h 82899"/>
                <a:gd name="connsiteX5" fmla="*/ 12165 w 235386"/>
                <a:gd name="connsiteY5" fmla="*/ 14256 h 82899"/>
                <a:gd name="connsiteX6" fmla="*/ 223482 w 235386"/>
                <a:gd name="connsiteY6" fmla="*/ 14256 h 82899"/>
                <a:gd name="connsiteX7" fmla="*/ 223836 w 235386"/>
                <a:gd name="connsiteY7" fmla="*/ 82984 h 82899"/>
                <a:gd name="connsiteX8" fmla="*/ 235517 w 235386"/>
                <a:gd name="connsiteY8" fmla="*/ 75899 h 82899"/>
                <a:gd name="connsiteX9" fmla="*/ 223482 w 235386"/>
                <a:gd name="connsiteY9" fmla="*/ 68813 h 82899"/>
                <a:gd name="connsiteX10" fmla="*/ 12165 w 235386"/>
                <a:gd name="connsiteY10" fmla="*/ 68813 h 82899"/>
                <a:gd name="connsiteX11" fmla="*/ 130 w 235386"/>
                <a:gd name="connsiteY11" fmla="*/ 75899 h 82899"/>
                <a:gd name="connsiteX12" fmla="*/ 11811 w 235386"/>
                <a:gd name="connsiteY12" fmla="*/ 82984 h 82899"/>
                <a:gd name="connsiteX13" fmla="*/ 223836 w 235386"/>
                <a:gd name="connsiteY13" fmla="*/ 82984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386" h="82899">
                  <a:moveTo>
                    <a:pt x="223482" y="14256"/>
                  </a:moveTo>
                  <a:cubicBezTo>
                    <a:pt x="228792" y="14256"/>
                    <a:pt x="235517" y="14256"/>
                    <a:pt x="235517" y="7170"/>
                  </a:cubicBezTo>
                  <a:cubicBezTo>
                    <a:pt x="235517" y="85"/>
                    <a:pt x="228792" y="85"/>
                    <a:pt x="223836" y="85"/>
                  </a:cubicBezTo>
                  <a:lnTo>
                    <a:pt x="11811" y="85"/>
                  </a:lnTo>
                  <a:cubicBezTo>
                    <a:pt x="6856" y="85"/>
                    <a:pt x="130" y="85"/>
                    <a:pt x="130" y="7170"/>
                  </a:cubicBezTo>
                  <a:cubicBezTo>
                    <a:pt x="130" y="14256"/>
                    <a:pt x="6856" y="14256"/>
                    <a:pt x="12165" y="14256"/>
                  </a:cubicBezTo>
                  <a:lnTo>
                    <a:pt x="223482" y="14256"/>
                  </a:lnTo>
                  <a:close/>
                  <a:moveTo>
                    <a:pt x="223836" y="82984"/>
                  </a:moveTo>
                  <a:cubicBezTo>
                    <a:pt x="228792" y="82984"/>
                    <a:pt x="235517" y="82984"/>
                    <a:pt x="235517" y="75899"/>
                  </a:cubicBezTo>
                  <a:cubicBezTo>
                    <a:pt x="235517" y="68813"/>
                    <a:pt x="228792" y="68813"/>
                    <a:pt x="223482" y="68813"/>
                  </a:cubicBezTo>
                  <a:lnTo>
                    <a:pt x="12165" y="68813"/>
                  </a:lnTo>
                  <a:cubicBezTo>
                    <a:pt x="6856" y="68813"/>
                    <a:pt x="130" y="68813"/>
                    <a:pt x="130" y="75899"/>
                  </a:cubicBezTo>
                  <a:cubicBezTo>
                    <a:pt x="130" y="82984"/>
                    <a:pt x="6856" y="82984"/>
                    <a:pt x="11811" y="82984"/>
                  </a:cubicBezTo>
                  <a:lnTo>
                    <a:pt x="223836" y="82984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E67E0C5-771A-EF84-8A24-79C96552F410}"/>
                </a:ext>
              </a:extLst>
            </p:cNvPr>
            <p:cNvSpPr/>
            <p:nvPr>
              <p:custDataLst>
                <p:tags r:id="rId116"/>
              </p:custDataLst>
            </p:nvPr>
          </p:nvSpPr>
          <p:spPr>
            <a:xfrm>
              <a:off x="2621800" y="2544765"/>
              <a:ext cx="221228" cy="242675"/>
            </a:xfrm>
            <a:custGeom>
              <a:avLst/>
              <a:gdLst>
                <a:gd name="connsiteX0" fmla="*/ 86862 w 221228"/>
                <a:gd name="connsiteY0" fmla="*/ 123725 h 242675"/>
                <a:gd name="connsiteX1" fmla="*/ 125090 w 221228"/>
                <a:gd name="connsiteY1" fmla="*/ 131165 h 242675"/>
                <a:gd name="connsiteX2" fmla="*/ 143497 w 221228"/>
                <a:gd name="connsiteY2" fmla="*/ 163404 h 242675"/>
                <a:gd name="connsiteX3" fmla="*/ 149868 w 221228"/>
                <a:gd name="connsiteY3" fmla="*/ 172969 h 242675"/>
                <a:gd name="connsiteX4" fmla="*/ 155885 w 221228"/>
                <a:gd name="connsiteY4" fmla="*/ 161632 h 242675"/>
                <a:gd name="connsiteX5" fmla="*/ 155885 w 221228"/>
                <a:gd name="connsiteY5" fmla="*/ 65625 h 242675"/>
                <a:gd name="connsiteX6" fmla="*/ 149868 w 221228"/>
                <a:gd name="connsiteY6" fmla="*/ 54288 h 242675"/>
                <a:gd name="connsiteX7" fmla="*/ 143497 w 221228"/>
                <a:gd name="connsiteY7" fmla="*/ 62436 h 242675"/>
                <a:gd name="connsiteX8" fmla="*/ 86862 w 221228"/>
                <a:gd name="connsiteY8" fmla="*/ 110972 h 242675"/>
                <a:gd name="connsiteX9" fmla="*/ 86862 w 221228"/>
                <a:gd name="connsiteY9" fmla="*/ 36220 h 242675"/>
                <a:gd name="connsiteX10" fmla="*/ 102083 w 221228"/>
                <a:gd name="connsiteY10" fmla="*/ 12484 h 242675"/>
                <a:gd name="connsiteX11" fmla="*/ 119073 w 221228"/>
                <a:gd name="connsiteY11" fmla="*/ 12484 h 242675"/>
                <a:gd name="connsiteX12" fmla="*/ 192698 w 221228"/>
                <a:gd name="connsiteY12" fmla="*/ 61374 h 242675"/>
                <a:gd name="connsiteX13" fmla="*/ 199069 w 221228"/>
                <a:gd name="connsiteY13" fmla="*/ 69522 h 242675"/>
                <a:gd name="connsiteX14" fmla="*/ 205087 w 221228"/>
                <a:gd name="connsiteY14" fmla="*/ 57831 h 242675"/>
                <a:gd name="connsiteX15" fmla="*/ 205087 w 221228"/>
                <a:gd name="connsiteY15" fmla="*/ 11776 h 242675"/>
                <a:gd name="connsiteX16" fmla="*/ 193406 w 221228"/>
                <a:gd name="connsiteY16" fmla="*/ 85 h 242675"/>
                <a:gd name="connsiteX17" fmla="*/ 12176 w 221228"/>
                <a:gd name="connsiteY17" fmla="*/ 85 h 242675"/>
                <a:gd name="connsiteX18" fmla="*/ 141 w 221228"/>
                <a:gd name="connsiteY18" fmla="*/ 6462 h 242675"/>
                <a:gd name="connsiteX19" fmla="*/ 9698 w 221228"/>
                <a:gd name="connsiteY19" fmla="*/ 12484 h 242675"/>
                <a:gd name="connsiteX20" fmla="*/ 31290 w 221228"/>
                <a:gd name="connsiteY20" fmla="*/ 32678 h 242675"/>
                <a:gd name="connsiteX21" fmla="*/ 31290 w 221228"/>
                <a:gd name="connsiteY21" fmla="*/ 210168 h 242675"/>
                <a:gd name="connsiteX22" fmla="*/ 11468 w 221228"/>
                <a:gd name="connsiteY22" fmla="*/ 230361 h 242675"/>
                <a:gd name="connsiteX23" fmla="*/ 141 w 221228"/>
                <a:gd name="connsiteY23" fmla="*/ 236384 h 242675"/>
                <a:gd name="connsiteX24" fmla="*/ 12176 w 221228"/>
                <a:gd name="connsiteY24" fmla="*/ 242761 h 242675"/>
                <a:gd name="connsiteX25" fmla="*/ 199777 w 221228"/>
                <a:gd name="connsiteY25" fmla="*/ 242761 h 242675"/>
                <a:gd name="connsiteX26" fmla="*/ 211104 w 221228"/>
                <a:gd name="connsiteY26" fmla="*/ 237801 h 242675"/>
                <a:gd name="connsiteX27" fmla="*/ 221369 w 221228"/>
                <a:gd name="connsiteY27" fmla="*/ 176512 h 242675"/>
                <a:gd name="connsiteX28" fmla="*/ 215351 w 221228"/>
                <a:gd name="connsiteY28" fmla="*/ 170135 h 242675"/>
                <a:gd name="connsiteX29" fmla="*/ 208980 w 221228"/>
                <a:gd name="connsiteY29" fmla="*/ 175095 h 242675"/>
                <a:gd name="connsiteX30" fmla="*/ 177477 w 221228"/>
                <a:gd name="connsiteY30" fmla="*/ 214419 h 242675"/>
                <a:gd name="connsiteX31" fmla="*/ 121551 w 221228"/>
                <a:gd name="connsiteY31" fmla="*/ 230361 h 242675"/>
                <a:gd name="connsiteX32" fmla="*/ 102083 w 221228"/>
                <a:gd name="connsiteY32" fmla="*/ 230361 h 242675"/>
                <a:gd name="connsiteX33" fmla="*/ 86862 w 221228"/>
                <a:gd name="connsiteY33" fmla="*/ 206625 h 242675"/>
                <a:gd name="connsiteX34" fmla="*/ 86862 w 221228"/>
                <a:gd name="connsiteY34" fmla="*/ 123725 h 242675"/>
                <a:gd name="connsiteX35" fmla="*/ 192698 w 221228"/>
                <a:gd name="connsiteY35" fmla="*/ 12484 h 242675"/>
                <a:gd name="connsiteX36" fmla="*/ 192698 w 221228"/>
                <a:gd name="connsiteY36" fmla="*/ 29489 h 242675"/>
                <a:gd name="connsiteX37" fmla="*/ 172522 w 221228"/>
                <a:gd name="connsiteY37" fmla="*/ 12484 h 242675"/>
                <a:gd name="connsiteX38" fmla="*/ 192698 w 221228"/>
                <a:gd name="connsiteY38" fmla="*/ 12484 h 242675"/>
                <a:gd name="connsiteX39" fmla="*/ 123675 w 221228"/>
                <a:gd name="connsiteY39" fmla="*/ 116286 h 242675"/>
                <a:gd name="connsiteX40" fmla="*/ 143497 w 221228"/>
                <a:gd name="connsiteY40" fmla="*/ 101052 h 242675"/>
                <a:gd name="connsiteX41" fmla="*/ 143497 w 221228"/>
                <a:gd name="connsiteY41" fmla="*/ 130811 h 242675"/>
                <a:gd name="connsiteX42" fmla="*/ 123675 w 221228"/>
                <a:gd name="connsiteY42" fmla="*/ 116640 h 242675"/>
                <a:gd name="connsiteX43" fmla="*/ 123675 w 221228"/>
                <a:gd name="connsiteY43" fmla="*/ 116286 h 242675"/>
                <a:gd name="connsiteX44" fmla="*/ 43678 w 221228"/>
                <a:gd name="connsiteY44" fmla="*/ 31969 h 242675"/>
                <a:gd name="connsiteX45" fmla="*/ 40847 w 221228"/>
                <a:gd name="connsiteY45" fmla="*/ 12484 h 242675"/>
                <a:gd name="connsiteX46" fmla="*/ 78367 w 221228"/>
                <a:gd name="connsiteY46" fmla="*/ 12484 h 242675"/>
                <a:gd name="connsiteX47" fmla="*/ 74473 w 221228"/>
                <a:gd name="connsiteY47" fmla="*/ 35512 h 242675"/>
                <a:gd name="connsiteX48" fmla="*/ 74473 w 221228"/>
                <a:gd name="connsiteY48" fmla="*/ 207333 h 242675"/>
                <a:gd name="connsiteX49" fmla="*/ 78367 w 221228"/>
                <a:gd name="connsiteY49" fmla="*/ 230361 h 242675"/>
                <a:gd name="connsiteX50" fmla="*/ 40847 w 221228"/>
                <a:gd name="connsiteY50" fmla="*/ 230361 h 242675"/>
                <a:gd name="connsiteX51" fmla="*/ 43678 w 221228"/>
                <a:gd name="connsiteY51" fmla="*/ 210876 h 242675"/>
                <a:gd name="connsiteX52" fmla="*/ 43678 w 221228"/>
                <a:gd name="connsiteY52" fmla="*/ 31969 h 242675"/>
                <a:gd name="connsiteX53" fmla="*/ 175353 w 221228"/>
                <a:gd name="connsiteY53" fmla="*/ 230361 h 242675"/>
                <a:gd name="connsiteX54" fmla="*/ 175353 w 221228"/>
                <a:gd name="connsiteY54" fmla="*/ 230007 h 242675"/>
                <a:gd name="connsiteX55" fmla="*/ 203317 w 221228"/>
                <a:gd name="connsiteY55" fmla="*/ 210522 h 242675"/>
                <a:gd name="connsiteX56" fmla="*/ 200131 w 221228"/>
                <a:gd name="connsiteY56" fmla="*/ 230361 h 242675"/>
                <a:gd name="connsiteX57" fmla="*/ 175353 w 221228"/>
                <a:gd name="connsiteY57" fmla="*/ 230361 h 242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221228" h="242675">
                  <a:moveTo>
                    <a:pt x="86862" y="123725"/>
                  </a:moveTo>
                  <a:cubicBezTo>
                    <a:pt x="95711" y="123725"/>
                    <a:pt x="112702" y="123725"/>
                    <a:pt x="125090" y="131165"/>
                  </a:cubicBezTo>
                  <a:cubicBezTo>
                    <a:pt x="142081" y="142148"/>
                    <a:pt x="143497" y="161278"/>
                    <a:pt x="143497" y="163404"/>
                  </a:cubicBezTo>
                  <a:cubicBezTo>
                    <a:pt x="143851" y="168364"/>
                    <a:pt x="143851" y="172969"/>
                    <a:pt x="149868" y="172969"/>
                  </a:cubicBezTo>
                  <a:cubicBezTo>
                    <a:pt x="155885" y="172969"/>
                    <a:pt x="155885" y="168009"/>
                    <a:pt x="155885" y="161632"/>
                  </a:cubicBezTo>
                  <a:lnTo>
                    <a:pt x="155885" y="65625"/>
                  </a:lnTo>
                  <a:cubicBezTo>
                    <a:pt x="155885" y="59957"/>
                    <a:pt x="155885" y="54288"/>
                    <a:pt x="149868" y="54288"/>
                  </a:cubicBezTo>
                  <a:cubicBezTo>
                    <a:pt x="143851" y="54288"/>
                    <a:pt x="143497" y="59602"/>
                    <a:pt x="143497" y="62436"/>
                  </a:cubicBezTo>
                  <a:cubicBezTo>
                    <a:pt x="141373" y="108137"/>
                    <a:pt x="105268" y="110617"/>
                    <a:pt x="86862" y="110972"/>
                  </a:cubicBezTo>
                  <a:lnTo>
                    <a:pt x="86862" y="36220"/>
                  </a:lnTo>
                  <a:cubicBezTo>
                    <a:pt x="86862" y="12484"/>
                    <a:pt x="93588" y="12484"/>
                    <a:pt x="102083" y="12484"/>
                  </a:cubicBezTo>
                  <a:lnTo>
                    <a:pt x="119073" y="12484"/>
                  </a:lnTo>
                  <a:cubicBezTo>
                    <a:pt x="166858" y="12484"/>
                    <a:pt x="190574" y="36929"/>
                    <a:pt x="192698" y="61374"/>
                  </a:cubicBezTo>
                  <a:cubicBezTo>
                    <a:pt x="193052" y="64208"/>
                    <a:pt x="193406" y="69522"/>
                    <a:pt x="199069" y="69522"/>
                  </a:cubicBezTo>
                  <a:cubicBezTo>
                    <a:pt x="205087" y="69522"/>
                    <a:pt x="205087" y="63854"/>
                    <a:pt x="205087" y="57831"/>
                  </a:cubicBezTo>
                  <a:lnTo>
                    <a:pt x="205087" y="11776"/>
                  </a:lnTo>
                  <a:cubicBezTo>
                    <a:pt x="205087" y="793"/>
                    <a:pt x="204379" y="85"/>
                    <a:pt x="193406" y="85"/>
                  </a:cubicBezTo>
                  <a:lnTo>
                    <a:pt x="12176" y="85"/>
                  </a:lnTo>
                  <a:cubicBezTo>
                    <a:pt x="5804" y="85"/>
                    <a:pt x="141" y="85"/>
                    <a:pt x="141" y="6462"/>
                  </a:cubicBezTo>
                  <a:cubicBezTo>
                    <a:pt x="141" y="12484"/>
                    <a:pt x="6866" y="12484"/>
                    <a:pt x="9698" y="12484"/>
                  </a:cubicBezTo>
                  <a:cubicBezTo>
                    <a:pt x="29874" y="12484"/>
                    <a:pt x="31290" y="15318"/>
                    <a:pt x="31290" y="32678"/>
                  </a:cubicBezTo>
                  <a:lnTo>
                    <a:pt x="31290" y="210168"/>
                  </a:lnTo>
                  <a:cubicBezTo>
                    <a:pt x="31290" y="226818"/>
                    <a:pt x="30228" y="230361"/>
                    <a:pt x="11468" y="230361"/>
                  </a:cubicBezTo>
                  <a:cubicBezTo>
                    <a:pt x="6158" y="230361"/>
                    <a:pt x="141" y="230361"/>
                    <a:pt x="141" y="236384"/>
                  </a:cubicBezTo>
                  <a:cubicBezTo>
                    <a:pt x="141" y="242761"/>
                    <a:pt x="5804" y="242761"/>
                    <a:pt x="12176" y="242761"/>
                  </a:cubicBezTo>
                  <a:lnTo>
                    <a:pt x="199777" y="242761"/>
                  </a:lnTo>
                  <a:cubicBezTo>
                    <a:pt x="206502" y="242761"/>
                    <a:pt x="210042" y="242761"/>
                    <a:pt x="211104" y="237801"/>
                  </a:cubicBezTo>
                  <a:cubicBezTo>
                    <a:pt x="211458" y="237447"/>
                    <a:pt x="221369" y="178283"/>
                    <a:pt x="221369" y="176512"/>
                  </a:cubicBezTo>
                  <a:cubicBezTo>
                    <a:pt x="221369" y="172615"/>
                    <a:pt x="218183" y="170135"/>
                    <a:pt x="215351" y="170135"/>
                  </a:cubicBezTo>
                  <a:cubicBezTo>
                    <a:pt x="210396" y="170135"/>
                    <a:pt x="208980" y="174741"/>
                    <a:pt x="208980" y="175095"/>
                  </a:cubicBezTo>
                  <a:cubicBezTo>
                    <a:pt x="206856" y="184306"/>
                    <a:pt x="203317" y="199185"/>
                    <a:pt x="177477" y="214419"/>
                  </a:cubicBezTo>
                  <a:cubicBezTo>
                    <a:pt x="159071" y="225401"/>
                    <a:pt x="141019" y="230361"/>
                    <a:pt x="121551" y="230361"/>
                  </a:cubicBezTo>
                  <a:lnTo>
                    <a:pt x="102083" y="230361"/>
                  </a:lnTo>
                  <a:cubicBezTo>
                    <a:pt x="93588" y="230361"/>
                    <a:pt x="86862" y="230361"/>
                    <a:pt x="86862" y="206625"/>
                  </a:cubicBezTo>
                  <a:lnTo>
                    <a:pt x="86862" y="123725"/>
                  </a:lnTo>
                  <a:close/>
                  <a:moveTo>
                    <a:pt x="192698" y="12484"/>
                  </a:moveTo>
                  <a:lnTo>
                    <a:pt x="192698" y="29489"/>
                  </a:lnTo>
                  <a:cubicBezTo>
                    <a:pt x="186680" y="22758"/>
                    <a:pt x="179955" y="17090"/>
                    <a:pt x="172522" y="12484"/>
                  </a:cubicBezTo>
                  <a:lnTo>
                    <a:pt x="192698" y="12484"/>
                  </a:lnTo>
                  <a:close/>
                  <a:moveTo>
                    <a:pt x="123675" y="116286"/>
                  </a:moveTo>
                  <a:cubicBezTo>
                    <a:pt x="129338" y="113806"/>
                    <a:pt x="137125" y="108492"/>
                    <a:pt x="143497" y="101052"/>
                  </a:cubicBezTo>
                  <a:lnTo>
                    <a:pt x="143497" y="130811"/>
                  </a:lnTo>
                  <a:cubicBezTo>
                    <a:pt x="135001" y="121246"/>
                    <a:pt x="124028" y="116640"/>
                    <a:pt x="123675" y="116640"/>
                  </a:cubicBezTo>
                  <a:lnTo>
                    <a:pt x="123675" y="116286"/>
                  </a:lnTo>
                  <a:close/>
                  <a:moveTo>
                    <a:pt x="43678" y="31969"/>
                  </a:moveTo>
                  <a:cubicBezTo>
                    <a:pt x="43678" y="27718"/>
                    <a:pt x="43678" y="18861"/>
                    <a:pt x="40847" y="12484"/>
                  </a:cubicBezTo>
                  <a:lnTo>
                    <a:pt x="78367" y="12484"/>
                  </a:lnTo>
                  <a:cubicBezTo>
                    <a:pt x="74473" y="20632"/>
                    <a:pt x="74473" y="32323"/>
                    <a:pt x="74473" y="35512"/>
                  </a:cubicBezTo>
                  <a:lnTo>
                    <a:pt x="74473" y="207333"/>
                  </a:lnTo>
                  <a:cubicBezTo>
                    <a:pt x="74473" y="220087"/>
                    <a:pt x="76951" y="227173"/>
                    <a:pt x="78367" y="230361"/>
                  </a:cubicBezTo>
                  <a:lnTo>
                    <a:pt x="40847" y="230361"/>
                  </a:lnTo>
                  <a:cubicBezTo>
                    <a:pt x="43678" y="223984"/>
                    <a:pt x="43678" y="215127"/>
                    <a:pt x="43678" y="210876"/>
                  </a:cubicBezTo>
                  <a:lnTo>
                    <a:pt x="43678" y="31969"/>
                  </a:lnTo>
                  <a:close/>
                  <a:moveTo>
                    <a:pt x="175353" y="230361"/>
                  </a:moveTo>
                  <a:lnTo>
                    <a:pt x="175353" y="230007"/>
                  </a:lnTo>
                  <a:cubicBezTo>
                    <a:pt x="186680" y="224339"/>
                    <a:pt x="196237" y="216899"/>
                    <a:pt x="203317" y="210522"/>
                  </a:cubicBezTo>
                  <a:cubicBezTo>
                    <a:pt x="202963" y="211939"/>
                    <a:pt x="200485" y="227527"/>
                    <a:pt x="200131" y="230361"/>
                  </a:cubicBezTo>
                  <a:lnTo>
                    <a:pt x="175353" y="230361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A9BF2F4-BCC3-8DF8-BDB1-047D1DA3ECBA}"/>
                </a:ext>
              </a:extLst>
            </p:cNvPr>
            <p:cNvSpPr/>
            <p:nvPr>
              <p:custDataLst>
                <p:tags r:id="rId117"/>
              </p:custDataLst>
            </p:nvPr>
          </p:nvSpPr>
          <p:spPr>
            <a:xfrm>
              <a:off x="2894590" y="2521737"/>
              <a:ext cx="48493" cy="354271"/>
            </a:xfrm>
            <a:custGeom>
              <a:avLst/>
              <a:gdLst>
                <a:gd name="connsiteX0" fmla="*/ 48641 w 48493"/>
                <a:gd name="connsiteY0" fmla="*/ 354356 h 354271"/>
                <a:gd name="connsiteX1" fmla="*/ 48641 w 48493"/>
                <a:gd name="connsiteY1" fmla="*/ 340185 h 354271"/>
                <a:gd name="connsiteX2" fmla="*/ 14306 w 48493"/>
                <a:gd name="connsiteY2" fmla="*/ 340185 h 354271"/>
                <a:gd name="connsiteX3" fmla="*/ 14306 w 48493"/>
                <a:gd name="connsiteY3" fmla="*/ 14256 h 354271"/>
                <a:gd name="connsiteX4" fmla="*/ 48641 w 48493"/>
                <a:gd name="connsiteY4" fmla="*/ 14256 h 354271"/>
                <a:gd name="connsiteX5" fmla="*/ 48641 w 48493"/>
                <a:gd name="connsiteY5" fmla="*/ 85 h 354271"/>
                <a:gd name="connsiteX6" fmla="*/ 147 w 48493"/>
                <a:gd name="connsiteY6" fmla="*/ 85 h 354271"/>
                <a:gd name="connsiteX7" fmla="*/ 147 w 48493"/>
                <a:gd name="connsiteY7" fmla="*/ 354356 h 354271"/>
                <a:gd name="connsiteX8" fmla="*/ 48641 w 48493"/>
                <a:gd name="connsiteY8" fmla="*/ 354356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641" y="354356"/>
                  </a:moveTo>
                  <a:lnTo>
                    <a:pt x="48641" y="340185"/>
                  </a:lnTo>
                  <a:lnTo>
                    <a:pt x="14306" y="340185"/>
                  </a:lnTo>
                  <a:lnTo>
                    <a:pt x="14306" y="14256"/>
                  </a:lnTo>
                  <a:lnTo>
                    <a:pt x="48641" y="14256"/>
                  </a:lnTo>
                  <a:lnTo>
                    <a:pt x="48641" y="85"/>
                  </a:lnTo>
                  <a:lnTo>
                    <a:pt x="147" y="85"/>
                  </a:lnTo>
                  <a:lnTo>
                    <a:pt x="147" y="354356"/>
                  </a:lnTo>
                  <a:lnTo>
                    <a:pt x="48641" y="354356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38032A1-E956-B641-6974-F65E67E7EEE0}"/>
                </a:ext>
              </a:extLst>
            </p:cNvPr>
            <p:cNvSpPr/>
            <p:nvPr>
              <p:custDataLst>
                <p:tags r:id="rId118"/>
              </p:custDataLst>
            </p:nvPr>
          </p:nvSpPr>
          <p:spPr>
            <a:xfrm>
              <a:off x="2960703" y="2545474"/>
              <a:ext cx="291667" cy="241967"/>
            </a:xfrm>
            <a:custGeom>
              <a:avLst/>
              <a:gdLst>
                <a:gd name="connsiteX0" fmla="*/ 162266 w 291667"/>
                <a:gd name="connsiteY0" fmla="*/ 96447 h 241967"/>
                <a:gd name="connsiteX1" fmla="*/ 132533 w 291667"/>
                <a:gd name="connsiteY1" fmla="*/ 25947 h 241967"/>
                <a:gd name="connsiteX2" fmla="*/ 130763 w 291667"/>
                <a:gd name="connsiteY2" fmla="*/ 21341 h 241967"/>
                <a:gd name="connsiteX3" fmla="*/ 151647 w 291667"/>
                <a:gd name="connsiteY3" fmla="*/ 11067 h 241967"/>
                <a:gd name="connsiteX4" fmla="*/ 158726 w 291667"/>
                <a:gd name="connsiteY4" fmla="*/ 4336 h 241967"/>
                <a:gd name="connsiteX5" fmla="*/ 153417 w 291667"/>
                <a:gd name="connsiteY5" fmla="*/ 85 h 241967"/>
                <a:gd name="connsiteX6" fmla="*/ 108817 w 291667"/>
                <a:gd name="connsiteY6" fmla="*/ 1148 h 241967"/>
                <a:gd name="connsiteX7" fmla="*/ 69173 w 291667"/>
                <a:gd name="connsiteY7" fmla="*/ 85 h 241967"/>
                <a:gd name="connsiteX8" fmla="*/ 62802 w 291667"/>
                <a:gd name="connsiteY8" fmla="*/ 7170 h 241967"/>
                <a:gd name="connsiteX9" fmla="*/ 70943 w 291667"/>
                <a:gd name="connsiteY9" fmla="*/ 11067 h 241967"/>
                <a:gd name="connsiteX10" fmla="*/ 97491 w 291667"/>
                <a:gd name="connsiteY10" fmla="*/ 22404 h 241967"/>
                <a:gd name="connsiteX11" fmla="*/ 139258 w 291667"/>
                <a:gd name="connsiteY11" fmla="*/ 121246 h 241967"/>
                <a:gd name="connsiteX12" fmla="*/ 64572 w 291667"/>
                <a:gd name="connsiteY12" fmla="*/ 201665 h 241967"/>
                <a:gd name="connsiteX13" fmla="*/ 59970 w 291667"/>
                <a:gd name="connsiteY13" fmla="*/ 205562 h 241967"/>
                <a:gd name="connsiteX14" fmla="*/ 7937 w 291667"/>
                <a:gd name="connsiteY14" fmla="*/ 231070 h 241967"/>
                <a:gd name="connsiteX15" fmla="*/ 150 w 291667"/>
                <a:gd name="connsiteY15" fmla="*/ 238155 h 241967"/>
                <a:gd name="connsiteX16" fmla="*/ 4752 w 291667"/>
                <a:gd name="connsiteY16" fmla="*/ 242052 h 241967"/>
                <a:gd name="connsiteX17" fmla="*/ 38024 w 291667"/>
                <a:gd name="connsiteY17" fmla="*/ 240989 h 241967"/>
                <a:gd name="connsiteX18" fmla="*/ 77668 w 291667"/>
                <a:gd name="connsiteY18" fmla="*/ 242052 h 241967"/>
                <a:gd name="connsiteX19" fmla="*/ 84040 w 291667"/>
                <a:gd name="connsiteY19" fmla="*/ 234967 h 241967"/>
                <a:gd name="connsiteX20" fmla="*/ 79792 w 291667"/>
                <a:gd name="connsiteY20" fmla="*/ 231070 h 241967"/>
                <a:gd name="connsiteX21" fmla="*/ 65634 w 291667"/>
                <a:gd name="connsiteY21" fmla="*/ 220087 h 241967"/>
                <a:gd name="connsiteX22" fmla="*/ 75191 w 291667"/>
                <a:gd name="connsiteY22" fmla="*/ 204145 h 241967"/>
                <a:gd name="connsiteX23" fmla="*/ 111295 w 291667"/>
                <a:gd name="connsiteY23" fmla="*/ 165884 h 241967"/>
                <a:gd name="connsiteX24" fmla="*/ 143152 w 291667"/>
                <a:gd name="connsiteY24" fmla="*/ 131165 h 241967"/>
                <a:gd name="connsiteX25" fmla="*/ 178903 w 291667"/>
                <a:gd name="connsiteY25" fmla="*/ 215836 h 241967"/>
                <a:gd name="connsiteX26" fmla="*/ 180672 w 291667"/>
                <a:gd name="connsiteY26" fmla="*/ 220796 h 241967"/>
                <a:gd name="connsiteX27" fmla="*/ 160142 w 291667"/>
                <a:gd name="connsiteY27" fmla="*/ 231070 h 241967"/>
                <a:gd name="connsiteX28" fmla="*/ 153063 w 291667"/>
                <a:gd name="connsiteY28" fmla="*/ 237801 h 241967"/>
                <a:gd name="connsiteX29" fmla="*/ 158373 w 291667"/>
                <a:gd name="connsiteY29" fmla="*/ 242052 h 241967"/>
                <a:gd name="connsiteX30" fmla="*/ 202972 w 291667"/>
                <a:gd name="connsiteY30" fmla="*/ 240989 h 241967"/>
                <a:gd name="connsiteX31" fmla="*/ 242262 w 291667"/>
                <a:gd name="connsiteY31" fmla="*/ 242052 h 241967"/>
                <a:gd name="connsiteX32" fmla="*/ 248988 w 291667"/>
                <a:gd name="connsiteY32" fmla="*/ 235321 h 241967"/>
                <a:gd name="connsiteX33" fmla="*/ 242616 w 291667"/>
                <a:gd name="connsiteY33" fmla="*/ 231070 h 241967"/>
                <a:gd name="connsiteX34" fmla="*/ 212175 w 291667"/>
                <a:gd name="connsiteY34" fmla="*/ 215482 h 241967"/>
                <a:gd name="connsiteX35" fmla="*/ 166514 w 291667"/>
                <a:gd name="connsiteY35" fmla="*/ 106012 h 241967"/>
                <a:gd name="connsiteX36" fmla="*/ 239077 w 291667"/>
                <a:gd name="connsiteY36" fmla="*/ 29135 h 241967"/>
                <a:gd name="connsiteX37" fmla="*/ 284030 w 291667"/>
                <a:gd name="connsiteY37" fmla="*/ 11067 h 241967"/>
                <a:gd name="connsiteX38" fmla="*/ 291817 w 291667"/>
                <a:gd name="connsiteY38" fmla="*/ 3982 h 241967"/>
                <a:gd name="connsiteX39" fmla="*/ 287216 w 291667"/>
                <a:gd name="connsiteY39" fmla="*/ 85 h 241967"/>
                <a:gd name="connsiteX40" fmla="*/ 253943 w 291667"/>
                <a:gd name="connsiteY40" fmla="*/ 1148 h 241967"/>
                <a:gd name="connsiteX41" fmla="*/ 214653 w 291667"/>
                <a:gd name="connsiteY41" fmla="*/ 85 h 241967"/>
                <a:gd name="connsiteX42" fmla="*/ 207928 w 291667"/>
                <a:gd name="connsiteY42" fmla="*/ 7170 h 241967"/>
                <a:gd name="connsiteX43" fmla="*/ 212175 w 291667"/>
                <a:gd name="connsiteY43" fmla="*/ 11067 h 241967"/>
                <a:gd name="connsiteX44" fmla="*/ 226334 w 291667"/>
                <a:gd name="connsiteY44" fmla="*/ 22049 h 241967"/>
                <a:gd name="connsiteX45" fmla="*/ 219608 w 291667"/>
                <a:gd name="connsiteY45" fmla="*/ 34803 h 241967"/>
                <a:gd name="connsiteX46" fmla="*/ 162266 w 291667"/>
                <a:gd name="connsiteY46" fmla="*/ 96447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1667" h="241967">
                  <a:moveTo>
                    <a:pt x="162266" y="96447"/>
                  </a:moveTo>
                  <a:lnTo>
                    <a:pt x="132533" y="25947"/>
                  </a:lnTo>
                  <a:cubicBezTo>
                    <a:pt x="131471" y="23112"/>
                    <a:pt x="130763" y="21695"/>
                    <a:pt x="130763" y="21341"/>
                  </a:cubicBezTo>
                  <a:cubicBezTo>
                    <a:pt x="130763" y="19215"/>
                    <a:pt x="136781" y="12484"/>
                    <a:pt x="151647" y="11067"/>
                  </a:cubicBezTo>
                  <a:cubicBezTo>
                    <a:pt x="155187" y="10713"/>
                    <a:pt x="158726" y="10359"/>
                    <a:pt x="158726" y="4336"/>
                  </a:cubicBezTo>
                  <a:cubicBezTo>
                    <a:pt x="158726" y="85"/>
                    <a:pt x="154479" y="85"/>
                    <a:pt x="153417" y="85"/>
                  </a:cubicBezTo>
                  <a:cubicBezTo>
                    <a:pt x="138904" y="85"/>
                    <a:pt x="123684" y="1148"/>
                    <a:pt x="108817" y="1148"/>
                  </a:cubicBezTo>
                  <a:cubicBezTo>
                    <a:pt x="99968" y="1148"/>
                    <a:pt x="78022" y="85"/>
                    <a:pt x="69173" y="85"/>
                  </a:cubicBezTo>
                  <a:cubicBezTo>
                    <a:pt x="67050" y="85"/>
                    <a:pt x="62802" y="85"/>
                    <a:pt x="62802" y="7170"/>
                  </a:cubicBezTo>
                  <a:cubicBezTo>
                    <a:pt x="62802" y="11067"/>
                    <a:pt x="66342" y="11067"/>
                    <a:pt x="70943" y="11067"/>
                  </a:cubicBezTo>
                  <a:cubicBezTo>
                    <a:pt x="92181" y="11067"/>
                    <a:pt x="94305" y="14610"/>
                    <a:pt x="97491" y="22404"/>
                  </a:cubicBezTo>
                  <a:lnTo>
                    <a:pt x="139258" y="121246"/>
                  </a:lnTo>
                  <a:lnTo>
                    <a:pt x="64572" y="201665"/>
                  </a:lnTo>
                  <a:lnTo>
                    <a:pt x="59970" y="205562"/>
                  </a:lnTo>
                  <a:cubicBezTo>
                    <a:pt x="42626" y="224339"/>
                    <a:pt x="25990" y="230007"/>
                    <a:pt x="7937" y="231070"/>
                  </a:cubicBezTo>
                  <a:cubicBezTo>
                    <a:pt x="3336" y="231424"/>
                    <a:pt x="150" y="231424"/>
                    <a:pt x="150" y="238155"/>
                  </a:cubicBezTo>
                  <a:cubicBezTo>
                    <a:pt x="150" y="238509"/>
                    <a:pt x="150" y="242052"/>
                    <a:pt x="4752" y="242052"/>
                  </a:cubicBezTo>
                  <a:cubicBezTo>
                    <a:pt x="15371" y="242052"/>
                    <a:pt x="27052" y="240989"/>
                    <a:pt x="38024" y="240989"/>
                  </a:cubicBezTo>
                  <a:cubicBezTo>
                    <a:pt x="51121" y="240989"/>
                    <a:pt x="64926" y="242052"/>
                    <a:pt x="77668" y="242052"/>
                  </a:cubicBezTo>
                  <a:cubicBezTo>
                    <a:pt x="79792" y="242052"/>
                    <a:pt x="84040" y="242052"/>
                    <a:pt x="84040" y="234967"/>
                  </a:cubicBezTo>
                  <a:cubicBezTo>
                    <a:pt x="84040" y="231424"/>
                    <a:pt x="80500" y="231070"/>
                    <a:pt x="79792" y="231070"/>
                  </a:cubicBezTo>
                  <a:cubicBezTo>
                    <a:pt x="76607" y="230715"/>
                    <a:pt x="65634" y="230007"/>
                    <a:pt x="65634" y="220087"/>
                  </a:cubicBezTo>
                  <a:cubicBezTo>
                    <a:pt x="65634" y="214419"/>
                    <a:pt x="70943" y="208751"/>
                    <a:pt x="75191" y="204145"/>
                  </a:cubicBezTo>
                  <a:lnTo>
                    <a:pt x="111295" y="165884"/>
                  </a:lnTo>
                  <a:lnTo>
                    <a:pt x="143152" y="131165"/>
                  </a:lnTo>
                  <a:lnTo>
                    <a:pt x="178903" y="215836"/>
                  </a:lnTo>
                  <a:cubicBezTo>
                    <a:pt x="180318" y="219733"/>
                    <a:pt x="180672" y="220087"/>
                    <a:pt x="180672" y="220796"/>
                  </a:cubicBezTo>
                  <a:cubicBezTo>
                    <a:pt x="180672" y="223630"/>
                    <a:pt x="173947" y="229653"/>
                    <a:pt x="160142" y="231070"/>
                  </a:cubicBezTo>
                  <a:cubicBezTo>
                    <a:pt x="156249" y="231424"/>
                    <a:pt x="153063" y="231778"/>
                    <a:pt x="153063" y="237801"/>
                  </a:cubicBezTo>
                  <a:cubicBezTo>
                    <a:pt x="153063" y="242052"/>
                    <a:pt x="156957" y="242052"/>
                    <a:pt x="158373" y="242052"/>
                  </a:cubicBezTo>
                  <a:cubicBezTo>
                    <a:pt x="168284" y="242052"/>
                    <a:pt x="193061" y="240989"/>
                    <a:pt x="202972" y="240989"/>
                  </a:cubicBezTo>
                  <a:cubicBezTo>
                    <a:pt x="211821" y="240989"/>
                    <a:pt x="233413" y="242052"/>
                    <a:pt x="242262" y="242052"/>
                  </a:cubicBezTo>
                  <a:cubicBezTo>
                    <a:pt x="244740" y="242052"/>
                    <a:pt x="248988" y="242052"/>
                    <a:pt x="248988" y="235321"/>
                  </a:cubicBezTo>
                  <a:cubicBezTo>
                    <a:pt x="248988" y="231070"/>
                    <a:pt x="245448" y="231070"/>
                    <a:pt x="242616" y="231070"/>
                  </a:cubicBezTo>
                  <a:cubicBezTo>
                    <a:pt x="218901" y="230715"/>
                    <a:pt x="218193" y="229653"/>
                    <a:pt x="212175" y="215482"/>
                  </a:cubicBezTo>
                  <a:cubicBezTo>
                    <a:pt x="198371" y="182534"/>
                    <a:pt x="174655" y="127268"/>
                    <a:pt x="166514" y="106012"/>
                  </a:cubicBezTo>
                  <a:cubicBezTo>
                    <a:pt x="190583" y="81213"/>
                    <a:pt x="227750" y="39055"/>
                    <a:pt x="239077" y="29135"/>
                  </a:cubicBezTo>
                  <a:cubicBezTo>
                    <a:pt x="249342" y="20632"/>
                    <a:pt x="262792" y="12130"/>
                    <a:pt x="284030" y="11067"/>
                  </a:cubicBezTo>
                  <a:cubicBezTo>
                    <a:pt x="288632" y="10713"/>
                    <a:pt x="291817" y="10713"/>
                    <a:pt x="291817" y="3982"/>
                  </a:cubicBezTo>
                  <a:cubicBezTo>
                    <a:pt x="291817" y="3627"/>
                    <a:pt x="291817" y="85"/>
                    <a:pt x="287216" y="85"/>
                  </a:cubicBezTo>
                  <a:cubicBezTo>
                    <a:pt x="276597" y="85"/>
                    <a:pt x="264916" y="1148"/>
                    <a:pt x="253943" y="1148"/>
                  </a:cubicBezTo>
                  <a:cubicBezTo>
                    <a:pt x="240846" y="1148"/>
                    <a:pt x="227396" y="85"/>
                    <a:pt x="214653" y="85"/>
                  </a:cubicBezTo>
                  <a:cubicBezTo>
                    <a:pt x="212529" y="85"/>
                    <a:pt x="207928" y="85"/>
                    <a:pt x="207928" y="7170"/>
                  </a:cubicBezTo>
                  <a:cubicBezTo>
                    <a:pt x="207928" y="9650"/>
                    <a:pt x="209697" y="10713"/>
                    <a:pt x="212175" y="11067"/>
                  </a:cubicBezTo>
                  <a:cubicBezTo>
                    <a:pt x="215361" y="11421"/>
                    <a:pt x="226334" y="12130"/>
                    <a:pt x="226334" y="22049"/>
                  </a:cubicBezTo>
                  <a:cubicBezTo>
                    <a:pt x="226334" y="27009"/>
                    <a:pt x="222440" y="31615"/>
                    <a:pt x="219608" y="34803"/>
                  </a:cubicBezTo>
                  <a:lnTo>
                    <a:pt x="162266" y="96447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69187E52-F15A-6989-E84D-9333143DB0A7}"/>
                </a:ext>
              </a:extLst>
            </p:cNvPr>
            <p:cNvSpPr/>
            <p:nvPr>
              <p:custDataLst>
                <p:tags r:id="rId119"/>
              </p:custDataLst>
            </p:nvPr>
          </p:nvSpPr>
          <p:spPr>
            <a:xfrm>
              <a:off x="3287782" y="2476500"/>
              <a:ext cx="109516" cy="164665"/>
            </a:xfrm>
            <a:custGeom>
              <a:avLst/>
              <a:gdLst>
                <a:gd name="connsiteX0" fmla="*/ 109676 w 109516"/>
                <a:gd name="connsiteY0" fmla="*/ 119612 h 164665"/>
                <a:gd name="connsiteX1" fmla="*/ 101252 w 109516"/>
                <a:gd name="connsiteY1" fmla="*/ 119612 h 164665"/>
                <a:gd name="connsiteX2" fmla="*/ 94809 w 109516"/>
                <a:gd name="connsiteY2" fmla="*/ 142179 h 164665"/>
                <a:gd name="connsiteX3" fmla="*/ 70280 w 109516"/>
                <a:gd name="connsiteY3" fmla="*/ 143667 h 164665"/>
                <a:gd name="connsiteX4" fmla="*/ 24689 w 109516"/>
                <a:gd name="connsiteY4" fmla="*/ 143667 h 164665"/>
                <a:gd name="connsiteX5" fmla="*/ 74244 w 109516"/>
                <a:gd name="connsiteY5" fmla="*/ 102004 h 164665"/>
                <a:gd name="connsiteX6" fmla="*/ 109676 w 109516"/>
                <a:gd name="connsiteY6" fmla="*/ 48439 h 164665"/>
                <a:gd name="connsiteX7" fmla="*/ 51697 w 109516"/>
                <a:gd name="connsiteY7" fmla="*/ 81 h 164665"/>
                <a:gd name="connsiteX8" fmla="*/ 159 w 109516"/>
                <a:gd name="connsiteY8" fmla="*/ 44471 h 164665"/>
                <a:gd name="connsiteX9" fmla="*/ 13291 w 109516"/>
                <a:gd name="connsiteY9" fmla="*/ 58358 h 164665"/>
                <a:gd name="connsiteX10" fmla="*/ 26423 w 109516"/>
                <a:gd name="connsiteY10" fmla="*/ 45215 h 164665"/>
                <a:gd name="connsiteX11" fmla="*/ 11805 w 109516"/>
                <a:gd name="connsiteY11" fmla="*/ 32071 h 164665"/>
                <a:gd name="connsiteX12" fmla="*/ 47980 w 109516"/>
                <a:gd name="connsiteY12" fmla="*/ 9008 h 164665"/>
                <a:gd name="connsiteX13" fmla="*/ 85642 w 109516"/>
                <a:gd name="connsiteY13" fmla="*/ 48439 h 164665"/>
                <a:gd name="connsiteX14" fmla="*/ 62351 w 109516"/>
                <a:gd name="connsiteY14" fmla="*/ 96053 h 164665"/>
                <a:gd name="connsiteX15" fmla="*/ 2637 w 109516"/>
                <a:gd name="connsiteY15" fmla="*/ 155074 h 164665"/>
                <a:gd name="connsiteX16" fmla="*/ 159 w 109516"/>
                <a:gd name="connsiteY16" fmla="*/ 164746 h 164665"/>
                <a:gd name="connsiteX17" fmla="*/ 102243 w 109516"/>
                <a:gd name="connsiteY17" fmla="*/ 164746 h 164665"/>
                <a:gd name="connsiteX18" fmla="*/ 109676 w 109516"/>
                <a:gd name="connsiteY18" fmla="*/ 119612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516" h="164665">
                  <a:moveTo>
                    <a:pt x="109676" y="119612"/>
                  </a:moveTo>
                  <a:lnTo>
                    <a:pt x="101252" y="119612"/>
                  </a:lnTo>
                  <a:cubicBezTo>
                    <a:pt x="100508" y="125068"/>
                    <a:pt x="98031" y="139699"/>
                    <a:pt x="94809" y="142179"/>
                  </a:cubicBezTo>
                  <a:cubicBezTo>
                    <a:pt x="92827" y="143667"/>
                    <a:pt x="73749" y="143667"/>
                    <a:pt x="70280" y="143667"/>
                  </a:cubicBezTo>
                  <a:lnTo>
                    <a:pt x="24689" y="143667"/>
                  </a:lnTo>
                  <a:cubicBezTo>
                    <a:pt x="50705" y="120604"/>
                    <a:pt x="59378" y="113660"/>
                    <a:pt x="74244" y="102004"/>
                  </a:cubicBezTo>
                  <a:cubicBezTo>
                    <a:pt x="92579" y="87373"/>
                    <a:pt x="109676" y="71998"/>
                    <a:pt x="109676" y="48439"/>
                  </a:cubicBezTo>
                  <a:cubicBezTo>
                    <a:pt x="109676" y="18432"/>
                    <a:pt x="83412" y="81"/>
                    <a:pt x="51697" y="81"/>
                  </a:cubicBezTo>
                  <a:cubicBezTo>
                    <a:pt x="20972" y="81"/>
                    <a:pt x="159" y="21656"/>
                    <a:pt x="159" y="44471"/>
                  </a:cubicBezTo>
                  <a:cubicBezTo>
                    <a:pt x="159" y="57118"/>
                    <a:pt x="10814" y="58358"/>
                    <a:pt x="13291" y="58358"/>
                  </a:cubicBezTo>
                  <a:cubicBezTo>
                    <a:pt x="19238" y="58358"/>
                    <a:pt x="26423" y="54142"/>
                    <a:pt x="26423" y="45215"/>
                  </a:cubicBezTo>
                  <a:cubicBezTo>
                    <a:pt x="26423" y="40751"/>
                    <a:pt x="24689" y="32071"/>
                    <a:pt x="11805" y="32071"/>
                  </a:cubicBezTo>
                  <a:cubicBezTo>
                    <a:pt x="19486" y="14464"/>
                    <a:pt x="36334" y="9008"/>
                    <a:pt x="47980" y="9008"/>
                  </a:cubicBezTo>
                  <a:cubicBezTo>
                    <a:pt x="72757" y="9008"/>
                    <a:pt x="85642" y="28351"/>
                    <a:pt x="85642" y="48439"/>
                  </a:cubicBezTo>
                  <a:cubicBezTo>
                    <a:pt x="85642" y="70014"/>
                    <a:pt x="70280" y="87125"/>
                    <a:pt x="62351" y="96053"/>
                  </a:cubicBezTo>
                  <a:lnTo>
                    <a:pt x="2637" y="155074"/>
                  </a:lnTo>
                  <a:cubicBezTo>
                    <a:pt x="159" y="157306"/>
                    <a:pt x="159" y="157802"/>
                    <a:pt x="159" y="164746"/>
                  </a:cubicBezTo>
                  <a:lnTo>
                    <a:pt x="102243" y="164746"/>
                  </a:lnTo>
                  <a:lnTo>
                    <a:pt x="109676" y="119612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7FE8EA8-4423-1F84-51F7-96663CF29CBE}"/>
                </a:ext>
              </a:extLst>
            </p:cNvPr>
            <p:cNvSpPr/>
            <p:nvPr>
              <p:custDataLst>
                <p:tags r:id="rId120"/>
              </p:custDataLst>
            </p:nvPr>
          </p:nvSpPr>
          <p:spPr>
            <a:xfrm>
              <a:off x="3443354" y="2545474"/>
              <a:ext cx="257332" cy="241967"/>
            </a:xfrm>
            <a:custGeom>
              <a:avLst/>
              <a:gdLst>
                <a:gd name="connsiteX0" fmla="*/ 199092 w 257332"/>
                <a:gd name="connsiteY0" fmla="*/ 40472 h 241967"/>
                <a:gd name="connsiteX1" fmla="*/ 204048 w 257332"/>
                <a:gd name="connsiteY1" fmla="*/ 35512 h 241967"/>
                <a:gd name="connsiteX2" fmla="*/ 250417 w 257332"/>
                <a:gd name="connsiteY2" fmla="*/ 11067 h 241967"/>
                <a:gd name="connsiteX3" fmla="*/ 257496 w 257332"/>
                <a:gd name="connsiteY3" fmla="*/ 4336 h 241967"/>
                <a:gd name="connsiteX4" fmla="*/ 252895 w 257332"/>
                <a:gd name="connsiteY4" fmla="*/ 85 h 241967"/>
                <a:gd name="connsiteX5" fmla="*/ 223870 w 257332"/>
                <a:gd name="connsiteY5" fmla="*/ 1148 h 241967"/>
                <a:gd name="connsiteX6" fmla="*/ 188473 w 257332"/>
                <a:gd name="connsiteY6" fmla="*/ 85 h 241967"/>
                <a:gd name="connsiteX7" fmla="*/ 181748 w 257332"/>
                <a:gd name="connsiteY7" fmla="*/ 6816 h 241967"/>
                <a:gd name="connsiteX8" fmla="*/ 187057 w 257332"/>
                <a:gd name="connsiteY8" fmla="*/ 11067 h 241967"/>
                <a:gd name="connsiteX9" fmla="*/ 199800 w 257332"/>
                <a:gd name="connsiteY9" fmla="*/ 19215 h 241967"/>
                <a:gd name="connsiteX10" fmla="*/ 190243 w 257332"/>
                <a:gd name="connsiteY10" fmla="*/ 36220 h 241967"/>
                <a:gd name="connsiteX11" fmla="*/ 108123 w 257332"/>
                <a:gd name="connsiteY11" fmla="*/ 130811 h 241967"/>
                <a:gd name="connsiteX12" fmla="*/ 69187 w 257332"/>
                <a:gd name="connsiteY12" fmla="*/ 25592 h 241967"/>
                <a:gd name="connsiteX13" fmla="*/ 67063 w 257332"/>
                <a:gd name="connsiteY13" fmla="*/ 19570 h 241967"/>
                <a:gd name="connsiteX14" fmla="*/ 87947 w 257332"/>
                <a:gd name="connsiteY14" fmla="*/ 11067 h 241967"/>
                <a:gd name="connsiteX15" fmla="*/ 96442 w 257332"/>
                <a:gd name="connsiteY15" fmla="*/ 3982 h 241967"/>
                <a:gd name="connsiteX16" fmla="*/ 91133 w 257332"/>
                <a:gd name="connsiteY16" fmla="*/ 85 h 241967"/>
                <a:gd name="connsiteX17" fmla="*/ 46533 w 257332"/>
                <a:gd name="connsiteY17" fmla="*/ 1148 h 241967"/>
                <a:gd name="connsiteX18" fmla="*/ 6889 w 257332"/>
                <a:gd name="connsiteY18" fmla="*/ 85 h 241967"/>
                <a:gd name="connsiteX19" fmla="*/ 164 w 257332"/>
                <a:gd name="connsiteY19" fmla="*/ 7170 h 241967"/>
                <a:gd name="connsiteX20" fmla="*/ 8305 w 257332"/>
                <a:gd name="connsiteY20" fmla="*/ 11067 h 241967"/>
                <a:gd name="connsiteX21" fmla="*/ 34144 w 257332"/>
                <a:gd name="connsiteY21" fmla="*/ 23112 h 241967"/>
                <a:gd name="connsiteX22" fmla="*/ 77682 w 257332"/>
                <a:gd name="connsiteY22" fmla="*/ 139668 h 241967"/>
                <a:gd name="connsiteX23" fmla="*/ 79098 w 257332"/>
                <a:gd name="connsiteY23" fmla="*/ 145690 h 241967"/>
                <a:gd name="connsiteX24" fmla="*/ 63169 w 257332"/>
                <a:gd name="connsiteY24" fmla="*/ 210168 h 241967"/>
                <a:gd name="connsiteX25" fmla="*/ 29897 w 257332"/>
                <a:gd name="connsiteY25" fmla="*/ 231070 h 241967"/>
                <a:gd name="connsiteX26" fmla="*/ 20340 w 257332"/>
                <a:gd name="connsiteY26" fmla="*/ 238155 h 241967"/>
                <a:gd name="connsiteX27" fmla="*/ 25295 w 257332"/>
                <a:gd name="connsiteY27" fmla="*/ 242052 h 241967"/>
                <a:gd name="connsiteX28" fmla="*/ 69895 w 257332"/>
                <a:gd name="connsiteY28" fmla="*/ 240989 h 241967"/>
                <a:gd name="connsiteX29" fmla="*/ 115202 w 257332"/>
                <a:gd name="connsiteY29" fmla="*/ 242052 h 241967"/>
                <a:gd name="connsiteX30" fmla="*/ 121928 w 257332"/>
                <a:gd name="connsiteY30" fmla="*/ 234967 h 241967"/>
                <a:gd name="connsiteX31" fmla="*/ 112017 w 257332"/>
                <a:gd name="connsiteY31" fmla="*/ 231070 h 241967"/>
                <a:gd name="connsiteX32" fmla="*/ 98566 w 257332"/>
                <a:gd name="connsiteY32" fmla="*/ 230361 h 241967"/>
                <a:gd name="connsiteX33" fmla="*/ 89009 w 257332"/>
                <a:gd name="connsiteY33" fmla="*/ 224693 h 241967"/>
                <a:gd name="connsiteX34" fmla="*/ 93964 w 257332"/>
                <a:gd name="connsiteY34" fmla="*/ 202374 h 241967"/>
                <a:gd name="connsiteX35" fmla="*/ 106353 w 257332"/>
                <a:gd name="connsiteY35" fmla="*/ 152421 h 241967"/>
                <a:gd name="connsiteX36" fmla="*/ 111309 w 257332"/>
                <a:gd name="connsiteY36" fmla="*/ 141439 h 241967"/>
                <a:gd name="connsiteX37" fmla="*/ 199092 w 257332"/>
                <a:gd name="connsiteY37" fmla="*/ 40472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7332" h="241967">
                  <a:moveTo>
                    <a:pt x="199092" y="40472"/>
                  </a:moveTo>
                  <a:lnTo>
                    <a:pt x="204048" y="35512"/>
                  </a:lnTo>
                  <a:cubicBezTo>
                    <a:pt x="214666" y="24884"/>
                    <a:pt x="226347" y="12838"/>
                    <a:pt x="250417" y="11067"/>
                  </a:cubicBezTo>
                  <a:cubicBezTo>
                    <a:pt x="254311" y="10713"/>
                    <a:pt x="257496" y="10713"/>
                    <a:pt x="257496" y="4336"/>
                  </a:cubicBezTo>
                  <a:cubicBezTo>
                    <a:pt x="257496" y="1502"/>
                    <a:pt x="255726" y="85"/>
                    <a:pt x="252895" y="85"/>
                  </a:cubicBezTo>
                  <a:cubicBezTo>
                    <a:pt x="243692" y="85"/>
                    <a:pt x="233427" y="1148"/>
                    <a:pt x="223870" y="1148"/>
                  </a:cubicBezTo>
                  <a:cubicBezTo>
                    <a:pt x="212189" y="1148"/>
                    <a:pt x="199800" y="85"/>
                    <a:pt x="188473" y="85"/>
                  </a:cubicBezTo>
                  <a:cubicBezTo>
                    <a:pt x="186349" y="85"/>
                    <a:pt x="181748" y="85"/>
                    <a:pt x="181748" y="6816"/>
                  </a:cubicBezTo>
                  <a:cubicBezTo>
                    <a:pt x="181748" y="10713"/>
                    <a:pt x="185287" y="11067"/>
                    <a:pt x="187057" y="11067"/>
                  </a:cubicBezTo>
                  <a:cubicBezTo>
                    <a:pt x="189535" y="11067"/>
                    <a:pt x="199800" y="11776"/>
                    <a:pt x="199800" y="19215"/>
                  </a:cubicBezTo>
                  <a:cubicBezTo>
                    <a:pt x="199800" y="25238"/>
                    <a:pt x="191659" y="34449"/>
                    <a:pt x="190243" y="36220"/>
                  </a:cubicBezTo>
                  <a:lnTo>
                    <a:pt x="108123" y="130811"/>
                  </a:lnTo>
                  <a:lnTo>
                    <a:pt x="69187" y="25592"/>
                  </a:lnTo>
                  <a:cubicBezTo>
                    <a:pt x="67063" y="20632"/>
                    <a:pt x="67063" y="19924"/>
                    <a:pt x="67063" y="19570"/>
                  </a:cubicBezTo>
                  <a:cubicBezTo>
                    <a:pt x="67063" y="11067"/>
                    <a:pt x="84407" y="11067"/>
                    <a:pt x="87947" y="11067"/>
                  </a:cubicBezTo>
                  <a:cubicBezTo>
                    <a:pt x="92903" y="11067"/>
                    <a:pt x="96442" y="11067"/>
                    <a:pt x="96442" y="3982"/>
                  </a:cubicBezTo>
                  <a:cubicBezTo>
                    <a:pt x="96442" y="85"/>
                    <a:pt x="92195" y="85"/>
                    <a:pt x="91133" y="85"/>
                  </a:cubicBezTo>
                  <a:cubicBezTo>
                    <a:pt x="81222" y="85"/>
                    <a:pt x="56444" y="1148"/>
                    <a:pt x="46533" y="1148"/>
                  </a:cubicBezTo>
                  <a:cubicBezTo>
                    <a:pt x="37684" y="1148"/>
                    <a:pt x="15738" y="85"/>
                    <a:pt x="6889" y="85"/>
                  </a:cubicBezTo>
                  <a:cubicBezTo>
                    <a:pt x="4765" y="85"/>
                    <a:pt x="164" y="85"/>
                    <a:pt x="164" y="7170"/>
                  </a:cubicBezTo>
                  <a:cubicBezTo>
                    <a:pt x="164" y="11067"/>
                    <a:pt x="3703" y="11067"/>
                    <a:pt x="8305" y="11067"/>
                  </a:cubicBezTo>
                  <a:cubicBezTo>
                    <a:pt x="29543" y="11067"/>
                    <a:pt x="30959" y="14256"/>
                    <a:pt x="34144" y="23112"/>
                  </a:cubicBezTo>
                  <a:lnTo>
                    <a:pt x="77682" y="139668"/>
                  </a:lnTo>
                  <a:cubicBezTo>
                    <a:pt x="78036" y="140730"/>
                    <a:pt x="79098" y="144627"/>
                    <a:pt x="79098" y="145690"/>
                  </a:cubicBezTo>
                  <a:cubicBezTo>
                    <a:pt x="79098" y="146753"/>
                    <a:pt x="64939" y="203791"/>
                    <a:pt x="63169" y="210168"/>
                  </a:cubicBezTo>
                  <a:cubicBezTo>
                    <a:pt x="58568" y="229653"/>
                    <a:pt x="58214" y="230715"/>
                    <a:pt x="29897" y="231070"/>
                  </a:cubicBezTo>
                  <a:cubicBezTo>
                    <a:pt x="23171" y="231070"/>
                    <a:pt x="20340" y="231070"/>
                    <a:pt x="20340" y="238155"/>
                  </a:cubicBezTo>
                  <a:cubicBezTo>
                    <a:pt x="20340" y="242052"/>
                    <a:pt x="24587" y="242052"/>
                    <a:pt x="25295" y="242052"/>
                  </a:cubicBezTo>
                  <a:cubicBezTo>
                    <a:pt x="35206" y="242052"/>
                    <a:pt x="59984" y="240989"/>
                    <a:pt x="69895" y="240989"/>
                  </a:cubicBezTo>
                  <a:cubicBezTo>
                    <a:pt x="79806" y="240989"/>
                    <a:pt x="105291" y="242052"/>
                    <a:pt x="115202" y="242052"/>
                  </a:cubicBezTo>
                  <a:cubicBezTo>
                    <a:pt x="117680" y="242052"/>
                    <a:pt x="121928" y="242052"/>
                    <a:pt x="121928" y="234967"/>
                  </a:cubicBezTo>
                  <a:cubicBezTo>
                    <a:pt x="121928" y="231070"/>
                    <a:pt x="118742" y="231070"/>
                    <a:pt x="112017" y="231070"/>
                  </a:cubicBezTo>
                  <a:cubicBezTo>
                    <a:pt x="111309" y="231070"/>
                    <a:pt x="104583" y="231070"/>
                    <a:pt x="98566" y="230361"/>
                  </a:cubicBezTo>
                  <a:cubicBezTo>
                    <a:pt x="91133" y="229653"/>
                    <a:pt x="89009" y="228944"/>
                    <a:pt x="89009" y="224693"/>
                  </a:cubicBezTo>
                  <a:cubicBezTo>
                    <a:pt x="89009" y="222213"/>
                    <a:pt x="92195" y="209813"/>
                    <a:pt x="93964" y="202374"/>
                  </a:cubicBezTo>
                  <a:lnTo>
                    <a:pt x="106353" y="152421"/>
                  </a:lnTo>
                  <a:cubicBezTo>
                    <a:pt x="108123" y="145690"/>
                    <a:pt x="108477" y="144627"/>
                    <a:pt x="111309" y="141439"/>
                  </a:cubicBezTo>
                  <a:lnTo>
                    <a:pt x="199092" y="40472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CAD0DA8A-4BF3-64B9-9F9E-F2EF10503C05}"/>
                </a:ext>
              </a:extLst>
            </p:cNvPr>
            <p:cNvSpPr/>
            <p:nvPr>
              <p:custDataLst>
                <p:tags r:id="rId121"/>
              </p:custDataLst>
            </p:nvPr>
          </p:nvSpPr>
          <p:spPr>
            <a:xfrm>
              <a:off x="3730731" y="2476500"/>
              <a:ext cx="109516" cy="164665"/>
            </a:xfrm>
            <a:custGeom>
              <a:avLst/>
              <a:gdLst>
                <a:gd name="connsiteX0" fmla="*/ 109688 w 109516"/>
                <a:gd name="connsiteY0" fmla="*/ 119612 h 164665"/>
                <a:gd name="connsiteX1" fmla="*/ 101264 w 109516"/>
                <a:gd name="connsiteY1" fmla="*/ 119612 h 164665"/>
                <a:gd name="connsiteX2" fmla="*/ 94822 w 109516"/>
                <a:gd name="connsiteY2" fmla="*/ 142179 h 164665"/>
                <a:gd name="connsiteX3" fmla="*/ 70292 w 109516"/>
                <a:gd name="connsiteY3" fmla="*/ 143667 h 164665"/>
                <a:gd name="connsiteX4" fmla="*/ 24701 w 109516"/>
                <a:gd name="connsiteY4" fmla="*/ 143667 h 164665"/>
                <a:gd name="connsiteX5" fmla="*/ 74257 w 109516"/>
                <a:gd name="connsiteY5" fmla="*/ 102004 h 164665"/>
                <a:gd name="connsiteX6" fmla="*/ 109688 w 109516"/>
                <a:gd name="connsiteY6" fmla="*/ 48439 h 164665"/>
                <a:gd name="connsiteX7" fmla="*/ 51709 w 109516"/>
                <a:gd name="connsiteY7" fmla="*/ 81 h 164665"/>
                <a:gd name="connsiteX8" fmla="*/ 172 w 109516"/>
                <a:gd name="connsiteY8" fmla="*/ 44471 h 164665"/>
                <a:gd name="connsiteX9" fmla="*/ 13304 w 109516"/>
                <a:gd name="connsiteY9" fmla="*/ 58358 h 164665"/>
                <a:gd name="connsiteX10" fmla="*/ 26436 w 109516"/>
                <a:gd name="connsiteY10" fmla="*/ 45215 h 164665"/>
                <a:gd name="connsiteX11" fmla="*/ 11817 w 109516"/>
                <a:gd name="connsiteY11" fmla="*/ 32071 h 164665"/>
                <a:gd name="connsiteX12" fmla="*/ 47992 w 109516"/>
                <a:gd name="connsiteY12" fmla="*/ 9008 h 164665"/>
                <a:gd name="connsiteX13" fmla="*/ 85654 w 109516"/>
                <a:gd name="connsiteY13" fmla="*/ 48439 h 164665"/>
                <a:gd name="connsiteX14" fmla="*/ 62363 w 109516"/>
                <a:gd name="connsiteY14" fmla="*/ 96053 h 164665"/>
                <a:gd name="connsiteX15" fmla="*/ 2649 w 109516"/>
                <a:gd name="connsiteY15" fmla="*/ 155074 h 164665"/>
                <a:gd name="connsiteX16" fmla="*/ 172 w 109516"/>
                <a:gd name="connsiteY16" fmla="*/ 164746 h 164665"/>
                <a:gd name="connsiteX17" fmla="*/ 102255 w 109516"/>
                <a:gd name="connsiteY17" fmla="*/ 164746 h 164665"/>
                <a:gd name="connsiteX18" fmla="*/ 109688 w 109516"/>
                <a:gd name="connsiteY18" fmla="*/ 119612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516" h="164665">
                  <a:moveTo>
                    <a:pt x="109688" y="119612"/>
                  </a:moveTo>
                  <a:lnTo>
                    <a:pt x="101264" y="119612"/>
                  </a:lnTo>
                  <a:cubicBezTo>
                    <a:pt x="100521" y="125068"/>
                    <a:pt x="98043" y="139699"/>
                    <a:pt x="94822" y="142179"/>
                  </a:cubicBezTo>
                  <a:cubicBezTo>
                    <a:pt x="92840" y="143667"/>
                    <a:pt x="73761" y="143667"/>
                    <a:pt x="70292" y="143667"/>
                  </a:cubicBezTo>
                  <a:lnTo>
                    <a:pt x="24701" y="143667"/>
                  </a:lnTo>
                  <a:cubicBezTo>
                    <a:pt x="50718" y="120604"/>
                    <a:pt x="59390" y="113660"/>
                    <a:pt x="74257" y="102004"/>
                  </a:cubicBezTo>
                  <a:cubicBezTo>
                    <a:pt x="92592" y="87373"/>
                    <a:pt x="109688" y="71998"/>
                    <a:pt x="109688" y="48439"/>
                  </a:cubicBezTo>
                  <a:cubicBezTo>
                    <a:pt x="109688" y="18432"/>
                    <a:pt x="83424" y="81"/>
                    <a:pt x="51709" y="81"/>
                  </a:cubicBezTo>
                  <a:cubicBezTo>
                    <a:pt x="20985" y="81"/>
                    <a:pt x="172" y="21656"/>
                    <a:pt x="172" y="44471"/>
                  </a:cubicBezTo>
                  <a:cubicBezTo>
                    <a:pt x="172" y="57118"/>
                    <a:pt x="10826" y="58358"/>
                    <a:pt x="13304" y="58358"/>
                  </a:cubicBezTo>
                  <a:cubicBezTo>
                    <a:pt x="19250" y="58358"/>
                    <a:pt x="26436" y="54142"/>
                    <a:pt x="26436" y="45215"/>
                  </a:cubicBezTo>
                  <a:cubicBezTo>
                    <a:pt x="26436" y="40751"/>
                    <a:pt x="24701" y="32071"/>
                    <a:pt x="11817" y="32071"/>
                  </a:cubicBezTo>
                  <a:cubicBezTo>
                    <a:pt x="19498" y="14464"/>
                    <a:pt x="36347" y="9008"/>
                    <a:pt x="47992" y="9008"/>
                  </a:cubicBezTo>
                  <a:cubicBezTo>
                    <a:pt x="72770" y="9008"/>
                    <a:pt x="85654" y="28351"/>
                    <a:pt x="85654" y="48439"/>
                  </a:cubicBezTo>
                  <a:cubicBezTo>
                    <a:pt x="85654" y="70014"/>
                    <a:pt x="70292" y="87125"/>
                    <a:pt x="62363" y="96053"/>
                  </a:cubicBezTo>
                  <a:lnTo>
                    <a:pt x="2649" y="155074"/>
                  </a:lnTo>
                  <a:cubicBezTo>
                    <a:pt x="172" y="157306"/>
                    <a:pt x="172" y="157802"/>
                    <a:pt x="172" y="164746"/>
                  </a:cubicBezTo>
                  <a:lnTo>
                    <a:pt x="102255" y="164746"/>
                  </a:lnTo>
                  <a:lnTo>
                    <a:pt x="109688" y="119612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FBEAF5F-DBD9-09DD-5C7C-575899845A44}"/>
                </a:ext>
              </a:extLst>
            </p:cNvPr>
            <p:cNvSpPr/>
            <p:nvPr>
              <p:custDataLst>
                <p:tags r:id="rId122"/>
              </p:custDataLst>
            </p:nvPr>
          </p:nvSpPr>
          <p:spPr>
            <a:xfrm>
              <a:off x="3881702" y="2521737"/>
              <a:ext cx="48493" cy="354271"/>
            </a:xfrm>
            <a:custGeom>
              <a:avLst/>
              <a:gdLst>
                <a:gd name="connsiteX0" fmla="*/ 48669 w 48493"/>
                <a:gd name="connsiteY0" fmla="*/ 85 h 354271"/>
                <a:gd name="connsiteX1" fmla="*/ 176 w 48493"/>
                <a:gd name="connsiteY1" fmla="*/ 85 h 354271"/>
                <a:gd name="connsiteX2" fmla="*/ 176 w 48493"/>
                <a:gd name="connsiteY2" fmla="*/ 14256 h 354271"/>
                <a:gd name="connsiteX3" fmla="*/ 34511 w 48493"/>
                <a:gd name="connsiteY3" fmla="*/ 14256 h 354271"/>
                <a:gd name="connsiteX4" fmla="*/ 34511 w 48493"/>
                <a:gd name="connsiteY4" fmla="*/ 340185 h 354271"/>
                <a:gd name="connsiteX5" fmla="*/ 176 w 48493"/>
                <a:gd name="connsiteY5" fmla="*/ 340185 h 354271"/>
                <a:gd name="connsiteX6" fmla="*/ 176 w 48493"/>
                <a:gd name="connsiteY6" fmla="*/ 354356 h 354271"/>
                <a:gd name="connsiteX7" fmla="*/ 48669 w 48493"/>
                <a:gd name="connsiteY7" fmla="*/ 354356 h 354271"/>
                <a:gd name="connsiteX8" fmla="*/ 48669 w 48493"/>
                <a:gd name="connsiteY8" fmla="*/ 85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669" y="85"/>
                  </a:moveTo>
                  <a:lnTo>
                    <a:pt x="176" y="85"/>
                  </a:lnTo>
                  <a:lnTo>
                    <a:pt x="176" y="14256"/>
                  </a:lnTo>
                  <a:lnTo>
                    <a:pt x="34511" y="14256"/>
                  </a:lnTo>
                  <a:lnTo>
                    <a:pt x="34511" y="340185"/>
                  </a:lnTo>
                  <a:lnTo>
                    <a:pt x="176" y="340185"/>
                  </a:lnTo>
                  <a:lnTo>
                    <a:pt x="176" y="354356"/>
                  </a:lnTo>
                  <a:lnTo>
                    <a:pt x="48669" y="354356"/>
                  </a:lnTo>
                  <a:lnTo>
                    <a:pt x="48669" y="85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E720DB49-A337-BEC5-A3A4-547845C55395}"/>
                </a:ext>
              </a:extLst>
            </p:cNvPr>
            <p:cNvSpPr/>
            <p:nvPr>
              <p:custDataLst>
                <p:tags r:id="rId123"/>
              </p:custDataLst>
            </p:nvPr>
          </p:nvSpPr>
          <p:spPr>
            <a:xfrm>
              <a:off x="4080275" y="2691788"/>
              <a:ext cx="216272" cy="14170"/>
            </a:xfrm>
            <a:custGeom>
              <a:avLst/>
              <a:gdLst>
                <a:gd name="connsiteX0" fmla="*/ 204065 w 216272"/>
                <a:gd name="connsiteY0" fmla="*/ 14256 h 14170"/>
                <a:gd name="connsiteX1" fmla="*/ 216454 w 216272"/>
                <a:gd name="connsiteY1" fmla="*/ 7170 h 14170"/>
                <a:gd name="connsiteX2" fmla="*/ 204065 w 216272"/>
                <a:gd name="connsiteY2" fmla="*/ 85 h 14170"/>
                <a:gd name="connsiteX3" fmla="*/ 12570 w 216272"/>
                <a:gd name="connsiteY3" fmla="*/ 85 h 14170"/>
                <a:gd name="connsiteX4" fmla="*/ 181 w 216272"/>
                <a:gd name="connsiteY4" fmla="*/ 7170 h 14170"/>
                <a:gd name="connsiteX5" fmla="*/ 12570 w 216272"/>
                <a:gd name="connsiteY5" fmla="*/ 14256 h 14170"/>
                <a:gd name="connsiteX6" fmla="*/ 204065 w 216272"/>
                <a:gd name="connsiteY6" fmla="*/ 14256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6272" h="14170">
                  <a:moveTo>
                    <a:pt x="204065" y="14256"/>
                  </a:moveTo>
                  <a:cubicBezTo>
                    <a:pt x="210082" y="14256"/>
                    <a:pt x="216454" y="14256"/>
                    <a:pt x="216454" y="7170"/>
                  </a:cubicBezTo>
                  <a:cubicBezTo>
                    <a:pt x="216454" y="85"/>
                    <a:pt x="210082" y="85"/>
                    <a:pt x="204065" y="85"/>
                  </a:cubicBezTo>
                  <a:lnTo>
                    <a:pt x="12570" y="85"/>
                  </a:lnTo>
                  <a:cubicBezTo>
                    <a:pt x="6552" y="85"/>
                    <a:pt x="181" y="85"/>
                    <a:pt x="181" y="7170"/>
                  </a:cubicBezTo>
                  <a:cubicBezTo>
                    <a:pt x="181" y="14256"/>
                    <a:pt x="6552" y="14256"/>
                    <a:pt x="12570" y="14256"/>
                  </a:cubicBezTo>
                  <a:lnTo>
                    <a:pt x="204065" y="14256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6AC035A-3599-59A3-D80E-D62500525C3E}"/>
                </a:ext>
              </a:extLst>
            </p:cNvPr>
            <p:cNvSpPr/>
            <p:nvPr>
              <p:custDataLst>
                <p:tags r:id="rId124"/>
              </p:custDataLst>
            </p:nvPr>
          </p:nvSpPr>
          <p:spPr>
            <a:xfrm>
              <a:off x="4409815" y="2544765"/>
              <a:ext cx="221228" cy="242675"/>
            </a:xfrm>
            <a:custGeom>
              <a:avLst/>
              <a:gdLst>
                <a:gd name="connsiteX0" fmla="*/ 86913 w 221228"/>
                <a:gd name="connsiteY0" fmla="*/ 123725 h 242675"/>
                <a:gd name="connsiteX1" fmla="*/ 125141 w 221228"/>
                <a:gd name="connsiteY1" fmla="*/ 131165 h 242675"/>
                <a:gd name="connsiteX2" fmla="*/ 143547 w 221228"/>
                <a:gd name="connsiteY2" fmla="*/ 163404 h 242675"/>
                <a:gd name="connsiteX3" fmla="*/ 149918 w 221228"/>
                <a:gd name="connsiteY3" fmla="*/ 172969 h 242675"/>
                <a:gd name="connsiteX4" fmla="*/ 155936 w 221228"/>
                <a:gd name="connsiteY4" fmla="*/ 161632 h 242675"/>
                <a:gd name="connsiteX5" fmla="*/ 155936 w 221228"/>
                <a:gd name="connsiteY5" fmla="*/ 65625 h 242675"/>
                <a:gd name="connsiteX6" fmla="*/ 149918 w 221228"/>
                <a:gd name="connsiteY6" fmla="*/ 54288 h 242675"/>
                <a:gd name="connsiteX7" fmla="*/ 143547 w 221228"/>
                <a:gd name="connsiteY7" fmla="*/ 62436 h 242675"/>
                <a:gd name="connsiteX8" fmla="*/ 86913 w 221228"/>
                <a:gd name="connsiteY8" fmla="*/ 110972 h 242675"/>
                <a:gd name="connsiteX9" fmla="*/ 86913 w 221228"/>
                <a:gd name="connsiteY9" fmla="*/ 36220 h 242675"/>
                <a:gd name="connsiteX10" fmla="*/ 102133 w 221228"/>
                <a:gd name="connsiteY10" fmla="*/ 12484 h 242675"/>
                <a:gd name="connsiteX11" fmla="*/ 119123 w 221228"/>
                <a:gd name="connsiteY11" fmla="*/ 12484 h 242675"/>
                <a:gd name="connsiteX12" fmla="*/ 192748 w 221228"/>
                <a:gd name="connsiteY12" fmla="*/ 61374 h 242675"/>
                <a:gd name="connsiteX13" fmla="*/ 199119 w 221228"/>
                <a:gd name="connsiteY13" fmla="*/ 69522 h 242675"/>
                <a:gd name="connsiteX14" fmla="*/ 205137 w 221228"/>
                <a:gd name="connsiteY14" fmla="*/ 57831 h 242675"/>
                <a:gd name="connsiteX15" fmla="*/ 205137 w 221228"/>
                <a:gd name="connsiteY15" fmla="*/ 11776 h 242675"/>
                <a:gd name="connsiteX16" fmla="*/ 193456 w 221228"/>
                <a:gd name="connsiteY16" fmla="*/ 85 h 242675"/>
                <a:gd name="connsiteX17" fmla="*/ 12226 w 221228"/>
                <a:gd name="connsiteY17" fmla="*/ 85 h 242675"/>
                <a:gd name="connsiteX18" fmla="*/ 191 w 221228"/>
                <a:gd name="connsiteY18" fmla="*/ 6462 h 242675"/>
                <a:gd name="connsiteX19" fmla="*/ 9748 w 221228"/>
                <a:gd name="connsiteY19" fmla="*/ 12484 h 242675"/>
                <a:gd name="connsiteX20" fmla="*/ 31340 w 221228"/>
                <a:gd name="connsiteY20" fmla="*/ 32678 h 242675"/>
                <a:gd name="connsiteX21" fmla="*/ 31340 w 221228"/>
                <a:gd name="connsiteY21" fmla="*/ 210168 h 242675"/>
                <a:gd name="connsiteX22" fmla="*/ 11518 w 221228"/>
                <a:gd name="connsiteY22" fmla="*/ 230361 h 242675"/>
                <a:gd name="connsiteX23" fmla="*/ 191 w 221228"/>
                <a:gd name="connsiteY23" fmla="*/ 236384 h 242675"/>
                <a:gd name="connsiteX24" fmla="*/ 12226 w 221228"/>
                <a:gd name="connsiteY24" fmla="*/ 242761 h 242675"/>
                <a:gd name="connsiteX25" fmla="*/ 199827 w 221228"/>
                <a:gd name="connsiteY25" fmla="*/ 242761 h 242675"/>
                <a:gd name="connsiteX26" fmla="*/ 211154 w 221228"/>
                <a:gd name="connsiteY26" fmla="*/ 237801 h 242675"/>
                <a:gd name="connsiteX27" fmla="*/ 221419 w 221228"/>
                <a:gd name="connsiteY27" fmla="*/ 176512 h 242675"/>
                <a:gd name="connsiteX28" fmla="*/ 215402 w 221228"/>
                <a:gd name="connsiteY28" fmla="*/ 170135 h 242675"/>
                <a:gd name="connsiteX29" fmla="*/ 209030 w 221228"/>
                <a:gd name="connsiteY29" fmla="*/ 175095 h 242675"/>
                <a:gd name="connsiteX30" fmla="*/ 177528 w 221228"/>
                <a:gd name="connsiteY30" fmla="*/ 214419 h 242675"/>
                <a:gd name="connsiteX31" fmla="*/ 121601 w 221228"/>
                <a:gd name="connsiteY31" fmla="*/ 230361 h 242675"/>
                <a:gd name="connsiteX32" fmla="*/ 102133 w 221228"/>
                <a:gd name="connsiteY32" fmla="*/ 230361 h 242675"/>
                <a:gd name="connsiteX33" fmla="*/ 86913 w 221228"/>
                <a:gd name="connsiteY33" fmla="*/ 206625 h 242675"/>
                <a:gd name="connsiteX34" fmla="*/ 86913 w 221228"/>
                <a:gd name="connsiteY34" fmla="*/ 123725 h 242675"/>
                <a:gd name="connsiteX35" fmla="*/ 192748 w 221228"/>
                <a:gd name="connsiteY35" fmla="*/ 12484 h 242675"/>
                <a:gd name="connsiteX36" fmla="*/ 192748 w 221228"/>
                <a:gd name="connsiteY36" fmla="*/ 29489 h 242675"/>
                <a:gd name="connsiteX37" fmla="*/ 172572 w 221228"/>
                <a:gd name="connsiteY37" fmla="*/ 12484 h 242675"/>
                <a:gd name="connsiteX38" fmla="*/ 192748 w 221228"/>
                <a:gd name="connsiteY38" fmla="*/ 12484 h 242675"/>
                <a:gd name="connsiteX39" fmla="*/ 123725 w 221228"/>
                <a:gd name="connsiteY39" fmla="*/ 116286 h 242675"/>
                <a:gd name="connsiteX40" fmla="*/ 143547 w 221228"/>
                <a:gd name="connsiteY40" fmla="*/ 101052 h 242675"/>
                <a:gd name="connsiteX41" fmla="*/ 143547 w 221228"/>
                <a:gd name="connsiteY41" fmla="*/ 130811 h 242675"/>
                <a:gd name="connsiteX42" fmla="*/ 123725 w 221228"/>
                <a:gd name="connsiteY42" fmla="*/ 116640 h 242675"/>
                <a:gd name="connsiteX43" fmla="*/ 123725 w 221228"/>
                <a:gd name="connsiteY43" fmla="*/ 116286 h 242675"/>
                <a:gd name="connsiteX44" fmla="*/ 43729 w 221228"/>
                <a:gd name="connsiteY44" fmla="*/ 31969 h 242675"/>
                <a:gd name="connsiteX45" fmla="*/ 40897 w 221228"/>
                <a:gd name="connsiteY45" fmla="*/ 12484 h 242675"/>
                <a:gd name="connsiteX46" fmla="*/ 78417 w 221228"/>
                <a:gd name="connsiteY46" fmla="*/ 12484 h 242675"/>
                <a:gd name="connsiteX47" fmla="*/ 74524 w 221228"/>
                <a:gd name="connsiteY47" fmla="*/ 35512 h 242675"/>
                <a:gd name="connsiteX48" fmla="*/ 74524 w 221228"/>
                <a:gd name="connsiteY48" fmla="*/ 207333 h 242675"/>
                <a:gd name="connsiteX49" fmla="*/ 78417 w 221228"/>
                <a:gd name="connsiteY49" fmla="*/ 230361 h 242675"/>
                <a:gd name="connsiteX50" fmla="*/ 40897 w 221228"/>
                <a:gd name="connsiteY50" fmla="*/ 230361 h 242675"/>
                <a:gd name="connsiteX51" fmla="*/ 43729 w 221228"/>
                <a:gd name="connsiteY51" fmla="*/ 210876 h 242675"/>
                <a:gd name="connsiteX52" fmla="*/ 43729 w 221228"/>
                <a:gd name="connsiteY52" fmla="*/ 31969 h 242675"/>
                <a:gd name="connsiteX53" fmla="*/ 175404 w 221228"/>
                <a:gd name="connsiteY53" fmla="*/ 230361 h 242675"/>
                <a:gd name="connsiteX54" fmla="*/ 175404 w 221228"/>
                <a:gd name="connsiteY54" fmla="*/ 230007 h 242675"/>
                <a:gd name="connsiteX55" fmla="*/ 203367 w 221228"/>
                <a:gd name="connsiteY55" fmla="*/ 210522 h 242675"/>
                <a:gd name="connsiteX56" fmla="*/ 200181 w 221228"/>
                <a:gd name="connsiteY56" fmla="*/ 230361 h 242675"/>
                <a:gd name="connsiteX57" fmla="*/ 175404 w 221228"/>
                <a:gd name="connsiteY57" fmla="*/ 230361 h 242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221228" h="242675">
                  <a:moveTo>
                    <a:pt x="86913" y="123725"/>
                  </a:moveTo>
                  <a:cubicBezTo>
                    <a:pt x="95762" y="123725"/>
                    <a:pt x="112752" y="123725"/>
                    <a:pt x="125141" y="131165"/>
                  </a:cubicBezTo>
                  <a:cubicBezTo>
                    <a:pt x="142131" y="142148"/>
                    <a:pt x="143547" y="161278"/>
                    <a:pt x="143547" y="163404"/>
                  </a:cubicBezTo>
                  <a:cubicBezTo>
                    <a:pt x="143901" y="168364"/>
                    <a:pt x="143901" y="172969"/>
                    <a:pt x="149918" y="172969"/>
                  </a:cubicBezTo>
                  <a:cubicBezTo>
                    <a:pt x="155936" y="172969"/>
                    <a:pt x="155936" y="168009"/>
                    <a:pt x="155936" y="161632"/>
                  </a:cubicBezTo>
                  <a:lnTo>
                    <a:pt x="155936" y="65625"/>
                  </a:lnTo>
                  <a:cubicBezTo>
                    <a:pt x="155936" y="59957"/>
                    <a:pt x="155936" y="54288"/>
                    <a:pt x="149918" y="54288"/>
                  </a:cubicBezTo>
                  <a:cubicBezTo>
                    <a:pt x="143901" y="54288"/>
                    <a:pt x="143547" y="59602"/>
                    <a:pt x="143547" y="62436"/>
                  </a:cubicBezTo>
                  <a:cubicBezTo>
                    <a:pt x="141423" y="108137"/>
                    <a:pt x="105319" y="110617"/>
                    <a:pt x="86913" y="110972"/>
                  </a:cubicBezTo>
                  <a:lnTo>
                    <a:pt x="86913" y="36220"/>
                  </a:lnTo>
                  <a:cubicBezTo>
                    <a:pt x="86913" y="12484"/>
                    <a:pt x="93638" y="12484"/>
                    <a:pt x="102133" y="12484"/>
                  </a:cubicBezTo>
                  <a:lnTo>
                    <a:pt x="119123" y="12484"/>
                  </a:lnTo>
                  <a:cubicBezTo>
                    <a:pt x="166909" y="12484"/>
                    <a:pt x="190624" y="36929"/>
                    <a:pt x="192748" y="61374"/>
                  </a:cubicBezTo>
                  <a:cubicBezTo>
                    <a:pt x="193102" y="64208"/>
                    <a:pt x="193456" y="69522"/>
                    <a:pt x="199119" y="69522"/>
                  </a:cubicBezTo>
                  <a:cubicBezTo>
                    <a:pt x="205137" y="69522"/>
                    <a:pt x="205137" y="63854"/>
                    <a:pt x="205137" y="57831"/>
                  </a:cubicBezTo>
                  <a:lnTo>
                    <a:pt x="205137" y="11776"/>
                  </a:lnTo>
                  <a:cubicBezTo>
                    <a:pt x="205137" y="793"/>
                    <a:pt x="204429" y="85"/>
                    <a:pt x="193456" y="85"/>
                  </a:cubicBezTo>
                  <a:lnTo>
                    <a:pt x="12226" y="85"/>
                  </a:lnTo>
                  <a:cubicBezTo>
                    <a:pt x="5854" y="85"/>
                    <a:pt x="191" y="85"/>
                    <a:pt x="191" y="6462"/>
                  </a:cubicBezTo>
                  <a:cubicBezTo>
                    <a:pt x="191" y="12484"/>
                    <a:pt x="6916" y="12484"/>
                    <a:pt x="9748" y="12484"/>
                  </a:cubicBezTo>
                  <a:cubicBezTo>
                    <a:pt x="29924" y="12484"/>
                    <a:pt x="31340" y="15318"/>
                    <a:pt x="31340" y="32678"/>
                  </a:cubicBezTo>
                  <a:lnTo>
                    <a:pt x="31340" y="210168"/>
                  </a:lnTo>
                  <a:cubicBezTo>
                    <a:pt x="31340" y="226818"/>
                    <a:pt x="30278" y="230361"/>
                    <a:pt x="11518" y="230361"/>
                  </a:cubicBezTo>
                  <a:cubicBezTo>
                    <a:pt x="6208" y="230361"/>
                    <a:pt x="191" y="230361"/>
                    <a:pt x="191" y="236384"/>
                  </a:cubicBezTo>
                  <a:cubicBezTo>
                    <a:pt x="191" y="242761"/>
                    <a:pt x="5854" y="242761"/>
                    <a:pt x="12226" y="242761"/>
                  </a:cubicBezTo>
                  <a:lnTo>
                    <a:pt x="199827" y="242761"/>
                  </a:lnTo>
                  <a:cubicBezTo>
                    <a:pt x="206553" y="242761"/>
                    <a:pt x="210092" y="242761"/>
                    <a:pt x="211154" y="237801"/>
                  </a:cubicBezTo>
                  <a:cubicBezTo>
                    <a:pt x="211508" y="237447"/>
                    <a:pt x="221419" y="178283"/>
                    <a:pt x="221419" y="176512"/>
                  </a:cubicBezTo>
                  <a:cubicBezTo>
                    <a:pt x="221419" y="172615"/>
                    <a:pt x="218234" y="170135"/>
                    <a:pt x="215402" y="170135"/>
                  </a:cubicBezTo>
                  <a:cubicBezTo>
                    <a:pt x="210446" y="170135"/>
                    <a:pt x="209030" y="174741"/>
                    <a:pt x="209030" y="175095"/>
                  </a:cubicBezTo>
                  <a:cubicBezTo>
                    <a:pt x="206907" y="184306"/>
                    <a:pt x="203367" y="199185"/>
                    <a:pt x="177528" y="214419"/>
                  </a:cubicBezTo>
                  <a:cubicBezTo>
                    <a:pt x="159121" y="225401"/>
                    <a:pt x="141069" y="230361"/>
                    <a:pt x="121601" y="230361"/>
                  </a:cubicBezTo>
                  <a:lnTo>
                    <a:pt x="102133" y="230361"/>
                  </a:lnTo>
                  <a:cubicBezTo>
                    <a:pt x="93638" y="230361"/>
                    <a:pt x="86913" y="230361"/>
                    <a:pt x="86913" y="206625"/>
                  </a:cubicBezTo>
                  <a:lnTo>
                    <a:pt x="86913" y="123725"/>
                  </a:lnTo>
                  <a:close/>
                  <a:moveTo>
                    <a:pt x="192748" y="12484"/>
                  </a:moveTo>
                  <a:lnTo>
                    <a:pt x="192748" y="29489"/>
                  </a:lnTo>
                  <a:cubicBezTo>
                    <a:pt x="186731" y="22758"/>
                    <a:pt x="180005" y="17090"/>
                    <a:pt x="172572" y="12484"/>
                  </a:cubicBezTo>
                  <a:lnTo>
                    <a:pt x="192748" y="12484"/>
                  </a:lnTo>
                  <a:close/>
                  <a:moveTo>
                    <a:pt x="123725" y="116286"/>
                  </a:moveTo>
                  <a:cubicBezTo>
                    <a:pt x="129388" y="113806"/>
                    <a:pt x="137176" y="108492"/>
                    <a:pt x="143547" y="101052"/>
                  </a:cubicBezTo>
                  <a:lnTo>
                    <a:pt x="143547" y="130811"/>
                  </a:lnTo>
                  <a:cubicBezTo>
                    <a:pt x="135052" y="121246"/>
                    <a:pt x="124079" y="116640"/>
                    <a:pt x="123725" y="116640"/>
                  </a:cubicBezTo>
                  <a:lnTo>
                    <a:pt x="123725" y="116286"/>
                  </a:lnTo>
                  <a:close/>
                  <a:moveTo>
                    <a:pt x="43729" y="31969"/>
                  </a:moveTo>
                  <a:cubicBezTo>
                    <a:pt x="43729" y="27718"/>
                    <a:pt x="43729" y="18861"/>
                    <a:pt x="40897" y="12484"/>
                  </a:cubicBezTo>
                  <a:lnTo>
                    <a:pt x="78417" y="12484"/>
                  </a:lnTo>
                  <a:cubicBezTo>
                    <a:pt x="74524" y="20632"/>
                    <a:pt x="74524" y="32323"/>
                    <a:pt x="74524" y="35512"/>
                  </a:cubicBezTo>
                  <a:lnTo>
                    <a:pt x="74524" y="207333"/>
                  </a:lnTo>
                  <a:cubicBezTo>
                    <a:pt x="74524" y="220087"/>
                    <a:pt x="77001" y="227173"/>
                    <a:pt x="78417" y="230361"/>
                  </a:cubicBezTo>
                  <a:lnTo>
                    <a:pt x="40897" y="230361"/>
                  </a:lnTo>
                  <a:cubicBezTo>
                    <a:pt x="43729" y="223984"/>
                    <a:pt x="43729" y="215127"/>
                    <a:pt x="43729" y="210876"/>
                  </a:cubicBezTo>
                  <a:lnTo>
                    <a:pt x="43729" y="31969"/>
                  </a:lnTo>
                  <a:close/>
                  <a:moveTo>
                    <a:pt x="175404" y="230361"/>
                  </a:moveTo>
                  <a:lnTo>
                    <a:pt x="175404" y="230007"/>
                  </a:lnTo>
                  <a:cubicBezTo>
                    <a:pt x="186731" y="224339"/>
                    <a:pt x="196288" y="216899"/>
                    <a:pt x="203367" y="210522"/>
                  </a:cubicBezTo>
                  <a:cubicBezTo>
                    <a:pt x="203013" y="211939"/>
                    <a:pt x="200535" y="227527"/>
                    <a:pt x="200181" y="230361"/>
                  </a:cubicBezTo>
                  <a:lnTo>
                    <a:pt x="175404" y="230361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5FE63FCF-A397-3868-0856-F476364FD0FA}"/>
                </a:ext>
              </a:extLst>
            </p:cNvPr>
            <p:cNvSpPr/>
            <p:nvPr>
              <p:custDataLst>
                <p:tags r:id="rId125"/>
              </p:custDataLst>
            </p:nvPr>
          </p:nvSpPr>
          <p:spPr>
            <a:xfrm>
              <a:off x="4656447" y="2476500"/>
              <a:ext cx="109516" cy="164665"/>
            </a:xfrm>
            <a:custGeom>
              <a:avLst/>
              <a:gdLst>
                <a:gd name="connsiteX0" fmla="*/ 109714 w 109516"/>
                <a:gd name="connsiteY0" fmla="*/ 119612 h 164665"/>
                <a:gd name="connsiteX1" fmla="*/ 101290 w 109516"/>
                <a:gd name="connsiteY1" fmla="*/ 119612 h 164665"/>
                <a:gd name="connsiteX2" fmla="*/ 94848 w 109516"/>
                <a:gd name="connsiteY2" fmla="*/ 142179 h 164665"/>
                <a:gd name="connsiteX3" fmla="*/ 70318 w 109516"/>
                <a:gd name="connsiteY3" fmla="*/ 143667 h 164665"/>
                <a:gd name="connsiteX4" fmla="*/ 24727 w 109516"/>
                <a:gd name="connsiteY4" fmla="*/ 143667 h 164665"/>
                <a:gd name="connsiteX5" fmla="*/ 74283 w 109516"/>
                <a:gd name="connsiteY5" fmla="*/ 102004 h 164665"/>
                <a:gd name="connsiteX6" fmla="*/ 109714 w 109516"/>
                <a:gd name="connsiteY6" fmla="*/ 48439 h 164665"/>
                <a:gd name="connsiteX7" fmla="*/ 51735 w 109516"/>
                <a:gd name="connsiteY7" fmla="*/ 81 h 164665"/>
                <a:gd name="connsiteX8" fmla="*/ 198 w 109516"/>
                <a:gd name="connsiteY8" fmla="*/ 44471 h 164665"/>
                <a:gd name="connsiteX9" fmla="*/ 13330 w 109516"/>
                <a:gd name="connsiteY9" fmla="*/ 58358 h 164665"/>
                <a:gd name="connsiteX10" fmla="*/ 26462 w 109516"/>
                <a:gd name="connsiteY10" fmla="*/ 45215 h 164665"/>
                <a:gd name="connsiteX11" fmla="*/ 11843 w 109516"/>
                <a:gd name="connsiteY11" fmla="*/ 32071 h 164665"/>
                <a:gd name="connsiteX12" fmla="*/ 48018 w 109516"/>
                <a:gd name="connsiteY12" fmla="*/ 9008 h 164665"/>
                <a:gd name="connsiteX13" fmla="*/ 85680 w 109516"/>
                <a:gd name="connsiteY13" fmla="*/ 48439 h 164665"/>
                <a:gd name="connsiteX14" fmla="*/ 62389 w 109516"/>
                <a:gd name="connsiteY14" fmla="*/ 96053 h 164665"/>
                <a:gd name="connsiteX15" fmla="*/ 2675 w 109516"/>
                <a:gd name="connsiteY15" fmla="*/ 155074 h 164665"/>
                <a:gd name="connsiteX16" fmla="*/ 198 w 109516"/>
                <a:gd name="connsiteY16" fmla="*/ 164746 h 164665"/>
                <a:gd name="connsiteX17" fmla="*/ 102281 w 109516"/>
                <a:gd name="connsiteY17" fmla="*/ 164746 h 164665"/>
                <a:gd name="connsiteX18" fmla="*/ 109714 w 109516"/>
                <a:gd name="connsiteY18" fmla="*/ 119612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516" h="164665">
                  <a:moveTo>
                    <a:pt x="109714" y="119612"/>
                  </a:moveTo>
                  <a:lnTo>
                    <a:pt x="101290" y="119612"/>
                  </a:lnTo>
                  <a:cubicBezTo>
                    <a:pt x="100547" y="125068"/>
                    <a:pt x="98069" y="139699"/>
                    <a:pt x="94848" y="142179"/>
                  </a:cubicBezTo>
                  <a:cubicBezTo>
                    <a:pt x="92866" y="143667"/>
                    <a:pt x="73787" y="143667"/>
                    <a:pt x="70318" y="143667"/>
                  </a:cubicBezTo>
                  <a:lnTo>
                    <a:pt x="24727" y="143667"/>
                  </a:lnTo>
                  <a:cubicBezTo>
                    <a:pt x="50744" y="120604"/>
                    <a:pt x="59416" y="113660"/>
                    <a:pt x="74283" y="102004"/>
                  </a:cubicBezTo>
                  <a:cubicBezTo>
                    <a:pt x="92618" y="87373"/>
                    <a:pt x="109714" y="71998"/>
                    <a:pt x="109714" y="48439"/>
                  </a:cubicBezTo>
                  <a:cubicBezTo>
                    <a:pt x="109714" y="18432"/>
                    <a:pt x="83450" y="81"/>
                    <a:pt x="51735" y="81"/>
                  </a:cubicBezTo>
                  <a:cubicBezTo>
                    <a:pt x="21011" y="81"/>
                    <a:pt x="198" y="21656"/>
                    <a:pt x="198" y="44471"/>
                  </a:cubicBezTo>
                  <a:cubicBezTo>
                    <a:pt x="198" y="57118"/>
                    <a:pt x="10852" y="58358"/>
                    <a:pt x="13330" y="58358"/>
                  </a:cubicBezTo>
                  <a:cubicBezTo>
                    <a:pt x="19276" y="58358"/>
                    <a:pt x="26462" y="54142"/>
                    <a:pt x="26462" y="45215"/>
                  </a:cubicBezTo>
                  <a:cubicBezTo>
                    <a:pt x="26462" y="40751"/>
                    <a:pt x="24727" y="32071"/>
                    <a:pt x="11843" y="32071"/>
                  </a:cubicBezTo>
                  <a:cubicBezTo>
                    <a:pt x="19524" y="14464"/>
                    <a:pt x="36373" y="9008"/>
                    <a:pt x="48018" y="9008"/>
                  </a:cubicBezTo>
                  <a:cubicBezTo>
                    <a:pt x="72796" y="9008"/>
                    <a:pt x="85680" y="28351"/>
                    <a:pt x="85680" y="48439"/>
                  </a:cubicBezTo>
                  <a:cubicBezTo>
                    <a:pt x="85680" y="70014"/>
                    <a:pt x="70318" y="87125"/>
                    <a:pt x="62389" y="96053"/>
                  </a:cubicBezTo>
                  <a:lnTo>
                    <a:pt x="2675" y="155074"/>
                  </a:lnTo>
                  <a:cubicBezTo>
                    <a:pt x="198" y="157306"/>
                    <a:pt x="198" y="157802"/>
                    <a:pt x="198" y="164746"/>
                  </a:cubicBezTo>
                  <a:lnTo>
                    <a:pt x="102281" y="164746"/>
                  </a:lnTo>
                  <a:lnTo>
                    <a:pt x="109714" y="119612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1F77C207-6A87-47EA-07B8-A954BBBE95EA}"/>
                </a:ext>
              </a:extLst>
            </p:cNvPr>
            <p:cNvSpPr/>
            <p:nvPr>
              <p:custDataLst>
                <p:tags r:id="rId126"/>
              </p:custDataLst>
            </p:nvPr>
          </p:nvSpPr>
          <p:spPr>
            <a:xfrm>
              <a:off x="4841398" y="2521737"/>
              <a:ext cx="48493" cy="354271"/>
            </a:xfrm>
            <a:custGeom>
              <a:avLst/>
              <a:gdLst>
                <a:gd name="connsiteX0" fmla="*/ 48695 w 48493"/>
                <a:gd name="connsiteY0" fmla="*/ 354356 h 354271"/>
                <a:gd name="connsiteX1" fmla="*/ 48695 w 48493"/>
                <a:gd name="connsiteY1" fmla="*/ 340185 h 354271"/>
                <a:gd name="connsiteX2" fmla="*/ 14361 w 48493"/>
                <a:gd name="connsiteY2" fmla="*/ 340185 h 354271"/>
                <a:gd name="connsiteX3" fmla="*/ 14361 w 48493"/>
                <a:gd name="connsiteY3" fmla="*/ 14256 h 354271"/>
                <a:gd name="connsiteX4" fmla="*/ 48695 w 48493"/>
                <a:gd name="connsiteY4" fmla="*/ 14256 h 354271"/>
                <a:gd name="connsiteX5" fmla="*/ 48695 w 48493"/>
                <a:gd name="connsiteY5" fmla="*/ 85 h 354271"/>
                <a:gd name="connsiteX6" fmla="*/ 202 w 48493"/>
                <a:gd name="connsiteY6" fmla="*/ 85 h 354271"/>
                <a:gd name="connsiteX7" fmla="*/ 202 w 48493"/>
                <a:gd name="connsiteY7" fmla="*/ 354356 h 354271"/>
                <a:gd name="connsiteX8" fmla="*/ 48695 w 48493"/>
                <a:gd name="connsiteY8" fmla="*/ 354356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695" y="354356"/>
                  </a:moveTo>
                  <a:lnTo>
                    <a:pt x="48695" y="340185"/>
                  </a:lnTo>
                  <a:lnTo>
                    <a:pt x="14361" y="340185"/>
                  </a:lnTo>
                  <a:lnTo>
                    <a:pt x="14361" y="14256"/>
                  </a:lnTo>
                  <a:lnTo>
                    <a:pt x="48695" y="14256"/>
                  </a:lnTo>
                  <a:lnTo>
                    <a:pt x="48695" y="85"/>
                  </a:lnTo>
                  <a:lnTo>
                    <a:pt x="202" y="85"/>
                  </a:lnTo>
                  <a:lnTo>
                    <a:pt x="202" y="354356"/>
                  </a:lnTo>
                  <a:lnTo>
                    <a:pt x="48695" y="354356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E58CF78-27AE-F58A-EACA-F5D4FE3936A3}"/>
                </a:ext>
              </a:extLst>
            </p:cNvPr>
            <p:cNvSpPr/>
            <p:nvPr>
              <p:custDataLst>
                <p:tags r:id="rId127"/>
              </p:custDataLst>
            </p:nvPr>
          </p:nvSpPr>
          <p:spPr>
            <a:xfrm>
              <a:off x="4907511" y="2545474"/>
              <a:ext cx="291667" cy="241967"/>
            </a:xfrm>
            <a:custGeom>
              <a:avLst/>
              <a:gdLst>
                <a:gd name="connsiteX0" fmla="*/ 162321 w 291667"/>
                <a:gd name="connsiteY0" fmla="*/ 96447 h 241967"/>
                <a:gd name="connsiteX1" fmla="*/ 132588 w 291667"/>
                <a:gd name="connsiteY1" fmla="*/ 25947 h 241967"/>
                <a:gd name="connsiteX2" fmla="*/ 130818 w 291667"/>
                <a:gd name="connsiteY2" fmla="*/ 21341 h 241967"/>
                <a:gd name="connsiteX3" fmla="*/ 151702 w 291667"/>
                <a:gd name="connsiteY3" fmla="*/ 11067 h 241967"/>
                <a:gd name="connsiteX4" fmla="*/ 158781 w 291667"/>
                <a:gd name="connsiteY4" fmla="*/ 4336 h 241967"/>
                <a:gd name="connsiteX5" fmla="*/ 153472 w 291667"/>
                <a:gd name="connsiteY5" fmla="*/ 85 h 241967"/>
                <a:gd name="connsiteX6" fmla="*/ 108872 w 291667"/>
                <a:gd name="connsiteY6" fmla="*/ 1148 h 241967"/>
                <a:gd name="connsiteX7" fmla="*/ 69228 w 291667"/>
                <a:gd name="connsiteY7" fmla="*/ 85 h 241967"/>
                <a:gd name="connsiteX8" fmla="*/ 62857 w 291667"/>
                <a:gd name="connsiteY8" fmla="*/ 7170 h 241967"/>
                <a:gd name="connsiteX9" fmla="*/ 70998 w 291667"/>
                <a:gd name="connsiteY9" fmla="*/ 11067 h 241967"/>
                <a:gd name="connsiteX10" fmla="*/ 97545 w 291667"/>
                <a:gd name="connsiteY10" fmla="*/ 22404 h 241967"/>
                <a:gd name="connsiteX11" fmla="*/ 139313 w 291667"/>
                <a:gd name="connsiteY11" fmla="*/ 121246 h 241967"/>
                <a:gd name="connsiteX12" fmla="*/ 64627 w 291667"/>
                <a:gd name="connsiteY12" fmla="*/ 201665 h 241967"/>
                <a:gd name="connsiteX13" fmla="*/ 60025 w 291667"/>
                <a:gd name="connsiteY13" fmla="*/ 205562 h 241967"/>
                <a:gd name="connsiteX14" fmla="*/ 7992 w 291667"/>
                <a:gd name="connsiteY14" fmla="*/ 231070 h 241967"/>
                <a:gd name="connsiteX15" fmla="*/ 205 w 291667"/>
                <a:gd name="connsiteY15" fmla="*/ 238155 h 241967"/>
                <a:gd name="connsiteX16" fmla="*/ 4807 w 291667"/>
                <a:gd name="connsiteY16" fmla="*/ 242052 h 241967"/>
                <a:gd name="connsiteX17" fmla="*/ 38079 w 291667"/>
                <a:gd name="connsiteY17" fmla="*/ 240989 h 241967"/>
                <a:gd name="connsiteX18" fmla="*/ 77723 w 291667"/>
                <a:gd name="connsiteY18" fmla="*/ 242052 h 241967"/>
                <a:gd name="connsiteX19" fmla="*/ 84095 w 291667"/>
                <a:gd name="connsiteY19" fmla="*/ 234967 h 241967"/>
                <a:gd name="connsiteX20" fmla="*/ 79847 w 291667"/>
                <a:gd name="connsiteY20" fmla="*/ 231070 h 241967"/>
                <a:gd name="connsiteX21" fmla="*/ 65689 w 291667"/>
                <a:gd name="connsiteY21" fmla="*/ 220087 h 241967"/>
                <a:gd name="connsiteX22" fmla="*/ 75246 w 291667"/>
                <a:gd name="connsiteY22" fmla="*/ 204145 h 241967"/>
                <a:gd name="connsiteX23" fmla="*/ 111350 w 291667"/>
                <a:gd name="connsiteY23" fmla="*/ 165884 h 241967"/>
                <a:gd name="connsiteX24" fmla="*/ 143207 w 291667"/>
                <a:gd name="connsiteY24" fmla="*/ 131165 h 241967"/>
                <a:gd name="connsiteX25" fmla="*/ 178957 w 291667"/>
                <a:gd name="connsiteY25" fmla="*/ 215836 h 241967"/>
                <a:gd name="connsiteX26" fmla="*/ 180727 w 291667"/>
                <a:gd name="connsiteY26" fmla="*/ 220796 h 241967"/>
                <a:gd name="connsiteX27" fmla="*/ 160197 w 291667"/>
                <a:gd name="connsiteY27" fmla="*/ 231070 h 241967"/>
                <a:gd name="connsiteX28" fmla="*/ 153118 w 291667"/>
                <a:gd name="connsiteY28" fmla="*/ 237801 h 241967"/>
                <a:gd name="connsiteX29" fmla="*/ 158427 w 291667"/>
                <a:gd name="connsiteY29" fmla="*/ 242052 h 241967"/>
                <a:gd name="connsiteX30" fmla="*/ 203027 w 291667"/>
                <a:gd name="connsiteY30" fmla="*/ 240989 h 241967"/>
                <a:gd name="connsiteX31" fmla="*/ 242317 w 291667"/>
                <a:gd name="connsiteY31" fmla="*/ 242052 h 241967"/>
                <a:gd name="connsiteX32" fmla="*/ 249042 w 291667"/>
                <a:gd name="connsiteY32" fmla="*/ 235321 h 241967"/>
                <a:gd name="connsiteX33" fmla="*/ 242671 w 291667"/>
                <a:gd name="connsiteY33" fmla="*/ 231070 h 241967"/>
                <a:gd name="connsiteX34" fmla="*/ 212230 w 291667"/>
                <a:gd name="connsiteY34" fmla="*/ 215482 h 241967"/>
                <a:gd name="connsiteX35" fmla="*/ 166569 w 291667"/>
                <a:gd name="connsiteY35" fmla="*/ 106012 h 241967"/>
                <a:gd name="connsiteX36" fmla="*/ 239131 w 291667"/>
                <a:gd name="connsiteY36" fmla="*/ 29135 h 241967"/>
                <a:gd name="connsiteX37" fmla="*/ 284085 w 291667"/>
                <a:gd name="connsiteY37" fmla="*/ 11067 h 241967"/>
                <a:gd name="connsiteX38" fmla="*/ 291872 w 291667"/>
                <a:gd name="connsiteY38" fmla="*/ 3982 h 241967"/>
                <a:gd name="connsiteX39" fmla="*/ 287271 w 291667"/>
                <a:gd name="connsiteY39" fmla="*/ 85 h 241967"/>
                <a:gd name="connsiteX40" fmla="*/ 253998 w 291667"/>
                <a:gd name="connsiteY40" fmla="*/ 1148 h 241967"/>
                <a:gd name="connsiteX41" fmla="*/ 214708 w 291667"/>
                <a:gd name="connsiteY41" fmla="*/ 85 h 241967"/>
                <a:gd name="connsiteX42" fmla="*/ 207982 w 291667"/>
                <a:gd name="connsiteY42" fmla="*/ 7170 h 241967"/>
                <a:gd name="connsiteX43" fmla="*/ 212230 w 291667"/>
                <a:gd name="connsiteY43" fmla="*/ 11067 h 241967"/>
                <a:gd name="connsiteX44" fmla="*/ 226389 w 291667"/>
                <a:gd name="connsiteY44" fmla="*/ 22049 h 241967"/>
                <a:gd name="connsiteX45" fmla="*/ 219663 w 291667"/>
                <a:gd name="connsiteY45" fmla="*/ 34803 h 241967"/>
                <a:gd name="connsiteX46" fmla="*/ 162321 w 291667"/>
                <a:gd name="connsiteY46" fmla="*/ 96447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1667" h="241967">
                  <a:moveTo>
                    <a:pt x="162321" y="96447"/>
                  </a:moveTo>
                  <a:lnTo>
                    <a:pt x="132588" y="25947"/>
                  </a:lnTo>
                  <a:cubicBezTo>
                    <a:pt x="131526" y="23112"/>
                    <a:pt x="130818" y="21695"/>
                    <a:pt x="130818" y="21341"/>
                  </a:cubicBezTo>
                  <a:cubicBezTo>
                    <a:pt x="130818" y="19215"/>
                    <a:pt x="136835" y="12484"/>
                    <a:pt x="151702" y="11067"/>
                  </a:cubicBezTo>
                  <a:cubicBezTo>
                    <a:pt x="155242" y="10713"/>
                    <a:pt x="158781" y="10359"/>
                    <a:pt x="158781" y="4336"/>
                  </a:cubicBezTo>
                  <a:cubicBezTo>
                    <a:pt x="158781" y="85"/>
                    <a:pt x="154534" y="85"/>
                    <a:pt x="153472" y="85"/>
                  </a:cubicBezTo>
                  <a:cubicBezTo>
                    <a:pt x="138959" y="85"/>
                    <a:pt x="123739" y="1148"/>
                    <a:pt x="108872" y="1148"/>
                  </a:cubicBezTo>
                  <a:cubicBezTo>
                    <a:pt x="100023" y="1148"/>
                    <a:pt x="78077" y="85"/>
                    <a:pt x="69228" y="85"/>
                  </a:cubicBezTo>
                  <a:cubicBezTo>
                    <a:pt x="67104" y="85"/>
                    <a:pt x="62857" y="85"/>
                    <a:pt x="62857" y="7170"/>
                  </a:cubicBezTo>
                  <a:cubicBezTo>
                    <a:pt x="62857" y="11067"/>
                    <a:pt x="66396" y="11067"/>
                    <a:pt x="70998" y="11067"/>
                  </a:cubicBezTo>
                  <a:cubicBezTo>
                    <a:pt x="92236" y="11067"/>
                    <a:pt x="94360" y="14610"/>
                    <a:pt x="97545" y="22404"/>
                  </a:cubicBezTo>
                  <a:lnTo>
                    <a:pt x="139313" y="121246"/>
                  </a:lnTo>
                  <a:lnTo>
                    <a:pt x="64627" y="201665"/>
                  </a:lnTo>
                  <a:lnTo>
                    <a:pt x="60025" y="205562"/>
                  </a:lnTo>
                  <a:cubicBezTo>
                    <a:pt x="42681" y="224339"/>
                    <a:pt x="26044" y="230007"/>
                    <a:pt x="7992" y="231070"/>
                  </a:cubicBezTo>
                  <a:cubicBezTo>
                    <a:pt x="3391" y="231424"/>
                    <a:pt x="205" y="231424"/>
                    <a:pt x="205" y="238155"/>
                  </a:cubicBezTo>
                  <a:cubicBezTo>
                    <a:pt x="205" y="238509"/>
                    <a:pt x="205" y="242052"/>
                    <a:pt x="4807" y="242052"/>
                  </a:cubicBezTo>
                  <a:cubicBezTo>
                    <a:pt x="15425" y="242052"/>
                    <a:pt x="27106" y="240989"/>
                    <a:pt x="38079" y="240989"/>
                  </a:cubicBezTo>
                  <a:cubicBezTo>
                    <a:pt x="51176" y="240989"/>
                    <a:pt x="64981" y="242052"/>
                    <a:pt x="77723" y="242052"/>
                  </a:cubicBezTo>
                  <a:cubicBezTo>
                    <a:pt x="79847" y="242052"/>
                    <a:pt x="84095" y="242052"/>
                    <a:pt x="84095" y="234967"/>
                  </a:cubicBezTo>
                  <a:cubicBezTo>
                    <a:pt x="84095" y="231424"/>
                    <a:pt x="80555" y="231070"/>
                    <a:pt x="79847" y="231070"/>
                  </a:cubicBezTo>
                  <a:cubicBezTo>
                    <a:pt x="76661" y="230715"/>
                    <a:pt x="65689" y="230007"/>
                    <a:pt x="65689" y="220087"/>
                  </a:cubicBezTo>
                  <a:cubicBezTo>
                    <a:pt x="65689" y="214419"/>
                    <a:pt x="70998" y="208751"/>
                    <a:pt x="75246" y="204145"/>
                  </a:cubicBezTo>
                  <a:lnTo>
                    <a:pt x="111350" y="165884"/>
                  </a:lnTo>
                  <a:lnTo>
                    <a:pt x="143207" y="131165"/>
                  </a:lnTo>
                  <a:lnTo>
                    <a:pt x="178957" y="215836"/>
                  </a:lnTo>
                  <a:cubicBezTo>
                    <a:pt x="180373" y="219733"/>
                    <a:pt x="180727" y="220087"/>
                    <a:pt x="180727" y="220796"/>
                  </a:cubicBezTo>
                  <a:cubicBezTo>
                    <a:pt x="180727" y="223630"/>
                    <a:pt x="174002" y="229653"/>
                    <a:pt x="160197" y="231070"/>
                  </a:cubicBezTo>
                  <a:cubicBezTo>
                    <a:pt x="156304" y="231424"/>
                    <a:pt x="153118" y="231778"/>
                    <a:pt x="153118" y="237801"/>
                  </a:cubicBezTo>
                  <a:cubicBezTo>
                    <a:pt x="153118" y="242052"/>
                    <a:pt x="157011" y="242052"/>
                    <a:pt x="158427" y="242052"/>
                  </a:cubicBezTo>
                  <a:cubicBezTo>
                    <a:pt x="168338" y="242052"/>
                    <a:pt x="193116" y="240989"/>
                    <a:pt x="203027" y="240989"/>
                  </a:cubicBezTo>
                  <a:cubicBezTo>
                    <a:pt x="211876" y="240989"/>
                    <a:pt x="233468" y="242052"/>
                    <a:pt x="242317" y="242052"/>
                  </a:cubicBezTo>
                  <a:cubicBezTo>
                    <a:pt x="244795" y="242052"/>
                    <a:pt x="249042" y="242052"/>
                    <a:pt x="249042" y="235321"/>
                  </a:cubicBezTo>
                  <a:cubicBezTo>
                    <a:pt x="249042" y="231070"/>
                    <a:pt x="245503" y="231070"/>
                    <a:pt x="242671" y="231070"/>
                  </a:cubicBezTo>
                  <a:cubicBezTo>
                    <a:pt x="218955" y="230715"/>
                    <a:pt x="218247" y="229653"/>
                    <a:pt x="212230" y="215482"/>
                  </a:cubicBezTo>
                  <a:cubicBezTo>
                    <a:pt x="198425" y="182534"/>
                    <a:pt x="174710" y="127268"/>
                    <a:pt x="166569" y="106012"/>
                  </a:cubicBezTo>
                  <a:cubicBezTo>
                    <a:pt x="190638" y="81213"/>
                    <a:pt x="227804" y="39055"/>
                    <a:pt x="239131" y="29135"/>
                  </a:cubicBezTo>
                  <a:cubicBezTo>
                    <a:pt x="249396" y="20632"/>
                    <a:pt x="262847" y="12130"/>
                    <a:pt x="284085" y="11067"/>
                  </a:cubicBezTo>
                  <a:cubicBezTo>
                    <a:pt x="288686" y="10713"/>
                    <a:pt x="291872" y="10713"/>
                    <a:pt x="291872" y="3982"/>
                  </a:cubicBezTo>
                  <a:cubicBezTo>
                    <a:pt x="291872" y="3627"/>
                    <a:pt x="291872" y="85"/>
                    <a:pt x="287271" y="85"/>
                  </a:cubicBezTo>
                  <a:cubicBezTo>
                    <a:pt x="276652" y="85"/>
                    <a:pt x="264971" y="1148"/>
                    <a:pt x="253998" y="1148"/>
                  </a:cubicBezTo>
                  <a:cubicBezTo>
                    <a:pt x="240901" y="1148"/>
                    <a:pt x="227451" y="85"/>
                    <a:pt x="214708" y="85"/>
                  </a:cubicBezTo>
                  <a:cubicBezTo>
                    <a:pt x="212584" y="85"/>
                    <a:pt x="207982" y="85"/>
                    <a:pt x="207982" y="7170"/>
                  </a:cubicBezTo>
                  <a:cubicBezTo>
                    <a:pt x="207982" y="9650"/>
                    <a:pt x="209752" y="10713"/>
                    <a:pt x="212230" y="11067"/>
                  </a:cubicBezTo>
                  <a:cubicBezTo>
                    <a:pt x="215416" y="11421"/>
                    <a:pt x="226389" y="12130"/>
                    <a:pt x="226389" y="22049"/>
                  </a:cubicBezTo>
                  <a:cubicBezTo>
                    <a:pt x="226389" y="27009"/>
                    <a:pt x="222495" y="31615"/>
                    <a:pt x="219663" y="34803"/>
                  </a:cubicBezTo>
                  <a:lnTo>
                    <a:pt x="162321" y="96447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2021B2F7-6A06-5F41-4754-8CF778662BC1}"/>
                </a:ext>
              </a:extLst>
            </p:cNvPr>
            <p:cNvSpPr/>
            <p:nvPr>
              <p:custDataLst>
                <p:tags r:id="rId128"/>
              </p:custDataLst>
            </p:nvPr>
          </p:nvSpPr>
          <p:spPr>
            <a:xfrm>
              <a:off x="5231369" y="2545474"/>
              <a:ext cx="257332" cy="241967"/>
            </a:xfrm>
            <a:custGeom>
              <a:avLst/>
              <a:gdLst>
                <a:gd name="connsiteX0" fmla="*/ 199142 w 257332"/>
                <a:gd name="connsiteY0" fmla="*/ 40472 h 241967"/>
                <a:gd name="connsiteX1" fmla="*/ 204098 w 257332"/>
                <a:gd name="connsiteY1" fmla="*/ 35512 h 241967"/>
                <a:gd name="connsiteX2" fmla="*/ 250467 w 257332"/>
                <a:gd name="connsiteY2" fmla="*/ 11067 h 241967"/>
                <a:gd name="connsiteX3" fmla="*/ 257547 w 257332"/>
                <a:gd name="connsiteY3" fmla="*/ 4336 h 241967"/>
                <a:gd name="connsiteX4" fmla="*/ 252945 w 257332"/>
                <a:gd name="connsiteY4" fmla="*/ 85 h 241967"/>
                <a:gd name="connsiteX5" fmla="*/ 223920 w 257332"/>
                <a:gd name="connsiteY5" fmla="*/ 1148 h 241967"/>
                <a:gd name="connsiteX6" fmla="*/ 188523 w 257332"/>
                <a:gd name="connsiteY6" fmla="*/ 85 h 241967"/>
                <a:gd name="connsiteX7" fmla="*/ 181798 w 257332"/>
                <a:gd name="connsiteY7" fmla="*/ 6816 h 241967"/>
                <a:gd name="connsiteX8" fmla="*/ 187108 w 257332"/>
                <a:gd name="connsiteY8" fmla="*/ 11067 h 241967"/>
                <a:gd name="connsiteX9" fmla="*/ 199850 w 257332"/>
                <a:gd name="connsiteY9" fmla="*/ 19215 h 241967"/>
                <a:gd name="connsiteX10" fmla="*/ 190293 w 257332"/>
                <a:gd name="connsiteY10" fmla="*/ 36220 h 241967"/>
                <a:gd name="connsiteX11" fmla="*/ 108173 w 257332"/>
                <a:gd name="connsiteY11" fmla="*/ 130811 h 241967"/>
                <a:gd name="connsiteX12" fmla="*/ 69237 w 257332"/>
                <a:gd name="connsiteY12" fmla="*/ 25592 h 241967"/>
                <a:gd name="connsiteX13" fmla="*/ 67113 w 257332"/>
                <a:gd name="connsiteY13" fmla="*/ 19570 h 241967"/>
                <a:gd name="connsiteX14" fmla="*/ 87997 w 257332"/>
                <a:gd name="connsiteY14" fmla="*/ 11067 h 241967"/>
                <a:gd name="connsiteX15" fmla="*/ 96493 w 257332"/>
                <a:gd name="connsiteY15" fmla="*/ 3982 h 241967"/>
                <a:gd name="connsiteX16" fmla="*/ 91183 w 257332"/>
                <a:gd name="connsiteY16" fmla="*/ 85 h 241967"/>
                <a:gd name="connsiteX17" fmla="*/ 46583 w 257332"/>
                <a:gd name="connsiteY17" fmla="*/ 1148 h 241967"/>
                <a:gd name="connsiteX18" fmla="*/ 6939 w 257332"/>
                <a:gd name="connsiteY18" fmla="*/ 85 h 241967"/>
                <a:gd name="connsiteX19" fmla="*/ 214 w 257332"/>
                <a:gd name="connsiteY19" fmla="*/ 7170 h 241967"/>
                <a:gd name="connsiteX20" fmla="*/ 8355 w 257332"/>
                <a:gd name="connsiteY20" fmla="*/ 11067 h 241967"/>
                <a:gd name="connsiteX21" fmla="*/ 34195 w 257332"/>
                <a:gd name="connsiteY21" fmla="*/ 23112 h 241967"/>
                <a:gd name="connsiteX22" fmla="*/ 77732 w 257332"/>
                <a:gd name="connsiteY22" fmla="*/ 139668 h 241967"/>
                <a:gd name="connsiteX23" fmla="*/ 79148 w 257332"/>
                <a:gd name="connsiteY23" fmla="*/ 145690 h 241967"/>
                <a:gd name="connsiteX24" fmla="*/ 63220 w 257332"/>
                <a:gd name="connsiteY24" fmla="*/ 210168 h 241967"/>
                <a:gd name="connsiteX25" fmla="*/ 29947 w 257332"/>
                <a:gd name="connsiteY25" fmla="*/ 231070 h 241967"/>
                <a:gd name="connsiteX26" fmla="*/ 20390 w 257332"/>
                <a:gd name="connsiteY26" fmla="*/ 238155 h 241967"/>
                <a:gd name="connsiteX27" fmla="*/ 25346 w 257332"/>
                <a:gd name="connsiteY27" fmla="*/ 242052 h 241967"/>
                <a:gd name="connsiteX28" fmla="*/ 69945 w 257332"/>
                <a:gd name="connsiteY28" fmla="*/ 240989 h 241967"/>
                <a:gd name="connsiteX29" fmla="*/ 115253 w 257332"/>
                <a:gd name="connsiteY29" fmla="*/ 242052 h 241967"/>
                <a:gd name="connsiteX30" fmla="*/ 121978 w 257332"/>
                <a:gd name="connsiteY30" fmla="*/ 234967 h 241967"/>
                <a:gd name="connsiteX31" fmla="*/ 112067 w 257332"/>
                <a:gd name="connsiteY31" fmla="*/ 231070 h 241967"/>
                <a:gd name="connsiteX32" fmla="*/ 98616 w 257332"/>
                <a:gd name="connsiteY32" fmla="*/ 230361 h 241967"/>
                <a:gd name="connsiteX33" fmla="*/ 89059 w 257332"/>
                <a:gd name="connsiteY33" fmla="*/ 224693 h 241967"/>
                <a:gd name="connsiteX34" fmla="*/ 94015 w 257332"/>
                <a:gd name="connsiteY34" fmla="*/ 202374 h 241967"/>
                <a:gd name="connsiteX35" fmla="*/ 106403 w 257332"/>
                <a:gd name="connsiteY35" fmla="*/ 152421 h 241967"/>
                <a:gd name="connsiteX36" fmla="*/ 111359 w 257332"/>
                <a:gd name="connsiteY36" fmla="*/ 141439 h 241967"/>
                <a:gd name="connsiteX37" fmla="*/ 199142 w 257332"/>
                <a:gd name="connsiteY37" fmla="*/ 40472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7332" h="241967">
                  <a:moveTo>
                    <a:pt x="199142" y="40472"/>
                  </a:moveTo>
                  <a:lnTo>
                    <a:pt x="204098" y="35512"/>
                  </a:lnTo>
                  <a:cubicBezTo>
                    <a:pt x="214717" y="24884"/>
                    <a:pt x="226398" y="12838"/>
                    <a:pt x="250467" y="11067"/>
                  </a:cubicBezTo>
                  <a:cubicBezTo>
                    <a:pt x="254361" y="10713"/>
                    <a:pt x="257547" y="10713"/>
                    <a:pt x="257547" y="4336"/>
                  </a:cubicBezTo>
                  <a:cubicBezTo>
                    <a:pt x="257547" y="1502"/>
                    <a:pt x="255777" y="85"/>
                    <a:pt x="252945" y="85"/>
                  </a:cubicBezTo>
                  <a:cubicBezTo>
                    <a:pt x="243742" y="85"/>
                    <a:pt x="233477" y="1148"/>
                    <a:pt x="223920" y="1148"/>
                  </a:cubicBezTo>
                  <a:cubicBezTo>
                    <a:pt x="212239" y="1148"/>
                    <a:pt x="199850" y="85"/>
                    <a:pt x="188523" y="85"/>
                  </a:cubicBezTo>
                  <a:cubicBezTo>
                    <a:pt x="186400" y="85"/>
                    <a:pt x="181798" y="85"/>
                    <a:pt x="181798" y="6816"/>
                  </a:cubicBezTo>
                  <a:cubicBezTo>
                    <a:pt x="181798" y="10713"/>
                    <a:pt x="185338" y="11067"/>
                    <a:pt x="187108" y="11067"/>
                  </a:cubicBezTo>
                  <a:cubicBezTo>
                    <a:pt x="189585" y="11067"/>
                    <a:pt x="199850" y="11776"/>
                    <a:pt x="199850" y="19215"/>
                  </a:cubicBezTo>
                  <a:cubicBezTo>
                    <a:pt x="199850" y="25238"/>
                    <a:pt x="191709" y="34449"/>
                    <a:pt x="190293" y="36220"/>
                  </a:cubicBezTo>
                  <a:lnTo>
                    <a:pt x="108173" y="130811"/>
                  </a:lnTo>
                  <a:lnTo>
                    <a:pt x="69237" y="25592"/>
                  </a:lnTo>
                  <a:cubicBezTo>
                    <a:pt x="67113" y="20632"/>
                    <a:pt x="67113" y="19924"/>
                    <a:pt x="67113" y="19570"/>
                  </a:cubicBezTo>
                  <a:cubicBezTo>
                    <a:pt x="67113" y="11067"/>
                    <a:pt x="84458" y="11067"/>
                    <a:pt x="87997" y="11067"/>
                  </a:cubicBezTo>
                  <a:cubicBezTo>
                    <a:pt x="92953" y="11067"/>
                    <a:pt x="96493" y="11067"/>
                    <a:pt x="96493" y="3982"/>
                  </a:cubicBezTo>
                  <a:cubicBezTo>
                    <a:pt x="96493" y="85"/>
                    <a:pt x="92245" y="85"/>
                    <a:pt x="91183" y="85"/>
                  </a:cubicBezTo>
                  <a:cubicBezTo>
                    <a:pt x="81272" y="85"/>
                    <a:pt x="56494" y="1148"/>
                    <a:pt x="46583" y="1148"/>
                  </a:cubicBezTo>
                  <a:cubicBezTo>
                    <a:pt x="37734" y="1148"/>
                    <a:pt x="15788" y="85"/>
                    <a:pt x="6939" y="85"/>
                  </a:cubicBezTo>
                  <a:cubicBezTo>
                    <a:pt x="4816" y="85"/>
                    <a:pt x="214" y="85"/>
                    <a:pt x="214" y="7170"/>
                  </a:cubicBezTo>
                  <a:cubicBezTo>
                    <a:pt x="214" y="11067"/>
                    <a:pt x="3754" y="11067"/>
                    <a:pt x="8355" y="11067"/>
                  </a:cubicBezTo>
                  <a:cubicBezTo>
                    <a:pt x="29593" y="11067"/>
                    <a:pt x="31009" y="14256"/>
                    <a:pt x="34195" y="23112"/>
                  </a:cubicBezTo>
                  <a:lnTo>
                    <a:pt x="77732" y="139668"/>
                  </a:lnTo>
                  <a:cubicBezTo>
                    <a:pt x="78086" y="140730"/>
                    <a:pt x="79148" y="144627"/>
                    <a:pt x="79148" y="145690"/>
                  </a:cubicBezTo>
                  <a:cubicBezTo>
                    <a:pt x="79148" y="146753"/>
                    <a:pt x="64990" y="203791"/>
                    <a:pt x="63220" y="210168"/>
                  </a:cubicBezTo>
                  <a:cubicBezTo>
                    <a:pt x="58618" y="229653"/>
                    <a:pt x="58264" y="230715"/>
                    <a:pt x="29947" y="231070"/>
                  </a:cubicBezTo>
                  <a:cubicBezTo>
                    <a:pt x="23222" y="231070"/>
                    <a:pt x="20390" y="231070"/>
                    <a:pt x="20390" y="238155"/>
                  </a:cubicBezTo>
                  <a:cubicBezTo>
                    <a:pt x="20390" y="242052"/>
                    <a:pt x="24638" y="242052"/>
                    <a:pt x="25346" y="242052"/>
                  </a:cubicBezTo>
                  <a:cubicBezTo>
                    <a:pt x="35257" y="242052"/>
                    <a:pt x="60034" y="240989"/>
                    <a:pt x="69945" y="240989"/>
                  </a:cubicBezTo>
                  <a:cubicBezTo>
                    <a:pt x="79856" y="240989"/>
                    <a:pt x="105342" y="242052"/>
                    <a:pt x="115253" y="242052"/>
                  </a:cubicBezTo>
                  <a:cubicBezTo>
                    <a:pt x="117730" y="242052"/>
                    <a:pt x="121978" y="242052"/>
                    <a:pt x="121978" y="234967"/>
                  </a:cubicBezTo>
                  <a:cubicBezTo>
                    <a:pt x="121978" y="231070"/>
                    <a:pt x="118792" y="231070"/>
                    <a:pt x="112067" y="231070"/>
                  </a:cubicBezTo>
                  <a:cubicBezTo>
                    <a:pt x="111359" y="231070"/>
                    <a:pt x="104634" y="231070"/>
                    <a:pt x="98616" y="230361"/>
                  </a:cubicBezTo>
                  <a:cubicBezTo>
                    <a:pt x="91183" y="229653"/>
                    <a:pt x="89059" y="228944"/>
                    <a:pt x="89059" y="224693"/>
                  </a:cubicBezTo>
                  <a:cubicBezTo>
                    <a:pt x="89059" y="222213"/>
                    <a:pt x="92245" y="209813"/>
                    <a:pt x="94015" y="202374"/>
                  </a:cubicBezTo>
                  <a:lnTo>
                    <a:pt x="106403" y="152421"/>
                  </a:lnTo>
                  <a:cubicBezTo>
                    <a:pt x="108173" y="145690"/>
                    <a:pt x="108527" y="144627"/>
                    <a:pt x="111359" y="141439"/>
                  </a:cubicBezTo>
                  <a:lnTo>
                    <a:pt x="199142" y="40472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217E574-D2FB-79E0-3787-3A95E25F505C}"/>
                </a:ext>
              </a:extLst>
            </p:cNvPr>
            <p:cNvSpPr/>
            <p:nvPr>
              <p:custDataLst>
                <p:tags r:id="rId129"/>
              </p:custDataLst>
            </p:nvPr>
          </p:nvSpPr>
          <p:spPr>
            <a:xfrm>
              <a:off x="5510924" y="2521737"/>
              <a:ext cx="48493" cy="354271"/>
            </a:xfrm>
            <a:custGeom>
              <a:avLst/>
              <a:gdLst>
                <a:gd name="connsiteX0" fmla="*/ 48715 w 48493"/>
                <a:gd name="connsiteY0" fmla="*/ 85 h 354271"/>
                <a:gd name="connsiteX1" fmla="*/ 222 w 48493"/>
                <a:gd name="connsiteY1" fmla="*/ 85 h 354271"/>
                <a:gd name="connsiteX2" fmla="*/ 222 w 48493"/>
                <a:gd name="connsiteY2" fmla="*/ 14256 h 354271"/>
                <a:gd name="connsiteX3" fmla="*/ 34557 w 48493"/>
                <a:gd name="connsiteY3" fmla="*/ 14256 h 354271"/>
                <a:gd name="connsiteX4" fmla="*/ 34557 w 48493"/>
                <a:gd name="connsiteY4" fmla="*/ 340185 h 354271"/>
                <a:gd name="connsiteX5" fmla="*/ 222 w 48493"/>
                <a:gd name="connsiteY5" fmla="*/ 340185 h 354271"/>
                <a:gd name="connsiteX6" fmla="*/ 222 w 48493"/>
                <a:gd name="connsiteY6" fmla="*/ 354356 h 354271"/>
                <a:gd name="connsiteX7" fmla="*/ 48715 w 48493"/>
                <a:gd name="connsiteY7" fmla="*/ 354356 h 354271"/>
                <a:gd name="connsiteX8" fmla="*/ 48715 w 48493"/>
                <a:gd name="connsiteY8" fmla="*/ 85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715" y="85"/>
                  </a:moveTo>
                  <a:lnTo>
                    <a:pt x="222" y="85"/>
                  </a:lnTo>
                  <a:lnTo>
                    <a:pt x="222" y="14256"/>
                  </a:lnTo>
                  <a:lnTo>
                    <a:pt x="34557" y="14256"/>
                  </a:lnTo>
                  <a:lnTo>
                    <a:pt x="34557" y="340185"/>
                  </a:lnTo>
                  <a:lnTo>
                    <a:pt x="222" y="340185"/>
                  </a:lnTo>
                  <a:lnTo>
                    <a:pt x="222" y="354356"/>
                  </a:lnTo>
                  <a:lnTo>
                    <a:pt x="48715" y="354356"/>
                  </a:lnTo>
                  <a:lnTo>
                    <a:pt x="48715" y="85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222C8D-B65E-09E6-0940-E5056B55961A}"/>
              </a:ext>
            </a:extLst>
          </p:cNvPr>
          <p:cNvGrpSpPr/>
          <p:nvPr/>
        </p:nvGrpSpPr>
        <p:grpSpPr>
          <a:xfrm>
            <a:off x="2263038" y="3051839"/>
            <a:ext cx="8760133" cy="399509"/>
            <a:chOff x="2263038" y="3051839"/>
            <a:chExt cx="8760133" cy="399509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BE6E017-BD3D-70ED-A704-BE8071D525AD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2263038" y="3232763"/>
              <a:ext cx="235386" cy="82899"/>
            </a:xfrm>
            <a:custGeom>
              <a:avLst/>
              <a:gdLst>
                <a:gd name="connsiteX0" fmla="*/ 223482 w 235386"/>
                <a:gd name="connsiteY0" fmla="*/ 14272 h 82899"/>
                <a:gd name="connsiteX1" fmla="*/ 235517 w 235386"/>
                <a:gd name="connsiteY1" fmla="*/ 7186 h 82899"/>
                <a:gd name="connsiteX2" fmla="*/ 223836 w 235386"/>
                <a:gd name="connsiteY2" fmla="*/ 101 h 82899"/>
                <a:gd name="connsiteX3" fmla="*/ 11811 w 235386"/>
                <a:gd name="connsiteY3" fmla="*/ 101 h 82899"/>
                <a:gd name="connsiteX4" fmla="*/ 130 w 235386"/>
                <a:gd name="connsiteY4" fmla="*/ 7186 h 82899"/>
                <a:gd name="connsiteX5" fmla="*/ 12165 w 235386"/>
                <a:gd name="connsiteY5" fmla="*/ 14272 h 82899"/>
                <a:gd name="connsiteX6" fmla="*/ 223482 w 235386"/>
                <a:gd name="connsiteY6" fmla="*/ 14272 h 82899"/>
                <a:gd name="connsiteX7" fmla="*/ 223836 w 235386"/>
                <a:gd name="connsiteY7" fmla="*/ 83000 h 82899"/>
                <a:gd name="connsiteX8" fmla="*/ 235517 w 235386"/>
                <a:gd name="connsiteY8" fmla="*/ 75915 h 82899"/>
                <a:gd name="connsiteX9" fmla="*/ 223482 w 235386"/>
                <a:gd name="connsiteY9" fmla="*/ 68830 h 82899"/>
                <a:gd name="connsiteX10" fmla="*/ 12165 w 235386"/>
                <a:gd name="connsiteY10" fmla="*/ 68830 h 82899"/>
                <a:gd name="connsiteX11" fmla="*/ 130 w 235386"/>
                <a:gd name="connsiteY11" fmla="*/ 75915 h 82899"/>
                <a:gd name="connsiteX12" fmla="*/ 11811 w 235386"/>
                <a:gd name="connsiteY12" fmla="*/ 83000 h 82899"/>
                <a:gd name="connsiteX13" fmla="*/ 223836 w 235386"/>
                <a:gd name="connsiteY13" fmla="*/ 83000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386" h="82899">
                  <a:moveTo>
                    <a:pt x="223482" y="14272"/>
                  </a:moveTo>
                  <a:cubicBezTo>
                    <a:pt x="228792" y="14272"/>
                    <a:pt x="235517" y="14272"/>
                    <a:pt x="235517" y="7186"/>
                  </a:cubicBezTo>
                  <a:cubicBezTo>
                    <a:pt x="235517" y="101"/>
                    <a:pt x="228792" y="101"/>
                    <a:pt x="223836" y="101"/>
                  </a:cubicBezTo>
                  <a:lnTo>
                    <a:pt x="11811" y="101"/>
                  </a:lnTo>
                  <a:cubicBezTo>
                    <a:pt x="6856" y="101"/>
                    <a:pt x="130" y="101"/>
                    <a:pt x="130" y="7186"/>
                  </a:cubicBezTo>
                  <a:cubicBezTo>
                    <a:pt x="130" y="14272"/>
                    <a:pt x="6856" y="14272"/>
                    <a:pt x="12165" y="14272"/>
                  </a:cubicBezTo>
                  <a:lnTo>
                    <a:pt x="223482" y="14272"/>
                  </a:lnTo>
                  <a:close/>
                  <a:moveTo>
                    <a:pt x="223836" y="83000"/>
                  </a:moveTo>
                  <a:cubicBezTo>
                    <a:pt x="228792" y="83000"/>
                    <a:pt x="235517" y="83000"/>
                    <a:pt x="235517" y="75915"/>
                  </a:cubicBezTo>
                  <a:cubicBezTo>
                    <a:pt x="235517" y="68830"/>
                    <a:pt x="228792" y="68830"/>
                    <a:pt x="223482" y="68830"/>
                  </a:cubicBezTo>
                  <a:lnTo>
                    <a:pt x="12165" y="68830"/>
                  </a:lnTo>
                  <a:cubicBezTo>
                    <a:pt x="6856" y="68830"/>
                    <a:pt x="130" y="68830"/>
                    <a:pt x="130" y="75915"/>
                  </a:cubicBezTo>
                  <a:cubicBezTo>
                    <a:pt x="130" y="83000"/>
                    <a:pt x="6856" y="83000"/>
                    <a:pt x="11811" y="83000"/>
                  </a:cubicBezTo>
                  <a:lnTo>
                    <a:pt x="223836" y="83000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8CFC9722-3034-9DCA-1E2D-9B9FBB6FD8D4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2651887" y="3097077"/>
              <a:ext cx="82119" cy="354271"/>
            </a:xfrm>
            <a:custGeom>
              <a:avLst/>
              <a:gdLst>
                <a:gd name="connsiteX0" fmla="*/ 82261 w 82119"/>
                <a:gd name="connsiteY0" fmla="*/ 350830 h 354271"/>
                <a:gd name="connsiteX1" fmla="*/ 76243 w 82119"/>
                <a:gd name="connsiteY1" fmla="*/ 343036 h 354271"/>
                <a:gd name="connsiteX2" fmla="*/ 20671 w 82119"/>
                <a:gd name="connsiteY2" fmla="*/ 177237 h 354271"/>
                <a:gd name="connsiteX3" fmla="*/ 77659 w 82119"/>
                <a:gd name="connsiteY3" fmla="*/ 9666 h 354271"/>
                <a:gd name="connsiteX4" fmla="*/ 82261 w 82119"/>
                <a:gd name="connsiteY4" fmla="*/ 3644 h 354271"/>
                <a:gd name="connsiteX5" fmla="*/ 78721 w 82119"/>
                <a:gd name="connsiteY5" fmla="*/ 101 h 354271"/>
                <a:gd name="connsiteX6" fmla="*/ 22441 w 82119"/>
                <a:gd name="connsiteY6" fmla="*/ 69184 h 354271"/>
                <a:gd name="connsiteX7" fmla="*/ 141 w 82119"/>
                <a:gd name="connsiteY7" fmla="*/ 177237 h 354271"/>
                <a:gd name="connsiteX8" fmla="*/ 23502 w 82119"/>
                <a:gd name="connsiteY8" fmla="*/ 287769 h 354271"/>
                <a:gd name="connsiteX9" fmla="*/ 78721 w 82119"/>
                <a:gd name="connsiteY9" fmla="*/ 354372 h 354271"/>
                <a:gd name="connsiteX10" fmla="*/ 82261 w 82119"/>
                <a:gd name="connsiteY10" fmla="*/ 350830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19" h="354271">
                  <a:moveTo>
                    <a:pt x="82261" y="350830"/>
                  </a:moveTo>
                  <a:cubicBezTo>
                    <a:pt x="82261" y="349767"/>
                    <a:pt x="82261" y="349058"/>
                    <a:pt x="76243" y="343036"/>
                  </a:cubicBezTo>
                  <a:cubicBezTo>
                    <a:pt x="31998" y="298397"/>
                    <a:pt x="20671" y="231440"/>
                    <a:pt x="20671" y="177237"/>
                  </a:cubicBezTo>
                  <a:cubicBezTo>
                    <a:pt x="20671" y="115593"/>
                    <a:pt x="34121" y="53950"/>
                    <a:pt x="77659" y="9666"/>
                  </a:cubicBezTo>
                  <a:cubicBezTo>
                    <a:pt x="82261" y="5415"/>
                    <a:pt x="82261" y="4706"/>
                    <a:pt x="82261" y="3644"/>
                  </a:cubicBezTo>
                  <a:cubicBezTo>
                    <a:pt x="82261" y="1164"/>
                    <a:pt x="80845" y="101"/>
                    <a:pt x="78721" y="101"/>
                  </a:cubicBezTo>
                  <a:cubicBezTo>
                    <a:pt x="75181" y="101"/>
                    <a:pt x="43324" y="24191"/>
                    <a:pt x="22441" y="69184"/>
                  </a:cubicBezTo>
                  <a:cubicBezTo>
                    <a:pt x="4388" y="108154"/>
                    <a:pt x="141" y="147478"/>
                    <a:pt x="141" y="177237"/>
                  </a:cubicBezTo>
                  <a:cubicBezTo>
                    <a:pt x="141" y="204870"/>
                    <a:pt x="4034" y="247737"/>
                    <a:pt x="23502" y="287769"/>
                  </a:cubicBezTo>
                  <a:cubicBezTo>
                    <a:pt x="44740" y="331345"/>
                    <a:pt x="75181" y="354372"/>
                    <a:pt x="78721" y="354372"/>
                  </a:cubicBezTo>
                  <a:cubicBezTo>
                    <a:pt x="80845" y="354372"/>
                    <a:pt x="82261" y="353310"/>
                    <a:pt x="82261" y="350830"/>
                  </a:cubicBez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1E507E3-D9F7-B591-9516-A5785FE446FB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2807593" y="3113019"/>
              <a:ext cx="234324" cy="257555"/>
            </a:xfrm>
            <a:custGeom>
              <a:avLst/>
              <a:gdLst>
                <a:gd name="connsiteX0" fmla="*/ 233762 w 234324"/>
                <a:gd name="connsiteY0" fmla="*/ 8603 h 257555"/>
                <a:gd name="connsiteX1" fmla="*/ 234469 w 234324"/>
                <a:gd name="connsiteY1" fmla="*/ 3644 h 257555"/>
                <a:gd name="connsiteX2" fmla="*/ 230576 w 234324"/>
                <a:gd name="connsiteY2" fmla="*/ 101 h 257555"/>
                <a:gd name="connsiteX3" fmla="*/ 224912 w 234324"/>
                <a:gd name="connsiteY3" fmla="*/ 3998 h 257555"/>
                <a:gd name="connsiteX4" fmla="*/ 202613 w 234324"/>
                <a:gd name="connsiteY4" fmla="*/ 30214 h 257555"/>
                <a:gd name="connsiteX5" fmla="*/ 149164 w 234324"/>
                <a:gd name="connsiteY5" fmla="*/ 101 h 257555"/>
                <a:gd name="connsiteX6" fmla="*/ 145 w 234324"/>
                <a:gd name="connsiteY6" fmla="*/ 163066 h 257555"/>
                <a:gd name="connsiteX7" fmla="*/ 86866 w 234324"/>
                <a:gd name="connsiteY7" fmla="*/ 257656 h 257555"/>
                <a:gd name="connsiteX8" fmla="*/ 194471 w 234324"/>
                <a:gd name="connsiteY8" fmla="*/ 164837 h 257555"/>
                <a:gd name="connsiteX9" fmla="*/ 189162 w 234324"/>
                <a:gd name="connsiteY9" fmla="*/ 161294 h 257555"/>
                <a:gd name="connsiteX10" fmla="*/ 183499 w 234324"/>
                <a:gd name="connsiteY10" fmla="*/ 164129 h 257555"/>
                <a:gd name="connsiteX11" fmla="*/ 91822 w 234324"/>
                <a:gd name="connsiteY11" fmla="*/ 246674 h 257555"/>
                <a:gd name="connsiteX12" fmla="*/ 30940 w 234324"/>
                <a:gd name="connsiteY12" fmla="*/ 176528 h 257555"/>
                <a:gd name="connsiteX13" fmla="*/ 68106 w 234324"/>
                <a:gd name="connsiteY13" fmla="*/ 59973 h 257555"/>
                <a:gd name="connsiteX14" fmla="*/ 151996 w 234324"/>
                <a:gd name="connsiteY14" fmla="*/ 11083 h 257555"/>
                <a:gd name="connsiteX15" fmla="*/ 202259 w 234324"/>
                <a:gd name="connsiteY15" fmla="*/ 75915 h 257555"/>
                <a:gd name="connsiteX16" fmla="*/ 200489 w 234324"/>
                <a:gd name="connsiteY16" fmla="*/ 97526 h 257555"/>
                <a:gd name="connsiteX17" fmla="*/ 205798 w 234324"/>
                <a:gd name="connsiteY17" fmla="*/ 101068 h 257555"/>
                <a:gd name="connsiteX18" fmla="*/ 212170 w 234324"/>
                <a:gd name="connsiteY18" fmla="*/ 94691 h 257555"/>
                <a:gd name="connsiteX19" fmla="*/ 233762 w 234324"/>
                <a:gd name="connsiteY19" fmla="*/ 8603 h 257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4324" h="257555">
                  <a:moveTo>
                    <a:pt x="233762" y="8603"/>
                  </a:moveTo>
                  <a:cubicBezTo>
                    <a:pt x="234116" y="7186"/>
                    <a:pt x="234469" y="5061"/>
                    <a:pt x="234469" y="3644"/>
                  </a:cubicBezTo>
                  <a:cubicBezTo>
                    <a:pt x="234469" y="2935"/>
                    <a:pt x="234116" y="101"/>
                    <a:pt x="230576" y="101"/>
                  </a:cubicBezTo>
                  <a:cubicBezTo>
                    <a:pt x="229868" y="101"/>
                    <a:pt x="228098" y="101"/>
                    <a:pt x="224912" y="3998"/>
                  </a:cubicBezTo>
                  <a:lnTo>
                    <a:pt x="202613" y="30214"/>
                  </a:lnTo>
                  <a:cubicBezTo>
                    <a:pt x="187392" y="5769"/>
                    <a:pt x="166862" y="101"/>
                    <a:pt x="149164" y="101"/>
                  </a:cubicBezTo>
                  <a:cubicBezTo>
                    <a:pt x="76247" y="101"/>
                    <a:pt x="145" y="79812"/>
                    <a:pt x="145" y="163066"/>
                  </a:cubicBezTo>
                  <a:cubicBezTo>
                    <a:pt x="145" y="221166"/>
                    <a:pt x="38019" y="257656"/>
                    <a:pt x="86866" y="257656"/>
                  </a:cubicBezTo>
                  <a:cubicBezTo>
                    <a:pt x="155889" y="257656"/>
                    <a:pt x="194471" y="181842"/>
                    <a:pt x="194471" y="164837"/>
                  </a:cubicBezTo>
                  <a:cubicBezTo>
                    <a:pt x="194471" y="161294"/>
                    <a:pt x="190932" y="161294"/>
                    <a:pt x="189162" y="161294"/>
                  </a:cubicBezTo>
                  <a:cubicBezTo>
                    <a:pt x="187038" y="161294"/>
                    <a:pt x="184560" y="161294"/>
                    <a:pt x="183499" y="164129"/>
                  </a:cubicBezTo>
                  <a:cubicBezTo>
                    <a:pt x="165446" y="224000"/>
                    <a:pt x="121201" y="246674"/>
                    <a:pt x="91822" y="246674"/>
                  </a:cubicBezTo>
                  <a:cubicBezTo>
                    <a:pt x="62088" y="246674"/>
                    <a:pt x="30940" y="226835"/>
                    <a:pt x="30940" y="176528"/>
                  </a:cubicBezTo>
                  <a:cubicBezTo>
                    <a:pt x="30940" y="154563"/>
                    <a:pt x="39789" y="98943"/>
                    <a:pt x="68106" y="59973"/>
                  </a:cubicBezTo>
                  <a:cubicBezTo>
                    <a:pt x="92176" y="27380"/>
                    <a:pt x="124740" y="11083"/>
                    <a:pt x="151996" y="11083"/>
                  </a:cubicBezTo>
                  <a:cubicBezTo>
                    <a:pt x="189516" y="11083"/>
                    <a:pt x="202259" y="45093"/>
                    <a:pt x="202259" y="75915"/>
                  </a:cubicBezTo>
                  <a:cubicBezTo>
                    <a:pt x="202259" y="85126"/>
                    <a:pt x="200489" y="96463"/>
                    <a:pt x="200489" y="97526"/>
                  </a:cubicBezTo>
                  <a:cubicBezTo>
                    <a:pt x="200489" y="101068"/>
                    <a:pt x="204028" y="101068"/>
                    <a:pt x="205798" y="101068"/>
                  </a:cubicBezTo>
                  <a:cubicBezTo>
                    <a:pt x="209692" y="101068"/>
                    <a:pt x="210754" y="100714"/>
                    <a:pt x="212170" y="94691"/>
                  </a:cubicBezTo>
                  <a:lnTo>
                    <a:pt x="233762" y="8603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2A82259D-7C57-473A-EDB2-848C7F35259B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3046714" y="3206192"/>
              <a:ext cx="141232" cy="160484"/>
            </a:xfrm>
            <a:custGeom>
              <a:avLst/>
              <a:gdLst>
                <a:gd name="connsiteX0" fmla="*/ 141384 w 141232"/>
                <a:gd name="connsiteY0" fmla="*/ 58201 h 160484"/>
                <a:gd name="connsiteX1" fmla="*/ 89705 w 141232"/>
                <a:gd name="connsiteY1" fmla="*/ 101 h 160484"/>
                <a:gd name="connsiteX2" fmla="*/ 152 w 141232"/>
                <a:gd name="connsiteY2" fmla="*/ 102131 h 160484"/>
                <a:gd name="connsiteX3" fmla="*/ 51831 w 141232"/>
                <a:gd name="connsiteY3" fmla="*/ 160586 h 160484"/>
                <a:gd name="connsiteX4" fmla="*/ 141384 w 141232"/>
                <a:gd name="connsiteY4" fmla="*/ 58201 h 160484"/>
                <a:gd name="connsiteX5" fmla="*/ 51831 w 141232"/>
                <a:gd name="connsiteY5" fmla="*/ 152792 h 160484"/>
                <a:gd name="connsiteX6" fmla="*/ 24929 w 141232"/>
                <a:gd name="connsiteY6" fmla="*/ 116302 h 160484"/>
                <a:gd name="connsiteX7" fmla="*/ 45459 w 141232"/>
                <a:gd name="connsiteY7" fmla="*/ 40134 h 160484"/>
                <a:gd name="connsiteX8" fmla="*/ 89351 w 141232"/>
                <a:gd name="connsiteY8" fmla="*/ 7895 h 160484"/>
                <a:gd name="connsiteX9" fmla="*/ 116606 w 141232"/>
                <a:gd name="connsiteY9" fmla="*/ 44385 h 160484"/>
                <a:gd name="connsiteX10" fmla="*/ 97492 w 141232"/>
                <a:gd name="connsiteY10" fmla="*/ 117365 h 160484"/>
                <a:gd name="connsiteX11" fmla="*/ 51831 w 141232"/>
                <a:gd name="connsiteY11" fmla="*/ 152792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232" h="160484">
                  <a:moveTo>
                    <a:pt x="141384" y="58201"/>
                  </a:moveTo>
                  <a:cubicBezTo>
                    <a:pt x="141384" y="24546"/>
                    <a:pt x="120500" y="101"/>
                    <a:pt x="89705" y="101"/>
                  </a:cubicBezTo>
                  <a:cubicBezTo>
                    <a:pt x="45813" y="101"/>
                    <a:pt x="152" y="50407"/>
                    <a:pt x="152" y="102131"/>
                  </a:cubicBezTo>
                  <a:cubicBezTo>
                    <a:pt x="152" y="138621"/>
                    <a:pt x="22452" y="160586"/>
                    <a:pt x="51831" y="160586"/>
                  </a:cubicBezTo>
                  <a:cubicBezTo>
                    <a:pt x="95722" y="160586"/>
                    <a:pt x="141384" y="110279"/>
                    <a:pt x="141384" y="58201"/>
                  </a:cubicBezTo>
                  <a:close/>
                  <a:moveTo>
                    <a:pt x="51831" y="152792"/>
                  </a:moveTo>
                  <a:cubicBezTo>
                    <a:pt x="38026" y="152792"/>
                    <a:pt x="24929" y="141809"/>
                    <a:pt x="24929" y="116302"/>
                  </a:cubicBezTo>
                  <a:cubicBezTo>
                    <a:pt x="24929" y="98588"/>
                    <a:pt x="34132" y="59264"/>
                    <a:pt x="45459" y="40134"/>
                  </a:cubicBezTo>
                  <a:cubicBezTo>
                    <a:pt x="58556" y="18523"/>
                    <a:pt x="75546" y="7895"/>
                    <a:pt x="89351" y="7895"/>
                  </a:cubicBezTo>
                  <a:cubicBezTo>
                    <a:pt x="106695" y="7895"/>
                    <a:pt x="116606" y="23483"/>
                    <a:pt x="116606" y="44385"/>
                  </a:cubicBezTo>
                  <a:cubicBezTo>
                    <a:pt x="116606" y="59618"/>
                    <a:pt x="108819" y="96108"/>
                    <a:pt x="97492" y="117365"/>
                  </a:cubicBezTo>
                  <a:cubicBezTo>
                    <a:pt x="87227" y="136850"/>
                    <a:pt x="69175" y="152792"/>
                    <a:pt x="51831" y="152792"/>
                  </a:cubicBez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6965656-16AB-0EA6-3905-625F21863315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3218072" y="3206192"/>
              <a:ext cx="145125" cy="160484"/>
            </a:xfrm>
            <a:custGeom>
              <a:avLst/>
              <a:gdLst>
                <a:gd name="connsiteX0" fmla="*/ 145283 w 145125"/>
                <a:gd name="connsiteY0" fmla="*/ 23483 h 160484"/>
                <a:gd name="connsiteX1" fmla="*/ 130770 w 145125"/>
                <a:gd name="connsiteY1" fmla="*/ 101 h 160484"/>
                <a:gd name="connsiteX2" fmla="*/ 113780 w 145125"/>
                <a:gd name="connsiteY2" fmla="*/ 16397 h 160484"/>
                <a:gd name="connsiteX3" fmla="*/ 118381 w 145125"/>
                <a:gd name="connsiteY3" fmla="*/ 25963 h 160484"/>
                <a:gd name="connsiteX4" fmla="*/ 127938 w 145125"/>
                <a:gd name="connsiteY4" fmla="*/ 53950 h 160484"/>
                <a:gd name="connsiteX5" fmla="*/ 70596 w 145125"/>
                <a:gd name="connsiteY5" fmla="*/ 152792 h 160484"/>
                <a:gd name="connsiteX6" fmla="*/ 47588 w 145125"/>
                <a:gd name="connsiteY6" fmla="*/ 123387 h 160484"/>
                <a:gd name="connsiteX7" fmla="*/ 68472 w 145125"/>
                <a:gd name="connsiteY7" fmla="*/ 46510 h 160484"/>
                <a:gd name="connsiteX8" fmla="*/ 72366 w 145125"/>
                <a:gd name="connsiteY8" fmla="*/ 28797 h 160484"/>
                <a:gd name="connsiteX9" fmla="*/ 45464 w 145125"/>
                <a:gd name="connsiteY9" fmla="*/ 101 h 160484"/>
                <a:gd name="connsiteX10" fmla="*/ 157 w 145125"/>
                <a:gd name="connsiteY10" fmla="*/ 54659 h 160484"/>
                <a:gd name="connsiteX11" fmla="*/ 5466 w 145125"/>
                <a:gd name="connsiteY11" fmla="*/ 58201 h 160484"/>
                <a:gd name="connsiteX12" fmla="*/ 11838 w 145125"/>
                <a:gd name="connsiteY12" fmla="*/ 52533 h 160484"/>
                <a:gd name="connsiteX13" fmla="*/ 44756 w 145125"/>
                <a:gd name="connsiteY13" fmla="*/ 7895 h 160484"/>
                <a:gd name="connsiteX14" fmla="*/ 52544 w 145125"/>
                <a:gd name="connsiteY14" fmla="*/ 18169 h 160484"/>
                <a:gd name="connsiteX15" fmla="*/ 44049 w 145125"/>
                <a:gd name="connsiteY15" fmla="*/ 50053 h 160484"/>
                <a:gd name="connsiteX16" fmla="*/ 25996 w 145125"/>
                <a:gd name="connsiteY16" fmla="*/ 118073 h 160484"/>
                <a:gd name="connsiteX17" fmla="*/ 69534 w 145125"/>
                <a:gd name="connsiteY17" fmla="*/ 160586 h 160484"/>
                <a:gd name="connsiteX18" fmla="*/ 145283 w 145125"/>
                <a:gd name="connsiteY18" fmla="*/ 23483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5125" h="160484">
                  <a:moveTo>
                    <a:pt x="145283" y="23483"/>
                  </a:moveTo>
                  <a:cubicBezTo>
                    <a:pt x="145283" y="11083"/>
                    <a:pt x="141035" y="101"/>
                    <a:pt x="130770" y="101"/>
                  </a:cubicBezTo>
                  <a:cubicBezTo>
                    <a:pt x="122629" y="101"/>
                    <a:pt x="113780" y="8249"/>
                    <a:pt x="113780" y="16397"/>
                  </a:cubicBezTo>
                  <a:cubicBezTo>
                    <a:pt x="113780" y="21003"/>
                    <a:pt x="116257" y="23483"/>
                    <a:pt x="118381" y="25963"/>
                  </a:cubicBezTo>
                  <a:cubicBezTo>
                    <a:pt x="126876" y="35174"/>
                    <a:pt x="127938" y="46510"/>
                    <a:pt x="127938" y="53950"/>
                  </a:cubicBezTo>
                  <a:cubicBezTo>
                    <a:pt x="127938" y="63870"/>
                    <a:pt x="111302" y="152792"/>
                    <a:pt x="70596" y="152792"/>
                  </a:cubicBezTo>
                  <a:cubicBezTo>
                    <a:pt x="51482" y="152792"/>
                    <a:pt x="47588" y="135078"/>
                    <a:pt x="47588" y="123387"/>
                  </a:cubicBezTo>
                  <a:cubicBezTo>
                    <a:pt x="47588" y="102840"/>
                    <a:pt x="58915" y="72018"/>
                    <a:pt x="68472" y="46510"/>
                  </a:cubicBezTo>
                  <a:cubicBezTo>
                    <a:pt x="70242" y="40842"/>
                    <a:pt x="72366" y="35528"/>
                    <a:pt x="72366" y="28797"/>
                  </a:cubicBezTo>
                  <a:cubicBezTo>
                    <a:pt x="72366" y="11083"/>
                    <a:pt x="60685" y="101"/>
                    <a:pt x="45464" y="101"/>
                  </a:cubicBezTo>
                  <a:cubicBezTo>
                    <a:pt x="12546" y="101"/>
                    <a:pt x="157" y="52533"/>
                    <a:pt x="157" y="54659"/>
                  </a:cubicBezTo>
                  <a:cubicBezTo>
                    <a:pt x="157" y="58201"/>
                    <a:pt x="3697" y="58201"/>
                    <a:pt x="5466" y="58201"/>
                  </a:cubicBezTo>
                  <a:cubicBezTo>
                    <a:pt x="10068" y="58201"/>
                    <a:pt x="10422" y="57493"/>
                    <a:pt x="11838" y="52533"/>
                  </a:cubicBezTo>
                  <a:cubicBezTo>
                    <a:pt x="14669" y="41551"/>
                    <a:pt x="24226" y="7895"/>
                    <a:pt x="44756" y="7895"/>
                  </a:cubicBezTo>
                  <a:cubicBezTo>
                    <a:pt x="48650" y="7895"/>
                    <a:pt x="52544" y="8958"/>
                    <a:pt x="52544" y="18169"/>
                  </a:cubicBezTo>
                  <a:cubicBezTo>
                    <a:pt x="52544" y="26671"/>
                    <a:pt x="49004" y="36237"/>
                    <a:pt x="44049" y="50053"/>
                  </a:cubicBezTo>
                  <a:cubicBezTo>
                    <a:pt x="33076" y="80166"/>
                    <a:pt x="25996" y="101423"/>
                    <a:pt x="25996" y="118073"/>
                  </a:cubicBezTo>
                  <a:cubicBezTo>
                    <a:pt x="25996" y="150312"/>
                    <a:pt x="48650" y="160586"/>
                    <a:pt x="69534" y="160586"/>
                  </a:cubicBezTo>
                  <a:cubicBezTo>
                    <a:pt x="129000" y="160586"/>
                    <a:pt x="145283" y="32694"/>
                    <a:pt x="145283" y="23483"/>
                  </a:cubicBez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18020187-588C-083A-9A74-3ECA6FB2D214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3393282" y="3097077"/>
              <a:ext cx="48493" cy="354271"/>
            </a:xfrm>
            <a:custGeom>
              <a:avLst/>
              <a:gdLst>
                <a:gd name="connsiteX0" fmla="*/ 48655 w 48493"/>
                <a:gd name="connsiteY0" fmla="*/ 354372 h 354271"/>
                <a:gd name="connsiteX1" fmla="*/ 48655 w 48493"/>
                <a:gd name="connsiteY1" fmla="*/ 340201 h 354271"/>
                <a:gd name="connsiteX2" fmla="*/ 14320 w 48493"/>
                <a:gd name="connsiteY2" fmla="*/ 340201 h 354271"/>
                <a:gd name="connsiteX3" fmla="*/ 14320 w 48493"/>
                <a:gd name="connsiteY3" fmla="*/ 14272 h 354271"/>
                <a:gd name="connsiteX4" fmla="*/ 48655 w 48493"/>
                <a:gd name="connsiteY4" fmla="*/ 14272 h 354271"/>
                <a:gd name="connsiteX5" fmla="*/ 48655 w 48493"/>
                <a:gd name="connsiteY5" fmla="*/ 101 h 354271"/>
                <a:gd name="connsiteX6" fmla="*/ 161 w 48493"/>
                <a:gd name="connsiteY6" fmla="*/ 101 h 354271"/>
                <a:gd name="connsiteX7" fmla="*/ 161 w 48493"/>
                <a:gd name="connsiteY7" fmla="*/ 354372 h 354271"/>
                <a:gd name="connsiteX8" fmla="*/ 48655 w 48493"/>
                <a:gd name="connsiteY8" fmla="*/ 354372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655" y="354372"/>
                  </a:moveTo>
                  <a:lnTo>
                    <a:pt x="48655" y="340201"/>
                  </a:lnTo>
                  <a:lnTo>
                    <a:pt x="14320" y="340201"/>
                  </a:lnTo>
                  <a:lnTo>
                    <a:pt x="14320" y="14272"/>
                  </a:lnTo>
                  <a:lnTo>
                    <a:pt x="48655" y="14272"/>
                  </a:lnTo>
                  <a:lnTo>
                    <a:pt x="48655" y="101"/>
                  </a:lnTo>
                  <a:lnTo>
                    <a:pt x="161" y="101"/>
                  </a:lnTo>
                  <a:lnTo>
                    <a:pt x="161" y="354372"/>
                  </a:lnTo>
                  <a:lnTo>
                    <a:pt x="48655" y="354372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A4517011-8AFF-C8DB-A92F-3A05FB8AEA33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3459396" y="3120813"/>
              <a:ext cx="291667" cy="241967"/>
            </a:xfrm>
            <a:custGeom>
              <a:avLst/>
              <a:gdLst>
                <a:gd name="connsiteX0" fmla="*/ 162280 w 291667"/>
                <a:gd name="connsiteY0" fmla="*/ 96463 h 241967"/>
                <a:gd name="connsiteX1" fmla="*/ 132547 w 291667"/>
                <a:gd name="connsiteY1" fmla="*/ 25963 h 241967"/>
                <a:gd name="connsiteX2" fmla="*/ 130777 w 291667"/>
                <a:gd name="connsiteY2" fmla="*/ 21357 h 241967"/>
                <a:gd name="connsiteX3" fmla="*/ 151661 w 291667"/>
                <a:gd name="connsiteY3" fmla="*/ 11083 h 241967"/>
                <a:gd name="connsiteX4" fmla="*/ 158741 w 291667"/>
                <a:gd name="connsiteY4" fmla="*/ 4352 h 241967"/>
                <a:gd name="connsiteX5" fmla="*/ 153431 w 291667"/>
                <a:gd name="connsiteY5" fmla="*/ 101 h 241967"/>
                <a:gd name="connsiteX6" fmla="*/ 108831 w 291667"/>
                <a:gd name="connsiteY6" fmla="*/ 1164 h 241967"/>
                <a:gd name="connsiteX7" fmla="*/ 69187 w 291667"/>
                <a:gd name="connsiteY7" fmla="*/ 101 h 241967"/>
                <a:gd name="connsiteX8" fmla="*/ 62816 w 291667"/>
                <a:gd name="connsiteY8" fmla="*/ 7186 h 241967"/>
                <a:gd name="connsiteX9" fmla="*/ 70957 w 291667"/>
                <a:gd name="connsiteY9" fmla="*/ 11083 h 241967"/>
                <a:gd name="connsiteX10" fmla="*/ 97505 w 291667"/>
                <a:gd name="connsiteY10" fmla="*/ 22420 h 241967"/>
                <a:gd name="connsiteX11" fmla="*/ 139272 w 291667"/>
                <a:gd name="connsiteY11" fmla="*/ 121262 h 241967"/>
                <a:gd name="connsiteX12" fmla="*/ 64586 w 291667"/>
                <a:gd name="connsiteY12" fmla="*/ 201681 h 241967"/>
                <a:gd name="connsiteX13" fmla="*/ 59984 w 291667"/>
                <a:gd name="connsiteY13" fmla="*/ 205578 h 241967"/>
                <a:gd name="connsiteX14" fmla="*/ 7951 w 291667"/>
                <a:gd name="connsiteY14" fmla="*/ 231086 h 241967"/>
                <a:gd name="connsiteX15" fmla="*/ 164 w 291667"/>
                <a:gd name="connsiteY15" fmla="*/ 238171 h 241967"/>
                <a:gd name="connsiteX16" fmla="*/ 4766 w 291667"/>
                <a:gd name="connsiteY16" fmla="*/ 242068 h 241967"/>
                <a:gd name="connsiteX17" fmla="*/ 38038 w 291667"/>
                <a:gd name="connsiteY17" fmla="*/ 241005 h 241967"/>
                <a:gd name="connsiteX18" fmla="*/ 77683 w 291667"/>
                <a:gd name="connsiteY18" fmla="*/ 242068 h 241967"/>
                <a:gd name="connsiteX19" fmla="*/ 84054 w 291667"/>
                <a:gd name="connsiteY19" fmla="*/ 234983 h 241967"/>
                <a:gd name="connsiteX20" fmla="*/ 79806 w 291667"/>
                <a:gd name="connsiteY20" fmla="*/ 231086 h 241967"/>
                <a:gd name="connsiteX21" fmla="*/ 65648 w 291667"/>
                <a:gd name="connsiteY21" fmla="*/ 220103 h 241967"/>
                <a:gd name="connsiteX22" fmla="*/ 75205 w 291667"/>
                <a:gd name="connsiteY22" fmla="*/ 204161 h 241967"/>
                <a:gd name="connsiteX23" fmla="*/ 111309 w 291667"/>
                <a:gd name="connsiteY23" fmla="*/ 165900 h 241967"/>
                <a:gd name="connsiteX24" fmla="*/ 143166 w 291667"/>
                <a:gd name="connsiteY24" fmla="*/ 131181 h 241967"/>
                <a:gd name="connsiteX25" fmla="*/ 178917 w 291667"/>
                <a:gd name="connsiteY25" fmla="*/ 215852 h 241967"/>
                <a:gd name="connsiteX26" fmla="*/ 180686 w 291667"/>
                <a:gd name="connsiteY26" fmla="*/ 220812 h 241967"/>
                <a:gd name="connsiteX27" fmla="*/ 160156 w 291667"/>
                <a:gd name="connsiteY27" fmla="*/ 231086 h 241967"/>
                <a:gd name="connsiteX28" fmla="*/ 153077 w 291667"/>
                <a:gd name="connsiteY28" fmla="*/ 237817 h 241967"/>
                <a:gd name="connsiteX29" fmla="*/ 158387 w 291667"/>
                <a:gd name="connsiteY29" fmla="*/ 242068 h 241967"/>
                <a:gd name="connsiteX30" fmla="*/ 202986 w 291667"/>
                <a:gd name="connsiteY30" fmla="*/ 241005 h 241967"/>
                <a:gd name="connsiteX31" fmla="*/ 242276 w 291667"/>
                <a:gd name="connsiteY31" fmla="*/ 242068 h 241967"/>
                <a:gd name="connsiteX32" fmla="*/ 249002 w 291667"/>
                <a:gd name="connsiteY32" fmla="*/ 235337 h 241967"/>
                <a:gd name="connsiteX33" fmla="*/ 242630 w 291667"/>
                <a:gd name="connsiteY33" fmla="*/ 231086 h 241967"/>
                <a:gd name="connsiteX34" fmla="*/ 212189 w 291667"/>
                <a:gd name="connsiteY34" fmla="*/ 215498 h 241967"/>
                <a:gd name="connsiteX35" fmla="*/ 166528 w 291667"/>
                <a:gd name="connsiteY35" fmla="*/ 106028 h 241967"/>
                <a:gd name="connsiteX36" fmla="*/ 239091 w 291667"/>
                <a:gd name="connsiteY36" fmla="*/ 29151 h 241967"/>
                <a:gd name="connsiteX37" fmla="*/ 284044 w 291667"/>
                <a:gd name="connsiteY37" fmla="*/ 11083 h 241967"/>
                <a:gd name="connsiteX38" fmla="*/ 291831 w 291667"/>
                <a:gd name="connsiteY38" fmla="*/ 3998 h 241967"/>
                <a:gd name="connsiteX39" fmla="*/ 287230 w 291667"/>
                <a:gd name="connsiteY39" fmla="*/ 101 h 241967"/>
                <a:gd name="connsiteX40" fmla="*/ 253957 w 291667"/>
                <a:gd name="connsiteY40" fmla="*/ 1164 h 241967"/>
                <a:gd name="connsiteX41" fmla="*/ 214667 w 291667"/>
                <a:gd name="connsiteY41" fmla="*/ 101 h 241967"/>
                <a:gd name="connsiteX42" fmla="*/ 207942 w 291667"/>
                <a:gd name="connsiteY42" fmla="*/ 7186 h 241967"/>
                <a:gd name="connsiteX43" fmla="*/ 212189 w 291667"/>
                <a:gd name="connsiteY43" fmla="*/ 11083 h 241967"/>
                <a:gd name="connsiteX44" fmla="*/ 226348 w 291667"/>
                <a:gd name="connsiteY44" fmla="*/ 22066 h 241967"/>
                <a:gd name="connsiteX45" fmla="*/ 219623 w 291667"/>
                <a:gd name="connsiteY45" fmla="*/ 34819 h 241967"/>
                <a:gd name="connsiteX46" fmla="*/ 162280 w 291667"/>
                <a:gd name="connsiteY46" fmla="*/ 96463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1667" h="241967">
                  <a:moveTo>
                    <a:pt x="162280" y="96463"/>
                  </a:moveTo>
                  <a:lnTo>
                    <a:pt x="132547" y="25963"/>
                  </a:lnTo>
                  <a:cubicBezTo>
                    <a:pt x="131485" y="23128"/>
                    <a:pt x="130777" y="21711"/>
                    <a:pt x="130777" y="21357"/>
                  </a:cubicBezTo>
                  <a:cubicBezTo>
                    <a:pt x="130777" y="19232"/>
                    <a:pt x="136795" y="12500"/>
                    <a:pt x="151661" y="11083"/>
                  </a:cubicBezTo>
                  <a:cubicBezTo>
                    <a:pt x="155201" y="10729"/>
                    <a:pt x="158741" y="10375"/>
                    <a:pt x="158741" y="4352"/>
                  </a:cubicBezTo>
                  <a:cubicBezTo>
                    <a:pt x="158741" y="101"/>
                    <a:pt x="154493" y="101"/>
                    <a:pt x="153431" y="101"/>
                  </a:cubicBezTo>
                  <a:cubicBezTo>
                    <a:pt x="138918" y="101"/>
                    <a:pt x="123698" y="1164"/>
                    <a:pt x="108831" y="1164"/>
                  </a:cubicBezTo>
                  <a:cubicBezTo>
                    <a:pt x="99982" y="1164"/>
                    <a:pt x="78037" y="101"/>
                    <a:pt x="69187" y="101"/>
                  </a:cubicBezTo>
                  <a:cubicBezTo>
                    <a:pt x="67064" y="101"/>
                    <a:pt x="62816" y="101"/>
                    <a:pt x="62816" y="7186"/>
                  </a:cubicBezTo>
                  <a:cubicBezTo>
                    <a:pt x="62816" y="11083"/>
                    <a:pt x="66356" y="11083"/>
                    <a:pt x="70957" y="11083"/>
                  </a:cubicBezTo>
                  <a:cubicBezTo>
                    <a:pt x="92195" y="11083"/>
                    <a:pt x="94319" y="14626"/>
                    <a:pt x="97505" y="22420"/>
                  </a:cubicBezTo>
                  <a:lnTo>
                    <a:pt x="139272" y="121262"/>
                  </a:lnTo>
                  <a:lnTo>
                    <a:pt x="64586" y="201681"/>
                  </a:lnTo>
                  <a:lnTo>
                    <a:pt x="59984" y="205578"/>
                  </a:lnTo>
                  <a:cubicBezTo>
                    <a:pt x="42640" y="224355"/>
                    <a:pt x="26004" y="230023"/>
                    <a:pt x="7951" y="231086"/>
                  </a:cubicBezTo>
                  <a:cubicBezTo>
                    <a:pt x="3350" y="231440"/>
                    <a:pt x="164" y="231440"/>
                    <a:pt x="164" y="238171"/>
                  </a:cubicBezTo>
                  <a:cubicBezTo>
                    <a:pt x="164" y="238526"/>
                    <a:pt x="164" y="242068"/>
                    <a:pt x="4766" y="242068"/>
                  </a:cubicBezTo>
                  <a:cubicBezTo>
                    <a:pt x="15385" y="242068"/>
                    <a:pt x="27066" y="241005"/>
                    <a:pt x="38038" y="241005"/>
                  </a:cubicBezTo>
                  <a:cubicBezTo>
                    <a:pt x="51135" y="241005"/>
                    <a:pt x="64940" y="242068"/>
                    <a:pt x="77683" y="242068"/>
                  </a:cubicBezTo>
                  <a:cubicBezTo>
                    <a:pt x="79806" y="242068"/>
                    <a:pt x="84054" y="242068"/>
                    <a:pt x="84054" y="234983"/>
                  </a:cubicBezTo>
                  <a:cubicBezTo>
                    <a:pt x="84054" y="231440"/>
                    <a:pt x="80514" y="231086"/>
                    <a:pt x="79806" y="231086"/>
                  </a:cubicBezTo>
                  <a:cubicBezTo>
                    <a:pt x="76621" y="230732"/>
                    <a:pt x="65648" y="230023"/>
                    <a:pt x="65648" y="220103"/>
                  </a:cubicBezTo>
                  <a:cubicBezTo>
                    <a:pt x="65648" y="214435"/>
                    <a:pt x="70957" y="208767"/>
                    <a:pt x="75205" y="204161"/>
                  </a:cubicBezTo>
                  <a:lnTo>
                    <a:pt x="111309" y="165900"/>
                  </a:lnTo>
                  <a:lnTo>
                    <a:pt x="143166" y="131181"/>
                  </a:lnTo>
                  <a:lnTo>
                    <a:pt x="178917" y="215852"/>
                  </a:lnTo>
                  <a:cubicBezTo>
                    <a:pt x="180332" y="219749"/>
                    <a:pt x="180686" y="220103"/>
                    <a:pt x="180686" y="220812"/>
                  </a:cubicBezTo>
                  <a:cubicBezTo>
                    <a:pt x="180686" y="223646"/>
                    <a:pt x="173961" y="229669"/>
                    <a:pt x="160156" y="231086"/>
                  </a:cubicBezTo>
                  <a:cubicBezTo>
                    <a:pt x="156263" y="231440"/>
                    <a:pt x="153077" y="231794"/>
                    <a:pt x="153077" y="237817"/>
                  </a:cubicBezTo>
                  <a:cubicBezTo>
                    <a:pt x="153077" y="242068"/>
                    <a:pt x="156971" y="242068"/>
                    <a:pt x="158387" y="242068"/>
                  </a:cubicBezTo>
                  <a:cubicBezTo>
                    <a:pt x="168298" y="242068"/>
                    <a:pt x="193075" y="241005"/>
                    <a:pt x="202986" y="241005"/>
                  </a:cubicBezTo>
                  <a:cubicBezTo>
                    <a:pt x="211835" y="241005"/>
                    <a:pt x="233427" y="242068"/>
                    <a:pt x="242276" y="242068"/>
                  </a:cubicBezTo>
                  <a:cubicBezTo>
                    <a:pt x="244754" y="242068"/>
                    <a:pt x="249002" y="242068"/>
                    <a:pt x="249002" y="235337"/>
                  </a:cubicBezTo>
                  <a:cubicBezTo>
                    <a:pt x="249002" y="231086"/>
                    <a:pt x="245462" y="231086"/>
                    <a:pt x="242630" y="231086"/>
                  </a:cubicBezTo>
                  <a:cubicBezTo>
                    <a:pt x="218915" y="230732"/>
                    <a:pt x="218207" y="229669"/>
                    <a:pt x="212189" y="215498"/>
                  </a:cubicBezTo>
                  <a:cubicBezTo>
                    <a:pt x="198385" y="182551"/>
                    <a:pt x="174669" y="127284"/>
                    <a:pt x="166528" y="106028"/>
                  </a:cubicBezTo>
                  <a:cubicBezTo>
                    <a:pt x="190597" y="81229"/>
                    <a:pt x="227764" y="39071"/>
                    <a:pt x="239091" y="29151"/>
                  </a:cubicBezTo>
                  <a:cubicBezTo>
                    <a:pt x="249356" y="20649"/>
                    <a:pt x="262806" y="12146"/>
                    <a:pt x="284044" y="11083"/>
                  </a:cubicBezTo>
                  <a:cubicBezTo>
                    <a:pt x="288646" y="10729"/>
                    <a:pt x="291831" y="10729"/>
                    <a:pt x="291831" y="3998"/>
                  </a:cubicBezTo>
                  <a:cubicBezTo>
                    <a:pt x="291831" y="3644"/>
                    <a:pt x="291831" y="101"/>
                    <a:pt x="287230" y="101"/>
                  </a:cubicBezTo>
                  <a:cubicBezTo>
                    <a:pt x="276611" y="101"/>
                    <a:pt x="264930" y="1164"/>
                    <a:pt x="253957" y="1164"/>
                  </a:cubicBezTo>
                  <a:cubicBezTo>
                    <a:pt x="240860" y="1164"/>
                    <a:pt x="227410" y="101"/>
                    <a:pt x="214667" y="101"/>
                  </a:cubicBezTo>
                  <a:cubicBezTo>
                    <a:pt x="212543" y="101"/>
                    <a:pt x="207942" y="101"/>
                    <a:pt x="207942" y="7186"/>
                  </a:cubicBezTo>
                  <a:cubicBezTo>
                    <a:pt x="207942" y="9666"/>
                    <a:pt x="209711" y="10729"/>
                    <a:pt x="212189" y="11083"/>
                  </a:cubicBezTo>
                  <a:cubicBezTo>
                    <a:pt x="215375" y="11438"/>
                    <a:pt x="226348" y="12146"/>
                    <a:pt x="226348" y="22066"/>
                  </a:cubicBezTo>
                  <a:cubicBezTo>
                    <a:pt x="226348" y="27025"/>
                    <a:pt x="222454" y="31631"/>
                    <a:pt x="219623" y="34819"/>
                  </a:cubicBezTo>
                  <a:lnTo>
                    <a:pt x="162280" y="96463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391C0588-9D24-4729-7D39-6BA3F0E2CBD7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3786475" y="3051839"/>
              <a:ext cx="109516" cy="164665"/>
            </a:xfrm>
            <a:custGeom>
              <a:avLst/>
              <a:gdLst>
                <a:gd name="connsiteX0" fmla="*/ 109690 w 109516"/>
                <a:gd name="connsiteY0" fmla="*/ 119628 h 164665"/>
                <a:gd name="connsiteX1" fmla="*/ 101266 w 109516"/>
                <a:gd name="connsiteY1" fmla="*/ 119628 h 164665"/>
                <a:gd name="connsiteX2" fmla="*/ 94823 w 109516"/>
                <a:gd name="connsiteY2" fmla="*/ 142195 h 164665"/>
                <a:gd name="connsiteX3" fmla="*/ 70294 w 109516"/>
                <a:gd name="connsiteY3" fmla="*/ 143683 h 164665"/>
                <a:gd name="connsiteX4" fmla="*/ 24703 w 109516"/>
                <a:gd name="connsiteY4" fmla="*/ 143683 h 164665"/>
                <a:gd name="connsiteX5" fmla="*/ 74258 w 109516"/>
                <a:gd name="connsiteY5" fmla="*/ 102021 h 164665"/>
                <a:gd name="connsiteX6" fmla="*/ 109690 w 109516"/>
                <a:gd name="connsiteY6" fmla="*/ 48455 h 164665"/>
                <a:gd name="connsiteX7" fmla="*/ 51711 w 109516"/>
                <a:gd name="connsiteY7" fmla="*/ 97 h 164665"/>
                <a:gd name="connsiteX8" fmla="*/ 173 w 109516"/>
                <a:gd name="connsiteY8" fmla="*/ 44487 h 164665"/>
                <a:gd name="connsiteX9" fmla="*/ 13305 w 109516"/>
                <a:gd name="connsiteY9" fmla="*/ 58374 h 164665"/>
                <a:gd name="connsiteX10" fmla="*/ 26437 w 109516"/>
                <a:gd name="connsiteY10" fmla="*/ 45231 h 164665"/>
                <a:gd name="connsiteX11" fmla="*/ 11819 w 109516"/>
                <a:gd name="connsiteY11" fmla="*/ 32087 h 164665"/>
                <a:gd name="connsiteX12" fmla="*/ 47994 w 109516"/>
                <a:gd name="connsiteY12" fmla="*/ 9024 h 164665"/>
                <a:gd name="connsiteX13" fmla="*/ 85656 w 109516"/>
                <a:gd name="connsiteY13" fmla="*/ 48455 h 164665"/>
                <a:gd name="connsiteX14" fmla="*/ 62365 w 109516"/>
                <a:gd name="connsiteY14" fmla="*/ 96069 h 164665"/>
                <a:gd name="connsiteX15" fmla="*/ 2651 w 109516"/>
                <a:gd name="connsiteY15" fmla="*/ 155091 h 164665"/>
                <a:gd name="connsiteX16" fmla="*/ 173 w 109516"/>
                <a:gd name="connsiteY16" fmla="*/ 164762 h 164665"/>
                <a:gd name="connsiteX17" fmla="*/ 102257 w 109516"/>
                <a:gd name="connsiteY17" fmla="*/ 164762 h 164665"/>
                <a:gd name="connsiteX18" fmla="*/ 109690 w 109516"/>
                <a:gd name="connsiteY18" fmla="*/ 119628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516" h="164665">
                  <a:moveTo>
                    <a:pt x="109690" y="119628"/>
                  </a:moveTo>
                  <a:lnTo>
                    <a:pt x="101266" y="119628"/>
                  </a:lnTo>
                  <a:cubicBezTo>
                    <a:pt x="100522" y="125084"/>
                    <a:pt x="98045" y="139715"/>
                    <a:pt x="94823" y="142195"/>
                  </a:cubicBezTo>
                  <a:cubicBezTo>
                    <a:pt x="92841" y="143683"/>
                    <a:pt x="73763" y="143683"/>
                    <a:pt x="70294" y="143683"/>
                  </a:cubicBezTo>
                  <a:lnTo>
                    <a:pt x="24703" y="143683"/>
                  </a:lnTo>
                  <a:cubicBezTo>
                    <a:pt x="50719" y="120620"/>
                    <a:pt x="59392" y="113676"/>
                    <a:pt x="74258" y="102021"/>
                  </a:cubicBezTo>
                  <a:cubicBezTo>
                    <a:pt x="92594" y="87389"/>
                    <a:pt x="109690" y="72014"/>
                    <a:pt x="109690" y="48455"/>
                  </a:cubicBezTo>
                  <a:cubicBezTo>
                    <a:pt x="109690" y="18448"/>
                    <a:pt x="83426" y="97"/>
                    <a:pt x="51711" y="97"/>
                  </a:cubicBezTo>
                  <a:cubicBezTo>
                    <a:pt x="20986" y="97"/>
                    <a:pt x="173" y="21672"/>
                    <a:pt x="173" y="44487"/>
                  </a:cubicBezTo>
                  <a:cubicBezTo>
                    <a:pt x="173" y="57134"/>
                    <a:pt x="10828" y="58374"/>
                    <a:pt x="13305" y="58374"/>
                  </a:cubicBezTo>
                  <a:cubicBezTo>
                    <a:pt x="19252" y="58374"/>
                    <a:pt x="26437" y="54159"/>
                    <a:pt x="26437" y="45231"/>
                  </a:cubicBezTo>
                  <a:cubicBezTo>
                    <a:pt x="26437" y="40767"/>
                    <a:pt x="24703" y="32087"/>
                    <a:pt x="11819" y="32087"/>
                  </a:cubicBezTo>
                  <a:cubicBezTo>
                    <a:pt x="19500" y="14480"/>
                    <a:pt x="36348" y="9024"/>
                    <a:pt x="47994" y="9024"/>
                  </a:cubicBezTo>
                  <a:cubicBezTo>
                    <a:pt x="72771" y="9024"/>
                    <a:pt x="85656" y="28368"/>
                    <a:pt x="85656" y="48455"/>
                  </a:cubicBezTo>
                  <a:cubicBezTo>
                    <a:pt x="85656" y="70030"/>
                    <a:pt x="70294" y="87141"/>
                    <a:pt x="62365" y="96069"/>
                  </a:cubicBezTo>
                  <a:lnTo>
                    <a:pt x="2651" y="155091"/>
                  </a:lnTo>
                  <a:cubicBezTo>
                    <a:pt x="173" y="157322"/>
                    <a:pt x="173" y="157818"/>
                    <a:pt x="173" y="164762"/>
                  </a:cubicBezTo>
                  <a:lnTo>
                    <a:pt x="102257" y="164762"/>
                  </a:lnTo>
                  <a:lnTo>
                    <a:pt x="109690" y="119628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FF12D9BD-914F-9640-2E96-3F7A8305D80E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3960099" y="3325228"/>
              <a:ext cx="41413" cy="105927"/>
            </a:xfrm>
            <a:custGeom>
              <a:avLst/>
              <a:gdLst>
                <a:gd name="connsiteX0" fmla="*/ 41592 w 41413"/>
                <a:gd name="connsiteY0" fmla="*/ 37299 h 105927"/>
                <a:gd name="connsiteX1" fmla="*/ 18938 w 41413"/>
                <a:gd name="connsiteY1" fmla="*/ 101 h 105927"/>
                <a:gd name="connsiteX2" fmla="*/ 178 w 41413"/>
                <a:gd name="connsiteY2" fmla="*/ 18877 h 105927"/>
                <a:gd name="connsiteX3" fmla="*/ 18938 w 41413"/>
                <a:gd name="connsiteY3" fmla="*/ 37654 h 105927"/>
                <a:gd name="connsiteX4" fmla="*/ 31327 w 41413"/>
                <a:gd name="connsiteY4" fmla="*/ 33048 h 105927"/>
                <a:gd name="connsiteX5" fmla="*/ 33096 w 41413"/>
                <a:gd name="connsiteY5" fmla="*/ 31985 h 105927"/>
                <a:gd name="connsiteX6" fmla="*/ 33804 w 41413"/>
                <a:gd name="connsiteY6" fmla="*/ 37299 h 105927"/>
                <a:gd name="connsiteX7" fmla="*/ 9735 w 41413"/>
                <a:gd name="connsiteY7" fmla="*/ 96463 h 105927"/>
                <a:gd name="connsiteX8" fmla="*/ 5841 w 41413"/>
                <a:gd name="connsiteY8" fmla="*/ 102131 h 105927"/>
                <a:gd name="connsiteX9" fmla="*/ 9381 w 41413"/>
                <a:gd name="connsiteY9" fmla="*/ 106028 h 105927"/>
                <a:gd name="connsiteX10" fmla="*/ 41592 w 41413"/>
                <a:gd name="connsiteY10" fmla="*/ 37299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413" h="105927">
                  <a:moveTo>
                    <a:pt x="41592" y="37299"/>
                  </a:moveTo>
                  <a:cubicBezTo>
                    <a:pt x="41592" y="13917"/>
                    <a:pt x="32742" y="101"/>
                    <a:pt x="18938" y="101"/>
                  </a:cubicBezTo>
                  <a:cubicBezTo>
                    <a:pt x="7257" y="101"/>
                    <a:pt x="178" y="8958"/>
                    <a:pt x="178" y="18877"/>
                  </a:cubicBezTo>
                  <a:cubicBezTo>
                    <a:pt x="178" y="28443"/>
                    <a:pt x="7257" y="37654"/>
                    <a:pt x="18938" y="37654"/>
                  </a:cubicBezTo>
                  <a:cubicBezTo>
                    <a:pt x="23185" y="37654"/>
                    <a:pt x="27787" y="36237"/>
                    <a:pt x="31327" y="33048"/>
                  </a:cubicBezTo>
                  <a:cubicBezTo>
                    <a:pt x="32388" y="32340"/>
                    <a:pt x="32742" y="31985"/>
                    <a:pt x="33096" y="31985"/>
                  </a:cubicBezTo>
                  <a:cubicBezTo>
                    <a:pt x="33450" y="31985"/>
                    <a:pt x="33804" y="32340"/>
                    <a:pt x="33804" y="37299"/>
                  </a:cubicBezTo>
                  <a:cubicBezTo>
                    <a:pt x="33804" y="63515"/>
                    <a:pt x="21416" y="84772"/>
                    <a:pt x="9735" y="96463"/>
                  </a:cubicBezTo>
                  <a:cubicBezTo>
                    <a:pt x="5841" y="100360"/>
                    <a:pt x="5841" y="101068"/>
                    <a:pt x="5841" y="102131"/>
                  </a:cubicBezTo>
                  <a:cubicBezTo>
                    <a:pt x="5841" y="104611"/>
                    <a:pt x="7611" y="106028"/>
                    <a:pt x="9381" y="106028"/>
                  </a:cubicBezTo>
                  <a:cubicBezTo>
                    <a:pt x="13274" y="106028"/>
                    <a:pt x="41592" y="78749"/>
                    <a:pt x="41592" y="37299"/>
                  </a:cubicBez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EBADF4A5-EBE6-E26F-2D06-E1D6380D0670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4099364" y="3120813"/>
              <a:ext cx="257332" cy="241967"/>
            </a:xfrm>
            <a:custGeom>
              <a:avLst/>
              <a:gdLst>
                <a:gd name="connsiteX0" fmla="*/ 199110 w 257332"/>
                <a:gd name="connsiteY0" fmla="*/ 40488 h 241967"/>
                <a:gd name="connsiteX1" fmla="*/ 204066 w 257332"/>
                <a:gd name="connsiteY1" fmla="*/ 35528 h 241967"/>
                <a:gd name="connsiteX2" fmla="*/ 250435 w 257332"/>
                <a:gd name="connsiteY2" fmla="*/ 11083 h 241967"/>
                <a:gd name="connsiteX3" fmla="*/ 257515 w 257332"/>
                <a:gd name="connsiteY3" fmla="*/ 4352 h 241967"/>
                <a:gd name="connsiteX4" fmla="*/ 252913 w 257332"/>
                <a:gd name="connsiteY4" fmla="*/ 101 h 241967"/>
                <a:gd name="connsiteX5" fmla="*/ 223888 w 257332"/>
                <a:gd name="connsiteY5" fmla="*/ 1164 h 241967"/>
                <a:gd name="connsiteX6" fmla="*/ 188492 w 257332"/>
                <a:gd name="connsiteY6" fmla="*/ 101 h 241967"/>
                <a:gd name="connsiteX7" fmla="*/ 181766 w 257332"/>
                <a:gd name="connsiteY7" fmla="*/ 6832 h 241967"/>
                <a:gd name="connsiteX8" fmla="*/ 187076 w 257332"/>
                <a:gd name="connsiteY8" fmla="*/ 11083 h 241967"/>
                <a:gd name="connsiteX9" fmla="*/ 199818 w 257332"/>
                <a:gd name="connsiteY9" fmla="*/ 19232 h 241967"/>
                <a:gd name="connsiteX10" fmla="*/ 190261 w 257332"/>
                <a:gd name="connsiteY10" fmla="*/ 36237 h 241967"/>
                <a:gd name="connsiteX11" fmla="*/ 108141 w 257332"/>
                <a:gd name="connsiteY11" fmla="*/ 130827 h 241967"/>
                <a:gd name="connsiteX12" fmla="*/ 69205 w 257332"/>
                <a:gd name="connsiteY12" fmla="*/ 25608 h 241967"/>
                <a:gd name="connsiteX13" fmla="*/ 67082 w 257332"/>
                <a:gd name="connsiteY13" fmla="*/ 19586 h 241967"/>
                <a:gd name="connsiteX14" fmla="*/ 87965 w 257332"/>
                <a:gd name="connsiteY14" fmla="*/ 11083 h 241967"/>
                <a:gd name="connsiteX15" fmla="*/ 96461 w 257332"/>
                <a:gd name="connsiteY15" fmla="*/ 3998 h 241967"/>
                <a:gd name="connsiteX16" fmla="*/ 91151 w 257332"/>
                <a:gd name="connsiteY16" fmla="*/ 101 h 241967"/>
                <a:gd name="connsiteX17" fmla="*/ 46552 w 257332"/>
                <a:gd name="connsiteY17" fmla="*/ 1164 h 241967"/>
                <a:gd name="connsiteX18" fmla="*/ 6907 w 257332"/>
                <a:gd name="connsiteY18" fmla="*/ 101 h 241967"/>
                <a:gd name="connsiteX19" fmla="*/ 182 w 257332"/>
                <a:gd name="connsiteY19" fmla="*/ 7186 h 241967"/>
                <a:gd name="connsiteX20" fmla="*/ 8323 w 257332"/>
                <a:gd name="connsiteY20" fmla="*/ 11083 h 241967"/>
                <a:gd name="connsiteX21" fmla="*/ 34163 w 257332"/>
                <a:gd name="connsiteY21" fmla="*/ 23128 h 241967"/>
                <a:gd name="connsiteX22" fmla="*/ 77700 w 257332"/>
                <a:gd name="connsiteY22" fmla="*/ 139684 h 241967"/>
                <a:gd name="connsiteX23" fmla="*/ 79116 w 257332"/>
                <a:gd name="connsiteY23" fmla="*/ 145706 h 241967"/>
                <a:gd name="connsiteX24" fmla="*/ 63188 w 257332"/>
                <a:gd name="connsiteY24" fmla="*/ 210184 h 241967"/>
                <a:gd name="connsiteX25" fmla="*/ 29915 w 257332"/>
                <a:gd name="connsiteY25" fmla="*/ 231086 h 241967"/>
                <a:gd name="connsiteX26" fmla="*/ 20358 w 257332"/>
                <a:gd name="connsiteY26" fmla="*/ 238171 h 241967"/>
                <a:gd name="connsiteX27" fmla="*/ 25314 w 257332"/>
                <a:gd name="connsiteY27" fmla="*/ 242068 h 241967"/>
                <a:gd name="connsiteX28" fmla="*/ 69913 w 257332"/>
                <a:gd name="connsiteY28" fmla="*/ 241005 h 241967"/>
                <a:gd name="connsiteX29" fmla="*/ 115221 w 257332"/>
                <a:gd name="connsiteY29" fmla="*/ 242068 h 241967"/>
                <a:gd name="connsiteX30" fmla="*/ 121946 w 257332"/>
                <a:gd name="connsiteY30" fmla="*/ 234983 h 241967"/>
                <a:gd name="connsiteX31" fmla="*/ 112035 w 257332"/>
                <a:gd name="connsiteY31" fmla="*/ 231086 h 241967"/>
                <a:gd name="connsiteX32" fmla="*/ 98584 w 257332"/>
                <a:gd name="connsiteY32" fmla="*/ 230377 h 241967"/>
                <a:gd name="connsiteX33" fmla="*/ 89027 w 257332"/>
                <a:gd name="connsiteY33" fmla="*/ 224709 h 241967"/>
                <a:gd name="connsiteX34" fmla="*/ 93983 w 257332"/>
                <a:gd name="connsiteY34" fmla="*/ 202390 h 241967"/>
                <a:gd name="connsiteX35" fmla="*/ 106372 w 257332"/>
                <a:gd name="connsiteY35" fmla="*/ 152438 h 241967"/>
                <a:gd name="connsiteX36" fmla="*/ 111327 w 257332"/>
                <a:gd name="connsiteY36" fmla="*/ 141455 h 241967"/>
                <a:gd name="connsiteX37" fmla="*/ 199110 w 257332"/>
                <a:gd name="connsiteY37" fmla="*/ 40488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7332" h="241967">
                  <a:moveTo>
                    <a:pt x="199110" y="40488"/>
                  </a:moveTo>
                  <a:lnTo>
                    <a:pt x="204066" y="35528"/>
                  </a:lnTo>
                  <a:cubicBezTo>
                    <a:pt x="214685" y="24900"/>
                    <a:pt x="226366" y="12855"/>
                    <a:pt x="250435" y="11083"/>
                  </a:cubicBezTo>
                  <a:cubicBezTo>
                    <a:pt x="254329" y="10729"/>
                    <a:pt x="257515" y="10729"/>
                    <a:pt x="257515" y="4352"/>
                  </a:cubicBezTo>
                  <a:cubicBezTo>
                    <a:pt x="257515" y="1518"/>
                    <a:pt x="255745" y="101"/>
                    <a:pt x="252913" y="101"/>
                  </a:cubicBezTo>
                  <a:cubicBezTo>
                    <a:pt x="243710" y="101"/>
                    <a:pt x="233445" y="1164"/>
                    <a:pt x="223888" y="1164"/>
                  </a:cubicBezTo>
                  <a:cubicBezTo>
                    <a:pt x="212207" y="1164"/>
                    <a:pt x="199818" y="101"/>
                    <a:pt x="188492" y="101"/>
                  </a:cubicBezTo>
                  <a:cubicBezTo>
                    <a:pt x="186368" y="101"/>
                    <a:pt x="181766" y="101"/>
                    <a:pt x="181766" y="6832"/>
                  </a:cubicBezTo>
                  <a:cubicBezTo>
                    <a:pt x="181766" y="10729"/>
                    <a:pt x="185306" y="11083"/>
                    <a:pt x="187076" y="11083"/>
                  </a:cubicBezTo>
                  <a:cubicBezTo>
                    <a:pt x="189553" y="11083"/>
                    <a:pt x="199818" y="11792"/>
                    <a:pt x="199818" y="19232"/>
                  </a:cubicBezTo>
                  <a:cubicBezTo>
                    <a:pt x="199818" y="25254"/>
                    <a:pt x="191677" y="34465"/>
                    <a:pt x="190261" y="36237"/>
                  </a:cubicBezTo>
                  <a:lnTo>
                    <a:pt x="108141" y="130827"/>
                  </a:lnTo>
                  <a:lnTo>
                    <a:pt x="69205" y="25608"/>
                  </a:lnTo>
                  <a:cubicBezTo>
                    <a:pt x="67082" y="20649"/>
                    <a:pt x="67082" y="19940"/>
                    <a:pt x="67082" y="19586"/>
                  </a:cubicBezTo>
                  <a:cubicBezTo>
                    <a:pt x="67082" y="11083"/>
                    <a:pt x="84426" y="11083"/>
                    <a:pt x="87965" y="11083"/>
                  </a:cubicBezTo>
                  <a:cubicBezTo>
                    <a:pt x="92921" y="11083"/>
                    <a:pt x="96461" y="11083"/>
                    <a:pt x="96461" y="3998"/>
                  </a:cubicBezTo>
                  <a:cubicBezTo>
                    <a:pt x="96461" y="101"/>
                    <a:pt x="92213" y="101"/>
                    <a:pt x="91151" y="101"/>
                  </a:cubicBezTo>
                  <a:cubicBezTo>
                    <a:pt x="81240" y="101"/>
                    <a:pt x="56463" y="1164"/>
                    <a:pt x="46552" y="1164"/>
                  </a:cubicBezTo>
                  <a:cubicBezTo>
                    <a:pt x="37702" y="1164"/>
                    <a:pt x="15757" y="101"/>
                    <a:pt x="6907" y="101"/>
                  </a:cubicBezTo>
                  <a:cubicBezTo>
                    <a:pt x="4784" y="101"/>
                    <a:pt x="182" y="101"/>
                    <a:pt x="182" y="7186"/>
                  </a:cubicBezTo>
                  <a:cubicBezTo>
                    <a:pt x="182" y="11083"/>
                    <a:pt x="3722" y="11083"/>
                    <a:pt x="8323" y="11083"/>
                  </a:cubicBezTo>
                  <a:cubicBezTo>
                    <a:pt x="29561" y="11083"/>
                    <a:pt x="30977" y="14272"/>
                    <a:pt x="34163" y="23128"/>
                  </a:cubicBezTo>
                  <a:lnTo>
                    <a:pt x="77700" y="139684"/>
                  </a:lnTo>
                  <a:cubicBezTo>
                    <a:pt x="78054" y="140747"/>
                    <a:pt x="79116" y="144644"/>
                    <a:pt x="79116" y="145706"/>
                  </a:cubicBezTo>
                  <a:cubicBezTo>
                    <a:pt x="79116" y="146769"/>
                    <a:pt x="64958" y="203807"/>
                    <a:pt x="63188" y="210184"/>
                  </a:cubicBezTo>
                  <a:cubicBezTo>
                    <a:pt x="58586" y="229669"/>
                    <a:pt x="58232" y="230732"/>
                    <a:pt x="29915" y="231086"/>
                  </a:cubicBezTo>
                  <a:cubicBezTo>
                    <a:pt x="23190" y="231086"/>
                    <a:pt x="20358" y="231086"/>
                    <a:pt x="20358" y="238171"/>
                  </a:cubicBezTo>
                  <a:cubicBezTo>
                    <a:pt x="20358" y="242068"/>
                    <a:pt x="24606" y="242068"/>
                    <a:pt x="25314" y="242068"/>
                  </a:cubicBezTo>
                  <a:cubicBezTo>
                    <a:pt x="35225" y="242068"/>
                    <a:pt x="60002" y="241005"/>
                    <a:pt x="69913" y="241005"/>
                  </a:cubicBezTo>
                  <a:cubicBezTo>
                    <a:pt x="79824" y="241005"/>
                    <a:pt x="105310" y="242068"/>
                    <a:pt x="115221" y="242068"/>
                  </a:cubicBezTo>
                  <a:cubicBezTo>
                    <a:pt x="117699" y="242068"/>
                    <a:pt x="121946" y="242068"/>
                    <a:pt x="121946" y="234983"/>
                  </a:cubicBezTo>
                  <a:cubicBezTo>
                    <a:pt x="121946" y="231086"/>
                    <a:pt x="118760" y="231086"/>
                    <a:pt x="112035" y="231086"/>
                  </a:cubicBezTo>
                  <a:cubicBezTo>
                    <a:pt x="111327" y="231086"/>
                    <a:pt x="104602" y="231086"/>
                    <a:pt x="98584" y="230377"/>
                  </a:cubicBezTo>
                  <a:cubicBezTo>
                    <a:pt x="91151" y="229669"/>
                    <a:pt x="89027" y="228960"/>
                    <a:pt x="89027" y="224709"/>
                  </a:cubicBezTo>
                  <a:cubicBezTo>
                    <a:pt x="89027" y="222229"/>
                    <a:pt x="92213" y="209830"/>
                    <a:pt x="93983" y="202390"/>
                  </a:cubicBezTo>
                  <a:lnTo>
                    <a:pt x="106372" y="152438"/>
                  </a:lnTo>
                  <a:cubicBezTo>
                    <a:pt x="108141" y="145706"/>
                    <a:pt x="108495" y="144644"/>
                    <a:pt x="111327" y="141455"/>
                  </a:cubicBezTo>
                  <a:lnTo>
                    <a:pt x="199110" y="40488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9450E73-CCFC-FFCD-9B8A-3A6DF61697D3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4386741" y="3051839"/>
              <a:ext cx="109516" cy="164665"/>
            </a:xfrm>
            <a:custGeom>
              <a:avLst/>
              <a:gdLst>
                <a:gd name="connsiteX0" fmla="*/ 109707 w 109516"/>
                <a:gd name="connsiteY0" fmla="*/ 119628 h 164665"/>
                <a:gd name="connsiteX1" fmla="*/ 101283 w 109516"/>
                <a:gd name="connsiteY1" fmla="*/ 119628 h 164665"/>
                <a:gd name="connsiteX2" fmla="*/ 94840 w 109516"/>
                <a:gd name="connsiteY2" fmla="*/ 142195 h 164665"/>
                <a:gd name="connsiteX3" fmla="*/ 70311 w 109516"/>
                <a:gd name="connsiteY3" fmla="*/ 143683 h 164665"/>
                <a:gd name="connsiteX4" fmla="*/ 24720 w 109516"/>
                <a:gd name="connsiteY4" fmla="*/ 143683 h 164665"/>
                <a:gd name="connsiteX5" fmla="*/ 74275 w 109516"/>
                <a:gd name="connsiteY5" fmla="*/ 102021 h 164665"/>
                <a:gd name="connsiteX6" fmla="*/ 109707 w 109516"/>
                <a:gd name="connsiteY6" fmla="*/ 48455 h 164665"/>
                <a:gd name="connsiteX7" fmla="*/ 51727 w 109516"/>
                <a:gd name="connsiteY7" fmla="*/ 97 h 164665"/>
                <a:gd name="connsiteX8" fmla="*/ 190 w 109516"/>
                <a:gd name="connsiteY8" fmla="*/ 44487 h 164665"/>
                <a:gd name="connsiteX9" fmla="*/ 13322 w 109516"/>
                <a:gd name="connsiteY9" fmla="*/ 58374 h 164665"/>
                <a:gd name="connsiteX10" fmla="*/ 26454 w 109516"/>
                <a:gd name="connsiteY10" fmla="*/ 45231 h 164665"/>
                <a:gd name="connsiteX11" fmla="*/ 11836 w 109516"/>
                <a:gd name="connsiteY11" fmla="*/ 32087 h 164665"/>
                <a:gd name="connsiteX12" fmla="*/ 48011 w 109516"/>
                <a:gd name="connsiteY12" fmla="*/ 9024 h 164665"/>
                <a:gd name="connsiteX13" fmla="*/ 85673 w 109516"/>
                <a:gd name="connsiteY13" fmla="*/ 48455 h 164665"/>
                <a:gd name="connsiteX14" fmla="*/ 62382 w 109516"/>
                <a:gd name="connsiteY14" fmla="*/ 96069 h 164665"/>
                <a:gd name="connsiteX15" fmla="*/ 2668 w 109516"/>
                <a:gd name="connsiteY15" fmla="*/ 155091 h 164665"/>
                <a:gd name="connsiteX16" fmla="*/ 190 w 109516"/>
                <a:gd name="connsiteY16" fmla="*/ 164762 h 164665"/>
                <a:gd name="connsiteX17" fmla="*/ 102274 w 109516"/>
                <a:gd name="connsiteY17" fmla="*/ 164762 h 164665"/>
                <a:gd name="connsiteX18" fmla="*/ 109707 w 109516"/>
                <a:gd name="connsiteY18" fmla="*/ 119628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516" h="164665">
                  <a:moveTo>
                    <a:pt x="109707" y="119628"/>
                  </a:moveTo>
                  <a:lnTo>
                    <a:pt x="101283" y="119628"/>
                  </a:lnTo>
                  <a:cubicBezTo>
                    <a:pt x="100539" y="125084"/>
                    <a:pt x="98061" y="139715"/>
                    <a:pt x="94840" y="142195"/>
                  </a:cubicBezTo>
                  <a:cubicBezTo>
                    <a:pt x="92858" y="143683"/>
                    <a:pt x="73779" y="143683"/>
                    <a:pt x="70311" y="143683"/>
                  </a:cubicBezTo>
                  <a:lnTo>
                    <a:pt x="24720" y="143683"/>
                  </a:lnTo>
                  <a:cubicBezTo>
                    <a:pt x="50736" y="120620"/>
                    <a:pt x="59408" y="113676"/>
                    <a:pt x="74275" y="102021"/>
                  </a:cubicBezTo>
                  <a:cubicBezTo>
                    <a:pt x="92610" y="87389"/>
                    <a:pt x="109707" y="72014"/>
                    <a:pt x="109707" y="48455"/>
                  </a:cubicBezTo>
                  <a:cubicBezTo>
                    <a:pt x="109707" y="18448"/>
                    <a:pt x="83443" y="97"/>
                    <a:pt x="51727" y="97"/>
                  </a:cubicBezTo>
                  <a:cubicBezTo>
                    <a:pt x="21003" y="97"/>
                    <a:pt x="190" y="21672"/>
                    <a:pt x="190" y="44487"/>
                  </a:cubicBezTo>
                  <a:cubicBezTo>
                    <a:pt x="190" y="57134"/>
                    <a:pt x="10844" y="58374"/>
                    <a:pt x="13322" y="58374"/>
                  </a:cubicBezTo>
                  <a:cubicBezTo>
                    <a:pt x="19269" y="58374"/>
                    <a:pt x="26454" y="54159"/>
                    <a:pt x="26454" y="45231"/>
                  </a:cubicBezTo>
                  <a:cubicBezTo>
                    <a:pt x="26454" y="40767"/>
                    <a:pt x="24720" y="32087"/>
                    <a:pt x="11836" y="32087"/>
                  </a:cubicBezTo>
                  <a:cubicBezTo>
                    <a:pt x="19517" y="14480"/>
                    <a:pt x="36365" y="9024"/>
                    <a:pt x="48011" y="9024"/>
                  </a:cubicBezTo>
                  <a:cubicBezTo>
                    <a:pt x="72788" y="9024"/>
                    <a:pt x="85673" y="28368"/>
                    <a:pt x="85673" y="48455"/>
                  </a:cubicBezTo>
                  <a:cubicBezTo>
                    <a:pt x="85673" y="70030"/>
                    <a:pt x="70311" y="87141"/>
                    <a:pt x="62382" y="96069"/>
                  </a:cubicBezTo>
                  <a:lnTo>
                    <a:pt x="2668" y="155091"/>
                  </a:lnTo>
                  <a:cubicBezTo>
                    <a:pt x="190" y="157322"/>
                    <a:pt x="190" y="157818"/>
                    <a:pt x="190" y="164762"/>
                  </a:cubicBezTo>
                  <a:lnTo>
                    <a:pt x="102274" y="164762"/>
                  </a:lnTo>
                  <a:lnTo>
                    <a:pt x="109707" y="119628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DECC04B-81CB-C6D3-208F-3C7D63AEA615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4537711" y="3097077"/>
              <a:ext cx="48493" cy="354271"/>
            </a:xfrm>
            <a:custGeom>
              <a:avLst/>
              <a:gdLst>
                <a:gd name="connsiteX0" fmla="*/ 48688 w 48493"/>
                <a:gd name="connsiteY0" fmla="*/ 101 h 354271"/>
                <a:gd name="connsiteX1" fmla="*/ 195 w 48493"/>
                <a:gd name="connsiteY1" fmla="*/ 101 h 354271"/>
                <a:gd name="connsiteX2" fmla="*/ 195 w 48493"/>
                <a:gd name="connsiteY2" fmla="*/ 14272 h 354271"/>
                <a:gd name="connsiteX3" fmla="*/ 34529 w 48493"/>
                <a:gd name="connsiteY3" fmla="*/ 14272 h 354271"/>
                <a:gd name="connsiteX4" fmla="*/ 34529 w 48493"/>
                <a:gd name="connsiteY4" fmla="*/ 340201 h 354271"/>
                <a:gd name="connsiteX5" fmla="*/ 195 w 48493"/>
                <a:gd name="connsiteY5" fmla="*/ 340201 h 354271"/>
                <a:gd name="connsiteX6" fmla="*/ 195 w 48493"/>
                <a:gd name="connsiteY6" fmla="*/ 354372 h 354271"/>
                <a:gd name="connsiteX7" fmla="*/ 48688 w 48493"/>
                <a:gd name="connsiteY7" fmla="*/ 354372 h 354271"/>
                <a:gd name="connsiteX8" fmla="*/ 48688 w 48493"/>
                <a:gd name="connsiteY8" fmla="*/ 101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688" y="101"/>
                  </a:moveTo>
                  <a:lnTo>
                    <a:pt x="195" y="101"/>
                  </a:lnTo>
                  <a:lnTo>
                    <a:pt x="195" y="14272"/>
                  </a:lnTo>
                  <a:lnTo>
                    <a:pt x="34529" y="14272"/>
                  </a:lnTo>
                  <a:lnTo>
                    <a:pt x="34529" y="340201"/>
                  </a:lnTo>
                  <a:lnTo>
                    <a:pt x="195" y="340201"/>
                  </a:lnTo>
                  <a:lnTo>
                    <a:pt x="195" y="354372"/>
                  </a:lnTo>
                  <a:lnTo>
                    <a:pt x="48688" y="354372"/>
                  </a:lnTo>
                  <a:lnTo>
                    <a:pt x="48688" y="101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643CA88-B1F8-8612-8F79-CB01069C6CA4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4726727" y="3156240"/>
              <a:ext cx="235386" cy="235944"/>
            </a:xfrm>
            <a:custGeom>
              <a:avLst/>
              <a:gdLst>
                <a:gd name="connsiteX0" fmla="*/ 125149 w 235386"/>
                <a:gd name="connsiteY0" fmla="*/ 125159 h 235944"/>
                <a:gd name="connsiteX1" fmla="*/ 223905 w 235386"/>
                <a:gd name="connsiteY1" fmla="*/ 125159 h 235944"/>
                <a:gd name="connsiteX2" fmla="*/ 235586 w 235386"/>
                <a:gd name="connsiteY2" fmla="*/ 118073 h 235944"/>
                <a:gd name="connsiteX3" fmla="*/ 223905 w 235386"/>
                <a:gd name="connsiteY3" fmla="*/ 110988 h 235944"/>
                <a:gd name="connsiteX4" fmla="*/ 125149 w 235386"/>
                <a:gd name="connsiteY4" fmla="*/ 110988 h 235944"/>
                <a:gd name="connsiteX5" fmla="*/ 125149 w 235386"/>
                <a:gd name="connsiteY5" fmla="*/ 11792 h 235944"/>
                <a:gd name="connsiteX6" fmla="*/ 118070 w 235386"/>
                <a:gd name="connsiteY6" fmla="*/ 101 h 235944"/>
                <a:gd name="connsiteX7" fmla="*/ 110991 w 235386"/>
                <a:gd name="connsiteY7" fmla="*/ 11792 h 235944"/>
                <a:gd name="connsiteX8" fmla="*/ 110991 w 235386"/>
                <a:gd name="connsiteY8" fmla="*/ 110988 h 235944"/>
                <a:gd name="connsiteX9" fmla="*/ 11880 w 235386"/>
                <a:gd name="connsiteY9" fmla="*/ 110988 h 235944"/>
                <a:gd name="connsiteX10" fmla="*/ 200 w 235386"/>
                <a:gd name="connsiteY10" fmla="*/ 118073 h 235944"/>
                <a:gd name="connsiteX11" fmla="*/ 11880 w 235386"/>
                <a:gd name="connsiteY11" fmla="*/ 125159 h 235944"/>
                <a:gd name="connsiteX12" fmla="*/ 110991 w 235386"/>
                <a:gd name="connsiteY12" fmla="*/ 125159 h 235944"/>
                <a:gd name="connsiteX13" fmla="*/ 110991 w 235386"/>
                <a:gd name="connsiteY13" fmla="*/ 224355 h 235944"/>
                <a:gd name="connsiteX14" fmla="*/ 118070 w 235386"/>
                <a:gd name="connsiteY14" fmla="*/ 236046 h 235944"/>
                <a:gd name="connsiteX15" fmla="*/ 125149 w 235386"/>
                <a:gd name="connsiteY15" fmla="*/ 224355 h 235944"/>
                <a:gd name="connsiteX16" fmla="*/ 125149 w 235386"/>
                <a:gd name="connsiteY16" fmla="*/ 125159 h 23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386" h="235944">
                  <a:moveTo>
                    <a:pt x="125149" y="125159"/>
                  </a:moveTo>
                  <a:lnTo>
                    <a:pt x="223905" y="125159"/>
                  </a:lnTo>
                  <a:cubicBezTo>
                    <a:pt x="228861" y="125159"/>
                    <a:pt x="235586" y="125159"/>
                    <a:pt x="235586" y="118073"/>
                  </a:cubicBezTo>
                  <a:cubicBezTo>
                    <a:pt x="235586" y="110988"/>
                    <a:pt x="228861" y="110988"/>
                    <a:pt x="223905" y="110988"/>
                  </a:cubicBezTo>
                  <a:lnTo>
                    <a:pt x="125149" y="110988"/>
                  </a:lnTo>
                  <a:lnTo>
                    <a:pt x="125149" y="11792"/>
                  </a:lnTo>
                  <a:cubicBezTo>
                    <a:pt x="125149" y="6832"/>
                    <a:pt x="125149" y="101"/>
                    <a:pt x="118070" y="101"/>
                  </a:cubicBezTo>
                  <a:cubicBezTo>
                    <a:pt x="110991" y="101"/>
                    <a:pt x="110991" y="6832"/>
                    <a:pt x="110991" y="11792"/>
                  </a:cubicBezTo>
                  <a:lnTo>
                    <a:pt x="110991" y="110988"/>
                  </a:lnTo>
                  <a:lnTo>
                    <a:pt x="11880" y="110988"/>
                  </a:lnTo>
                  <a:cubicBezTo>
                    <a:pt x="6925" y="110988"/>
                    <a:pt x="200" y="110988"/>
                    <a:pt x="200" y="118073"/>
                  </a:cubicBezTo>
                  <a:cubicBezTo>
                    <a:pt x="200" y="125159"/>
                    <a:pt x="6925" y="125159"/>
                    <a:pt x="11880" y="125159"/>
                  </a:cubicBezTo>
                  <a:lnTo>
                    <a:pt x="110991" y="125159"/>
                  </a:lnTo>
                  <a:lnTo>
                    <a:pt x="110991" y="224355"/>
                  </a:lnTo>
                  <a:cubicBezTo>
                    <a:pt x="110991" y="229315"/>
                    <a:pt x="110991" y="236046"/>
                    <a:pt x="118070" y="236046"/>
                  </a:cubicBezTo>
                  <a:cubicBezTo>
                    <a:pt x="125149" y="236046"/>
                    <a:pt x="125149" y="229315"/>
                    <a:pt x="125149" y="224355"/>
                  </a:cubicBezTo>
                  <a:lnTo>
                    <a:pt x="125149" y="125159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ED8DCDC-3DD9-702E-0846-1A625C039A8E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5065825" y="3120104"/>
              <a:ext cx="221228" cy="242675"/>
            </a:xfrm>
            <a:custGeom>
              <a:avLst/>
              <a:gdLst>
                <a:gd name="connsiteX0" fmla="*/ 86931 w 221228"/>
                <a:gd name="connsiteY0" fmla="*/ 123742 h 242675"/>
                <a:gd name="connsiteX1" fmla="*/ 125159 w 221228"/>
                <a:gd name="connsiteY1" fmla="*/ 131181 h 242675"/>
                <a:gd name="connsiteX2" fmla="*/ 143565 w 221228"/>
                <a:gd name="connsiteY2" fmla="*/ 163420 h 242675"/>
                <a:gd name="connsiteX3" fmla="*/ 149937 w 221228"/>
                <a:gd name="connsiteY3" fmla="*/ 172985 h 242675"/>
                <a:gd name="connsiteX4" fmla="*/ 155954 w 221228"/>
                <a:gd name="connsiteY4" fmla="*/ 161649 h 242675"/>
                <a:gd name="connsiteX5" fmla="*/ 155954 w 221228"/>
                <a:gd name="connsiteY5" fmla="*/ 65641 h 242675"/>
                <a:gd name="connsiteX6" fmla="*/ 149937 w 221228"/>
                <a:gd name="connsiteY6" fmla="*/ 54304 h 242675"/>
                <a:gd name="connsiteX7" fmla="*/ 143565 w 221228"/>
                <a:gd name="connsiteY7" fmla="*/ 62453 h 242675"/>
                <a:gd name="connsiteX8" fmla="*/ 86931 w 221228"/>
                <a:gd name="connsiteY8" fmla="*/ 110988 h 242675"/>
                <a:gd name="connsiteX9" fmla="*/ 86931 w 221228"/>
                <a:gd name="connsiteY9" fmla="*/ 36237 h 242675"/>
                <a:gd name="connsiteX10" fmla="*/ 102151 w 221228"/>
                <a:gd name="connsiteY10" fmla="*/ 12500 h 242675"/>
                <a:gd name="connsiteX11" fmla="*/ 119142 w 221228"/>
                <a:gd name="connsiteY11" fmla="*/ 12500 h 242675"/>
                <a:gd name="connsiteX12" fmla="*/ 192767 w 221228"/>
                <a:gd name="connsiteY12" fmla="*/ 61390 h 242675"/>
                <a:gd name="connsiteX13" fmla="*/ 199138 w 221228"/>
                <a:gd name="connsiteY13" fmla="*/ 69538 h 242675"/>
                <a:gd name="connsiteX14" fmla="*/ 205155 w 221228"/>
                <a:gd name="connsiteY14" fmla="*/ 57847 h 242675"/>
                <a:gd name="connsiteX15" fmla="*/ 205155 w 221228"/>
                <a:gd name="connsiteY15" fmla="*/ 11792 h 242675"/>
                <a:gd name="connsiteX16" fmla="*/ 193474 w 221228"/>
                <a:gd name="connsiteY16" fmla="*/ 101 h 242675"/>
                <a:gd name="connsiteX17" fmla="*/ 12244 w 221228"/>
                <a:gd name="connsiteY17" fmla="*/ 101 h 242675"/>
                <a:gd name="connsiteX18" fmla="*/ 210 w 221228"/>
                <a:gd name="connsiteY18" fmla="*/ 6478 h 242675"/>
                <a:gd name="connsiteX19" fmla="*/ 9767 w 221228"/>
                <a:gd name="connsiteY19" fmla="*/ 12500 h 242675"/>
                <a:gd name="connsiteX20" fmla="*/ 31358 w 221228"/>
                <a:gd name="connsiteY20" fmla="*/ 32694 h 242675"/>
                <a:gd name="connsiteX21" fmla="*/ 31358 w 221228"/>
                <a:gd name="connsiteY21" fmla="*/ 210184 h 242675"/>
                <a:gd name="connsiteX22" fmla="*/ 11536 w 221228"/>
                <a:gd name="connsiteY22" fmla="*/ 230377 h 242675"/>
                <a:gd name="connsiteX23" fmla="*/ 210 w 221228"/>
                <a:gd name="connsiteY23" fmla="*/ 236400 h 242675"/>
                <a:gd name="connsiteX24" fmla="*/ 12244 w 221228"/>
                <a:gd name="connsiteY24" fmla="*/ 242777 h 242675"/>
                <a:gd name="connsiteX25" fmla="*/ 199846 w 221228"/>
                <a:gd name="connsiteY25" fmla="*/ 242777 h 242675"/>
                <a:gd name="connsiteX26" fmla="*/ 211173 w 221228"/>
                <a:gd name="connsiteY26" fmla="*/ 237817 h 242675"/>
                <a:gd name="connsiteX27" fmla="*/ 221438 w 221228"/>
                <a:gd name="connsiteY27" fmla="*/ 176528 h 242675"/>
                <a:gd name="connsiteX28" fmla="*/ 215420 w 221228"/>
                <a:gd name="connsiteY28" fmla="*/ 170151 h 242675"/>
                <a:gd name="connsiteX29" fmla="*/ 209049 w 221228"/>
                <a:gd name="connsiteY29" fmla="*/ 175111 h 242675"/>
                <a:gd name="connsiteX30" fmla="*/ 177546 w 221228"/>
                <a:gd name="connsiteY30" fmla="*/ 214435 h 242675"/>
                <a:gd name="connsiteX31" fmla="*/ 121620 w 221228"/>
                <a:gd name="connsiteY31" fmla="*/ 230377 h 242675"/>
                <a:gd name="connsiteX32" fmla="*/ 102151 w 221228"/>
                <a:gd name="connsiteY32" fmla="*/ 230377 h 242675"/>
                <a:gd name="connsiteX33" fmla="*/ 86931 w 221228"/>
                <a:gd name="connsiteY33" fmla="*/ 206641 h 242675"/>
                <a:gd name="connsiteX34" fmla="*/ 86931 w 221228"/>
                <a:gd name="connsiteY34" fmla="*/ 123742 h 242675"/>
                <a:gd name="connsiteX35" fmla="*/ 192767 w 221228"/>
                <a:gd name="connsiteY35" fmla="*/ 12500 h 242675"/>
                <a:gd name="connsiteX36" fmla="*/ 192767 w 221228"/>
                <a:gd name="connsiteY36" fmla="*/ 29505 h 242675"/>
                <a:gd name="connsiteX37" fmla="*/ 172591 w 221228"/>
                <a:gd name="connsiteY37" fmla="*/ 12500 h 242675"/>
                <a:gd name="connsiteX38" fmla="*/ 192767 w 221228"/>
                <a:gd name="connsiteY38" fmla="*/ 12500 h 242675"/>
                <a:gd name="connsiteX39" fmla="*/ 123743 w 221228"/>
                <a:gd name="connsiteY39" fmla="*/ 116302 h 242675"/>
                <a:gd name="connsiteX40" fmla="*/ 143565 w 221228"/>
                <a:gd name="connsiteY40" fmla="*/ 101068 h 242675"/>
                <a:gd name="connsiteX41" fmla="*/ 143565 w 221228"/>
                <a:gd name="connsiteY41" fmla="*/ 130827 h 242675"/>
                <a:gd name="connsiteX42" fmla="*/ 123743 w 221228"/>
                <a:gd name="connsiteY42" fmla="*/ 116656 h 242675"/>
                <a:gd name="connsiteX43" fmla="*/ 123743 w 221228"/>
                <a:gd name="connsiteY43" fmla="*/ 116302 h 242675"/>
                <a:gd name="connsiteX44" fmla="*/ 43747 w 221228"/>
                <a:gd name="connsiteY44" fmla="*/ 31985 h 242675"/>
                <a:gd name="connsiteX45" fmla="*/ 40916 w 221228"/>
                <a:gd name="connsiteY45" fmla="*/ 12500 h 242675"/>
                <a:gd name="connsiteX46" fmla="*/ 78436 w 221228"/>
                <a:gd name="connsiteY46" fmla="*/ 12500 h 242675"/>
                <a:gd name="connsiteX47" fmla="*/ 74542 w 221228"/>
                <a:gd name="connsiteY47" fmla="*/ 35528 h 242675"/>
                <a:gd name="connsiteX48" fmla="*/ 74542 w 221228"/>
                <a:gd name="connsiteY48" fmla="*/ 207350 h 242675"/>
                <a:gd name="connsiteX49" fmla="*/ 78436 w 221228"/>
                <a:gd name="connsiteY49" fmla="*/ 230377 h 242675"/>
                <a:gd name="connsiteX50" fmla="*/ 40916 w 221228"/>
                <a:gd name="connsiteY50" fmla="*/ 230377 h 242675"/>
                <a:gd name="connsiteX51" fmla="*/ 43747 w 221228"/>
                <a:gd name="connsiteY51" fmla="*/ 210892 h 242675"/>
                <a:gd name="connsiteX52" fmla="*/ 43747 w 221228"/>
                <a:gd name="connsiteY52" fmla="*/ 31985 h 242675"/>
                <a:gd name="connsiteX53" fmla="*/ 175422 w 221228"/>
                <a:gd name="connsiteY53" fmla="*/ 230377 h 242675"/>
                <a:gd name="connsiteX54" fmla="*/ 175422 w 221228"/>
                <a:gd name="connsiteY54" fmla="*/ 230023 h 242675"/>
                <a:gd name="connsiteX55" fmla="*/ 203385 w 221228"/>
                <a:gd name="connsiteY55" fmla="*/ 210538 h 242675"/>
                <a:gd name="connsiteX56" fmla="*/ 200200 w 221228"/>
                <a:gd name="connsiteY56" fmla="*/ 230377 h 242675"/>
                <a:gd name="connsiteX57" fmla="*/ 175422 w 221228"/>
                <a:gd name="connsiteY57" fmla="*/ 230377 h 242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221228" h="242675">
                  <a:moveTo>
                    <a:pt x="86931" y="123742"/>
                  </a:moveTo>
                  <a:cubicBezTo>
                    <a:pt x="95780" y="123742"/>
                    <a:pt x="112770" y="123742"/>
                    <a:pt x="125159" y="131181"/>
                  </a:cubicBezTo>
                  <a:cubicBezTo>
                    <a:pt x="142150" y="142164"/>
                    <a:pt x="143565" y="161294"/>
                    <a:pt x="143565" y="163420"/>
                  </a:cubicBezTo>
                  <a:cubicBezTo>
                    <a:pt x="143919" y="168380"/>
                    <a:pt x="143919" y="172985"/>
                    <a:pt x="149937" y="172985"/>
                  </a:cubicBezTo>
                  <a:cubicBezTo>
                    <a:pt x="155954" y="172985"/>
                    <a:pt x="155954" y="168026"/>
                    <a:pt x="155954" y="161649"/>
                  </a:cubicBezTo>
                  <a:lnTo>
                    <a:pt x="155954" y="65641"/>
                  </a:lnTo>
                  <a:cubicBezTo>
                    <a:pt x="155954" y="59973"/>
                    <a:pt x="155954" y="54304"/>
                    <a:pt x="149937" y="54304"/>
                  </a:cubicBezTo>
                  <a:cubicBezTo>
                    <a:pt x="143919" y="54304"/>
                    <a:pt x="143565" y="59618"/>
                    <a:pt x="143565" y="62453"/>
                  </a:cubicBezTo>
                  <a:cubicBezTo>
                    <a:pt x="141442" y="108154"/>
                    <a:pt x="105337" y="110634"/>
                    <a:pt x="86931" y="110988"/>
                  </a:cubicBezTo>
                  <a:lnTo>
                    <a:pt x="86931" y="36237"/>
                  </a:lnTo>
                  <a:cubicBezTo>
                    <a:pt x="86931" y="12500"/>
                    <a:pt x="93656" y="12500"/>
                    <a:pt x="102151" y="12500"/>
                  </a:cubicBezTo>
                  <a:lnTo>
                    <a:pt x="119142" y="12500"/>
                  </a:lnTo>
                  <a:cubicBezTo>
                    <a:pt x="166927" y="12500"/>
                    <a:pt x="190643" y="36945"/>
                    <a:pt x="192767" y="61390"/>
                  </a:cubicBezTo>
                  <a:cubicBezTo>
                    <a:pt x="193120" y="64224"/>
                    <a:pt x="193474" y="69538"/>
                    <a:pt x="199138" y="69538"/>
                  </a:cubicBezTo>
                  <a:cubicBezTo>
                    <a:pt x="205155" y="69538"/>
                    <a:pt x="205155" y="63870"/>
                    <a:pt x="205155" y="57847"/>
                  </a:cubicBezTo>
                  <a:lnTo>
                    <a:pt x="205155" y="11792"/>
                  </a:lnTo>
                  <a:cubicBezTo>
                    <a:pt x="205155" y="809"/>
                    <a:pt x="204447" y="101"/>
                    <a:pt x="193474" y="101"/>
                  </a:cubicBezTo>
                  <a:lnTo>
                    <a:pt x="12244" y="101"/>
                  </a:lnTo>
                  <a:cubicBezTo>
                    <a:pt x="5873" y="101"/>
                    <a:pt x="210" y="101"/>
                    <a:pt x="210" y="6478"/>
                  </a:cubicBezTo>
                  <a:cubicBezTo>
                    <a:pt x="210" y="12500"/>
                    <a:pt x="6935" y="12500"/>
                    <a:pt x="9767" y="12500"/>
                  </a:cubicBezTo>
                  <a:cubicBezTo>
                    <a:pt x="29943" y="12500"/>
                    <a:pt x="31358" y="15335"/>
                    <a:pt x="31358" y="32694"/>
                  </a:cubicBezTo>
                  <a:lnTo>
                    <a:pt x="31358" y="210184"/>
                  </a:lnTo>
                  <a:cubicBezTo>
                    <a:pt x="31358" y="226835"/>
                    <a:pt x="30297" y="230377"/>
                    <a:pt x="11536" y="230377"/>
                  </a:cubicBezTo>
                  <a:cubicBezTo>
                    <a:pt x="6227" y="230377"/>
                    <a:pt x="210" y="230377"/>
                    <a:pt x="210" y="236400"/>
                  </a:cubicBezTo>
                  <a:cubicBezTo>
                    <a:pt x="210" y="242777"/>
                    <a:pt x="5873" y="242777"/>
                    <a:pt x="12244" y="242777"/>
                  </a:cubicBezTo>
                  <a:lnTo>
                    <a:pt x="199846" y="242777"/>
                  </a:lnTo>
                  <a:cubicBezTo>
                    <a:pt x="206571" y="242777"/>
                    <a:pt x="210111" y="242777"/>
                    <a:pt x="211173" y="237817"/>
                  </a:cubicBezTo>
                  <a:cubicBezTo>
                    <a:pt x="211527" y="237463"/>
                    <a:pt x="221438" y="178299"/>
                    <a:pt x="221438" y="176528"/>
                  </a:cubicBezTo>
                  <a:cubicBezTo>
                    <a:pt x="221438" y="172631"/>
                    <a:pt x="218252" y="170151"/>
                    <a:pt x="215420" y="170151"/>
                  </a:cubicBezTo>
                  <a:cubicBezTo>
                    <a:pt x="210465" y="170151"/>
                    <a:pt x="209049" y="174757"/>
                    <a:pt x="209049" y="175111"/>
                  </a:cubicBezTo>
                  <a:cubicBezTo>
                    <a:pt x="206925" y="184322"/>
                    <a:pt x="203385" y="199201"/>
                    <a:pt x="177546" y="214435"/>
                  </a:cubicBezTo>
                  <a:cubicBezTo>
                    <a:pt x="159140" y="225418"/>
                    <a:pt x="141088" y="230377"/>
                    <a:pt x="121620" y="230377"/>
                  </a:cubicBezTo>
                  <a:lnTo>
                    <a:pt x="102151" y="230377"/>
                  </a:lnTo>
                  <a:cubicBezTo>
                    <a:pt x="93656" y="230377"/>
                    <a:pt x="86931" y="230377"/>
                    <a:pt x="86931" y="206641"/>
                  </a:cubicBezTo>
                  <a:lnTo>
                    <a:pt x="86931" y="123742"/>
                  </a:lnTo>
                  <a:close/>
                  <a:moveTo>
                    <a:pt x="192767" y="12500"/>
                  </a:moveTo>
                  <a:lnTo>
                    <a:pt x="192767" y="29505"/>
                  </a:lnTo>
                  <a:cubicBezTo>
                    <a:pt x="186749" y="22774"/>
                    <a:pt x="180024" y="17106"/>
                    <a:pt x="172591" y="12500"/>
                  </a:cubicBezTo>
                  <a:lnTo>
                    <a:pt x="192767" y="12500"/>
                  </a:lnTo>
                  <a:close/>
                  <a:moveTo>
                    <a:pt x="123743" y="116302"/>
                  </a:moveTo>
                  <a:cubicBezTo>
                    <a:pt x="129407" y="113822"/>
                    <a:pt x="137194" y="108508"/>
                    <a:pt x="143565" y="101068"/>
                  </a:cubicBezTo>
                  <a:lnTo>
                    <a:pt x="143565" y="130827"/>
                  </a:lnTo>
                  <a:cubicBezTo>
                    <a:pt x="135070" y="121262"/>
                    <a:pt x="124097" y="116656"/>
                    <a:pt x="123743" y="116656"/>
                  </a:cubicBezTo>
                  <a:lnTo>
                    <a:pt x="123743" y="116302"/>
                  </a:lnTo>
                  <a:close/>
                  <a:moveTo>
                    <a:pt x="43747" y="31985"/>
                  </a:moveTo>
                  <a:cubicBezTo>
                    <a:pt x="43747" y="27734"/>
                    <a:pt x="43747" y="18877"/>
                    <a:pt x="40916" y="12500"/>
                  </a:cubicBezTo>
                  <a:lnTo>
                    <a:pt x="78436" y="12500"/>
                  </a:lnTo>
                  <a:cubicBezTo>
                    <a:pt x="74542" y="20649"/>
                    <a:pt x="74542" y="32340"/>
                    <a:pt x="74542" y="35528"/>
                  </a:cubicBezTo>
                  <a:lnTo>
                    <a:pt x="74542" y="207350"/>
                  </a:lnTo>
                  <a:cubicBezTo>
                    <a:pt x="74542" y="220103"/>
                    <a:pt x="77020" y="227189"/>
                    <a:pt x="78436" y="230377"/>
                  </a:cubicBezTo>
                  <a:lnTo>
                    <a:pt x="40916" y="230377"/>
                  </a:lnTo>
                  <a:cubicBezTo>
                    <a:pt x="43747" y="224000"/>
                    <a:pt x="43747" y="215144"/>
                    <a:pt x="43747" y="210892"/>
                  </a:cubicBezTo>
                  <a:lnTo>
                    <a:pt x="43747" y="31985"/>
                  </a:lnTo>
                  <a:close/>
                  <a:moveTo>
                    <a:pt x="175422" y="230377"/>
                  </a:moveTo>
                  <a:lnTo>
                    <a:pt x="175422" y="230023"/>
                  </a:lnTo>
                  <a:cubicBezTo>
                    <a:pt x="186749" y="224355"/>
                    <a:pt x="196306" y="216915"/>
                    <a:pt x="203385" y="210538"/>
                  </a:cubicBezTo>
                  <a:cubicBezTo>
                    <a:pt x="203032" y="211955"/>
                    <a:pt x="200554" y="227543"/>
                    <a:pt x="200200" y="230377"/>
                  </a:cubicBezTo>
                  <a:lnTo>
                    <a:pt x="175422" y="230377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6784BA1-B9D0-659E-FE7F-1B39D8AFBBBC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5338614" y="3097077"/>
              <a:ext cx="48493" cy="354271"/>
            </a:xfrm>
            <a:custGeom>
              <a:avLst/>
              <a:gdLst>
                <a:gd name="connsiteX0" fmla="*/ 48709 w 48493"/>
                <a:gd name="connsiteY0" fmla="*/ 354372 h 354271"/>
                <a:gd name="connsiteX1" fmla="*/ 48709 w 48493"/>
                <a:gd name="connsiteY1" fmla="*/ 340201 h 354271"/>
                <a:gd name="connsiteX2" fmla="*/ 14375 w 48493"/>
                <a:gd name="connsiteY2" fmla="*/ 340201 h 354271"/>
                <a:gd name="connsiteX3" fmla="*/ 14375 w 48493"/>
                <a:gd name="connsiteY3" fmla="*/ 14272 h 354271"/>
                <a:gd name="connsiteX4" fmla="*/ 48709 w 48493"/>
                <a:gd name="connsiteY4" fmla="*/ 14272 h 354271"/>
                <a:gd name="connsiteX5" fmla="*/ 48709 w 48493"/>
                <a:gd name="connsiteY5" fmla="*/ 101 h 354271"/>
                <a:gd name="connsiteX6" fmla="*/ 216 w 48493"/>
                <a:gd name="connsiteY6" fmla="*/ 101 h 354271"/>
                <a:gd name="connsiteX7" fmla="*/ 216 w 48493"/>
                <a:gd name="connsiteY7" fmla="*/ 354372 h 354271"/>
                <a:gd name="connsiteX8" fmla="*/ 48709 w 48493"/>
                <a:gd name="connsiteY8" fmla="*/ 354372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709" y="354372"/>
                  </a:moveTo>
                  <a:lnTo>
                    <a:pt x="48709" y="340201"/>
                  </a:lnTo>
                  <a:lnTo>
                    <a:pt x="14375" y="340201"/>
                  </a:lnTo>
                  <a:lnTo>
                    <a:pt x="14375" y="14272"/>
                  </a:lnTo>
                  <a:lnTo>
                    <a:pt x="48709" y="14272"/>
                  </a:lnTo>
                  <a:lnTo>
                    <a:pt x="48709" y="101"/>
                  </a:lnTo>
                  <a:lnTo>
                    <a:pt x="216" y="101"/>
                  </a:lnTo>
                  <a:lnTo>
                    <a:pt x="216" y="354372"/>
                  </a:lnTo>
                  <a:lnTo>
                    <a:pt x="48709" y="354372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1C73130-4F53-DC63-69F0-CBEA77F879BA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5404727" y="3120813"/>
              <a:ext cx="291667" cy="241967"/>
            </a:xfrm>
            <a:custGeom>
              <a:avLst/>
              <a:gdLst>
                <a:gd name="connsiteX0" fmla="*/ 162335 w 291667"/>
                <a:gd name="connsiteY0" fmla="*/ 96463 h 241967"/>
                <a:gd name="connsiteX1" fmla="*/ 132602 w 291667"/>
                <a:gd name="connsiteY1" fmla="*/ 25963 h 241967"/>
                <a:gd name="connsiteX2" fmla="*/ 130832 w 291667"/>
                <a:gd name="connsiteY2" fmla="*/ 21357 h 241967"/>
                <a:gd name="connsiteX3" fmla="*/ 151716 w 291667"/>
                <a:gd name="connsiteY3" fmla="*/ 11083 h 241967"/>
                <a:gd name="connsiteX4" fmla="*/ 158795 w 291667"/>
                <a:gd name="connsiteY4" fmla="*/ 4352 h 241967"/>
                <a:gd name="connsiteX5" fmla="*/ 153486 w 291667"/>
                <a:gd name="connsiteY5" fmla="*/ 101 h 241967"/>
                <a:gd name="connsiteX6" fmla="*/ 108886 w 291667"/>
                <a:gd name="connsiteY6" fmla="*/ 1164 h 241967"/>
                <a:gd name="connsiteX7" fmla="*/ 69242 w 291667"/>
                <a:gd name="connsiteY7" fmla="*/ 101 h 241967"/>
                <a:gd name="connsiteX8" fmla="*/ 62871 w 291667"/>
                <a:gd name="connsiteY8" fmla="*/ 7186 h 241967"/>
                <a:gd name="connsiteX9" fmla="*/ 71012 w 291667"/>
                <a:gd name="connsiteY9" fmla="*/ 11083 h 241967"/>
                <a:gd name="connsiteX10" fmla="*/ 97559 w 291667"/>
                <a:gd name="connsiteY10" fmla="*/ 22420 h 241967"/>
                <a:gd name="connsiteX11" fmla="*/ 139327 w 291667"/>
                <a:gd name="connsiteY11" fmla="*/ 121262 h 241967"/>
                <a:gd name="connsiteX12" fmla="*/ 64641 w 291667"/>
                <a:gd name="connsiteY12" fmla="*/ 201681 h 241967"/>
                <a:gd name="connsiteX13" fmla="*/ 60039 w 291667"/>
                <a:gd name="connsiteY13" fmla="*/ 205578 h 241967"/>
                <a:gd name="connsiteX14" fmla="*/ 8006 w 291667"/>
                <a:gd name="connsiteY14" fmla="*/ 231086 h 241967"/>
                <a:gd name="connsiteX15" fmla="*/ 219 w 291667"/>
                <a:gd name="connsiteY15" fmla="*/ 238171 h 241967"/>
                <a:gd name="connsiteX16" fmla="*/ 4821 w 291667"/>
                <a:gd name="connsiteY16" fmla="*/ 242068 h 241967"/>
                <a:gd name="connsiteX17" fmla="*/ 38093 w 291667"/>
                <a:gd name="connsiteY17" fmla="*/ 241005 h 241967"/>
                <a:gd name="connsiteX18" fmla="*/ 77737 w 291667"/>
                <a:gd name="connsiteY18" fmla="*/ 242068 h 241967"/>
                <a:gd name="connsiteX19" fmla="*/ 84109 w 291667"/>
                <a:gd name="connsiteY19" fmla="*/ 234983 h 241967"/>
                <a:gd name="connsiteX20" fmla="*/ 79861 w 291667"/>
                <a:gd name="connsiteY20" fmla="*/ 231086 h 241967"/>
                <a:gd name="connsiteX21" fmla="*/ 65702 w 291667"/>
                <a:gd name="connsiteY21" fmla="*/ 220103 h 241967"/>
                <a:gd name="connsiteX22" fmla="*/ 75260 w 291667"/>
                <a:gd name="connsiteY22" fmla="*/ 204161 h 241967"/>
                <a:gd name="connsiteX23" fmla="*/ 111364 w 291667"/>
                <a:gd name="connsiteY23" fmla="*/ 165900 h 241967"/>
                <a:gd name="connsiteX24" fmla="*/ 143221 w 291667"/>
                <a:gd name="connsiteY24" fmla="*/ 131181 h 241967"/>
                <a:gd name="connsiteX25" fmla="*/ 178971 w 291667"/>
                <a:gd name="connsiteY25" fmla="*/ 215852 h 241967"/>
                <a:gd name="connsiteX26" fmla="*/ 180741 w 291667"/>
                <a:gd name="connsiteY26" fmla="*/ 220812 h 241967"/>
                <a:gd name="connsiteX27" fmla="*/ 160211 w 291667"/>
                <a:gd name="connsiteY27" fmla="*/ 231086 h 241967"/>
                <a:gd name="connsiteX28" fmla="*/ 153132 w 291667"/>
                <a:gd name="connsiteY28" fmla="*/ 237817 h 241967"/>
                <a:gd name="connsiteX29" fmla="*/ 158441 w 291667"/>
                <a:gd name="connsiteY29" fmla="*/ 242068 h 241967"/>
                <a:gd name="connsiteX30" fmla="*/ 203041 w 291667"/>
                <a:gd name="connsiteY30" fmla="*/ 241005 h 241967"/>
                <a:gd name="connsiteX31" fmla="*/ 242331 w 291667"/>
                <a:gd name="connsiteY31" fmla="*/ 242068 h 241967"/>
                <a:gd name="connsiteX32" fmla="*/ 249056 w 291667"/>
                <a:gd name="connsiteY32" fmla="*/ 235337 h 241967"/>
                <a:gd name="connsiteX33" fmla="*/ 242685 w 291667"/>
                <a:gd name="connsiteY33" fmla="*/ 231086 h 241967"/>
                <a:gd name="connsiteX34" fmla="*/ 212244 w 291667"/>
                <a:gd name="connsiteY34" fmla="*/ 215498 h 241967"/>
                <a:gd name="connsiteX35" fmla="*/ 166583 w 291667"/>
                <a:gd name="connsiteY35" fmla="*/ 106028 h 241967"/>
                <a:gd name="connsiteX36" fmla="*/ 239145 w 291667"/>
                <a:gd name="connsiteY36" fmla="*/ 29151 h 241967"/>
                <a:gd name="connsiteX37" fmla="*/ 284099 w 291667"/>
                <a:gd name="connsiteY37" fmla="*/ 11083 h 241967"/>
                <a:gd name="connsiteX38" fmla="*/ 291886 w 291667"/>
                <a:gd name="connsiteY38" fmla="*/ 3998 h 241967"/>
                <a:gd name="connsiteX39" fmla="*/ 287285 w 291667"/>
                <a:gd name="connsiteY39" fmla="*/ 101 h 241967"/>
                <a:gd name="connsiteX40" fmla="*/ 254012 w 291667"/>
                <a:gd name="connsiteY40" fmla="*/ 1164 h 241967"/>
                <a:gd name="connsiteX41" fmla="*/ 214722 w 291667"/>
                <a:gd name="connsiteY41" fmla="*/ 101 h 241967"/>
                <a:gd name="connsiteX42" fmla="*/ 207996 w 291667"/>
                <a:gd name="connsiteY42" fmla="*/ 7186 h 241967"/>
                <a:gd name="connsiteX43" fmla="*/ 212244 w 291667"/>
                <a:gd name="connsiteY43" fmla="*/ 11083 h 241967"/>
                <a:gd name="connsiteX44" fmla="*/ 226403 w 291667"/>
                <a:gd name="connsiteY44" fmla="*/ 22066 h 241967"/>
                <a:gd name="connsiteX45" fmla="*/ 219677 w 291667"/>
                <a:gd name="connsiteY45" fmla="*/ 34819 h 241967"/>
                <a:gd name="connsiteX46" fmla="*/ 162335 w 291667"/>
                <a:gd name="connsiteY46" fmla="*/ 96463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1667" h="241967">
                  <a:moveTo>
                    <a:pt x="162335" y="96463"/>
                  </a:moveTo>
                  <a:lnTo>
                    <a:pt x="132602" y="25963"/>
                  </a:lnTo>
                  <a:cubicBezTo>
                    <a:pt x="131540" y="23128"/>
                    <a:pt x="130832" y="21711"/>
                    <a:pt x="130832" y="21357"/>
                  </a:cubicBezTo>
                  <a:cubicBezTo>
                    <a:pt x="130832" y="19232"/>
                    <a:pt x="136849" y="12500"/>
                    <a:pt x="151716" y="11083"/>
                  </a:cubicBezTo>
                  <a:cubicBezTo>
                    <a:pt x="155256" y="10729"/>
                    <a:pt x="158795" y="10375"/>
                    <a:pt x="158795" y="4352"/>
                  </a:cubicBezTo>
                  <a:cubicBezTo>
                    <a:pt x="158795" y="101"/>
                    <a:pt x="154548" y="101"/>
                    <a:pt x="153486" y="101"/>
                  </a:cubicBezTo>
                  <a:cubicBezTo>
                    <a:pt x="138973" y="101"/>
                    <a:pt x="123753" y="1164"/>
                    <a:pt x="108886" y="1164"/>
                  </a:cubicBezTo>
                  <a:cubicBezTo>
                    <a:pt x="100037" y="1164"/>
                    <a:pt x="78091" y="101"/>
                    <a:pt x="69242" y="101"/>
                  </a:cubicBezTo>
                  <a:cubicBezTo>
                    <a:pt x="67118" y="101"/>
                    <a:pt x="62871" y="101"/>
                    <a:pt x="62871" y="7186"/>
                  </a:cubicBezTo>
                  <a:cubicBezTo>
                    <a:pt x="62871" y="11083"/>
                    <a:pt x="66410" y="11083"/>
                    <a:pt x="71012" y="11083"/>
                  </a:cubicBezTo>
                  <a:cubicBezTo>
                    <a:pt x="92250" y="11083"/>
                    <a:pt x="94374" y="14626"/>
                    <a:pt x="97559" y="22420"/>
                  </a:cubicBezTo>
                  <a:lnTo>
                    <a:pt x="139327" y="121262"/>
                  </a:lnTo>
                  <a:lnTo>
                    <a:pt x="64641" y="201681"/>
                  </a:lnTo>
                  <a:lnTo>
                    <a:pt x="60039" y="205578"/>
                  </a:lnTo>
                  <a:cubicBezTo>
                    <a:pt x="42695" y="224355"/>
                    <a:pt x="26058" y="230023"/>
                    <a:pt x="8006" y="231086"/>
                  </a:cubicBezTo>
                  <a:cubicBezTo>
                    <a:pt x="3405" y="231440"/>
                    <a:pt x="219" y="231440"/>
                    <a:pt x="219" y="238171"/>
                  </a:cubicBezTo>
                  <a:cubicBezTo>
                    <a:pt x="219" y="238526"/>
                    <a:pt x="219" y="242068"/>
                    <a:pt x="4821" y="242068"/>
                  </a:cubicBezTo>
                  <a:cubicBezTo>
                    <a:pt x="15439" y="242068"/>
                    <a:pt x="27120" y="241005"/>
                    <a:pt x="38093" y="241005"/>
                  </a:cubicBezTo>
                  <a:cubicBezTo>
                    <a:pt x="51190" y="241005"/>
                    <a:pt x="64995" y="242068"/>
                    <a:pt x="77737" y="242068"/>
                  </a:cubicBezTo>
                  <a:cubicBezTo>
                    <a:pt x="79861" y="242068"/>
                    <a:pt x="84109" y="242068"/>
                    <a:pt x="84109" y="234983"/>
                  </a:cubicBezTo>
                  <a:cubicBezTo>
                    <a:pt x="84109" y="231440"/>
                    <a:pt x="80569" y="231086"/>
                    <a:pt x="79861" y="231086"/>
                  </a:cubicBezTo>
                  <a:cubicBezTo>
                    <a:pt x="76675" y="230732"/>
                    <a:pt x="65702" y="230023"/>
                    <a:pt x="65702" y="220103"/>
                  </a:cubicBezTo>
                  <a:cubicBezTo>
                    <a:pt x="65702" y="214435"/>
                    <a:pt x="71012" y="208767"/>
                    <a:pt x="75260" y="204161"/>
                  </a:cubicBezTo>
                  <a:lnTo>
                    <a:pt x="111364" y="165900"/>
                  </a:lnTo>
                  <a:lnTo>
                    <a:pt x="143221" y="131181"/>
                  </a:lnTo>
                  <a:lnTo>
                    <a:pt x="178971" y="215852"/>
                  </a:lnTo>
                  <a:cubicBezTo>
                    <a:pt x="180387" y="219749"/>
                    <a:pt x="180741" y="220103"/>
                    <a:pt x="180741" y="220812"/>
                  </a:cubicBezTo>
                  <a:cubicBezTo>
                    <a:pt x="180741" y="223646"/>
                    <a:pt x="174016" y="229669"/>
                    <a:pt x="160211" y="231086"/>
                  </a:cubicBezTo>
                  <a:cubicBezTo>
                    <a:pt x="156318" y="231440"/>
                    <a:pt x="153132" y="231794"/>
                    <a:pt x="153132" y="237817"/>
                  </a:cubicBezTo>
                  <a:cubicBezTo>
                    <a:pt x="153132" y="242068"/>
                    <a:pt x="157025" y="242068"/>
                    <a:pt x="158441" y="242068"/>
                  </a:cubicBezTo>
                  <a:cubicBezTo>
                    <a:pt x="168352" y="242068"/>
                    <a:pt x="193130" y="241005"/>
                    <a:pt x="203041" y="241005"/>
                  </a:cubicBezTo>
                  <a:cubicBezTo>
                    <a:pt x="211890" y="241005"/>
                    <a:pt x="233482" y="242068"/>
                    <a:pt x="242331" y="242068"/>
                  </a:cubicBezTo>
                  <a:cubicBezTo>
                    <a:pt x="244809" y="242068"/>
                    <a:pt x="249056" y="242068"/>
                    <a:pt x="249056" y="235337"/>
                  </a:cubicBezTo>
                  <a:cubicBezTo>
                    <a:pt x="249056" y="231086"/>
                    <a:pt x="245517" y="231086"/>
                    <a:pt x="242685" y="231086"/>
                  </a:cubicBezTo>
                  <a:cubicBezTo>
                    <a:pt x="218969" y="230732"/>
                    <a:pt x="218261" y="229669"/>
                    <a:pt x="212244" y="215498"/>
                  </a:cubicBezTo>
                  <a:cubicBezTo>
                    <a:pt x="198439" y="182551"/>
                    <a:pt x="174724" y="127284"/>
                    <a:pt x="166583" y="106028"/>
                  </a:cubicBezTo>
                  <a:cubicBezTo>
                    <a:pt x="190652" y="81229"/>
                    <a:pt x="227818" y="39071"/>
                    <a:pt x="239145" y="29151"/>
                  </a:cubicBezTo>
                  <a:cubicBezTo>
                    <a:pt x="249410" y="20649"/>
                    <a:pt x="262861" y="12146"/>
                    <a:pt x="284099" y="11083"/>
                  </a:cubicBezTo>
                  <a:cubicBezTo>
                    <a:pt x="288700" y="10729"/>
                    <a:pt x="291886" y="10729"/>
                    <a:pt x="291886" y="3998"/>
                  </a:cubicBezTo>
                  <a:cubicBezTo>
                    <a:pt x="291886" y="3644"/>
                    <a:pt x="291886" y="101"/>
                    <a:pt x="287285" y="101"/>
                  </a:cubicBezTo>
                  <a:cubicBezTo>
                    <a:pt x="276666" y="101"/>
                    <a:pt x="264985" y="1164"/>
                    <a:pt x="254012" y="1164"/>
                  </a:cubicBezTo>
                  <a:cubicBezTo>
                    <a:pt x="240915" y="1164"/>
                    <a:pt x="227464" y="101"/>
                    <a:pt x="214722" y="101"/>
                  </a:cubicBezTo>
                  <a:cubicBezTo>
                    <a:pt x="212598" y="101"/>
                    <a:pt x="207996" y="101"/>
                    <a:pt x="207996" y="7186"/>
                  </a:cubicBezTo>
                  <a:cubicBezTo>
                    <a:pt x="207996" y="9666"/>
                    <a:pt x="209766" y="10729"/>
                    <a:pt x="212244" y="11083"/>
                  </a:cubicBezTo>
                  <a:cubicBezTo>
                    <a:pt x="215430" y="11438"/>
                    <a:pt x="226403" y="12146"/>
                    <a:pt x="226403" y="22066"/>
                  </a:cubicBezTo>
                  <a:cubicBezTo>
                    <a:pt x="226403" y="27025"/>
                    <a:pt x="222509" y="31631"/>
                    <a:pt x="219677" y="34819"/>
                  </a:cubicBezTo>
                  <a:lnTo>
                    <a:pt x="162335" y="96463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A25F73AF-7C75-6E07-6508-57016BAA1743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5731807" y="3051839"/>
              <a:ext cx="109516" cy="164665"/>
            </a:xfrm>
            <a:custGeom>
              <a:avLst/>
              <a:gdLst>
                <a:gd name="connsiteX0" fmla="*/ 109745 w 109516"/>
                <a:gd name="connsiteY0" fmla="*/ 119628 h 164665"/>
                <a:gd name="connsiteX1" fmla="*/ 101320 w 109516"/>
                <a:gd name="connsiteY1" fmla="*/ 119628 h 164665"/>
                <a:gd name="connsiteX2" fmla="*/ 94878 w 109516"/>
                <a:gd name="connsiteY2" fmla="*/ 142195 h 164665"/>
                <a:gd name="connsiteX3" fmla="*/ 70348 w 109516"/>
                <a:gd name="connsiteY3" fmla="*/ 143683 h 164665"/>
                <a:gd name="connsiteX4" fmla="*/ 24758 w 109516"/>
                <a:gd name="connsiteY4" fmla="*/ 143683 h 164665"/>
                <a:gd name="connsiteX5" fmla="*/ 74313 w 109516"/>
                <a:gd name="connsiteY5" fmla="*/ 102021 h 164665"/>
                <a:gd name="connsiteX6" fmla="*/ 109745 w 109516"/>
                <a:gd name="connsiteY6" fmla="*/ 48455 h 164665"/>
                <a:gd name="connsiteX7" fmla="*/ 51765 w 109516"/>
                <a:gd name="connsiteY7" fmla="*/ 97 h 164665"/>
                <a:gd name="connsiteX8" fmla="*/ 228 w 109516"/>
                <a:gd name="connsiteY8" fmla="*/ 44487 h 164665"/>
                <a:gd name="connsiteX9" fmla="*/ 13360 w 109516"/>
                <a:gd name="connsiteY9" fmla="*/ 58374 h 164665"/>
                <a:gd name="connsiteX10" fmla="*/ 26492 w 109516"/>
                <a:gd name="connsiteY10" fmla="*/ 45231 h 164665"/>
                <a:gd name="connsiteX11" fmla="*/ 11873 w 109516"/>
                <a:gd name="connsiteY11" fmla="*/ 32087 h 164665"/>
                <a:gd name="connsiteX12" fmla="*/ 48049 w 109516"/>
                <a:gd name="connsiteY12" fmla="*/ 9024 h 164665"/>
                <a:gd name="connsiteX13" fmla="*/ 85711 w 109516"/>
                <a:gd name="connsiteY13" fmla="*/ 48455 h 164665"/>
                <a:gd name="connsiteX14" fmla="*/ 62420 w 109516"/>
                <a:gd name="connsiteY14" fmla="*/ 96069 h 164665"/>
                <a:gd name="connsiteX15" fmla="*/ 2706 w 109516"/>
                <a:gd name="connsiteY15" fmla="*/ 155091 h 164665"/>
                <a:gd name="connsiteX16" fmla="*/ 228 w 109516"/>
                <a:gd name="connsiteY16" fmla="*/ 164762 h 164665"/>
                <a:gd name="connsiteX17" fmla="*/ 102312 w 109516"/>
                <a:gd name="connsiteY17" fmla="*/ 164762 h 164665"/>
                <a:gd name="connsiteX18" fmla="*/ 109745 w 109516"/>
                <a:gd name="connsiteY18" fmla="*/ 119628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516" h="164665">
                  <a:moveTo>
                    <a:pt x="109745" y="119628"/>
                  </a:moveTo>
                  <a:lnTo>
                    <a:pt x="101320" y="119628"/>
                  </a:lnTo>
                  <a:cubicBezTo>
                    <a:pt x="100577" y="125084"/>
                    <a:pt x="98099" y="139715"/>
                    <a:pt x="94878" y="142195"/>
                  </a:cubicBezTo>
                  <a:cubicBezTo>
                    <a:pt x="92896" y="143683"/>
                    <a:pt x="73817" y="143683"/>
                    <a:pt x="70348" y="143683"/>
                  </a:cubicBezTo>
                  <a:lnTo>
                    <a:pt x="24758" y="143683"/>
                  </a:lnTo>
                  <a:cubicBezTo>
                    <a:pt x="50774" y="120620"/>
                    <a:pt x="59446" y="113676"/>
                    <a:pt x="74313" y="102021"/>
                  </a:cubicBezTo>
                  <a:cubicBezTo>
                    <a:pt x="92648" y="87389"/>
                    <a:pt x="109745" y="72014"/>
                    <a:pt x="109745" y="48455"/>
                  </a:cubicBezTo>
                  <a:cubicBezTo>
                    <a:pt x="109745" y="18448"/>
                    <a:pt x="83481" y="97"/>
                    <a:pt x="51765" y="97"/>
                  </a:cubicBezTo>
                  <a:cubicBezTo>
                    <a:pt x="21041" y="97"/>
                    <a:pt x="228" y="21672"/>
                    <a:pt x="228" y="44487"/>
                  </a:cubicBezTo>
                  <a:cubicBezTo>
                    <a:pt x="228" y="57134"/>
                    <a:pt x="10882" y="58374"/>
                    <a:pt x="13360" y="58374"/>
                  </a:cubicBezTo>
                  <a:cubicBezTo>
                    <a:pt x="19307" y="58374"/>
                    <a:pt x="26492" y="54159"/>
                    <a:pt x="26492" y="45231"/>
                  </a:cubicBezTo>
                  <a:cubicBezTo>
                    <a:pt x="26492" y="40767"/>
                    <a:pt x="24758" y="32087"/>
                    <a:pt x="11873" y="32087"/>
                  </a:cubicBezTo>
                  <a:cubicBezTo>
                    <a:pt x="19554" y="14480"/>
                    <a:pt x="36403" y="9024"/>
                    <a:pt x="48049" y="9024"/>
                  </a:cubicBezTo>
                  <a:cubicBezTo>
                    <a:pt x="72826" y="9024"/>
                    <a:pt x="85711" y="28368"/>
                    <a:pt x="85711" y="48455"/>
                  </a:cubicBezTo>
                  <a:cubicBezTo>
                    <a:pt x="85711" y="70030"/>
                    <a:pt x="70348" y="87141"/>
                    <a:pt x="62420" y="96069"/>
                  </a:cubicBezTo>
                  <a:lnTo>
                    <a:pt x="2706" y="155091"/>
                  </a:lnTo>
                  <a:cubicBezTo>
                    <a:pt x="228" y="157322"/>
                    <a:pt x="228" y="157818"/>
                    <a:pt x="228" y="164762"/>
                  </a:cubicBezTo>
                  <a:lnTo>
                    <a:pt x="102312" y="164762"/>
                  </a:lnTo>
                  <a:lnTo>
                    <a:pt x="109745" y="119628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BD13DD06-996C-CEB6-7C26-B1B7C4EE7F9D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5882777" y="3097077"/>
              <a:ext cx="48493" cy="354271"/>
            </a:xfrm>
            <a:custGeom>
              <a:avLst/>
              <a:gdLst>
                <a:gd name="connsiteX0" fmla="*/ 48726 w 48493"/>
                <a:gd name="connsiteY0" fmla="*/ 101 h 354271"/>
                <a:gd name="connsiteX1" fmla="*/ 232 w 48493"/>
                <a:gd name="connsiteY1" fmla="*/ 101 h 354271"/>
                <a:gd name="connsiteX2" fmla="*/ 232 w 48493"/>
                <a:gd name="connsiteY2" fmla="*/ 14272 h 354271"/>
                <a:gd name="connsiteX3" fmla="*/ 34567 w 48493"/>
                <a:gd name="connsiteY3" fmla="*/ 14272 h 354271"/>
                <a:gd name="connsiteX4" fmla="*/ 34567 w 48493"/>
                <a:gd name="connsiteY4" fmla="*/ 340201 h 354271"/>
                <a:gd name="connsiteX5" fmla="*/ 232 w 48493"/>
                <a:gd name="connsiteY5" fmla="*/ 340201 h 354271"/>
                <a:gd name="connsiteX6" fmla="*/ 232 w 48493"/>
                <a:gd name="connsiteY6" fmla="*/ 354372 h 354271"/>
                <a:gd name="connsiteX7" fmla="*/ 48726 w 48493"/>
                <a:gd name="connsiteY7" fmla="*/ 354372 h 354271"/>
                <a:gd name="connsiteX8" fmla="*/ 48726 w 48493"/>
                <a:gd name="connsiteY8" fmla="*/ 101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726" y="101"/>
                  </a:moveTo>
                  <a:lnTo>
                    <a:pt x="232" y="101"/>
                  </a:lnTo>
                  <a:lnTo>
                    <a:pt x="232" y="14272"/>
                  </a:lnTo>
                  <a:lnTo>
                    <a:pt x="34567" y="14272"/>
                  </a:lnTo>
                  <a:lnTo>
                    <a:pt x="34567" y="340201"/>
                  </a:lnTo>
                  <a:lnTo>
                    <a:pt x="232" y="340201"/>
                  </a:lnTo>
                  <a:lnTo>
                    <a:pt x="232" y="354372"/>
                  </a:lnTo>
                  <a:lnTo>
                    <a:pt x="48726" y="354372"/>
                  </a:lnTo>
                  <a:lnTo>
                    <a:pt x="48726" y="101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7E6478F3-7888-29C3-8574-0A4DBFA01E33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6015082" y="3097077"/>
              <a:ext cx="48493" cy="354271"/>
            </a:xfrm>
            <a:custGeom>
              <a:avLst/>
              <a:gdLst>
                <a:gd name="connsiteX0" fmla="*/ 48728 w 48493"/>
                <a:gd name="connsiteY0" fmla="*/ 354372 h 354271"/>
                <a:gd name="connsiteX1" fmla="*/ 48728 w 48493"/>
                <a:gd name="connsiteY1" fmla="*/ 340201 h 354271"/>
                <a:gd name="connsiteX2" fmla="*/ 14394 w 48493"/>
                <a:gd name="connsiteY2" fmla="*/ 340201 h 354271"/>
                <a:gd name="connsiteX3" fmla="*/ 14394 w 48493"/>
                <a:gd name="connsiteY3" fmla="*/ 14272 h 354271"/>
                <a:gd name="connsiteX4" fmla="*/ 48728 w 48493"/>
                <a:gd name="connsiteY4" fmla="*/ 14272 h 354271"/>
                <a:gd name="connsiteX5" fmla="*/ 48728 w 48493"/>
                <a:gd name="connsiteY5" fmla="*/ 101 h 354271"/>
                <a:gd name="connsiteX6" fmla="*/ 235 w 48493"/>
                <a:gd name="connsiteY6" fmla="*/ 101 h 354271"/>
                <a:gd name="connsiteX7" fmla="*/ 235 w 48493"/>
                <a:gd name="connsiteY7" fmla="*/ 354372 h 354271"/>
                <a:gd name="connsiteX8" fmla="*/ 48728 w 48493"/>
                <a:gd name="connsiteY8" fmla="*/ 354372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728" y="354372"/>
                  </a:moveTo>
                  <a:lnTo>
                    <a:pt x="48728" y="340201"/>
                  </a:lnTo>
                  <a:lnTo>
                    <a:pt x="14394" y="340201"/>
                  </a:lnTo>
                  <a:lnTo>
                    <a:pt x="14394" y="14272"/>
                  </a:lnTo>
                  <a:lnTo>
                    <a:pt x="48728" y="14272"/>
                  </a:lnTo>
                  <a:lnTo>
                    <a:pt x="48728" y="101"/>
                  </a:lnTo>
                  <a:lnTo>
                    <a:pt x="235" y="101"/>
                  </a:lnTo>
                  <a:lnTo>
                    <a:pt x="235" y="354372"/>
                  </a:lnTo>
                  <a:lnTo>
                    <a:pt x="48728" y="354372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2AB45416-AEE5-362C-50D7-8A74CDEDCBF1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6084027" y="3120813"/>
              <a:ext cx="257332" cy="241967"/>
            </a:xfrm>
            <a:custGeom>
              <a:avLst/>
              <a:gdLst>
                <a:gd name="connsiteX0" fmla="*/ 199166 w 257332"/>
                <a:gd name="connsiteY0" fmla="*/ 40488 h 241967"/>
                <a:gd name="connsiteX1" fmla="*/ 204122 w 257332"/>
                <a:gd name="connsiteY1" fmla="*/ 35528 h 241967"/>
                <a:gd name="connsiteX2" fmla="*/ 250491 w 257332"/>
                <a:gd name="connsiteY2" fmla="*/ 11083 h 241967"/>
                <a:gd name="connsiteX3" fmla="*/ 257571 w 257332"/>
                <a:gd name="connsiteY3" fmla="*/ 4352 h 241967"/>
                <a:gd name="connsiteX4" fmla="*/ 252969 w 257332"/>
                <a:gd name="connsiteY4" fmla="*/ 101 h 241967"/>
                <a:gd name="connsiteX5" fmla="*/ 223944 w 257332"/>
                <a:gd name="connsiteY5" fmla="*/ 1164 h 241967"/>
                <a:gd name="connsiteX6" fmla="*/ 188547 w 257332"/>
                <a:gd name="connsiteY6" fmla="*/ 101 h 241967"/>
                <a:gd name="connsiteX7" fmla="*/ 181822 w 257332"/>
                <a:gd name="connsiteY7" fmla="*/ 6832 h 241967"/>
                <a:gd name="connsiteX8" fmla="*/ 187132 w 257332"/>
                <a:gd name="connsiteY8" fmla="*/ 11083 h 241967"/>
                <a:gd name="connsiteX9" fmla="*/ 199874 w 257332"/>
                <a:gd name="connsiteY9" fmla="*/ 19232 h 241967"/>
                <a:gd name="connsiteX10" fmla="*/ 190317 w 257332"/>
                <a:gd name="connsiteY10" fmla="*/ 36237 h 241967"/>
                <a:gd name="connsiteX11" fmla="*/ 108197 w 257332"/>
                <a:gd name="connsiteY11" fmla="*/ 130827 h 241967"/>
                <a:gd name="connsiteX12" fmla="*/ 69261 w 257332"/>
                <a:gd name="connsiteY12" fmla="*/ 25608 h 241967"/>
                <a:gd name="connsiteX13" fmla="*/ 67137 w 257332"/>
                <a:gd name="connsiteY13" fmla="*/ 19586 h 241967"/>
                <a:gd name="connsiteX14" fmla="*/ 88021 w 257332"/>
                <a:gd name="connsiteY14" fmla="*/ 11083 h 241967"/>
                <a:gd name="connsiteX15" fmla="*/ 96517 w 257332"/>
                <a:gd name="connsiteY15" fmla="*/ 3998 h 241967"/>
                <a:gd name="connsiteX16" fmla="*/ 91207 w 257332"/>
                <a:gd name="connsiteY16" fmla="*/ 101 h 241967"/>
                <a:gd name="connsiteX17" fmla="*/ 46607 w 257332"/>
                <a:gd name="connsiteY17" fmla="*/ 1164 h 241967"/>
                <a:gd name="connsiteX18" fmla="*/ 6963 w 257332"/>
                <a:gd name="connsiteY18" fmla="*/ 101 h 241967"/>
                <a:gd name="connsiteX19" fmla="*/ 238 w 257332"/>
                <a:gd name="connsiteY19" fmla="*/ 7186 h 241967"/>
                <a:gd name="connsiteX20" fmla="*/ 8379 w 257332"/>
                <a:gd name="connsiteY20" fmla="*/ 11083 h 241967"/>
                <a:gd name="connsiteX21" fmla="*/ 34219 w 257332"/>
                <a:gd name="connsiteY21" fmla="*/ 23128 h 241967"/>
                <a:gd name="connsiteX22" fmla="*/ 77756 w 257332"/>
                <a:gd name="connsiteY22" fmla="*/ 139684 h 241967"/>
                <a:gd name="connsiteX23" fmla="*/ 79172 w 257332"/>
                <a:gd name="connsiteY23" fmla="*/ 145706 h 241967"/>
                <a:gd name="connsiteX24" fmla="*/ 63244 w 257332"/>
                <a:gd name="connsiteY24" fmla="*/ 210184 h 241967"/>
                <a:gd name="connsiteX25" fmla="*/ 29971 w 257332"/>
                <a:gd name="connsiteY25" fmla="*/ 231086 h 241967"/>
                <a:gd name="connsiteX26" fmla="*/ 20414 w 257332"/>
                <a:gd name="connsiteY26" fmla="*/ 238171 h 241967"/>
                <a:gd name="connsiteX27" fmla="*/ 25370 w 257332"/>
                <a:gd name="connsiteY27" fmla="*/ 242068 h 241967"/>
                <a:gd name="connsiteX28" fmla="*/ 69969 w 257332"/>
                <a:gd name="connsiteY28" fmla="*/ 241005 h 241967"/>
                <a:gd name="connsiteX29" fmla="*/ 115277 w 257332"/>
                <a:gd name="connsiteY29" fmla="*/ 242068 h 241967"/>
                <a:gd name="connsiteX30" fmla="*/ 122002 w 257332"/>
                <a:gd name="connsiteY30" fmla="*/ 234983 h 241967"/>
                <a:gd name="connsiteX31" fmla="*/ 112091 w 257332"/>
                <a:gd name="connsiteY31" fmla="*/ 231086 h 241967"/>
                <a:gd name="connsiteX32" fmla="*/ 98640 w 257332"/>
                <a:gd name="connsiteY32" fmla="*/ 230377 h 241967"/>
                <a:gd name="connsiteX33" fmla="*/ 89083 w 257332"/>
                <a:gd name="connsiteY33" fmla="*/ 224709 h 241967"/>
                <a:gd name="connsiteX34" fmla="*/ 94039 w 257332"/>
                <a:gd name="connsiteY34" fmla="*/ 202390 h 241967"/>
                <a:gd name="connsiteX35" fmla="*/ 106427 w 257332"/>
                <a:gd name="connsiteY35" fmla="*/ 152438 h 241967"/>
                <a:gd name="connsiteX36" fmla="*/ 111383 w 257332"/>
                <a:gd name="connsiteY36" fmla="*/ 141455 h 241967"/>
                <a:gd name="connsiteX37" fmla="*/ 199166 w 257332"/>
                <a:gd name="connsiteY37" fmla="*/ 40488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7332" h="241967">
                  <a:moveTo>
                    <a:pt x="199166" y="40488"/>
                  </a:moveTo>
                  <a:lnTo>
                    <a:pt x="204122" y="35528"/>
                  </a:lnTo>
                  <a:cubicBezTo>
                    <a:pt x="214741" y="24900"/>
                    <a:pt x="226422" y="12855"/>
                    <a:pt x="250491" y="11083"/>
                  </a:cubicBezTo>
                  <a:cubicBezTo>
                    <a:pt x="254385" y="10729"/>
                    <a:pt x="257571" y="10729"/>
                    <a:pt x="257571" y="4352"/>
                  </a:cubicBezTo>
                  <a:cubicBezTo>
                    <a:pt x="257571" y="1518"/>
                    <a:pt x="255801" y="101"/>
                    <a:pt x="252969" y="101"/>
                  </a:cubicBezTo>
                  <a:cubicBezTo>
                    <a:pt x="243766" y="101"/>
                    <a:pt x="233501" y="1164"/>
                    <a:pt x="223944" y="1164"/>
                  </a:cubicBezTo>
                  <a:cubicBezTo>
                    <a:pt x="212263" y="1164"/>
                    <a:pt x="199874" y="101"/>
                    <a:pt x="188547" y="101"/>
                  </a:cubicBezTo>
                  <a:cubicBezTo>
                    <a:pt x="186424" y="101"/>
                    <a:pt x="181822" y="101"/>
                    <a:pt x="181822" y="6832"/>
                  </a:cubicBezTo>
                  <a:cubicBezTo>
                    <a:pt x="181822" y="10729"/>
                    <a:pt x="185362" y="11083"/>
                    <a:pt x="187132" y="11083"/>
                  </a:cubicBezTo>
                  <a:cubicBezTo>
                    <a:pt x="189609" y="11083"/>
                    <a:pt x="199874" y="11792"/>
                    <a:pt x="199874" y="19232"/>
                  </a:cubicBezTo>
                  <a:cubicBezTo>
                    <a:pt x="199874" y="25254"/>
                    <a:pt x="191733" y="34465"/>
                    <a:pt x="190317" y="36237"/>
                  </a:cubicBezTo>
                  <a:lnTo>
                    <a:pt x="108197" y="130827"/>
                  </a:lnTo>
                  <a:lnTo>
                    <a:pt x="69261" y="25608"/>
                  </a:lnTo>
                  <a:cubicBezTo>
                    <a:pt x="67137" y="20649"/>
                    <a:pt x="67137" y="19940"/>
                    <a:pt x="67137" y="19586"/>
                  </a:cubicBezTo>
                  <a:cubicBezTo>
                    <a:pt x="67137" y="11083"/>
                    <a:pt x="84482" y="11083"/>
                    <a:pt x="88021" y="11083"/>
                  </a:cubicBezTo>
                  <a:cubicBezTo>
                    <a:pt x="92977" y="11083"/>
                    <a:pt x="96517" y="11083"/>
                    <a:pt x="96517" y="3998"/>
                  </a:cubicBezTo>
                  <a:cubicBezTo>
                    <a:pt x="96517" y="101"/>
                    <a:pt x="92269" y="101"/>
                    <a:pt x="91207" y="101"/>
                  </a:cubicBezTo>
                  <a:cubicBezTo>
                    <a:pt x="81296" y="101"/>
                    <a:pt x="56518" y="1164"/>
                    <a:pt x="46607" y="1164"/>
                  </a:cubicBezTo>
                  <a:cubicBezTo>
                    <a:pt x="37758" y="1164"/>
                    <a:pt x="15812" y="101"/>
                    <a:pt x="6963" y="101"/>
                  </a:cubicBezTo>
                  <a:cubicBezTo>
                    <a:pt x="4840" y="101"/>
                    <a:pt x="238" y="101"/>
                    <a:pt x="238" y="7186"/>
                  </a:cubicBezTo>
                  <a:cubicBezTo>
                    <a:pt x="238" y="11083"/>
                    <a:pt x="3778" y="11083"/>
                    <a:pt x="8379" y="11083"/>
                  </a:cubicBezTo>
                  <a:cubicBezTo>
                    <a:pt x="29617" y="11083"/>
                    <a:pt x="31033" y="14272"/>
                    <a:pt x="34219" y="23128"/>
                  </a:cubicBezTo>
                  <a:lnTo>
                    <a:pt x="77756" y="139684"/>
                  </a:lnTo>
                  <a:cubicBezTo>
                    <a:pt x="78110" y="140747"/>
                    <a:pt x="79172" y="144644"/>
                    <a:pt x="79172" y="145706"/>
                  </a:cubicBezTo>
                  <a:cubicBezTo>
                    <a:pt x="79172" y="146769"/>
                    <a:pt x="65014" y="203807"/>
                    <a:pt x="63244" y="210184"/>
                  </a:cubicBezTo>
                  <a:cubicBezTo>
                    <a:pt x="58642" y="229669"/>
                    <a:pt x="58288" y="230732"/>
                    <a:pt x="29971" y="231086"/>
                  </a:cubicBezTo>
                  <a:cubicBezTo>
                    <a:pt x="23246" y="231086"/>
                    <a:pt x="20414" y="231086"/>
                    <a:pt x="20414" y="238171"/>
                  </a:cubicBezTo>
                  <a:cubicBezTo>
                    <a:pt x="20414" y="242068"/>
                    <a:pt x="24662" y="242068"/>
                    <a:pt x="25370" y="242068"/>
                  </a:cubicBezTo>
                  <a:cubicBezTo>
                    <a:pt x="35281" y="242068"/>
                    <a:pt x="60058" y="241005"/>
                    <a:pt x="69969" y="241005"/>
                  </a:cubicBezTo>
                  <a:cubicBezTo>
                    <a:pt x="79880" y="241005"/>
                    <a:pt x="105366" y="242068"/>
                    <a:pt x="115277" y="242068"/>
                  </a:cubicBezTo>
                  <a:cubicBezTo>
                    <a:pt x="117754" y="242068"/>
                    <a:pt x="122002" y="242068"/>
                    <a:pt x="122002" y="234983"/>
                  </a:cubicBezTo>
                  <a:cubicBezTo>
                    <a:pt x="122002" y="231086"/>
                    <a:pt x="118816" y="231086"/>
                    <a:pt x="112091" y="231086"/>
                  </a:cubicBezTo>
                  <a:cubicBezTo>
                    <a:pt x="111383" y="231086"/>
                    <a:pt x="104658" y="231086"/>
                    <a:pt x="98640" y="230377"/>
                  </a:cubicBezTo>
                  <a:cubicBezTo>
                    <a:pt x="91207" y="229669"/>
                    <a:pt x="89083" y="228960"/>
                    <a:pt x="89083" y="224709"/>
                  </a:cubicBezTo>
                  <a:cubicBezTo>
                    <a:pt x="89083" y="222229"/>
                    <a:pt x="92269" y="209830"/>
                    <a:pt x="94039" y="202390"/>
                  </a:cubicBezTo>
                  <a:lnTo>
                    <a:pt x="106427" y="152438"/>
                  </a:lnTo>
                  <a:cubicBezTo>
                    <a:pt x="108197" y="145706"/>
                    <a:pt x="108551" y="144644"/>
                    <a:pt x="111383" y="141455"/>
                  </a:cubicBezTo>
                  <a:lnTo>
                    <a:pt x="199166" y="40488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70C062D-99CA-4DC2-8E2F-2215E6B2BE8B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6371404" y="3051839"/>
              <a:ext cx="109516" cy="164665"/>
            </a:xfrm>
            <a:custGeom>
              <a:avLst/>
              <a:gdLst>
                <a:gd name="connsiteX0" fmla="*/ 109763 w 109516"/>
                <a:gd name="connsiteY0" fmla="*/ 119628 h 164665"/>
                <a:gd name="connsiteX1" fmla="*/ 101338 w 109516"/>
                <a:gd name="connsiteY1" fmla="*/ 119628 h 164665"/>
                <a:gd name="connsiteX2" fmla="*/ 94896 w 109516"/>
                <a:gd name="connsiteY2" fmla="*/ 142195 h 164665"/>
                <a:gd name="connsiteX3" fmla="*/ 70366 w 109516"/>
                <a:gd name="connsiteY3" fmla="*/ 143683 h 164665"/>
                <a:gd name="connsiteX4" fmla="*/ 24776 w 109516"/>
                <a:gd name="connsiteY4" fmla="*/ 143683 h 164665"/>
                <a:gd name="connsiteX5" fmla="*/ 74331 w 109516"/>
                <a:gd name="connsiteY5" fmla="*/ 102021 h 164665"/>
                <a:gd name="connsiteX6" fmla="*/ 109763 w 109516"/>
                <a:gd name="connsiteY6" fmla="*/ 48455 h 164665"/>
                <a:gd name="connsiteX7" fmla="*/ 51783 w 109516"/>
                <a:gd name="connsiteY7" fmla="*/ 97 h 164665"/>
                <a:gd name="connsiteX8" fmla="*/ 246 w 109516"/>
                <a:gd name="connsiteY8" fmla="*/ 44487 h 164665"/>
                <a:gd name="connsiteX9" fmla="*/ 13378 w 109516"/>
                <a:gd name="connsiteY9" fmla="*/ 58374 h 164665"/>
                <a:gd name="connsiteX10" fmla="*/ 26510 w 109516"/>
                <a:gd name="connsiteY10" fmla="*/ 45231 h 164665"/>
                <a:gd name="connsiteX11" fmla="*/ 11891 w 109516"/>
                <a:gd name="connsiteY11" fmla="*/ 32087 h 164665"/>
                <a:gd name="connsiteX12" fmla="*/ 48067 w 109516"/>
                <a:gd name="connsiteY12" fmla="*/ 9024 h 164665"/>
                <a:gd name="connsiteX13" fmla="*/ 85729 w 109516"/>
                <a:gd name="connsiteY13" fmla="*/ 48455 h 164665"/>
                <a:gd name="connsiteX14" fmla="*/ 62438 w 109516"/>
                <a:gd name="connsiteY14" fmla="*/ 96069 h 164665"/>
                <a:gd name="connsiteX15" fmla="*/ 2724 w 109516"/>
                <a:gd name="connsiteY15" fmla="*/ 155091 h 164665"/>
                <a:gd name="connsiteX16" fmla="*/ 246 w 109516"/>
                <a:gd name="connsiteY16" fmla="*/ 164762 h 164665"/>
                <a:gd name="connsiteX17" fmla="*/ 102330 w 109516"/>
                <a:gd name="connsiteY17" fmla="*/ 164762 h 164665"/>
                <a:gd name="connsiteX18" fmla="*/ 109763 w 109516"/>
                <a:gd name="connsiteY18" fmla="*/ 119628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516" h="164665">
                  <a:moveTo>
                    <a:pt x="109763" y="119628"/>
                  </a:moveTo>
                  <a:lnTo>
                    <a:pt x="101338" y="119628"/>
                  </a:lnTo>
                  <a:cubicBezTo>
                    <a:pt x="100595" y="125084"/>
                    <a:pt x="98117" y="139715"/>
                    <a:pt x="94896" y="142195"/>
                  </a:cubicBezTo>
                  <a:cubicBezTo>
                    <a:pt x="92914" y="143683"/>
                    <a:pt x="73835" y="143683"/>
                    <a:pt x="70366" y="143683"/>
                  </a:cubicBezTo>
                  <a:lnTo>
                    <a:pt x="24776" y="143683"/>
                  </a:lnTo>
                  <a:cubicBezTo>
                    <a:pt x="50792" y="120620"/>
                    <a:pt x="59464" y="113676"/>
                    <a:pt x="74331" y="102021"/>
                  </a:cubicBezTo>
                  <a:cubicBezTo>
                    <a:pt x="92666" y="87389"/>
                    <a:pt x="109763" y="72014"/>
                    <a:pt x="109763" y="48455"/>
                  </a:cubicBezTo>
                  <a:cubicBezTo>
                    <a:pt x="109763" y="18448"/>
                    <a:pt x="83499" y="97"/>
                    <a:pt x="51783" y="97"/>
                  </a:cubicBezTo>
                  <a:cubicBezTo>
                    <a:pt x="21059" y="97"/>
                    <a:pt x="246" y="21672"/>
                    <a:pt x="246" y="44487"/>
                  </a:cubicBezTo>
                  <a:cubicBezTo>
                    <a:pt x="246" y="57134"/>
                    <a:pt x="10900" y="58374"/>
                    <a:pt x="13378" y="58374"/>
                  </a:cubicBezTo>
                  <a:cubicBezTo>
                    <a:pt x="19325" y="58374"/>
                    <a:pt x="26510" y="54159"/>
                    <a:pt x="26510" y="45231"/>
                  </a:cubicBezTo>
                  <a:cubicBezTo>
                    <a:pt x="26510" y="40767"/>
                    <a:pt x="24776" y="32087"/>
                    <a:pt x="11891" y="32087"/>
                  </a:cubicBezTo>
                  <a:cubicBezTo>
                    <a:pt x="19572" y="14480"/>
                    <a:pt x="36421" y="9024"/>
                    <a:pt x="48067" y="9024"/>
                  </a:cubicBezTo>
                  <a:cubicBezTo>
                    <a:pt x="72844" y="9024"/>
                    <a:pt x="85729" y="28368"/>
                    <a:pt x="85729" y="48455"/>
                  </a:cubicBezTo>
                  <a:cubicBezTo>
                    <a:pt x="85729" y="70030"/>
                    <a:pt x="70366" y="87141"/>
                    <a:pt x="62438" y="96069"/>
                  </a:cubicBezTo>
                  <a:lnTo>
                    <a:pt x="2724" y="155091"/>
                  </a:lnTo>
                  <a:cubicBezTo>
                    <a:pt x="246" y="157322"/>
                    <a:pt x="246" y="157818"/>
                    <a:pt x="246" y="164762"/>
                  </a:cubicBezTo>
                  <a:lnTo>
                    <a:pt x="102330" y="164762"/>
                  </a:lnTo>
                  <a:lnTo>
                    <a:pt x="109763" y="119628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7A205BB3-0A79-FF3D-16AC-EBDD9AA7DD78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6522374" y="3097077"/>
              <a:ext cx="48493" cy="354271"/>
            </a:xfrm>
            <a:custGeom>
              <a:avLst/>
              <a:gdLst>
                <a:gd name="connsiteX0" fmla="*/ 48744 w 48493"/>
                <a:gd name="connsiteY0" fmla="*/ 101 h 354271"/>
                <a:gd name="connsiteX1" fmla="*/ 250 w 48493"/>
                <a:gd name="connsiteY1" fmla="*/ 101 h 354271"/>
                <a:gd name="connsiteX2" fmla="*/ 250 w 48493"/>
                <a:gd name="connsiteY2" fmla="*/ 14272 h 354271"/>
                <a:gd name="connsiteX3" fmla="*/ 34585 w 48493"/>
                <a:gd name="connsiteY3" fmla="*/ 14272 h 354271"/>
                <a:gd name="connsiteX4" fmla="*/ 34585 w 48493"/>
                <a:gd name="connsiteY4" fmla="*/ 340201 h 354271"/>
                <a:gd name="connsiteX5" fmla="*/ 250 w 48493"/>
                <a:gd name="connsiteY5" fmla="*/ 340201 h 354271"/>
                <a:gd name="connsiteX6" fmla="*/ 250 w 48493"/>
                <a:gd name="connsiteY6" fmla="*/ 354372 h 354271"/>
                <a:gd name="connsiteX7" fmla="*/ 48744 w 48493"/>
                <a:gd name="connsiteY7" fmla="*/ 354372 h 354271"/>
                <a:gd name="connsiteX8" fmla="*/ 48744 w 48493"/>
                <a:gd name="connsiteY8" fmla="*/ 101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744" y="101"/>
                  </a:moveTo>
                  <a:lnTo>
                    <a:pt x="250" y="101"/>
                  </a:lnTo>
                  <a:lnTo>
                    <a:pt x="250" y="14272"/>
                  </a:lnTo>
                  <a:lnTo>
                    <a:pt x="34585" y="14272"/>
                  </a:lnTo>
                  <a:lnTo>
                    <a:pt x="34585" y="340201"/>
                  </a:lnTo>
                  <a:lnTo>
                    <a:pt x="250" y="340201"/>
                  </a:lnTo>
                  <a:lnTo>
                    <a:pt x="250" y="354372"/>
                  </a:lnTo>
                  <a:lnTo>
                    <a:pt x="48744" y="354372"/>
                  </a:lnTo>
                  <a:lnTo>
                    <a:pt x="48744" y="101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6F02244D-479E-0498-A961-16FE9C319AFD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6633087" y="3097077"/>
              <a:ext cx="82119" cy="354271"/>
            </a:xfrm>
            <a:custGeom>
              <a:avLst/>
              <a:gdLst>
                <a:gd name="connsiteX0" fmla="*/ 82373 w 82119"/>
                <a:gd name="connsiteY0" fmla="*/ 177237 h 354271"/>
                <a:gd name="connsiteX1" fmla="*/ 59011 w 82119"/>
                <a:gd name="connsiteY1" fmla="*/ 66704 h 354271"/>
                <a:gd name="connsiteX2" fmla="*/ 3793 w 82119"/>
                <a:gd name="connsiteY2" fmla="*/ 101 h 354271"/>
                <a:gd name="connsiteX3" fmla="*/ 253 w 82119"/>
                <a:gd name="connsiteY3" fmla="*/ 3644 h 354271"/>
                <a:gd name="connsiteX4" fmla="*/ 6979 w 82119"/>
                <a:gd name="connsiteY4" fmla="*/ 11792 h 354271"/>
                <a:gd name="connsiteX5" fmla="*/ 61843 w 82119"/>
                <a:gd name="connsiteY5" fmla="*/ 177237 h 354271"/>
                <a:gd name="connsiteX6" fmla="*/ 4855 w 82119"/>
                <a:gd name="connsiteY6" fmla="*/ 344807 h 354271"/>
                <a:gd name="connsiteX7" fmla="*/ 253 w 82119"/>
                <a:gd name="connsiteY7" fmla="*/ 350830 h 354271"/>
                <a:gd name="connsiteX8" fmla="*/ 3793 w 82119"/>
                <a:gd name="connsiteY8" fmla="*/ 354372 h 354271"/>
                <a:gd name="connsiteX9" fmla="*/ 60073 w 82119"/>
                <a:gd name="connsiteY9" fmla="*/ 285289 h 354271"/>
                <a:gd name="connsiteX10" fmla="*/ 82373 w 82119"/>
                <a:gd name="connsiteY10" fmla="*/ 177237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19" h="354271">
                  <a:moveTo>
                    <a:pt x="82373" y="177237"/>
                  </a:moveTo>
                  <a:cubicBezTo>
                    <a:pt x="82373" y="149603"/>
                    <a:pt x="78480" y="106737"/>
                    <a:pt x="59011" y="66704"/>
                  </a:cubicBezTo>
                  <a:cubicBezTo>
                    <a:pt x="37774" y="23129"/>
                    <a:pt x="7333" y="101"/>
                    <a:pt x="3793" y="101"/>
                  </a:cubicBezTo>
                  <a:cubicBezTo>
                    <a:pt x="1669" y="101"/>
                    <a:pt x="253" y="1518"/>
                    <a:pt x="253" y="3644"/>
                  </a:cubicBezTo>
                  <a:cubicBezTo>
                    <a:pt x="253" y="4706"/>
                    <a:pt x="253" y="5415"/>
                    <a:pt x="6979" y="11792"/>
                  </a:cubicBezTo>
                  <a:cubicBezTo>
                    <a:pt x="41667" y="46865"/>
                    <a:pt x="61843" y="103194"/>
                    <a:pt x="61843" y="177237"/>
                  </a:cubicBezTo>
                  <a:cubicBezTo>
                    <a:pt x="61843" y="237817"/>
                    <a:pt x="48746" y="300169"/>
                    <a:pt x="4855" y="344807"/>
                  </a:cubicBezTo>
                  <a:cubicBezTo>
                    <a:pt x="253" y="349058"/>
                    <a:pt x="253" y="349767"/>
                    <a:pt x="253" y="350830"/>
                  </a:cubicBezTo>
                  <a:cubicBezTo>
                    <a:pt x="253" y="352955"/>
                    <a:pt x="1669" y="354372"/>
                    <a:pt x="3793" y="354372"/>
                  </a:cubicBezTo>
                  <a:cubicBezTo>
                    <a:pt x="7333" y="354372"/>
                    <a:pt x="39189" y="330282"/>
                    <a:pt x="60073" y="285289"/>
                  </a:cubicBezTo>
                  <a:cubicBezTo>
                    <a:pt x="78126" y="246320"/>
                    <a:pt x="82373" y="206995"/>
                    <a:pt x="82373" y="177237"/>
                  </a:cubicBez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65222E45-B7A7-FE72-E046-8421CE4E085F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6858601" y="3267127"/>
              <a:ext cx="216272" cy="14170"/>
            </a:xfrm>
            <a:custGeom>
              <a:avLst/>
              <a:gdLst>
                <a:gd name="connsiteX0" fmla="*/ 204143 w 216272"/>
                <a:gd name="connsiteY0" fmla="*/ 14272 h 14170"/>
                <a:gd name="connsiteX1" fmla="*/ 216532 w 216272"/>
                <a:gd name="connsiteY1" fmla="*/ 7186 h 14170"/>
                <a:gd name="connsiteX2" fmla="*/ 204143 w 216272"/>
                <a:gd name="connsiteY2" fmla="*/ 101 h 14170"/>
                <a:gd name="connsiteX3" fmla="*/ 12648 w 216272"/>
                <a:gd name="connsiteY3" fmla="*/ 101 h 14170"/>
                <a:gd name="connsiteX4" fmla="*/ 259 w 216272"/>
                <a:gd name="connsiteY4" fmla="*/ 7186 h 14170"/>
                <a:gd name="connsiteX5" fmla="*/ 12648 w 216272"/>
                <a:gd name="connsiteY5" fmla="*/ 14272 h 14170"/>
                <a:gd name="connsiteX6" fmla="*/ 204143 w 216272"/>
                <a:gd name="connsiteY6" fmla="*/ 14272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6272" h="14170">
                  <a:moveTo>
                    <a:pt x="204143" y="14272"/>
                  </a:moveTo>
                  <a:cubicBezTo>
                    <a:pt x="210161" y="14272"/>
                    <a:pt x="216532" y="14272"/>
                    <a:pt x="216532" y="7186"/>
                  </a:cubicBezTo>
                  <a:cubicBezTo>
                    <a:pt x="216532" y="101"/>
                    <a:pt x="210161" y="101"/>
                    <a:pt x="204143" y="101"/>
                  </a:cubicBezTo>
                  <a:lnTo>
                    <a:pt x="12648" y="101"/>
                  </a:lnTo>
                  <a:cubicBezTo>
                    <a:pt x="6631" y="101"/>
                    <a:pt x="259" y="101"/>
                    <a:pt x="259" y="7186"/>
                  </a:cubicBezTo>
                  <a:cubicBezTo>
                    <a:pt x="259" y="14272"/>
                    <a:pt x="6631" y="14272"/>
                    <a:pt x="12648" y="14272"/>
                  </a:cubicBezTo>
                  <a:lnTo>
                    <a:pt x="204143" y="14272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0C6D6C28-A1C4-DDE6-55B5-4BB6DBA09662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7218228" y="3097077"/>
              <a:ext cx="82119" cy="354271"/>
            </a:xfrm>
            <a:custGeom>
              <a:avLst/>
              <a:gdLst>
                <a:gd name="connsiteX0" fmla="*/ 82389 w 82119"/>
                <a:gd name="connsiteY0" fmla="*/ 350830 h 354271"/>
                <a:gd name="connsiteX1" fmla="*/ 76372 w 82119"/>
                <a:gd name="connsiteY1" fmla="*/ 343036 h 354271"/>
                <a:gd name="connsiteX2" fmla="*/ 20799 w 82119"/>
                <a:gd name="connsiteY2" fmla="*/ 177237 h 354271"/>
                <a:gd name="connsiteX3" fmla="*/ 77788 w 82119"/>
                <a:gd name="connsiteY3" fmla="*/ 9666 h 354271"/>
                <a:gd name="connsiteX4" fmla="*/ 82389 w 82119"/>
                <a:gd name="connsiteY4" fmla="*/ 3644 h 354271"/>
                <a:gd name="connsiteX5" fmla="*/ 78850 w 82119"/>
                <a:gd name="connsiteY5" fmla="*/ 101 h 354271"/>
                <a:gd name="connsiteX6" fmla="*/ 22569 w 82119"/>
                <a:gd name="connsiteY6" fmla="*/ 69184 h 354271"/>
                <a:gd name="connsiteX7" fmla="*/ 269 w 82119"/>
                <a:gd name="connsiteY7" fmla="*/ 177237 h 354271"/>
                <a:gd name="connsiteX8" fmla="*/ 23631 w 82119"/>
                <a:gd name="connsiteY8" fmla="*/ 287769 h 354271"/>
                <a:gd name="connsiteX9" fmla="*/ 78850 w 82119"/>
                <a:gd name="connsiteY9" fmla="*/ 354372 h 354271"/>
                <a:gd name="connsiteX10" fmla="*/ 82389 w 82119"/>
                <a:gd name="connsiteY10" fmla="*/ 350830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19" h="354271">
                  <a:moveTo>
                    <a:pt x="82389" y="350830"/>
                  </a:moveTo>
                  <a:cubicBezTo>
                    <a:pt x="82389" y="349767"/>
                    <a:pt x="82389" y="349058"/>
                    <a:pt x="76372" y="343036"/>
                  </a:cubicBezTo>
                  <a:cubicBezTo>
                    <a:pt x="32126" y="298397"/>
                    <a:pt x="20799" y="231440"/>
                    <a:pt x="20799" y="177237"/>
                  </a:cubicBezTo>
                  <a:cubicBezTo>
                    <a:pt x="20799" y="115593"/>
                    <a:pt x="34250" y="53950"/>
                    <a:pt x="77788" y="9666"/>
                  </a:cubicBezTo>
                  <a:cubicBezTo>
                    <a:pt x="82389" y="5415"/>
                    <a:pt x="82389" y="4706"/>
                    <a:pt x="82389" y="3644"/>
                  </a:cubicBezTo>
                  <a:cubicBezTo>
                    <a:pt x="82389" y="1164"/>
                    <a:pt x="80973" y="101"/>
                    <a:pt x="78850" y="101"/>
                  </a:cubicBezTo>
                  <a:cubicBezTo>
                    <a:pt x="75310" y="101"/>
                    <a:pt x="43453" y="24191"/>
                    <a:pt x="22569" y="69184"/>
                  </a:cubicBezTo>
                  <a:cubicBezTo>
                    <a:pt x="4517" y="108154"/>
                    <a:pt x="269" y="147478"/>
                    <a:pt x="269" y="177237"/>
                  </a:cubicBezTo>
                  <a:cubicBezTo>
                    <a:pt x="269" y="204870"/>
                    <a:pt x="4163" y="247737"/>
                    <a:pt x="23631" y="287769"/>
                  </a:cubicBezTo>
                  <a:cubicBezTo>
                    <a:pt x="44869" y="331345"/>
                    <a:pt x="75310" y="354372"/>
                    <a:pt x="78850" y="354372"/>
                  </a:cubicBezTo>
                  <a:cubicBezTo>
                    <a:pt x="80973" y="354372"/>
                    <a:pt x="82389" y="353310"/>
                    <a:pt x="82389" y="350830"/>
                  </a:cubicBez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CA9051C-826B-F845-6D5B-6C9B3CFE8B5E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7373934" y="3113019"/>
              <a:ext cx="234324" cy="257555"/>
            </a:xfrm>
            <a:custGeom>
              <a:avLst/>
              <a:gdLst>
                <a:gd name="connsiteX0" fmla="*/ 233890 w 234324"/>
                <a:gd name="connsiteY0" fmla="*/ 8603 h 257555"/>
                <a:gd name="connsiteX1" fmla="*/ 234598 w 234324"/>
                <a:gd name="connsiteY1" fmla="*/ 3644 h 257555"/>
                <a:gd name="connsiteX2" fmla="*/ 230704 w 234324"/>
                <a:gd name="connsiteY2" fmla="*/ 101 h 257555"/>
                <a:gd name="connsiteX3" fmla="*/ 225041 w 234324"/>
                <a:gd name="connsiteY3" fmla="*/ 3998 h 257555"/>
                <a:gd name="connsiteX4" fmla="*/ 202741 w 234324"/>
                <a:gd name="connsiteY4" fmla="*/ 30214 h 257555"/>
                <a:gd name="connsiteX5" fmla="*/ 149292 w 234324"/>
                <a:gd name="connsiteY5" fmla="*/ 101 h 257555"/>
                <a:gd name="connsiteX6" fmla="*/ 273 w 234324"/>
                <a:gd name="connsiteY6" fmla="*/ 163066 h 257555"/>
                <a:gd name="connsiteX7" fmla="*/ 86995 w 234324"/>
                <a:gd name="connsiteY7" fmla="*/ 257656 h 257555"/>
                <a:gd name="connsiteX8" fmla="*/ 194600 w 234324"/>
                <a:gd name="connsiteY8" fmla="*/ 164837 h 257555"/>
                <a:gd name="connsiteX9" fmla="*/ 189290 w 234324"/>
                <a:gd name="connsiteY9" fmla="*/ 161294 h 257555"/>
                <a:gd name="connsiteX10" fmla="*/ 183627 w 234324"/>
                <a:gd name="connsiteY10" fmla="*/ 164129 h 257555"/>
                <a:gd name="connsiteX11" fmla="*/ 91950 w 234324"/>
                <a:gd name="connsiteY11" fmla="*/ 246674 h 257555"/>
                <a:gd name="connsiteX12" fmla="*/ 31068 w 234324"/>
                <a:gd name="connsiteY12" fmla="*/ 176528 h 257555"/>
                <a:gd name="connsiteX13" fmla="*/ 68234 w 234324"/>
                <a:gd name="connsiteY13" fmla="*/ 59973 h 257555"/>
                <a:gd name="connsiteX14" fmla="*/ 152124 w 234324"/>
                <a:gd name="connsiteY14" fmla="*/ 11083 h 257555"/>
                <a:gd name="connsiteX15" fmla="*/ 202387 w 234324"/>
                <a:gd name="connsiteY15" fmla="*/ 75915 h 257555"/>
                <a:gd name="connsiteX16" fmla="*/ 200617 w 234324"/>
                <a:gd name="connsiteY16" fmla="*/ 97526 h 257555"/>
                <a:gd name="connsiteX17" fmla="*/ 205927 w 234324"/>
                <a:gd name="connsiteY17" fmla="*/ 101068 h 257555"/>
                <a:gd name="connsiteX18" fmla="*/ 212298 w 234324"/>
                <a:gd name="connsiteY18" fmla="*/ 94691 h 257555"/>
                <a:gd name="connsiteX19" fmla="*/ 233890 w 234324"/>
                <a:gd name="connsiteY19" fmla="*/ 8603 h 257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4324" h="257555">
                  <a:moveTo>
                    <a:pt x="233890" y="8603"/>
                  </a:moveTo>
                  <a:cubicBezTo>
                    <a:pt x="234244" y="7186"/>
                    <a:pt x="234598" y="5061"/>
                    <a:pt x="234598" y="3644"/>
                  </a:cubicBezTo>
                  <a:cubicBezTo>
                    <a:pt x="234598" y="2935"/>
                    <a:pt x="234244" y="101"/>
                    <a:pt x="230704" y="101"/>
                  </a:cubicBezTo>
                  <a:cubicBezTo>
                    <a:pt x="229996" y="101"/>
                    <a:pt x="228227" y="101"/>
                    <a:pt x="225041" y="3998"/>
                  </a:cubicBezTo>
                  <a:lnTo>
                    <a:pt x="202741" y="30214"/>
                  </a:lnTo>
                  <a:cubicBezTo>
                    <a:pt x="187521" y="5769"/>
                    <a:pt x="166991" y="101"/>
                    <a:pt x="149292" y="101"/>
                  </a:cubicBezTo>
                  <a:cubicBezTo>
                    <a:pt x="76376" y="101"/>
                    <a:pt x="273" y="79812"/>
                    <a:pt x="273" y="163066"/>
                  </a:cubicBezTo>
                  <a:cubicBezTo>
                    <a:pt x="273" y="221166"/>
                    <a:pt x="38147" y="257656"/>
                    <a:pt x="86995" y="257656"/>
                  </a:cubicBezTo>
                  <a:cubicBezTo>
                    <a:pt x="156018" y="257656"/>
                    <a:pt x="194600" y="181842"/>
                    <a:pt x="194600" y="164837"/>
                  </a:cubicBezTo>
                  <a:cubicBezTo>
                    <a:pt x="194600" y="161294"/>
                    <a:pt x="191060" y="161294"/>
                    <a:pt x="189290" y="161294"/>
                  </a:cubicBezTo>
                  <a:cubicBezTo>
                    <a:pt x="187167" y="161294"/>
                    <a:pt x="184689" y="161294"/>
                    <a:pt x="183627" y="164129"/>
                  </a:cubicBezTo>
                  <a:cubicBezTo>
                    <a:pt x="165575" y="224000"/>
                    <a:pt x="121329" y="246674"/>
                    <a:pt x="91950" y="246674"/>
                  </a:cubicBezTo>
                  <a:cubicBezTo>
                    <a:pt x="62217" y="246674"/>
                    <a:pt x="31068" y="226835"/>
                    <a:pt x="31068" y="176528"/>
                  </a:cubicBezTo>
                  <a:cubicBezTo>
                    <a:pt x="31068" y="154563"/>
                    <a:pt x="39917" y="98943"/>
                    <a:pt x="68234" y="59973"/>
                  </a:cubicBezTo>
                  <a:cubicBezTo>
                    <a:pt x="92304" y="27380"/>
                    <a:pt x="124869" y="11083"/>
                    <a:pt x="152124" y="11083"/>
                  </a:cubicBezTo>
                  <a:cubicBezTo>
                    <a:pt x="189644" y="11083"/>
                    <a:pt x="202387" y="45093"/>
                    <a:pt x="202387" y="75915"/>
                  </a:cubicBezTo>
                  <a:cubicBezTo>
                    <a:pt x="202387" y="85126"/>
                    <a:pt x="200617" y="96463"/>
                    <a:pt x="200617" y="97526"/>
                  </a:cubicBezTo>
                  <a:cubicBezTo>
                    <a:pt x="200617" y="101068"/>
                    <a:pt x="204157" y="101068"/>
                    <a:pt x="205927" y="101068"/>
                  </a:cubicBezTo>
                  <a:cubicBezTo>
                    <a:pt x="209820" y="101068"/>
                    <a:pt x="210882" y="100714"/>
                    <a:pt x="212298" y="94691"/>
                  </a:cubicBezTo>
                  <a:lnTo>
                    <a:pt x="233890" y="8603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97EDBA4-C5E3-EBD2-BF68-82E44C096071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7613056" y="3206192"/>
              <a:ext cx="141232" cy="160484"/>
            </a:xfrm>
            <a:custGeom>
              <a:avLst/>
              <a:gdLst>
                <a:gd name="connsiteX0" fmla="*/ 141512 w 141232"/>
                <a:gd name="connsiteY0" fmla="*/ 58201 h 160484"/>
                <a:gd name="connsiteX1" fmla="*/ 89833 w 141232"/>
                <a:gd name="connsiteY1" fmla="*/ 101 h 160484"/>
                <a:gd name="connsiteX2" fmla="*/ 280 w 141232"/>
                <a:gd name="connsiteY2" fmla="*/ 102131 h 160484"/>
                <a:gd name="connsiteX3" fmla="*/ 51959 w 141232"/>
                <a:gd name="connsiteY3" fmla="*/ 160586 h 160484"/>
                <a:gd name="connsiteX4" fmla="*/ 141512 w 141232"/>
                <a:gd name="connsiteY4" fmla="*/ 58201 h 160484"/>
                <a:gd name="connsiteX5" fmla="*/ 51959 w 141232"/>
                <a:gd name="connsiteY5" fmla="*/ 152792 h 160484"/>
                <a:gd name="connsiteX6" fmla="*/ 25058 w 141232"/>
                <a:gd name="connsiteY6" fmla="*/ 116302 h 160484"/>
                <a:gd name="connsiteX7" fmla="*/ 45588 w 141232"/>
                <a:gd name="connsiteY7" fmla="*/ 40134 h 160484"/>
                <a:gd name="connsiteX8" fmla="*/ 89479 w 141232"/>
                <a:gd name="connsiteY8" fmla="*/ 7895 h 160484"/>
                <a:gd name="connsiteX9" fmla="*/ 116735 w 141232"/>
                <a:gd name="connsiteY9" fmla="*/ 44385 h 160484"/>
                <a:gd name="connsiteX10" fmla="*/ 97621 w 141232"/>
                <a:gd name="connsiteY10" fmla="*/ 117365 h 160484"/>
                <a:gd name="connsiteX11" fmla="*/ 51959 w 141232"/>
                <a:gd name="connsiteY11" fmla="*/ 152792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232" h="160484">
                  <a:moveTo>
                    <a:pt x="141512" y="58201"/>
                  </a:moveTo>
                  <a:cubicBezTo>
                    <a:pt x="141512" y="24546"/>
                    <a:pt x="120628" y="101"/>
                    <a:pt x="89833" y="101"/>
                  </a:cubicBezTo>
                  <a:cubicBezTo>
                    <a:pt x="45942" y="101"/>
                    <a:pt x="280" y="50407"/>
                    <a:pt x="280" y="102131"/>
                  </a:cubicBezTo>
                  <a:cubicBezTo>
                    <a:pt x="280" y="138621"/>
                    <a:pt x="22580" y="160586"/>
                    <a:pt x="51959" y="160586"/>
                  </a:cubicBezTo>
                  <a:cubicBezTo>
                    <a:pt x="95851" y="160586"/>
                    <a:pt x="141512" y="110279"/>
                    <a:pt x="141512" y="58201"/>
                  </a:cubicBezTo>
                  <a:close/>
                  <a:moveTo>
                    <a:pt x="51959" y="152792"/>
                  </a:moveTo>
                  <a:cubicBezTo>
                    <a:pt x="38155" y="152792"/>
                    <a:pt x="25058" y="141809"/>
                    <a:pt x="25058" y="116302"/>
                  </a:cubicBezTo>
                  <a:cubicBezTo>
                    <a:pt x="25058" y="98588"/>
                    <a:pt x="34261" y="59264"/>
                    <a:pt x="45588" y="40134"/>
                  </a:cubicBezTo>
                  <a:cubicBezTo>
                    <a:pt x="58685" y="18523"/>
                    <a:pt x="75675" y="7895"/>
                    <a:pt x="89479" y="7895"/>
                  </a:cubicBezTo>
                  <a:cubicBezTo>
                    <a:pt x="106824" y="7895"/>
                    <a:pt x="116735" y="23483"/>
                    <a:pt x="116735" y="44385"/>
                  </a:cubicBezTo>
                  <a:cubicBezTo>
                    <a:pt x="116735" y="59618"/>
                    <a:pt x="108948" y="96108"/>
                    <a:pt x="97621" y="117365"/>
                  </a:cubicBezTo>
                  <a:cubicBezTo>
                    <a:pt x="87356" y="136850"/>
                    <a:pt x="69303" y="152792"/>
                    <a:pt x="51959" y="152792"/>
                  </a:cubicBez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F159512-0866-030F-375A-6E95405293E5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7784413" y="3206192"/>
              <a:ext cx="145125" cy="160484"/>
            </a:xfrm>
            <a:custGeom>
              <a:avLst/>
              <a:gdLst>
                <a:gd name="connsiteX0" fmla="*/ 145411 w 145125"/>
                <a:gd name="connsiteY0" fmla="*/ 23483 h 160484"/>
                <a:gd name="connsiteX1" fmla="*/ 130898 w 145125"/>
                <a:gd name="connsiteY1" fmla="*/ 101 h 160484"/>
                <a:gd name="connsiteX2" fmla="*/ 113908 w 145125"/>
                <a:gd name="connsiteY2" fmla="*/ 16397 h 160484"/>
                <a:gd name="connsiteX3" fmla="*/ 118510 w 145125"/>
                <a:gd name="connsiteY3" fmla="*/ 25963 h 160484"/>
                <a:gd name="connsiteX4" fmla="*/ 128067 w 145125"/>
                <a:gd name="connsiteY4" fmla="*/ 53950 h 160484"/>
                <a:gd name="connsiteX5" fmla="*/ 70724 w 145125"/>
                <a:gd name="connsiteY5" fmla="*/ 152792 h 160484"/>
                <a:gd name="connsiteX6" fmla="*/ 47717 w 145125"/>
                <a:gd name="connsiteY6" fmla="*/ 123387 h 160484"/>
                <a:gd name="connsiteX7" fmla="*/ 68601 w 145125"/>
                <a:gd name="connsiteY7" fmla="*/ 46510 h 160484"/>
                <a:gd name="connsiteX8" fmla="*/ 72494 w 145125"/>
                <a:gd name="connsiteY8" fmla="*/ 28797 h 160484"/>
                <a:gd name="connsiteX9" fmla="*/ 45593 w 145125"/>
                <a:gd name="connsiteY9" fmla="*/ 101 h 160484"/>
                <a:gd name="connsiteX10" fmla="*/ 285 w 145125"/>
                <a:gd name="connsiteY10" fmla="*/ 54659 h 160484"/>
                <a:gd name="connsiteX11" fmla="*/ 5595 w 145125"/>
                <a:gd name="connsiteY11" fmla="*/ 58201 h 160484"/>
                <a:gd name="connsiteX12" fmla="*/ 11966 w 145125"/>
                <a:gd name="connsiteY12" fmla="*/ 52533 h 160484"/>
                <a:gd name="connsiteX13" fmla="*/ 44885 w 145125"/>
                <a:gd name="connsiteY13" fmla="*/ 7895 h 160484"/>
                <a:gd name="connsiteX14" fmla="*/ 52672 w 145125"/>
                <a:gd name="connsiteY14" fmla="*/ 18169 h 160484"/>
                <a:gd name="connsiteX15" fmla="*/ 44177 w 145125"/>
                <a:gd name="connsiteY15" fmla="*/ 50053 h 160484"/>
                <a:gd name="connsiteX16" fmla="*/ 26125 w 145125"/>
                <a:gd name="connsiteY16" fmla="*/ 118073 h 160484"/>
                <a:gd name="connsiteX17" fmla="*/ 69663 w 145125"/>
                <a:gd name="connsiteY17" fmla="*/ 160586 h 160484"/>
                <a:gd name="connsiteX18" fmla="*/ 145411 w 145125"/>
                <a:gd name="connsiteY18" fmla="*/ 23483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5125" h="160484">
                  <a:moveTo>
                    <a:pt x="145411" y="23483"/>
                  </a:moveTo>
                  <a:cubicBezTo>
                    <a:pt x="145411" y="11083"/>
                    <a:pt x="141163" y="101"/>
                    <a:pt x="130898" y="101"/>
                  </a:cubicBezTo>
                  <a:cubicBezTo>
                    <a:pt x="122757" y="101"/>
                    <a:pt x="113908" y="8249"/>
                    <a:pt x="113908" y="16397"/>
                  </a:cubicBezTo>
                  <a:cubicBezTo>
                    <a:pt x="113908" y="21003"/>
                    <a:pt x="116386" y="23483"/>
                    <a:pt x="118510" y="25963"/>
                  </a:cubicBezTo>
                  <a:cubicBezTo>
                    <a:pt x="127005" y="35174"/>
                    <a:pt x="128067" y="46510"/>
                    <a:pt x="128067" y="53950"/>
                  </a:cubicBezTo>
                  <a:cubicBezTo>
                    <a:pt x="128067" y="63870"/>
                    <a:pt x="111430" y="152792"/>
                    <a:pt x="70724" y="152792"/>
                  </a:cubicBezTo>
                  <a:cubicBezTo>
                    <a:pt x="51610" y="152792"/>
                    <a:pt x="47717" y="135078"/>
                    <a:pt x="47717" y="123387"/>
                  </a:cubicBezTo>
                  <a:cubicBezTo>
                    <a:pt x="47717" y="102840"/>
                    <a:pt x="59044" y="72018"/>
                    <a:pt x="68601" y="46510"/>
                  </a:cubicBezTo>
                  <a:cubicBezTo>
                    <a:pt x="70370" y="40842"/>
                    <a:pt x="72494" y="35528"/>
                    <a:pt x="72494" y="28797"/>
                  </a:cubicBezTo>
                  <a:cubicBezTo>
                    <a:pt x="72494" y="11083"/>
                    <a:pt x="60813" y="101"/>
                    <a:pt x="45593" y="101"/>
                  </a:cubicBezTo>
                  <a:cubicBezTo>
                    <a:pt x="12674" y="101"/>
                    <a:pt x="285" y="52533"/>
                    <a:pt x="285" y="54659"/>
                  </a:cubicBezTo>
                  <a:cubicBezTo>
                    <a:pt x="285" y="58201"/>
                    <a:pt x="3825" y="58201"/>
                    <a:pt x="5595" y="58201"/>
                  </a:cubicBezTo>
                  <a:cubicBezTo>
                    <a:pt x="10196" y="58201"/>
                    <a:pt x="10550" y="57493"/>
                    <a:pt x="11966" y="52533"/>
                  </a:cubicBezTo>
                  <a:cubicBezTo>
                    <a:pt x="14798" y="41551"/>
                    <a:pt x="24355" y="7895"/>
                    <a:pt x="44885" y="7895"/>
                  </a:cubicBezTo>
                  <a:cubicBezTo>
                    <a:pt x="48779" y="7895"/>
                    <a:pt x="52672" y="8958"/>
                    <a:pt x="52672" y="18169"/>
                  </a:cubicBezTo>
                  <a:cubicBezTo>
                    <a:pt x="52672" y="26671"/>
                    <a:pt x="49133" y="36237"/>
                    <a:pt x="44177" y="50053"/>
                  </a:cubicBezTo>
                  <a:cubicBezTo>
                    <a:pt x="33204" y="80166"/>
                    <a:pt x="26125" y="101423"/>
                    <a:pt x="26125" y="118073"/>
                  </a:cubicBezTo>
                  <a:cubicBezTo>
                    <a:pt x="26125" y="150312"/>
                    <a:pt x="48779" y="160586"/>
                    <a:pt x="69663" y="160586"/>
                  </a:cubicBezTo>
                  <a:cubicBezTo>
                    <a:pt x="129129" y="160586"/>
                    <a:pt x="145411" y="32694"/>
                    <a:pt x="145411" y="23483"/>
                  </a:cubicBez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366853A-3CA8-C7AF-F206-4865D33E7AE4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7959624" y="3097077"/>
              <a:ext cx="48493" cy="354271"/>
            </a:xfrm>
            <a:custGeom>
              <a:avLst/>
              <a:gdLst>
                <a:gd name="connsiteX0" fmla="*/ 48783 w 48493"/>
                <a:gd name="connsiteY0" fmla="*/ 354372 h 354271"/>
                <a:gd name="connsiteX1" fmla="*/ 48783 w 48493"/>
                <a:gd name="connsiteY1" fmla="*/ 340201 h 354271"/>
                <a:gd name="connsiteX2" fmla="*/ 14449 w 48493"/>
                <a:gd name="connsiteY2" fmla="*/ 340201 h 354271"/>
                <a:gd name="connsiteX3" fmla="*/ 14449 w 48493"/>
                <a:gd name="connsiteY3" fmla="*/ 14272 h 354271"/>
                <a:gd name="connsiteX4" fmla="*/ 48783 w 48493"/>
                <a:gd name="connsiteY4" fmla="*/ 14272 h 354271"/>
                <a:gd name="connsiteX5" fmla="*/ 48783 w 48493"/>
                <a:gd name="connsiteY5" fmla="*/ 101 h 354271"/>
                <a:gd name="connsiteX6" fmla="*/ 290 w 48493"/>
                <a:gd name="connsiteY6" fmla="*/ 101 h 354271"/>
                <a:gd name="connsiteX7" fmla="*/ 290 w 48493"/>
                <a:gd name="connsiteY7" fmla="*/ 354372 h 354271"/>
                <a:gd name="connsiteX8" fmla="*/ 48783 w 48493"/>
                <a:gd name="connsiteY8" fmla="*/ 354372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783" y="354372"/>
                  </a:moveTo>
                  <a:lnTo>
                    <a:pt x="48783" y="340201"/>
                  </a:lnTo>
                  <a:lnTo>
                    <a:pt x="14449" y="340201"/>
                  </a:lnTo>
                  <a:lnTo>
                    <a:pt x="14449" y="14272"/>
                  </a:lnTo>
                  <a:lnTo>
                    <a:pt x="48783" y="14272"/>
                  </a:lnTo>
                  <a:lnTo>
                    <a:pt x="48783" y="101"/>
                  </a:lnTo>
                  <a:lnTo>
                    <a:pt x="290" y="101"/>
                  </a:lnTo>
                  <a:lnTo>
                    <a:pt x="290" y="354372"/>
                  </a:lnTo>
                  <a:lnTo>
                    <a:pt x="48783" y="354372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DD733E4-B4BE-E502-B49A-F6264EB9721D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8025737" y="3120813"/>
              <a:ext cx="291667" cy="241967"/>
            </a:xfrm>
            <a:custGeom>
              <a:avLst/>
              <a:gdLst>
                <a:gd name="connsiteX0" fmla="*/ 162409 w 291667"/>
                <a:gd name="connsiteY0" fmla="*/ 96463 h 241967"/>
                <a:gd name="connsiteX1" fmla="*/ 132676 w 291667"/>
                <a:gd name="connsiteY1" fmla="*/ 25963 h 241967"/>
                <a:gd name="connsiteX2" fmla="*/ 130906 w 291667"/>
                <a:gd name="connsiteY2" fmla="*/ 21357 h 241967"/>
                <a:gd name="connsiteX3" fmla="*/ 151790 w 291667"/>
                <a:gd name="connsiteY3" fmla="*/ 11083 h 241967"/>
                <a:gd name="connsiteX4" fmla="*/ 158869 w 291667"/>
                <a:gd name="connsiteY4" fmla="*/ 4352 h 241967"/>
                <a:gd name="connsiteX5" fmla="*/ 153560 w 291667"/>
                <a:gd name="connsiteY5" fmla="*/ 101 h 241967"/>
                <a:gd name="connsiteX6" fmla="*/ 108960 w 291667"/>
                <a:gd name="connsiteY6" fmla="*/ 1164 h 241967"/>
                <a:gd name="connsiteX7" fmla="*/ 69316 w 291667"/>
                <a:gd name="connsiteY7" fmla="*/ 101 h 241967"/>
                <a:gd name="connsiteX8" fmla="*/ 62945 w 291667"/>
                <a:gd name="connsiteY8" fmla="*/ 7186 h 241967"/>
                <a:gd name="connsiteX9" fmla="*/ 71086 w 291667"/>
                <a:gd name="connsiteY9" fmla="*/ 11083 h 241967"/>
                <a:gd name="connsiteX10" fmla="*/ 97633 w 291667"/>
                <a:gd name="connsiteY10" fmla="*/ 22420 h 241967"/>
                <a:gd name="connsiteX11" fmla="*/ 139401 w 291667"/>
                <a:gd name="connsiteY11" fmla="*/ 121262 h 241967"/>
                <a:gd name="connsiteX12" fmla="*/ 64714 w 291667"/>
                <a:gd name="connsiteY12" fmla="*/ 201681 h 241967"/>
                <a:gd name="connsiteX13" fmla="*/ 60113 w 291667"/>
                <a:gd name="connsiteY13" fmla="*/ 205578 h 241967"/>
                <a:gd name="connsiteX14" fmla="*/ 8080 w 291667"/>
                <a:gd name="connsiteY14" fmla="*/ 231086 h 241967"/>
                <a:gd name="connsiteX15" fmla="*/ 293 w 291667"/>
                <a:gd name="connsiteY15" fmla="*/ 238171 h 241967"/>
                <a:gd name="connsiteX16" fmla="*/ 4894 w 291667"/>
                <a:gd name="connsiteY16" fmla="*/ 242068 h 241967"/>
                <a:gd name="connsiteX17" fmla="*/ 38167 w 291667"/>
                <a:gd name="connsiteY17" fmla="*/ 241005 h 241967"/>
                <a:gd name="connsiteX18" fmla="*/ 77811 w 291667"/>
                <a:gd name="connsiteY18" fmla="*/ 242068 h 241967"/>
                <a:gd name="connsiteX19" fmla="*/ 84182 w 291667"/>
                <a:gd name="connsiteY19" fmla="*/ 234983 h 241967"/>
                <a:gd name="connsiteX20" fmla="*/ 79935 w 291667"/>
                <a:gd name="connsiteY20" fmla="*/ 231086 h 241967"/>
                <a:gd name="connsiteX21" fmla="*/ 65776 w 291667"/>
                <a:gd name="connsiteY21" fmla="*/ 220103 h 241967"/>
                <a:gd name="connsiteX22" fmla="*/ 75333 w 291667"/>
                <a:gd name="connsiteY22" fmla="*/ 204161 h 241967"/>
                <a:gd name="connsiteX23" fmla="*/ 111438 w 291667"/>
                <a:gd name="connsiteY23" fmla="*/ 165900 h 241967"/>
                <a:gd name="connsiteX24" fmla="*/ 143295 w 291667"/>
                <a:gd name="connsiteY24" fmla="*/ 131181 h 241967"/>
                <a:gd name="connsiteX25" fmla="*/ 179045 w 291667"/>
                <a:gd name="connsiteY25" fmla="*/ 215852 h 241967"/>
                <a:gd name="connsiteX26" fmla="*/ 180815 w 291667"/>
                <a:gd name="connsiteY26" fmla="*/ 220812 h 241967"/>
                <a:gd name="connsiteX27" fmla="*/ 160285 w 291667"/>
                <a:gd name="connsiteY27" fmla="*/ 231086 h 241967"/>
                <a:gd name="connsiteX28" fmla="*/ 153206 w 291667"/>
                <a:gd name="connsiteY28" fmla="*/ 237817 h 241967"/>
                <a:gd name="connsiteX29" fmla="*/ 158515 w 291667"/>
                <a:gd name="connsiteY29" fmla="*/ 242068 h 241967"/>
                <a:gd name="connsiteX30" fmla="*/ 203115 w 291667"/>
                <a:gd name="connsiteY30" fmla="*/ 241005 h 241967"/>
                <a:gd name="connsiteX31" fmla="*/ 242405 w 291667"/>
                <a:gd name="connsiteY31" fmla="*/ 242068 h 241967"/>
                <a:gd name="connsiteX32" fmla="*/ 249130 w 291667"/>
                <a:gd name="connsiteY32" fmla="*/ 235337 h 241967"/>
                <a:gd name="connsiteX33" fmla="*/ 242759 w 291667"/>
                <a:gd name="connsiteY33" fmla="*/ 231086 h 241967"/>
                <a:gd name="connsiteX34" fmla="*/ 212318 w 291667"/>
                <a:gd name="connsiteY34" fmla="*/ 215498 h 241967"/>
                <a:gd name="connsiteX35" fmla="*/ 166656 w 291667"/>
                <a:gd name="connsiteY35" fmla="*/ 106028 h 241967"/>
                <a:gd name="connsiteX36" fmla="*/ 239219 w 291667"/>
                <a:gd name="connsiteY36" fmla="*/ 29151 h 241967"/>
                <a:gd name="connsiteX37" fmla="*/ 284173 w 291667"/>
                <a:gd name="connsiteY37" fmla="*/ 11083 h 241967"/>
                <a:gd name="connsiteX38" fmla="*/ 291960 w 291667"/>
                <a:gd name="connsiteY38" fmla="*/ 3998 h 241967"/>
                <a:gd name="connsiteX39" fmla="*/ 287358 w 291667"/>
                <a:gd name="connsiteY39" fmla="*/ 101 h 241967"/>
                <a:gd name="connsiteX40" fmla="*/ 254086 w 291667"/>
                <a:gd name="connsiteY40" fmla="*/ 1164 h 241967"/>
                <a:gd name="connsiteX41" fmla="*/ 214796 w 291667"/>
                <a:gd name="connsiteY41" fmla="*/ 101 h 241967"/>
                <a:gd name="connsiteX42" fmla="*/ 208070 w 291667"/>
                <a:gd name="connsiteY42" fmla="*/ 7186 h 241967"/>
                <a:gd name="connsiteX43" fmla="*/ 212318 w 291667"/>
                <a:gd name="connsiteY43" fmla="*/ 11083 h 241967"/>
                <a:gd name="connsiteX44" fmla="*/ 226476 w 291667"/>
                <a:gd name="connsiteY44" fmla="*/ 22066 h 241967"/>
                <a:gd name="connsiteX45" fmla="*/ 219751 w 291667"/>
                <a:gd name="connsiteY45" fmla="*/ 34819 h 241967"/>
                <a:gd name="connsiteX46" fmla="*/ 162409 w 291667"/>
                <a:gd name="connsiteY46" fmla="*/ 96463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1667" h="241967">
                  <a:moveTo>
                    <a:pt x="162409" y="96463"/>
                  </a:moveTo>
                  <a:lnTo>
                    <a:pt x="132676" y="25963"/>
                  </a:lnTo>
                  <a:cubicBezTo>
                    <a:pt x="131614" y="23128"/>
                    <a:pt x="130906" y="21711"/>
                    <a:pt x="130906" y="21357"/>
                  </a:cubicBezTo>
                  <a:cubicBezTo>
                    <a:pt x="130906" y="19232"/>
                    <a:pt x="136923" y="12500"/>
                    <a:pt x="151790" y="11083"/>
                  </a:cubicBezTo>
                  <a:cubicBezTo>
                    <a:pt x="155329" y="10729"/>
                    <a:pt x="158869" y="10375"/>
                    <a:pt x="158869" y="4352"/>
                  </a:cubicBezTo>
                  <a:cubicBezTo>
                    <a:pt x="158869" y="101"/>
                    <a:pt x="154621" y="101"/>
                    <a:pt x="153560" y="101"/>
                  </a:cubicBezTo>
                  <a:cubicBezTo>
                    <a:pt x="139047" y="101"/>
                    <a:pt x="123827" y="1164"/>
                    <a:pt x="108960" y="1164"/>
                  </a:cubicBezTo>
                  <a:cubicBezTo>
                    <a:pt x="100111" y="1164"/>
                    <a:pt x="78165" y="101"/>
                    <a:pt x="69316" y="101"/>
                  </a:cubicBezTo>
                  <a:cubicBezTo>
                    <a:pt x="67192" y="101"/>
                    <a:pt x="62945" y="101"/>
                    <a:pt x="62945" y="7186"/>
                  </a:cubicBezTo>
                  <a:cubicBezTo>
                    <a:pt x="62945" y="11083"/>
                    <a:pt x="66484" y="11083"/>
                    <a:pt x="71086" y="11083"/>
                  </a:cubicBezTo>
                  <a:cubicBezTo>
                    <a:pt x="92324" y="11083"/>
                    <a:pt x="94447" y="14626"/>
                    <a:pt x="97633" y="22420"/>
                  </a:cubicBezTo>
                  <a:lnTo>
                    <a:pt x="139401" y="121262"/>
                  </a:lnTo>
                  <a:lnTo>
                    <a:pt x="64714" y="201681"/>
                  </a:lnTo>
                  <a:lnTo>
                    <a:pt x="60113" y="205578"/>
                  </a:lnTo>
                  <a:cubicBezTo>
                    <a:pt x="42769" y="224355"/>
                    <a:pt x="26132" y="230023"/>
                    <a:pt x="8080" y="231086"/>
                  </a:cubicBezTo>
                  <a:cubicBezTo>
                    <a:pt x="3478" y="231440"/>
                    <a:pt x="293" y="231440"/>
                    <a:pt x="293" y="238171"/>
                  </a:cubicBezTo>
                  <a:cubicBezTo>
                    <a:pt x="293" y="238526"/>
                    <a:pt x="293" y="242068"/>
                    <a:pt x="4894" y="242068"/>
                  </a:cubicBezTo>
                  <a:cubicBezTo>
                    <a:pt x="15513" y="242068"/>
                    <a:pt x="27194" y="241005"/>
                    <a:pt x="38167" y="241005"/>
                  </a:cubicBezTo>
                  <a:cubicBezTo>
                    <a:pt x="51264" y="241005"/>
                    <a:pt x="65068" y="242068"/>
                    <a:pt x="77811" y="242068"/>
                  </a:cubicBezTo>
                  <a:cubicBezTo>
                    <a:pt x="79935" y="242068"/>
                    <a:pt x="84182" y="242068"/>
                    <a:pt x="84182" y="234983"/>
                  </a:cubicBezTo>
                  <a:cubicBezTo>
                    <a:pt x="84182" y="231440"/>
                    <a:pt x="80643" y="231086"/>
                    <a:pt x="79935" y="231086"/>
                  </a:cubicBezTo>
                  <a:cubicBezTo>
                    <a:pt x="76749" y="230732"/>
                    <a:pt x="65776" y="230023"/>
                    <a:pt x="65776" y="220103"/>
                  </a:cubicBezTo>
                  <a:cubicBezTo>
                    <a:pt x="65776" y="214435"/>
                    <a:pt x="71086" y="208767"/>
                    <a:pt x="75333" y="204161"/>
                  </a:cubicBezTo>
                  <a:lnTo>
                    <a:pt x="111438" y="165900"/>
                  </a:lnTo>
                  <a:lnTo>
                    <a:pt x="143295" y="131181"/>
                  </a:lnTo>
                  <a:lnTo>
                    <a:pt x="179045" y="215852"/>
                  </a:lnTo>
                  <a:cubicBezTo>
                    <a:pt x="180461" y="219749"/>
                    <a:pt x="180815" y="220103"/>
                    <a:pt x="180815" y="220812"/>
                  </a:cubicBezTo>
                  <a:cubicBezTo>
                    <a:pt x="180815" y="223646"/>
                    <a:pt x="174090" y="229669"/>
                    <a:pt x="160285" y="231086"/>
                  </a:cubicBezTo>
                  <a:cubicBezTo>
                    <a:pt x="156391" y="231440"/>
                    <a:pt x="153206" y="231794"/>
                    <a:pt x="153206" y="237817"/>
                  </a:cubicBezTo>
                  <a:cubicBezTo>
                    <a:pt x="153206" y="242068"/>
                    <a:pt x="157099" y="242068"/>
                    <a:pt x="158515" y="242068"/>
                  </a:cubicBezTo>
                  <a:cubicBezTo>
                    <a:pt x="168426" y="242068"/>
                    <a:pt x="193204" y="241005"/>
                    <a:pt x="203115" y="241005"/>
                  </a:cubicBezTo>
                  <a:cubicBezTo>
                    <a:pt x="211964" y="241005"/>
                    <a:pt x="233556" y="242068"/>
                    <a:pt x="242405" y="242068"/>
                  </a:cubicBezTo>
                  <a:cubicBezTo>
                    <a:pt x="244883" y="242068"/>
                    <a:pt x="249130" y="242068"/>
                    <a:pt x="249130" y="235337"/>
                  </a:cubicBezTo>
                  <a:cubicBezTo>
                    <a:pt x="249130" y="231086"/>
                    <a:pt x="245590" y="231086"/>
                    <a:pt x="242759" y="231086"/>
                  </a:cubicBezTo>
                  <a:cubicBezTo>
                    <a:pt x="219043" y="230732"/>
                    <a:pt x="218335" y="229669"/>
                    <a:pt x="212318" y="215498"/>
                  </a:cubicBezTo>
                  <a:cubicBezTo>
                    <a:pt x="198513" y="182551"/>
                    <a:pt x="174797" y="127284"/>
                    <a:pt x="166656" y="106028"/>
                  </a:cubicBezTo>
                  <a:cubicBezTo>
                    <a:pt x="190726" y="81229"/>
                    <a:pt x="227892" y="39071"/>
                    <a:pt x="239219" y="29151"/>
                  </a:cubicBezTo>
                  <a:cubicBezTo>
                    <a:pt x="249484" y="20649"/>
                    <a:pt x="262935" y="12146"/>
                    <a:pt x="284173" y="11083"/>
                  </a:cubicBezTo>
                  <a:cubicBezTo>
                    <a:pt x="288774" y="10729"/>
                    <a:pt x="291960" y="10729"/>
                    <a:pt x="291960" y="3998"/>
                  </a:cubicBezTo>
                  <a:cubicBezTo>
                    <a:pt x="291960" y="3644"/>
                    <a:pt x="291960" y="101"/>
                    <a:pt x="287358" y="101"/>
                  </a:cubicBezTo>
                  <a:cubicBezTo>
                    <a:pt x="276739" y="101"/>
                    <a:pt x="265059" y="1164"/>
                    <a:pt x="254086" y="1164"/>
                  </a:cubicBezTo>
                  <a:cubicBezTo>
                    <a:pt x="240989" y="1164"/>
                    <a:pt x="227538" y="101"/>
                    <a:pt x="214796" y="101"/>
                  </a:cubicBezTo>
                  <a:cubicBezTo>
                    <a:pt x="212672" y="101"/>
                    <a:pt x="208070" y="101"/>
                    <a:pt x="208070" y="7186"/>
                  </a:cubicBezTo>
                  <a:cubicBezTo>
                    <a:pt x="208070" y="9666"/>
                    <a:pt x="209840" y="10729"/>
                    <a:pt x="212318" y="11083"/>
                  </a:cubicBezTo>
                  <a:cubicBezTo>
                    <a:pt x="215503" y="11438"/>
                    <a:pt x="226476" y="12146"/>
                    <a:pt x="226476" y="22066"/>
                  </a:cubicBezTo>
                  <a:cubicBezTo>
                    <a:pt x="226476" y="27025"/>
                    <a:pt x="222583" y="31631"/>
                    <a:pt x="219751" y="34819"/>
                  </a:cubicBezTo>
                  <a:lnTo>
                    <a:pt x="162409" y="96463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3ED2808-42A5-690F-AA3F-7F0B7EEFA4AD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8347983" y="3325228"/>
              <a:ext cx="41413" cy="105927"/>
            </a:xfrm>
            <a:custGeom>
              <a:avLst/>
              <a:gdLst>
                <a:gd name="connsiteX0" fmla="*/ 41715 w 41413"/>
                <a:gd name="connsiteY0" fmla="*/ 37299 h 105927"/>
                <a:gd name="connsiteX1" fmla="*/ 19061 w 41413"/>
                <a:gd name="connsiteY1" fmla="*/ 101 h 105927"/>
                <a:gd name="connsiteX2" fmla="*/ 301 w 41413"/>
                <a:gd name="connsiteY2" fmla="*/ 18877 h 105927"/>
                <a:gd name="connsiteX3" fmla="*/ 19061 w 41413"/>
                <a:gd name="connsiteY3" fmla="*/ 37654 h 105927"/>
                <a:gd name="connsiteX4" fmla="*/ 31450 w 41413"/>
                <a:gd name="connsiteY4" fmla="*/ 33048 h 105927"/>
                <a:gd name="connsiteX5" fmla="*/ 33220 w 41413"/>
                <a:gd name="connsiteY5" fmla="*/ 31985 h 105927"/>
                <a:gd name="connsiteX6" fmla="*/ 33928 w 41413"/>
                <a:gd name="connsiteY6" fmla="*/ 37299 h 105927"/>
                <a:gd name="connsiteX7" fmla="*/ 9858 w 41413"/>
                <a:gd name="connsiteY7" fmla="*/ 96463 h 105927"/>
                <a:gd name="connsiteX8" fmla="*/ 5965 w 41413"/>
                <a:gd name="connsiteY8" fmla="*/ 102131 h 105927"/>
                <a:gd name="connsiteX9" fmla="*/ 9504 w 41413"/>
                <a:gd name="connsiteY9" fmla="*/ 106028 h 105927"/>
                <a:gd name="connsiteX10" fmla="*/ 41715 w 41413"/>
                <a:gd name="connsiteY10" fmla="*/ 37299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413" h="105927">
                  <a:moveTo>
                    <a:pt x="41715" y="37299"/>
                  </a:moveTo>
                  <a:cubicBezTo>
                    <a:pt x="41715" y="13917"/>
                    <a:pt x="32866" y="101"/>
                    <a:pt x="19061" y="101"/>
                  </a:cubicBezTo>
                  <a:cubicBezTo>
                    <a:pt x="7381" y="101"/>
                    <a:pt x="301" y="8958"/>
                    <a:pt x="301" y="18877"/>
                  </a:cubicBezTo>
                  <a:cubicBezTo>
                    <a:pt x="301" y="28443"/>
                    <a:pt x="7381" y="37654"/>
                    <a:pt x="19061" y="37654"/>
                  </a:cubicBezTo>
                  <a:cubicBezTo>
                    <a:pt x="23309" y="37654"/>
                    <a:pt x="27910" y="36237"/>
                    <a:pt x="31450" y="33048"/>
                  </a:cubicBezTo>
                  <a:cubicBezTo>
                    <a:pt x="32512" y="32340"/>
                    <a:pt x="32866" y="31985"/>
                    <a:pt x="33220" y="31985"/>
                  </a:cubicBezTo>
                  <a:cubicBezTo>
                    <a:pt x="33574" y="31985"/>
                    <a:pt x="33928" y="32340"/>
                    <a:pt x="33928" y="37299"/>
                  </a:cubicBezTo>
                  <a:cubicBezTo>
                    <a:pt x="33928" y="63515"/>
                    <a:pt x="21539" y="84772"/>
                    <a:pt x="9858" y="96463"/>
                  </a:cubicBezTo>
                  <a:cubicBezTo>
                    <a:pt x="5965" y="100360"/>
                    <a:pt x="5965" y="101068"/>
                    <a:pt x="5965" y="102131"/>
                  </a:cubicBezTo>
                  <a:cubicBezTo>
                    <a:pt x="5965" y="104611"/>
                    <a:pt x="7734" y="106028"/>
                    <a:pt x="9504" y="106028"/>
                  </a:cubicBezTo>
                  <a:cubicBezTo>
                    <a:pt x="13398" y="106028"/>
                    <a:pt x="41715" y="78749"/>
                    <a:pt x="41715" y="37299"/>
                  </a:cubicBez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0A919F3-C531-41B7-1016-B317E6A1A67C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8487247" y="3120813"/>
              <a:ext cx="257332" cy="241967"/>
            </a:xfrm>
            <a:custGeom>
              <a:avLst/>
              <a:gdLst>
                <a:gd name="connsiteX0" fmla="*/ 199234 w 257332"/>
                <a:gd name="connsiteY0" fmla="*/ 40488 h 241967"/>
                <a:gd name="connsiteX1" fmla="*/ 204189 w 257332"/>
                <a:gd name="connsiteY1" fmla="*/ 35528 h 241967"/>
                <a:gd name="connsiteX2" fmla="*/ 250559 w 257332"/>
                <a:gd name="connsiteY2" fmla="*/ 11083 h 241967"/>
                <a:gd name="connsiteX3" fmla="*/ 257638 w 257332"/>
                <a:gd name="connsiteY3" fmla="*/ 4352 h 241967"/>
                <a:gd name="connsiteX4" fmla="*/ 253037 w 257332"/>
                <a:gd name="connsiteY4" fmla="*/ 101 h 241967"/>
                <a:gd name="connsiteX5" fmla="*/ 224012 w 257332"/>
                <a:gd name="connsiteY5" fmla="*/ 1164 h 241967"/>
                <a:gd name="connsiteX6" fmla="*/ 188615 w 257332"/>
                <a:gd name="connsiteY6" fmla="*/ 101 h 241967"/>
                <a:gd name="connsiteX7" fmla="*/ 181890 w 257332"/>
                <a:gd name="connsiteY7" fmla="*/ 6832 h 241967"/>
                <a:gd name="connsiteX8" fmla="*/ 187199 w 257332"/>
                <a:gd name="connsiteY8" fmla="*/ 11083 h 241967"/>
                <a:gd name="connsiteX9" fmla="*/ 199942 w 257332"/>
                <a:gd name="connsiteY9" fmla="*/ 19232 h 241967"/>
                <a:gd name="connsiteX10" fmla="*/ 190385 w 257332"/>
                <a:gd name="connsiteY10" fmla="*/ 36237 h 241967"/>
                <a:gd name="connsiteX11" fmla="*/ 108265 w 257332"/>
                <a:gd name="connsiteY11" fmla="*/ 130827 h 241967"/>
                <a:gd name="connsiteX12" fmla="*/ 69329 w 257332"/>
                <a:gd name="connsiteY12" fmla="*/ 25608 h 241967"/>
                <a:gd name="connsiteX13" fmla="*/ 67205 w 257332"/>
                <a:gd name="connsiteY13" fmla="*/ 19586 h 241967"/>
                <a:gd name="connsiteX14" fmla="*/ 88089 w 257332"/>
                <a:gd name="connsiteY14" fmla="*/ 11083 h 241967"/>
                <a:gd name="connsiteX15" fmla="*/ 96584 w 257332"/>
                <a:gd name="connsiteY15" fmla="*/ 3998 h 241967"/>
                <a:gd name="connsiteX16" fmla="*/ 91275 w 257332"/>
                <a:gd name="connsiteY16" fmla="*/ 101 h 241967"/>
                <a:gd name="connsiteX17" fmla="*/ 46675 w 257332"/>
                <a:gd name="connsiteY17" fmla="*/ 1164 h 241967"/>
                <a:gd name="connsiteX18" fmla="*/ 7031 w 257332"/>
                <a:gd name="connsiteY18" fmla="*/ 101 h 241967"/>
                <a:gd name="connsiteX19" fmla="*/ 306 w 257332"/>
                <a:gd name="connsiteY19" fmla="*/ 7186 h 241967"/>
                <a:gd name="connsiteX20" fmla="*/ 8447 w 257332"/>
                <a:gd name="connsiteY20" fmla="*/ 11083 h 241967"/>
                <a:gd name="connsiteX21" fmla="*/ 34286 w 257332"/>
                <a:gd name="connsiteY21" fmla="*/ 23128 h 241967"/>
                <a:gd name="connsiteX22" fmla="*/ 77824 w 257332"/>
                <a:gd name="connsiteY22" fmla="*/ 139684 h 241967"/>
                <a:gd name="connsiteX23" fmla="*/ 79240 w 257332"/>
                <a:gd name="connsiteY23" fmla="*/ 145706 h 241967"/>
                <a:gd name="connsiteX24" fmla="*/ 63311 w 257332"/>
                <a:gd name="connsiteY24" fmla="*/ 210184 h 241967"/>
                <a:gd name="connsiteX25" fmla="*/ 30039 w 257332"/>
                <a:gd name="connsiteY25" fmla="*/ 231086 h 241967"/>
                <a:gd name="connsiteX26" fmla="*/ 20482 w 257332"/>
                <a:gd name="connsiteY26" fmla="*/ 238171 h 241967"/>
                <a:gd name="connsiteX27" fmla="*/ 25437 w 257332"/>
                <a:gd name="connsiteY27" fmla="*/ 242068 h 241967"/>
                <a:gd name="connsiteX28" fmla="*/ 70037 w 257332"/>
                <a:gd name="connsiteY28" fmla="*/ 241005 h 241967"/>
                <a:gd name="connsiteX29" fmla="*/ 115344 w 257332"/>
                <a:gd name="connsiteY29" fmla="*/ 242068 h 241967"/>
                <a:gd name="connsiteX30" fmla="*/ 122070 w 257332"/>
                <a:gd name="connsiteY30" fmla="*/ 234983 h 241967"/>
                <a:gd name="connsiteX31" fmla="*/ 112159 w 257332"/>
                <a:gd name="connsiteY31" fmla="*/ 231086 h 241967"/>
                <a:gd name="connsiteX32" fmla="*/ 98708 w 257332"/>
                <a:gd name="connsiteY32" fmla="*/ 230377 h 241967"/>
                <a:gd name="connsiteX33" fmla="*/ 89151 w 257332"/>
                <a:gd name="connsiteY33" fmla="*/ 224709 h 241967"/>
                <a:gd name="connsiteX34" fmla="*/ 94106 w 257332"/>
                <a:gd name="connsiteY34" fmla="*/ 202390 h 241967"/>
                <a:gd name="connsiteX35" fmla="*/ 106495 w 257332"/>
                <a:gd name="connsiteY35" fmla="*/ 152438 h 241967"/>
                <a:gd name="connsiteX36" fmla="*/ 111451 w 257332"/>
                <a:gd name="connsiteY36" fmla="*/ 141455 h 241967"/>
                <a:gd name="connsiteX37" fmla="*/ 199234 w 257332"/>
                <a:gd name="connsiteY37" fmla="*/ 40488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7332" h="241967">
                  <a:moveTo>
                    <a:pt x="199234" y="40488"/>
                  </a:moveTo>
                  <a:lnTo>
                    <a:pt x="204189" y="35528"/>
                  </a:lnTo>
                  <a:cubicBezTo>
                    <a:pt x="214808" y="24900"/>
                    <a:pt x="226489" y="12855"/>
                    <a:pt x="250559" y="11083"/>
                  </a:cubicBezTo>
                  <a:cubicBezTo>
                    <a:pt x="254453" y="10729"/>
                    <a:pt x="257638" y="10729"/>
                    <a:pt x="257638" y="4352"/>
                  </a:cubicBezTo>
                  <a:cubicBezTo>
                    <a:pt x="257638" y="1518"/>
                    <a:pt x="255868" y="101"/>
                    <a:pt x="253037" y="101"/>
                  </a:cubicBezTo>
                  <a:cubicBezTo>
                    <a:pt x="243834" y="101"/>
                    <a:pt x="233569" y="1164"/>
                    <a:pt x="224012" y="1164"/>
                  </a:cubicBezTo>
                  <a:cubicBezTo>
                    <a:pt x="212331" y="1164"/>
                    <a:pt x="199942" y="101"/>
                    <a:pt x="188615" y="101"/>
                  </a:cubicBezTo>
                  <a:cubicBezTo>
                    <a:pt x="186491" y="101"/>
                    <a:pt x="181890" y="101"/>
                    <a:pt x="181890" y="6832"/>
                  </a:cubicBezTo>
                  <a:cubicBezTo>
                    <a:pt x="181890" y="10729"/>
                    <a:pt x="185429" y="11083"/>
                    <a:pt x="187199" y="11083"/>
                  </a:cubicBezTo>
                  <a:cubicBezTo>
                    <a:pt x="189677" y="11083"/>
                    <a:pt x="199942" y="11792"/>
                    <a:pt x="199942" y="19232"/>
                  </a:cubicBezTo>
                  <a:cubicBezTo>
                    <a:pt x="199942" y="25254"/>
                    <a:pt x="191801" y="34465"/>
                    <a:pt x="190385" y="36237"/>
                  </a:cubicBezTo>
                  <a:lnTo>
                    <a:pt x="108265" y="130827"/>
                  </a:lnTo>
                  <a:lnTo>
                    <a:pt x="69329" y="25608"/>
                  </a:lnTo>
                  <a:cubicBezTo>
                    <a:pt x="67205" y="20649"/>
                    <a:pt x="67205" y="19940"/>
                    <a:pt x="67205" y="19586"/>
                  </a:cubicBezTo>
                  <a:cubicBezTo>
                    <a:pt x="67205" y="11083"/>
                    <a:pt x="84549" y="11083"/>
                    <a:pt x="88089" y="11083"/>
                  </a:cubicBezTo>
                  <a:cubicBezTo>
                    <a:pt x="93044" y="11083"/>
                    <a:pt x="96584" y="11083"/>
                    <a:pt x="96584" y="3998"/>
                  </a:cubicBezTo>
                  <a:cubicBezTo>
                    <a:pt x="96584" y="101"/>
                    <a:pt x="92337" y="101"/>
                    <a:pt x="91275" y="101"/>
                  </a:cubicBezTo>
                  <a:cubicBezTo>
                    <a:pt x="81364" y="101"/>
                    <a:pt x="56586" y="1164"/>
                    <a:pt x="46675" y="1164"/>
                  </a:cubicBezTo>
                  <a:cubicBezTo>
                    <a:pt x="37826" y="1164"/>
                    <a:pt x="15880" y="101"/>
                    <a:pt x="7031" y="101"/>
                  </a:cubicBezTo>
                  <a:cubicBezTo>
                    <a:pt x="4907" y="101"/>
                    <a:pt x="306" y="101"/>
                    <a:pt x="306" y="7186"/>
                  </a:cubicBezTo>
                  <a:cubicBezTo>
                    <a:pt x="306" y="11083"/>
                    <a:pt x="3845" y="11083"/>
                    <a:pt x="8447" y="11083"/>
                  </a:cubicBezTo>
                  <a:cubicBezTo>
                    <a:pt x="29685" y="11083"/>
                    <a:pt x="31101" y="14272"/>
                    <a:pt x="34286" y="23128"/>
                  </a:cubicBezTo>
                  <a:lnTo>
                    <a:pt x="77824" y="139684"/>
                  </a:lnTo>
                  <a:cubicBezTo>
                    <a:pt x="78178" y="140747"/>
                    <a:pt x="79240" y="144644"/>
                    <a:pt x="79240" y="145706"/>
                  </a:cubicBezTo>
                  <a:cubicBezTo>
                    <a:pt x="79240" y="146769"/>
                    <a:pt x="65081" y="203807"/>
                    <a:pt x="63311" y="210184"/>
                  </a:cubicBezTo>
                  <a:cubicBezTo>
                    <a:pt x="58710" y="229669"/>
                    <a:pt x="58356" y="230732"/>
                    <a:pt x="30039" y="231086"/>
                  </a:cubicBezTo>
                  <a:cubicBezTo>
                    <a:pt x="23313" y="231086"/>
                    <a:pt x="20482" y="231086"/>
                    <a:pt x="20482" y="238171"/>
                  </a:cubicBezTo>
                  <a:cubicBezTo>
                    <a:pt x="20482" y="242068"/>
                    <a:pt x="24729" y="242068"/>
                    <a:pt x="25437" y="242068"/>
                  </a:cubicBezTo>
                  <a:cubicBezTo>
                    <a:pt x="35348" y="242068"/>
                    <a:pt x="60126" y="241005"/>
                    <a:pt x="70037" y="241005"/>
                  </a:cubicBezTo>
                  <a:cubicBezTo>
                    <a:pt x="79948" y="241005"/>
                    <a:pt x="105433" y="242068"/>
                    <a:pt x="115344" y="242068"/>
                  </a:cubicBezTo>
                  <a:cubicBezTo>
                    <a:pt x="117822" y="242068"/>
                    <a:pt x="122070" y="242068"/>
                    <a:pt x="122070" y="234983"/>
                  </a:cubicBezTo>
                  <a:cubicBezTo>
                    <a:pt x="122070" y="231086"/>
                    <a:pt x="118884" y="231086"/>
                    <a:pt x="112159" y="231086"/>
                  </a:cubicBezTo>
                  <a:cubicBezTo>
                    <a:pt x="111451" y="231086"/>
                    <a:pt x="104725" y="231086"/>
                    <a:pt x="98708" y="230377"/>
                  </a:cubicBezTo>
                  <a:cubicBezTo>
                    <a:pt x="91275" y="229669"/>
                    <a:pt x="89151" y="228960"/>
                    <a:pt x="89151" y="224709"/>
                  </a:cubicBezTo>
                  <a:cubicBezTo>
                    <a:pt x="89151" y="222229"/>
                    <a:pt x="92337" y="209830"/>
                    <a:pt x="94106" y="202390"/>
                  </a:cubicBezTo>
                  <a:lnTo>
                    <a:pt x="106495" y="152438"/>
                  </a:lnTo>
                  <a:cubicBezTo>
                    <a:pt x="108265" y="145706"/>
                    <a:pt x="108619" y="144644"/>
                    <a:pt x="111451" y="141455"/>
                  </a:cubicBezTo>
                  <a:lnTo>
                    <a:pt x="199234" y="40488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8A438789-877A-4045-A5C5-7FAE236DC6AE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8766801" y="3097077"/>
              <a:ext cx="48493" cy="354271"/>
            </a:xfrm>
            <a:custGeom>
              <a:avLst/>
              <a:gdLst>
                <a:gd name="connsiteX0" fmla="*/ 48807 w 48493"/>
                <a:gd name="connsiteY0" fmla="*/ 101 h 354271"/>
                <a:gd name="connsiteX1" fmla="*/ 314 w 48493"/>
                <a:gd name="connsiteY1" fmla="*/ 101 h 354271"/>
                <a:gd name="connsiteX2" fmla="*/ 314 w 48493"/>
                <a:gd name="connsiteY2" fmla="*/ 14272 h 354271"/>
                <a:gd name="connsiteX3" fmla="*/ 34648 w 48493"/>
                <a:gd name="connsiteY3" fmla="*/ 14272 h 354271"/>
                <a:gd name="connsiteX4" fmla="*/ 34648 w 48493"/>
                <a:gd name="connsiteY4" fmla="*/ 340201 h 354271"/>
                <a:gd name="connsiteX5" fmla="*/ 314 w 48493"/>
                <a:gd name="connsiteY5" fmla="*/ 340201 h 354271"/>
                <a:gd name="connsiteX6" fmla="*/ 314 w 48493"/>
                <a:gd name="connsiteY6" fmla="*/ 354372 h 354271"/>
                <a:gd name="connsiteX7" fmla="*/ 48807 w 48493"/>
                <a:gd name="connsiteY7" fmla="*/ 354372 h 354271"/>
                <a:gd name="connsiteX8" fmla="*/ 48807 w 48493"/>
                <a:gd name="connsiteY8" fmla="*/ 101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807" y="101"/>
                  </a:moveTo>
                  <a:lnTo>
                    <a:pt x="314" y="101"/>
                  </a:lnTo>
                  <a:lnTo>
                    <a:pt x="314" y="14272"/>
                  </a:lnTo>
                  <a:lnTo>
                    <a:pt x="34648" y="14272"/>
                  </a:lnTo>
                  <a:lnTo>
                    <a:pt x="34648" y="340201"/>
                  </a:lnTo>
                  <a:lnTo>
                    <a:pt x="314" y="340201"/>
                  </a:lnTo>
                  <a:lnTo>
                    <a:pt x="314" y="354372"/>
                  </a:lnTo>
                  <a:lnTo>
                    <a:pt x="48807" y="354372"/>
                  </a:lnTo>
                  <a:lnTo>
                    <a:pt x="48807" y="101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843744BE-7EFF-31E0-5225-00B853FA6E91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8955817" y="3156240"/>
              <a:ext cx="235386" cy="235944"/>
            </a:xfrm>
            <a:custGeom>
              <a:avLst/>
              <a:gdLst>
                <a:gd name="connsiteX0" fmla="*/ 125268 w 235386"/>
                <a:gd name="connsiteY0" fmla="*/ 125159 h 235944"/>
                <a:gd name="connsiteX1" fmla="*/ 224024 w 235386"/>
                <a:gd name="connsiteY1" fmla="*/ 125159 h 235944"/>
                <a:gd name="connsiteX2" fmla="*/ 235705 w 235386"/>
                <a:gd name="connsiteY2" fmla="*/ 118073 h 235944"/>
                <a:gd name="connsiteX3" fmla="*/ 224024 w 235386"/>
                <a:gd name="connsiteY3" fmla="*/ 110988 h 235944"/>
                <a:gd name="connsiteX4" fmla="*/ 125268 w 235386"/>
                <a:gd name="connsiteY4" fmla="*/ 110988 h 235944"/>
                <a:gd name="connsiteX5" fmla="*/ 125268 w 235386"/>
                <a:gd name="connsiteY5" fmla="*/ 11792 h 235944"/>
                <a:gd name="connsiteX6" fmla="*/ 118189 w 235386"/>
                <a:gd name="connsiteY6" fmla="*/ 101 h 235944"/>
                <a:gd name="connsiteX7" fmla="*/ 111110 w 235386"/>
                <a:gd name="connsiteY7" fmla="*/ 11792 h 235944"/>
                <a:gd name="connsiteX8" fmla="*/ 111110 w 235386"/>
                <a:gd name="connsiteY8" fmla="*/ 110988 h 235944"/>
                <a:gd name="connsiteX9" fmla="*/ 11999 w 235386"/>
                <a:gd name="connsiteY9" fmla="*/ 110988 h 235944"/>
                <a:gd name="connsiteX10" fmla="*/ 319 w 235386"/>
                <a:gd name="connsiteY10" fmla="*/ 118073 h 235944"/>
                <a:gd name="connsiteX11" fmla="*/ 11999 w 235386"/>
                <a:gd name="connsiteY11" fmla="*/ 125159 h 235944"/>
                <a:gd name="connsiteX12" fmla="*/ 111110 w 235386"/>
                <a:gd name="connsiteY12" fmla="*/ 125159 h 235944"/>
                <a:gd name="connsiteX13" fmla="*/ 111110 w 235386"/>
                <a:gd name="connsiteY13" fmla="*/ 224355 h 235944"/>
                <a:gd name="connsiteX14" fmla="*/ 118189 w 235386"/>
                <a:gd name="connsiteY14" fmla="*/ 236046 h 235944"/>
                <a:gd name="connsiteX15" fmla="*/ 125268 w 235386"/>
                <a:gd name="connsiteY15" fmla="*/ 224355 h 235944"/>
                <a:gd name="connsiteX16" fmla="*/ 125268 w 235386"/>
                <a:gd name="connsiteY16" fmla="*/ 125159 h 23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386" h="235944">
                  <a:moveTo>
                    <a:pt x="125268" y="125159"/>
                  </a:moveTo>
                  <a:lnTo>
                    <a:pt x="224024" y="125159"/>
                  </a:lnTo>
                  <a:cubicBezTo>
                    <a:pt x="228980" y="125159"/>
                    <a:pt x="235705" y="125159"/>
                    <a:pt x="235705" y="118073"/>
                  </a:cubicBezTo>
                  <a:cubicBezTo>
                    <a:pt x="235705" y="110988"/>
                    <a:pt x="228980" y="110988"/>
                    <a:pt x="224024" y="110988"/>
                  </a:cubicBezTo>
                  <a:lnTo>
                    <a:pt x="125268" y="110988"/>
                  </a:lnTo>
                  <a:lnTo>
                    <a:pt x="125268" y="11792"/>
                  </a:lnTo>
                  <a:cubicBezTo>
                    <a:pt x="125268" y="6832"/>
                    <a:pt x="125268" y="101"/>
                    <a:pt x="118189" y="101"/>
                  </a:cubicBezTo>
                  <a:cubicBezTo>
                    <a:pt x="111110" y="101"/>
                    <a:pt x="111110" y="6832"/>
                    <a:pt x="111110" y="11792"/>
                  </a:cubicBezTo>
                  <a:lnTo>
                    <a:pt x="111110" y="110988"/>
                  </a:lnTo>
                  <a:lnTo>
                    <a:pt x="11999" y="110988"/>
                  </a:lnTo>
                  <a:cubicBezTo>
                    <a:pt x="7044" y="110988"/>
                    <a:pt x="319" y="110988"/>
                    <a:pt x="319" y="118073"/>
                  </a:cubicBezTo>
                  <a:cubicBezTo>
                    <a:pt x="319" y="125159"/>
                    <a:pt x="7044" y="125159"/>
                    <a:pt x="11999" y="125159"/>
                  </a:cubicBezTo>
                  <a:lnTo>
                    <a:pt x="111110" y="125159"/>
                  </a:lnTo>
                  <a:lnTo>
                    <a:pt x="111110" y="224355"/>
                  </a:lnTo>
                  <a:cubicBezTo>
                    <a:pt x="111110" y="229315"/>
                    <a:pt x="111110" y="236046"/>
                    <a:pt x="118189" y="236046"/>
                  </a:cubicBezTo>
                  <a:cubicBezTo>
                    <a:pt x="125268" y="236046"/>
                    <a:pt x="125268" y="229315"/>
                    <a:pt x="125268" y="224355"/>
                  </a:cubicBezTo>
                  <a:lnTo>
                    <a:pt x="125268" y="125159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0499E19D-C66E-CD52-F060-9F94CF5AA4E2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9294915" y="3120104"/>
              <a:ext cx="221228" cy="242675"/>
            </a:xfrm>
            <a:custGeom>
              <a:avLst/>
              <a:gdLst>
                <a:gd name="connsiteX0" fmla="*/ 87050 w 221228"/>
                <a:gd name="connsiteY0" fmla="*/ 123742 h 242675"/>
                <a:gd name="connsiteX1" fmla="*/ 125278 w 221228"/>
                <a:gd name="connsiteY1" fmla="*/ 131181 h 242675"/>
                <a:gd name="connsiteX2" fmla="*/ 143684 w 221228"/>
                <a:gd name="connsiteY2" fmla="*/ 163420 h 242675"/>
                <a:gd name="connsiteX3" fmla="*/ 150056 w 221228"/>
                <a:gd name="connsiteY3" fmla="*/ 172985 h 242675"/>
                <a:gd name="connsiteX4" fmla="*/ 156073 w 221228"/>
                <a:gd name="connsiteY4" fmla="*/ 161649 h 242675"/>
                <a:gd name="connsiteX5" fmla="*/ 156073 w 221228"/>
                <a:gd name="connsiteY5" fmla="*/ 65641 h 242675"/>
                <a:gd name="connsiteX6" fmla="*/ 150056 w 221228"/>
                <a:gd name="connsiteY6" fmla="*/ 54304 h 242675"/>
                <a:gd name="connsiteX7" fmla="*/ 143684 w 221228"/>
                <a:gd name="connsiteY7" fmla="*/ 62453 h 242675"/>
                <a:gd name="connsiteX8" fmla="*/ 87050 w 221228"/>
                <a:gd name="connsiteY8" fmla="*/ 110988 h 242675"/>
                <a:gd name="connsiteX9" fmla="*/ 87050 w 221228"/>
                <a:gd name="connsiteY9" fmla="*/ 36237 h 242675"/>
                <a:gd name="connsiteX10" fmla="*/ 102270 w 221228"/>
                <a:gd name="connsiteY10" fmla="*/ 12500 h 242675"/>
                <a:gd name="connsiteX11" fmla="*/ 119261 w 221228"/>
                <a:gd name="connsiteY11" fmla="*/ 12500 h 242675"/>
                <a:gd name="connsiteX12" fmla="*/ 192886 w 221228"/>
                <a:gd name="connsiteY12" fmla="*/ 61390 h 242675"/>
                <a:gd name="connsiteX13" fmla="*/ 199257 w 221228"/>
                <a:gd name="connsiteY13" fmla="*/ 69538 h 242675"/>
                <a:gd name="connsiteX14" fmla="*/ 205274 w 221228"/>
                <a:gd name="connsiteY14" fmla="*/ 57847 h 242675"/>
                <a:gd name="connsiteX15" fmla="*/ 205274 w 221228"/>
                <a:gd name="connsiteY15" fmla="*/ 11792 h 242675"/>
                <a:gd name="connsiteX16" fmla="*/ 193593 w 221228"/>
                <a:gd name="connsiteY16" fmla="*/ 101 h 242675"/>
                <a:gd name="connsiteX17" fmla="*/ 12363 w 221228"/>
                <a:gd name="connsiteY17" fmla="*/ 101 h 242675"/>
                <a:gd name="connsiteX18" fmla="*/ 329 w 221228"/>
                <a:gd name="connsiteY18" fmla="*/ 6478 h 242675"/>
                <a:gd name="connsiteX19" fmla="*/ 9886 w 221228"/>
                <a:gd name="connsiteY19" fmla="*/ 12500 h 242675"/>
                <a:gd name="connsiteX20" fmla="*/ 31477 w 221228"/>
                <a:gd name="connsiteY20" fmla="*/ 32694 h 242675"/>
                <a:gd name="connsiteX21" fmla="*/ 31477 w 221228"/>
                <a:gd name="connsiteY21" fmla="*/ 210184 h 242675"/>
                <a:gd name="connsiteX22" fmla="*/ 11655 w 221228"/>
                <a:gd name="connsiteY22" fmla="*/ 230377 h 242675"/>
                <a:gd name="connsiteX23" fmla="*/ 329 w 221228"/>
                <a:gd name="connsiteY23" fmla="*/ 236400 h 242675"/>
                <a:gd name="connsiteX24" fmla="*/ 12363 w 221228"/>
                <a:gd name="connsiteY24" fmla="*/ 242777 h 242675"/>
                <a:gd name="connsiteX25" fmla="*/ 199965 w 221228"/>
                <a:gd name="connsiteY25" fmla="*/ 242777 h 242675"/>
                <a:gd name="connsiteX26" fmla="*/ 211292 w 221228"/>
                <a:gd name="connsiteY26" fmla="*/ 237817 h 242675"/>
                <a:gd name="connsiteX27" fmla="*/ 221557 w 221228"/>
                <a:gd name="connsiteY27" fmla="*/ 176528 h 242675"/>
                <a:gd name="connsiteX28" fmla="*/ 215539 w 221228"/>
                <a:gd name="connsiteY28" fmla="*/ 170151 h 242675"/>
                <a:gd name="connsiteX29" fmla="*/ 209168 w 221228"/>
                <a:gd name="connsiteY29" fmla="*/ 175111 h 242675"/>
                <a:gd name="connsiteX30" fmla="*/ 177665 w 221228"/>
                <a:gd name="connsiteY30" fmla="*/ 214435 h 242675"/>
                <a:gd name="connsiteX31" fmla="*/ 121739 w 221228"/>
                <a:gd name="connsiteY31" fmla="*/ 230377 h 242675"/>
                <a:gd name="connsiteX32" fmla="*/ 102270 w 221228"/>
                <a:gd name="connsiteY32" fmla="*/ 230377 h 242675"/>
                <a:gd name="connsiteX33" fmla="*/ 87050 w 221228"/>
                <a:gd name="connsiteY33" fmla="*/ 206641 h 242675"/>
                <a:gd name="connsiteX34" fmla="*/ 87050 w 221228"/>
                <a:gd name="connsiteY34" fmla="*/ 123742 h 242675"/>
                <a:gd name="connsiteX35" fmla="*/ 192886 w 221228"/>
                <a:gd name="connsiteY35" fmla="*/ 12500 h 242675"/>
                <a:gd name="connsiteX36" fmla="*/ 192886 w 221228"/>
                <a:gd name="connsiteY36" fmla="*/ 29505 h 242675"/>
                <a:gd name="connsiteX37" fmla="*/ 172710 w 221228"/>
                <a:gd name="connsiteY37" fmla="*/ 12500 h 242675"/>
                <a:gd name="connsiteX38" fmla="*/ 192886 w 221228"/>
                <a:gd name="connsiteY38" fmla="*/ 12500 h 242675"/>
                <a:gd name="connsiteX39" fmla="*/ 123862 w 221228"/>
                <a:gd name="connsiteY39" fmla="*/ 116302 h 242675"/>
                <a:gd name="connsiteX40" fmla="*/ 143684 w 221228"/>
                <a:gd name="connsiteY40" fmla="*/ 101068 h 242675"/>
                <a:gd name="connsiteX41" fmla="*/ 143684 w 221228"/>
                <a:gd name="connsiteY41" fmla="*/ 130827 h 242675"/>
                <a:gd name="connsiteX42" fmla="*/ 123862 w 221228"/>
                <a:gd name="connsiteY42" fmla="*/ 116656 h 242675"/>
                <a:gd name="connsiteX43" fmla="*/ 123862 w 221228"/>
                <a:gd name="connsiteY43" fmla="*/ 116302 h 242675"/>
                <a:gd name="connsiteX44" fmla="*/ 43866 w 221228"/>
                <a:gd name="connsiteY44" fmla="*/ 31985 h 242675"/>
                <a:gd name="connsiteX45" fmla="*/ 41035 w 221228"/>
                <a:gd name="connsiteY45" fmla="*/ 12500 h 242675"/>
                <a:gd name="connsiteX46" fmla="*/ 78555 w 221228"/>
                <a:gd name="connsiteY46" fmla="*/ 12500 h 242675"/>
                <a:gd name="connsiteX47" fmla="*/ 74661 w 221228"/>
                <a:gd name="connsiteY47" fmla="*/ 35528 h 242675"/>
                <a:gd name="connsiteX48" fmla="*/ 74661 w 221228"/>
                <a:gd name="connsiteY48" fmla="*/ 207350 h 242675"/>
                <a:gd name="connsiteX49" fmla="*/ 78555 w 221228"/>
                <a:gd name="connsiteY49" fmla="*/ 230377 h 242675"/>
                <a:gd name="connsiteX50" fmla="*/ 41035 w 221228"/>
                <a:gd name="connsiteY50" fmla="*/ 230377 h 242675"/>
                <a:gd name="connsiteX51" fmla="*/ 43866 w 221228"/>
                <a:gd name="connsiteY51" fmla="*/ 210892 h 242675"/>
                <a:gd name="connsiteX52" fmla="*/ 43866 w 221228"/>
                <a:gd name="connsiteY52" fmla="*/ 31985 h 242675"/>
                <a:gd name="connsiteX53" fmla="*/ 175541 w 221228"/>
                <a:gd name="connsiteY53" fmla="*/ 230377 h 242675"/>
                <a:gd name="connsiteX54" fmla="*/ 175541 w 221228"/>
                <a:gd name="connsiteY54" fmla="*/ 230023 h 242675"/>
                <a:gd name="connsiteX55" fmla="*/ 203504 w 221228"/>
                <a:gd name="connsiteY55" fmla="*/ 210538 h 242675"/>
                <a:gd name="connsiteX56" fmla="*/ 200319 w 221228"/>
                <a:gd name="connsiteY56" fmla="*/ 230377 h 242675"/>
                <a:gd name="connsiteX57" fmla="*/ 175541 w 221228"/>
                <a:gd name="connsiteY57" fmla="*/ 230377 h 242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221228" h="242675">
                  <a:moveTo>
                    <a:pt x="87050" y="123742"/>
                  </a:moveTo>
                  <a:cubicBezTo>
                    <a:pt x="95899" y="123742"/>
                    <a:pt x="112889" y="123742"/>
                    <a:pt x="125278" y="131181"/>
                  </a:cubicBezTo>
                  <a:cubicBezTo>
                    <a:pt x="142269" y="142164"/>
                    <a:pt x="143684" y="161294"/>
                    <a:pt x="143684" y="163420"/>
                  </a:cubicBezTo>
                  <a:cubicBezTo>
                    <a:pt x="144038" y="168380"/>
                    <a:pt x="144038" y="172985"/>
                    <a:pt x="150056" y="172985"/>
                  </a:cubicBezTo>
                  <a:cubicBezTo>
                    <a:pt x="156073" y="172985"/>
                    <a:pt x="156073" y="168026"/>
                    <a:pt x="156073" y="161649"/>
                  </a:cubicBezTo>
                  <a:lnTo>
                    <a:pt x="156073" y="65641"/>
                  </a:lnTo>
                  <a:cubicBezTo>
                    <a:pt x="156073" y="59973"/>
                    <a:pt x="156073" y="54304"/>
                    <a:pt x="150056" y="54304"/>
                  </a:cubicBezTo>
                  <a:cubicBezTo>
                    <a:pt x="144038" y="54304"/>
                    <a:pt x="143684" y="59618"/>
                    <a:pt x="143684" y="62453"/>
                  </a:cubicBezTo>
                  <a:cubicBezTo>
                    <a:pt x="141561" y="108154"/>
                    <a:pt x="105456" y="110634"/>
                    <a:pt x="87050" y="110988"/>
                  </a:cubicBezTo>
                  <a:lnTo>
                    <a:pt x="87050" y="36237"/>
                  </a:lnTo>
                  <a:cubicBezTo>
                    <a:pt x="87050" y="12500"/>
                    <a:pt x="93775" y="12500"/>
                    <a:pt x="102270" y="12500"/>
                  </a:cubicBezTo>
                  <a:lnTo>
                    <a:pt x="119261" y="12500"/>
                  </a:lnTo>
                  <a:cubicBezTo>
                    <a:pt x="167046" y="12500"/>
                    <a:pt x="190762" y="36945"/>
                    <a:pt x="192886" y="61390"/>
                  </a:cubicBezTo>
                  <a:cubicBezTo>
                    <a:pt x="193240" y="64224"/>
                    <a:pt x="193593" y="69538"/>
                    <a:pt x="199257" y="69538"/>
                  </a:cubicBezTo>
                  <a:cubicBezTo>
                    <a:pt x="205274" y="69538"/>
                    <a:pt x="205274" y="63870"/>
                    <a:pt x="205274" y="57847"/>
                  </a:cubicBezTo>
                  <a:lnTo>
                    <a:pt x="205274" y="11792"/>
                  </a:lnTo>
                  <a:cubicBezTo>
                    <a:pt x="205274" y="809"/>
                    <a:pt x="204566" y="101"/>
                    <a:pt x="193593" y="101"/>
                  </a:cubicBezTo>
                  <a:lnTo>
                    <a:pt x="12363" y="101"/>
                  </a:lnTo>
                  <a:cubicBezTo>
                    <a:pt x="5992" y="101"/>
                    <a:pt x="329" y="101"/>
                    <a:pt x="329" y="6478"/>
                  </a:cubicBezTo>
                  <a:cubicBezTo>
                    <a:pt x="329" y="12500"/>
                    <a:pt x="7054" y="12500"/>
                    <a:pt x="9886" y="12500"/>
                  </a:cubicBezTo>
                  <a:cubicBezTo>
                    <a:pt x="30062" y="12500"/>
                    <a:pt x="31477" y="15335"/>
                    <a:pt x="31477" y="32694"/>
                  </a:cubicBezTo>
                  <a:lnTo>
                    <a:pt x="31477" y="210184"/>
                  </a:lnTo>
                  <a:cubicBezTo>
                    <a:pt x="31477" y="226835"/>
                    <a:pt x="30416" y="230377"/>
                    <a:pt x="11655" y="230377"/>
                  </a:cubicBezTo>
                  <a:cubicBezTo>
                    <a:pt x="6346" y="230377"/>
                    <a:pt x="329" y="230377"/>
                    <a:pt x="329" y="236400"/>
                  </a:cubicBezTo>
                  <a:cubicBezTo>
                    <a:pt x="329" y="242777"/>
                    <a:pt x="5992" y="242777"/>
                    <a:pt x="12363" y="242777"/>
                  </a:cubicBezTo>
                  <a:lnTo>
                    <a:pt x="199965" y="242777"/>
                  </a:lnTo>
                  <a:cubicBezTo>
                    <a:pt x="206690" y="242777"/>
                    <a:pt x="210230" y="242777"/>
                    <a:pt x="211292" y="237817"/>
                  </a:cubicBezTo>
                  <a:cubicBezTo>
                    <a:pt x="211646" y="237463"/>
                    <a:pt x="221557" y="178299"/>
                    <a:pt x="221557" y="176528"/>
                  </a:cubicBezTo>
                  <a:cubicBezTo>
                    <a:pt x="221557" y="172631"/>
                    <a:pt x="218371" y="170151"/>
                    <a:pt x="215539" y="170151"/>
                  </a:cubicBezTo>
                  <a:cubicBezTo>
                    <a:pt x="210584" y="170151"/>
                    <a:pt x="209168" y="174757"/>
                    <a:pt x="209168" y="175111"/>
                  </a:cubicBezTo>
                  <a:cubicBezTo>
                    <a:pt x="207044" y="184322"/>
                    <a:pt x="203504" y="199201"/>
                    <a:pt x="177665" y="214435"/>
                  </a:cubicBezTo>
                  <a:cubicBezTo>
                    <a:pt x="159259" y="225418"/>
                    <a:pt x="141207" y="230377"/>
                    <a:pt x="121739" y="230377"/>
                  </a:cubicBezTo>
                  <a:lnTo>
                    <a:pt x="102270" y="230377"/>
                  </a:lnTo>
                  <a:cubicBezTo>
                    <a:pt x="93775" y="230377"/>
                    <a:pt x="87050" y="230377"/>
                    <a:pt x="87050" y="206641"/>
                  </a:cubicBezTo>
                  <a:lnTo>
                    <a:pt x="87050" y="123742"/>
                  </a:lnTo>
                  <a:close/>
                  <a:moveTo>
                    <a:pt x="192886" y="12500"/>
                  </a:moveTo>
                  <a:lnTo>
                    <a:pt x="192886" y="29505"/>
                  </a:lnTo>
                  <a:cubicBezTo>
                    <a:pt x="186868" y="22774"/>
                    <a:pt x="180143" y="17106"/>
                    <a:pt x="172710" y="12500"/>
                  </a:cubicBezTo>
                  <a:lnTo>
                    <a:pt x="192886" y="12500"/>
                  </a:lnTo>
                  <a:close/>
                  <a:moveTo>
                    <a:pt x="123862" y="116302"/>
                  </a:moveTo>
                  <a:cubicBezTo>
                    <a:pt x="129526" y="113822"/>
                    <a:pt x="137313" y="108508"/>
                    <a:pt x="143684" y="101068"/>
                  </a:cubicBezTo>
                  <a:lnTo>
                    <a:pt x="143684" y="130827"/>
                  </a:lnTo>
                  <a:cubicBezTo>
                    <a:pt x="135189" y="121262"/>
                    <a:pt x="124216" y="116656"/>
                    <a:pt x="123862" y="116656"/>
                  </a:cubicBezTo>
                  <a:lnTo>
                    <a:pt x="123862" y="116302"/>
                  </a:lnTo>
                  <a:close/>
                  <a:moveTo>
                    <a:pt x="43866" y="31985"/>
                  </a:moveTo>
                  <a:cubicBezTo>
                    <a:pt x="43866" y="27734"/>
                    <a:pt x="43866" y="18877"/>
                    <a:pt x="41035" y="12500"/>
                  </a:cubicBezTo>
                  <a:lnTo>
                    <a:pt x="78555" y="12500"/>
                  </a:lnTo>
                  <a:cubicBezTo>
                    <a:pt x="74661" y="20649"/>
                    <a:pt x="74661" y="32340"/>
                    <a:pt x="74661" y="35528"/>
                  </a:cubicBezTo>
                  <a:lnTo>
                    <a:pt x="74661" y="207350"/>
                  </a:lnTo>
                  <a:cubicBezTo>
                    <a:pt x="74661" y="220103"/>
                    <a:pt x="77139" y="227189"/>
                    <a:pt x="78555" y="230377"/>
                  </a:cubicBezTo>
                  <a:lnTo>
                    <a:pt x="41035" y="230377"/>
                  </a:lnTo>
                  <a:cubicBezTo>
                    <a:pt x="43866" y="224000"/>
                    <a:pt x="43866" y="215144"/>
                    <a:pt x="43866" y="210892"/>
                  </a:cubicBezTo>
                  <a:lnTo>
                    <a:pt x="43866" y="31985"/>
                  </a:lnTo>
                  <a:close/>
                  <a:moveTo>
                    <a:pt x="175541" y="230377"/>
                  </a:moveTo>
                  <a:lnTo>
                    <a:pt x="175541" y="230023"/>
                  </a:lnTo>
                  <a:cubicBezTo>
                    <a:pt x="186868" y="224355"/>
                    <a:pt x="196425" y="216915"/>
                    <a:pt x="203504" y="210538"/>
                  </a:cubicBezTo>
                  <a:cubicBezTo>
                    <a:pt x="203151" y="211955"/>
                    <a:pt x="200673" y="227543"/>
                    <a:pt x="200319" y="230377"/>
                  </a:cubicBezTo>
                  <a:lnTo>
                    <a:pt x="175541" y="230377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BC0B0C26-587A-614F-2BB7-BF624744F9C2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9567705" y="3097077"/>
              <a:ext cx="48493" cy="354271"/>
            </a:xfrm>
            <a:custGeom>
              <a:avLst/>
              <a:gdLst>
                <a:gd name="connsiteX0" fmla="*/ 48828 w 48493"/>
                <a:gd name="connsiteY0" fmla="*/ 354372 h 354271"/>
                <a:gd name="connsiteX1" fmla="*/ 48828 w 48493"/>
                <a:gd name="connsiteY1" fmla="*/ 340201 h 354271"/>
                <a:gd name="connsiteX2" fmla="*/ 14494 w 48493"/>
                <a:gd name="connsiteY2" fmla="*/ 340201 h 354271"/>
                <a:gd name="connsiteX3" fmla="*/ 14494 w 48493"/>
                <a:gd name="connsiteY3" fmla="*/ 14272 h 354271"/>
                <a:gd name="connsiteX4" fmla="*/ 48828 w 48493"/>
                <a:gd name="connsiteY4" fmla="*/ 14272 h 354271"/>
                <a:gd name="connsiteX5" fmla="*/ 48828 w 48493"/>
                <a:gd name="connsiteY5" fmla="*/ 101 h 354271"/>
                <a:gd name="connsiteX6" fmla="*/ 335 w 48493"/>
                <a:gd name="connsiteY6" fmla="*/ 101 h 354271"/>
                <a:gd name="connsiteX7" fmla="*/ 335 w 48493"/>
                <a:gd name="connsiteY7" fmla="*/ 354372 h 354271"/>
                <a:gd name="connsiteX8" fmla="*/ 48828 w 48493"/>
                <a:gd name="connsiteY8" fmla="*/ 354372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828" y="354372"/>
                  </a:moveTo>
                  <a:lnTo>
                    <a:pt x="48828" y="340201"/>
                  </a:lnTo>
                  <a:lnTo>
                    <a:pt x="14494" y="340201"/>
                  </a:lnTo>
                  <a:lnTo>
                    <a:pt x="14494" y="14272"/>
                  </a:lnTo>
                  <a:lnTo>
                    <a:pt x="48828" y="14272"/>
                  </a:lnTo>
                  <a:lnTo>
                    <a:pt x="48828" y="101"/>
                  </a:lnTo>
                  <a:lnTo>
                    <a:pt x="335" y="101"/>
                  </a:lnTo>
                  <a:lnTo>
                    <a:pt x="335" y="354372"/>
                  </a:lnTo>
                  <a:lnTo>
                    <a:pt x="48828" y="354372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7861C641-D722-F101-4216-4C9A0D2429F1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9633818" y="3120813"/>
              <a:ext cx="291667" cy="241967"/>
            </a:xfrm>
            <a:custGeom>
              <a:avLst/>
              <a:gdLst>
                <a:gd name="connsiteX0" fmla="*/ 162454 w 291667"/>
                <a:gd name="connsiteY0" fmla="*/ 96463 h 241967"/>
                <a:gd name="connsiteX1" fmla="*/ 132721 w 291667"/>
                <a:gd name="connsiteY1" fmla="*/ 25963 h 241967"/>
                <a:gd name="connsiteX2" fmla="*/ 130951 w 291667"/>
                <a:gd name="connsiteY2" fmla="*/ 21357 h 241967"/>
                <a:gd name="connsiteX3" fmla="*/ 151835 w 291667"/>
                <a:gd name="connsiteY3" fmla="*/ 11083 h 241967"/>
                <a:gd name="connsiteX4" fmla="*/ 158914 w 291667"/>
                <a:gd name="connsiteY4" fmla="*/ 4352 h 241967"/>
                <a:gd name="connsiteX5" fmla="*/ 153605 w 291667"/>
                <a:gd name="connsiteY5" fmla="*/ 101 h 241967"/>
                <a:gd name="connsiteX6" fmla="*/ 109005 w 291667"/>
                <a:gd name="connsiteY6" fmla="*/ 1164 h 241967"/>
                <a:gd name="connsiteX7" fmla="*/ 69361 w 291667"/>
                <a:gd name="connsiteY7" fmla="*/ 101 h 241967"/>
                <a:gd name="connsiteX8" fmla="*/ 62990 w 291667"/>
                <a:gd name="connsiteY8" fmla="*/ 7186 h 241967"/>
                <a:gd name="connsiteX9" fmla="*/ 71131 w 291667"/>
                <a:gd name="connsiteY9" fmla="*/ 11083 h 241967"/>
                <a:gd name="connsiteX10" fmla="*/ 97678 w 291667"/>
                <a:gd name="connsiteY10" fmla="*/ 22420 h 241967"/>
                <a:gd name="connsiteX11" fmla="*/ 139446 w 291667"/>
                <a:gd name="connsiteY11" fmla="*/ 121262 h 241967"/>
                <a:gd name="connsiteX12" fmla="*/ 64760 w 291667"/>
                <a:gd name="connsiteY12" fmla="*/ 201681 h 241967"/>
                <a:gd name="connsiteX13" fmla="*/ 60158 w 291667"/>
                <a:gd name="connsiteY13" fmla="*/ 205578 h 241967"/>
                <a:gd name="connsiteX14" fmla="*/ 8125 w 291667"/>
                <a:gd name="connsiteY14" fmla="*/ 231086 h 241967"/>
                <a:gd name="connsiteX15" fmla="*/ 338 w 291667"/>
                <a:gd name="connsiteY15" fmla="*/ 238171 h 241967"/>
                <a:gd name="connsiteX16" fmla="*/ 4940 w 291667"/>
                <a:gd name="connsiteY16" fmla="*/ 242068 h 241967"/>
                <a:gd name="connsiteX17" fmla="*/ 38212 w 291667"/>
                <a:gd name="connsiteY17" fmla="*/ 241005 h 241967"/>
                <a:gd name="connsiteX18" fmla="*/ 77856 w 291667"/>
                <a:gd name="connsiteY18" fmla="*/ 242068 h 241967"/>
                <a:gd name="connsiteX19" fmla="*/ 84228 w 291667"/>
                <a:gd name="connsiteY19" fmla="*/ 234983 h 241967"/>
                <a:gd name="connsiteX20" fmla="*/ 79980 w 291667"/>
                <a:gd name="connsiteY20" fmla="*/ 231086 h 241967"/>
                <a:gd name="connsiteX21" fmla="*/ 65822 w 291667"/>
                <a:gd name="connsiteY21" fmla="*/ 220103 h 241967"/>
                <a:gd name="connsiteX22" fmla="*/ 75379 w 291667"/>
                <a:gd name="connsiteY22" fmla="*/ 204161 h 241967"/>
                <a:gd name="connsiteX23" fmla="*/ 111483 w 291667"/>
                <a:gd name="connsiteY23" fmla="*/ 165900 h 241967"/>
                <a:gd name="connsiteX24" fmla="*/ 143340 w 291667"/>
                <a:gd name="connsiteY24" fmla="*/ 131181 h 241967"/>
                <a:gd name="connsiteX25" fmla="*/ 179090 w 291667"/>
                <a:gd name="connsiteY25" fmla="*/ 215852 h 241967"/>
                <a:gd name="connsiteX26" fmla="*/ 180860 w 291667"/>
                <a:gd name="connsiteY26" fmla="*/ 220812 h 241967"/>
                <a:gd name="connsiteX27" fmla="*/ 160330 w 291667"/>
                <a:gd name="connsiteY27" fmla="*/ 231086 h 241967"/>
                <a:gd name="connsiteX28" fmla="*/ 153251 w 291667"/>
                <a:gd name="connsiteY28" fmla="*/ 237817 h 241967"/>
                <a:gd name="connsiteX29" fmla="*/ 158560 w 291667"/>
                <a:gd name="connsiteY29" fmla="*/ 242068 h 241967"/>
                <a:gd name="connsiteX30" fmla="*/ 203160 w 291667"/>
                <a:gd name="connsiteY30" fmla="*/ 241005 h 241967"/>
                <a:gd name="connsiteX31" fmla="*/ 242450 w 291667"/>
                <a:gd name="connsiteY31" fmla="*/ 242068 h 241967"/>
                <a:gd name="connsiteX32" fmla="*/ 249175 w 291667"/>
                <a:gd name="connsiteY32" fmla="*/ 235337 h 241967"/>
                <a:gd name="connsiteX33" fmla="*/ 242804 w 291667"/>
                <a:gd name="connsiteY33" fmla="*/ 231086 h 241967"/>
                <a:gd name="connsiteX34" fmla="*/ 212363 w 291667"/>
                <a:gd name="connsiteY34" fmla="*/ 215498 h 241967"/>
                <a:gd name="connsiteX35" fmla="*/ 166702 w 291667"/>
                <a:gd name="connsiteY35" fmla="*/ 106028 h 241967"/>
                <a:gd name="connsiteX36" fmla="*/ 239264 w 291667"/>
                <a:gd name="connsiteY36" fmla="*/ 29151 h 241967"/>
                <a:gd name="connsiteX37" fmla="*/ 284218 w 291667"/>
                <a:gd name="connsiteY37" fmla="*/ 11083 h 241967"/>
                <a:gd name="connsiteX38" fmla="*/ 292005 w 291667"/>
                <a:gd name="connsiteY38" fmla="*/ 3998 h 241967"/>
                <a:gd name="connsiteX39" fmla="*/ 287404 w 291667"/>
                <a:gd name="connsiteY39" fmla="*/ 101 h 241967"/>
                <a:gd name="connsiteX40" fmla="*/ 254131 w 291667"/>
                <a:gd name="connsiteY40" fmla="*/ 1164 h 241967"/>
                <a:gd name="connsiteX41" fmla="*/ 214841 w 291667"/>
                <a:gd name="connsiteY41" fmla="*/ 101 h 241967"/>
                <a:gd name="connsiteX42" fmla="*/ 208115 w 291667"/>
                <a:gd name="connsiteY42" fmla="*/ 7186 h 241967"/>
                <a:gd name="connsiteX43" fmla="*/ 212363 w 291667"/>
                <a:gd name="connsiteY43" fmla="*/ 11083 h 241967"/>
                <a:gd name="connsiteX44" fmla="*/ 226522 w 291667"/>
                <a:gd name="connsiteY44" fmla="*/ 22066 h 241967"/>
                <a:gd name="connsiteX45" fmla="*/ 219796 w 291667"/>
                <a:gd name="connsiteY45" fmla="*/ 34819 h 241967"/>
                <a:gd name="connsiteX46" fmla="*/ 162454 w 291667"/>
                <a:gd name="connsiteY46" fmla="*/ 96463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1667" h="241967">
                  <a:moveTo>
                    <a:pt x="162454" y="96463"/>
                  </a:moveTo>
                  <a:lnTo>
                    <a:pt x="132721" y="25963"/>
                  </a:lnTo>
                  <a:cubicBezTo>
                    <a:pt x="131659" y="23128"/>
                    <a:pt x="130951" y="21711"/>
                    <a:pt x="130951" y="21357"/>
                  </a:cubicBezTo>
                  <a:cubicBezTo>
                    <a:pt x="130951" y="19232"/>
                    <a:pt x="136968" y="12500"/>
                    <a:pt x="151835" y="11083"/>
                  </a:cubicBezTo>
                  <a:cubicBezTo>
                    <a:pt x="155375" y="10729"/>
                    <a:pt x="158914" y="10375"/>
                    <a:pt x="158914" y="4352"/>
                  </a:cubicBezTo>
                  <a:cubicBezTo>
                    <a:pt x="158914" y="101"/>
                    <a:pt x="154667" y="101"/>
                    <a:pt x="153605" y="101"/>
                  </a:cubicBezTo>
                  <a:cubicBezTo>
                    <a:pt x="139092" y="101"/>
                    <a:pt x="123872" y="1164"/>
                    <a:pt x="109005" y="1164"/>
                  </a:cubicBezTo>
                  <a:cubicBezTo>
                    <a:pt x="100156" y="1164"/>
                    <a:pt x="78210" y="101"/>
                    <a:pt x="69361" y="101"/>
                  </a:cubicBezTo>
                  <a:cubicBezTo>
                    <a:pt x="67237" y="101"/>
                    <a:pt x="62990" y="101"/>
                    <a:pt x="62990" y="7186"/>
                  </a:cubicBezTo>
                  <a:cubicBezTo>
                    <a:pt x="62990" y="11083"/>
                    <a:pt x="66529" y="11083"/>
                    <a:pt x="71131" y="11083"/>
                  </a:cubicBezTo>
                  <a:cubicBezTo>
                    <a:pt x="92369" y="11083"/>
                    <a:pt x="94493" y="14626"/>
                    <a:pt x="97678" y="22420"/>
                  </a:cubicBezTo>
                  <a:lnTo>
                    <a:pt x="139446" y="121262"/>
                  </a:lnTo>
                  <a:lnTo>
                    <a:pt x="64760" y="201681"/>
                  </a:lnTo>
                  <a:lnTo>
                    <a:pt x="60158" y="205578"/>
                  </a:lnTo>
                  <a:cubicBezTo>
                    <a:pt x="42814" y="224355"/>
                    <a:pt x="26177" y="230023"/>
                    <a:pt x="8125" y="231086"/>
                  </a:cubicBezTo>
                  <a:cubicBezTo>
                    <a:pt x="3524" y="231440"/>
                    <a:pt x="338" y="231440"/>
                    <a:pt x="338" y="238171"/>
                  </a:cubicBezTo>
                  <a:cubicBezTo>
                    <a:pt x="338" y="238526"/>
                    <a:pt x="338" y="242068"/>
                    <a:pt x="4940" y="242068"/>
                  </a:cubicBezTo>
                  <a:cubicBezTo>
                    <a:pt x="15558" y="242068"/>
                    <a:pt x="27239" y="241005"/>
                    <a:pt x="38212" y="241005"/>
                  </a:cubicBezTo>
                  <a:cubicBezTo>
                    <a:pt x="51309" y="241005"/>
                    <a:pt x="65114" y="242068"/>
                    <a:pt x="77856" y="242068"/>
                  </a:cubicBezTo>
                  <a:cubicBezTo>
                    <a:pt x="79980" y="242068"/>
                    <a:pt x="84228" y="242068"/>
                    <a:pt x="84228" y="234983"/>
                  </a:cubicBezTo>
                  <a:cubicBezTo>
                    <a:pt x="84228" y="231440"/>
                    <a:pt x="80688" y="231086"/>
                    <a:pt x="79980" y="231086"/>
                  </a:cubicBezTo>
                  <a:cubicBezTo>
                    <a:pt x="76794" y="230732"/>
                    <a:pt x="65822" y="230023"/>
                    <a:pt x="65822" y="220103"/>
                  </a:cubicBezTo>
                  <a:cubicBezTo>
                    <a:pt x="65822" y="214435"/>
                    <a:pt x="71131" y="208767"/>
                    <a:pt x="75379" y="204161"/>
                  </a:cubicBezTo>
                  <a:lnTo>
                    <a:pt x="111483" y="165900"/>
                  </a:lnTo>
                  <a:lnTo>
                    <a:pt x="143340" y="131181"/>
                  </a:lnTo>
                  <a:lnTo>
                    <a:pt x="179090" y="215852"/>
                  </a:lnTo>
                  <a:cubicBezTo>
                    <a:pt x="180506" y="219749"/>
                    <a:pt x="180860" y="220103"/>
                    <a:pt x="180860" y="220812"/>
                  </a:cubicBezTo>
                  <a:cubicBezTo>
                    <a:pt x="180860" y="223646"/>
                    <a:pt x="174135" y="229669"/>
                    <a:pt x="160330" y="231086"/>
                  </a:cubicBezTo>
                  <a:cubicBezTo>
                    <a:pt x="156437" y="231440"/>
                    <a:pt x="153251" y="231794"/>
                    <a:pt x="153251" y="237817"/>
                  </a:cubicBezTo>
                  <a:cubicBezTo>
                    <a:pt x="153251" y="242068"/>
                    <a:pt x="157145" y="242068"/>
                    <a:pt x="158560" y="242068"/>
                  </a:cubicBezTo>
                  <a:cubicBezTo>
                    <a:pt x="168471" y="242068"/>
                    <a:pt x="193249" y="241005"/>
                    <a:pt x="203160" y="241005"/>
                  </a:cubicBezTo>
                  <a:cubicBezTo>
                    <a:pt x="212009" y="241005"/>
                    <a:pt x="233601" y="242068"/>
                    <a:pt x="242450" y="242068"/>
                  </a:cubicBezTo>
                  <a:cubicBezTo>
                    <a:pt x="244928" y="242068"/>
                    <a:pt x="249175" y="242068"/>
                    <a:pt x="249175" y="235337"/>
                  </a:cubicBezTo>
                  <a:cubicBezTo>
                    <a:pt x="249175" y="231086"/>
                    <a:pt x="245636" y="231086"/>
                    <a:pt x="242804" y="231086"/>
                  </a:cubicBezTo>
                  <a:cubicBezTo>
                    <a:pt x="219088" y="230732"/>
                    <a:pt x="218380" y="229669"/>
                    <a:pt x="212363" y="215498"/>
                  </a:cubicBezTo>
                  <a:cubicBezTo>
                    <a:pt x="198558" y="182551"/>
                    <a:pt x="174843" y="127284"/>
                    <a:pt x="166702" y="106028"/>
                  </a:cubicBezTo>
                  <a:cubicBezTo>
                    <a:pt x="190771" y="81229"/>
                    <a:pt x="227938" y="39071"/>
                    <a:pt x="239264" y="29151"/>
                  </a:cubicBezTo>
                  <a:cubicBezTo>
                    <a:pt x="249529" y="20649"/>
                    <a:pt x="262980" y="12146"/>
                    <a:pt x="284218" y="11083"/>
                  </a:cubicBezTo>
                  <a:cubicBezTo>
                    <a:pt x="288819" y="10729"/>
                    <a:pt x="292005" y="10729"/>
                    <a:pt x="292005" y="3998"/>
                  </a:cubicBezTo>
                  <a:cubicBezTo>
                    <a:pt x="292005" y="3644"/>
                    <a:pt x="292005" y="101"/>
                    <a:pt x="287404" y="101"/>
                  </a:cubicBezTo>
                  <a:cubicBezTo>
                    <a:pt x="276785" y="101"/>
                    <a:pt x="265104" y="1164"/>
                    <a:pt x="254131" y="1164"/>
                  </a:cubicBezTo>
                  <a:cubicBezTo>
                    <a:pt x="241034" y="1164"/>
                    <a:pt x="227584" y="101"/>
                    <a:pt x="214841" y="101"/>
                  </a:cubicBezTo>
                  <a:cubicBezTo>
                    <a:pt x="212717" y="101"/>
                    <a:pt x="208115" y="101"/>
                    <a:pt x="208115" y="7186"/>
                  </a:cubicBezTo>
                  <a:cubicBezTo>
                    <a:pt x="208115" y="9666"/>
                    <a:pt x="209885" y="10729"/>
                    <a:pt x="212363" y="11083"/>
                  </a:cubicBezTo>
                  <a:cubicBezTo>
                    <a:pt x="215549" y="11438"/>
                    <a:pt x="226522" y="12146"/>
                    <a:pt x="226522" y="22066"/>
                  </a:cubicBezTo>
                  <a:cubicBezTo>
                    <a:pt x="226522" y="27025"/>
                    <a:pt x="222628" y="31631"/>
                    <a:pt x="219796" y="34819"/>
                  </a:cubicBezTo>
                  <a:lnTo>
                    <a:pt x="162454" y="96463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F684A7FE-E22F-7542-6FC1-D7790799DA6F}"/>
                </a:ext>
              </a:extLst>
            </p:cNvPr>
            <p:cNvSpPr/>
            <p:nvPr>
              <p:custDataLst>
                <p:tags r:id="rId101"/>
              </p:custDataLst>
            </p:nvPr>
          </p:nvSpPr>
          <p:spPr>
            <a:xfrm>
              <a:off x="9953074" y="3097077"/>
              <a:ext cx="48493" cy="354271"/>
            </a:xfrm>
            <a:custGeom>
              <a:avLst/>
              <a:gdLst>
                <a:gd name="connsiteX0" fmla="*/ 48840 w 48493"/>
                <a:gd name="connsiteY0" fmla="*/ 101 h 354271"/>
                <a:gd name="connsiteX1" fmla="*/ 347 w 48493"/>
                <a:gd name="connsiteY1" fmla="*/ 101 h 354271"/>
                <a:gd name="connsiteX2" fmla="*/ 347 w 48493"/>
                <a:gd name="connsiteY2" fmla="*/ 14272 h 354271"/>
                <a:gd name="connsiteX3" fmla="*/ 34682 w 48493"/>
                <a:gd name="connsiteY3" fmla="*/ 14272 h 354271"/>
                <a:gd name="connsiteX4" fmla="*/ 34682 w 48493"/>
                <a:gd name="connsiteY4" fmla="*/ 340201 h 354271"/>
                <a:gd name="connsiteX5" fmla="*/ 347 w 48493"/>
                <a:gd name="connsiteY5" fmla="*/ 340201 h 354271"/>
                <a:gd name="connsiteX6" fmla="*/ 347 w 48493"/>
                <a:gd name="connsiteY6" fmla="*/ 354372 h 354271"/>
                <a:gd name="connsiteX7" fmla="*/ 48840 w 48493"/>
                <a:gd name="connsiteY7" fmla="*/ 354372 h 354271"/>
                <a:gd name="connsiteX8" fmla="*/ 48840 w 48493"/>
                <a:gd name="connsiteY8" fmla="*/ 101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840" y="101"/>
                  </a:moveTo>
                  <a:lnTo>
                    <a:pt x="347" y="101"/>
                  </a:lnTo>
                  <a:lnTo>
                    <a:pt x="347" y="14272"/>
                  </a:lnTo>
                  <a:lnTo>
                    <a:pt x="34682" y="14272"/>
                  </a:lnTo>
                  <a:lnTo>
                    <a:pt x="34682" y="340201"/>
                  </a:lnTo>
                  <a:lnTo>
                    <a:pt x="347" y="340201"/>
                  </a:lnTo>
                  <a:lnTo>
                    <a:pt x="347" y="354372"/>
                  </a:lnTo>
                  <a:lnTo>
                    <a:pt x="48840" y="354372"/>
                  </a:lnTo>
                  <a:lnTo>
                    <a:pt x="48840" y="101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E54CE841-3584-CCA0-091F-18DA6C52C356}"/>
                </a:ext>
              </a:extLst>
            </p:cNvPr>
            <p:cNvSpPr/>
            <p:nvPr>
              <p:custDataLst>
                <p:tags r:id="rId102"/>
              </p:custDataLst>
            </p:nvPr>
          </p:nvSpPr>
          <p:spPr>
            <a:xfrm>
              <a:off x="10048566" y="3120104"/>
              <a:ext cx="221228" cy="242675"/>
            </a:xfrm>
            <a:custGeom>
              <a:avLst/>
              <a:gdLst>
                <a:gd name="connsiteX0" fmla="*/ 87071 w 221228"/>
                <a:gd name="connsiteY0" fmla="*/ 123742 h 242675"/>
                <a:gd name="connsiteX1" fmla="*/ 125299 w 221228"/>
                <a:gd name="connsiteY1" fmla="*/ 131181 h 242675"/>
                <a:gd name="connsiteX2" fmla="*/ 143706 w 221228"/>
                <a:gd name="connsiteY2" fmla="*/ 163420 h 242675"/>
                <a:gd name="connsiteX3" fmla="*/ 150077 w 221228"/>
                <a:gd name="connsiteY3" fmla="*/ 172985 h 242675"/>
                <a:gd name="connsiteX4" fmla="*/ 156094 w 221228"/>
                <a:gd name="connsiteY4" fmla="*/ 161649 h 242675"/>
                <a:gd name="connsiteX5" fmla="*/ 156094 w 221228"/>
                <a:gd name="connsiteY5" fmla="*/ 65641 h 242675"/>
                <a:gd name="connsiteX6" fmla="*/ 150077 w 221228"/>
                <a:gd name="connsiteY6" fmla="*/ 54304 h 242675"/>
                <a:gd name="connsiteX7" fmla="*/ 143706 w 221228"/>
                <a:gd name="connsiteY7" fmla="*/ 62453 h 242675"/>
                <a:gd name="connsiteX8" fmla="*/ 87071 w 221228"/>
                <a:gd name="connsiteY8" fmla="*/ 110988 h 242675"/>
                <a:gd name="connsiteX9" fmla="*/ 87071 w 221228"/>
                <a:gd name="connsiteY9" fmla="*/ 36237 h 242675"/>
                <a:gd name="connsiteX10" fmla="*/ 102292 w 221228"/>
                <a:gd name="connsiteY10" fmla="*/ 12500 h 242675"/>
                <a:gd name="connsiteX11" fmla="*/ 119282 w 221228"/>
                <a:gd name="connsiteY11" fmla="*/ 12500 h 242675"/>
                <a:gd name="connsiteX12" fmla="*/ 192907 w 221228"/>
                <a:gd name="connsiteY12" fmla="*/ 61390 h 242675"/>
                <a:gd name="connsiteX13" fmla="*/ 199278 w 221228"/>
                <a:gd name="connsiteY13" fmla="*/ 69538 h 242675"/>
                <a:gd name="connsiteX14" fmla="*/ 205296 w 221228"/>
                <a:gd name="connsiteY14" fmla="*/ 57847 h 242675"/>
                <a:gd name="connsiteX15" fmla="*/ 205296 w 221228"/>
                <a:gd name="connsiteY15" fmla="*/ 11792 h 242675"/>
                <a:gd name="connsiteX16" fmla="*/ 193615 w 221228"/>
                <a:gd name="connsiteY16" fmla="*/ 101 h 242675"/>
                <a:gd name="connsiteX17" fmla="*/ 12385 w 221228"/>
                <a:gd name="connsiteY17" fmla="*/ 101 h 242675"/>
                <a:gd name="connsiteX18" fmla="*/ 350 w 221228"/>
                <a:gd name="connsiteY18" fmla="*/ 6478 h 242675"/>
                <a:gd name="connsiteX19" fmla="*/ 9907 w 221228"/>
                <a:gd name="connsiteY19" fmla="*/ 12500 h 242675"/>
                <a:gd name="connsiteX20" fmla="*/ 31499 w 221228"/>
                <a:gd name="connsiteY20" fmla="*/ 32694 h 242675"/>
                <a:gd name="connsiteX21" fmla="*/ 31499 w 221228"/>
                <a:gd name="connsiteY21" fmla="*/ 210184 h 242675"/>
                <a:gd name="connsiteX22" fmla="*/ 11677 w 221228"/>
                <a:gd name="connsiteY22" fmla="*/ 230377 h 242675"/>
                <a:gd name="connsiteX23" fmla="*/ 350 w 221228"/>
                <a:gd name="connsiteY23" fmla="*/ 236400 h 242675"/>
                <a:gd name="connsiteX24" fmla="*/ 12385 w 221228"/>
                <a:gd name="connsiteY24" fmla="*/ 242777 h 242675"/>
                <a:gd name="connsiteX25" fmla="*/ 199986 w 221228"/>
                <a:gd name="connsiteY25" fmla="*/ 242777 h 242675"/>
                <a:gd name="connsiteX26" fmla="*/ 211313 w 221228"/>
                <a:gd name="connsiteY26" fmla="*/ 237817 h 242675"/>
                <a:gd name="connsiteX27" fmla="*/ 221578 w 221228"/>
                <a:gd name="connsiteY27" fmla="*/ 176528 h 242675"/>
                <a:gd name="connsiteX28" fmla="*/ 215561 w 221228"/>
                <a:gd name="connsiteY28" fmla="*/ 170151 h 242675"/>
                <a:gd name="connsiteX29" fmla="*/ 209189 w 221228"/>
                <a:gd name="connsiteY29" fmla="*/ 175111 h 242675"/>
                <a:gd name="connsiteX30" fmla="*/ 177686 w 221228"/>
                <a:gd name="connsiteY30" fmla="*/ 214435 h 242675"/>
                <a:gd name="connsiteX31" fmla="*/ 121760 w 221228"/>
                <a:gd name="connsiteY31" fmla="*/ 230377 h 242675"/>
                <a:gd name="connsiteX32" fmla="*/ 102292 w 221228"/>
                <a:gd name="connsiteY32" fmla="*/ 230377 h 242675"/>
                <a:gd name="connsiteX33" fmla="*/ 87071 w 221228"/>
                <a:gd name="connsiteY33" fmla="*/ 206641 h 242675"/>
                <a:gd name="connsiteX34" fmla="*/ 87071 w 221228"/>
                <a:gd name="connsiteY34" fmla="*/ 123742 h 242675"/>
                <a:gd name="connsiteX35" fmla="*/ 192907 w 221228"/>
                <a:gd name="connsiteY35" fmla="*/ 12500 h 242675"/>
                <a:gd name="connsiteX36" fmla="*/ 192907 w 221228"/>
                <a:gd name="connsiteY36" fmla="*/ 29505 h 242675"/>
                <a:gd name="connsiteX37" fmla="*/ 172731 w 221228"/>
                <a:gd name="connsiteY37" fmla="*/ 12500 h 242675"/>
                <a:gd name="connsiteX38" fmla="*/ 192907 w 221228"/>
                <a:gd name="connsiteY38" fmla="*/ 12500 h 242675"/>
                <a:gd name="connsiteX39" fmla="*/ 123884 w 221228"/>
                <a:gd name="connsiteY39" fmla="*/ 116302 h 242675"/>
                <a:gd name="connsiteX40" fmla="*/ 143706 w 221228"/>
                <a:gd name="connsiteY40" fmla="*/ 101068 h 242675"/>
                <a:gd name="connsiteX41" fmla="*/ 143706 w 221228"/>
                <a:gd name="connsiteY41" fmla="*/ 130827 h 242675"/>
                <a:gd name="connsiteX42" fmla="*/ 123884 w 221228"/>
                <a:gd name="connsiteY42" fmla="*/ 116656 h 242675"/>
                <a:gd name="connsiteX43" fmla="*/ 123884 w 221228"/>
                <a:gd name="connsiteY43" fmla="*/ 116302 h 242675"/>
                <a:gd name="connsiteX44" fmla="*/ 43887 w 221228"/>
                <a:gd name="connsiteY44" fmla="*/ 31985 h 242675"/>
                <a:gd name="connsiteX45" fmla="*/ 41056 w 221228"/>
                <a:gd name="connsiteY45" fmla="*/ 12500 h 242675"/>
                <a:gd name="connsiteX46" fmla="*/ 78576 w 221228"/>
                <a:gd name="connsiteY46" fmla="*/ 12500 h 242675"/>
                <a:gd name="connsiteX47" fmla="*/ 74682 w 221228"/>
                <a:gd name="connsiteY47" fmla="*/ 35528 h 242675"/>
                <a:gd name="connsiteX48" fmla="*/ 74682 w 221228"/>
                <a:gd name="connsiteY48" fmla="*/ 207350 h 242675"/>
                <a:gd name="connsiteX49" fmla="*/ 78576 w 221228"/>
                <a:gd name="connsiteY49" fmla="*/ 230377 h 242675"/>
                <a:gd name="connsiteX50" fmla="*/ 41056 w 221228"/>
                <a:gd name="connsiteY50" fmla="*/ 230377 h 242675"/>
                <a:gd name="connsiteX51" fmla="*/ 43887 w 221228"/>
                <a:gd name="connsiteY51" fmla="*/ 210892 h 242675"/>
                <a:gd name="connsiteX52" fmla="*/ 43887 w 221228"/>
                <a:gd name="connsiteY52" fmla="*/ 31985 h 242675"/>
                <a:gd name="connsiteX53" fmla="*/ 175562 w 221228"/>
                <a:gd name="connsiteY53" fmla="*/ 230377 h 242675"/>
                <a:gd name="connsiteX54" fmla="*/ 175562 w 221228"/>
                <a:gd name="connsiteY54" fmla="*/ 230023 h 242675"/>
                <a:gd name="connsiteX55" fmla="*/ 203526 w 221228"/>
                <a:gd name="connsiteY55" fmla="*/ 210538 h 242675"/>
                <a:gd name="connsiteX56" fmla="*/ 200340 w 221228"/>
                <a:gd name="connsiteY56" fmla="*/ 230377 h 242675"/>
                <a:gd name="connsiteX57" fmla="*/ 175562 w 221228"/>
                <a:gd name="connsiteY57" fmla="*/ 230377 h 242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221228" h="242675">
                  <a:moveTo>
                    <a:pt x="87071" y="123742"/>
                  </a:moveTo>
                  <a:cubicBezTo>
                    <a:pt x="95920" y="123742"/>
                    <a:pt x="112911" y="123742"/>
                    <a:pt x="125299" y="131181"/>
                  </a:cubicBezTo>
                  <a:cubicBezTo>
                    <a:pt x="142290" y="142164"/>
                    <a:pt x="143706" y="161294"/>
                    <a:pt x="143706" y="163420"/>
                  </a:cubicBezTo>
                  <a:cubicBezTo>
                    <a:pt x="144060" y="168380"/>
                    <a:pt x="144060" y="172985"/>
                    <a:pt x="150077" y="172985"/>
                  </a:cubicBezTo>
                  <a:cubicBezTo>
                    <a:pt x="156094" y="172985"/>
                    <a:pt x="156094" y="168026"/>
                    <a:pt x="156094" y="161649"/>
                  </a:cubicBezTo>
                  <a:lnTo>
                    <a:pt x="156094" y="65641"/>
                  </a:lnTo>
                  <a:cubicBezTo>
                    <a:pt x="156094" y="59973"/>
                    <a:pt x="156094" y="54304"/>
                    <a:pt x="150077" y="54304"/>
                  </a:cubicBezTo>
                  <a:cubicBezTo>
                    <a:pt x="144060" y="54304"/>
                    <a:pt x="143706" y="59618"/>
                    <a:pt x="143706" y="62453"/>
                  </a:cubicBezTo>
                  <a:cubicBezTo>
                    <a:pt x="141582" y="108154"/>
                    <a:pt x="105477" y="110634"/>
                    <a:pt x="87071" y="110988"/>
                  </a:cubicBezTo>
                  <a:lnTo>
                    <a:pt x="87071" y="36237"/>
                  </a:lnTo>
                  <a:cubicBezTo>
                    <a:pt x="87071" y="12500"/>
                    <a:pt x="93797" y="12500"/>
                    <a:pt x="102292" y="12500"/>
                  </a:cubicBezTo>
                  <a:lnTo>
                    <a:pt x="119282" y="12500"/>
                  </a:lnTo>
                  <a:cubicBezTo>
                    <a:pt x="167067" y="12500"/>
                    <a:pt x="190783" y="36945"/>
                    <a:pt x="192907" y="61390"/>
                  </a:cubicBezTo>
                  <a:cubicBezTo>
                    <a:pt x="193261" y="64224"/>
                    <a:pt x="193615" y="69538"/>
                    <a:pt x="199278" y="69538"/>
                  </a:cubicBezTo>
                  <a:cubicBezTo>
                    <a:pt x="205296" y="69538"/>
                    <a:pt x="205296" y="63870"/>
                    <a:pt x="205296" y="57847"/>
                  </a:cubicBezTo>
                  <a:lnTo>
                    <a:pt x="205296" y="11792"/>
                  </a:lnTo>
                  <a:cubicBezTo>
                    <a:pt x="205296" y="809"/>
                    <a:pt x="204588" y="101"/>
                    <a:pt x="193615" y="101"/>
                  </a:cubicBezTo>
                  <a:lnTo>
                    <a:pt x="12385" y="101"/>
                  </a:lnTo>
                  <a:cubicBezTo>
                    <a:pt x="6013" y="101"/>
                    <a:pt x="350" y="101"/>
                    <a:pt x="350" y="6478"/>
                  </a:cubicBezTo>
                  <a:cubicBezTo>
                    <a:pt x="350" y="12500"/>
                    <a:pt x="7075" y="12500"/>
                    <a:pt x="9907" y="12500"/>
                  </a:cubicBezTo>
                  <a:cubicBezTo>
                    <a:pt x="30083" y="12500"/>
                    <a:pt x="31499" y="15335"/>
                    <a:pt x="31499" y="32694"/>
                  </a:cubicBezTo>
                  <a:lnTo>
                    <a:pt x="31499" y="210184"/>
                  </a:lnTo>
                  <a:cubicBezTo>
                    <a:pt x="31499" y="226835"/>
                    <a:pt x="30437" y="230377"/>
                    <a:pt x="11677" y="230377"/>
                  </a:cubicBezTo>
                  <a:cubicBezTo>
                    <a:pt x="6367" y="230377"/>
                    <a:pt x="350" y="230377"/>
                    <a:pt x="350" y="236400"/>
                  </a:cubicBezTo>
                  <a:cubicBezTo>
                    <a:pt x="350" y="242777"/>
                    <a:pt x="6013" y="242777"/>
                    <a:pt x="12385" y="242777"/>
                  </a:cubicBezTo>
                  <a:lnTo>
                    <a:pt x="199986" y="242777"/>
                  </a:lnTo>
                  <a:cubicBezTo>
                    <a:pt x="206711" y="242777"/>
                    <a:pt x="210251" y="242777"/>
                    <a:pt x="211313" y="237817"/>
                  </a:cubicBezTo>
                  <a:cubicBezTo>
                    <a:pt x="211667" y="237463"/>
                    <a:pt x="221578" y="178299"/>
                    <a:pt x="221578" y="176528"/>
                  </a:cubicBezTo>
                  <a:cubicBezTo>
                    <a:pt x="221578" y="172631"/>
                    <a:pt x="218392" y="170151"/>
                    <a:pt x="215561" y="170151"/>
                  </a:cubicBezTo>
                  <a:cubicBezTo>
                    <a:pt x="210605" y="170151"/>
                    <a:pt x="209189" y="174757"/>
                    <a:pt x="209189" y="175111"/>
                  </a:cubicBezTo>
                  <a:cubicBezTo>
                    <a:pt x="207065" y="184322"/>
                    <a:pt x="203526" y="199201"/>
                    <a:pt x="177686" y="214435"/>
                  </a:cubicBezTo>
                  <a:cubicBezTo>
                    <a:pt x="159280" y="225418"/>
                    <a:pt x="141228" y="230377"/>
                    <a:pt x="121760" y="230377"/>
                  </a:cubicBezTo>
                  <a:lnTo>
                    <a:pt x="102292" y="230377"/>
                  </a:lnTo>
                  <a:cubicBezTo>
                    <a:pt x="93797" y="230377"/>
                    <a:pt x="87071" y="230377"/>
                    <a:pt x="87071" y="206641"/>
                  </a:cubicBezTo>
                  <a:lnTo>
                    <a:pt x="87071" y="123742"/>
                  </a:lnTo>
                  <a:close/>
                  <a:moveTo>
                    <a:pt x="192907" y="12500"/>
                  </a:moveTo>
                  <a:lnTo>
                    <a:pt x="192907" y="29505"/>
                  </a:lnTo>
                  <a:cubicBezTo>
                    <a:pt x="186889" y="22774"/>
                    <a:pt x="180164" y="17106"/>
                    <a:pt x="172731" y="12500"/>
                  </a:cubicBezTo>
                  <a:lnTo>
                    <a:pt x="192907" y="12500"/>
                  </a:lnTo>
                  <a:close/>
                  <a:moveTo>
                    <a:pt x="123884" y="116302"/>
                  </a:moveTo>
                  <a:cubicBezTo>
                    <a:pt x="129547" y="113822"/>
                    <a:pt x="137334" y="108508"/>
                    <a:pt x="143706" y="101068"/>
                  </a:cubicBezTo>
                  <a:lnTo>
                    <a:pt x="143706" y="130827"/>
                  </a:lnTo>
                  <a:cubicBezTo>
                    <a:pt x="135210" y="121262"/>
                    <a:pt x="124238" y="116656"/>
                    <a:pt x="123884" y="116656"/>
                  </a:cubicBezTo>
                  <a:lnTo>
                    <a:pt x="123884" y="116302"/>
                  </a:lnTo>
                  <a:close/>
                  <a:moveTo>
                    <a:pt x="43887" y="31985"/>
                  </a:moveTo>
                  <a:cubicBezTo>
                    <a:pt x="43887" y="27734"/>
                    <a:pt x="43887" y="18877"/>
                    <a:pt x="41056" y="12500"/>
                  </a:cubicBezTo>
                  <a:lnTo>
                    <a:pt x="78576" y="12500"/>
                  </a:lnTo>
                  <a:cubicBezTo>
                    <a:pt x="74682" y="20649"/>
                    <a:pt x="74682" y="32340"/>
                    <a:pt x="74682" y="35528"/>
                  </a:cubicBezTo>
                  <a:lnTo>
                    <a:pt x="74682" y="207350"/>
                  </a:lnTo>
                  <a:cubicBezTo>
                    <a:pt x="74682" y="220103"/>
                    <a:pt x="77160" y="227189"/>
                    <a:pt x="78576" y="230377"/>
                  </a:cubicBezTo>
                  <a:lnTo>
                    <a:pt x="41056" y="230377"/>
                  </a:lnTo>
                  <a:cubicBezTo>
                    <a:pt x="43887" y="224000"/>
                    <a:pt x="43887" y="215144"/>
                    <a:pt x="43887" y="210892"/>
                  </a:cubicBezTo>
                  <a:lnTo>
                    <a:pt x="43887" y="31985"/>
                  </a:lnTo>
                  <a:close/>
                  <a:moveTo>
                    <a:pt x="175562" y="230377"/>
                  </a:moveTo>
                  <a:lnTo>
                    <a:pt x="175562" y="230023"/>
                  </a:lnTo>
                  <a:cubicBezTo>
                    <a:pt x="186889" y="224355"/>
                    <a:pt x="196446" y="216915"/>
                    <a:pt x="203526" y="210538"/>
                  </a:cubicBezTo>
                  <a:cubicBezTo>
                    <a:pt x="203172" y="211955"/>
                    <a:pt x="200694" y="227543"/>
                    <a:pt x="200340" y="230377"/>
                  </a:cubicBezTo>
                  <a:lnTo>
                    <a:pt x="175562" y="230377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7D278904-6C65-85B9-5F9A-3E07015098DC}"/>
                </a:ext>
              </a:extLst>
            </p:cNvPr>
            <p:cNvSpPr/>
            <p:nvPr>
              <p:custDataLst>
                <p:tags r:id="rId103"/>
              </p:custDataLst>
            </p:nvPr>
          </p:nvSpPr>
          <p:spPr>
            <a:xfrm>
              <a:off x="10321356" y="3097077"/>
              <a:ext cx="48493" cy="354271"/>
            </a:xfrm>
            <a:custGeom>
              <a:avLst/>
              <a:gdLst>
                <a:gd name="connsiteX0" fmla="*/ 48850 w 48493"/>
                <a:gd name="connsiteY0" fmla="*/ 354372 h 354271"/>
                <a:gd name="connsiteX1" fmla="*/ 48850 w 48493"/>
                <a:gd name="connsiteY1" fmla="*/ 340201 h 354271"/>
                <a:gd name="connsiteX2" fmla="*/ 14515 w 48493"/>
                <a:gd name="connsiteY2" fmla="*/ 340201 h 354271"/>
                <a:gd name="connsiteX3" fmla="*/ 14515 w 48493"/>
                <a:gd name="connsiteY3" fmla="*/ 14272 h 354271"/>
                <a:gd name="connsiteX4" fmla="*/ 48850 w 48493"/>
                <a:gd name="connsiteY4" fmla="*/ 14272 h 354271"/>
                <a:gd name="connsiteX5" fmla="*/ 48850 w 48493"/>
                <a:gd name="connsiteY5" fmla="*/ 101 h 354271"/>
                <a:gd name="connsiteX6" fmla="*/ 356 w 48493"/>
                <a:gd name="connsiteY6" fmla="*/ 101 h 354271"/>
                <a:gd name="connsiteX7" fmla="*/ 356 w 48493"/>
                <a:gd name="connsiteY7" fmla="*/ 354372 h 354271"/>
                <a:gd name="connsiteX8" fmla="*/ 48850 w 48493"/>
                <a:gd name="connsiteY8" fmla="*/ 354372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850" y="354372"/>
                  </a:moveTo>
                  <a:lnTo>
                    <a:pt x="48850" y="340201"/>
                  </a:lnTo>
                  <a:lnTo>
                    <a:pt x="14515" y="340201"/>
                  </a:lnTo>
                  <a:lnTo>
                    <a:pt x="14515" y="14272"/>
                  </a:lnTo>
                  <a:lnTo>
                    <a:pt x="48850" y="14272"/>
                  </a:lnTo>
                  <a:lnTo>
                    <a:pt x="48850" y="101"/>
                  </a:lnTo>
                  <a:lnTo>
                    <a:pt x="356" y="101"/>
                  </a:lnTo>
                  <a:lnTo>
                    <a:pt x="356" y="354372"/>
                  </a:lnTo>
                  <a:lnTo>
                    <a:pt x="48850" y="354372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16599F24-5A12-C0F7-BA66-AD51531FB67D}"/>
                </a:ext>
              </a:extLst>
            </p:cNvPr>
            <p:cNvSpPr/>
            <p:nvPr>
              <p:custDataLst>
                <p:tags r:id="rId104"/>
              </p:custDataLst>
            </p:nvPr>
          </p:nvSpPr>
          <p:spPr>
            <a:xfrm>
              <a:off x="10390301" y="3120813"/>
              <a:ext cx="257332" cy="241967"/>
            </a:xfrm>
            <a:custGeom>
              <a:avLst/>
              <a:gdLst>
                <a:gd name="connsiteX0" fmla="*/ 199288 w 257332"/>
                <a:gd name="connsiteY0" fmla="*/ 40488 h 241967"/>
                <a:gd name="connsiteX1" fmla="*/ 204243 w 257332"/>
                <a:gd name="connsiteY1" fmla="*/ 35528 h 241967"/>
                <a:gd name="connsiteX2" fmla="*/ 250612 w 257332"/>
                <a:gd name="connsiteY2" fmla="*/ 11083 h 241967"/>
                <a:gd name="connsiteX3" fmla="*/ 257692 w 257332"/>
                <a:gd name="connsiteY3" fmla="*/ 4352 h 241967"/>
                <a:gd name="connsiteX4" fmla="*/ 253090 w 257332"/>
                <a:gd name="connsiteY4" fmla="*/ 101 h 241967"/>
                <a:gd name="connsiteX5" fmla="*/ 224065 w 257332"/>
                <a:gd name="connsiteY5" fmla="*/ 1164 h 241967"/>
                <a:gd name="connsiteX6" fmla="*/ 188669 w 257332"/>
                <a:gd name="connsiteY6" fmla="*/ 101 h 241967"/>
                <a:gd name="connsiteX7" fmla="*/ 181943 w 257332"/>
                <a:gd name="connsiteY7" fmla="*/ 6832 h 241967"/>
                <a:gd name="connsiteX8" fmla="*/ 187253 w 257332"/>
                <a:gd name="connsiteY8" fmla="*/ 11083 h 241967"/>
                <a:gd name="connsiteX9" fmla="*/ 199995 w 257332"/>
                <a:gd name="connsiteY9" fmla="*/ 19232 h 241967"/>
                <a:gd name="connsiteX10" fmla="*/ 190438 w 257332"/>
                <a:gd name="connsiteY10" fmla="*/ 36237 h 241967"/>
                <a:gd name="connsiteX11" fmla="*/ 108319 w 257332"/>
                <a:gd name="connsiteY11" fmla="*/ 130827 h 241967"/>
                <a:gd name="connsiteX12" fmla="*/ 69382 w 257332"/>
                <a:gd name="connsiteY12" fmla="*/ 25608 h 241967"/>
                <a:gd name="connsiteX13" fmla="*/ 67259 w 257332"/>
                <a:gd name="connsiteY13" fmla="*/ 19586 h 241967"/>
                <a:gd name="connsiteX14" fmla="*/ 88143 w 257332"/>
                <a:gd name="connsiteY14" fmla="*/ 11083 h 241967"/>
                <a:gd name="connsiteX15" fmla="*/ 96638 w 257332"/>
                <a:gd name="connsiteY15" fmla="*/ 3998 h 241967"/>
                <a:gd name="connsiteX16" fmla="*/ 91328 w 257332"/>
                <a:gd name="connsiteY16" fmla="*/ 101 h 241967"/>
                <a:gd name="connsiteX17" fmla="*/ 46729 w 257332"/>
                <a:gd name="connsiteY17" fmla="*/ 1164 h 241967"/>
                <a:gd name="connsiteX18" fmla="*/ 7085 w 257332"/>
                <a:gd name="connsiteY18" fmla="*/ 101 h 241967"/>
                <a:gd name="connsiteX19" fmla="*/ 359 w 257332"/>
                <a:gd name="connsiteY19" fmla="*/ 7186 h 241967"/>
                <a:gd name="connsiteX20" fmla="*/ 8500 w 257332"/>
                <a:gd name="connsiteY20" fmla="*/ 11083 h 241967"/>
                <a:gd name="connsiteX21" fmla="*/ 34340 w 257332"/>
                <a:gd name="connsiteY21" fmla="*/ 23128 h 241967"/>
                <a:gd name="connsiteX22" fmla="*/ 77878 w 257332"/>
                <a:gd name="connsiteY22" fmla="*/ 139684 h 241967"/>
                <a:gd name="connsiteX23" fmla="*/ 79293 w 257332"/>
                <a:gd name="connsiteY23" fmla="*/ 145706 h 241967"/>
                <a:gd name="connsiteX24" fmla="*/ 63365 w 257332"/>
                <a:gd name="connsiteY24" fmla="*/ 210184 h 241967"/>
                <a:gd name="connsiteX25" fmla="*/ 30092 w 257332"/>
                <a:gd name="connsiteY25" fmla="*/ 231086 h 241967"/>
                <a:gd name="connsiteX26" fmla="*/ 20535 w 257332"/>
                <a:gd name="connsiteY26" fmla="*/ 238171 h 241967"/>
                <a:gd name="connsiteX27" fmla="*/ 25491 w 257332"/>
                <a:gd name="connsiteY27" fmla="*/ 242068 h 241967"/>
                <a:gd name="connsiteX28" fmla="*/ 70090 w 257332"/>
                <a:gd name="connsiteY28" fmla="*/ 241005 h 241967"/>
                <a:gd name="connsiteX29" fmla="*/ 115398 w 257332"/>
                <a:gd name="connsiteY29" fmla="*/ 242068 h 241967"/>
                <a:gd name="connsiteX30" fmla="*/ 122123 w 257332"/>
                <a:gd name="connsiteY30" fmla="*/ 234983 h 241967"/>
                <a:gd name="connsiteX31" fmla="*/ 112212 w 257332"/>
                <a:gd name="connsiteY31" fmla="*/ 231086 h 241967"/>
                <a:gd name="connsiteX32" fmla="*/ 98761 w 257332"/>
                <a:gd name="connsiteY32" fmla="*/ 230377 h 241967"/>
                <a:gd name="connsiteX33" fmla="*/ 89204 w 257332"/>
                <a:gd name="connsiteY33" fmla="*/ 224709 h 241967"/>
                <a:gd name="connsiteX34" fmla="*/ 94160 w 257332"/>
                <a:gd name="connsiteY34" fmla="*/ 202390 h 241967"/>
                <a:gd name="connsiteX35" fmla="*/ 106549 w 257332"/>
                <a:gd name="connsiteY35" fmla="*/ 152438 h 241967"/>
                <a:gd name="connsiteX36" fmla="*/ 111504 w 257332"/>
                <a:gd name="connsiteY36" fmla="*/ 141455 h 241967"/>
                <a:gd name="connsiteX37" fmla="*/ 199288 w 257332"/>
                <a:gd name="connsiteY37" fmla="*/ 40488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7332" h="241967">
                  <a:moveTo>
                    <a:pt x="199288" y="40488"/>
                  </a:moveTo>
                  <a:lnTo>
                    <a:pt x="204243" y="35528"/>
                  </a:lnTo>
                  <a:cubicBezTo>
                    <a:pt x="214862" y="24900"/>
                    <a:pt x="226543" y="12855"/>
                    <a:pt x="250612" y="11083"/>
                  </a:cubicBezTo>
                  <a:cubicBezTo>
                    <a:pt x="254506" y="10729"/>
                    <a:pt x="257692" y="10729"/>
                    <a:pt x="257692" y="4352"/>
                  </a:cubicBezTo>
                  <a:cubicBezTo>
                    <a:pt x="257692" y="1518"/>
                    <a:pt x="255922" y="101"/>
                    <a:pt x="253090" y="101"/>
                  </a:cubicBezTo>
                  <a:cubicBezTo>
                    <a:pt x="243887" y="101"/>
                    <a:pt x="233622" y="1164"/>
                    <a:pt x="224065" y="1164"/>
                  </a:cubicBezTo>
                  <a:cubicBezTo>
                    <a:pt x="212384" y="1164"/>
                    <a:pt x="199995" y="101"/>
                    <a:pt x="188669" y="101"/>
                  </a:cubicBezTo>
                  <a:cubicBezTo>
                    <a:pt x="186545" y="101"/>
                    <a:pt x="181943" y="101"/>
                    <a:pt x="181943" y="6832"/>
                  </a:cubicBezTo>
                  <a:cubicBezTo>
                    <a:pt x="181943" y="10729"/>
                    <a:pt x="185483" y="11083"/>
                    <a:pt x="187253" y="11083"/>
                  </a:cubicBezTo>
                  <a:cubicBezTo>
                    <a:pt x="189731" y="11083"/>
                    <a:pt x="199995" y="11792"/>
                    <a:pt x="199995" y="19232"/>
                  </a:cubicBezTo>
                  <a:cubicBezTo>
                    <a:pt x="199995" y="25254"/>
                    <a:pt x="191854" y="34465"/>
                    <a:pt x="190438" y="36237"/>
                  </a:cubicBezTo>
                  <a:lnTo>
                    <a:pt x="108319" y="130827"/>
                  </a:lnTo>
                  <a:lnTo>
                    <a:pt x="69382" y="25608"/>
                  </a:lnTo>
                  <a:cubicBezTo>
                    <a:pt x="67259" y="20649"/>
                    <a:pt x="67259" y="19940"/>
                    <a:pt x="67259" y="19586"/>
                  </a:cubicBezTo>
                  <a:cubicBezTo>
                    <a:pt x="67259" y="11083"/>
                    <a:pt x="84603" y="11083"/>
                    <a:pt x="88143" y="11083"/>
                  </a:cubicBezTo>
                  <a:cubicBezTo>
                    <a:pt x="93098" y="11083"/>
                    <a:pt x="96638" y="11083"/>
                    <a:pt x="96638" y="3998"/>
                  </a:cubicBezTo>
                  <a:cubicBezTo>
                    <a:pt x="96638" y="101"/>
                    <a:pt x="92390" y="101"/>
                    <a:pt x="91328" y="101"/>
                  </a:cubicBezTo>
                  <a:cubicBezTo>
                    <a:pt x="81417" y="101"/>
                    <a:pt x="56640" y="1164"/>
                    <a:pt x="46729" y="1164"/>
                  </a:cubicBezTo>
                  <a:cubicBezTo>
                    <a:pt x="37879" y="1164"/>
                    <a:pt x="15934" y="101"/>
                    <a:pt x="7085" y="101"/>
                  </a:cubicBezTo>
                  <a:cubicBezTo>
                    <a:pt x="4961" y="101"/>
                    <a:pt x="359" y="101"/>
                    <a:pt x="359" y="7186"/>
                  </a:cubicBezTo>
                  <a:cubicBezTo>
                    <a:pt x="359" y="11083"/>
                    <a:pt x="3899" y="11083"/>
                    <a:pt x="8500" y="11083"/>
                  </a:cubicBezTo>
                  <a:cubicBezTo>
                    <a:pt x="29738" y="11083"/>
                    <a:pt x="31154" y="14272"/>
                    <a:pt x="34340" y="23128"/>
                  </a:cubicBezTo>
                  <a:lnTo>
                    <a:pt x="77878" y="139684"/>
                  </a:lnTo>
                  <a:cubicBezTo>
                    <a:pt x="78231" y="140747"/>
                    <a:pt x="79293" y="144644"/>
                    <a:pt x="79293" y="145706"/>
                  </a:cubicBezTo>
                  <a:cubicBezTo>
                    <a:pt x="79293" y="146769"/>
                    <a:pt x="65135" y="203807"/>
                    <a:pt x="63365" y="210184"/>
                  </a:cubicBezTo>
                  <a:cubicBezTo>
                    <a:pt x="58763" y="229669"/>
                    <a:pt x="58409" y="230732"/>
                    <a:pt x="30092" y="231086"/>
                  </a:cubicBezTo>
                  <a:cubicBezTo>
                    <a:pt x="23367" y="231086"/>
                    <a:pt x="20535" y="231086"/>
                    <a:pt x="20535" y="238171"/>
                  </a:cubicBezTo>
                  <a:cubicBezTo>
                    <a:pt x="20535" y="242068"/>
                    <a:pt x="24783" y="242068"/>
                    <a:pt x="25491" y="242068"/>
                  </a:cubicBezTo>
                  <a:cubicBezTo>
                    <a:pt x="35402" y="242068"/>
                    <a:pt x="60179" y="241005"/>
                    <a:pt x="70090" y="241005"/>
                  </a:cubicBezTo>
                  <a:cubicBezTo>
                    <a:pt x="80001" y="241005"/>
                    <a:pt x="105487" y="242068"/>
                    <a:pt x="115398" y="242068"/>
                  </a:cubicBezTo>
                  <a:cubicBezTo>
                    <a:pt x="117876" y="242068"/>
                    <a:pt x="122123" y="242068"/>
                    <a:pt x="122123" y="234983"/>
                  </a:cubicBezTo>
                  <a:cubicBezTo>
                    <a:pt x="122123" y="231086"/>
                    <a:pt x="118937" y="231086"/>
                    <a:pt x="112212" y="231086"/>
                  </a:cubicBezTo>
                  <a:cubicBezTo>
                    <a:pt x="111504" y="231086"/>
                    <a:pt x="104779" y="231086"/>
                    <a:pt x="98761" y="230377"/>
                  </a:cubicBezTo>
                  <a:cubicBezTo>
                    <a:pt x="91328" y="229669"/>
                    <a:pt x="89204" y="228960"/>
                    <a:pt x="89204" y="224709"/>
                  </a:cubicBezTo>
                  <a:cubicBezTo>
                    <a:pt x="89204" y="222229"/>
                    <a:pt x="92390" y="209830"/>
                    <a:pt x="94160" y="202390"/>
                  </a:cubicBezTo>
                  <a:lnTo>
                    <a:pt x="106549" y="152438"/>
                  </a:lnTo>
                  <a:cubicBezTo>
                    <a:pt x="108319" y="145706"/>
                    <a:pt x="108672" y="144644"/>
                    <a:pt x="111504" y="141455"/>
                  </a:cubicBezTo>
                  <a:lnTo>
                    <a:pt x="199288" y="40488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A31A7473-B7DC-90AB-5872-25916C677823}"/>
                </a:ext>
              </a:extLst>
            </p:cNvPr>
            <p:cNvSpPr/>
            <p:nvPr>
              <p:custDataLst>
                <p:tags r:id="rId105"/>
              </p:custDataLst>
            </p:nvPr>
          </p:nvSpPr>
          <p:spPr>
            <a:xfrm>
              <a:off x="10669855" y="3097077"/>
              <a:ext cx="48493" cy="354271"/>
            </a:xfrm>
            <a:custGeom>
              <a:avLst/>
              <a:gdLst>
                <a:gd name="connsiteX0" fmla="*/ 48860 w 48493"/>
                <a:gd name="connsiteY0" fmla="*/ 101 h 354271"/>
                <a:gd name="connsiteX1" fmla="*/ 367 w 48493"/>
                <a:gd name="connsiteY1" fmla="*/ 101 h 354271"/>
                <a:gd name="connsiteX2" fmla="*/ 367 w 48493"/>
                <a:gd name="connsiteY2" fmla="*/ 14272 h 354271"/>
                <a:gd name="connsiteX3" fmla="*/ 34702 w 48493"/>
                <a:gd name="connsiteY3" fmla="*/ 14272 h 354271"/>
                <a:gd name="connsiteX4" fmla="*/ 34702 w 48493"/>
                <a:gd name="connsiteY4" fmla="*/ 340201 h 354271"/>
                <a:gd name="connsiteX5" fmla="*/ 367 w 48493"/>
                <a:gd name="connsiteY5" fmla="*/ 340201 h 354271"/>
                <a:gd name="connsiteX6" fmla="*/ 367 w 48493"/>
                <a:gd name="connsiteY6" fmla="*/ 354372 h 354271"/>
                <a:gd name="connsiteX7" fmla="*/ 48860 w 48493"/>
                <a:gd name="connsiteY7" fmla="*/ 354372 h 354271"/>
                <a:gd name="connsiteX8" fmla="*/ 48860 w 48493"/>
                <a:gd name="connsiteY8" fmla="*/ 101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860" y="101"/>
                  </a:moveTo>
                  <a:lnTo>
                    <a:pt x="367" y="101"/>
                  </a:lnTo>
                  <a:lnTo>
                    <a:pt x="367" y="14272"/>
                  </a:lnTo>
                  <a:lnTo>
                    <a:pt x="34702" y="14272"/>
                  </a:lnTo>
                  <a:lnTo>
                    <a:pt x="34702" y="340201"/>
                  </a:lnTo>
                  <a:lnTo>
                    <a:pt x="367" y="340201"/>
                  </a:lnTo>
                  <a:lnTo>
                    <a:pt x="367" y="354372"/>
                  </a:lnTo>
                  <a:lnTo>
                    <a:pt x="48860" y="354372"/>
                  </a:lnTo>
                  <a:lnTo>
                    <a:pt x="48860" y="101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C4428C59-A00C-0742-1B32-DD79C8D8E306}"/>
                </a:ext>
              </a:extLst>
            </p:cNvPr>
            <p:cNvSpPr/>
            <p:nvPr>
              <p:custDataLst>
                <p:tags r:id="rId106"/>
              </p:custDataLst>
            </p:nvPr>
          </p:nvSpPr>
          <p:spPr>
            <a:xfrm>
              <a:off x="10780568" y="3097077"/>
              <a:ext cx="82119" cy="354271"/>
            </a:xfrm>
            <a:custGeom>
              <a:avLst/>
              <a:gdLst>
                <a:gd name="connsiteX0" fmla="*/ 82490 w 82119"/>
                <a:gd name="connsiteY0" fmla="*/ 177237 h 354271"/>
                <a:gd name="connsiteX1" fmla="*/ 59128 w 82119"/>
                <a:gd name="connsiteY1" fmla="*/ 66704 h 354271"/>
                <a:gd name="connsiteX2" fmla="*/ 3910 w 82119"/>
                <a:gd name="connsiteY2" fmla="*/ 101 h 354271"/>
                <a:gd name="connsiteX3" fmla="*/ 370 w 82119"/>
                <a:gd name="connsiteY3" fmla="*/ 3644 h 354271"/>
                <a:gd name="connsiteX4" fmla="*/ 7095 w 82119"/>
                <a:gd name="connsiteY4" fmla="*/ 11792 h 354271"/>
                <a:gd name="connsiteX5" fmla="*/ 61960 w 82119"/>
                <a:gd name="connsiteY5" fmla="*/ 177237 h 354271"/>
                <a:gd name="connsiteX6" fmla="*/ 4972 w 82119"/>
                <a:gd name="connsiteY6" fmla="*/ 344807 h 354271"/>
                <a:gd name="connsiteX7" fmla="*/ 370 w 82119"/>
                <a:gd name="connsiteY7" fmla="*/ 350830 h 354271"/>
                <a:gd name="connsiteX8" fmla="*/ 3910 w 82119"/>
                <a:gd name="connsiteY8" fmla="*/ 354372 h 354271"/>
                <a:gd name="connsiteX9" fmla="*/ 60190 w 82119"/>
                <a:gd name="connsiteY9" fmla="*/ 285289 h 354271"/>
                <a:gd name="connsiteX10" fmla="*/ 82490 w 82119"/>
                <a:gd name="connsiteY10" fmla="*/ 177237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19" h="354271">
                  <a:moveTo>
                    <a:pt x="82490" y="177237"/>
                  </a:moveTo>
                  <a:cubicBezTo>
                    <a:pt x="82490" y="149603"/>
                    <a:pt x="78596" y="106737"/>
                    <a:pt x="59128" y="66704"/>
                  </a:cubicBezTo>
                  <a:cubicBezTo>
                    <a:pt x="37890" y="23129"/>
                    <a:pt x="7449" y="101"/>
                    <a:pt x="3910" y="101"/>
                  </a:cubicBezTo>
                  <a:cubicBezTo>
                    <a:pt x="1786" y="101"/>
                    <a:pt x="370" y="1518"/>
                    <a:pt x="370" y="3644"/>
                  </a:cubicBezTo>
                  <a:cubicBezTo>
                    <a:pt x="370" y="4706"/>
                    <a:pt x="370" y="5415"/>
                    <a:pt x="7095" y="11792"/>
                  </a:cubicBezTo>
                  <a:cubicBezTo>
                    <a:pt x="41784" y="46865"/>
                    <a:pt x="61960" y="103194"/>
                    <a:pt x="61960" y="177237"/>
                  </a:cubicBezTo>
                  <a:cubicBezTo>
                    <a:pt x="61960" y="237817"/>
                    <a:pt x="48863" y="300169"/>
                    <a:pt x="4972" y="344807"/>
                  </a:cubicBezTo>
                  <a:cubicBezTo>
                    <a:pt x="370" y="349058"/>
                    <a:pt x="370" y="349767"/>
                    <a:pt x="370" y="350830"/>
                  </a:cubicBezTo>
                  <a:cubicBezTo>
                    <a:pt x="370" y="352955"/>
                    <a:pt x="1786" y="354372"/>
                    <a:pt x="3910" y="354372"/>
                  </a:cubicBezTo>
                  <a:cubicBezTo>
                    <a:pt x="7449" y="354372"/>
                    <a:pt x="39306" y="330282"/>
                    <a:pt x="60190" y="285289"/>
                  </a:cubicBezTo>
                  <a:cubicBezTo>
                    <a:pt x="78242" y="246320"/>
                    <a:pt x="82490" y="206995"/>
                    <a:pt x="82490" y="177237"/>
                  </a:cubicBez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A054CBB-D6F6-7B31-E6F2-E120DF1D9655}"/>
                </a:ext>
              </a:extLst>
            </p:cNvPr>
            <p:cNvSpPr/>
            <p:nvPr>
              <p:custDataLst>
                <p:tags r:id="rId107"/>
              </p:custDataLst>
            </p:nvPr>
          </p:nvSpPr>
          <p:spPr>
            <a:xfrm>
              <a:off x="10913655" y="3051839"/>
              <a:ext cx="109516" cy="164665"/>
            </a:xfrm>
            <a:custGeom>
              <a:avLst/>
              <a:gdLst>
                <a:gd name="connsiteX0" fmla="*/ 109891 w 109516"/>
                <a:gd name="connsiteY0" fmla="*/ 119628 h 164665"/>
                <a:gd name="connsiteX1" fmla="*/ 101466 w 109516"/>
                <a:gd name="connsiteY1" fmla="*/ 119628 h 164665"/>
                <a:gd name="connsiteX2" fmla="*/ 95024 w 109516"/>
                <a:gd name="connsiteY2" fmla="*/ 142195 h 164665"/>
                <a:gd name="connsiteX3" fmla="*/ 70494 w 109516"/>
                <a:gd name="connsiteY3" fmla="*/ 143683 h 164665"/>
                <a:gd name="connsiteX4" fmla="*/ 24904 w 109516"/>
                <a:gd name="connsiteY4" fmla="*/ 143683 h 164665"/>
                <a:gd name="connsiteX5" fmla="*/ 74459 w 109516"/>
                <a:gd name="connsiteY5" fmla="*/ 102021 h 164665"/>
                <a:gd name="connsiteX6" fmla="*/ 109891 w 109516"/>
                <a:gd name="connsiteY6" fmla="*/ 48455 h 164665"/>
                <a:gd name="connsiteX7" fmla="*/ 51911 w 109516"/>
                <a:gd name="connsiteY7" fmla="*/ 97 h 164665"/>
                <a:gd name="connsiteX8" fmla="*/ 374 w 109516"/>
                <a:gd name="connsiteY8" fmla="*/ 44487 h 164665"/>
                <a:gd name="connsiteX9" fmla="*/ 13506 w 109516"/>
                <a:gd name="connsiteY9" fmla="*/ 58374 h 164665"/>
                <a:gd name="connsiteX10" fmla="*/ 26638 w 109516"/>
                <a:gd name="connsiteY10" fmla="*/ 45231 h 164665"/>
                <a:gd name="connsiteX11" fmla="*/ 12019 w 109516"/>
                <a:gd name="connsiteY11" fmla="*/ 32087 h 164665"/>
                <a:gd name="connsiteX12" fmla="*/ 48195 w 109516"/>
                <a:gd name="connsiteY12" fmla="*/ 9024 h 164665"/>
                <a:gd name="connsiteX13" fmla="*/ 85856 w 109516"/>
                <a:gd name="connsiteY13" fmla="*/ 48455 h 164665"/>
                <a:gd name="connsiteX14" fmla="*/ 62565 w 109516"/>
                <a:gd name="connsiteY14" fmla="*/ 96069 h 164665"/>
                <a:gd name="connsiteX15" fmla="*/ 2852 w 109516"/>
                <a:gd name="connsiteY15" fmla="*/ 155091 h 164665"/>
                <a:gd name="connsiteX16" fmla="*/ 374 w 109516"/>
                <a:gd name="connsiteY16" fmla="*/ 164762 h 164665"/>
                <a:gd name="connsiteX17" fmla="*/ 102457 w 109516"/>
                <a:gd name="connsiteY17" fmla="*/ 164762 h 164665"/>
                <a:gd name="connsiteX18" fmla="*/ 109891 w 109516"/>
                <a:gd name="connsiteY18" fmla="*/ 119628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516" h="164665">
                  <a:moveTo>
                    <a:pt x="109891" y="119628"/>
                  </a:moveTo>
                  <a:lnTo>
                    <a:pt x="101466" y="119628"/>
                  </a:lnTo>
                  <a:cubicBezTo>
                    <a:pt x="100723" y="125084"/>
                    <a:pt x="98245" y="139715"/>
                    <a:pt x="95024" y="142195"/>
                  </a:cubicBezTo>
                  <a:cubicBezTo>
                    <a:pt x="93042" y="143683"/>
                    <a:pt x="73963" y="143683"/>
                    <a:pt x="70494" y="143683"/>
                  </a:cubicBezTo>
                  <a:lnTo>
                    <a:pt x="24904" y="143683"/>
                  </a:lnTo>
                  <a:cubicBezTo>
                    <a:pt x="50920" y="120620"/>
                    <a:pt x="59592" y="113676"/>
                    <a:pt x="74459" y="102021"/>
                  </a:cubicBezTo>
                  <a:cubicBezTo>
                    <a:pt x="92794" y="87389"/>
                    <a:pt x="109891" y="72014"/>
                    <a:pt x="109891" y="48455"/>
                  </a:cubicBezTo>
                  <a:cubicBezTo>
                    <a:pt x="109891" y="18448"/>
                    <a:pt x="83626" y="97"/>
                    <a:pt x="51911" y="97"/>
                  </a:cubicBezTo>
                  <a:cubicBezTo>
                    <a:pt x="21187" y="97"/>
                    <a:pt x="374" y="21672"/>
                    <a:pt x="374" y="44487"/>
                  </a:cubicBezTo>
                  <a:cubicBezTo>
                    <a:pt x="374" y="57134"/>
                    <a:pt x="11028" y="58374"/>
                    <a:pt x="13506" y="58374"/>
                  </a:cubicBezTo>
                  <a:cubicBezTo>
                    <a:pt x="19453" y="58374"/>
                    <a:pt x="26638" y="54159"/>
                    <a:pt x="26638" y="45231"/>
                  </a:cubicBezTo>
                  <a:cubicBezTo>
                    <a:pt x="26638" y="40767"/>
                    <a:pt x="24904" y="32087"/>
                    <a:pt x="12019" y="32087"/>
                  </a:cubicBezTo>
                  <a:cubicBezTo>
                    <a:pt x="19700" y="14480"/>
                    <a:pt x="36549" y="9024"/>
                    <a:pt x="48195" y="9024"/>
                  </a:cubicBezTo>
                  <a:cubicBezTo>
                    <a:pt x="72972" y="9024"/>
                    <a:pt x="85856" y="28368"/>
                    <a:pt x="85856" y="48455"/>
                  </a:cubicBezTo>
                  <a:cubicBezTo>
                    <a:pt x="85856" y="70030"/>
                    <a:pt x="70494" y="87141"/>
                    <a:pt x="62565" y="96069"/>
                  </a:cubicBezTo>
                  <a:lnTo>
                    <a:pt x="2852" y="155091"/>
                  </a:lnTo>
                  <a:cubicBezTo>
                    <a:pt x="374" y="157322"/>
                    <a:pt x="374" y="157818"/>
                    <a:pt x="374" y="164762"/>
                  </a:cubicBezTo>
                  <a:lnTo>
                    <a:pt x="102457" y="164762"/>
                  </a:lnTo>
                  <a:lnTo>
                    <a:pt x="109891" y="119628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D4DA3BD-72FE-FFF9-3531-0C6126B60AD1}"/>
              </a:ext>
            </a:extLst>
          </p:cNvPr>
          <p:cNvGrpSpPr/>
          <p:nvPr/>
        </p:nvGrpSpPr>
        <p:grpSpPr>
          <a:xfrm>
            <a:off x="2263038" y="3627178"/>
            <a:ext cx="4320423" cy="399509"/>
            <a:chOff x="2263038" y="3627178"/>
            <a:chExt cx="4320423" cy="399509"/>
          </a:xfrm>
        </p:grpSpPr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53216EF8-680B-9AAD-A309-93F1372E6EBD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2263038" y="3808102"/>
              <a:ext cx="235386" cy="82899"/>
            </a:xfrm>
            <a:custGeom>
              <a:avLst/>
              <a:gdLst>
                <a:gd name="connsiteX0" fmla="*/ 223482 w 235386"/>
                <a:gd name="connsiteY0" fmla="*/ 14288 h 82899"/>
                <a:gd name="connsiteX1" fmla="*/ 235517 w 235386"/>
                <a:gd name="connsiteY1" fmla="*/ 7202 h 82899"/>
                <a:gd name="connsiteX2" fmla="*/ 223836 w 235386"/>
                <a:gd name="connsiteY2" fmla="*/ 117 h 82899"/>
                <a:gd name="connsiteX3" fmla="*/ 11811 w 235386"/>
                <a:gd name="connsiteY3" fmla="*/ 117 h 82899"/>
                <a:gd name="connsiteX4" fmla="*/ 130 w 235386"/>
                <a:gd name="connsiteY4" fmla="*/ 7202 h 82899"/>
                <a:gd name="connsiteX5" fmla="*/ 12165 w 235386"/>
                <a:gd name="connsiteY5" fmla="*/ 14288 h 82899"/>
                <a:gd name="connsiteX6" fmla="*/ 223482 w 235386"/>
                <a:gd name="connsiteY6" fmla="*/ 14288 h 82899"/>
                <a:gd name="connsiteX7" fmla="*/ 223836 w 235386"/>
                <a:gd name="connsiteY7" fmla="*/ 83017 h 82899"/>
                <a:gd name="connsiteX8" fmla="*/ 235517 w 235386"/>
                <a:gd name="connsiteY8" fmla="*/ 75931 h 82899"/>
                <a:gd name="connsiteX9" fmla="*/ 223482 w 235386"/>
                <a:gd name="connsiteY9" fmla="*/ 68846 h 82899"/>
                <a:gd name="connsiteX10" fmla="*/ 12165 w 235386"/>
                <a:gd name="connsiteY10" fmla="*/ 68846 h 82899"/>
                <a:gd name="connsiteX11" fmla="*/ 130 w 235386"/>
                <a:gd name="connsiteY11" fmla="*/ 75931 h 82899"/>
                <a:gd name="connsiteX12" fmla="*/ 11811 w 235386"/>
                <a:gd name="connsiteY12" fmla="*/ 83017 h 82899"/>
                <a:gd name="connsiteX13" fmla="*/ 223836 w 235386"/>
                <a:gd name="connsiteY13" fmla="*/ 83017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386" h="82899">
                  <a:moveTo>
                    <a:pt x="223482" y="14288"/>
                  </a:moveTo>
                  <a:cubicBezTo>
                    <a:pt x="228792" y="14288"/>
                    <a:pt x="235517" y="14288"/>
                    <a:pt x="235517" y="7202"/>
                  </a:cubicBezTo>
                  <a:cubicBezTo>
                    <a:pt x="235517" y="117"/>
                    <a:pt x="228792" y="117"/>
                    <a:pt x="223836" y="117"/>
                  </a:cubicBezTo>
                  <a:lnTo>
                    <a:pt x="11811" y="117"/>
                  </a:lnTo>
                  <a:cubicBezTo>
                    <a:pt x="6856" y="117"/>
                    <a:pt x="130" y="117"/>
                    <a:pt x="130" y="7202"/>
                  </a:cubicBezTo>
                  <a:cubicBezTo>
                    <a:pt x="130" y="14288"/>
                    <a:pt x="6856" y="14288"/>
                    <a:pt x="12165" y="14288"/>
                  </a:cubicBezTo>
                  <a:lnTo>
                    <a:pt x="223482" y="14288"/>
                  </a:lnTo>
                  <a:close/>
                  <a:moveTo>
                    <a:pt x="223836" y="83017"/>
                  </a:moveTo>
                  <a:cubicBezTo>
                    <a:pt x="228792" y="83017"/>
                    <a:pt x="235517" y="83017"/>
                    <a:pt x="235517" y="75931"/>
                  </a:cubicBezTo>
                  <a:cubicBezTo>
                    <a:pt x="235517" y="68846"/>
                    <a:pt x="228792" y="68846"/>
                    <a:pt x="223482" y="68846"/>
                  </a:cubicBezTo>
                  <a:lnTo>
                    <a:pt x="12165" y="68846"/>
                  </a:lnTo>
                  <a:cubicBezTo>
                    <a:pt x="6856" y="68846"/>
                    <a:pt x="130" y="68846"/>
                    <a:pt x="130" y="75931"/>
                  </a:cubicBezTo>
                  <a:cubicBezTo>
                    <a:pt x="130" y="83017"/>
                    <a:pt x="6856" y="83017"/>
                    <a:pt x="11811" y="83017"/>
                  </a:cubicBezTo>
                  <a:lnTo>
                    <a:pt x="223836" y="83017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0AF41473-F1DD-79D0-10BB-8EA13A4AFC85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2621800" y="3695444"/>
              <a:ext cx="221228" cy="242675"/>
            </a:xfrm>
            <a:custGeom>
              <a:avLst/>
              <a:gdLst>
                <a:gd name="connsiteX0" fmla="*/ 86862 w 221228"/>
                <a:gd name="connsiteY0" fmla="*/ 123758 h 242675"/>
                <a:gd name="connsiteX1" fmla="*/ 125090 w 221228"/>
                <a:gd name="connsiteY1" fmla="*/ 131197 h 242675"/>
                <a:gd name="connsiteX2" fmla="*/ 143497 w 221228"/>
                <a:gd name="connsiteY2" fmla="*/ 163436 h 242675"/>
                <a:gd name="connsiteX3" fmla="*/ 149868 w 221228"/>
                <a:gd name="connsiteY3" fmla="*/ 173002 h 242675"/>
                <a:gd name="connsiteX4" fmla="*/ 155885 w 221228"/>
                <a:gd name="connsiteY4" fmla="*/ 161665 h 242675"/>
                <a:gd name="connsiteX5" fmla="*/ 155885 w 221228"/>
                <a:gd name="connsiteY5" fmla="*/ 65657 h 242675"/>
                <a:gd name="connsiteX6" fmla="*/ 149868 w 221228"/>
                <a:gd name="connsiteY6" fmla="*/ 54321 h 242675"/>
                <a:gd name="connsiteX7" fmla="*/ 143497 w 221228"/>
                <a:gd name="connsiteY7" fmla="*/ 62469 h 242675"/>
                <a:gd name="connsiteX8" fmla="*/ 86862 w 221228"/>
                <a:gd name="connsiteY8" fmla="*/ 111004 h 242675"/>
                <a:gd name="connsiteX9" fmla="*/ 86862 w 221228"/>
                <a:gd name="connsiteY9" fmla="*/ 36253 h 242675"/>
                <a:gd name="connsiteX10" fmla="*/ 102083 w 221228"/>
                <a:gd name="connsiteY10" fmla="*/ 12517 h 242675"/>
                <a:gd name="connsiteX11" fmla="*/ 119073 w 221228"/>
                <a:gd name="connsiteY11" fmla="*/ 12517 h 242675"/>
                <a:gd name="connsiteX12" fmla="*/ 192698 w 221228"/>
                <a:gd name="connsiteY12" fmla="*/ 61406 h 242675"/>
                <a:gd name="connsiteX13" fmla="*/ 199069 w 221228"/>
                <a:gd name="connsiteY13" fmla="*/ 69554 h 242675"/>
                <a:gd name="connsiteX14" fmla="*/ 205087 w 221228"/>
                <a:gd name="connsiteY14" fmla="*/ 57863 h 242675"/>
                <a:gd name="connsiteX15" fmla="*/ 205087 w 221228"/>
                <a:gd name="connsiteY15" fmla="*/ 11808 h 242675"/>
                <a:gd name="connsiteX16" fmla="*/ 193406 w 221228"/>
                <a:gd name="connsiteY16" fmla="*/ 117 h 242675"/>
                <a:gd name="connsiteX17" fmla="*/ 12176 w 221228"/>
                <a:gd name="connsiteY17" fmla="*/ 117 h 242675"/>
                <a:gd name="connsiteX18" fmla="*/ 141 w 221228"/>
                <a:gd name="connsiteY18" fmla="*/ 6494 h 242675"/>
                <a:gd name="connsiteX19" fmla="*/ 9698 w 221228"/>
                <a:gd name="connsiteY19" fmla="*/ 12517 h 242675"/>
                <a:gd name="connsiteX20" fmla="*/ 31290 w 221228"/>
                <a:gd name="connsiteY20" fmla="*/ 32710 h 242675"/>
                <a:gd name="connsiteX21" fmla="*/ 31290 w 221228"/>
                <a:gd name="connsiteY21" fmla="*/ 210200 h 242675"/>
                <a:gd name="connsiteX22" fmla="*/ 11468 w 221228"/>
                <a:gd name="connsiteY22" fmla="*/ 230394 h 242675"/>
                <a:gd name="connsiteX23" fmla="*/ 141 w 221228"/>
                <a:gd name="connsiteY23" fmla="*/ 236416 h 242675"/>
                <a:gd name="connsiteX24" fmla="*/ 12176 w 221228"/>
                <a:gd name="connsiteY24" fmla="*/ 242793 h 242675"/>
                <a:gd name="connsiteX25" fmla="*/ 199777 w 221228"/>
                <a:gd name="connsiteY25" fmla="*/ 242793 h 242675"/>
                <a:gd name="connsiteX26" fmla="*/ 211104 w 221228"/>
                <a:gd name="connsiteY26" fmla="*/ 237833 h 242675"/>
                <a:gd name="connsiteX27" fmla="*/ 221369 w 221228"/>
                <a:gd name="connsiteY27" fmla="*/ 176544 h 242675"/>
                <a:gd name="connsiteX28" fmla="*/ 215351 w 221228"/>
                <a:gd name="connsiteY28" fmla="*/ 170167 h 242675"/>
                <a:gd name="connsiteX29" fmla="*/ 208980 w 221228"/>
                <a:gd name="connsiteY29" fmla="*/ 175127 h 242675"/>
                <a:gd name="connsiteX30" fmla="*/ 177477 w 221228"/>
                <a:gd name="connsiteY30" fmla="*/ 214451 h 242675"/>
                <a:gd name="connsiteX31" fmla="*/ 121551 w 221228"/>
                <a:gd name="connsiteY31" fmla="*/ 230394 h 242675"/>
                <a:gd name="connsiteX32" fmla="*/ 102083 w 221228"/>
                <a:gd name="connsiteY32" fmla="*/ 230394 h 242675"/>
                <a:gd name="connsiteX33" fmla="*/ 86862 w 221228"/>
                <a:gd name="connsiteY33" fmla="*/ 206657 h 242675"/>
                <a:gd name="connsiteX34" fmla="*/ 86862 w 221228"/>
                <a:gd name="connsiteY34" fmla="*/ 123758 h 242675"/>
                <a:gd name="connsiteX35" fmla="*/ 192698 w 221228"/>
                <a:gd name="connsiteY35" fmla="*/ 12517 h 242675"/>
                <a:gd name="connsiteX36" fmla="*/ 192698 w 221228"/>
                <a:gd name="connsiteY36" fmla="*/ 29522 h 242675"/>
                <a:gd name="connsiteX37" fmla="*/ 172522 w 221228"/>
                <a:gd name="connsiteY37" fmla="*/ 12517 h 242675"/>
                <a:gd name="connsiteX38" fmla="*/ 192698 w 221228"/>
                <a:gd name="connsiteY38" fmla="*/ 12517 h 242675"/>
                <a:gd name="connsiteX39" fmla="*/ 123675 w 221228"/>
                <a:gd name="connsiteY39" fmla="*/ 116318 h 242675"/>
                <a:gd name="connsiteX40" fmla="*/ 143497 w 221228"/>
                <a:gd name="connsiteY40" fmla="*/ 101084 h 242675"/>
                <a:gd name="connsiteX41" fmla="*/ 143497 w 221228"/>
                <a:gd name="connsiteY41" fmla="*/ 130843 h 242675"/>
                <a:gd name="connsiteX42" fmla="*/ 123675 w 221228"/>
                <a:gd name="connsiteY42" fmla="*/ 116672 h 242675"/>
                <a:gd name="connsiteX43" fmla="*/ 123675 w 221228"/>
                <a:gd name="connsiteY43" fmla="*/ 116318 h 242675"/>
                <a:gd name="connsiteX44" fmla="*/ 43678 w 221228"/>
                <a:gd name="connsiteY44" fmla="*/ 32001 h 242675"/>
                <a:gd name="connsiteX45" fmla="*/ 40847 w 221228"/>
                <a:gd name="connsiteY45" fmla="*/ 12517 h 242675"/>
                <a:gd name="connsiteX46" fmla="*/ 78367 w 221228"/>
                <a:gd name="connsiteY46" fmla="*/ 12517 h 242675"/>
                <a:gd name="connsiteX47" fmla="*/ 74473 w 221228"/>
                <a:gd name="connsiteY47" fmla="*/ 35544 h 242675"/>
                <a:gd name="connsiteX48" fmla="*/ 74473 w 221228"/>
                <a:gd name="connsiteY48" fmla="*/ 207366 h 242675"/>
                <a:gd name="connsiteX49" fmla="*/ 78367 w 221228"/>
                <a:gd name="connsiteY49" fmla="*/ 230394 h 242675"/>
                <a:gd name="connsiteX50" fmla="*/ 40847 w 221228"/>
                <a:gd name="connsiteY50" fmla="*/ 230394 h 242675"/>
                <a:gd name="connsiteX51" fmla="*/ 43678 w 221228"/>
                <a:gd name="connsiteY51" fmla="*/ 210909 h 242675"/>
                <a:gd name="connsiteX52" fmla="*/ 43678 w 221228"/>
                <a:gd name="connsiteY52" fmla="*/ 32001 h 242675"/>
                <a:gd name="connsiteX53" fmla="*/ 175353 w 221228"/>
                <a:gd name="connsiteY53" fmla="*/ 230394 h 242675"/>
                <a:gd name="connsiteX54" fmla="*/ 175353 w 221228"/>
                <a:gd name="connsiteY54" fmla="*/ 230039 h 242675"/>
                <a:gd name="connsiteX55" fmla="*/ 203317 w 221228"/>
                <a:gd name="connsiteY55" fmla="*/ 210554 h 242675"/>
                <a:gd name="connsiteX56" fmla="*/ 200131 w 221228"/>
                <a:gd name="connsiteY56" fmla="*/ 230394 h 242675"/>
                <a:gd name="connsiteX57" fmla="*/ 175353 w 221228"/>
                <a:gd name="connsiteY57" fmla="*/ 230394 h 242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221228" h="242675">
                  <a:moveTo>
                    <a:pt x="86862" y="123758"/>
                  </a:moveTo>
                  <a:cubicBezTo>
                    <a:pt x="95711" y="123758"/>
                    <a:pt x="112702" y="123758"/>
                    <a:pt x="125090" y="131197"/>
                  </a:cubicBezTo>
                  <a:cubicBezTo>
                    <a:pt x="142081" y="142180"/>
                    <a:pt x="143497" y="161311"/>
                    <a:pt x="143497" y="163436"/>
                  </a:cubicBezTo>
                  <a:cubicBezTo>
                    <a:pt x="143851" y="168396"/>
                    <a:pt x="143851" y="173002"/>
                    <a:pt x="149868" y="173002"/>
                  </a:cubicBezTo>
                  <a:cubicBezTo>
                    <a:pt x="155885" y="173002"/>
                    <a:pt x="155885" y="168042"/>
                    <a:pt x="155885" y="161665"/>
                  </a:cubicBezTo>
                  <a:lnTo>
                    <a:pt x="155885" y="65657"/>
                  </a:lnTo>
                  <a:cubicBezTo>
                    <a:pt x="155885" y="59989"/>
                    <a:pt x="155885" y="54321"/>
                    <a:pt x="149868" y="54321"/>
                  </a:cubicBezTo>
                  <a:cubicBezTo>
                    <a:pt x="143851" y="54321"/>
                    <a:pt x="143497" y="59635"/>
                    <a:pt x="143497" y="62469"/>
                  </a:cubicBezTo>
                  <a:cubicBezTo>
                    <a:pt x="141373" y="108170"/>
                    <a:pt x="105268" y="110650"/>
                    <a:pt x="86862" y="111004"/>
                  </a:cubicBezTo>
                  <a:lnTo>
                    <a:pt x="86862" y="36253"/>
                  </a:lnTo>
                  <a:cubicBezTo>
                    <a:pt x="86862" y="12517"/>
                    <a:pt x="93588" y="12517"/>
                    <a:pt x="102083" y="12517"/>
                  </a:cubicBezTo>
                  <a:lnTo>
                    <a:pt x="119073" y="12517"/>
                  </a:lnTo>
                  <a:cubicBezTo>
                    <a:pt x="166858" y="12517"/>
                    <a:pt x="190574" y="36961"/>
                    <a:pt x="192698" y="61406"/>
                  </a:cubicBezTo>
                  <a:cubicBezTo>
                    <a:pt x="193052" y="64240"/>
                    <a:pt x="193406" y="69554"/>
                    <a:pt x="199069" y="69554"/>
                  </a:cubicBezTo>
                  <a:cubicBezTo>
                    <a:pt x="205087" y="69554"/>
                    <a:pt x="205087" y="63886"/>
                    <a:pt x="205087" y="57863"/>
                  </a:cubicBezTo>
                  <a:lnTo>
                    <a:pt x="205087" y="11808"/>
                  </a:lnTo>
                  <a:cubicBezTo>
                    <a:pt x="205087" y="826"/>
                    <a:pt x="204379" y="117"/>
                    <a:pt x="193406" y="117"/>
                  </a:cubicBezTo>
                  <a:lnTo>
                    <a:pt x="12176" y="117"/>
                  </a:lnTo>
                  <a:cubicBezTo>
                    <a:pt x="5804" y="117"/>
                    <a:pt x="141" y="117"/>
                    <a:pt x="141" y="6494"/>
                  </a:cubicBezTo>
                  <a:cubicBezTo>
                    <a:pt x="141" y="12517"/>
                    <a:pt x="6866" y="12517"/>
                    <a:pt x="9698" y="12517"/>
                  </a:cubicBezTo>
                  <a:cubicBezTo>
                    <a:pt x="29874" y="12517"/>
                    <a:pt x="31290" y="15351"/>
                    <a:pt x="31290" y="32710"/>
                  </a:cubicBezTo>
                  <a:lnTo>
                    <a:pt x="31290" y="210200"/>
                  </a:lnTo>
                  <a:cubicBezTo>
                    <a:pt x="31290" y="226851"/>
                    <a:pt x="30228" y="230394"/>
                    <a:pt x="11468" y="230394"/>
                  </a:cubicBezTo>
                  <a:cubicBezTo>
                    <a:pt x="6158" y="230394"/>
                    <a:pt x="141" y="230394"/>
                    <a:pt x="141" y="236416"/>
                  </a:cubicBezTo>
                  <a:cubicBezTo>
                    <a:pt x="141" y="242793"/>
                    <a:pt x="5804" y="242793"/>
                    <a:pt x="12176" y="242793"/>
                  </a:cubicBezTo>
                  <a:lnTo>
                    <a:pt x="199777" y="242793"/>
                  </a:lnTo>
                  <a:cubicBezTo>
                    <a:pt x="206502" y="242793"/>
                    <a:pt x="210042" y="242793"/>
                    <a:pt x="211104" y="237833"/>
                  </a:cubicBezTo>
                  <a:cubicBezTo>
                    <a:pt x="211458" y="237479"/>
                    <a:pt x="221369" y="178316"/>
                    <a:pt x="221369" y="176544"/>
                  </a:cubicBezTo>
                  <a:cubicBezTo>
                    <a:pt x="221369" y="172647"/>
                    <a:pt x="218183" y="170167"/>
                    <a:pt x="215351" y="170167"/>
                  </a:cubicBezTo>
                  <a:cubicBezTo>
                    <a:pt x="210396" y="170167"/>
                    <a:pt x="208980" y="174773"/>
                    <a:pt x="208980" y="175127"/>
                  </a:cubicBezTo>
                  <a:cubicBezTo>
                    <a:pt x="206856" y="184338"/>
                    <a:pt x="203317" y="199218"/>
                    <a:pt x="177477" y="214451"/>
                  </a:cubicBezTo>
                  <a:cubicBezTo>
                    <a:pt x="159071" y="225434"/>
                    <a:pt x="141019" y="230394"/>
                    <a:pt x="121551" y="230394"/>
                  </a:cubicBezTo>
                  <a:lnTo>
                    <a:pt x="102083" y="230394"/>
                  </a:lnTo>
                  <a:cubicBezTo>
                    <a:pt x="93588" y="230394"/>
                    <a:pt x="86862" y="230394"/>
                    <a:pt x="86862" y="206657"/>
                  </a:cubicBezTo>
                  <a:lnTo>
                    <a:pt x="86862" y="123758"/>
                  </a:lnTo>
                  <a:close/>
                  <a:moveTo>
                    <a:pt x="192698" y="12517"/>
                  </a:moveTo>
                  <a:lnTo>
                    <a:pt x="192698" y="29522"/>
                  </a:lnTo>
                  <a:cubicBezTo>
                    <a:pt x="186680" y="22790"/>
                    <a:pt x="179955" y="17122"/>
                    <a:pt x="172522" y="12517"/>
                  </a:cubicBezTo>
                  <a:lnTo>
                    <a:pt x="192698" y="12517"/>
                  </a:lnTo>
                  <a:close/>
                  <a:moveTo>
                    <a:pt x="123675" y="116318"/>
                  </a:moveTo>
                  <a:cubicBezTo>
                    <a:pt x="129338" y="113838"/>
                    <a:pt x="137125" y="108524"/>
                    <a:pt x="143497" y="101084"/>
                  </a:cubicBezTo>
                  <a:lnTo>
                    <a:pt x="143497" y="130843"/>
                  </a:lnTo>
                  <a:cubicBezTo>
                    <a:pt x="135001" y="121278"/>
                    <a:pt x="124028" y="116672"/>
                    <a:pt x="123675" y="116672"/>
                  </a:cubicBezTo>
                  <a:lnTo>
                    <a:pt x="123675" y="116318"/>
                  </a:lnTo>
                  <a:close/>
                  <a:moveTo>
                    <a:pt x="43678" y="32001"/>
                  </a:moveTo>
                  <a:cubicBezTo>
                    <a:pt x="43678" y="27750"/>
                    <a:pt x="43678" y="18893"/>
                    <a:pt x="40847" y="12517"/>
                  </a:cubicBezTo>
                  <a:lnTo>
                    <a:pt x="78367" y="12517"/>
                  </a:lnTo>
                  <a:cubicBezTo>
                    <a:pt x="74473" y="20665"/>
                    <a:pt x="74473" y="32356"/>
                    <a:pt x="74473" y="35544"/>
                  </a:cubicBezTo>
                  <a:lnTo>
                    <a:pt x="74473" y="207366"/>
                  </a:lnTo>
                  <a:cubicBezTo>
                    <a:pt x="74473" y="220120"/>
                    <a:pt x="76951" y="227205"/>
                    <a:pt x="78367" y="230394"/>
                  </a:cubicBezTo>
                  <a:lnTo>
                    <a:pt x="40847" y="230394"/>
                  </a:lnTo>
                  <a:cubicBezTo>
                    <a:pt x="43678" y="224017"/>
                    <a:pt x="43678" y="215160"/>
                    <a:pt x="43678" y="210909"/>
                  </a:cubicBezTo>
                  <a:lnTo>
                    <a:pt x="43678" y="32001"/>
                  </a:lnTo>
                  <a:close/>
                  <a:moveTo>
                    <a:pt x="175353" y="230394"/>
                  </a:moveTo>
                  <a:lnTo>
                    <a:pt x="175353" y="230039"/>
                  </a:lnTo>
                  <a:cubicBezTo>
                    <a:pt x="186680" y="224371"/>
                    <a:pt x="196237" y="216931"/>
                    <a:pt x="203317" y="210554"/>
                  </a:cubicBezTo>
                  <a:cubicBezTo>
                    <a:pt x="202963" y="211971"/>
                    <a:pt x="200485" y="227559"/>
                    <a:pt x="200131" y="230394"/>
                  </a:cubicBezTo>
                  <a:lnTo>
                    <a:pt x="175353" y="230394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588586FA-C924-4D7E-73E6-7A7C02186ED5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2894590" y="3672416"/>
              <a:ext cx="48493" cy="354271"/>
            </a:xfrm>
            <a:custGeom>
              <a:avLst/>
              <a:gdLst>
                <a:gd name="connsiteX0" fmla="*/ 48641 w 48493"/>
                <a:gd name="connsiteY0" fmla="*/ 354389 h 354271"/>
                <a:gd name="connsiteX1" fmla="*/ 48641 w 48493"/>
                <a:gd name="connsiteY1" fmla="*/ 340218 h 354271"/>
                <a:gd name="connsiteX2" fmla="*/ 14306 w 48493"/>
                <a:gd name="connsiteY2" fmla="*/ 340218 h 354271"/>
                <a:gd name="connsiteX3" fmla="*/ 14306 w 48493"/>
                <a:gd name="connsiteY3" fmla="*/ 14288 h 354271"/>
                <a:gd name="connsiteX4" fmla="*/ 48641 w 48493"/>
                <a:gd name="connsiteY4" fmla="*/ 14288 h 354271"/>
                <a:gd name="connsiteX5" fmla="*/ 48641 w 48493"/>
                <a:gd name="connsiteY5" fmla="*/ 117 h 354271"/>
                <a:gd name="connsiteX6" fmla="*/ 147 w 48493"/>
                <a:gd name="connsiteY6" fmla="*/ 117 h 354271"/>
                <a:gd name="connsiteX7" fmla="*/ 147 w 48493"/>
                <a:gd name="connsiteY7" fmla="*/ 354389 h 354271"/>
                <a:gd name="connsiteX8" fmla="*/ 48641 w 48493"/>
                <a:gd name="connsiteY8" fmla="*/ 354389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641" y="354389"/>
                  </a:moveTo>
                  <a:lnTo>
                    <a:pt x="48641" y="340218"/>
                  </a:lnTo>
                  <a:lnTo>
                    <a:pt x="14306" y="340218"/>
                  </a:lnTo>
                  <a:lnTo>
                    <a:pt x="14306" y="14288"/>
                  </a:lnTo>
                  <a:lnTo>
                    <a:pt x="48641" y="14288"/>
                  </a:lnTo>
                  <a:lnTo>
                    <a:pt x="48641" y="117"/>
                  </a:lnTo>
                  <a:lnTo>
                    <a:pt x="147" y="117"/>
                  </a:lnTo>
                  <a:lnTo>
                    <a:pt x="147" y="354389"/>
                  </a:lnTo>
                  <a:lnTo>
                    <a:pt x="48641" y="354389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E81194CA-9B82-BC75-EC18-EBC40517D25E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2960703" y="3696152"/>
              <a:ext cx="291667" cy="241967"/>
            </a:xfrm>
            <a:custGeom>
              <a:avLst/>
              <a:gdLst>
                <a:gd name="connsiteX0" fmla="*/ 162266 w 291667"/>
                <a:gd name="connsiteY0" fmla="*/ 96479 h 241967"/>
                <a:gd name="connsiteX1" fmla="*/ 132533 w 291667"/>
                <a:gd name="connsiteY1" fmla="*/ 25979 h 241967"/>
                <a:gd name="connsiteX2" fmla="*/ 130763 w 291667"/>
                <a:gd name="connsiteY2" fmla="*/ 21373 h 241967"/>
                <a:gd name="connsiteX3" fmla="*/ 151647 w 291667"/>
                <a:gd name="connsiteY3" fmla="*/ 11099 h 241967"/>
                <a:gd name="connsiteX4" fmla="*/ 158726 w 291667"/>
                <a:gd name="connsiteY4" fmla="*/ 4368 h 241967"/>
                <a:gd name="connsiteX5" fmla="*/ 153417 w 291667"/>
                <a:gd name="connsiteY5" fmla="*/ 117 h 241967"/>
                <a:gd name="connsiteX6" fmla="*/ 108817 w 291667"/>
                <a:gd name="connsiteY6" fmla="*/ 1180 h 241967"/>
                <a:gd name="connsiteX7" fmla="*/ 69173 w 291667"/>
                <a:gd name="connsiteY7" fmla="*/ 117 h 241967"/>
                <a:gd name="connsiteX8" fmla="*/ 62802 w 291667"/>
                <a:gd name="connsiteY8" fmla="*/ 7202 h 241967"/>
                <a:gd name="connsiteX9" fmla="*/ 70943 w 291667"/>
                <a:gd name="connsiteY9" fmla="*/ 11099 h 241967"/>
                <a:gd name="connsiteX10" fmla="*/ 97491 w 291667"/>
                <a:gd name="connsiteY10" fmla="*/ 22436 h 241967"/>
                <a:gd name="connsiteX11" fmla="*/ 139258 w 291667"/>
                <a:gd name="connsiteY11" fmla="*/ 121278 h 241967"/>
                <a:gd name="connsiteX12" fmla="*/ 64572 w 291667"/>
                <a:gd name="connsiteY12" fmla="*/ 201698 h 241967"/>
                <a:gd name="connsiteX13" fmla="*/ 59970 w 291667"/>
                <a:gd name="connsiteY13" fmla="*/ 205594 h 241967"/>
                <a:gd name="connsiteX14" fmla="*/ 7937 w 291667"/>
                <a:gd name="connsiteY14" fmla="*/ 231102 h 241967"/>
                <a:gd name="connsiteX15" fmla="*/ 150 w 291667"/>
                <a:gd name="connsiteY15" fmla="*/ 238187 h 241967"/>
                <a:gd name="connsiteX16" fmla="*/ 4752 w 291667"/>
                <a:gd name="connsiteY16" fmla="*/ 242084 h 241967"/>
                <a:gd name="connsiteX17" fmla="*/ 38024 w 291667"/>
                <a:gd name="connsiteY17" fmla="*/ 241022 h 241967"/>
                <a:gd name="connsiteX18" fmla="*/ 77668 w 291667"/>
                <a:gd name="connsiteY18" fmla="*/ 242084 h 241967"/>
                <a:gd name="connsiteX19" fmla="*/ 84040 w 291667"/>
                <a:gd name="connsiteY19" fmla="*/ 234999 h 241967"/>
                <a:gd name="connsiteX20" fmla="*/ 79792 w 291667"/>
                <a:gd name="connsiteY20" fmla="*/ 231102 h 241967"/>
                <a:gd name="connsiteX21" fmla="*/ 65634 w 291667"/>
                <a:gd name="connsiteY21" fmla="*/ 220120 h 241967"/>
                <a:gd name="connsiteX22" fmla="*/ 75191 w 291667"/>
                <a:gd name="connsiteY22" fmla="*/ 204177 h 241967"/>
                <a:gd name="connsiteX23" fmla="*/ 111295 w 291667"/>
                <a:gd name="connsiteY23" fmla="*/ 165916 h 241967"/>
                <a:gd name="connsiteX24" fmla="*/ 143152 w 291667"/>
                <a:gd name="connsiteY24" fmla="*/ 131198 h 241967"/>
                <a:gd name="connsiteX25" fmla="*/ 178903 w 291667"/>
                <a:gd name="connsiteY25" fmla="*/ 215868 h 241967"/>
                <a:gd name="connsiteX26" fmla="*/ 180672 w 291667"/>
                <a:gd name="connsiteY26" fmla="*/ 220828 h 241967"/>
                <a:gd name="connsiteX27" fmla="*/ 160142 w 291667"/>
                <a:gd name="connsiteY27" fmla="*/ 231102 h 241967"/>
                <a:gd name="connsiteX28" fmla="*/ 153063 w 291667"/>
                <a:gd name="connsiteY28" fmla="*/ 237833 h 241967"/>
                <a:gd name="connsiteX29" fmla="*/ 158373 w 291667"/>
                <a:gd name="connsiteY29" fmla="*/ 242084 h 241967"/>
                <a:gd name="connsiteX30" fmla="*/ 202972 w 291667"/>
                <a:gd name="connsiteY30" fmla="*/ 241022 h 241967"/>
                <a:gd name="connsiteX31" fmla="*/ 242262 w 291667"/>
                <a:gd name="connsiteY31" fmla="*/ 242084 h 241967"/>
                <a:gd name="connsiteX32" fmla="*/ 248988 w 291667"/>
                <a:gd name="connsiteY32" fmla="*/ 235353 h 241967"/>
                <a:gd name="connsiteX33" fmla="*/ 242616 w 291667"/>
                <a:gd name="connsiteY33" fmla="*/ 231102 h 241967"/>
                <a:gd name="connsiteX34" fmla="*/ 212175 w 291667"/>
                <a:gd name="connsiteY34" fmla="*/ 215514 h 241967"/>
                <a:gd name="connsiteX35" fmla="*/ 166514 w 291667"/>
                <a:gd name="connsiteY35" fmla="*/ 106044 h 241967"/>
                <a:gd name="connsiteX36" fmla="*/ 239077 w 291667"/>
                <a:gd name="connsiteY36" fmla="*/ 29167 h 241967"/>
                <a:gd name="connsiteX37" fmla="*/ 284030 w 291667"/>
                <a:gd name="connsiteY37" fmla="*/ 11099 h 241967"/>
                <a:gd name="connsiteX38" fmla="*/ 291817 w 291667"/>
                <a:gd name="connsiteY38" fmla="*/ 4014 h 241967"/>
                <a:gd name="connsiteX39" fmla="*/ 287216 w 291667"/>
                <a:gd name="connsiteY39" fmla="*/ 117 h 241967"/>
                <a:gd name="connsiteX40" fmla="*/ 253943 w 291667"/>
                <a:gd name="connsiteY40" fmla="*/ 1180 h 241967"/>
                <a:gd name="connsiteX41" fmla="*/ 214653 w 291667"/>
                <a:gd name="connsiteY41" fmla="*/ 117 h 241967"/>
                <a:gd name="connsiteX42" fmla="*/ 207928 w 291667"/>
                <a:gd name="connsiteY42" fmla="*/ 7202 h 241967"/>
                <a:gd name="connsiteX43" fmla="*/ 212175 w 291667"/>
                <a:gd name="connsiteY43" fmla="*/ 11099 h 241967"/>
                <a:gd name="connsiteX44" fmla="*/ 226334 w 291667"/>
                <a:gd name="connsiteY44" fmla="*/ 22082 h 241967"/>
                <a:gd name="connsiteX45" fmla="*/ 219608 w 291667"/>
                <a:gd name="connsiteY45" fmla="*/ 34836 h 241967"/>
                <a:gd name="connsiteX46" fmla="*/ 162266 w 291667"/>
                <a:gd name="connsiteY46" fmla="*/ 96479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1667" h="241967">
                  <a:moveTo>
                    <a:pt x="162266" y="96479"/>
                  </a:moveTo>
                  <a:lnTo>
                    <a:pt x="132533" y="25979"/>
                  </a:lnTo>
                  <a:cubicBezTo>
                    <a:pt x="131471" y="23145"/>
                    <a:pt x="130763" y="21728"/>
                    <a:pt x="130763" y="21373"/>
                  </a:cubicBezTo>
                  <a:cubicBezTo>
                    <a:pt x="130763" y="19248"/>
                    <a:pt x="136781" y="12517"/>
                    <a:pt x="151647" y="11099"/>
                  </a:cubicBezTo>
                  <a:cubicBezTo>
                    <a:pt x="155187" y="10745"/>
                    <a:pt x="158726" y="10391"/>
                    <a:pt x="158726" y="4368"/>
                  </a:cubicBezTo>
                  <a:cubicBezTo>
                    <a:pt x="158726" y="117"/>
                    <a:pt x="154479" y="117"/>
                    <a:pt x="153417" y="117"/>
                  </a:cubicBezTo>
                  <a:cubicBezTo>
                    <a:pt x="138904" y="117"/>
                    <a:pt x="123684" y="1180"/>
                    <a:pt x="108817" y="1180"/>
                  </a:cubicBezTo>
                  <a:cubicBezTo>
                    <a:pt x="99968" y="1180"/>
                    <a:pt x="78022" y="117"/>
                    <a:pt x="69173" y="117"/>
                  </a:cubicBezTo>
                  <a:cubicBezTo>
                    <a:pt x="67050" y="117"/>
                    <a:pt x="62802" y="117"/>
                    <a:pt x="62802" y="7202"/>
                  </a:cubicBezTo>
                  <a:cubicBezTo>
                    <a:pt x="62802" y="11099"/>
                    <a:pt x="66342" y="11099"/>
                    <a:pt x="70943" y="11099"/>
                  </a:cubicBezTo>
                  <a:cubicBezTo>
                    <a:pt x="92181" y="11099"/>
                    <a:pt x="94305" y="14642"/>
                    <a:pt x="97491" y="22436"/>
                  </a:cubicBezTo>
                  <a:lnTo>
                    <a:pt x="139258" y="121278"/>
                  </a:lnTo>
                  <a:lnTo>
                    <a:pt x="64572" y="201698"/>
                  </a:lnTo>
                  <a:lnTo>
                    <a:pt x="59970" y="205594"/>
                  </a:lnTo>
                  <a:cubicBezTo>
                    <a:pt x="42626" y="224371"/>
                    <a:pt x="25990" y="230039"/>
                    <a:pt x="7937" y="231102"/>
                  </a:cubicBezTo>
                  <a:cubicBezTo>
                    <a:pt x="3336" y="231456"/>
                    <a:pt x="150" y="231456"/>
                    <a:pt x="150" y="238187"/>
                  </a:cubicBezTo>
                  <a:cubicBezTo>
                    <a:pt x="150" y="238542"/>
                    <a:pt x="150" y="242084"/>
                    <a:pt x="4752" y="242084"/>
                  </a:cubicBezTo>
                  <a:cubicBezTo>
                    <a:pt x="15371" y="242084"/>
                    <a:pt x="27052" y="241022"/>
                    <a:pt x="38024" y="241022"/>
                  </a:cubicBezTo>
                  <a:cubicBezTo>
                    <a:pt x="51121" y="241022"/>
                    <a:pt x="64926" y="242084"/>
                    <a:pt x="77668" y="242084"/>
                  </a:cubicBezTo>
                  <a:cubicBezTo>
                    <a:pt x="79792" y="242084"/>
                    <a:pt x="84040" y="242084"/>
                    <a:pt x="84040" y="234999"/>
                  </a:cubicBezTo>
                  <a:cubicBezTo>
                    <a:pt x="84040" y="231456"/>
                    <a:pt x="80500" y="231102"/>
                    <a:pt x="79792" y="231102"/>
                  </a:cubicBezTo>
                  <a:cubicBezTo>
                    <a:pt x="76607" y="230748"/>
                    <a:pt x="65634" y="230039"/>
                    <a:pt x="65634" y="220120"/>
                  </a:cubicBezTo>
                  <a:cubicBezTo>
                    <a:pt x="65634" y="214451"/>
                    <a:pt x="70943" y="208783"/>
                    <a:pt x="75191" y="204177"/>
                  </a:cubicBezTo>
                  <a:lnTo>
                    <a:pt x="111295" y="165916"/>
                  </a:lnTo>
                  <a:lnTo>
                    <a:pt x="143152" y="131198"/>
                  </a:lnTo>
                  <a:lnTo>
                    <a:pt x="178903" y="215868"/>
                  </a:lnTo>
                  <a:cubicBezTo>
                    <a:pt x="180318" y="219765"/>
                    <a:pt x="180672" y="220120"/>
                    <a:pt x="180672" y="220828"/>
                  </a:cubicBezTo>
                  <a:cubicBezTo>
                    <a:pt x="180672" y="223662"/>
                    <a:pt x="173947" y="229685"/>
                    <a:pt x="160142" y="231102"/>
                  </a:cubicBezTo>
                  <a:cubicBezTo>
                    <a:pt x="156249" y="231456"/>
                    <a:pt x="153063" y="231811"/>
                    <a:pt x="153063" y="237833"/>
                  </a:cubicBezTo>
                  <a:cubicBezTo>
                    <a:pt x="153063" y="242084"/>
                    <a:pt x="156957" y="242084"/>
                    <a:pt x="158373" y="242084"/>
                  </a:cubicBezTo>
                  <a:cubicBezTo>
                    <a:pt x="168284" y="242084"/>
                    <a:pt x="193061" y="241022"/>
                    <a:pt x="202972" y="241022"/>
                  </a:cubicBezTo>
                  <a:cubicBezTo>
                    <a:pt x="211821" y="241022"/>
                    <a:pt x="233413" y="242084"/>
                    <a:pt x="242262" y="242084"/>
                  </a:cubicBezTo>
                  <a:cubicBezTo>
                    <a:pt x="244740" y="242084"/>
                    <a:pt x="248988" y="242084"/>
                    <a:pt x="248988" y="235353"/>
                  </a:cubicBezTo>
                  <a:cubicBezTo>
                    <a:pt x="248988" y="231102"/>
                    <a:pt x="245448" y="231102"/>
                    <a:pt x="242616" y="231102"/>
                  </a:cubicBezTo>
                  <a:cubicBezTo>
                    <a:pt x="218901" y="230748"/>
                    <a:pt x="218193" y="229685"/>
                    <a:pt x="212175" y="215514"/>
                  </a:cubicBezTo>
                  <a:cubicBezTo>
                    <a:pt x="198371" y="182567"/>
                    <a:pt x="174655" y="127301"/>
                    <a:pt x="166514" y="106044"/>
                  </a:cubicBezTo>
                  <a:cubicBezTo>
                    <a:pt x="190583" y="81245"/>
                    <a:pt x="227750" y="39087"/>
                    <a:pt x="239077" y="29167"/>
                  </a:cubicBezTo>
                  <a:cubicBezTo>
                    <a:pt x="249342" y="20665"/>
                    <a:pt x="262792" y="12162"/>
                    <a:pt x="284030" y="11099"/>
                  </a:cubicBezTo>
                  <a:cubicBezTo>
                    <a:pt x="288632" y="10745"/>
                    <a:pt x="291817" y="10745"/>
                    <a:pt x="291817" y="4014"/>
                  </a:cubicBezTo>
                  <a:cubicBezTo>
                    <a:pt x="291817" y="3660"/>
                    <a:pt x="291817" y="117"/>
                    <a:pt x="287216" y="117"/>
                  </a:cubicBezTo>
                  <a:cubicBezTo>
                    <a:pt x="276597" y="117"/>
                    <a:pt x="264916" y="1180"/>
                    <a:pt x="253943" y="1180"/>
                  </a:cubicBezTo>
                  <a:cubicBezTo>
                    <a:pt x="240846" y="1180"/>
                    <a:pt x="227396" y="117"/>
                    <a:pt x="214653" y="117"/>
                  </a:cubicBezTo>
                  <a:cubicBezTo>
                    <a:pt x="212529" y="117"/>
                    <a:pt x="207928" y="117"/>
                    <a:pt x="207928" y="7202"/>
                  </a:cubicBezTo>
                  <a:cubicBezTo>
                    <a:pt x="207928" y="9682"/>
                    <a:pt x="209697" y="10745"/>
                    <a:pt x="212175" y="11099"/>
                  </a:cubicBezTo>
                  <a:cubicBezTo>
                    <a:pt x="215361" y="11454"/>
                    <a:pt x="226334" y="12162"/>
                    <a:pt x="226334" y="22082"/>
                  </a:cubicBezTo>
                  <a:cubicBezTo>
                    <a:pt x="226334" y="27042"/>
                    <a:pt x="222440" y="31647"/>
                    <a:pt x="219608" y="34836"/>
                  </a:cubicBezTo>
                  <a:lnTo>
                    <a:pt x="162266" y="96479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EBC593D2-0E1B-FA1B-14DA-EAEB23FBD795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3287782" y="3627178"/>
              <a:ext cx="109516" cy="164665"/>
            </a:xfrm>
            <a:custGeom>
              <a:avLst/>
              <a:gdLst>
                <a:gd name="connsiteX0" fmla="*/ 109676 w 109516"/>
                <a:gd name="connsiteY0" fmla="*/ 119644 h 164665"/>
                <a:gd name="connsiteX1" fmla="*/ 101252 w 109516"/>
                <a:gd name="connsiteY1" fmla="*/ 119644 h 164665"/>
                <a:gd name="connsiteX2" fmla="*/ 94809 w 109516"/>
                <a:gd name="connsiteY2" fmla="*/ 142211 h 164665"/>
                <a:gd name="connsiteX3" fmla="*/ 70280 w 109516"/>
                <a:gd name="connsiteY3" fmla="*/ 143699 h 164665"/>
                <a:gd name="connsiteX4" fmla="*/ 24689 w 109516"/>
                <a:gd name="connsiteY4" fmla="*/ 143699 h 164665"/>
                <a:gd name="connsiteX5" fmla="*/ 74244 w 109516"/>
                <a:gd name="connsiteY5" fmla="*/ 102037 h 164665"/>
                <a:gd name="connsiteX6" fmla="*/ 109676 w 109516"/>
                <a:gd name="connsiteY6" fmla="*/ 48471 h 164665"/>
                <a:gd name="connsiteX7" fmla="*/ 51697 w 109516"/>
                <a:gd name="connsiteY7" fmla="*/ 113 h 164665"/>
                <a:gd name="connsiteX8" fmla="*/ 159 w 109516"/>
                <a:gd name="connsiteY8" fmla="*/ 44503 h 164665"/>
                <a:gd name="connsiteX9" fmla="*/ 13291 w 109516"/>
                <a:gd name="connsiteY9" fmla="*/ 58391 h 164665"/>
                <a:gd name="connsiteX10" fmla="*/ 26423 w 109516"/>
                <a:gd name="connsiteY10" fmla="*/ 45247 h 164665"/>
                <a:gd name="connsiteX11" fmla="*/ 11805 w 109516"/>
                <a:gd name="connsiteY11" fmla="*/ 32104 h 164665"/>
                <a:gd name="connsiteX12" fmla="*/ 47980 w 109516"/>
                <a:gd name="connsiteY12" fmla="*/ 9041 h 164665"/>
                <a:gd name="connsiteX13" fmla="*/ 85642 w 109516"/>
                <a:gd name="connsiteY13" fmla="*/ 48471 h 164665"/>
                <a:gd name="connsiteX14" fmla="*/ 62351 w 109516"/>
                <a:gd name="connsiteY14" fmla="*/ 96085 h 164665"/>
                <a:gd name="connsiteX15" fmla="*/ 2637 w 109516"/>
                <a:gd name="connsiteY15" fmla="*/ 155107 h 164665"/>
                <a:gd name="connsiteX16" fmla="*/ 159 w 109516"/>
                <a:gd name="connsiteY16" fmla="*/ 164778 h 164665"/>
                <a:gd name="connsiteX17" fmla="*/ 102243 w 109516"/>
                <a:gd name="connsiteY17" fmla="*/ 164778 h 164665"/>
                <a:gd name="connsiteX18" fmla="*/ 109676 w 109516"/>
                <a:gd name="connsiteY18" fmla="*/ 119644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516" h="164665">
                  <a:moveTo>
                    <a:pt x="109676" y="119644"/>
                  </a:moveTo>
                  <a:lnTo>
                    <a:pt x="101252" y="119644"/>
                  </a:lnTo>
                  <a:cubicBezTo>
                    <a:pt x="100508" y="125100"/>
                    <a:pt x="98031" y="139731"/>
                    <a:pt x="94809" y="142211"/>
                  </a:cubicBezTo>
                  <a:cubicBezTo>
                    <a:pt x="92827" y="143699"/>
                    <a:pt x="73749" y="143699"/>
                    <a:pt x="70280" y="143699"/>
                  </a:cubicBezTo>
                  <a:lnTo>
                    <a:pt x="24689" y="143699"/>
                  </a:lnTo>
                  <a:cubicBezTo>
                    <a:pt x="50705" y="120636"/>
                    <a:pt x="59378" y="113692"/>
                    <a:pt x="74244" y="102037"/>
                  </a:cubicBezTo>
                  <a:cubicBezTo>
                    <a:pt x="92579" y="87405"/>
                    <a:pt x="109676" y="72030"/>
                    <a:pt x="109676" y="48471"/>
                  </a:cubicBezTo>
                  <a:cubicBezTo>
                    <a:pt x="109676" y="18464"/>
                    <a:pt x="83412" y="113"/>
                    <a:pt x="51697" y="113"/>
                  </a:cubicBezTo>
                  <a:cubicBezTo>
                    <a:pt x="20972" y="113"/>
                    <a:pt x="159" y="21688"/>
                    <a:pt x="159" y="44503"/>
                  </a:cubicBezTo>
                  <a:cubicBezTo>
                    <a:pt x="159" y="57151"/>
                    <a:pt x="10814" y="58391"/>
                    <a:pt x="13291" y="58391"/>
                  </a:cubicBezTo>
                  <a:cubicBezTo>
                    <a:pt x="19238" y="58391"/>
                    <a:pt x="26423" y="54175"/>
                    <a:pt x="26423" y="45247"/>
                  </a:cubicBezTo>
                  <a:cubicBezTo>
                    <a:pt x="26423" y="40783"/>
                    <a:pt x="24689" y="32104"/>
                    <a:pt x="11805" y="32104"/>
                  </a:cubicBezTo>
                  <a:cubicBezTo>
                    <a:pt x="19486" y="14496"/>
                    <a:pt x="36334" y="9041"/>
                    <a:pt x="47980" y="9041"/>
                  </a:cubicBezTo>
                  <a:cubicBezTo>
                    <a:pt x="72757" y="9041"/>
                    <a:pt x="85642" y="28384"/>
                    <a:pt x="85642" y="48471"/>
                  </a:cubicBezTo>
                  <a:cubicBezTo>
                    <a:pt x="85642" y="70046"/>
                    <a:pt x="70280" y="87157"/>
                    <a:pt x="62351" y="96085"/>
                  </a:cubicBezTo>
                  <a:lnTo>
                    <a:pt x="2637" y="155107"/>
                  </a:lnTo>
                  <a:cubicBezTo>
                    <a:pt x="159" y="157339"/>
                    <a:pt x="159" y="157835"/>
                    <a:pt x="159" y="164778"/>
                  </a:cubicBezTo>
                  <a:lnTo>
                    <a:pt x="102243" y="164778"/>
                  </a:lnTo>
                  <a:lnTo>
                    <a:pt x="109676" y="119644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A12E28D6-580E-489B-FB93-1E63C38F15A8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3438753" y="3672416"/>
              <a:ext cx="48493" cy="354271"/>
            </a:xfrm>
            <a:custGeom>
              <a:avLst/>
              <a:gdLst>
                <a:gd name="connsiteX0" fmla="*/ 48657 w 48493"/>
                <a:gd name="connsiteY0" fmla="*/ 117 h 354271"/>
                <a:gd name="connsiteX1" fmla="*/ 164 w 48493"/>
                <a:gd name="connsiteY1" fmla="*/ 117 h 354271"/>
                <a:gd name="connsiteX2" fmla="*/ 164 w 48493"/>
                <a:gd name="connsiteY2" fmla="*/ 14288 h 354271"/>
                <a:gd name="connsiteX3" fmla="*/ 34498 w 48493"/>
                <a:gd name="connsiteY3" fmla="*/ 14288 h 354271"/>
                <a:gd name="connsiteX4" fmla="*/ 34498 w 48493"/>
                <a:gd name="connsiteY4" fmla="*/ 340218 h 354271"/>
                <a:gd name="connsiteX5" fmla="*/ 164 w 48493"/>
                <a:gd name="connsiteY5" fmla="*/ 340218 h 354271"/>
                <a:gd name="connsiteX6" fmla="*/ 164 w 48493"/>
                <a:gd name="connsiteY6" fmla="*/ 354389 h 354271"/>
                <a:gd name="connsiteX7" fmla="*/ 48657 w 48493"/>
                <a:gd name="connsiteY7" fmla="*/ 354389 h 354271"/>
                <a:gd name="connsiteX8" fmla="*/ 48657 w 48493"/>
                <a:gd name="connsiteY8" fmla="*/ 117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657" y="117"/>
                  </a:moveTo>
                  <a:lnTo>
                    <a:pt x="164" y="117"/>
                  </a:lnTo>
                  <a:lnTo>
                    <a:pt x="164" y="14288"/>
                  </a:lnTo>
                  <a:lnTo>
                    <a:pt x="34498" y="14288"/>
                  </a:lnTo>
                  <a:lnTo>
                    <a:pt x="34498" y="340218"/>
                  </a:lnTo>
                  <a:lnTo>
                    <a:pt x="164" y="340218"/>
                  </a:lnTo>
                  <a:lnTo>
                    <a:pt x="164" y="354389"/>
                  </a:lnTo>
                  <a:lnTo>
                    <a:pt x="48657" y="354389"/>
                  </a:lnTo>
                  <a:lnTo>
                    <a:pt x="48657" y="117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D8E662C7-C67E-E3EE-E3B5-E95186D56832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3534245" y="3695444"/>
              <a:ext cx="221228" cy="242675"/>
            </a:xfrm>
            <a:custGeom>
              <a:avLst/>
              <a:gdLst>
                <a:gd name="connsiteX0" fmla="*/ 86888 w 221228"/>
                <a:gd name="connsiteY0" fmla="*/ 123758 h 242675"/>
                <a:gd name="connsiteX1" fmla="*/ 125116 w 221228"/>
                <a:gd name="connsiteY1" fmla="*/ 131197 h 242675"/>
                <a:gd name="connsiteX2" fmla="*/ 143522 w 221228"/>
                <a:gd name="connsiteY2" fmla="*/ 163436 h 242675"/>
                <a:gd name="connsiteX3" fmla="*/ 149894 w 221228"/>
                <a:gd name="connsiteY3" fmla="*/ 173002 h 242675"/>
                <a:gd name="connsiteX4" fmla="*/ 155911 w 221228"/>
                <a:gd name="connsiteY4" fmla="*/ 161665 h 242675"/>
                <a:gd name="connsiteX5" fmla="*/ 155911 w 221228"/>
                <a:gd name="connsiteY5" fmla="*/ 65657 h 242675"/>
                <a:gd name="connsiteX6" fmla="*/ 149894 w 221228"/>
                <a:gd name="connsiteY6" fmla="*/ 54321 h 242675"/>
                <a:gd name="connsiteX7" fmla="*/ 143522 w 221228"/>
                <a:gd name="connsiteY7" fmla="*/ 62469 h 242675"/>
                <a:gd name="connsiteX8" fmla="*/ 86888 w 221228"/>
                <a:gd name="connsiteY8" fmla="*/ 111004 h 242675"/>
                <a:gd name="connsiteX9" fmla="*/ 86888 w 221228"/>
                <a:gd name="connsiteY9" fmla="*/ 36253 h 242675"/>
                <a:gd name="connsiteX10" fmla="*/ 102108 w 221228"/>
                <a:gd name="connsiteY10" fmla="*/ 12517 h 242675"/>
                <a:gd name="connsiteX11" fmla="*/ 119099 w 221228"/>
                <a:gd name="connsiteY11" fmla="*/ 12517 h 242675"/>
                <a:gd name="connsiteX12" fmla="*/ 192723 w 221228"/>
                <a:gd name="connsiteY12" fmla="*/ 61406 h 242675"/>
                <a:gd name="connsiteX13" fmla="*/ 199095 w 221228"/>
                <a:gd name="connsiteY13" fmla="*/ 69554 h 242675"/>
                <a:gd name="connsiteX14" fmla="*/ 205112 w 221228"/>
                <a:gd name="connsiteY14" fmla="*/ 57863 h 242675"/>
                <a:gd name="connsiteX15" fmla="*/ 205112 w 221228"/>
                <a:gd name="connsiteY15" fmla="*/ 11808 h 242675"/>
                <a:gd name="connsiteX16" fmla="*/ 193431 w 221228"/>
                <a:gd name="connsiteY16" fmla="*/ 117 h 242675"/>
                <a:gd name="connsiteX17" fmla="*/ 12201 w 221228"/>
                <a:gd name="connsiteY17" fmla="*/ 117 h 242675"/>
                <a:gd name="connsiteX18" fmla="*/ 166 w 221228"/>
                <a:gd name="connsiteY18" fmla="*/ 6494 h 242675"/>
                <a:gd name="connsiteX19" fmla="*/ 9723 w 221228"/>
                <a:gd name="connsiteY19" fmla="*/ 12517 h 242675"/>
                <a:gd name="connsiteX20" fmla="*/ 31315 w 221228"/>
                <a:gd name="connsiteY20" fmla="*/ 32710 h 242675"/>
                <a:gd name="connsiteX21" fmla="*/ 31315 w 221228"/>
                <a:gd name="connsiteY21" fmla="*/ 210200 h 242675"/>
                <a:gd name="connsiteX22" fmla="*/ 11493 w 221228"/>
                <a:gd name="connsiteY22" fmla="*/ 230394 h 242675"/>
                <a:gd name="connsiteX23" fmla="*/ 166 w 221228"/>
                <a:gd name="connsiteY23" fmla="*/ 236416 h 242675"/>
                <a:gd name="connsiteX24" fmla="*/ 12201 w 221228"/>
                <a:gd name="connsiteY24" fmla="*/ 242793 h 242675"/>
                <a:gd name="connsiteX25" fmla="*/ 199803 w 221228"/>
                <a:gd name="connsiteY25" fmla="*/ 242793 h 242675"/>
                <a:gd name="connsiteX26" fmla="*/ 211130 w 221228"/>
                <a:gd name="connsiteY26" fmla="*/ 237833 h 242675"/>
                <a:gd name="connsiteX27" fmla="*/ 221395 w 221228"/>
                <a:gd name="connsiteY27" fmla="*/ 176544 h 242675"/>
                <a:gd name="connsiteX28" fmla="*/ 215377 w 221228"/>
                <a:gd name="connsiteY28" fmla="*/ 170167 h 242675"/>
                <a:gd name="connsiteX29" fmla="*/ 209006 w 221228"/>
                <a:gd name="connsiteY29" fmla="*/ 175127 h 242675"/>
                <a:gd name="connsiteX30" fmla="*/ 177503 w 221228"/>
                <a:gd name="connsiteY30" fmla="*/ 214451 h 242675"/>
                <a:gd name="connsiteX31" fmla="*/ 121576 w 221228"/>
                <a:gd name="connsiteY31" fmla="*/ 230394 h 242675"/>
                <a:gd name="connsiteX32" fmla="*/ 102108 w 221228"/>
                <a:gd name="connsiteY32" fmla="*/ 230394 h 242675"/>
                <a:gd name="connsiteX33" fmla="*/ 86888 w 221228"/>
                <a:gd name="connsiteY33" fmla="*/ 206657 h 242675"/>
                <a:gd name="connsiteX34" fmla="*/ 86888 w 221228"/>
                <a:gd name="connsiteY34" fmla="*/ 123758 h 242675"/>
                <a:gd name="connsiteX35" fmla="*/ 192723 w 221228"/>
                <a:gd name="connsiteY35" fmla="*/ 12517 h 242675"/>
                <a:gd name="connsiteX36" fmla="*/ 192723 w 221228"/>
                <a:gd name="connsiteY36" fmla="*/ 29522 h 242675"/>
                <a:gd name="connsiteX37" fmla="*/ 172547 w 221228"/>
                <a:gd name="connsiteY37" fmla="*/ 12517 h 242675"/>
                <a:gd name="connsiteX38" fmla="*/ 192723 w 221228"/>
                <a:gd name="connsiteY38" fmla="*/ 12517 h 242675"/>
                <a:gd name="connsiteX39" fmla="*/ 123700 w 221228"/>
                <a:gd name="connsiteY39" fmla="*/ 116318 h 242675"/>
                <a:gd name="connsiteX40" fmla="*/ 143522 w 221228"/>
                <a:gd name="connsiteY40" fmla="*/ 101084 h 242675"/>
                <a:gd name="connsiteX41" fmla="*/ 143522 w 221228"/>
                <a:gd name="connsiteY41" fmla="*/ 130843 h 242675"/>
                <a:gd name="connsiteX42" fmla="*/ 123700 w 221228"/>
                <a:gd name="connsiteY42" fmla="*/ 116672 h 242675"/>
                <a:gd name="connsiteX43" fmla="*/ 123700 w 221228"/>
                <a:gd name="connsiteY43" fmla="*/ 116318 h 242675"/>
                <a:gd name="connsiteX44" fmla="*/ 43704 w 221228"/>
                <a:gd name="connsiteY44" fmla="*/ 32001 h 242675"/>
                <a:gd name="connsiteX45" fmla="*/ 40872 w 221228"/>
                <a:gd name="connsiteY45" fmla="*/ 12517 h 242675"/>
                <a:gd name="connsiteX46" fmla="*/ 78393 w 221228"/>
                <a:gd name="connsiteY46" fmla="*/ 12517 h 242675"/>
                <a:gd name="connsiteX47" fmla="*/ 74499 w 221228"/>
                <a:gd name="connsiteY47" fmla="*/ 35544 h 242675"/>
                <a:gd name="connsiteX48" fmla="*/ 74499 w 221228"/>
                <a:gd name="connsiteY48" fmla="*/ 207366 h 242675"/>
                <a:gd name="connsiteX49" fmla="*/ 78393 w 221228"/>
                <a:gd name="connsiteY49" fmla="*/ 230394 h 242675"/>
                <a:gd name="connsiteX50" fmla="*/ 40872 w 221228"/>
                <a:gd name="connsiteY50" fmla="*/ 230394 h 242675"/>
                <a:gd name="connsiteX51" fmla="*/ 43704 w 221228"/>
                <a:gd name="connsiteY51" fmla="*/ 210909 h 242675"/>
                <a:gd name="connsiteX52" fmla="*/ 43704 w 221228"/>
                <a:gd name="connsiteY52" fmla="*/ 32001 h 242675"/>
                <a:gd name="connsiteX53" fmla="*/ 175379 w 221228"/>
                <a:gd name="connsiteY53" fmla="*/ 230394 h 242675"/>
                <a:gd name="connsiteX54" fmla="*/ 175379 w 221228"/>
                <a:gd name="connsiteY54" fmla="*/ 230039 h 242675"/>
                <a:gd name="connsiteX55" fmla="*/ 203342 w 221228"/>
                <a:gd name="connsiteY55" fmla="*/ 210554 h 242675"/>
                <a:gd name="connsiteX56" fmla="*/ 200157 w 221228"/>
                <a:gd name="connsiteY56" fmla="*/ 230394 h 242675"/>
                <a:gd name="connsiteX57" fmla="*/ 175379 w 221228"/>
                <a:gd name="connsiteY57" fmla="*/ 230394 h 242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221228" h="242675">
                  <a:moveTo>
                    <a:pt x="86888" y="123758"/>
                  </a:moveTo>
                  <a:cubicBezTo>
                    <a:pt x="95737" y="123758"/>
                    <a:pt x="112727" y="123758"/>
                    <a:pt x="125116" y="131197"/>
                  </a:cubicBezTo>
                  <a:cubicBezTo>
                    <a:pt x="142106" y="142180"/>
                    <a:pt x="143522" y="161311"/>
                    <a:pt x="143522" y="163436"/>
                  </a:cubicBezTo>
                  <a:cubicBezTo>
                    <a:pt x="143876" y="168396"/>
                    <a:pt x="143876" y="173002"/>
                    <a:pt x="149894" y="173002"/>
                  </a:cubicBezTo>
                  <a:cubicBezTo>
                    <a:pt x="155911" y="173002"/>
                    <a:pt x="155911" y="168042"/>
                    <a:pt x="155911" y="161665"/>
                  </a:cubicBezTo>
                  <a:lnTo>
                    <a:pt x="155911" y="65657"/>
                  </a:lnTo>
                  <a:cubicBezTo>
                    <a:pt x="155911" y="59989"/>
                    <a:pt x="155911" y="54321"/>
                    <a:pt x="149894" y="54321"/>
                  </a:cubicBezTo>
                  <a:cubicBezTo>
                    <a:pt x="143876" y="54321"/>
                    <a:pt x="143522" y="59635"/>
                    <a:pt x="143522" y="62469"/>
                  </a:cubicBezTo>
                  <a:cubicBezTo>
                    <a:pt x="141398" y="108170"/>
                    <a:pt x="105294" y="110650"/>
                    <a:pt x="86888" y="111004"/>
                  </a:cubicBezTo>
                  <a:lnTo>
                    <a:pt x="86888" y="36253"/>
                  </a:lnTo>
                  <a:cubicBezTo>
                    <a:pt x="86888" y="12517"/>
                    <a:pt x="93613" y="12517"/>
                    <a:pt x="102108" y="12517"/>
                  </a:cubicBezTo>
                  <a:lnTo>
                    <a:pt x="119099" y="12517"/>
                  </a:lnTo>
                  <a:cubicBezTo>
                    <a:pt x="166884" y="12517"/>
                    <a:pt x="190600" y="36961"/>
                    <a:pt x="192723" y="61406"/>
                  </a:cubicBezTo>
                  <a:cubicBezTo>
                    <a:pt x="193077" y="64240"/>
                    <a:pt x="193431" y="69554"/>
                    <a:pt x="199095" y="69554"/>
                  </a:cubicBezTo>
                  <a:cubicBezTo>
                    <a:pt x="205112" y="69554"/>
                    <a:pt x="205112" y="63886"/>
                    <a:pt x="205112" y="57863"/>
                  </a:cubicBezTo>
                  <a:lnTo>
                    <a:pt x="205112" y="11808"/>
                  </a:lnTo>
                  <a:cubicBezTo>
                    <a:pt x="205112" y="826"/>
                    <a:pt x="204404" y="117"/>
                    <a:pt x="193431" y="117"/>
                  </a:cubicBezTo>
                  <a:lnTo>
                    <a:pt x="12201" y="117"/>
                  </a:lnTo>
                  <a:cubicBezTo>
                    <a:pt x="5830" y="117"/>
                    <a:pt x="166" y="117"/>
                    <a:pt x="166" y="6494"/>
                  </a:cubicBezTo>
                  <a:cubicBezTo>
                    <a:pt x="166" y="12517"/>
                    <a:pt x="6892" y="12517"/>
                    <a:pt x="9723" y="12517"/>
                  </a:cubicBezTo>
                  <a:cubicBezTo>
                    <a:pt x="29899" y="12517"/>
                    <a:pt x="31315" y="15351"/>
                    <a:pt x="31315" y="32710"/>
                  </a:cubicBezTo>
                  <a:lnTo>
                    <a:pt x="31315" y="210200"/>
                  </a:lnTo>
                  <a:cubicBezTo>
                    <a:pt x="31315" y="226851"/>
                    <a:pt x="30253" y="230394"/>
                    <a:pt x="11493" y="230394"/>
                  </a:cubicBezTo>
                  <a:cubicBezTo>
                    <a:pt x="6184" y="230394"/>
                    <a:pt x="166" y="230394"/>
                    <a:pt x="166" y="236416"/>
                  </a:cubicBezTo>
                  <a:cubicBezTo>
                    <a:pt x="166" y="242793"/>
                    <a:pt x="5830" y="242793"/>
                    <a:pt x="12201" y="242793"/>
                  </a:cubicBezTo>
                  <a:lnTo>
                    <a:pt x="199803" y="242793"/>
                  </a:lnTo>
                  <a:cubicBezTo>
                    <a:pt x="206528" y="242793"/>
                    <a:pt x="210068" y="242793"/>
                    <a:pt x="211130" y="237833"/>
                  </a:cubicBezTo>
                  <a:cubicBezTo>
                    <a:pt x="211484" y="237479"/>
                    <a:pt x="221395" y="178316"/>
                    <a:pt x="221395" y="176544"/>
                  </a:cubicBezTo>
                  <a:cubicBezTo>
                    <a:pt x="221395" y="172647"/>
                    <a:pt x="218209" y="170167"/>
                    <a:pt x="215377" y="170167"/>
                  </a:cubicBezTo>
                  <a:cubicBezTo>
                    <a:pt x="210422" y="170167"/>
                    <a:pt x="209006" y="174773"/>
                    <a:pt x="209006" y="175127"/>
                  </a:cubicBezTo>
                  <a:cubicBezTo>
                    <a:pt x="206882" y="184338"/>
                    <a:pt x="203342" y="199218"/>
                    <a:pt x="177503" y="214451"/>
                  </a:cubicBezTo>
                  <a:cubicBezTo>
                    <a:pt x="159097" y="225434"/>
                    <a:pt x="141045" y="230394"/>
                    <a:pt x="121576" y="230394"/>
                  </a:cubicBezTo>
                  <a:lnTo>
                    <a:pt x="102108" y="230394"/>
                  </a:lnTo>
                  <a:cubicBezTo>
                    <a:pt x="93613" y="230394"/>
                    <a:pt x="86888" y="230394"/>
                    <a:pt x="86888" y="206657"/>
                  </a:cubicBezTo>
                  <a:lnTo>
                    <a:pt x="86888" y="123758"/>
                  </a:lnTo>
                  <a:close/>
                  <a:moveTo>
                    <a:pt x="192723" y="12517"/>
                  </a:moveTo>
                  <a:lnTo>
                    <a:pt x="192723" y="29522"/>
                  </a:lnTo>
                  <a:cubicBezTo>
                    <a:pt x="186706" y="22790"/>
                    <a:pt x="179981" y="17122"/>
                    <a:pt x="172547" y="12517"/>
                  </a:cubicBezTo>
                  <a:lnTo>
                    <a:pt x="192723" y="12517"/>
                  </a:lnTo>
                  <a:close/>
                  <a:moveTo>
                    <a:pt x="123700" y="116318"/>
                  </a:moveTo>
                  <a:cubicBezTo>
                    <a:pt x="129364" y="113838"/>
                    <a:pt x="137151" y="108524"/>
                    <a:pt x="143522" y="101084"/>
                  </a:cubicBezTo>
                  <a:lnTo>
                    <a:pt x="143522" y="130843"/>
                  </a:lnTo>
                  <a:cubicBezTo>
                    <a:pt x="135027" y="121278"/>
                    <a:pt x="124054" y="116672"/>
                    <a:pt x="123700" y="116672"/>
                  </a:cubicBezTo>
                  <a:lnTo>
                    <a:pt x="123700" y="116318"/>
                  </a:lnTo>
                  <a:close/>
                  <a:moveTo>
                    <a:pt x="43704" y="32001"/>
                  </a:moveTo>
                  <a:cubicBezTo>
                    <a:pt x="43704" y="27750"/>
                    <a:pt x="43704" y="18893"/>
                    <a:pt x="40872" y="12517"/>
                  </a:cubicBezTo>
                  <a:lnTo>
                    <a:pt x="78393" y="12517"/>
                  </a:lnTo>
                  <a:cubicBezTo>
                    <a:pt x="74499" y="20665"/>
                    <a:pt x="74499" y="32356"/>
                    <a:pt x="74499" y="35544"/>
                  </a:cubicBezTo>
                  <a:lnTo>
                    <a:pt x="74499" y="207366"/>
                  </a:lnTo>
                  <a:cubicBezTo>
                    <a:pt x="74499" y="220120"/>
                    <a:pt x="76977" y="227205"/>
                    <a:pt x="78393" y="230394"/>
                  </a:cubicBezTo>
                  <a:lnTo>
                    <a:pt x="40872" y="230394"/>
                  </a:lnTo>
                  <a:cubicBezTo>
                    <a:pt x="43704" y="224017"/>
                    <a:pt x="43704" y="215160"/>
                    <a:pt x="43704" y="210909"/>
                  </a:cubicBezTo>
                  <a:lnTo>
                    <a:pt x="43704" y="32001"/>
                  </a:lnTo>
                  <a:close/>
                  <a:moveTo>
                    <a:pt x="175379" y="230394"/>
                  </a:moveTo>
                  <a:lnTo>
                    <a:pt x="175379" y="230039"/>
                  </a:lnTo>
                  <a:cubicBezTo>
                    <a:pt x="186706" y="224371"/>
                    <a:pt x="196263" y="216931"/>
                    <a:pt x="203342" y="210554"/>
                  </a:cubicBezTo>
                  <a:cubicBezTo>
                    <a:pt x="202988" y="211971"/>
                    <a:pt x="200511" y="227559"/>
                    <a:pt x="200157" y="230394"/>
                  </a:cubicBezTo>
                  <a:lnTo>
                    <a:pt x="175379" y="230394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C008CC95-C95D-46D9-D982-C16C53FDB9A7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3807035" y="3672416"/>
              <a:ext cx="48493" cy="354271"/>
            </a:xfrm>
            <a:custGeom>
              <a:avLst/>
              <a:gdLst>
                <a:gd name="connsiteX0" fmla="*/ 48666 w 48493"/>
                <a:gd name="connsiteY0" fmla="*/ 354389 h 354271"/>
                <a:gd name="connsiteX1" fmla="*/ 48666 w 48493"/>
                <a:gd name="connsiteY1" fmla="*/ 340218 h 354271"/>
                <a:gd name="connsiteX2" fmla="*/ 14332 w 48493"/>
                <a:gd name="connsiteY2" fmla="*/ 340218 h 354271"/>
                <a:gd name="connsiteX3" fmla="*/ 14332 w 48493"/>
                <a:gd name="connsiteY3" fmla="*/ 14288 h 354271"/>
                <a:gd name="connsiteX4" fmla="*/ 48666 w 48493"/>
                <a:gd name="connsiteY4" fmla="*/ 14288 h 354271"/>
                <a:gd name="connsiteX5" fmla="*/ 48666 w 48493"/>
                <a:gd name="connsiteY5" fmla="*/ 117 h 354271"/>
                <a:gd name="connsiteX6" fmla="*/ 173 w 48493"/>
                <a:gd name="connsiteY6" fmla="*/ 117 h 354271"/>
                <a:gd name="connsiteX7" fmla="*/ 173 w 48493"/>
                <a:gd name="connsiteY7" fmla="*/ 354389 h 354271"/>
                <a:gd name="connsiteX8" fmla="*/ 48666 w 48493"/>
                <a:gd name="connsiteY8" fmla="*/ 354389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666" y="354389"/>
                  </a:moveTo>
                  <a:lnTo>
                    <a:pt x="48666" y="340218"/>
                  </a:lnTo>
                  <a:lnTo>
                    <a:pt x="14332" y="340218"/>
                  </a:lnTo>
                  <a:lnTo>
                    <a:pt x="14332" y="14288"/>
                  </a:lnTo>
                  <a:lnTo>
                    <a:pt x="48666" y="14288"/>
                  </a:lnTo>
                  <a:lnTo>
                    <a:pt x="48666" y="117"/>
                  </a:lnTo>
                  <a:lnTo>
                    <a:pt x="173" y="117"/>
                  </a:lnTo>
                  <a:lnTo>
                    <a:pt x="173" y="354389"/>
                  </a:lnTo>
                  <a:lnTo>
                    <a:pt x="48666" y="354389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28322AE-264F-EC27-298B-07D99B81F2B6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3875979" y="3696152"/>
              <a:ext cx="257332" cy="241967"/>
            </a:xfrm>
            <a:custGeom>
              <a:avLst/>
              <a:gdLst>
                <a:gd name="connsiteX0" fmla="*/ 199104 w 257332"/>
                <a:gd name="connsiteY0" fmla="*/ 40504 h 241967"/>
                <a:gd name="connsiteX1" fmla="*/ 204060 w 257332"/>
                <a:gd name="connsiteY1" fmla="*/ 35544 h 241967"/>
                <a:gd name="connsiteX2" fmla="*/ 250429 w 257332"/>
                <a:gd name="connsiteY2" fmla="*/ 11099 h 241967"/>
                <a:gd name="connsiteX3" fmla="*/ 257508 w 257332"/>
                <a:gd name="connsiteY3" fmla="*/ 4368 h 241967"/>
                <a:gd name="connsiteX4" fmla="*/ 252907 w 257332"/>
                <a:gd name="connsiteY4" fmla="*/ 117 h 241967"/>
                <a:gd name="connsiteX5" fmla="*/ 223882 w 257332"/>
                <a:gd name="connsiteY5" fmla="*/ 1180 h 241967"/>
                <a:gd name="connsiteX6" fmla="*/ 188485 w 257332"/>
                <a:gd name="connsiteY6" fmla="*/ 117 h 241967"/>
                <a:gd name="connsiteX7" fmla="*/ 181760 w 257332"/>
                <a:gd name="connsiteY7" fmla="*/ 6848 h 241967"/>
                <a:gd name="connsiteX8" fmla="*/ 187069 w 257332"/>
                <a:gd name="connsiteY8" fmla="*/ 11099 h 241967"/>
                <a:gd name="connsiteX9" fmla="*/ 199812 w 257332"/>
                <a:gd name="connsiteY9" fmla="*/ 19248 h 241967"/>
                <a:gd name="connsiteX10" fmla="*/ 190255 w 257332"/>
                <a:gd name="connsiteY10" fmla="*/ 36253 h 241967"/>
                <a:gd name="connsiteX11" fmla="*/ 108135 w 257332"/>
                <a:gd name="connsiteY11" fmla="*/ 130843 h 241967"/>
                <a:gd name="connsiteX12" fmla="*/ 69199 w 257332"/>
                <a:gd name="connsiteY12" fmla="*/ 25625 h 241967"/>
                <a:gd name="connsiteX13" fmla="*/ 67075 w 257332"/>
                <a:gd name="connsiteY13" fmla="*/ 19602 h 241967"/>
                <a:gd name="connsiteX14" fmla="*/ 87959 w 257332"/>
                <a:gd name="connsiteY14" fmla="*/ 11099 h 241967"/>
                <a:gd name="connsiteX15" fmla="*/ 96454 w 257332"/>
                <a:gd name="connsiteY15" fmla="*/ 4014 h 241967"/>
                <a:gd name="connsiteX16" fmla="*/ 91145 w 257332"/>
                <a:gd name="connsiteY16" fmla="*/ 117 h 241967"/>
                <a:gd name="connsiteX17" fmla="*/ 46545 w 257332"/>
                <a:gd name="connsiteY17" fmla="*/ 1180 h 241967"/>
                <a:gd name="connsiteX18" fmla="*/ 6901 w 257332"/>
                <a:gd name="connsiteY18" fmla="*/ 117 h 241967"/>
                <a:gd name="connsiteX19" fmla="*/ 176 w 257332"/>
                <a:gd name="connsiteY19" fmla="*/ 7202 h 241967"/>
                <a:gd name="connsiteX20" fmla="*/ 8317 w 257332"/>
                <a:gd name="connsiteY20" fmla="*/ 11099 h 241967"/>
                <a:gd name="connsiteX21" fmla="*/ 34156 w 257332"/>
                <a:gd name="connsiteY21" fmla="*/ 23145 h 241967"/>
                <a:gd name="connsiteX22" fmla="*/ 77694 w 257332"/>
                <a:gd name="connsiteY22" fmla="*/ 139700 h 241967"/>
                <a:gd name="connsiteX23" fmla="*/ 79110 w 257332"/>
                <a:gd name="connsiteY23" fmla="*/ 145723 h 241967"/>
                <a:gd name="connsiteX24" fmla="*/ 63182 w 257332"/>
                <a:gd name="connsiteY24" fmla="*/ 210200 h 241967"/>
                <a:gd name="connsiteX25" fmla="*/ 29909 w 257332"/>
                <a:gd name="connsiteY25" fmla="*/ 231102 h 241967"/>
                <a:gd name="connsiteX26" fmla="*/ 20352 w 257332"/>
                <a:gd name="connsiteY26" fmla="*/ 238187 h 241967"/>
                <a:gd name="connsiteX27" fmla="*/ 25307 w 257332"/>
                <a:gd name="connsiteY27" fmla="*/ 242084 h 241967"/>
                <a:gd name="connsiteX28" fmla="*/ 69907 w 257332"/>
                <a:gd name="connsiteY28" fmla="*/ 241022 h 241967"/>
                <a:gd name="connsiteX29" fmla="*/ 115214 w 257332"/>
                <a:gd name="connsiteY29" fmla="*/ 242084 h 241967"/>
                <a:gd name="connsiteX30" fmla="*/ 121940 w 257332"/>
                <a:gd name="connsiteY30" fmla="*/ 234999 h 241967"/>
                <a:gd name="connsiteX31" fmla="*/ 112029 w 257332"/>
                <a:gd name="connsiteY31" fmla="*/ 231102 h 241967"/>
                <a:gd name="connsiteX32" fmla="*/ 98578 w 257332"/>
                <a:gd name="connsiteY32" fmla="*/ 230394 h 241967"/>
                <a:gd name="connsiteX33" fmla="*/ 89021 w 257332"/>
                <a:gd name="connsiteY33" fmla="*/ 224725 h 241967"/>
                <a:gd name="connsiteX34" fmla="*/ 93977 w 257332"/>
                <a:gd name="connsiteY34" fmla="*/ 202406 h 241967"/>
                <a:gd name="connsiteX35" fmla="*/ 106365 w 257332"/>
                <a:gd name="connsiteY35" fmla="*/ 152454 h 241967"/>
                <a:gd name="connsiteX36" fmla="*/ 111321 w 257332"/>
                <a:gd name="connsiteY36" fmla="*/ 141471 h 241967"/>
                <a:gd name="connsiteX37" fmla="*/ 199104 w 257332"/>
                <a:gd name="connsiteY37" fmla="*/ 40504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7332" h="241967">
                  <a:moveTo>
                    <a:pt x="199104" y="40504"/>
                  </a:moveTo>
                  <a:lnTo>
                    <a:pt x="204060" y="35544"/>
                  </a:lnTo>
                  <a:cubicBezTo>
                    <a:pt x="214679" y="24916"/>
                    <a:pt x="226359" y="12871"/>
                    <a:pt x="250429" y="11099"/>
                  </a:cubicBezTo>
                  <a:cubicBezTo>
                    <a:pt x="254323" y="10745"/>
                    <a:pt x="257508" y="10745"/>
                    <a:pt x="257508" y="4368"/>
                  </a:cubicBezTo>
                  <a:cubicBezTo>
                    <a:pt x="257508" y="1534"/>
                    <a:pt x="255739" y="117"/>
                    <a:pt x="252907" y="117"/>
                  </a:cubicBezTo>
                  <a:cubicBezTo>
                    <a:pt x="243704" y="117"/>
                    <a:pt x="233439" y="1180"/>
                    <a:pt x="223882" y="1180"/>
                  </a:cubicBezTo>
                  <a:cubicBezTo>
                    <a:pt x="212201" y="1180"/>
                    <a:pt x="199812" y="117"/>
                    <a:pt x="188485" y="117"/>
                  </a:cubicBezTo>
                  <a:cubicBezTo>
                    <a:pt x="186361" y="117"/>
                    <a:pt x="181760" y="117"/>
                    <a:pt x="181760" y="6848"/>
                  </a:cubicBezTo>
                  <a:cubicBezTo>
                    <a:pt x="181760" y="10745"/>
                    <a:pt x="185300" y="11099"/>
                    <a:pt x="187069" y="11099"/>
                  </a:cubicBezTo>
                  <a:cubicBezTo>
                    <a:pt x="189547" y="11099"/>
                    <a:pt x="199812" y="11808"/>
                    <a:pt x="199812" y="19248"/>
                  </a:cubicBezTo>
                  <a:cubicBezTo>
                    <a:pt x="199812" y="25270"/>
                    <a:pt x="191671" y="34481"/>
                    <a:pt x="190255" y="36253"/>
                  </a:cubicBezTo>
                  <a:lnTo>
                    <a:pt x="108135" y="130843"/>
                  </a:lnTo>
                  <a:lnTo>
                    <a:pt x="69199" y="25625"/>
                  </a:lnTo>
                  <a:cubicBezTo>
                    <a:pt x="67075" y="20665"/>
                    <a:pt x="67075" y="19956"/>
                    <a:pt x="67075" y="19602"/>
                  </a:cubicBezTo>
                  <a:cubicBezTo>
                    <a:pt x="67075" y="11099"/>
                    <a:pt x="84420" y="11099"/>
                    <a:pt x="87959" y="11099"/>
                  </a:cubicBezTo>
                  <a:cubicBezTo>
                    <a:pt x="92915" y="11099"/>
                    <a:pt x="96454" y="11099"/>
                    <a:pt x="96454" y="4014"/>
                  </a:cubicBezTo>
                  <a:cubicBezTo>
                    <a:pt x="96454" y="117"/>
                    <a:pt x="92207" y="117"/>
                    <a:pt x="91145" y="117"/>
                  </a:cubicBezTo>
                  <a:cubicBezTo>
                    <a:pt x="81234" y="117"/>
                    <a:pt x="56456" y="1180"/>
                    <a:pt x="46545" y="1180"/>
                  </a:cubicBezTo>
                  <a:cubicBezTo>
                    <a:pt x="37696" y="1180"/>
                    <a:pt x="15750" y="117"/>
                    <a:pt x="6901" y="117"/>
                  </a:cubicBezTo>
                  <a:cubicBezTo>
                    <a:pt x="4777" y="117"/>
                    <a:pt x="176" y="117"/>
                    <a:pt x="176" y="7202"/>
                  </a:cubicBezTo>
                  <a:cubicBezTo>
                    <a:pt x="176" y="11099"/>
                    <a:pt x="3716" y="11099"/>
                    <a:pt x="8317" y="11099"/>
                  </a:cubicBezTo>
                  <a:cubicBezTo>
                    <a:pt x="29555" y="11099"/>
                    <a:pt x="30971" y="14288"/>
                    <a:pt x="34156" y="23145"/>
                  </a:cubicBezTo>
                  <a:lnTo>
                    <a:pt x="77694" y="139700"/>
                  </a:lnTo>
                  <a:cubicBezTo>
                    <a:pt x="78048" y="140763"/>
                    <a:pt x="79110" y="144660"/>
                    <a:pt x="79110" y="145723"/>
                  </a:cubicBezTo>
                  <a:cubicBezTo>
                    <a:pt x="79110" y="146785"/>
                    <a:pt x="64951" y="203823"/>
                    <a:pt x="63182" y="210200"/>
                  </a:cubicBezTo>
                  <a:cubicBezTo>
                    <a:pt x="58580" y="229685"/>
                    <a:pt x="58226" y="230748"/>
                    <a:pt x="29909" y="231102"/>
                  </a:cubicBezTo>
                  <a:cubicBezTo>
                    <a:pt x="23184" y="231102"/>
                    <a:pt x="20352" y="231102"/>
                    <a:pt x="20352" y="238187"/>
                  </a:cubicBezTo>
                  <a:cubicBezTo>
                    <a:pt x="20352" y="242084"/>
                    <a:pt x="24599" y="242084"/>
                    <a:pt x="25307" y="242084"/>
                  </a:cubicBezTo>
                  <a:cubicBezTo>
                    <a:pt x="35218" y="242084"/>
                    <a:pt x="59996" y="241022"/>
                    <a:pt x="69907" y="241022"/>
                  </a:cubicBezTo>
                  <a:cubicBezTo>
                    <a:pt x="79818" y="241022"/>
                    <a:pt x="105303" y="242084"/>
                    <a:pt x="115214" y="242084"/>
                  </a:cubicBezTo>
                  <a:cubicBezTo>
                    <a:pt x="117692" y="242084"/>
                    <a:pt x="121940" y="242084"/>
                    <a:pt x="121940" y="234999"/>
                  </a:cubicBezTo>
                  <a:cubicBezTo>
                    <a:pt x="121940" y="231102"/>
                    <a:pt x="118754" y="231102"/>
                    <a:pt x="112029" y="231102"/>
                  </a:cubicBezTo>
                  <a:cubicBezTo>
                    <a:pt x="111321" y="231102"/>
                    <a:pt x="104596" y="231102"/>
                    <a:pt x="98578" y="230394"/>
                  </a:cubicBezTo>
                  <a:cubicBezTo>
                    <a:pt x="91145" y="229685"/>
                    <a:pt x="89021" y="228976"/>
                    <a:pt x="89021" y="224725"/>
                  </a:cubicBezTo>
                  <a:cubicBezTo>
                    <a:pt x="89021" y="222245"/>
                    <a:pt x="92207" y="209846"/>
                    <a:pt x="93977" y="202406"/>
                  </a:cubicBezTo>
                  <a:lnTo>
                    <a:pt x="106365" y="152454"/>
                  </a:lnTo>
                  <a:cubicBezTo>
                    <a:pt x="108135" y="145723"/>
                    <a:pt x="108489" y="144660"/>
                    <a:pt x="111321" y="141471"/>
                  </a:cubicBezTo>
                  <a:lnTo>
                    <a:pt x="199104" y="40504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F40C18A2-3697-FFA8-E302-DA65444697E6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4163356" y="3627178"/>
              <a:ext cx="109516" cy="164665"/>
            </a:xfrm>
            <a:custGeom>
              <a:avLst/>
              <a:gdLst>
                <a:gd name="connsiteX0" fmla="*/ 109701 w 109516"/>
                <a:gd name="connsiteY0" fmla="*/ 119644 h 164665"/>
                <a:gd name="connsiteX1" fmla="*/ 101276 w 109516"/>
                <a:gd name="connsiteY1" fmla="*/ 119644 h 164665"/>
                <a:gd name="connsiteX2" fmla="*/ 94834 w 109516"/>
                <a:gd name="connsiteY2" fmla="*/ 142211 h 164665"/>
                <a:gd name="connsiteX3" fmla="*/ 70304 w 109516"/>
                <a:gd name="connsiteY3" fmla="*/ 143699 h 164665"/>
                <a:gd name="connsiteX4" fmla="*/ 24714 w 109516"/>
                <a:gd name="connsiteY4" fmla="*/ 143699 h 164665"/>
                <a:gd name="connsiteX5" fmla="*/ 74269 w 109516"/>
                <a:gd name="connsiteY5" fmla="*/ 102037 h 164665"/>
                <a:gd name="connsiteX6" fmla="*/ 109701 w 109516"/>
                <a:gd name="connsiteY6" fmla="*/ 48471 h 164665"/>
                <a:gd name="connsiteX7" fmla="*/ 51721 w 109516"/>
                <a:gd name="connsiteY7" fmla="*/ 113 h 164665"/>
                <a:gd name="connsiteX8" fmla="*/ 184 w 109516"/>
                <a:gd name="connsiteY8" fmla="*/ 44503 h 164665"/>
                <a:gd name="connsiteX9" fmla="*/ 13316 w 109516"/>
                <a:gd name="connsiteY9" fmla="*/ 58391 h 164665"/>
                <a:gd name="connsiteX10" fmla="*/ 26448 w 109516"/>
                <a:gd name="connsiteY10" fmla="*/ 45247 h 164665"/>
                <a:gd name="connsiteX11" fmla="*/ 11829 w 109516"/>
                <a:gd name="connsiteY11" fmla="*/ 32104 h 164665"/>
                <a:gd name="connsiteX12" fmla="*/ 48005 w 109516"/>
                <a:gd name="connsiteY12" fmla="*/ 9041 h 164665"/>
                <a:gd name="connsiteX13" fmla="*/ 85666 w 109516"/>
                <a:gd name="connsiteY13" fmla="*/ 48471 h 164665"/>
                <a:gd name="connsiteX14" fmla="*/ 62375 w 109516"/>
                <a:gd name="connsiteY14" fmla="*/ 96085 h 164665"/>
                <a:gd name="connsiteX15" fmla="*/ 2662 w 109516"/>
                <a:gd name="connsiteY15" fmla="*/ 155107 h 164665"/>
                <a:gd name="connsiteX16" fmla="*/ 184 w 109516"/>
                <a:gd name="connsiteY16" fmla="*/ 164778 h 164665"/>
                <a:gd name="connsiteX17" fmla="*/ 102267 w 109516"/>
                <a:gd name="connsiteY17" fmla="*/ 164778 h 164665"/>
                <a:gd name="connsiteX18" fmla="*/ 109701 w 109516"/>
                <a:gd name="connsiteY18" fmla="*/ 119644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516" h="164665">
                  <a:moveTo>
                    <a:pt x="109701" y="119644"/>
                  </a:moveTo>
                  <a:lnTo>
                    <a:pt x="101276" y="119644"/>
                  </a:lnTo>
                  <a:cubicBezTo>
                    <a:pt x="100533" y="125100"/>
                    <a:pt x="98055" y="139731"/>
                    <a:pt x="94834" y="142211"/>
                  </a:cubicBezTo>
                  <a:cubicBezTo>
                    <a:pt x="92852" y="143699"/>
                    <a:pt x="73773" y="143699"/>
                    <a:pt x="70304" y="143699"/>
                  </a:cubicBezTo>
                  <a:lnTo>
                    <a:pt x="24714" y="143699"/>
                  </a:lnTo>
                  <a:cubicBezTo>
                    <a:pt x="50730" y="120636"/>
                    <a:pt x="59402" y="113692"/>
                    <a:pt x="74269" y="102037"/>
                  </a:cubicBezTo>
                  <a:cubicBezTo>
                    <a:pt x="92604" y="87405"/>
                    <a:pt x="109701" y="72030"/>
                    <a:pt x="109701" y="48471"/>
                  </a:cubicBezTo>
                  <a:cubicBezTo>
                    <a:pt x="109701" y="18464"/>
                    <a:pt x="83436" y="113"/>
                    <a:pt x="51721" y="113"/>
                  </a:cubicBezTo>
                  <a:cubicBezTo>
                    <a:pt x="20997" y="113"/>
                    <a:pt x="184" y="21688"/>
                    <a:pt x="184" y="44503"/>
                  </a:cubicBezTo>
                  <a:cubicBezTo>
                    <a:pt x="184" y="57151"/>
                    <a:pt x="10838" y="58391"/>
                    <a:pt x="13316" y="58391"/>
                  </a:cubicBezTo>
                  <a:cubicBezTo>
                    <a:pt x="19263" y="58391"/>
                    <a:pt x="26448" y="54175"/>
                    <a:pt x="26448" y="45247"/>
                  </a:cubicBezTo>
                  <a:cubicBezTo>
                    <a:pt x="26448" y="40783"/>
                    <a:pt x="24714" y="32104"/>
                    <a:pt x="11829" y="32104"/>
                  </a:cubicBezTo>
                  <a:cubicBezTo>
                    <a:pt x="19510" y="14496"/>
                    <a:pt x="36359" y="9041"/>
                    <a:pt x="48005" y="9041"/>
                  </a:cubicBezTo>
                  <a:cubicBezTo>
                    <a:pt x="72782" y="9041"/>
                    <a:pt x="85666" y="28384"/>
                    <a:pt x="85666" y="48471"/>
                  </a:cubicBezTo>
                  <a:cubicBezTo>
                    <a:pt x="85666" y="70046"/>
                    <a:pt x="70304" y="87157"/>
                    <a:pt x="62375" y="96085"/>
                  </a:cubicBezTo>
                  <a:lnTo>
                    <a:pt x="2662" y="155107"/>
                  </a:lnTo>
                  <a:cubicBezTo>
                    <a:pt x="184" y="157339"/>
                    <a:pt x="184" y="157835"/>
                    <a:pt x="184" y="164778"/>
                  </a:cubicBezTo>
                  <a:lnTo>
                    <a:pt x="102267" y="164778"/>
                  </a:lnTo>
                  <a:lnTo>
                    <a:pt x="109701" y="119644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D9AD34E-7A7C-CB5D-A2DA-F2B91981975D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4314327" y="3672416"/>
              <a:ext cx="48493" cy="354271"/>
            </a:xfrm>
            <a:custGeom>
              <a:avLst/>
              <a:gdLst>
                <a:gd name="connsiteX0" fmla="*/ 48682 w 48493"/>
                <a:gd name="connsiteY0" fmla="*/ 117 h 354271"/>
                <a:gd name="connsiteX1" fmla="*/ 188 w 48493"/>
                <a:gd name="connsiteY1" fmla="*/ 117 h 354271"/>
                <a:gd name="connsiteX2" fmla="*/ 188 w 48493"/>
                <a:gd name="connsiteY2" fmla="*/ 14288 h 354271"/>
                <a:gd name="connsiteX3" fmla="*/ 34523 w 48493"/>
                <a:gd name="connsiteY3" fmla="*/ 14288 h 354271"/>
                <a:gd name="connsiteX4" fmla="*/ 34523 w 48493"/>
                <a:gd name="connsiteY4" fmla="*/ 340218 h 354271"/>
                <a:gd name="connsiteX5" fmla="*/ 188 w 48493"/>
                <a:gd name="connsiteY5" fmla="*/ 340218 h 354271"/>
                <a:gd name="connsiteX6" fmla="*/ 188 w 48493"/>
                <a:gd name="connsiteY6" fmla="*/ 354389 h 354271"/>
                <a:gd name="connsiteX7" fmla="*/ 48682 w 48493"/>
                <a:gd name="connsiteY7" fmla="*/ 354389 h 354271"/>
                <a:gd name="connsiteX8" fmla="*/ 48682 w 48493"/>
                <a:gd name="connsiteY8" fmla="*/ 117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682" y="117"/>
                  </a:moveTo>
                  <a:lnTo>
                    <a:pt x="188" y="117"/>
                  </a:lnTo>
                  <a:lnTo>
                    <a:pt x="188" y="14288"/>
                  </a:lnTo>
                  <a:lnTo>
                    <a:pt x="34523" y="14288"/>
                  </a:lnTo>
                  <a:lnTo>
                    <a:pt x="34523" y="340218"/>
                  </a:lnTo>
                  <a:lnTo>
                    <a:pt x="188" y="340218"/>
                  </a:lnTo>
                  <a:lnTo>
                    <a:pt x="188" y="354389"/>
                  </a:lnTo>
                  <a:lnTo>
                    <a:pt x="48682" y="354389"/>
                  </a:lnTo>
                  <a:lnTo>
                    <a:pt x="48682" y="117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22E1CC77-5CB0-0856-26C8-D7127587EE95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4512900" y="3842466"/>
              <a:ext cx="216272" cy="14170"/>
            </a:xfrm>
            <a:custGeom>
              <a:avLst/>
              <a:gdLst>
                <a:gd name="connsiteX0" fmla="*/ 204077 w 216272"/>
                <a:gd name="connsiteY0" fmla="*/ 14288 h 14170"/>
                <a:gd name="connsiteX1" fmla="*/ 216466 w 216272"/>
                <a:gd name="connsiteY1" fmla="*/ 7202 h 14170"/>
                <a:gd name="connsiteX2" fmla="*/ 204077 w 216272"/>
                <a:gd name="connsiteY2" fmla="*/ 117 h 14170"/>
                <a:gd name="connsiteX3" fmla="*/ 12582 w 216272"/>
                <a:gd name="connsiteY3" fmla="*/ 117 h 14170"/>
                <a:gd name="connsiteX4" fmla="*/ 193 w 216272"/>
                <a:gd name="connsiteY4" fmla="*/ 7202 h 14170"/>
                <a:gd name="connsiteX5" fmla="*/ 12582 w 216272"/>
                <a:gd name="connsiteY5" fmla="*/ 14288 h 14170"/>
                <a:gd name="connsiteX6" fmla="*/ 204077 w 216272"/>
                <a:gd name="connsiteY6" fmla="*/ 14288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6272" h="14170">
                  <a:moveTo>
                    <a:pt x="204077" y="14288"/>
                  </a:moveTo>
                  <a:cubicBezTo>
                    <a:pt x="210095" y="14288"/>
                    <a:pt x="216466" y="14288"/>
                    <a:pt x="216466" y="7202"/>
                  </a:cubicBezTo>
                  <a:cubicBezTo>
                    <a:pt x="216466" y="117"/>
                    <a:pt x="210095" y="117"/>
                    <a:pt x="204077" y="117"/>
                  </a:cubicBezTo>
                  <a:lnTo>
                    <a:pt x="12582" y="117"/>
                  </a:lnTo>
                  <a:cubicBezTo>
                    <a:pt x="6565" y="117"/>
                    <a:pt x="193" y="117"/>
                    <a:pt x="193" y="7202"/>
                  </a:cubicBezTo>
                  <a:cubicBezTo>
                    <a:pt x="193" y="14288"/>
                    <a:pt x="6565" y="14288"/>
                    <a:pt x="12582" y="14288"/>
                  </a:cubicBezTo>
                  <a:lnTo>
                    <a:pt x="204077" y="14288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0246333F-E645-AF0B-8743-F4CEE7B83541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4842440" y="3695444"/>
              <a:ext cx="221228" cy="242675"/>
            </a:xfrm>
            <a:custGeom>
              <a:avLst/>
              <a:gdLst>
                <a:gd name="connsiteX0" fmla="*/ 86925 w 221228"/>
                <a:gd name="connsiteY0" fmla="*/ 123758 h 242675"/>
                <a:gd name="connsiteX1" fmla="*/ 125153 w 221228"/>
                <a:gd name="connsiteY1" fmla="*/ 131197 h 242675"/>
                <a:gd name="connsiteX2" fmla="*/ 143559 w 221228"/>
                <a:gd name="connsiteY2" fmla="*/ 163436 h 242675"/>
                <a:gd name="connsiteX3" fmla="*/ 149930 w 221228"/>
                <a:gd name="connsiteY3" fmla="*/ 173002 h 242675"/>
                <a:gd name="connsiteX4" fmla="*/ 155948 w 221228"/>
                <a:gd name="connsiteY4" fmla="*/ 161665 h 242675"/>
                <a:gd name="connsiteX5" fmla="*/ 155948 w 221228"/>
                <a:gd name="connsiteY5" fmla="*/ 65657 h 242675"/>
                <a:gd name="connsiteX6" fmla="*/ 149930 w 221228"/>
                <a:gd name="connsiteY6" fmla="*/ 54321 h 242675"/>
                <a:gd name="connsiteX7" fmla="*/ 143559 w 221228"/>
                <a:gd name="connsiteY7" fmla="*/ 62469 h 242675"/>
                <a:gd name="connsiteX8" fmla="*/ 86925 w 221228"/>
                <a:gd name="connsiteY8" fmla="*/ 111004 h 242675"/>
                <a:gd name="connsiteX9" fmla="*/ 86925 w 221228"/>
                <a:gd name="connsiteY9" fmla="*/ 36253 h 242675"/>
                <a:gd name="connsiteX10" fmla="*/ 102145 w 221228"/>
                <a:gd name="connsiteY10" fmla="*/ 12517 h 242675"/>
                <a:gd name="connsiteX11" fmla="*/ 119135 w 221228"/>
                <a:gd name="connsiteY11" fmla="*/ 12517 h 242675"/>
                <a:gd name="connsiteX12" fmla="*/ 192760 w 221228"/>
                <a:gd name="connsiteY12" fmla="*/ 61406 h 242675"/>
                <a:gd name="connsiteX13" fmla="*/ 199132 w 221228"/>
                <a:gd name="connsiteY13" fmla="*/ 69554 h 242675"/>
                <a:gd name="connsiteX14" fmla="*/ 205149 w 221228"/>
                <a:gd name="connsiteY14" fmla="*/ 57863 h 242675"/>
                <a:gd name="connsiteX15" fmla="*/ 205149 w 221228"/>
                <a:gd name="connsiteY15" fmla="*/ 11808 h 242675"/>
                <a:gd name="connsiteX16" fmla="*/ 193468 w 221228"/>
                <a:gd name="connsiteY16" fmla="*/ 117 h 242675"/>
                <a:gd name="connsiteX17" fmla="*/ 12238 w 221228"/>
                <a:gd name="connsiteY17" fmla="*/ 117 h 242675"/>
                <a:gd name="connsiteX18" fmla="*/ 203 w 221228"/>
                <a:gd name="connsiteY18" fmla="*/ 6494 h 242675"/>
                <a:gd name="connsiteX19" fmla="*/ 9760 w 221228"/>
                <a:gd name="connsiteY19" fmla="*/ 12517 h 242675"/>
                <a:gd name="connsiteX20" fmla="*/ 31352 w 221228"/>
                <a:gd name="connsiteY20" fmla="*/ 32710 h 242675"/>
                <a:gd name="connsiteX21" fmla="*/ 31352 w 221228"/>
                <a:gd name="connsiteY21" fmla="*/ 210200 h 242675"/>
                <a:gd name="connsiteX22" fmla="*/ 11530 w 221228"/>
                <a:gd name="connsiteY22" fmla="*/ 230394 h 242675"/>
                <a:gd name="connsiteX23" fmla="*/ 203 w 221228"/>
                <a:gd name="connsiteY23" fmla="*/ 236416 h 242675"/>
                <a:gd name="connsiteX24" fmla="*/ 12238 w 221228"/>
                <a:gd name="connsiteY24" fmla="*/ 242793 h 242675"/>
                <a:gd name="connsiteX25" fmla="*/ 199840 w 221228"/>
                <a:gd name="connsiteY25" fmla="*/ 242793 h 242675"/>
                <a:gd name="connsiteX26" fmla="*/ 211166 w 221228"/>
                <a:gd name="connsiteY26" fmla="*/ 237833 h 242675"/>
                <a:gd name="connsiteX27" fmla="*/ 221431 w 221228"/>
                <a:gd name="connsiteY27" fmla="*/ 176544 h 242675"/>
                <a:gd name="connsiteX28" fmla="*/ 215414 w 221228"/>
                <a:gd name="connsiteY28" fmla="*/ 170167 h 242675"/>
                <a:gd name="connsiteX29" fmla="*/ 209043 w 221228"/>
                <a:gd name="connsiteY29" fmla="*/ 175127 h 242675"/>
                <a:gd name="connsiteX30" fmla="*/ 177540 w 221228"/>
                <a:gd name="connsiteY30" fmla="*/ 214451 h 242675"/>
                <a:gd name="connsiteX31" fmla="*/ 121613 w 221228"/>
                <a:gd name="connsiteY31" fmla="*/ 230394 h 242675"/>
                <a:gd name="connsiteX32" fmla="*/ 102145 w 221228"/>
                <a:gd name="connsiteY32" fmla="*/ 230394 h 242675"/>
                <a:gd name="connsiteX33" fmla="*/ 86925 w 221228"/>
                <a:gd name="connsiteY33" fmla="*/ 206657 h 242675"/>
                <a:gd name="connsiteX34" fmla="*/ 86925 w 221228"/>
                <a:gd name="connsiteY34" fmla="*/ 123758 h 242675"/>
                <a:gd name="connsiteX35" fmla="*/ 192760 w 221228"/>
                <a:gd name="connsiteY35" fmla="*/ 12517 h 242675"/>
                <a:gd name="connsiteX36" fmla="*/ 192760 w 221228"/>
                <a:gd name="connsiteY36" fmla="*/ 29522 h 242675"/>
                <a:gd name="connsiteX37" fmla="*/ 172584 w 221228"/>
                <a:gd name="connsiteY37" fmla="*/ 12517 h 242675"/>
                <a:gd name="connsiteX38" fmla="*/ 192760 w 221228"/>
                <a:gd name="connsiteY38" fmla="*/ 12517 h 242675"/>
                <a:gd name="connsiteX39" fmla="*/ 123737 w 221228"/>
                <a:gd name="connsiteY39" fmla="*/ 116318 h 242675"/>
                <a:gd name="connsiteX40" fmla="*/ 143559 w 221228"/>
                <a:gd name="connsiteY40" fmla="*/ 101084 h 242675"/>
                <a:gd name="connsiteX41" fmla="*/ 143559 w 221228"/>
                <a:gd name="connsiteY41" fmla="*/ 130843 h 242675"/>
                <a:gd name="connsiteX42" fmla="*/ 123737 w 221228"/>
                <a:gd name="connsiteY42" fmla="*/ 116672 h 242675"/>
                <a:gd name="connsiteX43" fmla="*/ 123737 w 221228"/>
                <a:gd name="connsiteY43" fmla="*/ 116318 h 242675"/>
                <a:gd name="connsiteX44" fmla="*/ 43741 w 221228"/>
                <a:gd name="connsiteY44" fmla="*/ 32001 h 242675"/>
                <a:gd name="connsiteX45" fmla="*/ 40909 w 221228"/>
                <a:gd name="connsiteY45" fmla="*/ 12517 h 242675"/>
                <a:gd name="connsiteX46" fmla="*/ 78429 w 221228"/>
                <a:gd name="connsiteY46" fmla="*/ 12517 h 242675"/>
                <a:gd name="connsiteX47" fmla="*/ 74536 w 221228"/>
                <a:gd name="connsiteY47" fmla="*/ 35544 h 242675"/>
                <a:gd name="connsiteX48" fmla="*/ 74536 w 221228"/>
                <a:gd name="connsiteY48" fmla="*/ 207366 h 242675"/>
                <a:gd name="connsiteX49" fmla="*/ 78429 w 221228"/>
                <a:gd name="connsiteY49" fmla="*/ 230394 h 242675"/>
                <a:gd name="connsiteX50" fmla="*/ 40909 w 221228"/>
                <a:gd name="connsiteY50" fmla="*/ 230394 h 242675"/>
                <a:gd name="connsiteX51" fmla="*/ 43741 w 221228"/>
                <a:gd name="connsiteY51" fmla="*/ 210909 h 242675"/>
                <a:gd name="connsiteX52" fmla="*/ 43741 w 221228"/>
                <a:gd name="connsiteY52" fmla="*/ 32001 h 242675"/>
                <a:gd name="connsiteX53" fmla="*/ 175416 w 221228"/>
                <a:gd name="connsiteY53" fmla="*/ 230394 h 242675"/>
                <a:gd name="connsiteX54" fmla="*/ 175416 w 221228"/>
                <a:gd name="connsiteY54" fmla="*/ 230039 h 242675"/>
                <a:gd name="connsiteX55" fmla="*/ 203379 w 221228"/>
                <a:gd name="connsiteY55" fmla="*/ 210554 h 242675"/>
                <a:gd name="connsiteX56" fmla="*/ 200194 w 221228"/>
                <a:gd name="connsiteY56" fmla="*/ 230394 h 242675"/>
                <a:gd name="connsiteX57" fmla="*/ 175416 w 221228"/>
                <a:gd name="connsiteY57" fmla="*/ 230394 h 242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221228" h="242675">
                  <a:moveTo>
                    <a:pt x="86925" y="123758"/>
                  </a:moveTo>
                  <a:cubicBezTo>
                    <a:pt x="95774" y="123758"/>
                    <a:pt x="112764" y="123758"/>
                    <a:pt x="125153" y="131197"/>
                  </a:cubicBezTo>
                  <a:cubicBezTo>
                    <a:pt x="142143" y="142180"/>
                    <a:pt x="143559" y="161311"/>
                    <a:pt x="143559" y="163436"/>
                  </a:cubicBezTo>
                  <a:cubicBezTo>
                    <a:pt x="143913" y="168396"/>
                    <a:pt x="143913" y="173002"/>
                    <a:pt x="149930" y="173002"/>
                  </a:cubicBezTo>
                  <a:cubicBezTo>
                    <a:pt x="155948" y="173002"/>
                    <a:pt x="155948" y="168042"/>
                    <a:pt x="155948" y="161665"/>
                  </a:cubicBezTo>
                  <a:lnTo>
                    <a:pt x="155948" y="65657"/>
                  </a:lnTo>
                  <a:cubicBezTo>
                    <a:pt x="155948" y="59989"/>
                    <a:pt x="155948" y="54321"/>
                    <a:pt x="149930" y="54321"/>
                  </a:cubicBezTo>
                  <a:cubicBezTo>
                    <a:pt x="143913" y="54321"/>
                    <a:pt x="143559" y="59635"/>
                    <a:pt x="143559" y="62469"/>
                  </a:cubicBezTo>
                  <a:cubicBezTo>
                    <a:pt x="141435" y="108170"/>
                    <a:pt x="105331" y="110650"/>
                    <a:pt x="86925" y="111004"/>
                  </a:cubicBezTo>
                  <a:lnTo>
                    <a:pt x="86925" y="36253"/>
                  </a:lnTo>
                  <a:cubicBezTo>
                    <a:pt x="86925" y="12517"/>
                    <a:pt x="93650" y="12517"/>
                    <a:pt x="102145" y="12517"/>
                  </a:cubicBezTo>
                  <a:lnTo>
                    <a:pt x="119135" y="12517"/>
                  </a:lnTo>
                  <a:cubicBezTo>
                    <a:pt x="166921" y="12517"/>
                    <a:pt x="190636" y="36961"/>
                    <a:pt x="192760" y="61406"/>
                  </a:cubicBezTo>
                  <a:cubicBezTo>
                    <a:pt x="193114" y="64240"/>
                    <a:pt x="193468" y="69554"/>
                    <a:pt x="199132" y="69554"/>
                  </a:cubicBezTo>
                  <a:cubicBezTo>
                    <a:pt x="205149" y="69554"/>
                    <a:pt x="205149" y="63886"/>
                    <a:pt x="205149" y="57863"/>
                  </a:cubicBezTo>
                  <a:lnTo>
                    <a:pt x="205149" y="11808"/>
                  </a:lnTo>
                  <a:cubicBezTo>
                    <a:pt x="205149" y="826"/>
                    <a:pt x="204441" y="117"/>
                    <a:pt x="193468" y="117"/>
                  </a:cubicBezTo>
                  <a:lnTo>
                    <a:pt x="12238" y="117"/>
                  </a:lnTo>
                  <a:cubicBezTo>
                    <a:pt x="5867" y="117"/>
                    <a:pt x="203" y="117"/>
                    <a:pt x="203" y="6494"/>
                  </a:cubicBezTo>
                  <a:cubicBezTo>
                    <a:pt x="203" y="12517"/>
                    <a:pt x="6929" y="12517"/>
                    <a:pt x="9760" y="12517"/>
                  </a:cubicBezTo>
                  <a:cubicBezTo>
                    <a:pt x="29936" y="12517"/>
                    <a:pt x="31352" y="15351"/>
                    <a:pt x="31352" y="32710"/>
                  </a:cubicBezTo>
                  <a:lnTo>
                    <a:pt x="31352" y="210200"/>
                  </a:lnTo>
                  <a:cubicBezTo>
                    <a:pt x="31352" y="226851"/>
                    <a:pt x="30290" y="230394"/>
                    <a:pt x="11530" y="230394"/>
                  </a:cubicBezTo>
                  <a:cubicBezTo>
                    <a:pt x="6221" y="230394"/>
                    <a:pt x="203" y="230394"/>
                    <a:pt x="203" y="236416"/>
                  </a:cubicBezTo>
                  <a:cubicBezTo>
                    <a:pt x="203" y="242793"/>
                    <a:pt x="5867" y="242793"/>
                    <a:pt x="12238" y="242793"/>
                  </a:cubicBezTo>
                  <a:lnTo>
                    <a:pt x="199840" y="242793"/>
                  </a:lnTo>
                  <a:cubicBezTo>
                    <a:pt x="206565" y="242793"/>
                    <a:pt x="210105" y="242793"/>
                    <a:pt x="211166" y="237833"/>
                  </a:cubicBezTo>
                  <a:cubicBezTo>
                    <a:pt x="211520" y="237479"/>
                    <a:pt x="221431" y="178316"/>
                    <a:pt x="221431" y="176544"/>
                  </a:cubicBezTo>
                  <a:cubicBezTo>
                    <a:pt x="221431" y="172647"/>
                    <a:pt x="218246" y="170167"/>
                    <a:pt x="215414" y="170167"/>
                  </a:cubicBezTo>
                  <a:cubicBezTo>
                    <a:pt x="210458" y="170167"/>
                    <a:pt x="209043" y="174773"/>
                    <a:pt x="209043" y="175127"/>
                  </a:cubicBezTo>
                  <a:cubicBezTo>
                    <a:pt x="206919" y="184338"/>
                    <a:pt x="203379" y="199218"/>
                    <a:pt x="177540" y="214451"/>
                  </a:cubicBezTo>
                  <a:cubicBezTo>
                    <a:pt x="159134" y="225434"/>
                    <a:pt x="141081" y="230394"/>
                    <a:pt x="121613" y="230394"/>
                  </a:cubicBezTo>
                  <a:lnTo>
                    <a:pt x="102145" y="230394"/>
                  </a:lnTo>
                  <a:cubicBezTo>
                    <a:pt x="93650" y="230394"/>
                    <a:pt x="86925" y="230394"/>
                    <a:pt x="86925" y="206657"/>
                  </a:cubicBezTo>
                  <a:lnTo>
                    <a:pt x="86925" y="123758"/>
                  </a:lnTo>
                  <a:close/>
                  <a:moveTo>
                    <a:pt x="192760" y="12517"/>
                  </a:moveTo>
                  <a:lnTo>
                    <a:pt x="192760" y="29522"/>
                  </a:lnTo>
                  <a:cubicBezTo>
                    <a:pt x="186743" y="22790"/>
                    <a:pt x="180017" y="17122"/>
                    <a:pt x="172584" y="12517"/>
                  </a:cubicBezTo>
                  <a:lnTo>
                    <a:pt x="192760" y="12517"/>
                  </a:lnTo>
                  <a:close/>
                  <a:moveTo>
                    <a:pt x="123737" y="116318"/>
                  </a:moveTo>
                  <a:cubicBezTo>
                    <a:pt x="129400" y="113838"/>
                    <a:pt x="137188" y="108524"/>
                    <a:pt x="143559" y="101084"/>
                  </a:cubicBezTo>
                  <a:lnTo>
                    <a:pt x="143559" y="130843"/>
                  </a:lnTo>
                  <a:cubicBezTo>
                    <a:pt x="135064" y="121278"/>
                    <a:pt x="124091" y="116672"/>
                    <a:pt x="123737" y="116672"/>
                  </a:cubicBezTo>
                  <a:lnTo>
                    <a:pt x="123737" y="116318"/>
                  </a:lnTo>
                  <a:close/>
                  <a:moveTo>
                    <a:pt x="43741" y="32001"/>
                  </a:moveTo>
                  <a:cubicBezTo>
                    <a:pt x="43741" y="27750"/>
                    <a:pt x="43741" y="18893"/>
                    <a:pt x="40909" y="12517"/>
                  </a:cubicBezTo>
                  <a:lnTo>
                    <a:pt x="78429" y="12517"/>
                  </a:lnTo>
                  <a:cubicBezTo>
                    <a:pt x="74536" y="20665"/>
                    <a:pt x="74536" y="32356"/>
                    <a:pt x="74536" y="35544"/>
                  </a:cubicBezTo>
                  <a:lnTo>
                    <a:pt x="74536" y="207366"/>
                  </a:lnTo>
                  <a:cubicBezTo>
                    <a:pt x="74536" y="220120"/>
                    <a:pt x="77014" y="227205"/>
                    <a:pt x="78429" y="230394"/>
                  </a:cubicBezTo>
                  <a:lnTo>
                    <a:pt x="40909" y="230394"/>
                  </a:lnTo>
                  <a:cubicBezTo>
                    <a:pt x="43741" y="224017"/>
                    <a:pt x="43741" y="215160"/>
                    <a:pt x="43741" y="210909"/>
                  </a:cubicBezTo>
                  <a:lnTo>
                    <a:pt x="43741" y="32001"/>
                  </a:lnTo>
                  <a:close/>
                  <a:moveTo>
                    <a:pt x="175416" y="230394"/>
                  </a:moveTo>
                  <a:lnTo>
                    <a:pt x="175416" y="230039"/>
                  </a:lnTo>
                  <a:cubicBezTo>
                    <a:pt x="186743" y="224371"/>
                    <a:pt x="196300" y="216931"/>
                    <a:pt x="203379" y="210554"/>
                  </a:cubicBezTo>
                  <a:cubicBezTo>
                    <a:pt x="203025" y="211971"/>
                    <a:pt x="200547" y="227559"/>
                    <a:pt x="200194" y="230394"/>
                  </a:cubicBezTo>
                  <a:lnTo>
                    <a:pt x="175416" y="230394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17B12973-B592-D7E2-B1B3-9063DF225FC3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5089072" y="3627178"/>
              <a:ext cx="109516" cy="164665"/>
            </a:xfrm>
            <a:custGeom>
              <a:avLst/>
              <a:gdLst>
                <a:gd name="connsiteX0" fmla="*/ 109727 w 109516"/>
                <a:gd name="connsiteY0" fmla="*/ 119644 h 164665"/>
                <a:gd name="connsiteX1" fmla="*/ 101302 w 109516"/>
                <a:gd name="connsiteY1" fmla="*/ 119644 h 164665"/>
                <a:gd name="connsiteX2" fmla="*/ 94860 w 109516"/>
                <a:gd name="connsiteY2" fmla="*/ 142211 h 164665"/>
                <a:gd name="connsiteX3" fmla="*/ 70330 w 109516"/>
                <a:gd name="connsiteY3" fmla="*/ 143699 h 164665"/>
                <a:gd name="connsiteX4" fmla="*/ 24740 w 109516"/>
                <a:gd name="connsiteY4" fmla="*/ 143699 h 164665"/>
                <a:gd name="connsiteX5" fmla="*/ 74295 w 109516"/>
                <a:gd name="connsiteY5" fmla="*/ 102037 h 164665"/>
                <a:gd name="connsiteX6" fmla="*/ 109727 w 109516"/>
                <a:gd name="connsiteY6" fmla="*/ 48471 h 164665"/>
                <a:gd name="connsiteX7" fmla="*/ 51747 w 109516"/>
                <a:gd name="connsiteY7" fmla="*/ 113 h 164665"/>
                <a:gd name="connsiteX8" fmla="*/ 210 w 109516"/>
                <a:gd name="connsiteY8" fmla="*/ 44503 h 164665"/>
                <a:gd name="connsiteX9" fmla="*/ 13342 w 109516"/>
                <a:gd name="connsiteY9" fmla="*/ 58391 h 164665"/>
                <a:gd name="connsiteX10" fmla="*/ 26474 w 109516"/>
                <a:gd name="connsiteY10" fmla="*/ 45247 h 164665"/>
                <a:gd name="connsiteX11" fmla="*/ 11855 w 109516"/>
                <a:gd name="connsiteY11" fmla="*/ 32104 h 164665"/>
                <a:gd name="connsiteX12" fmla="*/ 48031 w 109516"/>
                <a:gd name="connsiteY12" fmla="*/ 9041 h 164665"/>
                <a:gd name="connsiteX13" fmla="*/ 85692 w 109516"/>
                <a:gd name="connsiteY13" fmla="*/ 48471 h 164665"/>
                <a:gd name="connsiteX14" fmla="*/ 62402 w 109516"/>
                <a:gd name="connsiteY14" fmla="*/ 96085 h 164665"/>
                <a:gd name="connsiteX15" fmla="*/ 2688 w 109516"/>
                <a:gd name="connsiteY15" fmla="*/ 155107 h 164665"/>
                <a:gd name="connsiteX16" fmla="*/ 210 w 109516"/>
                <a:gd name="connsiteY16" fmla="*/ 164778 h 164665"/>
                <a:gd name="connsiteX17" fmla="*/ 102293 w 109516"/>
                <a:gd name="connsiteY17" fmla="*/ 164778 h 164665"/>
                <a:gd name="connsiteX18" fmla="*/ 109727 w 109516"/>
                <a:gd name="connsiteY18" fmla="*/ 119644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516" h="164665">
                  <a:moveTo>
                    <a:pt x="109727" y="119644"/>
                  </a:moveTo>
                  <a:lnTo>
                    <a:pt x="101302" y="119644"/>
                  </a:lnTo>
                  <a:cubicBezTo>
                    <a:pt x="100559" y="125100"/>
                    <a:pt x="98081" y="139731"/>
                    <a:pt x="94860" y="142211"/>
                  </a:cubicBezTo>
                  <a:cubicBezTo>
                    <a:pt x="92878" y="143699"/>
                    <a:pt x="73799" y="143699"/>
                    <a:pt x="70330" y="143699"/>
                  </a:cubicBezTo>
                  <a:lnTo>
                    <a:pt x="24740" y="143699"/>
                  </a:lnTo>
                  <a:cubicBezTo>
                    <a:pt x="50756" y="120636"/>
                    <a:pt x="59428" y="113692"/>
                    <a:pt x="74295" y="102037"/>
                  </a:cubicBezTo>
                  <a:cubicBezTo>
                    <a:pt x="92630" y="87405"/>
                    <a:pt x="109727" y="72030"/>
                    <a:pt x="109727" y="48471"/>
                  </a:cubicBezTo>
                  <a:cubicBezTo>
                    <a:pt x="109727" y="18464"/>
                    <a:pt x="83462" y="113"/>
                    <a:pt x="51747" y="113"/>
                  </a:cubicBezTo>
                  <a:cubicBezTo>
                    <a:pt x="21023" y="113"/>
                    <a:pt x="210" y="21688"/>
                    <a:pt x="210" y="44503"/>
                  </a:cubicBezTo>
                  <a:cubicBezTo>
                    <a:pt x="210" y="57151"/>
                    <a:pt x="10864" y="58391"/>
                    <a:pt x="13342" y="58391"/>
                  </a:cubicBezTo>
                  <a:cubicBezTo>
                    <a:pt x="19289" y="58391"/>
                    <a:pt x="26474" y="54175"/>
                    <a:pt x="26474" y="45247"/>
                  </a:cubicBezTo>
                  <a:cubicBezTo>
                    <a:pt x="26474" y="40783"/>
                    <a:pt x="24740" y="32104"/>
                    <a:pt x="11855" y="32104"/>
                  </a:cubicBezTo>
                  <a:cubicBezTo>
                    <a:pt x="19536" y="14496"/>
                    <a:pt x="36385" y="9041"/>
                    <a:pt x="48031" y="9041"/>
                  </a:cubicBezTo>
                  <a:cubicBezTo>
                    <a:pt x="72808" y="9041"/>
                    <a:pt x="85692" y="28384"/>
                    <a:pt x="85692" y="48471"/>
                  </a:cubicBezTo>
                  <a:cubicBezTo>
                    <a:pt x="85692" y="70046"/>
                    <a:pt x="70330" y="87157"/>
                    <a:pt x="62402" y="96085"/>
                  </a:cubicBezTo>
                  <a:lnTo>
                    <a:pt x="2688" y="155107"/>
                  </a:lnTo>
                  <a:cubicBezTo>
                    <a:pt x="210" y="157339"/>
                    <a:pt x="210" y="157835"/>
                    <a:pt x="210" y="164778"/>
                  </a:cubicBezTo>
                  <a:lnTo>
                    <a:pt x="102293" y="164778"/>
                  </a:lnTo>
                  <a:lnTo>
                    <a:pt x="109727" y="119644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A6C537FA-F0D6-4C29-BE0B-F922F37B3958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5274023" y="3672416"/>
              <a:ext cx="48493" cy="354271"/>
            </a:xfrm>
            <a:custGeom>
              <a:avLst/>
              <a:gdLst>
                <a:gd name="connsiteX0" fmla="*/ 48708 w 48493"/>
                <a:gd name="connsiteY0" fmla="*/ 354389 h 354271"/>
                <a:gd name="connsiteX1" fmla="*/ 48708 w 48493"/>
                <a:gd name="connsiteY1" fmla="*/ 340218 h 354271"/>
                <a:gd name="connsiteX2" fmla="*/ 14373 w 48493"/>
                <a:gd name="connsiteY2" fmla="*/ 340218 h 354271"/>
                <a:gd name="connsiteX3" fmla="*/ 14373 w 48493"/>
                <a:gd name="connsiteY3" fmla="*/ 14288 h 354271"/>
                <a:gd name="connsiteX4" fmla="*/ 48708 w 48493"/>
                <a:gd name="connsiteY4" fmla="*/ 14288 h 354271"/>
                <a:gd name="connsiteX5" fmla="*/ 48708 w 48493"/>
                <a:gd name="connsiteY5" fmla="*/ 117 h 354271"/>
                <a:gd name="connsiteX6" fmla="*/ 214 w 48493"/>
                <a:gd name="connsiteY6" fmla="*/ 117 h 354271"/>
                <a:gd name="connsiteX7" fmla="*/ 214 w 48493"/>
                <a:gd name="connsiteY7" fmla="*/ 354389 h 354271"/>
                <a:gd name="connsiteX8" fmla="*/ 48708 w 48493"/>
                <a:gd name="connsiteY8" fmla="*/ 354389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708" y="354389"/>
                  </a:moveTo>
                  <a:lnTo>
                    <a:pt x="48708" y="340218"/>
                  </a:lnTo>
                  <a:lnTo>
                    <a:pt x="14373" y="340218"/>
                  </a:lnTo>
                  <a:lnTo>
                    <a:pt x="14373" y="14288"/>
                  </a:lnTo>
                  <a:lnTo>
                    <a:pt x="48708" y="14288"/>
                  </a:lnTo>
                  <a:lnTo>
                    <a:pt x="48708" y="117"/>
                  </a:lnTo>
                  <a:lnTo>
                    <a:pt x="214" y="117"/>
                  </a:lnTo>
                  <a:lnTo>
                    <a:pt x="214" y="354389"/>
                  </a:lnTo>
                  <a:lnTo>
                    <a:pt x="48708" y="354389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60CD1C6F-7E3D-FA5B-73CA-16FB4DD3C803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5340137" y="3696152"/>
              <a:ext cx="291667" cy="241967"/>
            </a:xfrm>
            <a:custGeom>
              <a:avLst/>
              <a:gdLst>
                <a:gd name="connsiteX0" fmla="*/ 162333 w 291667"/>
                <a:gd name="connsiteY0" fmla="*/ 96479 h 241967"/>
                <a:gd name="connsiteX1" fmla="*/ 132600 w 291667"/>
                <a:gd name="connsiteY1" fmla="*/ 25979 h 241967"/>
                <a:gd name="connsiteX2" fmla="*/ 130830 w 291667"/>
                <a:gd name="connsiteY2" fmla="*/ 21373 h 241967"/>
                <a:gd name="connsiteX3" fmla="*/ 151714 w 291667"/>
                <a:gd name="connsiteY3" fmla="*/ 11099 h 241967"/>
                <a:gd name="connsiteX4" fmla="*/ 158793 w 291667"/>
                <a:gd name="connsiteY4" fmla="*/ 4368 h 241967"/>
                <a:gd name="connsiteX5" fmla="*/ 153484 w 291667"/>
                <a:gd name="connsiteY5" fmla="*/ 117 h 241967"/>
                <a:gd name="connsiteX6" fmla="*/ 108884 w 291667"/>
                <a:gd name="connsiteY6" fmla="*/ 1180 h 241967"/>
                <a:gd name="connsiteX7" fmla="*/ 69240 w 291667"/>
                <a:gd name="connsiteY7" fmla="*/ 117 h 241967"/>
                <a:gd name="connsiteX8" fmla="*/ 62869 w 291667"/>
                <a:gd name="connsiteY8" fmla="*/ 7202 h 241967"/>
                <a:gd name="connsiteX9" fmla="*/ 71010 w 291667"/>
                <a:gd name="connsiteY9" fmla="*/ 11099 h 241967"/>
                <a:gd name="connsiteX10" fmla="*/ 97558 w 291667"/>
                <a:gd name="connsiteY10" fmla="*/ 22436 h 241967"/>
                <a:gd name="connsiteX11" fmla="*/ 139325 w 291667"/>
                <a:gd name="connsiteY11" fmla="*/ 121278 h 241967"/>
                <a:gd name="connsiteX12" fmla="*/ 64639 w 291667"/>
                <a:gd name="connsiteY12" fmla="*/ 201698 h 241967"/>
                <a:gd name="connsiteX13" fmla="*/ 60037 w 291667"/>
                <a:gd name="connsiteY13" fmla="*/ 205594 h 241967"/>
                <a:gd name="connsiteX14" fmla="*/ 8004 w 291667"/>
                <a:gd name="connsiteY14" fmla="*/ 231102 h 241967"/>
                <a:gd name="connsiteX15" fmla="*/ 217 w 291667"/>
                <a:gd name="connsiteY15" fmla="*/ 238187 h 241967"/>
                <a:gd name="connsiteX16" fmla="*/ 4819 w 291667"/>
                <a:gd name="connsiteY16" fmla="*/ 242084 h 241967"/>
                <a:gd name="connsiteX17" fmla="*/ 38091 w 291667"/>
                <a:gd name="connsiteY17" fmla="*/ 241022 h 241967"/>
                <a:gd name="connsiteX18" fmla="*/ 77735 w 291667"/>
                <a:gd name="connsiteY18" fmla="*/ 242084 h 241967"/>
                <a:gd name="connsiteX19" fmla="*/ 84107 w 291667"/>
                <a:gd name="connsiteY19" fmla="*/ 234999 h 241967"/>
                <a:gd name="connsiteX20" fmla="*/ 79859 w 291667"/>
                <a:gd name="connsiteY20" fmla="*/ 231102 h 241967"/>
                <a:gd name="connsiteX21" fmla="*/ 65701 w 291667"/>
                <a:gd name="connsiteY21" fmla="*/ 220120 h 241967"/>
                <a:gd name="connsiteX22" fmla="*/ 75258 w 291667"/>
                <a:gd name="connsiteY22" fmla="*/ 204177 h 241967"/>
                <a:gd name="connsiteX23" fmla="*/ 111362 w 291667"/>
                <a:gd name="connsiteY23" fmla="*/ 165916 h 241967"/>
                <a:gd name="connsiteX24" fmla="*/ 143219 w 291667"/>
                <a:gd name="connsiteY24" fmla="*/ 131198 h 241967"/>
                <a:gd name="connsiteX25" fmla="*/ 178969 w 291667"/>
                <a:gd name="connsiteY25" fmla="*/ 215868 h 241967"/>
                <a:gd name="connsiteX26" fmla="*/ 180739 w 291667"/>
                <a:gd name="connsiteY26" fmla="*/ 220828 h 241967"/>
                <a:gd name="connsiteX27" fmla="*/ 160209 w 291667"/>
                <a:gd name="connsiteY27" fmla="*/ 231102 h 241967"/>
                <a:gd name="connsiteX28" fmla="*/ 153130 w 291667"/>
                <a:gd name="connsiteY28" fmla="*/ 237833 h 241967"/>
                <a:gd name="connsiteX29" fmla="*/ 158439 w 291667"/>
                <a:gd name="connsiteY29" fmla="*/ 242084 h 241967"/>
                <a:gd name="connsiteX30" fmla="*/ 203039 w 291667"/>
                <a:gd name="connsiteY30" fmla="*/ 241022 h 241967"/>
                <a:gd name="connsiteX31" fmla="*/ 242329 w 291667"/>
                <a:gd name="connsiteY31" fmla="*/ 242084 h 241967"/>
                <a:gd name="connsiteX32" fmla="*/ 249055 w 291667"/>
                <a:gd name="connsiteY32" fmla="*/ 235353 h 241967"/>
                <a:gd name="connsiteX33" fmla="*/ 242683 w 291667"/>
                <a:gd name="connsiteY33" fmla="*/ 231102 h 241967"/>
                <a:gd name="connsiteX34" fmla="*/ 212242 w 291667"/>
                <a:gd name="connsiteY34" fmla="*/ 215514 h 241967"/>
                <a:gd name="connsiteX35" fmla="*/ 166581 w 291667"/>
                <a:gd name="connsiteY35" fmla="*/ 106044 h 241967"/>
                <a:gd name="connsiteX36" fmla="*/ 239144 w 291667"/>
                <a:gd name="connsiteY36" fmla="*/ 29167 h 241967"/>
                <a:gd name="connsiteX37" fmla="*/ 284097 w 291667"/>
                <a:gd name="connsiteY37" fmla="*/ 11099 h 241967"/>
                <a:gd name="connsiteX38" fmla="*/ 291884 w 291667"/>
                <a:gd name="connsiteY38" fmla="*/ 4014 h 241967"/>
                <a:gd name="connsiteX39" fmla="*/ 287283 w 291667"/>
                <a:gd name="connsiteY39" fmla="*/ 117 h 241967"/>
                <a:gd name="connsiteX40" fmla="*/ 254010 w 291667"/>
                <a:gd name="connsiteY40" fmla="*/ 1180 h 241967"/>
                <a:gd name="connsiteX41" fmla="*/ 214720 w 291667"/>
                <a:gd name="connsiteY41" fmla="*/ 117 h 241967"/>
                <a:gd name="connsiteX42" fmla="*/ 207995 w 291667"/>
                <a:gd name="connsiteY42" fmla="*/ 7202 h 241967"/>
                <a:gd name="connsiteX43" fmla="*/ 212242 w 291667"/>
                <a:gd name="connsiteY43" fmla="*/ 11099 h 241967"/>
                <a:gd name="connsiteX44" fmla="*/ 226401 w 291667"/>
                <a:gd name="connsiteY44" fmla="*/ 22082 h 241967"/>
                <a:gd name="connsiteX45" fmla="*/ 219675 w 291667"/>
                <a:gd name="connsiteY45" fmla="*/ 34836 h 241967"/>
                <a:gd name="connsiteX46" fmla="*/ 162333 w 291667"/>
                <a:gd name="connsiteY46" fmla="*/ 96479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1667" h="241967">
                  <a:moveTo>
                    <a:pt x="162333" y="96479"/>
                  </a:moveTo>
                  <a:lnTo>
                    <a:pt x="132600" y="25979"/>
                  </a:lnTo>
                  <a:cubicBezTo>
                    <a:pt x="131538" y="23145"/>
                    <a:pt x="130830" y="21728"/>
                    <a:pt x="130830" y="21373"/>
                  </a:cubicBezTo>
                  <a:cubicBezTo>
                    <a:pt x="130830" y="19248"/>
                    <a:pt x="136848" y="12517"/>
                    <a:pt x="151714" y="11099"/>
                  </a:cubicBezTo>
                  <a:cubicBezTo>
                    <a:pt x="155254" y="10745"/>
                    <a:pt x="158793" y="10391"/>
                    <a:pt x="158793" y="4368"/>
                  </a:cubicBezTo>
                  <a:cubicBezTo>
                    <a:pt x="158793" y="117"/>
                    <a:pt x="154546" y="117"/>
                    <a:pt x="153484" y="117"/>
                  </a:cubicBezTo>
                  <a:cubicBezTo>
                    <a:pt x="138971" y="117"/>
                    <a:pt x="123751" y="1180"/>
                    <a:pt x="108884" y="1180"/>
                  </a:cubicBezTo>
                  <a:cubicBezTo>
                    <a:pt x="100035" y="1180"/>
                    <a:pt x="78089" y="117"/>
                    <a:pt x="69240" y="117"/>
                  </a:cubicBezTo>
                  <a:cubicBezTo>
                    <a:pt x="67117" y="117"/>
                    <a:pt x="62869" y="117"/>
                    <a:pt x="62869" y="7202"/>
                  </a:cubicBezTo>
                  <a:cubicBezTo>
                    <a:pt x="62869" y="11099"/>
                    <a:pt x="66409" y="11099"/>
                    <a:pt x="71010" y="11099"/>
                  </a:cubicBezTo>
                  <a:cubicBezTo>
                    <a:pt x="92248" y="11099"/>
                    <a:pt x="94372" y="14642"/>
                    <a:pt x="97558" y="22436"/>
                  </a:cubicBezTo>
                  <a:lnTo>
                    <a:pt x="139325" y="121278"/>
                  </a:lnTo>
                  <a:lnTo>
                    <a:pt x="64639" y="201698"/>
                  </a:lnTo>
                  <a:lnTo>
                    <a:pt x="60037" y="205594"/>
                  </a:lnTo>
                  <a:cubicBezTo>
                    <a:pt x="42693" y="224371"/>
                    <a:pt x="26057" y="230039"/>
                    <a:pt x="8004" y="231102"/>
                  </a:cubicBezTo>
                  <a:cubicBezTo>
                    <a:pt x="3403" y="231456"/>
                    <a:pt x="217" y="231456"/>
                    <a:pt x="217" y="238187"/>
                  </a:cubicBezTo>
                  <a:cubicBezTo>
                    <a:pt x="217" y="238542"/>
                    <a:pt x="217" y="242084"/>
                    <a:pt x="4819" y="242084"/>
                  </a:cubicBezTo>
                  <a:cubicBezTo>
                    <a:pt x="15438" y="242084"/>
                    <a:pt x="27118" y="241022"/>
                    <a:pt x="38091" y="241022"/>
                  </a:cubicBezTo>
                  <a:cubicBezTo>
                    <a:pt x="51188" y="241022"/>
                    <a:pt x="64993" y="242084"/>
                    <a:pt x="77735" y="242084"/>
                  </a:cubicBezTo>
                  <a:cubicBezTo>
                    <a:pt x="79859" y="242084"/>
                    <a:pt x="84107" y="242084"/>
                    <a:pt x="84107" y="234999"/>
                  </a:cubicBezTo>
                  <a:cubicBezTo>
                    <a:pt x="84107" y="231456"/>
                    <a:pt x="80567" y="231102"/>
                    <a:pt x="79859" y="231102"/>
                  </a:cubicBezTo>
                  <a:cubicBezTo>
                    <a:pt x="76674" y="230748"/>
                    <a:pt x="65701" y="230039"/>
                    <a:pt x="65701" y="220120"/>
                  </a:cubicBezTo>
                  <a:cubicBezTo>
                    <a:pt x="65701" y="214451"/>
                    <a:pt x="71010" y="208783"/>
                    <a:pt x="75258" y="204177"/>
                  </a:cubicBezTo>
                  <a:lnTo>
                    <a:pt x="111362" y="165916"/>
                  </a:lnTo>
                  <a:lnTo>
                    <a:pt x="143219" y="131198"/>
                  </a:lnTo>
                  <a:lnTo>
                    <a:pt x="178969" y="215868"/>
                  </a:lnTo>
                  <a:cubicBezTo>
                    <a:pt x="180385" y="219765"/>
                    <a:pt x="180739" y="220120"/>
                    <a:pt x="180739" y="220828"/>
                  </a:cubicBezTo>
                  <a:cubicBezTo>
                    <a:pt x="180739" y="223662"/>
                    <a:pt x="174014" y="229685"/>
                    <a:pt x="160209" y="231102"/>
                  </a:cubicBezTo>
                  <a:cubicBezTo>
                    <a:pt x="156316" y="231456"/>
                    <a:pt x="153130" y="231811"/>
                    <a:pt x="153130" y="237833"/>
                  </a:cubicBezTo>
                  <a:cubicBezTo>
                    <a:pt x="153130" y="242084"/>
                    <a:pt x="157024" y="242084"/>
                    <a:pt x="158439" y="242084"/>
                  </a:cubicBezTo>
                  <a:cubicBezTo>
                    <a:pt x="168351" y="242084"/>
                    <a:pt x="193128" y="241022"/>
                    <a:pt x="203039" y="241022"/>
                  </a:cubicBezTo>
                  <a:cubicBezTo>
                    <a:pt x="211888" y="241022"/>
                    <a:pt x="233480" y="242084"/>
                    <a:pt x="242329" y="242084"/>
                  </a:cubicBezTo>
                  <a:cubicBezTo>
                    <a:pt x="244807" y="242084"/>
                    <a:pt x="249055" y="242084"/>
                    <a:pt x="249055" y="235353"/>
                  </a:cubicBezTo>
                  <a:cubicBezTo>
                    <a:pt x="249055" y="231102"/>
                    <a:pt x="245515" y="231102"/>
                    <a:pt x="242683" y="231102"/>
                  </a:cubicBezTo>
                  <a:cubicBezTo>
                    <a:pt x="218968" y="230748"/>
                    <a:pt x="218260" y="229685"/>
                    <a:pt x="212242" y="215514"/>
                  </a:cubicBezTo>
                  <a:cubicBezTo>
                    <a:pt x="198438" y="182567"/>
                    <a:pt x="174722" y="127301"/>
                    <a:pt x="166581" y="106044"/>
                  </a:cubicBezTo>
                  <a:cubicBezTo>
                    <a:pt x="190650" y="81245"/>
                    <a:pt x="227817" y="39087"/>
                    <a:pt x="239144" y="29167"/>
                  </a:cubicBezTo>
                  <a:cubicBezTo>
                    <a:pt x="249409" y="20665"/>
                    <a:pt x="262859" y="12162"/>
                    <a:pt x="284097" y="11099"/>
                  </a:cubicBezTo>
                  <a:cubicBezTo>
                    <a:pt x="288699" y="10745"/>
                    <a:pt x="291884" y="10745"/>
                    <a:pt x="291884" y="4014"/>
                  </a:cubicBezTo>
                  <a:cubicBezTo>
                    <a:pt x="291884" y="3660"/>
                    <a:pt x="291884" y="117"/>
                    <a:pt x="287283" y="117"/>
                  </a:cubicBezTo>
                  <a:cubicBezTo>
                    <a:pt x="276664" y="117"/>
                    <a:pt x="264983" y="1180"/>
                    <a:pt x="254010" y="1180"/>
                  </a:cubicBezTo>
                  <a:cubicBezTo>
                    <a:pt x="240913" y="1180"/>
                    <a:pt x="227463" y="117"/>
                    <a:pt x="214720" y="117"/>
                  </a:cubicBezTo>
                  <a:cubicBezTo>
                    <a:pt x="212596" y="117"/>
                    <a:pt x="207995" y="117"/>
                    <a:pt x="207995" y="7202"/>
                  </a:cubicBezTo>
                  <a:cubicBezTo>
                    <a:pt x="207995" y="9682"/>
                    <a:pt x="209764" y="10745"/>
                    <a:pt x="212242" y="11099"/>
                  </a:cubicBezTo>
                  <a:cubicBezTo>
                    <a:pt x="215428" y="11454"/>
                    <a:pt x="226401" y="12162"/>
                    <a:pt x="226401" y="22082"/>
                  </a:cubicBezTo>
                  <a:cubicBezTo>
                    <a:pt x="226401" y="27042"/>
                    <a:pt x="222507" y="31647"/>
                    <a:pt x="219675" y="34836"/>
                  </a:cubicBezTo>
                  <a:lnTo>
                    <a:pt x="162333" y="96479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B6F129D6-839C-A050-1EE6-559195C2E038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5659393" y="3672416"/>
              <a:ext cx="48493" cy="354271"/>
            </a:xfrm>
            <a:custGeom>
              <a:avLst/>
              <a:gdLst>
                <a:gd name="connsiteX0" fmla="*/ 48719 w 48493"/>
                <a:gd name="connsiteY0" fmla="*/ 117 h 354271"/>
                <a:gd name="connsiteX1" fmla="*/ 226 w 48493"/>
                <a:gd name="connsiteY1" fmla="*/ 117 h 354271"/>
                <a:gd name="connsiteX2" fmla="*/ 226 w 48493"/>
                <a:gd name="connsiteY2" fmla="*/ 14288 h 354271"/>
                <a:gd name="connsiteX3" fmla="*/ 34561 w 48493"/>
                <a:gd name="connsiteY3" fmla="*/ 14288 h 354271"/>
                <a:gd name="connsiteX4" fmla="*/ 34561 w 48493"/>
                <a:gd name="connsiteY4" fmla="*/ 340218 h 354271"/>
                <a:gd name="connsiteX5" fmla="*/ 226 w 48493"/>
                <a:gd name="connsiteY5" fmla="*/ 340218 h 354271"/>
                <a:gd name="connsiteX6" fmla="*/ 226 w 48493"/>
                <a:gd name="connsiteY6" fmla="*/ 354389 h 354271"/>
                <a:gd name="connsiteX7" fmla="*/ 48719 w 48493"/>
                <a:gd name="connsiteY7" fmla="*/ 354389 h 354271"/>
                <a:gd name="connsiteX8" fmla="*/ 48719 w 48493"/>
                <a:gd name="connsiteY8" fmla="*/ 117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719" y="117"/>
                  </a:moveTo>
                  <a:lnTo>
                    <a:pt x="226" y="117"/>
                  </a:lnTo>
                  <a:lnTo>
                    <a:pt x="226" y="14288"/>
                  </a:lnTo>
                  <a:lnTo>
                    <a:pt x="34561" y="14288"/>
                  </a:lnTo>
                  <a:lnTo>
                    <a:pt x="34561" y="340218"/>
                  </a:lnTo>
                  <a:lnTo>
                    <a:pt x="226" y="340218"/>
                  </a:lnTo>
                  <a:lnTo>
                    <a:pt x="226" y="354389"/>
                  </a:lnTo>
                  <a:lnTo>
                    <a:pt x="48719" y="354389"/>
                  </a:lnTo>
                  <a:lnTo>
                    <a:pt x="48719" y="117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A14F9277-CA88-8492-0273-F00D7381FEBA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5754885" y="3695444"/>
              <a:ext cx="221228" cy="242675"/>
            </a:xfrm>
            <a:custGeom>
              <a:avLst/>
              <a:gdLst>
                <a:gd name="connsiteX0" fmla="*/ 86950 w 221228"/>
                <a:gd name="connsiteY0" fmla="*/ 123758 h 242675"/>
                <a:gd name="connsiteX1" fmla="*/ 125179 w 221228"/>
                <a:gd name="connsiteY1" fmla="*/ 131197 h 242675"/>
                <a:gd name="connsiteX2" fmla="*/ 143585 w 221228"/>
                <a:gd name="connsiteY2" fmla="*/ 163436 h 242675"/>
                <a:gd name="connsiteX3" fmla="*/ 149956 w 221228"/>
                <a:gd name="connsiteY3" fmla="*/ 173002 h 242675"/>
                <a:gd name="connsiteX4" fmla="*/ 155974 w 221228"/>
                <a:gd name="connsiteY4" fmla="*/ 161665 h 242675"/>
                <a:gd name="connsiteX5" fmla="*/ 155974 w 221228"/>
                <a:gd name="connsiteY5" fmla="*/ 65657 h 242675"/>
                <a:gd name="connsiteX6" fmla="*/ 149956 w 221228"/>
                <a:gd name="connsiteY6" fmla="*/ 54321 h 242675"/>
                <a:gd name="connsiteX7" fmla="*/ 143585 w 221228"/>
                <a:gd name="connsiteY7" fmla="*/ 62469 h 242675"/>
                <a:gd name="connsiteX8" fmla="*/ 86950 w 221228"/>
                <a:gd name="connsiteY8" fmla="*/ 111004 h 242675"/>
                <a:gd name="connsiteX9" fmla="*/ 86950 w 221228"/>
                <a:gd name="connsiteY9" fmla="*/ 36253 h 242675"/>
                <a:gd name="connsiteX10" fmla="*/ 102171 w 221228"/>
                <a:gd name="connsiteY10" fmla="*/ 12517 h 242675"/>
                <a:gd name="connsiteX11" fmla="*/ 119161 w 221228"/>
                <a:gd name="connsiteY11" fmla="*/ 12517 h 242675"/>
                <a:gd name="connsiteX12" fmla="*/ 192786 w 221228"/>
                <a:gd name="connsiteY12" fmla="*/ 61406 h 242675"/>
                <a:gd name="connsiteX13" fmla="*/ 199157 w 221228"/>
                <a:gd name="connsiteY13" fmla="*/ 69554 h 242675"/>
                <a:gd name="connsiteX14" fmla="*/ 205175 w 221228"/>
                <a:gd name="connsiteY14" fmla="*/ 57863 h 242675"/>
                <a:gd name="connsiteX15" fmla="*/ 205175 w 221228"/>
                <a:gd name="connsiteY15" fmla="*/ 11808 h 242675"/>
                <a:gd name="connsiteX16" fmla="*/ 193494 w 221228"/>
                <a:gd name="connsiteY16" fmla="*/ 117 h 242675"/>
                <a:gd name="connsiteX17" fmla="*/ 12264 w 221228"/>
                <a:gd name="connsiteY17" fmla="*/ 117 h 242675"/>
                <a:gd name="connsiteX18" fmla="*/ 229 w 221228"/>
                <a:gd name="connsiteY18" fmla="*/ 6494 h 242675"/>
                <a:gd name="connsiteX19" fmla="*/ 9786 w 221228"/>
                <a:gd name="connsiteY19" fmla="*/ 12517 h 242675"/>
                <a:gd name="connsiteX20" fmla="*/ 31378 w 221228"/>
                <a:gd name="connsiteY20" fmla="*/ 32710 h 242675"/>
                <a:gd name="connsiteX21" fmla="*/ 31378 w 221228"/>
                <a:gd name="connsiteY21" fmla="*/ 210200 h 242675"/>
                <a:gd name="connsiteX22" fmla="*/ 11556 w 221228"/>
                <a:gd name="connsiteY22" fmla="*/ 230394 h 242675"/>
                <a:gd name="connsiteX23" fmla="*/ 229 w 221228"/>
                <a:gd name="connsiteY23" fmla="*/ 236416 h 242675"/>
                <a:gd name="connsiteX24" fmla="*/ 12264 w 221228"/>
                <a:gd name="connsiteY24" fmla="*/ 242793 h 242675"/>
                <a:gd name="connsiteX25" fmla="*/ 199865 w 221228"/>
                <a:gd name="connsiteY25" fmla="*/ 242793 h 242675"/>
                <a:gd name="connsiteX26" fmla="*/ 211192 w 221228"/>
                <a:gd name="connsiteY26" fmla="*/ 237833 h 242675"/>
                <a:gd name="connsiteX27" fmla="*/ 221457 w 221228"/>
                <a:gd name="connsiteY27" fmla="*/ 176544 h 242675"/>
                <a:gd name="connsiteX28" fmla="*/ 215440 w 221228"/>
                <a:gd name="connsiteY28" fmla="*/ 170167 h 242675"/>
                <a:gd name="connsiteX29" fmla="*/ 209068 w 221228"/>
                <a:gd name="connsiteY29" fmla="*/ 175127 h 242675"/>
                <a:gd name="connsiteX30" fmla="*/ 177565 w 221228"/>
                <a:gd name="connsiteY30" fmla="*/ 214451 h 242675"/>
                <a:gd name="connsiteX31" fmla="*/ 121639 w 221228"/>
                <a:gd name="connsiteY31" fmla="*/ 230394 h 242675"/>
                <a:gd name="connsiteX32" fmla="*/ 102171 w 221228"/>
                <a:gd name="connsiteY32" fmla="*/ 230394 h 242675"/>
                <a:gd name="connsiteX33" fmla="*/ 86950 w 221228"/>
                <a:gd name="connsiteY33" fmla="*/ 206657 h 242675"/>
                <a:gd name="connsiteX34" fmla="*/ 86950 w 221228"/>
                <a:gd name="connsiteY34" fmla="*/ 123758 h 242675"/>
                <a:gd name="connsiteX35" fmla="*/ 192786 w 221228"/>
                <a:gd name="connsiteY35" fmla="*/ 12517 h 242675"/>
                <a:gd name="connsiteX36" fmla="*/ 192786 w 221228"/>
                <a:gd name="connsiteY36" fmla="*/ 29522 h 242675"/>
                <a:gd name="connsiteX37" fmla="*/ 172610 w 221228"/>
                <a:gd name="connsiteY37" fmla="*/ 12517 h 242675"/>
                <a:gd name="connsiteX38" fmla="*/ 192786 w 221228"/>
                <a:gd name="connsiteY38" fmla="*/ 12517 h 242675"/>
                <a:gd name="connsiteX39" fmla="*/ 123763 w 221228"/>
                <a:gd name="connsiteY39" fmla="*/ 116318 h 242675"/>
                <a:gd name="connsiteX40" fmla="*/ 143585 w 221228"/>
                <a:gd name="connsiteY40" fmla="*/ 101084 h 242675"/>
                <a:gd name="connsiteX41" fmla="*/ 143585 w 221228"/>
                <a:gd name="connsiteY41" fmla="*/ 130843 h 242675"/>
                <a:gd name="connsiteX42" fmla="*/ 123763 w 221228"/>
                <a:gd name="connsiteY42" fmla="*/ 116672 h 242675"/>
                <a:gd name="connsiteX43" fmla="*/ 123763 w 221228"/>
                <a:gd name="connsiteY43" fmla="*/ 116318 h 242675"/>
                <a:gd name="connsiteX44" fmla="*/ 43767 w 221228"/>
                <a:gd name="connsiteY44" fmla="*/ 32001 h 242675"/>
                <a:gd name="connsiteX45" fmla="*/ 40935 w 221228"/>
                <a:gd name="connsiteY45" fmla="*/ 12517 h 242675"/>
                <a:gd name="connsiteX46" fmla="*/ 78455 w 221228"/>
                <a:gd name="connsiteY46" fmla="*/ 12517 h 242675"/>
                <a:gd name="connsiteX47" fmla="*/ 74562 w 221228"/>
                <a:gd name="connsiteY47" fmla="*/ 35544 h 242675"/>
                <a:gd name="connsiteX48" fmla="*/ 74562 w 221228"/>
                <a:gd name="connsiteY48" fmla="*/ 207366 h 242675"/>
                <a:gd name="connsiteX49" fmla="*/ 78455 w 221228"/>
                <a:gd name="connsiteY49" fmla="*/ 230394 h 242675"/>
                <a:gd name="connsiteX50" fmla="*/ 40935 w 221228"/>
                <a:gd name="connsiteY50" fmla="*/ 230394 h 242675"/>
                <a:gd name="connsiteX51" fmla="*/ 43767 w 221228"/>
                <a:gd name="connsiteY51" fmla="*/ 210909 h 242675"/>
                <a:gd name="connsiteX52" fmla="*/ 43767 w 221228"/>
                <a:gd name="connsiteY52" fmla="*/ 32001 h 242675"/>
                <a:gd name="connsiteX53" fmla="*/ 175442 w 221228"/>
                <a:gd name="connsiteY53" fmla="*/ 230394 h 242675"/>
                <a:gd name="connsiteX54" fmla="*/ 175442 w 221228"/>
                <a:gd name="connsiteY54" fmla="*/ 230039 h 242675"/>
                <a:gd name="connsiteX55" fmla="*/ 203405 w 221228"/>
                <a:gd name="connsiteY55" fmla="*/ 210554 h 242675"/>
                <a:gd name="connsiteX56" fmla="*/ 200219 w 221228"/>
                <a:gd name="connsiteY56" fmla="*/ 230394 h 242675"/>
                <a:gd name="connsiteX57" fmla="*/ 175442 w 221228"/>
                <a:gd name="connsiteY57" fmla="*/ 230394 h 242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221228" h="242675">
                  <a:moveTo>
                    <a:pt x="86950" y="123758"/>
                  </a:moveTo>
                  <a:cubicBezTo>
                    <a:pt x="95799" y="123758"/>
                    <a:pt x="112790" y="123758"/>
                    <a:pt x="125179" y="131197"/>
                  </a:cubicBezTo>
                  <a:cubicBezTo>
                    <a:pt x="142169" y="142180"/>
                    <a:pt x="143585" y="161311"/>
                    <a:pt x="143585" y="163436"/>
                  </a:cubicBezTo>
                  <a:cubicBezTo>
                    <a:pt x="143939" y="168396"/>
                    <a:pt x="143939" y="173002"/>
                    <a:pt x="149956" y="173002"/>
                  </a:cubicBezTo>
                  <a:cubicBezTo>
                    <a:pt x="155974" y="173002"/>
                    <a:pt x="155974" y="168042"/>
                    <a:pt x="155974" y="161665"/>
                  </a:cubicBezTo>
                  <a:lnTo>
                    <a:pt x="155974" y="65657"/>
                  </a:lnTo>
                  <a:cubicBezTo>
                    <a:pt x="155974" y="59989"/>
                    <a:pt x="155974" y="54321"/>
                    <a:pt x="149956" y="54321"/>
                  </a:cubicBezTo>
                  <a:cubicBezTo>
                    <a:pt x="143939" y="54321"/>
                    <a:pt x="143585" y="59635"/>
                    <a:pt x="143585" y="62469"/>
                  </a:cubicBezTo>
                  <a:cubicBezTo>
                    <a:pt x="141461" y="108170"/>
                    <a:pt x="105357" y="110650"/>
                    <a:pt x="86950" y="111004"/>
                  </a:cubicBezTo>
                  <a:lnTo>
                    <a:pt x="86950" y="36253"/>
                  </a:lnTo>
                  <a:cubicBezTo>
                    <a:pt x="86950" y="12517"/>
                    <a:pt x="93676" y="12517"/>
                    <a:pt x="102171" y="12517"/>
                  </a:cubicBezTo>
                  <a:lnTo>
                    <a:pt x="119161" y="12517"/>
                  </a:lnTo>
                  <a:cubicBezTo>
                    <a:pt x="166946" y="12517"/>
                    <a:pt x="190662" y="36961"/>
                    <a:pt x="192786" y="61406"/>
                  </a:cubicBezTo>
                  <a:cubicBezTo>
                    <a:pt x="193140" y="64240"/>
                    <a:pt x="193494" y="69554"/>
                    <a:pt x="199157" y="69554"/>
                  </a:cubicBezTo>
                  <a:cubicBezTo>
                    <a:pt x="205175" y="69554"/>
                    <a:pt x="205175" y="63886"/>
                    <a:pt x="205175" y="57863"/>
                  </a:cubicBezTo>
                  <a:lnTo>
                    <a:pt x="205175" y="11808"/>
                  </a:lnTo>
                  <a:cubicBezTo>
                    <a:pt x="205175" y="826"/>
                    <a:pt x="204467" y="117"/>
                    <a:pt x="193494" y="117"/>
                  </a:cubicBezTo>
                  <a:lnTo>
                    <a:pt x="12264" y="117"/>
                  </a:lnTo>
                  <a:cubicBezTo>
                    <a:pt x="5892" y="117"/>
                    <a:pt x="229" y="117"/>
                    <a:pt x="229" y="6494"/>
                  </a:cubicBezTo>
                  <a:cubicBezTo>
                    <a:pt x="229" y="12517"/>
                    <a:pt x="6954" y="12517"/>
                    <a:pt x="9786" y="12517"/>
                  </a:cubicBezTo>
                  <a:cubicBezTo>
                    <a:pt x="29962" y="12517"/>
                    <a:pt x="31378" y="15351"/>
                    <a:pt x="31378" y="32710"/>
                  </a:cubicBezTo>
                  <a:lnTo>
                    <a:pt x="31378" y="210200"/>
                  </a:lnTo>
                  <a:cubicBezTo>
                    <a:pt x="31378" y="226851"/>
                    <a:pt x="30316" y="230394"/>
                    <a:pt x="11556" y="230394"/>
                  </a:cubicBezTo>
                  <a:cubicBezTo>
                    <a:pt x="6246" y="230394"/>
                    <a:pt x="229" y="230394"/>
                    <a:pt x="229" y="236416"/>
                  </a:cubicBezTo>
                  <a:cubicBezTo>
                    <a:pt x="229" y="242793"/>
                    <a:pt x="5892" y="242793"/>
                    <a:pt x="12264" y="242793"/>
                  </a:cubicBezTo>
                  <a:lnTo>
                    <a:pt x="199865" y="242793"/>
                  </a:lnTo>
                  <a:cubicBezTo>
                    <a:pt x="206591" y="242793"/>
                    <a:pt x="210130" y="242793"/>
                    <a:pt x="211192" y="237833"/>
                  </a:cubicBezTo>
                  <a:cubicBezTo>
                    <a:pt x="211546" y="237479"/>
                    <a:pt x="221457" y="178316"/>
                    <a:pt x="221457" y="176544"/>
                  </a:cubicBezTo>
                  <a:cubicBezTo>
                    <a:pt x="221457" y="172647"/>
                    <a:pt x="218271" y="170167"/>
                    <a:pt x="215440" y="170167"/>
                  </a:cubicBezTo>
                  <a:cubicBezTo>
                    <a:pt x="210484" y="170167"/>
                    <a:pt x="209068" y="174773"/>
                    <a:pt x="209068" y="175127"/>
                  </a:cubicBezTo>
                  <a:cubicBezTo>
                    <a:pt x="206945" y="184338"/>
                    <a:pt x="203405" y="199218"/>
                    <a:pt x="177565" y="214451"/>
                  </a:cubicBezTo>
                  <a:cubicBezTo>
                    <a:pt x="159159" y="225434"/>
                    <a:pt x="141107" y="230394"/>
                    <a:pt x="121639" y="230394"/>
                  </a:cubicBezTo>
                  <a:lnTo>
                    <a:pt x="102171" y="230394"/>
                  </a:lnTo>
                  <a:cubicBezTo>
                    <a:pt x="93676" y="230394"/>
                    <a:pt x="86950" y="230394"/>
                    <a:pt x="86950" y="206657"/>
                  </a:cubicBezTo>
                  <a:lnTo>
                    <a:pt x="86950" y="123758"/>
                  </a:lnTo>
                  <a:close/>
                  <a:moveTo>
                    <a:pt x="192786" y="12517"/>
                  </a:moveTo>
                  <a:lnTo>
                    <a:pt x="192786" y="29522"/>
                  </a:lnTo>
                  <a:cubicBezTo>
                    <a:pt x="186768" y="22790"/>
                    <a:pt x="180043" y="17122"/>
                    <a:pt x="172610" y="12517"/>
                  </a:cubicBezTo>
                  <a:lnTo>
                    <a:pt x="192786" y="12517"/>
                  </a:lnTo>
                  <a:close/>
                  <a:moveTo>
                    <a:pt x="123763" y="116318"/>
                  </a:moveTo>
                  <a:cubicBezTo>
                    <a:pt x="129426" y="113838"/>
                    <a:pt x="137213" y="108524"/>
                    <a:pt x="143585" y="101084"/>
                  </a:cubicBezTo>
                  <a:lnTo>
                    <a:pt x="143585" y="130843"/>
                  </a:lnTo>
                  <a:cubicBezTo>
                    <a:pt x="135090" y="121278"/>
                    <a:pt x="124117" y="116672"/>
                    <a:pt x="123763" y="116672"/>
                  </a:cubicBezTo>
                  <a:lnTo>
                    <a:pt x="123763" y="116318"/>
                  </a:lnTo>
                  <a:close/>
                  <a:moveTo>
                    <a:pt x="43767" y="32001"/>
                  </a:moveTo>
                  <a:cubicBezTo>
                    <a:pt x="43767" y="27750"/>
                    <a:pt x="43767" y="18893"/>
                    <a:pt x="40935" y="12517"/>
                  </a:cubicBezTo>
                  <a:lnTo>
                    <a:pt x="78455" y="12517"/>
                  </a:lnTo>
                  <a:cubicBezTo>
                    <a:pt x="74562" y="20665"/>
                    <a:pt x="74562" y="32356"/>
                    <a:pt x="74562" y="35544"/>
                  </a:cubicBezTo>
                  <a:lnTo>
                    <a:pt x="74562" y="207366"/>
                  </a:lnTo>
                  <a:cubicBezTo>
                    <a:pt x="74562" y="220120"/>
                    <a:pt x="77039" y="227205"/>
                    <a:pt x="78455" y="230394"/>
                  </a:cubicBezTo>
                  <a:lnTo>
                    <a:pt x="40935" y="230394"/>
                  </a:lnTo>
                  <a:cubicBezTo>
                    <a:pt x="43767" y="224017"/>
                    <a:pt x="43767" y="215160"/>
                    <a:pt x="43767" y="210909"/>
                  </a:cubicBezTo>
                  <a:lnTo>
                    <a:pt x="43767" y="32001"/>
                  </a:lnTo>
                  <a:close/>
                  <a:moveTo>
                    <a:pt x="175442" y="230394"/>
                  </a:moveTo>
                  <a:lnTo>
                    <a:pt x="175442" y="230039"/>
                  </a:lnTo>
                  <a:cubicBezTo>
                    <a:pt x="186768" y="224371"/>
                    <a:pt x="196326" y="216931"/>
                    <a:pt x="203405" y="210554"/>
                  </a:cubicBezTo>
                  <a:cubicBezTo>
                    <a:pt x="203051" y="211971"/>
                    <a:pt x="200573" y="227559"/>
                    <a:pt x="200219" y="230394"/>
                  </a:cubicBezTo>
                  <a:lnTo>
                    <a:pt x="175442" y="230394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37C25BDF-C454-795B-B2BF-49255A1864E5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6001517" y="3627178"/>
              <a:ext cx="109516" cy="164665"/>
            </a:xfrm>
            <a:custGeom>
              <a:avLst/>
              <a:gdLst>
                <a:gd name="connsiteX0" fmla="*/ 109752 w 109516"/>
                <a:gd name="connsiteY0" fmla="*/ 119644 h 164665"/>
                <a:gd name="connsiteX1" fmla="*/ 101328 w 109516"/>
                <a:gd name="connsiteY1" fmla="*/ 119644 h 164665"/>
                <a:gd name="connsiteX2" fmla="*/ 94886 w 109516"/>
                <a:gd name="connsiteY2" fmla="*/ 142211 h 164665"/>
                <a:gd name="connsiteX3" fmla="*/ 70356 w 109516"/>
                <a:gd name="connsiteY3" fmla="*/ 143699 h 164665"/>
                <a:gd name="connsiteX4" fmla="*/ 24765 w 109516"/>
                <a:gd name="connsiteY4" fmla="*/ 143699 h 164665"/>
                <a:gd name="connsiteX5" fmla="*/ 74320 w 109516"/>
                <a:gd name="connsiteY5" fmla="*/ 102037 h 164665"/>
                <a:gd name="connsiteX6" fmla="*/ 109752 w 109516"/>
                <a:gd name="connsiteY6" fmla="*/ 48471 h 164665"/>
                <a:gd name="connsiteX7" fmla="*/ 51773 w 109516"/>
                <a:gd name="connsiteY7" fmla="*/ 113 h 164665"/>
                <a:gd name="connsiteX8" fmla="*/ 236 w 109516"/>
                <a:gd name="connsiteY8" fmla="*/ 44503 h 164665"/>
                <a:gd name="connsiteX9" fmla="*/ 13368 w 109516"/>
                <a:gd name="connsiteY9" fmla="*/ 58391 h 164665"/>
                <a:gd name="connsiteX10" fmla="*/ 26500 w 109516"/>
                <a:gd name="connsiteY10" fmla="*/ 45247 h 164665"/>
                <a:gd name="connsiteX11" fmla="*/ 11881 w 109516"/>
                <a:gd name="connsiteY11" fmla="*/ 32104 h 164665"/>
                <a:gd name="connsiteX12" fmla="*/ 48056 w 109516"/>
                <a:gd name="connsiteY12" fmla="*/ 9041 h 164665"/>
                <a:gd name="connsiteX13" fmla="*/ 85718 w 109516"/>
                <a:gd name="connsiteY13" fmla="*/ 48471 h 164665"/>
                <a:gd name="connsiteX14" fmla="*/ 62427 w 109516"/>
                <a:gd name="connsiteY14" fmla="*/ 96085 h 164665"/>
                <a:gd name="connsiteX15" fmla="*/ 2713 w 109516"/>
                <a:gd name="connsiteY15" fmla="*/ 155107 h 164665"/>
                <a:gd name="connsiteX16" fmla="*/ 236 w 109516"/>
                <a:gd name="connsiteY16" fmla="*/ 164778 h 164665"/>
                <a:gd name="connsiteX17" fmla="*/ 102319 w 109516"/>
                <a:gd name="connsiteY17" fmla="*/ 164778 h 164665"/>
                <a:gd name="connsiteX18" fmla="*/ 109752 w 109516"/>
                <a:gd name="connsiteY18" fmla="*/ 119644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516" h="164665">
                  <a:moveTo>
                    <a:pt x="109752" y="119644"/>
                  </a:moveTo>
                  <a:lnTo>
                    <a:pt x="101328" y="119644"/>
                  </a:lnTo>
                  <a:cubicBezTo>
                    <a:pt x="100585" y="125100"/>
                    <a:pt x="98107" y="139731"/>
                    <a:pt x="94886" y="142211"/>
                  </a:cubicBezTo>
                  <a:cubicBezTo>
                    <a:pt x="92904" y="143699"/>
                    <a:pt x="73825" y="143699"/>
                    <a:pt x="70356" y="143699"/>
                  </a:cubicBezTo>
                  <a:lnTo>
                    <a:pt x="24765" y="143699"/>
                  </a:lnTo>
                  <a:cubicBezTo>
                    <a:pt x="50782" y="120636"/>
                    <a:pt x="59454" y="113692"/>
                    <a:pt x="74320" y="102037"/>
                  </a:cubicBezTo>
                  <a:cubicBezTo>
                    <a:pt x="92656" y="87405"/>
                    <a:pt x="109752" y="72030"/>
                    <a:pt x="109752" y="48471"/>
                  </a:cubicBezTo>
                  <a:cubicBezTo>
                    <a:pt x="109752" y="18464"/>
                    <a:pt x="83488" y="113"/>
                    <a:pt x="51773" y="113"/>
                  </a:cubicBezTo>
                  <a:cubicBezTo>
                    <a:pt x="21049" y="113"/>
                    <a:pt x="236" y="21688"/>
                    <a:pt x="236" y="44503"/>
                  </a:cubicBezTo>
                  <a:cubicBezTo>
                    <a:pt x="236" y="57151"/>
                    <a:pt x="10890" y="58391"/>
                    <a:pt x="13368" y="58391"/>
                  </a:cubicBezTo>
                  <a:cubicBezTo>
                    <a:pt x="19314" y="58391"/>
                    <a:pt x="26500" y="54175"/>
                    <a:pt x="26500" y="45247"/>
                  </a:cubicBezTo>
                  <a:cubicBezTo>
                    <a:pt x="26500" y="40783"/>
                    <a:pt x="24765" y="32104"/>
                    <a:pt x="11881" y="32104"/>
                  </a:cubicBezTo>
                  <a:cubicBezTo>
                    <a:pt x="19562" y="14496"/>
                    <a:pt x="36411" y="9041"/>
                    <a:pt x="48056" y="9041"/>
                  </a:cubicBezTo>
                  <a:cubicBezTo>
                    <a:pt x="72834" y="9041"/>
                    <a:pt x="85718" y="28384"/>
                    <a:pt x="85718" y="48471"/>
                  </a:cubicBezTo>
                  <a:cubicBezTo>
                    <a:pt x="85718" y="70046"/>
                    <a:pt x="70356" y="87157"/>
                    <a:pt x="62427" y="96085"/>
                  </a:cubicBezTo>
                  <a:lnTo>
                    <a:pt x="2713" y="155107"/>
                  </a:lnTo>
                  <a:cubicBezTo>
                    <a:pt x="236" y="157339"/>
                    <a:pt x="236" y="157835"/>
                    <a:pt x="236" y="164778"/>
                  </a:cubicBezTo>
                  <a:lnTo>
                    <a:pt x="102319" y="164778"/>
                  </a:lnTo>
                  <a:lnTo>
                    <a:pt x="109752" y="119644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8C6CE7C4-6359-B5C1-9B7F-B528A5B60BA0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6186469" y="3672416"/>
              <a:ext cx="48493" cy="354271"/>
            </a:xfrm>
            <a:custGeom>
              <a:avLst/>
              <a:gdLst>
                <a:gd name="connsiteX0" fmla="*/ 48733 w 48493"/>
                <a:gd name="connsiteY0" fmla="*/ 354389 h 354271"/>
                <a:gd name="connsiteX1" fmla="*/ 48733 w 48493"/>
                <a:gd name="connsiteY1" fmla="*/ 340218 h 354271"/>
                <a:gd name="connsiteX2" fmla="*/ 14399 w 48493"/>
                <a:gd name="connsiteY2" fmla="*/ 340218 h 354271"/>
                <a:gd name="connsiteX3" fmla="*/ 14399 w 48493"/>
                <a:gd name="connsiteY3" fmla="*/ 14288 h 354271"/>
                <a:gd name="connsiteX4" fmla="*/ 48733 w 48493"/>
                <a:gd name="connsiteY4" fmla="*/ 14288 h 354271"/>
                <a:gd name="connsiteX5" fmla="*/ 48733 w 48493"/>
                <a:gd name="connsiteY5" fmla="*/ 117 h 354271"/>
                <a:gd name="connsiteX6" fmla="*/ 240 w 48493"/>
                <a:gd name="connsiteY6" fmla="*/ 117 h 354271"/>
                <a:gd name="connsiteX7" fmla="*/ 240 w 48493"/>
                <a:gd name="connsiteY7" fmla="*/ 354389 h 354271"/>
                <a:gd name="connsiteX8" fmla="*/ 48733 w 48493"/>
                <a:gd name="connsiteY8" fmla="*/ 354389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733" y="354389"/>
                  </a:moveTo>
                  <a:lnTo>
                    <a:pt x="48733" y="340218"/>
                  </a:lnTo>
                  <a:lnTo>
                    <a:pt x="14399" y="340218"/>
                  </a:lnTo>
                  <a:lnTo>
                    <a:pt x="14399" y="14288"/>
                  </a:lnTo>
                  <a:lnTo>
                    <a:pt x="48733" y="14288"/>
                  </a:lnTo>
                  <a:lnTo>
                    <a:pt x="48733" y="117"/>
                  </a:lnTo>
                  <a:lnTo>
                    <a:pt x="240" y="117"/>
                  </a:lnTo>
                  <a:lnTo>
                    <a:pt x="240" y="354389"/>
                  </a:lnTo>
                  <a:lnTo>
                    <a:pt x="48733" y="354389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C765964D-EE21-184A-A561-14AEF80F7F62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6255413" y="3696152"/>
              <a:ext cx="257332" cy="241967"/>
            </a:xfrm>
            <a:custGeom>
              <a:avLst/>
              <a:gdLst>
                <a:gd name="connsiteX0" fmla="*/ 199171 w 257332"/>
                <a:gd name="connsiteY0" fmla="*/ 40504 h 241967"/>
                <a:gd name="connsiteX1" fmla="*/ 204127 w 257332"/>
                <a:gd name="connsiteY1" fmla="*/ 35544 h 241967"/>
                <a:gd name="connsiteX2" fmla="*/ 250496 w 257332"/>
                <a:gd name="connsiteY2" fmla="*/ 11099 h 241967"/>
                <a:gd name="connsiteX3" fmla="*/ 257575 w 257332"/>
                <a:gd name="connsiteY3" fmla="*/ 4368 h 241967"/>
                <a:gd name="connsiteX4" fmla="*/ 252974 w 257332"/>
                <a:gd name="connsiteY4" fmla="*/ 117 h 241967"/>
                <a:gd name="connsiteX5" fmla="*/ 223949 w 257332"/>
                <a:gd name="connsiteY5" fmla="*/ 1180 h 241967"/>
                <a:gd name="connsiteX6" fmla="*/ 188552 w 257332"/>
                <a:gd name="connsiteY6" fmla="*/ 117 h 241967"/>
                <a:gd name="connsiteX7" fmla="*/ 181827 w 257332"/>
                <a:gd name="connsiteY7" fmla="*/ 6848 h 241967"/>
                <a:gd name="connsiteX8" fmla="*/ 187136 w 257332"/>
                <a:gd name="connsiteY8" fmla="*/ 11099 h 241967"/>
                <a:gd name="connsiteX9" fmla="*/ 199879 w 257332"/>
                <a:gd name="connsiteY9" fmla="*/ 19248 h 241967"/>
                <a:gd name="connsiteX10" fmla="*/ 190322 w 257332"/>
                <a:gd name="connsiteY10" fmla="*/ 36253 h 241967"/>
                <a:gd name="connsiteX11" fmla="*/ 108202 w 257332"/>
                <a:gd name="connsiteY11" fmla="*/ 130843 h 241967"/>
                <a:gd name="connsiteX12" fmla="*/ 69266 w 257332"/>
                <a:gd name="connsiteY12" fmla="*/ 25625 h 241967"/>
                <a:gd name="connsiteX13" fmla="*/ 67142 w 257332"/>
                <a:gd name="connsiteY13" fmla="*/ 19602 h 241967"/>
                <a:gd name="connsiteX14" fmla="*/ 88026 w 257332"/>
                <a:gd name="connsiteY14" fmla="*/ 11099 h 241967"/>
                <a:gd name="connsiteX15" fmla="*/ 96521 w 257332"/>
                <a:gd name="connsiteY15" fmla="*/ 4014 h 241967"/>
                <a:gd name="connsiteX16" fmla="*/ 91212 w 257332"/>
                <a:gd name="connsiteY16" fmla="*/ 117 h 241967"/>
                <a:gd name="connsiteX17" fmla="*/ 46612 w 257332"/>
                <a:gd name="connsiteY17" fmla="*/ 1180 h 241967"/>
                <a:gd name="connsiteX18" fmla="*/ 6968 w 257332"/>
                <a:gd name="connsiteY18" fmla="*/ 117 h 241967"/>
                <a:gd name="connsiteX19" fmla="*/ 243 w 257332"/>
                <a:gd name="connsiteY19" fmla="*/ 7202 h 241967"/>
                <a:gd name="connsiteX20" fmla="*/ 8384 w 257332"/>
                <a:gd name="connsiteY20" fmla="*/ 11099 h 241967"/>
                <a:gd name="connsiteX21" fmla="*/ 34223 w 257332"/>
                <a:gd name="connsiteY21" fmla="*/ 23145 h 241967"/>
                <a:gd name="connsiteX22" fmla="*/ 77761 w 257332"/>
                <a:gd name="connsiteY22" fmla="*/ 139700 h 241967"/>
                <a:gd name="connsiteX23" fmla="*/ 79177 w 257332"/>
                <a:gd name="connsiteY23" fmla="*/ 145723 h 241967"/>
                <a:gd name="connsiteX24" fmla="*/ 63249 w 257332"/>
                <a:gd name="connsiteY24" fmla="*/ 210200 h 241967"/>
                <a:gd name="connsiteX25" fmla="*/ 29976 w 257332"/>
                <a:gd name="connsiteY25" fmla="*/ 231102 h 241967"/>
                <a:gd name="connsiteX26" fmla="*/ 20419 w 257332"/>
                <a:gd name="connsiteY26" fmla="*/ 238187 h 241967"/>
                <a:gd name="connsiteX27" fmla="*/ 25374 w 257332"/>
                <a:gd name="connsiteY27" fmla="*/ 242084 h 241967"/>
                <a:gd name="connsiteX28" fmla="*/ 69974 w 257332"/>
                <a:gd name="connsiteY28" fmla="*/ 241022 h 241967"/>
                <a:gd name="connsiteX29" fmla="*/ 115281 w 257332"/>
                <a:gd name="connsiteY29" fmla="*/ 242084 h 241967"/>
                <a:gd name="connsiteX30" fmla="*/ 122007 w 257332"/>
                <a:gd name="connsiteY30" fmla="*/ 234999 h 241967"/>
                <a:gd name="connsiteX31" fmla="*/ 112096 w 257332"/>
                <a:gd name="connsiteY31" fmla="*/ 231102 h 241967"/>
                <a:gd name="connsiteX32" fmla="*/ 98645 w 257332"/>
                <a:gd name="connsiteY32" fmla="*/ 230394 h 241967"/>
                <a:gd name="connsiteX33" fmla="*/ 89088 w 257332"/>
                <a:gd name="connsiteY33" fmla="*/ 224725 h 241967"/>
                <a:gd name="connsiteX34" fmla="*/ 94044 w 257332"/>
                <a:gd name="connsiteY34" fmla="*/ 202406 h 241967"/>
                <a:gd name="connsiteX35" fmla="*/ 106432 w 257332"/>
                <a:gd name="connsiteY35" fmla="*/ 152454 h 241967"/>
                <a:gd name="connsiteX36" fmla="*/ 111388 w 257332"/>
                <a:gd name="connsiteY36" fmla="*/ 141471 h 241967"/>
                <a:gd name="connsiteX37" fmla="*/ 199171 w 257332"/>
                <a:gd name="connsiteY37" fmla="*/ 40504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7332" h="241967">
                  <a:moveTo>
                    <a:pt x="199171" y="40504"/>
                  </a:moveTo>
                  <a:lnTo>
                    <a:pt x="204127" y="35544"/>
                  </a:lnTo>
                  <a:cubicBezTo>
                    <a:pt x="214746" y="24916"/>
                    <a:pt x="226426" y="12871"/>
                    <a:pt x="250496" y="11099"/>
                  </a:cubicBezTo>
                  <a:cubicBezTo>
                    <a:pt x="254390" y="10745"/>
                    <a:pt x="257575" y="10745"/>
                    <a:pt x="257575" y="4368"/>
                  </a:cubicBezTo>
                  <a:cubicBezTo>
                    <a:pt x="257575" y="1534"/>
                    <a:pt x="255806" y="117"/>
                    <a:pt x="252974" y="117"/>
                  </a:cubicBezTo>
                  <a:cubicBezTo>
                    <a:pt x="243771" y="117"/>
                    <a:pt x="233506" y="1180"/>
                    <a:pt x="223949" y="1180"/>
                  </a:cubicBezTo>
                  <a:cubicBezTo>
                    <a:pt x="212268" y="1180"/>
                    <a:pt x="199879" y="117"/>
                    <a:pt x="188552" y="117"/>
                  </a:cubicBezTo>
                  <a:cubicBezTo>
                    <a:pt x="186428" y="117"/>
                    <a:pt x="181827" y="117"/>
                    <a:pt x="181827" y="6848"/>
                  </a:cubicBezTo>
                  <a:cubicBezTo>
                    <a:pt x="181827" y="10745"/>
                    <a:pt x="185367" y="11099"/>
                    <a:pt x="187136" y="11099"/>
                  </a:cubicBezTo>
                  <a:cubicBezTo>
                    <a:pt x="189614" y="11099"/>
                    <a:pt x="199879" y="11808"/>
                    <a:pt x="199879" y="19248"/>
                  </a:cubicBezTo>
                  <a:cubicBezTo>
                    <a:pt x="199879" y="25270"/>
                    <a:pt x="191738" y="34481"/>
                    <a:pt x="190322" y="36253"/>
                  </a:cubicBezTo>
                  <a:lnTo>
                    <a:pt x="108202" y="130843"/>
                  </a:lnTo>
                  <a:lnTo>
                    <a:pt x="69266" y="25625"/>
                  </a:lnTo>
                  <a:cubicBezTo>
                    <a:pt x="67142" y="20665"/>
                    <a:pt x="67142" y="19956"/>
                    <a:pt x="67142" y="19602"/>
                  </a:cubicBezTo>
                  <a:cubicBezTo>
                    <a:pt x="67142" y="11099"/>
                    <a:pt x="84487" y="11099"/>
                    <a:pt x="88026" y="11099"/>
                  </a:cubicBezTo>
                  <a:cubicBezTo>
                    <a:pt x="92982" y="11099"/>
                    <a:pt x="96521" y="11099"/>
                    <a:pt x="96521" y="4014"/>
                  </a:cubicBezTo>
                  <a:cubicBezTo>
                    <a:pt x="96521" y="117"/>
                    <a:pt x="92274" y="117"/>
                    <a:pt x="91212" y="117"/>
                  </a:cubicBezTo>
                  <a:cubicBezTo>
                    <a:pt x="81301" y="117"/>
                    <a:pt x="56523" y="1180"/>
                    <a:pt x="46612" y="1180"/>
                  </a:cubicBezTo>
                  <a:cubicBezTo>
                    <a:pt x="37763" y="1180"/>
                    <a:pt x="15817" y="117"/>
                    <a:pt x="6968" y="117"/>
                  </a:cubicBezTo>
                  <a:cubicBezTo>
                    <a:pt x="4844" y="117"/>
                    <a:pt x="243" y="117"/>
                    <a:pt x="243" y="7202"/>
                  </a:cubicBezTo>
                  <a:cubicBezTo>
                    <a:pt x="243" y="11099"/>
                    <a:pt x="3782" y="11099"/>
                    <a:pt x="8384" y="11099"/>
                  </a:cubicBezTo>
                  <a:cubicBezTo>
                    <a:pt x="29622" y="11099"/>
                    <a:pt x="31038" y="14288"/>
                    <a:pt x="34223" y="23145"/>
                  </a:cubicBezTo>
                  <a:lnTo>
                    <a:pt x="77761" y="139700"/>
                  </a:lnTo>
                  <a:cubicBezTo>
                    <a:pt x="78115" y="140763"/>
                    <a:pt x="79177" y="144660"/>
                    <a:pt x="79177" y="145723"/>
                  </a:cubicBezTo>
                  <a:cubicBezTo>
                    <a:pt x="79177" y="146785"/>
                    <a:pt x="65018" y="203823"/>
                    <a:pt x="63249" y="210200"/>
                  </a:cubicBezTo>
                  <a:cubicBezTo>
                    <a:pt x="58647" y="229685"/>
                    <a:pt x="58293" y="230748"/>
                    <a:pt x="29976" y="231102"/>
                  </a:cubicBezTo>
                  <a:cubicBezTo>
                    <a:pt x="23251" y="231102"/>
                    <a:pt x="20419" y="231102"/>
                    <a:pt x="20419" y="238187"/>
                  </a:cubicBezTo>
                  <a:cubicBezTo>
                    <a:pt x="20419" y="242084"/>
                    <a:pt x="24666" y="242084"/>
                    <a:pt x="25374" y="242084"/>
                  </a:cubicBezTo>
                  <a:cubicBezTo>
                    <a:pt x="35285" y="242084"/>
                    <a:pt x="60063" y="241022"/>
                    <a:pt x="69974" y="241022"/>
                  </a:cubicBezTo>
                  <a:cubicBezTo>
                    <a:pt x="79885" y="241022"/>
                    <a:pt x="105370" y="242084"/>
                    <a:pt x="115281" y="242084"/>
                  </a:cubicBezTo>
                  <a:cubicBezTo>
                    <a:pt x="117759" y="242084"/>
                    <a:pt x="122007" y="242084"/>
                    <a:pt x="122007" y="234999"/>
                  </a:cubicBezTo>
                  <a:cubicBezTo>
                    <a:pt x="122007" y="231102"/>
                    <a:pt x="118821" y="231102"/>
                    <a:pt x="112096" y="231102"/>
                  </a:cubicBezTo>
                  <a:cubicBezTo>
                    <a:pt x="111388" y="231102"/>
                    <a:pt x="104662" y="231102"/>
                    <a:pt x="98645" y="230394"/>
                  </a:cubicBezTo>
                  <a:cubicBezTo>
                    <a:pt x="91212" y="229685"/>
                    <a:pt x="89088" y="228976"/>
                    <a:pt x="89088" y="224725"/>
                  </a:cubicBezTo>
                  <a:cubicBezTo>
                    <a:pt x="89088" y="222245"/>
                    <a:pt x="92274" y="209846"/>
                    <a:pt x="94044" y="202406"/>
                  </a:cubicBezTo>
                  <a:lnTo>
                    <a:pt x="106432" y="152454"/>
                  </a:lnTo>
                  <a:cubicBezTo>
                    <a:pt x="108202" y="145723"/>
                    <a:pt x="108556" y="144660"/>
                    <a:pt x="111388" y="141471"/>
                  </a:cubicBezTo>
                  <a:lnTo>
                    <a:pt x="199171" y="40504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7164BBA4-BF2D-A959-5363-61741C2297A2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6534968" y="3672416"/>
              <a:ext cx="48493" cy="354271"/>
            </a:xfrm>
            <a:custGeom>
              <a:avLst/>
              <a:gdLst>
                <a:gd name="connsiteX0" fmla="*/ 48744 w 48493"/>
                <a:gd name="connsiteY0" fmla="*/ 117 h 354271"/>
                <a:gd name="connsiteX1" fmla="*/ 251 w 48493"/>
                <a:gd name="connsiteY1" fmla="*/ 117 h 354271"/>
                <a:gd name="connsiteX2" fmla="*/ 251 w 48493"/>
                <a:gd name="connsiteY2" fmla="*/ 14288 h 354271"/>
                <a:gd name="connsiteX3" fmla="*/ 34585 w 48493"/>
                <a:gd name="connsiteY3" fmla="*/ 14288 h 354271"/>
                <a:gd name="connsiteX4" fmla="*/ 34585 w 48493"/>
                <a:gd name="connsiteY4" fmla="*/ 340218 h 354271"/>
                <a:gd name="connsiteX5" fmla="*/ 251 w 48493"/>
                <a:gd name="connsiteY5" fmla="*/ 340218 h 354271"/>
                <a:gd name="connsiteX6" fmla="*/ 251 w 48493"/>
                <a:gd name="connsiteY6" fmla="*/ 354389 h 354271"/>
                <a:gd name="connsiteX7" fmla="*/ 48744 w 48493"/>
                <a:gd name="connsiteY7" fmla="*/ 354389 h 354271"/>
                <a:gd name="connsiteX8" fmla="*/ 48744 w 48493"/>
                <a:gd name="connsiteY8" fmla="*/ 117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744" y="117"/>
                  </a:moveTo>
                  <a:lnTo>
                    <a:pt x="251" y="117"/>
                  </a:lnTo>
                  <a:lnTo>
                    <a:pt x="251" y="14288"/>
                  </a:lnTo>
                  <a:lnTo>
                    <a:pt x="34585" y="14288"/>
                  </a:lnTo>
                  <a:lnTo>
                    <a:pt x="34585" y="340218"/>
                  </a:lnTo>
                  <a:lnTo>
                    <a:pt x="251" y="340218"/>
                  </a:lnTo>
                  <a:lnTo>
                    <a:pt x="251" y="354389"/>
                  </a:lnTo>
                  <a:lnTo>
                    <a:pt x="48744" y="354389"/>
                  </a:lnTo>
                  <a:lnTo>
                    <a:pt x="48744" y="117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882A2C9B-3C68-40E3-979A-F7D3008FA6E0}"/>
              </a:ext>
            </a:extLst>
          </p:cNvPr>
          <p:cNvGrpSpPr/>
          <p:nvPr/>
        </p:nvGrpSpPr>
        <p:grpSpPr>
          <a:xfrm>
            <a:off x="2263038" y="4202518"/>
            <a:ext cx="7226555" cy="399508"/>
            <a:chOff x="2263038" y="4202518"/>
            <a:chExt cx="7226555" cy="399508"/>
          </a:xfrm>
        </p:grpSpPr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08B65433-D90D-F498-585C-D0D7A3FB82EA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2263038" y="4383441"/>
              <a:ext cx="235386" cy="82899"/>
            </a:xfrm>
            <a:custGeom>
              <a:avLst/>
              <a:gdLst>
                <a:gd name="connsiteX0" fmla="*/ 223482 w 235386"/>
                <a:gd name="connsiteY0" fmla="*/ 14304 h 82899"/>
                <a:gd name="connsiteX1" fmla="*/ 235517 w 235386"/>
                <a:gd name="connsiteY1" fmla="*/ 7219 h 82899"/>
                <a:gd name="connsiteX2" fmla="*/ 223836 w 235386"/>
                <a:gd name="connsiteY2" fmla="*/ 133 h 82899"/>
                <a:gd name="connsiteX3" fmla="*/ 11811 w 235386"/>
                <a:gd name="connsiteY3" fmla="*/ 133 h 82899"/>
                <a:gd name="connsiteX4" fmla="*/ 130 w 235386"/>
                <a:gd name="connsiteY4" fmla="*/ 7219 h 82899"/>
                <a:gd name="connsiteX5" fmla="*/ 12165 w 235386"/>
                <a:gd name="connsiteY5" fmla="*/ 14304 h 82899"/>
                <a:gd name="connsiteX6" fmla="*/ 223482 w 235386"/>
                <a:gd name="connsiteY6" fmla="*/ 14304 h 82899"/>
                <a:gd name="connsiteX7" fmla="*/ 223836 w 235386"/>
                <a:gd name="connsiteY7" fmla="*/ 83033 h 82899"/>
                <a:gd name="connsiteX8" fmla="*/ 235517 w 235386"/>
                <a:gd name="connsiteY8" fmla="*/ 75947 h 82899"/>
                <a:gd name="connsiteX9" fmla="*/ 223482 w 235386"/>
                <a:gd name="connsiteY9" fmla="*/ 68862 h 82899"/>
                <a:gd name="connsiteX10" fmla="*/ 12165 w 235386"/>
                <a:gd name="connsiteY10" fmla="*/ 68862 h 82899"/>
                <a:gd name="connsiteX11" fmla="*/ 130 w 235386"/>
                <a:gd name="connsiteY11" fmla="*/ 75947 h 82899"/>
                <a:gd name="connsiteX12" fmla="*/ 11811 w 235386"/>
                <a:gd name="connsiteY12" fmla="*/ 83033 h 82899"/>
                <a:gd name="connsiteX13" fmla="*/ 223836 w 235386"/>
                <a:gd name="connsiteY13" fmla="*/ 83033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386" h="82899">
                  <a:moveTo>
                    <a:pt x="223482" y="14304"/>
                  </a:moveTo>
                  <a:cubicBezTo>
                    <a:pt x="228792" y="14304"/>
                    <a:pt x="235517" y="14304"/>
                    <a:pt x="235517" y="7219"/>
                  </a:cubicBezTo>
                  <a:cubicBezTo>
                    <a:pt x="235517" y="133"/>
                    <a:pt x="228792" y="133"/>
                    <a:pt x="223836" y="133"/>
                  </a:cubicBezTo>
                  <a:lnTo>
                    <a:pt x="11811" y="133"/>
                  </a:lnTo>
                  <a:cubicBezTo>
                    <a:pt x="6856" y="133"/>
                    <a:pt x="130" y="133"/>
                    <a:pt x="130" y="7219"/>
                  </a:cubicBezTo>
                  <a:cubicBezTo>
                    <a:pt x="130" y="14304"/>
                    <a:pt x="6856" y="14304"/>
                    <a:pt x="12165" y="14304"/>
                  </a:cubicBezTo>
                  <a:lnTo>
                    <a:pt x="223482" y="14304"/>
                  </a:lnTo>
                  <a:close/>
                  <a:moveTo>
                    <a:pt x="223836" y="83033"/>
                  </a:moveTo>
                  <a:cubicBezTo>
                    <a:pt x="228792" y="83033"/>
                    <a:pt x="235517" y="83033"/>
                    <a:pt x="235517" y="75947"/>
                  </a:cubicBezTo>
                  <a:cubicBezTo>
                    <a:pt x="235517" y="68862"/>
                    <a:pt x="228792" y="68862"/>
                    <a:pt x="223482" y="68862"/>
                  </a:cubicBezTo>
                  <a:lnTo>
                    <a:pt x="12165" y="68862"/>
                  </a:lnTo>
                  <a:cubicBezTo>
                    <a:pt x="6856" y="68862"/>
                    <a:pt x="130" y="68862"/>
                    <a:pt x="130" y="75947"/>
                  </a:cubicBezTo>
                  <a:cubicBezTo>
                    <a:pt x="130" y="83033"/>
                    <a:pt x="6856" y="83033"/>
                    <a:pt x="11811" y="83033"/>
                  </a:cubicBezTo>
                  <a:lnTo>
                    <a:pt x="223836" y="83033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1A88C3EA-9196-F874-17E4-849D3289008D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2690823" y="4271491"/>
              <a:ext cx="233262" cy="249761"/>
            </a:xfrm>
            <a:custGeom>
              <a:avLst/>
              <a:gdLst>
                <a:gd name="connsiteX0" fmla="*/ 187034 w 233262"/>
                <a:gd name="connsiteY0" fmla="*/ 39812 h 249761"/>
                <a:gd name="connsiteX1" fmla="*/ 226678 w 233262"/>
                <a:gd name="connsiteY1" fmla="*/ 11116 h 249761"/>
                <a:gd name="connsiteX2" fmla="*/ 233404 w 233262"/>
                <a:gd name="connsiteY2" fmla="*/ 4030 h 249761"/>
                <a:gd name="connsiteX3" fmla="*/ 228802 w 233262"/>
                <a:gd name="connsiteY3" fmla="*/ 133 h 249761"/>
                <a:gd name="connsiteX4" fmla="*/ 201901 w 233262"/>
                <a:gd name="connsiteY4" fmla="*/ 1196 h 249761"/>
                <a:gd name="connsiteX5" fmla="*/ 169336 w 233262"/>
                <a:gd name="connsiteY5" fmla="*/ 133 h 249761"/>
                <a:gd name="connsiteX6" fmla="*/ 162965 w 233262"/>
                <a:gd name="connsiteY6" fmla="*/ 6864 h 249761"/>
                <a:gd name="connsiteX7" fmla="*/ 168628 w 233262"/>
                <a:gd name="connsiteY7" fmla="*/ 11116 h 249761"/>
                <a:gd name="connsiteX8" fmla="*/ 182787 w 233262"/>
                <a:gd name="connsiteY8" fmla="*/ 22452 h 249761"/>
                <a:gd name="connsiteX9" fmla="*/ 177477 w 233262"/>
                <a:gd name="connsiteY9" fmla="*/ 36623 h 249761"/>
                <a:gd name="connsiteX10" fmla="*/ 75181 w 233262"/>
                <a:gd name="connsiteY10" fmla="*/ 207736 h 249761"/>
                <a:gd name="connsiteX11" fmla="*/ 57129 w 233262"/>
                <a:gd name="connsiteY11" fmla="*/ 22098 h 249761"/>
                <a:gd name="connsiteX12" fmla="*/ 79429 w 233262"/>
                <a:gd name="connsiteY12" fmla="*/ 11116 h 249761"/>
                <a:gd name="connsiteX13" fmla="*/ 88278 w 233262"/>
                <a:gd name="connsiteY13" fmla="*/ 4384 h 249761"/>
                <a:gd name="connsiteX14" fmla="*/ 83323 w 233262"/>
                <a:gd name="connsiteY14" fmla="*/ 133 h 249761"/>
                <a:gd name="connsiteX15" fmla="*/ 42617 w 233262"/>
                <a:gd name="connsiteY15" fmla="*/ 1196 h 249761"/>
                <a:gd name="connsiteX16" fmla="*/ 6512 w 233262"/>
                <a:gd name="connsiteY16" fmla="*/ 133 h 249761"/>
                <a:gd name="connsiteX17" fmla="*/ 141 w 233262"/>
                <a:gd name="connsiteY17" fmla="*/ 6864 h 249761"/>
                <a:gd name="connsiteX18" fmla="*/ 8636 w 233262"/>
                <a:gd name="connsiteY18" fmla="*/ 11116 h 249761"/>
                <a:gd name="connsiteX19" fmla="*/ 27750 w 233262"/>
                <a:gd name="connsiteY19" fmla="*/ 23161 h 249761"/>
                <a:gd name="connsiteX20" fmla="*/ 48988 w 233262"/>
                <a:gd name="connsiteY20" fmla="*/ 241392 h 249761"/>
                <a:gd name="connsiteX21" fmla="*/ 55713 w 233262"/>
                <a:gd name="connsiteY21" fmla="*/ 249895 h 249761"/>
                <a:gd name="connsiteX22" fmla="*/ 65624 w 233262"/>
                <a:gd name="connsiteY22" fmla="*/ 243163 h 249761"/>
                <a:gd name="connsiteX23" fmla="*/ 187034 w 233262"/>
                <a:gd name="connsiteY23" fmla="*/ 39812 h 24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3262" h="249761">
                  <a:moveTo>
                    <a:pt x="187034" y="39812"/>
                  </a:moveTo>
                  <a:cubicBezTo>
                    <a:pt x="201193" y="16075"/>
                    <a:pt x="213582" y="12178"/>
                    <a:pt x="226678" y="11116"/>
                  </a:cubicBezTo>
                  <a:cubicBezTo>
                    <a:pt x="229510" y="10761"/>
                    <a:pt x="233404" y="10761"/>
                    <a:pt x="233404" y="4030"/>
                  </a:cubicBezTo>
                  <a:cubicBezTo>
                    <a:pt x="233404" y="3322"/>
                    <a:pt x="232696" y="133"/>
                    <a:pt x="228802" y="133"/>
                  </a:cubicBezTo>
                  <a:cubicBezTo>
                    <a:pt x="220307" y="133"/>
                    <a:pt x="210750" y="1196"/>
                    <a:pt x="201901" y="1196"/>
                  </a:cubicBezTo>
                  <a:cubicBezTo>
                    <a:pt x="191282" y="1196"/>
                    <a:pt x="179601" y="133"/>
                    <a:pt x="169336" y="133"/>
                  </a:cubicBezTo>
                  <a:cubicBezTo>
                    <a:pt x="167212" y="133"/>
                    <a:pt x="162965" y="133"/>
                    <a:pt x="162965" y="6864"/>
                  </a:cubicBezTo>
                  <a:cubicBezTo>
                    <a:pt x="162965" y="10761"/>
                    <a:pt x="165796" y="10761"/>
                    <a:pt x="168628" y="11116"/>
                  </a:cubicBezTo>
                  <a:cubicBezTo>
                    <a:pt x="174292" y="11470"/>
                    <a:pt x="182787" y="13950"/>
                    <a:pt x="182787" y="22452"/>
                  </a:cubicBezTo>
                  <a:cubicBezTo>
                    <a:pt x="182787" y="27058"/>
                    <a:pt x="178893" y="34143"/>
                    <a:pt x="177477" y="36623"/>
                  </a:cubicBezTo>
                  <a:lnTo>
                    <a:pt x="75181" y="207736"/>
                  </a:lnTo>
                  <a:lnTo>
                    <a:pt x="57129" y="22098"/>
                  </a:lnTo>
                  <a:cubicBezTo>
                    <a:pt x="57129" y="11470"/>
                    <a:pt x="75889" y="11116"/>
                    <a:pt x="79429" y="11116"/>
                  </a:cubicBezTo>
                  <a:cubicBezTo>
                    <a:pt x="84384" y="11116"/>
                    <a:pt x="88278" y="11116"/>
                    <a:pt x="88278" y="4384"/>
                  </a:cubicBezTo>
                  <a:cubicBezTo>
                    <a:pt x="88278" y="133"/>
                    <a:pt x="84384" y="133"/>
                    <a:pt x="83323" y="133"/>
                  </a:cubicBezTo>
                  <a:cubicBezTo>
                    <a:pt x="70226" y="133"/>
                    <a:pt x="56067" y="1196"/>
                    <a:pt x="42617" y="1196"/>
                  </a:cubicBezTo>
                  <a:cubicBezTo>
                    <a:pt x="30582" y="1196"/>
                    <a:pt x="18193" y="133"/>
                    <a:pt x="6512" y="133"/>
                  </a:cubicBezTo>
                  <a:cubicBezTo>
                    <a:pt x="4742" y="133"/>
                    <a:pt x="141" y="133"/>
                    <a:pt x="141" y="6864"/>
                  </a:cubicBezTo>
                  <a:cubicBezTo>
                    <a:pt x="141" y="11116"/>
                    <a:pt x="3680" y="11116"/>
                    <a:pt x="8636" y="11116"/>
                  </a:cubicBezTo>
                  <a:cubicBezTo>
                    <a:pt x="26334" y="11116"/>
                    <a:pt x="27042" y="14304"/>
                    <a:pt x="27750" y="23161"/>
                  </a:cubicBezTo>
                  <a:lnTo>
                    <a:pt x="48988" y="241392"/>
                  </a:lnTo>
                  <a:cubicBezTo>
                    <a:pt x="49696" y="248123"/>
                    <a:pt x="50050" y="249895"/>
                    <a:pt x="55713" y="249895"/>
                  </a:cubicBezTo>
                  <a:cubicBezTo>
                    <a:pt x="59961" y="249895"/>
                    <a:pt x="61731" y="249540"/>
                    <a:pt x="65624" y="243163"/>
                  </a:cubicBezTo>
                  <a:lnTo>
                    <a:pt x="187034" y="39812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78D816-DED0-569E-1021-C39FA10A1571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2891048" y="4356871"/>
              <a:ext cx="151143" cy="160484"/>
            </a:xfrm>
            <a:custGeom>
              <a:avLst/>
              <a:gdLst>
                <a:gd name="connsiteX0" fmla="*/ 85453 w 151143"/>
                <a:gd name="connsiteY0" fmla="*/ 135819 h 160484"/>
                <a:gd name="connsiteX1" fmla="*/ 114832 w 151143"/>
                <a:gd name="connsiteY1" fmla="*/ 160618 h 160484"/>
                <a:gd name="connsiteX2" fmla="*/ 140672 w 151143"/>
                <a:gd name="connsiteY2" fmla="*/ 140779 h 160484"/>
                <a:gd name="connsiteX3" fmla="*/ 151290 w 151143"/>
                <a:gd name="connsiteY3" fmla="*/ 106060 h 160484"/>
                <a:gd name="connsiteX4" fmla="*/ 145981 w 151143"/>
                <a:gd name="connsiteY4" fmla="*/ 102518 h 160484"/>
                <a:gd name="connsiteX5" fmla="*/ 139256 w 151143"/>
                <a:gd name="connsiteY5" fmla="*/ 110666 h 160484"/>
                <a:gd name="connsiteX6" fmla="*/ 115540 w 151143"/>
                <a:gd name="connsiteY6" fmla="*/ 152824 h 160484"/>
                <a:gd name="connsiteX7" fmla="*/ 106337 w 151143"/>
                <a:gd name="connsiteY7" fmla="*/ 138299 h 160484"/>
                <a:gd name="connsiteX8" fmla="*/ 108815 w 151143"/>
                <a:gd name="connsiteY8" fmla="*/ 120231 h 160484"/>
                <a:gd name="connsiteX9" fmla="*/ 132884 w 151143"/>
                <a:gd name="connsiteY9" fmla="*/ 23869 h 160484"/>
                <a:gd name="connsiteX10" fmla="*/ 134300 w 151143"/>
                <a:gd name="connsiteY10" fmla="*/ 16430 h 160484"/>
                <a:gd name="connsiteX11" fmla="*/ 124743 w 151143"/>
                <a:gd name="connsiteY11" fmla="*/ 7219 h 160484"/>
                <a:gd name="connsiteX12" fmla="*/ 110584 w 151143"/>
                <a:gd name="connsiteY12" fmla="*/ 21035 h 160484"/>
                <a:gd name="connsiteX13" fmla="*/ 81205 w 151143"/>
                <a:gd name="connsiteY13" fmla="*/ 133 h 160484"/>
                <a:gd name="connsiteX14" fmla="*/ 147 w 151143"/>
                <a:gd name="connsiteY14" fmla="*/ 105706 h 160484"/>
                <a:gd name="connsiteX15" fmla="*/ 42977 w 151143"/>
                <a:gd name="connsiteY15" fmla="*/ 160618 h 160484"/>
                <a:gd name="connsiteX16" fmla="*/ 85453 w 151143"/>
                <a:gd name="connsiteY16" fmla="*/ 135819 h 160484"/>
                <a:gd name="connsiteX17" fmla="*/ 104567 w 151143"/>
                <a:gd name="connsiteY17" fmla="*/ 45834 h 160484"/>
                <a:gd name="connsiteX18" fmla="*/ 87931 w 151143"/>
                <a:gd name="connsiteY18" fmla="*/ 112792 h 160484"/>
                <a:gd name="connsiteX19" fmla="*/ 43685 w 151143"/>
                <a:gd name="connsiteY19" fmla="*/ 152824 h 160484"/>
                <a:gd name="connsiteX20" fmla="*/ 24217 w 151143"/>
                <a:gd name="connsiteY20" fmla="*/ 121294 h 160484"/>
                <a:gd name="connsiteX21" fmla="*/ 41561 w 151143"/>
                <a:gd name="connsiteY21" fmla="*/ 47251 h 160484"/>
                <a:gd name="connsiteX22" fmla="*/ 81205 w 151143"/>
                <a:gd name="connsiteY22" fmla="*/ 7927 h 160484"/>
                <a:gd name="connsiteX23" fmla="*/ 105629 w 151143"/>
                <a:gd name="connsiteY23" fmla="*/ 41229 h 160484"/>
                <a:gd name="connsiteX24" fmla="*/ 104567 w 151143"/>
                <a:gd name="connsiteY24" fmla="*/ 45834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51143" h="160484">
                  <a:moveTo>
                    <a:pt x="85453" y="135819"/>
                  </a:moveTo>
                  <a:cubicBezTo>
                    <a:pt x="89347" y="153179"/>
                    <a:pt x="102443" y="160618"/>
                    <a:pt x="114832" y="160618"/>
                  </a:cubicBezTo>
                  <a:cubicBezTo>
                    <a:pt x="127929" y="160618"/>
                    <a:pt x="135362" y="151761"/>
                    <a:pt x="140672" y="140779"/>
                  </a:cubicBezTo>
                  <a:cubicBezTo>
                    <a:pt x="147043" y="127317"/>
                    <a:pt x="151290" y="106769"/>
                    <a:pt x="151290" y="106060"/>
                  </a:cubicBezTo>
                  <a:cubicBezTo>
                    <a:pt x="151290" y="102518"/>
                    <a:pt x="148459" y="102518"/>
                    <a:pt x="145981" y="102518"/>
                  </a:cubicBezTo>
                  <a:cubicBezTo>
                    <a:pt x="141733" y="102518"/>
                    <a:pt x="141379" y="102872"/>
                    <a:pt x="139256" y="110666"/>
                  </a:cubicBezTo>
                  <a:cubicBezTo>
                    <a:pt x="134300" y="130505"/>
                    <a:pt x="127575" y="152824"/>
                    <a:pt x="115540" y="152824"/>
                  </a:cubicBezTo>
                  <a:cubicBezTo>
                    <a:pt x="106337" y="152824"/>
                    <a:pt x="106337" y="143259"/>
                    <a:pt x="106337" y="138299"/>
                  </a:cubicBezTo>
                  <a:cubicBezTo>
                    <a:pt x="106337" y="135819"/>
                    <a:pt x="106337" y="130151"/>
                    <a:pt x="108815" y="120231"/>
                  </a:cubicBezTo>
                  <a:lnTo>
                    <a:pt x="132884" y="23869"/>
                  </a:lnTo>
                  <a:cubicBezTo>
                    <a:pt x="134300" y="18910"/>
                    <a:pt x="134300" y="18201"/>
                    <a:pt x="134300" y="16430"/>
                  </a:cubicBezTo>
                  <a:cubicBezTo>
                    <a:pt x="134300" y="8990"/>
                    <a:pt x="128283" y="7219"/>
                    <a:pt x="124743" y="7219"/>
                  </a:cubicBezTo>
                  <a:cubicBezTo>
                    <a:pt x="113416" y="7219"/>
                    <a:pt x="110938" y="19264"/>
                    <a:pt x="110584" y="21035"/>
                  </a:cubicBezTo>
                  <a:cubicBezTo>
                    <a:pt x="103859" y="5802"/>
                    <a:pt x="92532" y="133"/>
                    <a:pt x="81205" y="133"/>
                  </a:cubicBezTo>
                  <a:cubicBezTo>
                    <a:pt x="41915" y="133"/>
                    <a:pt x="147" y="53982"/>
                    <a:pt x="147" y="105706"/>
                  </a:cubicBezTo>
                  <a:cubicBezTo>
                    <a:pt x="147" y="135819"/>
                    <a:pt x="16430" y="160618"/>
                    <a:pt x="42977" y="160618"/>
                  </a:cubicBezTo>
                  <a:cubicBezTo>
                    <a:pt x="55720" y="160618"/>
                    <a:pt x="71294" y="153179"/>
                    <a:pt x="85453" y="135819"/>
                  </a:cubicBezTo>
                  <a:close/>
                  <a:moveTo>
                    <a:pt x="104567" y="45834"/>
                  </a:moveTo>
                  <a:lnTo>
                    <a:pt x="87931" y="112792"/>
                  </a:lnTo>
                  <a:cubicBezTo>
                    <a:pt x="85099" y="124128"/>
                    <a:pt x="63153" y="152824"/>
                    <a:pt x="43685" y="152824"/>
                  </a:cubicBezTo>
                  <a:cubicBezTo>
                    <a:pt x="27049" y="152824"/>
                    <a:pt x="24217" y="131922"/>
                    <a:pt x="24217" y="121294"/>
                  </a:cubicBezTo>
                  <a:cubicBezTo>
                    <a:pt x="24217" y="103581"/>
                    <a:pt x="35190" y="62131"/>
                    <a:pt x="41561" y="47251"/>
                  </a:cubicBezTo>
                  <a:cubicBezTo>
                    <a:pt x="50410" y="25641"/>
                    <a:pt x="66693" y="7927"/>
                    <a:pt x="81205" y="7927"/>
                  </a:cubicBezTo>
                  <a:cubicBezTo>
                    <a:pt x="96780" y="7927"/>
                    <a:pt x="105629" y="26349"/>
                    <a:pt x="105629" y="41229"/>
                  </a:cubicBezTo>
                  <a:cubicBezTo>
                    <a:pt x="105629" y="41937"/>
                    <a:pt x="105275" y="43709"/>
                    <a:pt x="104567" y="45834"/>
                  </a:cubicBez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9549D18B-2FE6-3F3B-7706-2A4353550256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3063113" y="4356871"/>
              <a:ext cx="143709" cy="160484"/>
            </a:xfrm>
            <a:custGeom>
              <a:avLst/>
              <a:gdLst>
                <a:gd name="connsiteX0" fmla="*/ 62096 w 143709"/>
                <a:gd name="connsiteY0" fmla="*/ 54691 h 160484"/>
                <a:gd name="connsiteX1" fmla="*/ 108820 w 143709"/>
                <a:gd name="connsiteY1" fmla="*/ 7927 h 160484"/>
                <a:gd name="connsiteX2" fmla="*/ 127580 w 143709"/>
                <a:gd name="connsiteY2" fmla="*/ 12887 h 160484"/>
                <a:gd name="connsiteX3" fmla="*/ 114129 w 143709"/>
                <a:gd name="connsiteY3" fmla="*/ 29892 h 160484"/>
                <a:gd name="connsiteX4" fmla="*/ 126518 w 143709"/>
                <a:gd name="connsiteY4" fmla="*/ 41229 h 160484"/>
                <a:gd name="connsiteX5" fmla="*/ 143862 w 143709"/>
                <a:gd name="connsiteY5" fmla="*/ 22452 h 160484"/>
                <a:gd name="connsiteX6" fmla="*/ 109174 w 143709"/>
                <a:gd name="connsiteY6" fmla="*/ 133 h 160484"/>
                <a:gd name="connsiteX7" fmla="*/ 66344 w 143709"/>
                <a:gd name="connsiteY7" fmla="*/ 25641 h 160484"/>
                <a:gd name="connsiteX8" fmla="*/ 36965 w 143709"/>
                <a:gd name="connsiteY8" fmla="*/ 133 h 160484"/>
                <a:gd name="connsiteX9" fmla="*/ 11479 w 143709"/>
                <a:gd name="connsiteY9" fmla="*/ 18910 h 160484"/>
                <a:gd name="connsiteX10" fmla="*/ 152 w 143709"/>
                <a:gd name="connsiteY10" fmla="*/ 54691 h 160484"/>
                <a:gd name="connsiteX11" fmla="*/ 5462 w 143709"/>
                <a:gd name="connsiteY11" fmla="*/ 58234 h 160484"/>
                <a:gd name="connsiteX12" fmla="*/ 12187 w 143709"/>
                <a:gd name="connsiteY12" fmla="*/ 50086 h 160484"/>
                <a:gd name="connsiteX13" fmla="*/ 36257 w 143709"/>
                <a:gd name="connsiteY13" fmla="*/ 7927 h 160484"/>
                <a:gd name="connsiteX14" fmla="*/ 45460 w 143709"/>
                <a:gd name="connsiteY14" fmla="*/ 22098 h 160484"/>
                <a:gd name="connsiteX15" fmla="*/ 42982 w 143709"/>
                <a:gd name="connsiteY15" fmla="*/ 40166 h 160484"/>
                <a:gd name="connsiteX16" fmla="*/ 16435 w 143709"/>
                <a:gd name="connsiteY16" fmla="*/ 146447 h 160484"/>
                <a:gd name="connsiteX17" fmla="*/ 15373 w 143709"/>
                <a:gd name="connsiteY17" fmla="*/ 151407 h 160484"/>
                <a:gd name="connsiteX18" fmla="*/ 25284 w 143709"/>
                <a:gd name="connsiteY18" fmla="*/ 160618 h 160484"/>
                <a:gd name="connsiteX19" fmla="*/ 39089 w 143709"/>
                <a:gd name="connsiteY19" fmla="*/ 147510 h 160484"/>
                <a:gd name="connsiteX20" fmla="*/ 62096 w 143709"/>
                <a:gd name="connsiteY20" fmla="*/ 54691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3709" h="160484">
                  <a:moveTo>
                    <a:pt x="62096" y="54691"/>
                  </a:moveTo>
                  <a:cubicBezTo>
                    <a:pt x="62450" y="53628"/>
                    <a:pt x="78379" y="7927"/>
                    <a:pt x="108820" y="7927"/>
                  </a:cubicBezTo>
                  <a:cubicBezTo>
                    <a:pt x="110590" y="7927"/>
                    <a:pt x="120501" y="7927"/>
                    <a:pt x="127580" y="12887"/>
                  </a:cubicBezTo>
                  <a:cubicBezTo>
                    <a:pt x="115191" y="16784"/>
                    <a:pt x="114129" y="28121"/>
                    <a:pt x="114129" y="29892"/>
                  </a:cubicBezTo>
                  <a:cubicBezTo>
                    <a:pt x="114129" y="34498"/>
                    <a:pt x="117315" y="41229"/>
                    <a:pt x="126518" y="41229"/>
                  </a:cubicBezTo>
                  <a:cubicBezTo>
                    <a:pt x="132889" y="41229"/>
                    <a:pt x="143862" y="36269"/>
                    <a:pt x="143862" y="22452"/>
                  </a:cubicBezTo>
                  <a:cubicBezTo>
                    <a:pt x="143862" y="4030"/>
                    <a:pt x="120855" y="133"/>
                    <a:pt x="109174" y="133"/>
                  </a:cubicBezTo>
                  <a:cubicBezTo>
                    <a:pt x="84750" y="133"/>
                    <a:pt x="72007" y="17847"/>
                    <a:pt x="66344" y="25641"/>
                  </a:cubicBezTo>
                  <a:cubicBezTo>
                    <a:pt x="62450" y="6864"/>
                    <a:pt x="48646" y="133"/>
                    <a:pt x="36965" y="133"/>
                  </a:cubicBezTo>
                  <a:cubicBezTo>
                    <a:pt x="24222" y="133"/>
                    <a:pt x="17143" y="8281"/>
                    <a:pt x="11479" y="18910"/>
                  </a:cubicBezTo>
                  <a:cubicBezTo>
                    <a:pt x="4754" y="33080"/>
                    <a:pt x="152" y="53982"/>
                    <a:pt x="152" y="54691"/>
                  </a:cubicBezTo>
                  <a:cubicBezTo>
                    <a:pt x="152" y="58234"/>
                    <a:pt x="3692" y="58234"/>
                    <a:pt x="5462" y="58234"/>
                  </a:cubicBezTo>
                  <a:cubicBezTo>
                    <a:pt x="10063" y="58234"/>
                    <a:pt x="10417" y="57879"/>
                    <a:pt x="12187" y="50086"/>
                  </a:cubicBezTo>
                  <a:cubicBezTo>
                    <a:pt x="18559" y="25287"/>
                    <a:pt x="25284" y="7927"/>
                    <a:pt x="36257" y="7927"/>
                  </a:cubicBezTo>
                  <a:cubicBezTo>
                    <a:pt x="45460" y="7927"/>
                    <a:pt x="45460" y="18201"/>
                    <a:pt x="45460" y="22098"/>
                  </a:cubicBezTo>
                  <a:cubicBezTo>
                    <a:pt x="45460" y="27766"/>
                    <a:pt x="44398" y="34498"/>
                    <a:pt x="42982" y="40166"/>
                  </a:cubicBezTo>
                  <a:lnTo>
                    <a:pt x="16435" y="146447"/>
                  </a:lnTo>
                  <a:cubicBezTo>
                    <a:pt x="15727" y="148573"/>
                    <a:pt x="15373" y="150344"/>
                    <a:pt x="15373" y="151407"/>
                  </a:cubicBezTo>
                  <a:cubicBezTo>
                    <a:pt x="15373" y="155304"/>
                    <a:pt x="18205" y="160618"/>
                    <a:pt x="25284" y="160618"/>
                  </a:cubicBezTo>
                  <a:cubicBezTo>
                    <a:pt x="35903" y="160618"/>
                    <a:pt x="38381" y="150344"/>
                    <a:pt x="39089" y="147510"/>
                  </a:cubicBezTo>
                  <a:lnTo>
                    <a:pt x="62096" y="54691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D02894F1-9372-C9A9-8912-C4FF6CD8CF3B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3224756" y="4247755"/>
              <a:ext cx="48493" cy="354271"/>
            </a:xfrm>
            <a:custGeom>
              <a:avLst/>
              <a:gdLst>
                <a:gd name="connsiteX0" fmla="*/ 48650 w 48493"/>
                <a:gd name="connsiteY0" fmla="*/ 354405 h 354271"/>
                <a:gd name="connsiteX1" fmla="*/ 48650 w 48493"/>
                <a:gd name="connsiteY1" fmla="*/ 340234 h 354271"/>
                <a:gd name="connsiteX2" fmla="*/ 14315 w 48493"/>
                <a:gd name="connsiteY2" fmla="*/ 340234 h 354271"/>
                <a:gd name="connsiteX3" fmla="*/ 14315 w 48493"/>
                <a:gd name="connsiteY3" fmla="*/ 14304 h 354271"/>
                <a:gd name="connsiteX4" fmla="*/ 48650 w 48493"/>
                <a:gd name="connsiteY4" fmla="*/ 14304 h 354271"/>
                <a:gd name="connsiteX5" fmla="*/ 48650 w 48493"/>
                <a:gd name="connsiteY5" fmla="*/ 133 h 354271"/>
                <a:gd name="connsiteX6" fmla="*/ 157 w 48493"/>
                <a:gd name="connsiteY6" fmla="*/ 133 h 354271"/>
                <a:gd name="connsiteX7" fmla="*/ 157 w 48493"/>
                <a:gd name="connsiteY7" fmla="*/ 354405 h 354271"/>
                <a:gd name="connsiteX8" fmla="*/ 48650 w 48493"/>
                <a:gd name="connsiteY8" fmla="*/ 354405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650" y="354405"/>
                  </a:moveTo>
                  <a:lnTo>
                    <a:pt x="48650" y="340234"/>
                  </a:lnTo>
                  <a:lnTo>
                    <a:pt x="14315" y="340234"/>
                  </a:lnTo>
                  <a:lnTo>
                    <a:pt x="14315" y="14304"/>
                  </a:lnTo>
                  <a:lnTo>
                    <a:pt x="48650" y="14304"/>
                  </a:lnTo>
                  <a:lnTo>
                    <a:pt x="48650" y="133"/>
                  </a:lnTo>
                  <a:lnTo>
                    <a:pt x="157" y="133"/>
                  </a:lnTo>
                  <a:lnTo>
                    <a:pt x="157" y="354405"/>
                  </a:lnTo>
                  <a:lnTo>
                    <a:pt x="48650" y="354405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34987965-7630-79F2-093C-5A148D1491C0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3290869" y="4271491"/>
              <a:ext cx="291667" cy="241967"/>
            </a:xfrm>
            <a:custGeom>
              <a:avLst/>
              <a:gdLst>
                <a:gd name="connsiteX0" fmla="*/ 162275 w 291667"/>
                <a:gd name="connsiteY0" fmla="*/ 96495 h 241967"/>
                <a:gd name="connsiteX1" fmla="*/ 132542 w 291667"/>
                <a:gd name="connsiteY1" fmla="*/ 25995 h 241967"/>
                <a:gd name="connsiteX2" fmla="*/ 130773 w 291667"/>
                <a:gd name="connsiteY2" fmla="*/ 21389 h 241967"/>
                <a:gd name="connsiteX3" fmla="*/ 151656 w 291667"/>
                <a:gd name="connsiteY3" fmla="*/ 11116 h 241967"/>
                <a:gd name="connsiteX4" fmla="*/ 158736 w 291667"/>
                <a:gd name="connsiteY4" fmla="*/ 4384 h 241967"/>
                <a:gd name="connsiteX5" fmla="*/ 153426 w 291667"/>
                <a:gd name="connsiteY5" fmla="*/ 133 h 241967"/>
                <a:gd name="connsiteX6" fmla="*/ 108827 w 291667"/>
                <a:gd name="connsiteY6" fmla="*/ 1196 h 241967"/>
                <a:gd name="connsiteX7" fmla="*/ 69183 w 291667"/>
                <a:gd name="connsiteY7" fmla="*/ 133 h 241967"/>
                <a:gd name="connsiteX8" fmla="*/ 62811 w 291667"/>
                <a:gd name="connsiteY8" fmla="*/ 7219 h 241967"/>
                <a:gd name="connsiteX9" fmla="*/ 70952 w 291667"/>
                <a:gd name="connsiteY9" fmla="*/ 11116 h 241967"/>
                <a:gd name="connsiteX10" fmla="*/ 97500 w 291667"/>
                <a:gd name="connsiteY10" fmla="*/ 22452 h 241967"/>
                <a:gd name="connsiteX11" fmla="*/ 139268 w 291667"/>
                <a:gd name="connsiteY11" fmla="*/ 121294 h 241967"/>
                <a:gd name="connsiteX12" fmla="*/ 64581 w 291667"/>
                <a:gd name="connsiteY12" fmla="*/ 201714 h 241967"/>
                <a:gd name="connsiteX13" fmla="*/ 59980 w 291667"/>
                <a:gd name="connsiteY13" fmla="*/ 205611 h 241967"/>
                <a:gd name="connsiteX14" fmla="*/ 7947 w 291667"/>
                <a:gd name="connsiteY14" fmla="*/ 231118 h 241967"/>
                <a:gd name="connsiteX15" fmla="*/ 159 w 291667"/>
                <a:gd name="connsiteY15" fmla="*/ 238204 h 241967"/>
                <a:gd name="connsiteX16" fmla="*/ 4761 w 291667"/>
                <a:gd name="connsiteY16" fmla="*/ 242101 h 241967"/>
                <a:gd name="connsiteX17" fmla="*/ 38034 w 291667"/>
                <a:gd name="connsiteY17" fmla="*/ 241038 h 241967"/>
                <a:gd name="connsiteX18" fmla="*/ 77678 w 291667"/>
                <a:gd name="connsiteY18" fmla="*/ 242101 h 241967"/>
                <a:gd name="connsiteX19" fmla="*/ 84049 w 291667"/>
                <a:gd name="connsiteY19" fmla="*/ 235015 h 241967"/>
                <a:gd name="connsiteX20" fmla="*/ 79802 w 291667"/>
                <a:gd name="connsiteY20" fmla="*/ 231118 h 241967"/>
                <a:gd name="connsiteX21" fmla="*/ 65643 w 291667"/>
                <a:gd name="connsiteY21" fmla="*/ 220136 h 241967"/>
                <a:gd name="connsiteX22" fmla="*/ 75200 w 291667"/>
                <a:gd name="connsiteY22" fmla="*/ 204194 h 241967"/>
                <a:gd name="connsiteX23" fmla="*/ 111304 w 291667"/>
                <a:gd name="connsiteY23" fmla="*/ 165932 h 241967"/>
                <a:gd name="connsiteX24" fmla="*/ 143161 w 291667"/>
                <a:gd name="connsiteY24" fmla="*/ 131214 h 241967"/>
                <a:gd name="connsiteX25" fmla="*/ 178912 w 291667"/>
                <a:gd name="connsiteY25" fmla="*/ 215885 h 241967"/>
                <a:gd name="connsiteX26" fmla="*/ 180682 w 291667"/>
                <a:gd name="connsiteY26" fmla="*/ 220844 h 241967"/>
                <a:gd name="connsiteX27" fmla="*/ 160152 w 291667"/>
                <a:gd name="connsiteY27" fmla="*/ 231118 h 241967"/>
                <a:gd name="connsiteX28" fmla="*/ 153072 w 291667"/>
                <a:gd name="connsiteY28" fmla="*/ 237849 h 241967"/>
                <a:gd name="connsiteX29" fmla="*/ 158382 w 291667"/>
                <a:gd name="connsiteY29" fmla="*/ 242101 h 241967"/>
                <a:gd name="connsiteX30" fmla="*/ 202981 w 291667"/>
                <a:gd name="connsiteY30" fmla="*/ 241038 h 241967"/>
                <a:gd name="connsiteX31" fmla="*/ 242272 w 291667"/>
                <a:gd name="connsiteY31" fmla="*/ 242101 h 241967"/>
                <a:gd name="connsiteX32" fmla="*/ 248997 w 291667"/>
                <a:gd name="connsiteY32" fmla="*/ 235369 h 241967"/>
                <a:gd name="connsiteX33" fmla="*/ 242626 w 291667"/>
                <a:gd name="connsiteY33" fmla="*/ 231118 h 241967"/>
                <a:gd name="connsiteX34" fmla="*/ 212185 w 291667"/>
                <a:gd name="connsiteY34" fmla="*/ 215530 h 241967"/>
                <a:gd name="connsiteX35" fmla="*/ 166523 w 291667"/>
                <a:gd name="connsiteY35" fmla="*/ 106060 h 241967"/>
                <a:gd name="connsiteX36" fmla="*/ 239086 w 291667"/>
                <a:gd name="connsiteY36" fmla="*/ 29183 h 241967"/>
                <a:gd name="connsiteX37" fmla="*/ 284039 w 291667"/>
                <a:gd name="connsiteY37" fmla="*/ 11116 h 241967"/>
                <a:gd name="connsiteX38" fmla="*/ 291827 w 291667"/>
                <a:gd name="connsiteY38" fmla="*/ 4030 h 241967"/>
                <a:gd name="connsiteX39" fmla="*/ 287225 w 291667"/>
                <a:gd name="connsiteY39" fmla="*/ 133 h 241967"/>
                <a:gd name="connsiteX40" fmla="*/ 253952 w 291667"/>
                <a:gd name="connsiteY40" fmla="*/ 1196 h 241967"/>
                <a:gd name="connsiteX41" fmla="*/ 214662 w 291667"/>
                <a:gd name="connsiteY41" fmla="*/ 133 h 241967"/>
                <a:gd name="connsiteX42" fmla="*/ 207937 w 291667"/>
                <a:gd name="connsiteY42" fmla="*/ 7219 h 241967"/>
                <a:gd name="connsiteX43" fmla="*/ 212185 w 291667"/>
                <a:gd name="connsiteY43" fmla="*/ 11116 h 241967"/>
                <a:gd name="connsiteX44" fmla="*/ 226343 w 291667"/>
                <a:gd name="connsiteY44" fmla="*/ 22098 h 241967"/>
                <a:gd name="connsiteX45" fmla="*/ 219618 w 291667"/>
                <a:gd name="connsiteY45" fmla="*/ 34852 h 241967"/>
                <a:gd name="connsiteX46" fmla="*/ 162275 w 291667"/>
                <a:gd name="connsiteY46" fmla="*/ 96495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1667" h="241967">
                  <a:moveTo>
                    <a:pt x="162275" y="96495"/>
                  </a:moveTo>
                  <a:lnTo>
                    <a:pt x="132542" y="25995"/>
                  </a:lnTo>
                  <a:cubicBezTo>
                    <a:pt x="131480" y="23161"/>
                    <a:pt x="130773" y="21744"/>
                    <a:pt x="130773" y="21389"/>
                  </a:cubicBezTo>
                  <a:cubicBezTo>
                    <a:pt x="130773" y="19264"/>
                    <a:pt x="136790" y="12533"/>
                    <a:pt x="151656" y="11116"/>
                  </a:cubicBezTo>
                  <a:cubicBezTo>
                    <a:pt x="155196" y="10761"/>
                    <a:pt x="158736" y="10407"/>
                    <a:pt x="158736" y="4384"/>
                  </a:cubicBezTo>
                  <a:cubicBezTo>
                    <a:pt x="158736" y="133"/>
                    <a:pt x="154488" y="133"/>
                    <a:pt x="153426" y="133"/>
                  </a:cubicBezTo>
                  <a:cubicBezTo>
                    <a:pt x="138914" y="133"/>
                    <a:pt x="123693" y="1196"/>
                    <a:pt x="108827" y="1196"/>
                  </a:cubicBezTo>
                  <a:cubicBezTo>
                    <a:pt x="99978" y="1196"/>
                    <a:pt x="78032" y="133"/>
                    <a:pt x="69183" y="133"/>
                  </a:cubicBezTo>
                  <a:cubicBezTo>
                    <a:pt x="67059" y="133"/>
                    <a:pt x="62811" y="133"/>
                    <a:pt x="62811" y="7219"/>
                  </a:cubicBezTo>
                  <a:cubicBezTo>
                    <a:pt x="62811" y="11116"/>
                    <a:pt x="66351" y="11116"/>
                    <a:pt x="70952" y="11116"/>
                  </a:cubicBezTo>
                  <a:cubicBezTo>
                    <a:pt x="92190" y="11116"/>
                    <a:pt x="94314" y="14658"/>
                    <a:pt x="97500" y="22452"/>
                  </a:cubicBezTo>
                  <a:lnTo>
                    <a:pt x="139268" y="121294"/>
                  </a:lnTo>
                  <a:lnTo>
                    <a:pt x="64581" y="201714"/>
                  </a:lnTo>
                  <a:lnTo>
                    <a:pt x="59980" y="205611"/>
                  </a:lnTo>
                  <a:cubicBezTo>
                    <a:pt x="42635" y="224387"/>
                    <a:pt x="25999" y="230055"/>
                    <a:pt x="7947" y="231118"/>
                  </a:cubicBezTo>
                  <a:cubicBezTo>
                    <a:pt x="3345" y="231473"/>
                    <a:pt x="159" y="231473"/>
                    <a:pt x="159" y="238204"/>
                  </a:cubicBezTo>
                  <a:cubicBezTo>
                    <a:pt x="159" y="238558"/>
                    <a:pt x="159" y="242101"/>
                    <a:pt x="4761" y="242101"/>
                  </a:cubicBezTo>
                  <a:cubicBezTo>
                    <a:pt x="15380" y="242101"/>
                    <a:pt x="27061" y="241038"/>
                    <a:pt x="38034" y="241038"/>
                  </a:cubicBezTo>
                  <a:cubicBezTo>
                    <a:pt x="51130" y="241038"/>
                    <a:pt x="64935" y="242101"/>
                    <a:pt x="77678" y="242101"/>
                  </a:cubicBezTo>
                  <a:cubicBezTo>
                    <a:pt x="79802" y="242101"/>
                    <a:pt x="84049" y="242101"/>
                    <a:pt x="84049" y="235015"/>
                  </a:cubicBezTo>
                  <a:cubicBezTo>
                    <a:pt x="84049" y="231473"/>
                    <a:pt x="80510" y="231118"/>
                    <a:pt x="79802" y="231118"/>
                  </a:cubicBezTo>
                  <a:cubicBezTo>
                    <a:pt x="76616" y="230764"/>
                    <a:pt x="65643" y="230055"/>
                    <a:pt x="65643" y="220136"/>
                  </a:cubicBezTo>
                  <a:cubicBezTo>
                    <a:pt x="65643" y="214467"/>
                    <a:pt x="70952" y="208799"/>
                    <a:pt x="75200" y="204194"/>
                  </a:cubicBezTo>
                  <a:lnTo>
                    <a:pt x="111304" y="165932"/>
                  </a:lnTo>
                  <a:lnTo>
                    <a:pt x="143161" y="131214"/>
                  </a:lnTo>
                  <a:lnTo>
                    <a:pt x="178912" y="215885"/>
                  </a:lnTo>
                  <a:cubicBezTo>
                    <a:pt x="180328" y="219782"/>
                    <a:pt x="180682" y="220136"/>
                    <a:pt x="180682" y="220844"/>
                  </a:cubicBezTo>
                  <a:cubicBezTo>
                    <a:pt x="180682" y="223679"/>
                    <a:pt x="173956" y="229701"/>
                    <a:pt x="160152" y="231118"/>
                  </a:cubicBezTo>
                  <a:cubicBezTo>
                    <a:pt x="156258" y="231473"/>
                    <a:pt x="153072" y="231827"/>
                    <a:pt x="153072" y="237849"/>
                  </a:cubicBezTo>
                  <a:cubicBezTo>
                    <a:pt x="153072" y="242101"/>
                    <a:pt x="156966" y="242101"/>
                    <a:pt x="158382" y="242101"/>
                  </a:cubicBezTo>
                  <a:cubicBezTo>
                    <a:pt x="168293" y="242101"/>
                    <a:pt x="193070" y="241038"/>
                    <a:pt x="202981" y="241038"/>
                  </a:cubicBezTo>
                  <a:cubicBezTo>
                    <a:pt x="211831" y="241038"/>
                    <a:pt x="233422" y="242101"/>
                    <a:pt x="242272" y="242101"/>
                  </a:cubicBezTo>
                  <a:cubicBezTo>
                    <a:pt x="244749" y="242101"/>
                    <a:pt x="248997" y="242101"/>
                    <a:pt x="248997" y="235369"/>
                  </a:cubicBezTo>
                  <a:cubicBezTo>
                    <a:pt x="248997" y="231118"/>
                    <a:pt x="245457" y="231118"/>
                    <a:pt x="242626" y="231118"/>
                  </a:cubicBezTo>
                  <a:cubicBezTo>
                    <a:pt x="218910" y="230764"/>
                    <a:pt x="218202" y="229701"/>
                    <a:pt x="212185" y="215530"/>
                  </a:cubicBezTo>
                  <a:cubicBezTo>
                    <a:pt x="198380" y="182583"/>
                    <a:pt x="174664" y="127317"/>
                    <a:pt x="166523" y="106060"/>
                  </a:cubicBezTo>
                  <a:cubicBezTo>
                    <a:pt x="190593" y="81261"/>
                    <a:pt x="227759" y="39103"/>
                    <a:pt x="239086" y="29183"/>
                  </a:cubicBezTo>
                  <a:cubicBezTo>
                    <a:pt x="249351" y="20681"/>
                    <a:pt x="262802" y="12178"/>
                    <a:pt x="284039" y="11116"/>
                  </a:cubicBezTo>
                  <a:cubicBezTo>
                    <a:pt x="288641" y="10761"/>
                    <a:pt x="291827" y="10761"/>
                    <a:pt x="291827" y="4030"/>
                  </a:cubicBezTo>
                  <a:cubicBezTo>
                    <a:pt x="291827" y="3676"/>
                    <a:pt x="291827" y="133"/>
                    <a:pt x="287225" y="133"/>
                  </a:cubicBezTo>
                  <a:cubicBezTo>
                    <a:pt x="276606" y="133"/>
                    <a:pt x="264925" y="1196"/>
                    <a:pt x="253952" y="1196"/>
                  </a:cubicBezTo>
                  <a:cubicBezTo>
                    <a:pt x="240856" y="1196"/>
                    <a:pt x="227405" y="133"/>
                    <a:pt x="214662" y="133"/>
                  </a:cubicBezTo>
                  <a:cubicBezTo>
                    <a:pt x="212538" y="133"/>
                    <a:pt x="207937" y="133"/>
                    <a:pt x="207937" y="7219"/>
                  </a:cubicBezTo>
                  <a:cubicBezTo>
                    <a:pt x="207937" y="9699"/>
                    <a:pt x="209707" y="10761"/>
                    <a:pt x="212185" y="11116"/>
                  </a:cubicBezTo>
                  <a:cubicBezTo>
                    <a:pt x="215370" y="11470"/>
                    <a:pt x="226343" y="12178"/>
                    <a:pt x="226343" y="22098"/>
                  </a:cubicBezTo>
                  <a:cubicBezTo>
                    <a:pt x="226343" y="27058"/>
                    <a:pt x="222449" y="31663"/>
                    <a:pt x="219618" y="34852"/>
                  </a:cubicBezTo>
                  <a:lnTo>
                    <a:pt x="162275" y="96495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070B0FA5-38D3-771D-9DAB-D00DF0878051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3610125" y="4247755"/>
              <a:ext cx="48493" cy="354271"/>
            </a:xfrm>
            <a:custGeom>
              <a:avLst/>
              <a:gdLst>
                <a:gd name="connsiteX0" fmla="*/ 48662 w 48493"/>
                <a:gd name="connsiteY0" fmla="*/ 133 h 354271"/>
                <a:gd name="connsiteX1" fmla="*/ 168 w 48493"/>
                <a:gd name="connsiteY1" fmla="*/ 133 h 354271"/>
                <a:gd name="connsiteX2" fmla="*/ 168 w 48493"/>
                <a:gd name="connsiteY2" fmla="*/ 14304 h 354271"/>
                <a:gd name="connsiteX3" fmla="*/ 34503 w 48493"/>
                <a:gd name="connsiteY3" fmla="*/ 14304 h 354271"/>
                <a:gd name="connsiteX4" fmla="*/ 34503 w 48493"/>
                <a:gd name="connsiteY4" fmla="*/ 340234 h 354271"/>
                <a:gd name="connsiteX5" fmla="*/ 168 w 48493"/>
                <a:gd name="connsiteY5" fmla="*/ 340234 h 354271"/>
                <a:gd name="connsiteX6" fmla="*/ 168 w 48493"/>
                <a:gd name="connsiteY6" fmla="*/ 354405 h 354271"/>
                <a:gd name="connsiteX7" fmla="*/ 48662 w 48493"/>
                <a:gd name="connsiteY7" fmla="*/ 354405 h 354271"/>
                <a:gd name="connsiteX8" fmla="*/ 48662 w 48493"/>
                <a:gd name="connsiteY8" fmla="*/ 133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662" y="133"/>
                  </a:moveTo>
                  <a:lnTo>
                    <a:pt x="168" y="133"/>
                  </a:lnTo>
                  <a:lnTo>
                    <a:pt x="168" y="14304"/>
                  </a:lnTo>
                  <a:lnTo>
                    <a:pt x="34503" y="14304"/>
                  </a:lnTo>
                  <a:lnTo>
                    <a:pt x="34503" y="340234"/>
                  </a:lnTo>
                  <a:lnTo>
                    <a:pt x="168" y="340234"/>
                  </a:lnTo>
                  <a:lnTo>
                    <a:pt x="168" y="354405"/>
                  </a:lnTo>
                  <a:lnTo>
                    <a:pt x="48662" y="354405"/>
                  </a:lnTo>
                  <a:lnTo>
                    <a:pt x="48662" y="133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6F49ECD0-84FF-5475-ED6E-CD80E3FDAEAA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3774641" y="4271491"/>
              <a:ext cx="233262" cy="249761"/>
            </a:xfrm>
            <a:custGeom>
              <a:avLst/>
              <a:gdLst>
                <a:gd name="connsiteX0" fmla="*/ 187065 w 233262"/>
                <a:gd name="connsiteY0" fmla="*/ 39812 h 249761"/>
                <a:gd name="connsiteX1" fmla="*/ 226709 w 233262"/>
                <a:gd name="connsiteY1" fmla="*/ 11116 h 249761"/>
                <a:gd name="connsiteX2" fmla="*/ 233434 w 233262"/>
                <a:gd name="connsiteY2" fmla="*/ 4030 h 249761"/>
                <a:gd name="connsiteX3" fmla="*/ 228833 w 233262"/>
                <a:gd name="connsiteY3" fmla="*/ 133 h 249761"/>
                <a:gd name="connsiteX4" fmla="*/ 201931 w 233262"/>
                <a:gd name="connsiteY4" fmla="*/ 1196 h 249761"/>
                <a:gd name="connsiteX5" fmla="*/ 169367 w 233262"/>
                <a:gd name="connsiteY5" fmla="*/ 133 h 249761"/>
                <a:gd name="connsiteX6" fmla="*/ 162995 w 233262"/>
                <a:gd name="connsiteY6" fmla="*/ 6864 h 249761"/>
                <a:gd name="connsiteX7" fmla="*/ 168659 w 233262"/>
                <a:gd name="connsiteY7" fmla="*/ 11116 h 249761"/>
                <a:gd name="connsiteX8" fmla="*/ 182817 w 233262"/>
                <a:gd name="connsiteY8" fmla="*/ 22452 h 249761"/>
                <a:gd name="connsiteX9" fmla="*/ 177508 w 233262"/>
                <a:gd name="connsiteY9" fmla="*/ 36623 h 249761"/>
                <a:gd name="connsiteX10" fmla="*/ 75212 w 233262"/>
                <a:gd name="connsiteY10" fmla="*/ 207736 h 249761"/>
                <a:gd name="connsiteX11" fmla="*/ 57160 w 233262"/>
                <a:gd name="connsiteY11" fmla="*/ 22098 h 249761"/>
                <a:gd name="connsiteX12" fmla="*/ 79459 w 233262"/>
                <a:gd name="connsiteY12" fmla="*/ 11116 h 249761"/>
                <a:gd name="connsiteX13" fmla="*/ 88309 w 233262"/>
                <a:gd name="connsiteY13" fmla="*/ 4384 h 249761"/>
                <a:gd name="connsiteX14" fmla="*/ 83353 w 233262"/>
                <a:gd name="connsiteY14" fmla="*/ 133 h 249761"/>
                <a:gd name="connsiteX15" fmla="*/ 42647 w 233262"/>
                <a:gd name="connsiteY15" fmla="*/ 1196 h 249761"/>
                <a:gd name="connsiteX16" fmla="*/ 6543 w 233262"/>
                <a:gd name="connsiteY16" fmla="*/ 133 h 249761"/>
                <a:gd name="connsiteX17" fmla="*/ 171 w 233262"/>
                <a:gd name="connsiteY17" fmla="*/ 6864 h 249761"/>
                <a:gd name="connsiteX18" fmla="*/ 8666 w 233262"/>
                <a:gd name="connsiteY18" fmla="*/ 11116 h 249761"/>
                <a:gd name="connsiteX19" fmla="*/ 27781 w 233262"/>
                <a:gd name="connsiteY19" fmla="*/ 23161 h 249761"/>
                <a:gd name="connsiteX20" fmla="*/ 49018 w 233262"/>
                <a:gd name="connsiteY20" fmla="*/ 241392 h 249761"/>
                <a:gd name="connsiteX21" fmla="*/ 55744 w 233262"/>
                <a:gd name="connsiteY21" fmla="*/ 249895 h 249761"/>
                <a:gd name="connsiteX22" fmla="*/ 65655 w 233262"/>
                <a:gd name="connsiteY22" fmla="*/ 243163 h 249761"/>
                <a:gd name="connsiteX23" fmla="*/ 187065 w 233262"/>
                <a:gd name="connsiteY23" fmla="*/ 39812 h 24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3262" h="249761">
                  <a:moveTo>
                    <a:pt x="187065" y="39812"/>
                  </a:moveTo>
                  <a:cubicBezTo>
                    <a:pt x="201223" y="16075"/>
                    <a:pt x="213612" y="12178"/>
                    <a:pt x="226709" y="11116"/>
                  </a:cubicBezTo>
                  <a:cubicBezTo>
                    <a:pt x="229541" y="10761"/>
                    <a:pt x="233434" y="10761"/>
                    <a:pt x="233434" y="4030"/>
                  </a:cubicBezTo>
                  <a:cubicBezTo>
                    <a:pt x="233434" y="3322"/>
                    <a:pt x="232726" y="133"/>
                    <a:pt x="228833" y="133"/>
                  </a:cubicBezTo>
                  <a:cubicBezTo>
                    <a:pt x="220337" y="133"/>
                    <a:pt x="210780" y="1196"/>
                    <a:pt x="201931" y="1196"/>
                  </a:cubicBezTo>
                  <a:cubicBezTo>
                    <a:pt x="191312" y="1196"/>
                    <a:pt x="179632" y="133"/>
                    <a:pt x="169367" y="133"/>
                  </a:cubicBezTo>
                  <a:cubicBezTo>
                    <a:pt x="167243" y="133"/>
                    <a:pt x="162995" y="133"/>
                    <a:pt x="162995" y="6864"/>
                  </a:cubicBezTo>
                  <a:cubicBezTo>
                    <a:pt x="162995" y="10761"/>
                    <a:pt x="165827" y="10761"/>
                    <a:pt x="168659" y="11116"/>
                  </a:cubicBezTo>
                  <a:cubicBezTo>
                    <a:pt x="174322" y="11470"/>
                    <a:pt x="182817" y="13950"/>
                    <a:pt x="182817" y="22452"/>
                  </a:cubicBezTo>
                  <a:cubicBezTo>
                    <a:pt x="182817" y="27058"/>
                    <a:pt x="178924" y="34143"/>
                    <a:pt x="177508" y="36623"/>
                  </a:cubicBezTo>
                  <a:lnTo>
                    <a:pt x="75212" y="207736"/>
                  </a:lnTo>
                  <a:lnTo>
                    <a:pt x="57160" y="22098"/>
                  </a:lnTo>
                  <a:cubicBezTo>
                    <a:pt x="57160" y="11470"/>
                    <a:pt x="75920" y="11116"/>
                    <a:pt x="79459" y="11116"/>
                  </a:cubicBezTo>
                  <a:cubicBezTo>
                    <a:pt x="84415" y="11116"/>
                    <a:pt x="88309" y="11116"/>
                    <a:pt x="88309" y="4384"/>
                  </a:cubicBezTo>
                  <a:cubicBezTo>
                    <a:pt x="88309" y="133"/>
                    <a:pt x="84415" y="133"/>
                    <a:pt x="83353" y="133"/>
                  </a:cubicBezTo>
                  <a:cubicBezTo>
                    <a:pt x="70256" y="133"/>
                    <a:pt x="56098" y="1196"/>
                    <a:pt x="42647" y="1196"/>
                  </a:cubicBezTo>
                  <a:cubicBezTo>
                    <a:pt x="30612" y="1196"/>
                    <a:pt x="18223" y="133"/>
                    <a:pt x="6543" y="133"/>
                  </a:cubicBezTo>
                  <a:cubicBezTo>
                    <a:pt x="4773" y="133"/>
                    <a:pt x="171" y="133"/>
                    <a:pt x="171" y="6864"/>
                  </a:cubicBezTo>
                  <a:cubicBezTo>
                    <a:pt x="171" y="11116"/>
                    <a:pt x="3711" y="11116"/>
                    <a:pt x="8666" y="11116"/>
                  </a:cubicBezTo>
                  <a:cubicBezTo>
                    <a:pt x="26365" y="11116"/>
                    <a:pt x="27073" y="14304"/>
                    <a:pt x="27781" y="23161"/>
                  </a:cubicBezTo>
                  <a:lnTo>
                    <a:pt x="49018" y="241392"/>
                  </a:lnTo>
                  <a:cubicBezTo>
                    <a:pt x="49726" y="248123"/>
                    <a:pt x="50080" y="249895"/>
                    <a:pt x="55744" y="249895"/>
                  </a:cubicBezTo>
                  <a:cubicBezTo>
                    <a:pt x="59991" y="249895"/>
                    <a:pt x="61761" y="249540"/>
                    <a:pt x="65655" y="243163"/>
                  </a:cubicBezTo>
                  <a:lnTo>
                    <a:pt x="187065" y="39812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8659D76-6454-36BC-278E-6A7D9721AB49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3974866" y="4356871"/>
              <a:ext cx="151143" cy="160484"/>
            </a:xfrm>
            <a:custGeom>
              <a:avLst/>
              <a:gdLst>
                <a:gd name="connsiteX0" fmla="*/ 85483 w 151143"/>
                <a:gd name="connsiteY0" fmla="*/ 135819 h 160484"/>
                <a:gd name="connsiteX1" fmla="*/ 114863 w 151143"/>
                <a:gd name="connsiteY1" fmla="*/ 160618 h 160484"/>
                <a:gd name="connsiteX2" fmla="*/ 140702 w 151143"/>
                <a:gd name="connsiteY2" fmla="*/ 140779 h 160484"/>
                <a:gd name="connsiteX3" fmla="*/ 151321 w 151143"/>
                <a:gd name="connsiteY3" fmla="*/ 106060 h 160484"/>
                <a:gd name="connsiteX4" fmla="*/ 146011 w 151143"/>
                <a:gd name="connsiteY4" fmla="*/ 102518 h 160484"/>
                <a:gd name="connsiteX5" fmla="*/ 139286 w 151143"/>
                <a:gd name="connsiteY5" fmla="*/ 110666 h 160484"/>
                <a:gd name="connsiteX6" fmla="*/ 115570 w 151143"/>
                <a:gd name="connsiteY6" fmla="*/ 152824 h 160484"/>
                <a:gd name="connsiteX7" fmla="*/ 106367 w 151143"/>
                <a:gd name="connsiteY7" fmla="*/ 138299 h 160484"/>
                <a:gd name="connsiteX8" fmla="*/ 108845 w 151143"/>
                <a:gd name="connsiteY8" fmla="*/ 120231 h 160484"/>
                <a:gd name="connsiteX9" fmla="*/ 132915 w 151143"/>
                <a:gd name="connsiteY9" fmla="*/ 23869 h 160484"/>
                <a:gd name="connsiteX10" fmla="*/ 134331 w 151143"/>
                <a:gd name="connsiteY10" fmla="*/ 16430 h 160484"/>
                <a:gd name="connsiteX11" fmla="*/ 124774 w 151143"/>
                <a:gd name="connsiteY11" fmla="*/ 7219 h 160484"/>
                <a:gd name="connsiteX12" fmla="*/ 110615 w 151143"/>
                <a:gd name="connsiteY12" fmla="*/ 21035 h 160484"/>
                <a:gd name="connsiteX13" fmla="*/ 81236 w 151143"/>
                <a:gd name="connsiteY13" fmla="*/ 133 h 160484"/>
                <a:gd name="connsiteX14" fmla="*/ 178 w 151143"/>
                <a:gd name="connsiteY14" fmla="*/ 105706 h 160484"/>
                <a:gd name="connsiteX15" fmla="*/ 43008 w 151143"/>
                <a:gd name="connsiteY15" fmla="*/ 160618 h 160484"/>
                <a:gd name="connsiteX16" fmla="*/ 85483 w 151143"/>
                <a:gd name="connsiteY16" fmla="*/ 135819 h 160484"/>
                <a:gd name="connsiteX17" fmla="*/ 104598 w 151143"/>
                <a:gd name="connsiteY17" fmla="*/ 45834 h 160484"/>
                <a:gd name="connsiteX18" fmla="*/ 87961 w 151143"/>
                <a:gd name="connsiteY18" fmla="*/ 112792 h 160484"/>
                <a:gd name="connsiteX19" fmla="*/ 43716 w 151143"/>
                <a:gd name="connsiteY19" fmla="*/ 152824 h 160484"/>
                <a:gd name="connsiteX20" fmla="*/ 24248 w 151143"/>
                <a:gd name="connsiteY20" fmla="*/ 121294 h 160484"/>
                <a:gd name="connsiteX21" fmla="*/ 41592 w 151143"/>
                <a:gd name="connsiteY21" fmla="*/ 47251 h 160484"/>
                <a:gd name="connsiteX22" fmla="*/ 81236 w 151143"/>
                <a:gd name="connsiteY22" fmla="*/ 7927 h 160484"/>
                <a:gd name="connsiteX23" fmla="*/ 105659 w 151143"/>
                <a:gd name="connsiteY23" fmla="*/ 41229 h 160484"/>
                <a:gd name="connsiteX24" fmla="*/ 104598 w 151143"/>
                <a:gd name="connsiteY24" fmla="*/ 45834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51143" h="160484">
                  <a:moveTo>
                    <a:pt x="85483" y="135819"/>
                  </a:moveTo>
                  <a:cubicBezTo>
                    <a:pt x="89377" y="153179"/>
                    <a:pt x="102474" y="160618"/>
                    <a:pt x="114863" y="160618"/>
                  </a:cubicBezTo>
                  <a:cubicBezTo>
                    <a:pt x="127959" y="160618"/>
                    <a:pt x="135393" y="151761"/>
                    <a:pt x="140702" y="140779"/>
                  </a:cubicBezTo>
                  <a:cubicBezTo>
                    <a:pt x="147073" y="127317"/>
                    <a:pt x="151321" y="106769"/>
                    <a:pt x="151321" y="106060"/>
                  </a:cubicBezTo>
                  <a:cubicBezTo>
                    <a:pt x="151321" y="102518"/>
                    <a:pt x="148489" y="102518"/>
                    <a:pt x="146011" y="102518"/>
                  </a:cubicBezTo>
                  <a:cubicBezTo>
                    <a:pt x="141764" y="102518"/>
                    <a:pt x="141410" y="102872"/>
                    <a:pt x="139286" y="110666"/>
                  </a:cubicBezTo>
                  <a:cubicBezTo>
                    <a:pt x="134331" y="130505"/>
                    <a:pt x="127605" y="152824"/>
                    <a:pt x="115570" y="152824"/>
                  </a:cubicBezTo>
                  <a:cubicBezTo>
                    <a:pt x="106367" y="152824"/>
                    <a:pt x="106367" y="143259"/>
                    <a:pt x="106367" y="138299"/>
                  </a:cubicBezTo>
                  <a:cubicBezTo>
                    <a:pt x="106367" y="135819"/>
                    <a:pt x="106367" y="130151"/>
                    <a:pt x="108845" y="120231"/>
                  </a:cubicBezTo>
                  <a:lnTo>
                    <a:pt x="132915" y="23869"/>
                  </a:lnTo>
                  <a:cubicBezTo>
                    <a:pt x="134331" y="18910"/>
                    <a:pt x="134331" y="18201"/>
                    <a:pt x="134331" y="16430"/>
                  </a:cubicBezTo>
                  <a:cubicBezTo>
                    <a:pt x="134331" y="8990"/>
                    <a:pt x="128313" y="7219"/>
                    <a:pt x="124774" y="7219"/>
                  </a:cubicBezTo>
                  <a:cubicBezTo>
                    <a:pt x="113447" y="7219"/>
                    <a:pt x="110969" y="19264"/>
                    <a:pt x="110615" y="21035"/>
                  </a:cubicBezTo>
                  <a:cubicBezTo>
                    <a:pt x="103890" y="5802"/>
                    <a:pt x="92563" y="133"/>
                    <a:pt x="81236" y="133"/>
                  </a:cubicBezTo>
                  <a:cubicBezTo>
                    <a:pt x="41946" y="133"/>
                    <a:pt x="178" y="53982"/>
                    <a:pt x="178" y="105706"/>
                  </a:cubicBezTo>
                  <a:cubicBezTo>
                    <a:pt x="178" y="135819"/>
                    <a:pt x="16460" y="160618"/>
                    <a:pt x="43008" y="160618"/>
                  </a:cubicBezTo>
                  <a:cubicBezTo>
                    <a:pt x="55750" y="160618"/>
                    <a:pt x="71325" y="153179"/>
                    <a:pt x="85483" y="135819"/>
                  </a:cubicBezTo>
                  <a:close/>
                  <a:moveTo>
                    <a:pt x="104598" y="45834"/>
                  </a:moveTo>
                  <a:lnTo>
                    <a:pt x="87961" y="112792"/>
                  </a:lnTo>
                  <a:cubicBezTo>
                    <a:pt x="85130" y="124128"/>
                    <a:pt x="63184" y="152824"/>
                    <a:pt x="43716" y="152824"/>
                  </a:cubicBezTo>
                  <a:cubicBezTo>
                    <a:pt x="27079" y="152824"/>
                    <a:pt x="24248" y="131922"/>
                    <a:pt x="24248" y="121294"/>
                  </a:cubicBezTo>
                  <a:cubicBezTo>
                    <a:pt x="24248" y="103581"/>
                    <a:pt x="35220" y="62131"/>
                    <a:pt x="41592" y="47251"/>
                  </a:cubicBezTo>
                  <a:cubicBezTo>
                    <a:pt x="50441" y="25641"/>
                    <a:pt x="66723" y="7927"/>
                    <a:pt x="81236" y="7927"/>
                  </a:cubicBezTo>
                  <a:cubicBezTo>
                    <a:pt x="96810" y="7927"/>
                    <a:pt x="105659" y="26349"/>
                    <a:pt x="105659" y="41229"/>
                  </a:cubicBezTo>
                  <a:cubicBezTo>
                    <a:pt x="105659" y="41937"/>
                    <a:pt x="105306" y="43709"/>
                    <a:pt x="104598" y="45834"/>
                  </a:cubicBez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4555A252-7E67-B5D8-5BA0-1868EB1CAB82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4146931" y="4356871"/>
              <a:ext cx="143709" cy="160484"/>
            </a:xfrm>
            <a:custGeom>
              <a:avLst/>
              <a:gdLst>
                <a:gd name="connsiteX0" fmla="*/ 62127 w 143709"/>
                <a:gd name="connsiteY0" fmla="*/ 54691 h 160484"/>
                <a:gd name="connsiteX1" fmla="*/ 108850 w 143709"/>
                <a:gd name="connsiteY1" fmla="*/ 7927 h 160484"/>
                <a:gd name="connsiteX2" fmla="*/ 127610 w 143709"/>
                <a:gd name="connsiteY2" fmla="*/ 12887 h 160484"/>
                <a:gd name="connsiteX3" fmla="*/ 114160 w 143709"/>
                <a:gd name="connsiteY3" fmla="*/ 29892 h 160484"/>
                <a:gd name="connsiteX4" fmla="*/ 126549 w 143709"/>
                <a:gd name="connsiteY4" fmla="*/ 41229 h 160484"/>
                <a:gd name="connsiteX5" fmla="*/ 143893 w 143709"/>
                <a:gd name="connsiteY5" fmla="*/ 22452 h 160484"/>
                <a:gd name="connsiteX6" fmla="*/ 109204 w 143709"/>
                <a:gd name="connsiteY6" fmla="*/ 133 h 160484"/>
                <a:gd name="connsiteX7" fmla="*/ 66374 w 143709"/>
                <a:gd name="connsiteY7" fmla="*/ 25641 h 160484"/>
                <a:gd name="connsiteX8" fmla="*/ 36995 w 143709"/>
                <a:gd name="connsiteY8" fmla="*/ 133 h 160484"/>
                <a:gd name="connsiteX9" fmla="*/ 11510 w 143709"/>
                <a:gd name="connsiteY9" fmla="*/ 18910 h 160484"/>
                <a:gd name="connsiteX10" fmla="*/ 183 w 143709"/>
                <a:gd name="connsiteY10" fmla="*/ 54691 h 160484"/>
                <a:gd name="connsiteX11" fmla="*/ 5492 w 143709"/>
                <a:gd name="connsiteY11" fmla="*/ 58234 h 160484"/>
                <a:gd name="connsiteX12" fmla="*/ 12218 w 143709"/>
                <a:gd name="connsiteY12" fmla="*/ 50086 h 160484"/>
                <a:gd name="connsiteX13" fmla="*/ 36287 w 143709"/>
                <a:gd name="connsiteY13" fmla="*/ 7927 h 160484"/>
                <a:gd name="connsiteX14" fmla="*/ 45491 w 143709"/>
                <a:gd name="connsiteY14" fmla="*/ 22098 h 160484"/>
                <a:gd name="connsiteX15" fmla="*/ 43013 w 143709"/>
                <a:gd name="connsiteY15" fmla="*/ 40166 h 160484"/>
                <a:gd name="connsiteX16" fmla="*/ 16465 w 143709"/>
                <a:gd name="connsiteY16" fmla="*/ 146447 h 160484"/>
                <a:gd name="connsiteX17" fmla="*/ 15403 w 143709"/>
                <a:gd name="connsiteY17" fmla="*/ 151407 h 160484"/>
                <a:gd name="connsiteX18" fmla="*/ 25315 w 143709"/>
                <a:gd name="connsiteY18" fmla="*/ 160618 h 160484"/>
                <a:gd name="connsiteX19" fmla="*/ 39119 w 143709"/>
                <a:gd name="connsiteY19" fmla="*/ 147510 h 160484"/>
                <a:gd name="connsiteX20" fmla="*/ 62127 w 143709"/>
                <a:gd name="connsiteY20" fmla="*/ 54691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3709" h="160484">
                  <a:moveTo>
                    <a:pt x="62127" y="54691"/>
                  </a:moveTo>
                  <a:cubicBezTo>
                    <a:pt x="62481" y="53628"/>
                    <a:pt x="78409" y="7927"/>
                    <a:pt x="108850" y="7927"/>
                  </a:cubicBezTo>
                  <a:cubicBezTo>
                    <a:pt x="110620" y="7927"/>
                    <a:pt x="120531" y="7927"/>
                    <a:pt x="127610" y="12887"/>
                  </a:cubicBezTo>
                  <a:cubicBezTo>
                    <a:pt x="115222" y="16784"/>
                    <a:pt x="114160" y="28121"/>
                    <a:pt x="114160" y="29892"/>
                  </a:cubicBezTo>
                  <a:cubicBezTo>
                    <a:pt x="114160" y="34498"/>
                    <a:pt x="117345" y="41229"/>
                    <a:pt x="126549" y="41229"/>
                  </a:cubicBezTo>
                  <a:cubicBezTo>
                    <a:pt x="132920" y="41229"/>
                    <a:pt x="143893" y="36269"/>
                    <a:pt x="143893" y="22452"/>
                  </a:cubicBezTo>
                  <a:cubicBezTo>
                    <a:pt x="143893" y="4030"/>
                    <a:pt x="120885" y="133"/>
                    <a:pt x="109204" y="133"/>
                  </a:cubicBezTo>
                  <a:cubicBezTo>
                    <a:pt x="84781" y="133"/>
                    <a:pt x="72038" y="17847"/>
                    <a:pt x="66374" y="25641"/>
                  </a:cubicBezTo>
                  <a:cubicBezTo>
                    <a:pt x="62481" y="6864"/>
                    <a:pt x="48676" y="133"/>
                    <a:pt x="36995" y="133"/>
                  </a:cubicBezTo>
                  <a:cubicBezTo>
                    <a:pt x="24253" y="133"/>
                    <a:pt x="17173" y="8281"/>
                    <a:pt x="11510" y="18910"/>
                  </a:cubicBezTo>
                  <a:cubicBezTo>
                    <a:pt x="4785" y="33080"/>
                    <a:pt x="183" y="53982"/>
                    <a:pt x="183" y="54691"/>
                  </a:cubicBezTo>
                  <a:cubicBezTo>
                    <a:pt x="183" y="58234"/>
                    <a:pt x="3723" y="58234"/>
                    <a:pt x="5492" y="58234"/>
                  </a:cubicBezTo>
                  <a:cubicBezTo>
                    <a:pt x="10094" y="58234"/>
                    <a:pt x="10448" y="57879"/>
                    <a:pt x="12218" y="50086"/>
                  </a:cubicBezTo>
                  <a:cubicBezTo>
                    <a:pt x="18589" y="25287"/>
                    <a:pt x="25315" y="7927"/>
                    <a:pt x="36287" y="7927"/>
                  </a:cubicBezTo>
                  <a:cubicBezTo>
                    <a:pt x="45491" y="7927"/>
                    <a:pt x="45491" y="18201"/>
                    <a:pt x="45491" y="22098"/>
                  </a:cubicBezTo>
                  <a:cubicBezTo>
                    <a:pt x="45491" y="27766"/>
                    <a:pt x="44429" y="34498"/>
                    <a:pt x="43013" y="40166"/>
                  </a:cubicBezTo>
                  <a:lnTo>
                    <a:pt x="16465" y="146447"/>
                  </a:lnTo>
                  <a:cubicBezTo>
                    <a:pt x="15757" y="148573"/>
                    <a:pt x="15403" y="150344"/>
                    <a:pt x="15403" y="151407"/>
                  </a:cubicBezTo>
                  <a:cubicBezTo>
                    <a:pt x="15403" y="155304"/>
                    <a:pt x="18235" y="160618"/>
                    <a:pt x="25315" y="160618"/>
                  </a:cubicBezTo>
                  <a:cubicBezTo>
                    <a:pt x="35933" y="160618"/>
                    <a:pt x="38411" y="150344"/>
                    <a:pt x="39119" y="147510"/>
                  </a:cubicBezTo>
                  <a:lnTo>
                    <a:pt x="62127" y="54691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0E7C3360-E1BA-05CF-56CE-71D533C3A8A5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4308574" y="4247755"/>
              <a:ext cx="48493" cy="354271"/>
            </a:xfrm>
            <a:custGeom>
              <a:avLst/>
              <a:gdLst>
                <a:gd name="connsiteX0" fmla="*/ 48680 w 48493"/>
                <a:gd name="connsiteY0" fmla="*/ 354405 h 354271"/>
                <a:gd name="connsiteX1" fmla="*/ 48680 w 48493"/>
                <a:gd name="connsiteY1" fmla="*/ 340234 h 354271"/>
                <a:gd name="connsiteX2" fmla="*/ 14346 w 48493"/>
                <a:gd name="connsiteY2" fmla="*/ 340234 h 354271"/>
                <a:gd name="connsiteX3" fmla="*/ 14346 w 48493"/>
                <a:gd name="connsiteY3" fmla="*/ 14304 h 354271"/>
                <a:gd name="connsiteX4" fmla="*/ 48680 w 48493"/>
                <a:gd name="connsiteY4" fmla="*/ 14304 h 354271"/>
                <a:gd name="connsiteX5" fmla="*/ 48680 w 48493"/>
                <a:gd name="connsiteY5" fmla="*/ 133 h 354271"/>
                <a:gd name="connsiteX6" fmla="*/ 187 w 48493"/>
                <a:gd name="connsiteY6" fmla="*/ 133 h 354271"/>
                <a:gd name="connsiteX7" fmla="*/ 187 w 48493"/>
                <a:gd name="connsiteY7" fmla="*/ 354405 h 354271"/>
                <a:gd name="connsiteX8" fmla="*/ 48680 w 48493"/>
                <a:gd name="connsiteY8" fmla="*/ 354405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680" y="354405"/>
                  </a:moveTo>
                  <a:lnTo>
                    <a:pt x="48680" y="340234"/>
                  </a:lnTo>
                  <a:lnTo>
                    <a:pt x="14346" y="340234"/>
                  </a:lnTo>
                  <a:lnTo>
                    <a:pt x="14346" y="14304"/>
                  </a:lnTo>
                  <a:lnTo>
                    <a:pt x="48680" y="14304"/>
                  </a:lnTo>
                  <a:lnTo>
                    <a:pt x="48680" y="133"/>
                  </a:lnTo>
                  <a:lnTo>
                    <a:pt x="187" y="133"/>
                  </a:lnTo>
                  <a:lnTo>
                    <a:pt x="187" y="354405"/>
                  </a:lnTo>
                  <a:lnTo>
                    <a:pt x="48680" y="354405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6F0AF66-3DBA-E844-F8BC-0C94B69BEF60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4377518" y="4271491"/>
              <a:ext cx="257332" cy="241967"/>
            </a:xfrm>
            <a:custGeom>
              <a:avLst/>
              <a:gdLst>
                <a:gd name="connsiteX0" fmla="*/ 199118 w 257332"/>
                <a:gd name="connsiteY0" fmla="*/ 40520 h 241967"/>
                <a:gd name="connsiteX1" fmla="*/ 204074 w 257332"/>
                <a:gd name="connsiteY1" fmla="*/ 35560 h 241967"/>
                <a:gd name="connsiteX2" fmla="*/ 250443 w 257332"/>
                <a:gd name="connsiteY2" fmla="*/ 11116 h 241967"/>
                <a:gd name="connsiteX3" fmla="*/ 257523 w 257332"/>
                <a:gd name="connsiteY3" fmla="*/ 4384 h 241967"/>
                <a:gd name="connsiteX4" fmla="*/ 252921 w 257332"/>
                <a:gd name="connsiteY4" fmla="*/ 133 h 241967"/>
                <a:gd name="connsiteX5" fmla="*/ 223896 w 257332"/>
                <a:gd name="connsiteY5" fmla="*/ 1196 h 241967"/>
                <a:gd name="connsiteX6" fmla="*/ 188499 w 257332"/>
                <a:gd name="connsiteY6" fmla="*/ 133 h 241967"/>
                <a:gd name="connsiteX7" fmla="*/ 181774 w 257332"/>
                <a:gd name="connsiteY7" fmla="*/ 6864 h 241967"/>
                <a:gd name="connsiteX8" fmla="*/ 187083 w 257332"/>
                <a:gd name="connsiteY8" fmla="*/ 11116 h 241967"/>
                <a:gd name="connsiteX9" fmla="*/ 199826 w 257332"/>
                <a:gd name="connsiteY9" fmla="*/ 19264 h 241967"/>
                <a:gd name="connsiteX10" fmla="*/ 190269 w 257332"/>
                <a:gd name="connsiteY10" fmla="*/ 36269 h 241967"/>
                <a:gd name="connsiteX11" fmla="*/ 108149 w 257332"/>
                <a:gd name="connsiteY11" fmla="*/ 130859 h 241967"/>
                <a:gd name="connsiteX12" fmla="*/ 69213 w 257332"/>
                <a:gd name="connsiteY12" fmla="*/ 25641 h 241967"/>
                <a:gd name="connsiteX13" fmla="*/ 67089 w 257332"/>
                <a:gd name="connsiteY13" fmla="*/ 19618 h 241967"/>
                <a:gd name="connsiteX14" fmla="*/ 87973 w 257332"/>
                <a:gd name="connsiteY14" fmla="*/ 11116 h 241967"/>
                <a:gd name="connsiteX15" fmla="*/ 96468 w 257332"/>
                <a:gd name="connsiteY15" fmla="*/ 4030 h 241967"/>
                <a:gd name="connsiteX16" fmla="*/ 91159 w 257332"/>
                <a:gd name="connsiteY16" fmla="*/ 133 h 241967"/>
                <a:gd name="connsiteX17" fmla="*/ 46559 w 257332"/>
                <a:gd name="connsiteY17" fmla="*/ 1196 h 241967"/>
                <a:gd name="connsiteX18" fmla="*/ 6915 w 257332"/>
                <a:gd name="connsiteY18" fmla="*/ 133 h 241967"/>
                <a:gd name="connsiteX19" fmla="*/ 190 w 257332"/>
                <a:gd name="connsiteY19" fmla="*/ 7219 h 241967"/>
                <a:gd name="connsiteX20" fmla="*/ 8331 w 257332"/>
                <a:gd name="connsiteY20" fmla="*/ 11116 h 241967"/>
                <a:gd name="connsiteX21" fmla="*/ 34171 w 257332"/>
                <a:gd name="connsiteY21" fmla="*/ 23161 h 241967"/>
                <a:gd name="connsiteX22" fmla="*/ 77708 w 257332"/>
                <a:gd name="connsiteY22" fmla="*/ 139716 h 241967"/>
                <a:gd name="connsiteX23" fmla="*/ 79124 w 257332"/>
                <a:gd name="connsiteY23" fmla="*/ 145739 h 241967"/>
                <a:gd name="connsiteX24" fmla="*/ 63196 w 257332"/>
                <a:gd name="connsiteY24" fmla="*/ 210216 h 241967"/>
                <a:gd name="connsiteX25" fmla="*/ 29923 w 257332"/>
                <a:gd name="connsiteY25" fmla="*/ 231118 h 241967"/>
                <a:gd name="connsiteX26" fmla="*/ 20366 w 257332"/>
                <a:gd name="connsiteY26" fmla="*/ 238204 h 241967"/>
                <a:gd name="connsiteX27" fmla="*/ 25321 w 257332"/>
                <a:gd name="connsiteY27" fmla="*/ 242101 h 241967"/>
                <a:gd name="connsiteX28" fmla="*/ 69921 w 257332"/>
                <a:gd name="connsiteY28" fmla="*/ 241038 h 241967"/>
                <a:gd name="connsiteX29" fmla="*/ 115229 w 257332"/>
                <a:gd name="connsiteY29" fmla="*/ 242101 h 241967"/>
                <a:gd name="connsiteX30" fmla="*/ 121954 w 257332"/>
                <a:gd name="connsiteY30" fmla="*/ 235015 h 241967"/>
                <a:gd name="connsiteX31" fmla="*/ 112043 w 257332"/>
                <a:gd name="connsiteY31" fmla="*/ 231118 h 241967"/>
                <a:gd name="connsiteX32" fmla="*/ 98592 w 257332"/>
                <a:gd name="connsiteY32" fmla="*/ 230410 h 241967"/>
                <a:gd name="connsiteX33" fmla="*/ 89035 w 257332"/>
                <a:gd name="connsiteY33" fmla="*/ 224741 h 241967"/>
                <a:gd name="connsiteX34" fmla="*/ 93991 w 257332"/>
                <a:gd name="connsiteY34" fmla="*/ 202422 h 241967"/>
                <a:gd name="connsiteX35" fmla="*/ 106379 w 257332"/>
                <a:gd name="connsiteY35" fmla="*/ 152470 h 241967"/>
                <a:gd name="connsiteX36" fmla="*/ 111335 w 257332"/>
                <a:gd name="connsiteY36" fmla="*/ 141488 h 241967"/>
                <a:gd name="connsiteX37" fmla="*/ 199118 w 257332"/>
                <a:gd name="connsiteY37" fmla="*/ 40520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7332" h="241967">
                  <a:moveTo>
                    <a:pt x="199118" y="40520"/>
                  </a:moveTo>
                  <a:lnTo>
                    <a:pt x="204074" y="35560"/>
                  </a:lnTo>
                  <a:cubicBezTo>
                    <a:pt x="214693" y="24932"/>
                    <a:pt x="226374" y="12887"/>
                    <a:pt x="250443" y="11116"/>
                  </a:cubicBezTo>
                  <a:cubicBezTo>
                    <a:pt x="254337" y="10761"/>
                    <a:pt x="257523" y="10761"/>
                    <a:pt x="257523" y="4384"/>
                  </a:cubicBezTo>
                  <a:cubicBezTo>
                    <a:pt x="257523" y="1550"/>
                    <a:pt x="255753" y="133"/>
                    <a:pt x="252921" y="133"/>
                  </a:cubicBezTo>
                  <a:cubicBezTo>
                    <a:pt x="243718" y="133"/>
                    <a:pt x="233453" y="1196"/>
                    <a:pt x="223896" y="1196"/>
                  </a:cubicBezTo>
                  <a:cubicBezTo>
                    <a:pt x="212215" y="1196"/>
                    <a:pt x="199826" y="133"/>
                    <a:pt x="188499" y="133"/>
                  </a:cubicBezTo>
                  <a:cubicBezTo>
                    <a:pt x="186376" y="133"/>
                    <a:pt x="181774" y="133"/>
                    <a:pt x="181774" y="6864"/>
                  </a:cubicBezTo>
                  <a:cubicBezTo>
                    <a:pt x="181774" y="10761"/>
                    <a:pt x="185314" y="11116"/>
                    <a:pt x="187083" y="11116"/>
                  </a:cubicBezTo>
                  <a:cubicBezTo>
                    <a:pt x="189561" y="11116"/>
                    <a:pt x="199826" y="11824"/>
                    <a:pt x="199826" y="19264"/>
                  </a:cubicBezTo>
                  <a:cubicBezTo>
                    <a:pt x="199826" y="25286"/>
                    <a:pt x="191685" y="34498"/>
                    <a:pt x="190269" y="36269"/>
                  </a:cubicBezTo>
                  <a:lnTo>
                    <a:pt x="108149" y="130859"/>
                  </a:lnTo>
                  <a:lnTo>
                    <a:pt x="69213" y="25641"/>
                  </a:lnTo>
                  <a:cubicBezTo>
                    <a:pt x="67089" y="20681"/>
                    <a:pt x="67089" y="19972"/>
                    <a:pt x="67089" y="19618"/>
                  </a:cubicBezTo>
                  <a:cubicBezTo>
                    <a:pt x="67089" y="11116"/>
                    <a:pt x="84434" y="11116"/>
                    <a:pt x="87973" y="11116"/>
                  </a:cubicBezTo>
                  <a:cubicBezTo>
                    <a:pt x="92929" y="11116"/>
                    <a:pt x="96468" y="11116"/>
                    <a:pt x="96468" y="4030"/>
                  </a:cubicBezTo>
                  <a:cubicBezTo>
                    <a:pt x="96468" y="133"/>
                    <a:pt x="92221" y="133"/>
                    <a:pt x="91159" y="133"/>
                  </a:cubicBezTo>
                  <a:cubicBezTo>
                    <a:pt x="81248" y="133"/>
                    <a:pt x="56470" y="1196"/>
                    <a:pt x="46559" y="1196"/>
                  </a:cubicBezTo>
                  <a:cubicBezTo>
                    <a:pt x="37710" y="1196"/>
                    <a:pt x="15764" y="133"/>
                    <a:pt x="6915" y="133"/>
                  </a:cubicBezTo>
                  <a:cubicBezTo>
                    <a:pt x="4792" y="133"/>
                    <a:pt x="190" y="133"/>
                    <a:pt x="190" y="7219"/>
                  </a:cubicBezTo>
                  <a:cubicBezTo>
                    <a:pt x="190" y="11116"/>
                    <a:pt x="3730" y="11116"/>
                    <a:pt x="8331" y="11116"/>
                  </a:cubicBezTo>
                  <a:cubicBezTo>
                    <a:pt x="29569" y="11116"/>
                    <a:pt x="30985" y="14304"/>
                    <a:pt x="34171" y="23161"/>
                  </a:cubicBezTo>
                  <a:lnTo>
                    <a:pt x="77708" y="139716"/>
                  </a:lnTo>
                  <a:cubicBezTo>
                    <a:pt x="78062" y="140779"/>
                    <a:pt x="79124" y="144676"/>
                    <a:pt x="79124" y="145739"/>
                  </a:cubicBezTo>
                  <a:cubicBezTo>
                    <a:pt x="79124" y="146802"/>
                    <a:pt x="64966" y="203839"/>
                    <a:pt x="63196" y="210216"/>
                  </a:cubicBezTo>
                  <a:cubicBezTo>
                    <a:pt x="58594" y="229701"/>
                    <a:pt x="58240" y="230764"/>
                    <a:pt x="29923" y="231118"/>
                  </a:cubicBezTo>
                  <a:cubicBezTo>
                    <a:pt x="23198" y="231118"/>
                    <a:pt x="20366" y="231118"/>
                    <a:pt x="20366" y="238204"/>
                  </a:cubicBezTo>
                  <a:cubicBezTo>
                    <a:pt x="20366" y="242101"/>
                    <a:pt x="24614" y="242101"/>
                    <a:pt x="25321" y="242101"/>
                  </a:cubicBezTo>
                  <a:cubicBezTo>
                    <a:pt x="35233" y="242101"/>
                    <a:pt x="60010" y="241038"/>
                    <a:pt x="69921" y="241038"/>
                  </a:cubicBezTo>
                  <a:cubicBezTo>
                    <a:pt x="79832" y="241038"/>
                    <a:pt x="105318" y="242101"/>
                    <a:pt x="115229" y="242101"/>
                  </a:cubicBezTo>
                  <a:cubicBezTo>
                    <a:pt x="117706" y="242101"/>
                    <a:pt x="121954" y="242101"/>
                    <a:pt x="121954" y="235015"/>
                  </a:cubicBezTo>
                  <a:cubicBezTo>
                    <a:pt x="121954" y="231118"/>
                    <a:pt x="118768" y="231118"/>
                    <a:pt x="112043" y="231118"/>
                  </a:cubicBezTo>
                  <a:cubicBezTo>
                    <a:pt x="111335" y="231118"/>
                    <a:pt x="104610" y="231118"/>
                    <a:pt x="98592" y="230410"/>
                  </a:cubicBezTo>
                  <a:cubicBezTo>
                    <a:pt x="91159" y="229701"/>
                    <a:pt x="89035" y="228993"/>
                    <a:pt x="89035" y="224741"/>
                  </a:cubicBezTo>
                  <a:cubicBezTo>
                    <a:pt x="89035" y="222261"/>
                    <a:pt x="92221" y="209862"/>
                    <a:pt x="93991" y="202422"/>
                  </a:cubicBezTo>
                  <a:lnTo>
                    <a:pt x="106379" y="152470"/>
                  </a:lnTo>
                  <a:cubicBezTo>
                    <a:pt x="108149" y="145739"/>
                    <a:pt x="108503" y="144676"/>
                    <a:pt x="111335" y="141488"/>
                  </a:cubicBezTo>
                  <a:lnTo>
                    <a:pt x="199118" y="40520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0E836392-B9A7-2F7A-2A2C-F433680520DD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4657073" y="4247755"/>
              <a:ext cx="48493" cy="354271"/>
            </a:xfrm>
            <a:custGeom>
              <a:avLst/>
              <a:gdLst>
                <a:gd name="connsiteX0" fmla="*/ 48691 w 48493"/>
                <a:gd name="connsiteY0" fmla="*/ 133 h 354271"/>
                <a:gd name="connsiteX1" fmla="*/ 198 w 48493"/>
                <a:gd name="connsiteY1" fmla="*/ 133 h 354271"/>
                <a:gd name="connsiteX2" fmla="*/ 198 w 48493"/>
                <a:gd name="connsiteY2" fmla="*/ 14304 h 354271"/>
                <a:gd name="connsiteX3" fmla="*/ 34533 w 48493"/>
                <a:gd name="connsiteY3" fmla="*/ 14304 h 354271"/>
                <a:gd name="connsiteX4" fmla="*/ 34533 w 48493"/>
                <a:gd name="connsiteY4" fmla="*/ 340234 h 354271"/>
                <a:gd name="connsiteX5" fmla="*/ 198 w 48493"/>
                <a:gd name="connsiteY5" fmla="*/ 340234 h 354271"/>
                <a:gd name="connsiteX6" fmla="*/ 198 w 48493"/>
                <a:gd name="connsiteY6" fmla="*/ 354405 h 354271"/>
                <a:gd name="connsiteX7" fmla="*/ 48691 w 48493"/>
                <a:gd name="connsiteY7" fmla="*/ 354405 h 354271"/>
                <a:gd name="connsiteX8" fmla="*/ 48691 w 48493"/>
                <a:gd name="connsiteY8" fmla="*/ 133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691" y="133"/>
                  </a:moveTo>
                  <a:lnTo>
                    <a:pt x="198" y="133"/>
                  </a:lnTo>
                  <a:lnTo>
                    <a:pt x="198" y="14304"/>
                  </a:lnTo>
                  <a:lnTo>
                    <a:pt x="34533" y="14304"/>
                  </a:lnTo>
                  <a:lnTo>
                    <a:pt x="34533" y="340234"/>
                  </a:lnTo>
                  <a:lnTo>
                    <a:pt x="198" y="340234"/>
                  </a:lnTo>
                  <a:lnTo>
                    <a:pt x="198" y="354405"/>
                  </a:lnTo>
                  <a:lnTo>
                    <a:pt x="48691" y="354405"/>
                  </a:lnTo>
                  <a:lnTo>
                    <a:pt x="48691" y="133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634450F3-38A3-118E-8A96-06598428867A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4846089" y="4306919"/>
              <a:ext cx="235386" cy="235944"/>
            </a:xfrm>
            <a:custGeom>
              <a:avLst/>
              <a:gdLst>
                <a:gd name="connsiteX0" fmla="*/ 125153 w 235386"/>
                <a:gd name="connsiteY0" fmla="*/ 125191 h 235944"/>
                <a:gd name="connsiteX1" fmla="*/ 223909 w 235386"/>
                <a:gd name="connsiteY1" fmla="*/ 125191 h 235944"/>
                <a:gd name="connsiteX2" fmla="*/ 235590 w 235386"/>
                <a:gd name="connsiteY2" fmla="*/ 118106 h 235944"/>
                <a:gd name="connsiteX3" fmla="*/ 223909 w 235386"/>
                <a:gd name="connsiteY3" fmla="*/ 111020 h 235944"/>
                <a:gd name="connsiteX4" fmla="*/ 125153 w 235386"/>
                <a:gd name="connsiteY4" fmla="*/ 111020 h 235944"/>
                <a:gd name="connsiteX5" fmla="*/ 125153 w 235386"/>
                <a:gd name="connsiteY5" fmla="*/ 11824 h 235944"/>
                <a:gd name="connsiteX6" fmla="*/ 118073 w 235386"/>
                <a:gd name="connsiteY6" fmla="*/ 133 h 235944"/>
                <a:gd name="connsiteX7" fmla="*/ 110994 w 235386"/>
                <a:gd name="connsiteY7" fmla="*/ 11824 h 235944"/>
                <a:gd name="connsiteX8" fmla="*/ 110994 w 235386"/>
                <a:gd name="connsiteY8" fmla="*/ 111020 h 235944"/>
                <a:gd name="connsiteX9" fmla="*/ 11884 w 235386"/>
                <a:gd name="connsiteY9" fmla="*/ 111020 h 235944"/>
                <a:gd name="connsiteX10" fmla="*/ 203 w 235386"/>
                <a:gd name="connsiteY10" fmla="*/ 118106 h 235944"/>
                <a:gd name="connsiteX11" fmla="*/ 11884 w 235386"/>
                <a:gd name="connsiteY11" fmla="*/ 125191 h 235944"/>
                <a:gd name="connsiteX12" fmla="*/ 110994 w 235386"/>
                <a:gd name="connsiteY12" fmla="*/ 125191 h 235944"/>
                <a:gd name="connsiteX13" fmla="*/ 110994 w 235386"/>
                <a:gd name="connsiteY13" fmla="*/ 224387 h 235944"/>
                <a:gd name="connsiteX14" fmla="*/ 118073 w 235386"/>
                <a:gd name="connsiteY14" fmla="*/ 236078 h 235944"/>
                <a:gd name="connsiteX15" fmla="*/ 125153 w 235386"/>
                <a:gd name="connsiteY15" fmla="*/ 224387 h 235944"/>
                <a:gd name="connsiteX16" fmla="*/ 125153 w 235386"/>
                <a:gd name="connsiteY16" fmla="*/ 125191 h 23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386" h="235944">
                  <a:moveTo>
                    <a:pt x="125153" y="125191"/>
                  </a:moveTo>
                  <a:lnTo>
                    <a:pt x="223909" y="125191"/>
                  </a:lnTo>
                  <a:cubicBezTo>
                    <a:pt x="228864" y="125191"/>
                    <a:pt x="235590" y="125191"/>
                    <a:pt x="235590" y="118106"/>
                  </a:cubicBezTo>
                  <a:cubicBezTo>
                    <a:pt x="235590" y="111020"/>
                    <a:pt x="228864" y="111020"/>
                    <a:pt x="223909" y="111020"/>
                  </a:cubicBezTo>
                  <a:lnTo>
                    <a:pt x="125153" y="111020"/>
                  </a:lnTo>
                  <a:lnTo>
                    <a:pt x="125153" y="11824"/>
                  </a:lnTo>
                  <a:cubicBezTo>
                    <a:pt x="125153" y="6864"/>
                    <a:pt x="125153" y="133"/>
                    <a:pt x="118073" y="133"/>
                  </a:cubicBezTo>
                  <a:cubicBezTo>
                    <a:pt x="110994" y="133"/>
                    <a:pt x="110994" y="6864"/>
                    <a:pt x="110994" y="11824"/>
                  </a:cubicBezTo>
                  <a:lnTo>
                    <a:pt x="110994" y="111020"/>
                  </a:lnTo>
                  <a:lnTo>
                    <a:pt x="11884" y="111020"/>
                  </a:lnTo>
                  <a:cubicBezTo>
                    <a:pt x="6928" y="111020"/>
                    <a:pt x="203" y="111020"/>
                    <a:pt x="203" y="118106"/>
                  </a:cubicBezTo>
                  <a:cubicBezTo>
                    <a:pt x="203" y="125191"/>
                    <a:pt x="6928" y="125191"/>
                    <a:pt x="11884" y="125191"/>
                  </a:cubicBezTo>
                  <a:lnTo>
                    <a:pt x="110994" y="125191"/>
                  </a:lnTo>
                  <a:lnTo>
                    <a:pt x="110994" y="224387"/>
                  </a:lnTo>
                  <a:cubicBezTo>
                    <a:pt x="110994" y="229347"/>
                    <a:pt x="110994" y="236078"/>
                    <a:pt x="118073" y="236078"/>
                  </a:cubicBezTo>
                  <a:cubicBezTo>
                    <a:pt x="125153" y="236078"/>
                    <a:pt x="125153" y="229347"/>
                    <a:pt x="125153" y="224387"/>
                  </a:cubicBezTo>
                  <a:lnTo>
                    <a:pt x="125153" y="125191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904EBE5-BB11-0A31-35C4-60B8FD4C5164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5254209" y="4271491"/>
              <a:ext cx="233262" cy="249761"/>
            </a:xfrm>
            <a:custGeom>
              <a:avLst/>
              <a:gdLst>
                <a:gd name="connsiteX0" fmla="*/ 187106 w 233262"/>
                <a:gd name="connsiteY0" fmla="*/ 39812 h 249761"/>
                <a:gd name="connsiteX1" fmla="*/ 226750 w 233262"/>
                <a:gd name="connsiteY1" fmla="*/ 11116 h 249761"/>
                <a:gd name="connsiteX2" fmla="*/ 233476 w 233262"/>
                <a:gd name="connsiteY2" fmla="*/ 4030 h 249761"/>
                <a:gd name="connsiteX3" fmla="*/ 228874 w 233262"/>
                <a:gd name="connsiteY3" fmla="*/ 133 h 249761"/>
                <a:gd name="connsiteX4" fmla="*/ 201973 w 233262"/>
                <a:gd name="connsiteY4" fmla="*/ 1196 h 249761"/>
                <a:gd name="connsiteX5" fmla="*/ 169408 w 233262"/>
                <a:gd name="connsiteY5" fmla="*/ 133 h 249761"/>
                <a:gd name="connsiteX6" fmla="*/ 163037 w 233262"/>
                <a:gd name="connsiteY6" fmla="*/ 6864 h 249761"/>
                <a:gd name="connsiteX7" fmla="*/ 168700 w 233262"/>
                <a:gd name="connsiteY7" fmla="*/ 11116 h 249761"/>
                <a:gd name="connsiteX8" fmla="*/ 182859 w 233262"/>
                <a:gd name="connsiteY8" fmla="*/ 22452 h 249761"/>
                <a:gd name="connsiteX9" fmla="*/ 177549 w 233262"/>
                <a:gd name="connsiteY9" fmla="*/ 36623 h 249761"/>
                <a:gd name="connsiteX10" fmla="*/ 75253 w 233262"/>
                <a:gd name="connsiteY10" fmla="*/ 207736 h 249761"/>
                <a:gd name="connsiteX11" fmla="*/ 57201 w 233262"/>
                <a:gd name="connsiteY11" fmla="*/ 22098 h 249761"/>
                <a:gd name="connsiteX12" fmla="*/ 79501 w 233262"/>
                <a:gd name="connsiteY12" fmla="*/ 11116 h 249761"/>
                <a:gd name="connsiteX13" fmla="*/ 88350 w 233262"/>
                <a:gd name="connsiteY13" fmla="*/ 4384 h 249761"/>
                <a:gd name="connsiteX14" fmla="*/ 83395 w 233262"/>
                <a:gd name="connsiteY14" fmla="*/ 133 h 249761"/>
                <a:gd name="connsiteX15" fmla="*/ 42689 w 233262"/>
                <a:gd name="connsiteY15" fmla="*/ 1196 h 249761"/>
                <a:gd name="connsiteX16" fmla="*/ 6584 w 233262"/>
                <a:gd name="connsiteY16" fmla="*/ 133 h 249761"/>
                <a:gd name="connsiteX17" fmla="*/ 213 w 233262"/>
                <a:gd name="connsiteY17" fmla="*/ 6864 h 249761"/>
                <a:gd name="connsiteX18" fmla="*/ 8708 w 233262"/>
                <a:gd name="connsiteY18" fmla="*/ 11116 h 249761"/>
                <a:gd name="connsiteX19" fmla="*/ 27822 w 233262"/>
                <a:gd name="connsiteY19" fmla="*/ 23161 h 249761"/>
                <a:gd name="connsiteX20" fmla="*/ 49060 w 233262"/>
                <a:gd name="connsiteY20" fmla="*/ 241392 h 249761"/>
                <a:gd name="connsiteX21" fmla="*/ 55785 w 233262"/>
                <a:gd name="connsiteY21" fmla="*/ 249895 h 249761"/>
                <a:gd name="connsiteX22" fmla="*/ 65696 w 233262"/>
                <a:gd name="connsiteY22" fmla="*/ 243163 h 249761"/>
                <a:gd name="connsiteX23" fmla="*/ 187106 w 233262"/>
                <a:gd name="connsiteY23" fmla="*/ 39812 h 24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3262" h="249761">
                  <a:moveTo>
                    <a:pt x="187106" y="39812"/>
                  </a:moveTo>
                  <a:cubicBezTo>
                    <a:pt x="201265" y="16075"/>
                    <a:pt x="213654" y="12178"/>
                    <a:pt x="226750" y="11116"/>
                  </a:cubicBezTo>
                  <a:cubicBezTo>
                    <a:pt x="229582" y="10761"/>
                    <a:pt x="233476" y="10761"/>
                    <a:pt x="233476" y="4030"/>
                  </a:cubicBezTo>
                  <a:cubicBezTo>
                    <a:pt x="233476" y="3322"/>
                    <a:pt x="232768" y="133"/>
                    <a:pt x="228874" y="133"/>
                  </a:cubicBezTo>
                  <a:cubicBezTo>
                    <a:pt x="220379" y="133"/>
                    <a:pt x="210822" y="1196"/>
                    <a:pt x="201973" y="1196"/>
                  </a:cubicBezTo>
                  <a:cubicBezTo>
                    <a:pt x="191354" y="1196"/>
                    <a:pt x="179673" y="133"/>
                    <a:pt x="169408" y="133"/>
                  </a:cubicBezTo>
                  <a:cubicBezTo>
                    <a:pt x="167284" y="133"/>
                    <a:pt x="163037" y="133"/>
                    <a:pt x="163037" y="6864"/>
                  </a:cubicBezTo>
                  <a:cubicBezTo>
                    <a:pt x="163037" y="10761"/>
                    <a:pt x="165869" y="10761"/>
                    <a:pt x="168700" y="11116"/>
                  </a:cubicBezTo>
                  <a:cubicBezTo>
                    <a:pt x="174364" y="11470"/>
                    <a:pt x="182859" y="13950"/>
                    <a:pt x="182859" y="22452"/>
                  </a:cubicBezTo>
                  <a:cubicBezTo>
                    <a:pt x="182859" y="27058"/>
                    <a:pt x="178965" y="34143"/>
                    <a:pt x="177549" y="36623"/>
                  </a:cubicBezTo>
                  <a:lnTo>
                    <a:pt x="75253" y="207736"/>
                  </a:lnTo>
                  <a:lnTo>
                    <a:pt x="57201" y="22098"/>
                  </a:lnTo>
                  <a:cubicBezTo>
                    <a:pt x="57201" y="11470"/>
                    <a:pt x="75961" y="11116"/>
                    <a:pt x="79501" y="11116"/>
                  </a:cubicBezTo>
                  <a:cubicBezTo>
                    <a:pt x="84457" y="11116"/>
                    <a:pt x="88350" y="11116"/>
                    <a:pt x="88350" y="4384"/>
                  </a:cubicBezTo>
                  <a:cubicBezTo>
                    <a:pt x="88350" y="133"/>
                    <a:pt x="84457" y="133"/>
                    <a:pt x="83395" y="133"/>
                  </a:cubicBezTo>
                  <a:cubicBezTo>
                    <a:pt x="70298" y="133"/>
                    <a:pt x="56139" y="1196"/>
                    <a:pt x="42689" y="1196"/>
                  </a:cubicBezTo>
                  <a:cubicBezTo>
                    <a:pt x="30654" y="1196"/>
                    <a:pt x="18265" y="133"/>
                    <a:pt x="6584" y="133"/>
                  </a:cubicBezTo>
                  <a:cubicBezTo>
                    <a:pt x="4814" y="133"/>
                    <a:pt x="213" y="133"/>
                    <a:pt x="213" y="6864"/>
                  </a:cubicBezTo>
                  <a:cubicBezTo>
                    <a:pt x="213" y="11116"/>
                    <a:pt x="3753" y="11116"/>
                    <a:pt x="8708" y="11116"/>
                  </a:cubicBezTo>
                  <a:cubicBezTo>
                    <a:pt x="26406" y="11116"/>
                    <a:pt x="27114" y="14304"/>
                    <a:pt x="27822" y="23161"/>
                  </a:cubicBezTo>
                  <a:lnTo>
                    <a:pt x="49060" y="241392"/>
                  </a:lnTo>
                  <a:cubicBezTo>
                    <a:pt x="49768" y="248123"/>
                    <a:pt x="50122" y="249895"/>
                    <a:pt x="55785" y="249895"/>
                  </a:cubicBezTo>
                  <a:cubicBezTo>
                    <a:pt x="60033" y="249895"/>
                    <a:pt x="61803" y="249540"/>
                    <a:pt x="65696" y="243163"/>
                  </a:cubicBezTo>
                  <a:lnTo>
                    <a:pt x="187106" y="39812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4BB6290F-F17B-2A74-38B3-7C5B9308B5E6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5454434" y="4356871"/>
              <a:ext cx="151143" cy="160484"/>
            </a:xfrm>
            <a:custGeom>
              <a:avLst/>
              <a:gdLst>
                <a:gd name="connsiteX0" fmla="*/ 85525 w 151143"/>
                <a:gd name="connsiteY0" fmla="*/ 135819 h 160484"/>
                <a:gd name="connsiteX1" fmla="*/ 114904 w 151143"/>
                <a:gd name="connsiteY1" fmla="*/ 160618 h 160484"/>
                <a:gd name="connsiteX2" fmla="*/ 140744 w 151143"/>
                <a:gd name="connsiteY2" fmla="*/ 140779 h 160484"/>
                <a:gd name="connsiteX3" fmla="*/ 151363 w 151143"/>
                <a:gd name="connsiteY3" fmla="*/ 106060 h 160484"/>
                <a:gd name="connsiteX4" fmla="*/ 146053 w 151143"/>
                <a:gd name="connsiteY4" fmla="*/ 102518 h 160484"/>
                <a:gd name="connsiteX5" fmla="*/ 139328 w 151143"/>
                <a:gd name="connsiteY5" fmla="*/ 110666 h 160484"/>
                <a:gd name="connsiteX6" fmla="*/ 115612 w 151143"/>
                <a:gd name="connsiteY6" fmla="*/ 152824 h 160484"/>
                <a:gd name="connsiteX7" fmla="*/ 106409 w 151143"/>
                <a:gd name="connsiteY7" fmla="*/ 138299 h 160484"/>
                <a:gd name="connsiteX8" fmla="*/ 108887 w 151143"/>
                <a:gd name="connsiteY8" fmla="*/ 120231 h 160484"/>
                <a:gd name="connsiteX9" fmla="*/ 132956 w 151143"/>
                <a:gd name="connsiteY9" fmla="*/ 23869 h 160484"/>
                <a:gd name="connsiteX10" fmla="*/ 134372 w 151143"/>
                <a:gd name="connsiteY10" fmla="*/ 16430 h 160484"/>
                <a:gd name="connsiteX11" fmla="*/ 124815 w 151143"/>
                <a:gd name="connsiteY11" fmla="*/ 7219 h 160484"/>
                <a:gd name="connsiteX12" fmla="*/ 110657 w 151143"/>
                <a:gd name="connsiteY12" fmla="*/ 21035 h 160484"/>
                <a:gd name="connsiteX13" fmla="*/ 81278 w 151143"/>
                <a:gd name="connsiteY13" fmla="*/ 133 h 160484"/>
                <a:gd name="connsiteX14" fmla="*/ 220 w 151143"/>
                <a:gd name="connsiteY14" fmla="*/ 105706 h 160484"/>
                <a:gd name="connsiteX15" fmla="*/ 43049 w 151143"/>
                <a:gd name="connsiteY15" fmla="*/ 160618 h 160484"/>
                <a:gd name="connsiteX16" fmla="*/ 85525 w 151143"/>
                <a:gd name="connsiteY16" fmla="*/ 135819 h 160484"/>
                <a:gd name="connsiteX17" fmla="*/ 104639 w 151143"/>
                <a:gd name="connsiteY17" fmla="*/ 45834 h 160484"/>
                <a:gd name="connsiteX18" fmla="*/ 88003 w 151143"/>
                <a:gd name="connsiteY18" fmla="*/ 112792 h 160484"/>
                <a:gd name="connsiteX19" fmla="*/ 43757 w 151143"/>
                <a:gd name="connsiteY19" fmla="*/ 152824 h 160484"/>
                <a:gd name="connsiteX20" fmla="*/ 24289 w 151143"/>
                <a:gd name="connsiteY20" fmla="*/ 121294 h 160484"/>
                <a:gd name="connsiteX21" fmla="*/ 41633 w 151143"/>
                <a:gd name="connsiteY21" fmla="*/ 47251 h 160484"/>
                <a:gd name="connsiteX22" fmla="*/ 81278 w 151143"/>
                <a:gd name="connsiteY22" fmla="*/ 7927 h 160484"/>
                <a:gd name="connsiteX23" fmla="*/ 105701 w 151143"/>
                <a:gd name="connsiteY23" fmla="*/ 41229 h 160484"/>
                <a:gd name="connsiteX24" fmla="*/ 104639 w 151143"/>
                <a:gd name="connsiteY24" fmla="*/ 45834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51143" h="160484">
                  <a:moveTo>
                    <a:pt x="85525" y="135819"/>
                  </a:moveTo>
                  <a:cubicBezTo>
                    <a:pt x="89419" y="153179"/>
                    <a:pt x="102515" y="160618"/>
                    <a:pt x="114904" y="160618"/>
                  </a:cubicBezTo>
                  <a:cubicBezTo>
                    <a:pt x="128001" y="160618"/>
                    <a:pt x="135434" y="151761"/>
                    <a:pt x="140744" y="140779"/>
                  </a:cubicBezTo>
                  <a:cubicBezTo>
                    <a:pt x="147115" y="127317"/>
                    <a:pt x="151363" y="106769"/>
                    <a:pt x="151363" y="106060"/>
                  </a:cubicBezTo>
                  <a:cubicBezTo>
                    <a:pt x="151363" y="102518"/>
                    <a:pt x="148531" y="102518"/>
                    <a:pt x="146053" y="102518"/>
                  </a:cubicBezTo>
                  <a:cubicBezTo>
                    <a:pt x="141806" y="102518"/>
                    <a:pt x="141452" y="102872"/>
                    <a:pt x="139328" y="110666"/>
                  </a:cubicBezTo>
                  <a:cubicBezTo>
                    <a:pt x="134372" y="130505"/>
                    <a:pt x="127647" y="152824"/>
                    <a:pt x="115612" y="152824"/>
                  </a:cubicBezTo>
                  <a:cubicBezTo>
                    <a:pt x="106409" y="152824"/>
                    <a:pt x="106409" y="143259"/>
                    <a:pt x="106409" y="138299"/>
                  </a:cubicBezTo>
                  <a:cubicBezTo>
                    <a:pt x="106409" y="135819"/>
                    <a:pt x="106409" y="130151"/>
                    <a:pt x="108887" y="120231"/>
                  </a:cubicBezTo>
                  <a:lnTo>
                    <a:pt x="132956" y="23869"/>
                  </a:lnTo>
                  <a:cubicBezTo>
                    <a:pt x="134372" y="18910"/>
                    <a:pt x="134372" y="18201"/>
                    <a:pt x="134372" y="16430"/>
                  </a:cubicBezTo>
                  <a:cubicBezTo>
                    <a:pt x="134372" y="8990"/>
                    <a:pt x="128355" y="7219"/>
                    <a:pt x="124815" y="7219"/>
                  </a:cubicBezTo>
                  <a:cubicBezTo>
                    <a:pt x="113488" y="7219"/>
                    <a:pt x="111011" y="19264"/>
                    <a:pt x="110657" y="21035"/>
                  </a:cubicBezTo>
                  <a:cubicBezTo>
                    <a:pt x="103931" y="5802"/>
                    <a:pt x="92604" y="133"/>
                    <a:pt x="81278" y="133"/>
                  </a:cubicBezTo>
                  <a:cubicBezTo>
                    <a:pt x="41987" y="133"/>
                    <a:pt x="220" y="53982"/>
                    <a:pt x="220" y="105706"/>
                  </a:cubicBezTo>
                  <a:cubicBezTo>
                    <a:pt x="220" y="135819"/>
                    <a:pt x="16502" y="160618"/>
                    <a:pt x="43049" y="160618"/>
                  </a:cubicBezTo>
                  <a:cubicBezTo>
                    <a:pt x="55792" y="160618"/>
                    <a:pt x="71367" y="153179"/>
                    <a:pt x="85525" y="135819"/>
                  </a:cubicBezTo>
                  <a:close/>
                  <a:moveTo>
                    <a:pt x="104639" y="45834"/>
                  </a:moveTo>
                  <a:lnTo>
                    <a:pt x="88003" y="112792"/>
                  </a:lnTo>
                  <a:cubicBezTo>
                    <a:pt x="85171" y="124128"/>
                    <a:pt x="63225" y="152824"/>
                    <a:pt x="43757" y="152824"/>
                  </a:cubicBezTo>
                  <a:cubicBezTo>
                    <a:pt x="27121" y="152824"/>
                    <a:pt x="24289" y="131922"/>
                    <a:pt x="24289" y="121294"/>
                  </a:cubicBezTo>
                  <a:cubicBezTo>
                    <a:pt x="24289" y="103581"/>
                    <a:pt x="35262" y="62131"/>
                    <a:pt x="41633" y="47251"/>
                  </a:cubicBezTo>
                  <a:cubicBezTo>
                    <a:pt x="50483" y="25641"/>
                    <a:pt x="66765" y="7927"/>
                    <a:pt x="81278" y="7927"/>
                  </a:cubicBezTo>
                  <a:cubicBezTo>
                    <a:pt x="96852" y="7927"/>
                    <a:pt x="105701" y="26349"/>
                    <a:pt x="105701" y="41229"/>
                  </a:cubicBezTo>
                  <a:cubicBezTo>
                    <a:pt x="105701" y="41937"/>
                    <a:pt x="105347" y="43709"/>
                    <a:pt x="104639" y="45834"/>
                  </a:cubicBez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BFB8C28B-8B4C-4FAD-4036-948E99F80242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5626500" y="4356871"/>
              <a:ext cx="143709" cy="160484"/>
            </a:xfrm>
            <a:custGeom>
              <a:avLst/>
              <a:gdLst>
                <a:gd name="connsiteX0" fmla="*/ 62169 w 143709"/>
                <a:gd name="connsiteY0" fmla="*/ 54691 h 160484"/>
                <a:gd name="connsiteX1" fmla="*/ 108892 w 143709"/>
                <a:gd name="connsiteY1" fmla="*/ 7927 h 160484"/>
                <a:gd name="connsiteX2" fmla="*/ 127652 w 143709"/>
                <a:gd name="connsiteY2" fmla="*/ 12887 h 160484"/>
                <a:gd name="connsiteX3" fmla="*/ 114201 w 143709"/>
                <a:gd name="connsiteY3" fmla="*/ 29892 h 160484"/>
                <a:gd name="connsiteX4" fmla="*/ 126590 w 143709"/>
                <a:gd name="connsiteY4" fmla="*/ 41229 h 160484"/>
                <a:gd name="connsiteX5" fmla="*/ 143934 w 143709"/>
                <a:gd name="connsiteY5" fmla="*/ 22452 h 160484"/>
                <a:gd name="connsiteX6" fmla="*/ 109246 w 143709"/>
                <a:gd name="connsiteY6" fmla="*/ 133 h 160484"/>
                <a:gd name="connsiteX7" fmla="*/ 66416 w 143709"/>
                <a:gd name="connsiteY7" fmla="*/ 25641 h 160484"/>
                <a:gd name="connsiteX8" fmla="*/ 37037 w 143709"/>
                <a:gd name="connsiteY8" fmla="*/ 133 h 160484"/>
                <a:gd name="connsiteX9" fmla="*/ 11552 w 143709"/>
                <a:gd name="connsiteY9" fmla="*/ 18910 h 160484"/>
                <a:gd name="connsiteX10" fmla="*/ 225 w 143709"/>
                <a:gd name="connsiteY10" fmla="*/ 54691 h 160484"/>
                <a:gd name="connsiteX11" fmla="*/ 5534 w 143709"/>
                <a:gd name="connsiteY11" fmla="*/ 58234 h 160484"/>
                <a:gd name="connsiteX12" fmla="*/ 12259 w 143709"/>
                <a:gd name="connsiteY12" fmla="*/ 50086 h 160484"/>
                <a:gd name="connsiteX13" fmla="*/ 36329 w 143709"/>
                <a:gd name="connsiteY13" fmla="*/ 7927 h 160484"/>
                <a:gd name="connsiteX14" fmla="*/ 45532 w 143709"/>
                <a:gd name="connsiteY14" fmla="*/ 22098 h 160484"/>
                <a:gd name="connsiteX15" fmla="*/ 43054 w 143709"/>
                <a:gd name="connsiteY15" fmla="*/ 40166 h 160484"/>
                <a:gd name="connsiteX16" fmla="*/ 16507 w 143709"/>
                <a:gd name="connsiteY16" fmla="*/ 146447 h 160484"/>
                <a:gd name="connsiteX17" fmla="*/ 15445 w 143709"/>
                <a:gd name="connsiteY17" fmla="*/ 151407 h 160484"/>
                <a:gd name="connsiteX18" fmla="*/ 25356 w 143709"/>
                <a:gd name="connsiteY18" fmla="*/ 160618 h 160484"/>
                <a:gd name="connsiteX19" fmla="*/ 39161 w 143709"/>
                <a:gd name="connsiteY19" fmla="*/ 147510 h 160484"/>
                <a:gd name="connsiteX20" fmla="*/ 62169 w 143709"/>
                <a:gd name="connsiteY20" fmla="*/ 54691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3709" h="160484">
                  <a:moveTo>
                    <a:pt x="62169" y="54691"/>
                  </a:moveTo>
                  <a:cubicBezTo>
                    <a:pt x="62522" y="53628"/>
                    <a:pt x="78451" y="7927"/>
                    <a:pt x="108892" y="7927"/>
                  </a:cubicBezTo>
                  <a:cubicBezTo>
                    <a:pt x="110662" y="7927"/>
                    <a:pt x="120573" y="7927"/>
                    <a:pt x="127652" y="12887"/>
                  </a:cubicBezTo>
                  <a:cubicBezTo>
                    <a:pt x="115263" y="16784"/>
                    <a:pt x="114201" y="28121"/>
                    <a:pt x="114201" y="29892"/>
                  </a:cubicBezTo>
                  <a:cubicBezTo>
                    <a:pt x="114201" y="34498"/>
                    <a:pt x="117387" y="41229"/>
                    <a:pt x="126590" y="41229"/>
                  </a:cubicBezTo>
                  <a:cubicBezTo>
                    <a:pt x="132962" y="41229"/>
                    <a:pt x="143934" y="36269"/>
                    <a:pt x="143934" y="22452"/>
                  </a:cubicBezTo>
                  <a:cubicBezTo>
                    <a:pt x="143934" y="4030"/>
                    <a:pt x="120927" y="133"/>
                    <a:pt x="109246" y="133"/>
                  </a:cubicBezTo>
                  <a:cubicBezTo>
                    <a:pt x="84822" y="133"/>
                    <a:pt x="72080" y="17847"/>
                    <a:pt x="66416" y="25641"/>
                  </a:cubicBezTo>
                  <a:cubicBezTo>
                    <a:pt x="62522" y="6864"/>
                    <a:pt x="48718" y="133"/>
                    <a:pt x="37037" y="133"/>
                  </a:cubicBezTo>
                  <a:cubicBezTo>
                    <a:pt x="24294" y="133"/>
                    <a:pt x="17215" y="8281"/>
                    <a:pt x="11552" y="18910"/>
                  </a:cubicBezTo>
                  <a:cubicBezTo>
                    <a:pt x="4826" y="33080"/>
                    <a:pt x="225" y="53982"/>
                    <a:pt x="225" y="54691"/>
                  </a:cubicBezTo>
                  <a:cubicBezTo>
                    <a:pt x="225" y="58234"/>
                    <a:pt x="3764" y="58234"/>
                    <a:pt x="5534" y="58234"/>
                  </a:cubicBezTo>
                  <a:cubicBezTo>
                    <a:pt x="10136" y="58234"/>
                    <a:pt x="10490" y="57879"/>
                    <a:pt x="12259" y="50086"/>
                  </a:cubicBezTo>
                  <a:cubicBezTo>
                    <a:pt x="18631" y="25287"/>
                    <a:pt x="25356" y="7927"/>
                    <a:pt x="36329" y="7927"/>
                  </a:cubicBezTo>
                  <a:cubicBezTo>
                    <a:pt x="45532" y="7927"/>
                    <a:pt x="45532" y="18201"/>
                    <a:pt x="45532" y="22098"/>
                  </a:cubicBezTo>
                  <a:cubicBezTo>
                    <a:pt x="45532" y="27766"/>
                    <a:pt x="44470" y="34498"/>
                    <a:pt x="43054" y="40166"/>
                  </a:cubicBezTo>
                  <a:lnTo>
                    <a:pt x="16507" y="146447"/>
                  </a:lnTo>
                  <a:cubicBezTo>
                    <a:pt x="15799" y="148573"/>
                    <a:pt x="15445" y="150344"/>
                    <a:pt x="15445" y="151407"/>
                  </a:cubicBezTo>
                  <a:cubicBezTo>
                    <a:pt x="15445" y="155304"/>
                    <a:pt x="18277" y="160618"/>
                    <a:pt x="25356" y="160618"/>
                  </a:cubicBezTo>
                  <a:cubicBezTo>
                    <a:pt x="35975" y="160618"/>
                    <a:pt x="38453" y="150344"/>
                    <a:pt x="39161" y="147510"/>
                  </a:cubicBezTo>
                  <a:lnTo>
                    <a:pt x="62169" y="54691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F5B3297E-B676-A5A0-8412-E3D1E97AE628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5788142" y="4247755"/>
              <a:ext cx="48493" cy="354271"/>
            </a:xfrm>
            <a:custGeom>
              <a:avLst/>
              <a:gdLst>
                <a:gd name="connsiteX0" fmla="*/ 48722 w 48493"/>
                <a:gd name="connsiteY0" fmla="*/ 354405 h 354271"/>
                <a:gd name="connsiteX1" fmla="*/ 48722 w 48493"/>
                <a:gd name="connsiteY1" fmla="*/ 340234 h 354271"/>
                <a:gd name="connsiteX2" fmla="*/ 14387 w 48493"/>
                <a:gd name="connsiteY2" fmla="*/ 340234 h 354271"/>
                <a:gd name="connsiteX3" fmla="*/ 14387 w 48493"/>
                <a:gd name="connsiteY3" fmla="*/ 14304 h 354271"/>
                <a:gd name="connsiteX4" fmla="*/ 48722 w 48493"/>
                <a:gd name="connsiteY4" fmla="*/ 14304 h 354271"/>
                <a:gd name="connsiteX5" fmla="*/ 48722 w 48493"/>
                <a:gd name="connsiteY5" fmla="*/ 133 h 354271"/>
                <a:gd name="connsiteX6" fmla="*/ 229 w 48493"/>
                <a:gd name="connsiteY6" fmla="*/ 133 h 354271"/>
                <a:gd name="connsiteX7" fmla="*/ 229 w 48493"/>
                <a:gd name="connsiteY7" fmla="*/ 354405 h 354271"/>
                <a:gd name="connsiteX8" fmla="*/ 48722 w 48493"/>
                <a:gd name="connsiteY8" fmla="*/ 354405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722" y="354405"/>
                  </a:moveTo>
                  <a:lnTo>
                    <a:pt x="48722" y="340234"/>
                  </a:lnTo>
                  <a:lnTo>
                    <a:pt x="14387" y="340234"/>
                  </a:lnTo>
                  <a:lnTo>
                    <a:pt x="14387" y="14304"/>
                  </a:lnTo>
                  <a:lnTo>
                    <a:pt x="48722" y="14304"/>
                  </a:lnTo>
                  <a:lnTo>
                    <a:pt x="48722" y="133"/>
                  </a:lnTo>
                  <a:lnTo>
                    <a:pt x="229" y="133"/>
                  </a:lnTo>
                  <a:lnTo>
                    <a:pt x="229" y="354405"/>
                  </a:lnTo>
                  <a:lnTo>
                    <a:pt x="48722" y="354405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CEE7C44-21D3-5F3F-EF7E-F95D8FCCBC62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5854255" y="4271491"/>
              <a:ext cx="291667" cy="241967"/>
            </a:xfrm>
            <a:custGeom>
              <a:avLst/>
              <a:gdLst>
                <a:gd name="connsiteX0" fmla="*/ 162348 w 291667"/>
                <a:gd name="connsiteY0" fmla="*/ 96495 h 241967"/>
                <a:gd name="connsiteX1" fmla="*/ 132615 w 291667"/>
                <a:gd name="connsiteY1" fmla="*/ 25995 h 241967"/>
                <a:gd name="connsiteX2" fmla="*/ 130845 w 291667"/>
                <a:gd name="connsiteY2" fmla="*/ 21389 h 241967"/>
                <a:gd name="connsiteX3" fmla="*/ 151729 w 291667"/>
                <a:gd name="connsiteY3" fmla="*/ 11116 h 241967"/>
                <a:gd name="connsiteX4" fmla="*/ 158808 w 291667"/>
                <a:gd name="connsiteY4" fmla="*/ 4384 h 241967"/>
                <a:gd name="connsiteX5" fmla="*/ 153498 w 291667"/>
                <a:gd name="connsiteY5" fmla="*/ 133 h 241967"/>
                <a:gd name="connsiteX6" fmla="*/ 108899 w 291667"/>
                <a:gd name="connsiteY6" fmla="*/ 1196 h 241967"/>
                <a:gd name="connsiteX7" fmla="*/ 69255 w 291667"/>
                <a:gd name="connsiteY7" fmla="*/ 133 h 241967"/>
                <a:gd name="connsiteX8" fmla="*/ 62883 w 291667"/>
                <a:gd name="connsiteY8" fmla="*/ 7219 h 241967"/>
                <a:gd name="connsiteX9" fmla="*/ 71025 w 291667"/>
                <a:gd name="connsiteY9" fmla="*/ 11116 h 241967"/>
                <a:gd name="connsiteX10" fmla="*/ 97572 w 291667"/>
                <a:gd name="connsiteY10" fmla="*/ 22452 h 241967"/>
                <a:gd name="connsiteX11" fmla="*/ 139340 w 291667"/>
                <a:gd name="connsiteY11" fmla="*/ 121294 h 241967"/>
                <a:gd name="connsiteX12" fmla="*/ 64653 w 291667"/>
                <a:gd name="connsiteY12" fmla="*/ 201714 h 241967"/>
                <a:gd name="connsiteX13" fmla="*/ 60052 w 291667"/>
                <a:gd name="connsiteY13" fmla="*/ 205611 h 241967"/>
                <a:gd name="connsiteX14" fmla="*/ 8019 w 291667"/>
                <a:gd name="connsiteY14" fmla="*/ 231118 h 241967"/>
                <a:gd name="connsiteX15" fmla="*/ 232 w 291667"/>
                <a:gd name="connsiteY15" fmla="*/ 238204 h 241967"/>
                <a:gd name="connsiteX16" fmla="*/ 4833 w 291667"/>
                <a:gd name="connsiteY16" fmla="*/ 242101 h 241967"/>
                <a:gd name="connsiteX17" fmla="*/ 38106 w 291667"/>
                <a:gd name="connsiteY17" fmla="*/ 241038 h 241967"/>
                <a:gd name="connsiteX18" fmla="*/ 77750 w 291667"/>
                <a:gd name="connsiteY18" fmla="*/ 242101 h 241967"/>
                <a:gd name="connsiteX19" fmla="*/ 84121 w 291667"/>
                <a:gd name="connsiteY19" fmla="*/ 235015 h 241967"/>
                <a:gd name="connsiteX20" fmla="*/ 79874 w 291667"/>
                <a:gd name="connsiteY20" fmla="*/ 231118 h 241967"/>
                <a:gd name="connsiteX21" fmla="*/ 65715 w 291667"/>
                <a:gd name="connsiteY21" fmla="*/ 220136 h 241967"/>
                <a:gd name="connsiteX22" fmla="*/ 75272 w 291667"/>
                <a:gd name="connsiteY22" fmla="*/ 204194 h 241967"/>
                <a:gd name="connsiteX23" fmla="*/ 111377 w 291667"/>
                <a:gd name="connsiteY23" fmla="*/ 165932 h 241967"/>
                <a:gd name="connsiteX24" fmla="*/ 143233 w 291667"/>
                <a:gd name="connsiteY24" fmla="*/ 131214 h 241967"/>
                <a:gd name="connsiteX25" fmla="*/ 178984 w 291667"/>
                <a:gd name="connsiteY25" fmla="*/ 215885 h 241967"/>
                <a:gd name="connsiteX26" fmla="*/ 180754 w 291667"/>
                <a:gd name="connsiteY26" fmla="*/ 220844 h 241967"/>
                <a:gd name="connsiteX27" fmla="*/ 160224 w 291667"/>
                <a:gd name="connsiteY27" fmla="*/ 231118 h 241967"/>
                <a:gd name="connsiteX28" fmla="*/ 153145 w 291667"/>
                <a:gd name="connsiteY28" fmla="*/ 237849 h 241967"/>
                <a:gd name="connsiteX29" fmla="*/ 158454 w 291667"/>
                <a:gd name="connsiteY29" fmla="*/ 242101 h 241967"/>
                <a:gd name="connsiteX30" fmla="*/ 203054 w 291667"/>
                <a:gd name="connsiteY30" fmla="*/ 241038 h 241967"/>
                <a:gd name="connsiteX31" fmla="*/ 242344 w 291667"/>
                <a:gd name="connsiteY31" fmla="*/ 242101 h 241967"/>
                <a:gd name="connsiteX32" fmla="*/ 249069 w 291667"/>
                <a:gd name="connsiteY32" fmla="*/ 235369 h 241967"/>
                <a:gd name="connsiteX33" fmla="*/ 242698 w 291667"/>
                <a:gd name="connsiteY33" fmla="*/ 231118 h 241967"/>
                <a:gd name="connsiteX34" fmla="*/ 212257 w 291667"/>
                <a:gd name="connsiteY34" fmla="*/ 215530 h 241967"/>
                <a:gd name="connsiteX35" fmla="*/ 166595 w 291667"/>
                <a:gd name="connsiteY35" fmla="*/ 106060 h 241967"/>
                <a:gd name="connsiteX36" fmla="*/ 239158 w 291667"/>
                <a:gd name="connsiteY36" fmla="*/ 29183 h 241967"/>
                <a:gd name="connsiteX37" fmla="*/ 284112 w 291667"/>
                <a:gd name="connsiteY37" fmla="*/ 11116 h 241967"/>
                <a:gd name="connsiteX38" fmla="*/ 291899 w 291667"/>
                <a:gd name="connsiteY38" fmla="*/ 4030 h 241967"/>
                <a:gd name="connsiteX39" fmla="*/ 287297 w 291667"/>
                <a:gd name="connsiteY39" fmla="*/ 133 h 241967"/>
                <a:gd name="connsiteX40" fmla="*/ 254025 w 291667"/>
                <a:gd name="connsiteY40" fmla="*/ 1196 h 241967"/>
                <a:gd name="connsiteX41" fmla="*/ 214734 w 291667"/>
                <a:gd name="connsiteY41" fmla="*/ 133 h 241967"/>
                <a:gd name="connsiteX42" fmla="*/ 208009 w 291667"/>
                <a:gd name="connsiteY42" fmla="*/ 7219 h 241967"/>
                <a:gd name="connsiteX43" fmla="*/ 212257 w 291667"/>
                <a:gd name="connsiteY43" fmla="*/ 11116 h 241967"/>
                <a:gd name="connsiteX44" fmla="*/ 226415 w 291667"/>
                <a:gd name="connsiteY44" fmla="*/ 22098 h 241967"/>
                <a:gd name="connsiteX45" fmla="*/ 219690 w 291667"/>
                <a:gd name="connsiteY45" fmla="*/ 34852 h 241967"/>
                <a:gd name="connsiteX46" fmla="*/ 162348 w 291667"/>
                <a:gd name="connsiteY46" fmla="*/ 96495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1667" h="241967">
                  <a:moveTo>
                    <a:pt x="162348" y="96495"/>
                  </a:moveTo>
                  <a:lnTo>
                    <a:pt x="132615" y="25995"/>
                  </a:lnTo>
                  <a:cubicBezTo>
                    <a:pt x="131553" y="23161"/>
                    <a:pt x="130845" y="21744"/>
                    <a:pt x="130845" y="21389"/>
                  </a:cubicBezTo>
                  <a:cubicBezTo>
                    <a:pt x="130845" y="19264"/>
                    <a:pt x="136862" y="12533"/>
                    <a:pt x="151729" y="11116"/>
                  </a:cubicBezTo>
                  <a:cubicBezTo>
                    <a:pt x="155268" y="10761"/>
                    <a:pt x="158808" y="10407"/>
                    <a:pt x="158808" y="4384"/>
                  </a:cubicBezTo>
                  <a:cubicBezTo>
                    <a:pt x="158808" y="133"/>
                    <a:pt x="154560" y="133"/>
                    <a:pt x="153498" y="133"/>
                  </a:cubicBezTo>
                  <a:cubicBezTo>
                    <a:pt x="138986" y="133"/>
                    <a:pt x="123765" y="1196"/>
                    <a:pt x="108899" y="1196"/>
                  </a:cubicBezTo>
                  <a:cubicBezTo>
                    <a:pt x="100050" y="1196"/>
                    <a:pt x="78104" y="133"/>
                    <a:pt x="69255" y="133"/>
                  </a:cubicBezTo>
                  <a:cubicBezTo>
                    <a:pt x="67131" y="133"/>
                    <a:pt x="62883" y="133"/>
                    <a:pt x="62883" y="7219"/>
                  </a:cubicBezTo>
                  <a:cubicBezTo>
                    <a:pt x="62883" y="11116"/>
                    <a:pt x="66423" y="11116"/>
                    <a:pt x="71025" y="11116"/>
                  </a:cubicBezTo>
                  <a:cubicBezTo>
                    <a:pt x="92263" y="11116"/>
                    <a:pt x="94386" y="14658"/>
                    <a:pt x="97572" y="22452"/>
                  </a:cubicBezTo>
                  <a:lnTo>
                    <a:pt x="139340" y="121294"/>
                  </a:lnTo>
                  <a:lnTo>
                    <a:pt x="64653" y="201714"/>
                  </a:lnTo>
                  <a:lnTo>
                    <a:pt x="60052" y="205611"/>
                  </a:lnTo>
                  <a:cubicBezTo>
                    <a:pt x="42707" y="224387"/>
                    <a:pt x="26071" y="230055"/>
                    <a:pt x="8019" y="231118"/>
                  </a:cubicBezTo>
                  <a:cubicBezTo>
                    <a:pt x="3417" y="231473"/>
                    <a:pt x="232" y="231473"/>
                    <a:pt x="232" y="238204"/>
                  </a:cubicBezTo>
                  <a:cubicBezTo>
                    <a:pt x="232" y="238558"/>
                    <a:pt x="232" y="242101"/>
                    <a:pt x="4833" y="242101"/>
                  </a:cubicBezTo>
                  <a:cubicBezTo>
                    <a:pt x="15452" y="242101"/>
                    <a:pt x="27133" y="241038"/>
                    <a:pt x="38106" y="241038"/>
                  </a:cubicBezTo>
                  <a:cubicBezTo>
                    <a:pt x="51203" y="241038"/>
                    <a:pt x="65007" y="242101"/>
                    <a:pt x="77750" y="242101"/>
                  </a:cubicBezTo>
                  <a:cubicBezTo>
                    <a:pt x="79874" y="242101"/>
                    <a:pt x="84121" y="242101"/>
                    <a:pt x="84121" y="235015"/>
                  </a:cubicBezTo>
                  <a:cubicBezTo>
                    <a:pt x="84121" y="231473"/>
                    <a:pt x="80582" y="231118"/>
                    <a:pt x="79874" y="231118"/>
                  </a:cubicBezTo>
                  <a:cubicBezTo>
                    <a:pt x="76688" y="230764"/>
                    <a:pt x="65715" y="230055"/>
                    <a:pt x="65715" y="220136"/>
                  </a:cubicBezTo>
                  <a:cubicBezTo>
                    <a:pt x="65715" y="214467"/>
                    <a:pt x="71025" y="208799"/>
                    <a:pt x="75272" y="204194"/>
                  </a:cubicBezTo>
                  <a:lnTo>
                    <a:pt x="111377" y="165932"/>
                  </a:lnTo>
                  <a:lnTo>
                    <a:pt x="143233" y="131214"/>
                  </a:lnTo>
                  <a:lnTo>
                    <a:pt x="178984" y="215885"/>
                  </a:lnTo>
                  <a:cubicBezTo>
                    <a:pt x="180400" y="219782"/>
                    <a:pt x="180754" y="220136"/>
                    <a:pt x="180754" y="220844"/>
                  </a:cubicBezTo>
                  <a:cubicBezTo>
                    <a:pt x="180754" y="223679"/>
                    <a:pt x="174028" y="229701"/>
                    <a:pt x="160224" y="231118"/>
                  </a:cubicBezTo>
                  <a:cubicBezTo>
                    <a:pt x="156330" y="231473"/>
                    <a:pt x="153145" y="231827"/>
                    <a:pt x="153145" y="237849"/>
                  </a:cubicBezTo>
                  <a:cubicBezTo>
                    <a:pt x="153145" y="242101"/>
                    <a:pt x="157038" y="242101"/>
                    <a:pt x="158454" y="242101"/>
                  </a:cubicBezTo>
                  <a:cubicBezTo>
                    <a:pt x="168365" y="242101"/>
                    <a:pt x="193143" y="241038"/>
                    <a:pt x="203054" y="241038"/>
                  </a:cubicBezTo>
                  <a:cubicBezTo>
                    <a:pt x="211903" y="241038"/>
                    <a:pt x="233495" y="242101"/>
                    <a:pt x="242344" y="242101"/>
                  </a:cubicBezTo>
                  <a:cubicBezTo>
                    <a:pt x="244821" y="242101"/>
                    <a:pt x="249069" y="242101"/>
                    <a:pt x="249069" y="235369"/>
                  </a:cubicBezTo>
                  <a:cubicBezTo>
                    <a:pt x="249069" y="231118"/>
                    <a:pt x="245529" y="231118"/>
                    <a:pt x="242698" y="231118"/>
                  </a:cubicBezTo>
                  <a:cubicBezTo>
                    <a:pt x="218982" y="230764"/>
                    <a:pt x="218274" y="229701"/>
                    <a:pt x="212257" y="215530"/>
                  </a:cubicBezTo>
                  <a:cubicBezTo>
                    <a:pt x="198452" y="182583"/>
                    <a:pt x="174736" y="127317"/>
                    <a:pt x="166595" y="106060"/>
                  </a:cubicBezTo>
                  <a:cubicBezTo>
                    <a:pt x="190665" y="81261"/>
                    <a:pt x="227831" y="39103"/>
                    <a:pt x="239158" y="29183"/>
                  </a:cubicBezTo>
                  <a:cubicBezTo>
                    <a:pt x="249423" y="20681"/>
                    <a:pt x="262874" y="12178"/>
                    <a:pt x="284112" y="11116"/>
                  </a:cubicBezTo>
                  <a:cubicBezTo>
                    <a:pt x="288713" y="10761"/>
                    <a:pt x="291899" y="10761"/>
                    <a:pt x="291899" y="4030"/>
                  </a:cubicBezTo>
                  <a:cubicBezTo>
                    <a:pt x="291899" y="3676"/>
                    <a:pt x="291899" y="133"/>
                    <a:pt x="287297" y="133"/>
                  </a:cubicBezTo>
                  <a:cubicBezTo>
                    <a:pt x="276678" y="133"/>
                    <a:pt x="264997" y="1196"/>
                    <a:pt x="254025" y="1196"/>
                  </a:cubicBezTo>
                  <a:cubicBezTo>
                    <a:pt x="240928" y="1196"/>
                    <a:pt x="227477" y="133"/>
                    <a:pt x="214734" y="133"/>
                  </a:cubicBezTo>
                  <a:cubicBezTo>
                    <a:pt x="212611" y="133"/>
                    <a:pt x="208009" y="133"/>
                    <a:pt x="208009" y="7219"/>
                  </a:cubicBezTo>
                  <a:cubicBezTo>
                    <a:pt x="208009" y="9699"/>
                    <a:pt x="209779" y="10761"/>
                    <a:pt x="212257" y="11116"/>
                  </a:cubicBezTo>
                  <a:cubicBezTo>
                    <a:pt x="215442" y="11470"/>
                    <a:pt x="226415" y="12178"/>
                    <a:pt x="226415" y="22098"/>
                  </a:cubicBezTo>
                  <a:cubicBezTo>
                    <a:pt x="226415" y="27058"/>
                    <a:pt x="222522" y="31663"/>
                    <a:pt x="219690" y="34852"/>
                  </a:cubicBezTo>
                  <a:lnTo>
                    <a:pt x="162348" y="96495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63A0CCD2-410E-B0BE-6641-8DEA3F734ED3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6173512" y="4247755"/>
              <a:ext cx="48493" cy="354271"/>
            </a:xfrm>
            <a:custGeom>
              <a:avLst/>
              <a:gdLst>
                <a:gd name="connsiteX0" fmla="*/ 48734 w 48493"/>
                <a:gd name="connsiteY0" fmla="*/ 133 h 354271"/>
                <a:gd name="connsiteX1" fmla="*/ 241 w 48493"/>
                <a:gd name="connsiteY1" fmla="*/ 133 h 354271"/>
                <a:gd name="connsiteX2" fmla="*/ 241 w 48493"/>
                <a:gd name="connsiteY2" fmla="*/ 14304 h 354271"/>
                <a:gd name="connsiteX3" fmla="*/ 34575 w 48493"/>
                <a:gd name="connsiteY3" fmla="*/ 14304 h 354271"/>
                <a:gd name="connsiteX4" fmla="*/ 34575 w 48493"/>
                <a:gd name="connsiteY4" fmla="*/ 340234 h 354271"/>
                <a:gd name="connsiteX5" fmla="*/ 241 w 48493"/>
                <a:gd name="connsiteY5" fmla="*/ 340234 h 354271"/>
                <a:gd name="connsiteX6" fmla="*/ 241 w 48493"/>
                <a:gd name="connsiteY6" fmla="*/ 354405 h 354271"/>
                <a:gd name="connsiteX7" fmla="*/ 48734 w 48493"/>
                <a:gd name="connsiteY7" fmla="*/ 354405 h 354271"/>
                <a:gd name="connsiteX8" fmla="*/ 48734 w 48493"/>
                <a:gd name="connsiteY8" fmla="*/ 133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734" y="133"/>
                  </a:moveTo>
                  <a:lnTo>
                    <a:pt x="241" y="133"/>
                  </a:lnTo>
                  <a:lnTo>
                    <a:pt x="241" y="14304"/>
                  </a:lnTo>
                  <a:lnTo>
                    <a:pt x="34575" y="14304"/>
                  </a:lnTo>
                  <a:lnTo>
                    <a:pt x="34575" y="340234"/>
                  </a:lnTo>
                  <a:lnTo>
                    <a:pt x="241" y="340234"/>
                  </a:lnTo>
                  <a:lnTo>
                    <a:pt x="241" y="354405"/>
                  </a:lnTo>
                  <a:lnTo>
                    <a:pt x="48734" y="354405"/>
                  </a:lnTo>
                  <a:lnTo>
                    <a:pt x="48734" y="133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15E50745-1E90-3829-5BD1-D421FA0DD6B2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6269004" y="4270783"/>
              <a:ext cx="221228" cy="242675"/>
            </a:xfrm>
            <a:custGeom>
              <a:avLst/>
              <a:gdLst>
                <a:gd name="connsiteX0" fmla="*/ 86965 w 221228"/>
                <a:gd name="connsiteY0" fmla="*/ 123774 h 242675"/>
                <a:gd name="connsiteX1" fmla="*/ 125193 w 221228"/>
                <a:gd name="connsiteY1" fmla="*/ 131214 h 242675"/>
                <a:gd name="connsiteX2" fmla="*/ 143599 w 221228"/>
                <a:gd name="connsiteY2" fmla="*/ 163452 h 242675"/>
                <a:gd name="connsiteX3" fmla="*/ 149971 w 221228"/>
                <a:gd name="connsiteY3" fmla="*/ 173018 h 242675"/>
                <a:gd name="connsiteX4" fmla="*/ 155988 w 221228"/>
                <a:gd name="connsiteY4" fmla="*/ 161681 h 242675"/>
                <a:gd name="connsiteX5" fmla="*/ 155988 w 221228"/>
                <a:gd name="connsiteY5" fmla="*/ 65673 h 242675"/>
                <a:gd name="connsiteX6" fmla="*/ 149971 w 221228"/>
                <a:gd name="connsiteY6" fmla="*/ 54337 h 242675"/>
                <a:gd name="connsiteX7" fmla="*/ 143599 w 221228"/>
                <a:gd name="connsiteY7" fmla="*/ 62485 h 242675"/>
                <a:gd name="connsiteX8" fmla="*/ 86965 w 221228"/>
                <a:gd name="connsiteY8" fmla="*/ 111020 h 242675"/>
                <a:gd name="connsiteX9" fmla="*/ 86965 w 221228"/>
                <a:gd name="connsiteY9" fmla="*/ 36269 h 242675"/>
                <a:gd name="connsiteX10" fmla="*/ 102185 w 221228"/>
                <a:gd name="connsiteY10" fmla="*/ 12533 h 242675"/>
                <a:gd name="connsiteX11" fmla="*/ 119176 w 221228"/>
                <a:gd name="connsiteY11" fmla="*/ 12533 h 242675"/>
                <a:gd name="connsiteX12" fmla="*/ 192800 w 221228"/>
                <a:gd name="connsiteY12" fmla="*/ 61422 h 242675"/>
                <a:gd name="connsiteX13" fmla="*/ 199172 w 221228"/>
                <a:gd name="connsiteY13" fmla="*/ 69570 h 242675"/>
                <a:gd name="connsiteX14" fmla="*/ 205189 w 221228"/>
                <a:gd name="connsiteY14" fmla="*/ 57879 h 242675"/>
                <a:gd name="connsiteX15" fmla="*/ 205189 w 221228"/>
                <a:gd name="connsiteY15" fmla="*/ 11824 h 242675"/>
                <a:gd name="connsiteX16" fmla="*/ 193508 w 221228"/>
                <a:gd name="connsiteY16" fmla="*/ 133 h 242675"/>
                <a:gd name="connsiteX17" fmla="*/ 12278 w 221228"/>
                <a:gd name="connsiteY17" fmla="*/ 133 h 242675"/>
                <a:gd name="connsiteX18" fmla="*/ 243 w 221228"/>
                <a:gd name="connsiteY18" fmla="*/ 6510 h 242675"/>
                <a:gd name="connsiteX19" fmla="*/ 9800 w 221228"/>
                <a:gd name="connsiteY19" fmla="*/ 12533 h 242675"/>
                <a:gd name="connsiteX20" fmla="*/ 31392 w 221228"/>
                <a:gd name="connsiteY20" fmla="*/ 32726 h 242675"/>
                <a:gd name="connsiteX21" fmla="*/ 31392 w 221228"/>
                <a:gd name="connsiteY21" fmla="*/ 210216 h 242675"/>
                <a:gd name="connsiteX22" fmla="*/ 11570 w 221228"/>
                <a:gd name="connsiteY22" fmla="*/ 230410 h 242675"/>
                <a:gd name="connsiteX23" fmla="*/ 243 w 221228"/>
                <a:gd name="connsiteY23" fmla="*/ 236432 h 242675"/>
                <a:gd name="connsiteX24" fmla="*/ 12278 w 221228"/>
                <a:gd name="connsiteY24" fmla="*/ 242809 h 242675"/>
                <a:gd name="connsiteX25" fmla="*/ 199880 w 221228"/>
                <a:gd name="connsiteY25" fmla="*/ 242809 h 242675"/>
                <a:gd name="connsiteX26" fmla="*/ 211207 w 221228"/>
                <a:gd name="connsiteY26" fmla="*/ 237849 h 242675"/>
                <a:gd name="connsiteX27" fmla="*/ 221472 w 221228"/>
                <a:gd name="connsiteY27" fmla="*/ 176560 h 242675"/>
                <a:gd name="connsiteX28" fmla="*/ 215454 w 221228"/>
                <a:gd name="connsiteY28" fmla="*/ 170184 h 242675"/>
                <a:gd name="connsiteX29" fmla="*/ 209083 w 221228"/>
                <a:gd name="connsiteY29" fmla="*/ 175143 h 242675"/>
                <a:gd name="connsiteX30" fmla="*/ 177580 w 221228"/>
                <a:gd name="connsiteY30" fmla="*/ 214467 h 242675"/>
                <a:gd name="connsiteX31" fmla="*/ 121653 w 221228"/>
                <a:gd name="connsiteY31" fmla="*/ 230410 h 242675"/>
                <a:gd name="connsiteX32" fmla="*/ 102185 w 221228"/>
                <a:gd name="connsiteY32" fmla="*/ 230410 h 242675"/>
                <a:gd name="connsiteX33" fmla="*/ 86965 w 221228"/>
                <a:gd name="connsiteY33" fmla="*/ 206673 h 242675"/>
                <a:gd name="connsiteX34" fmla="*/ 86965 w 221228"/>
                <a:gd name="connsiteY34" fmla="*/ 123774 h 242675"/>
                <a:gd name="connsiteX35" fmla="*/ 192800 w 221228"/>
                <a:gd name="connsiteY35" fmla="*/ 12533 h 242675"/>
                <a:gd name="connsiteX36" fmla="*/ 192800 w 221228"/>
                <a:gd name="connsiteY36" fmla="*/ 29538 h 242675"/>
                <a:gd name="connsiteX37" fmla="*/ 172624 w 221228"/>
                <a:gd name="connsiteY37" fmla="*/ 12533 h 242675"/>
                <a:gd name="connsiteX38" fmla="*/ 192800 w 221228"/>
                <a:gd name="connsiteY38" fmla="*/ 12533 h 242675"/>
                <a:gd name="connsiteX39" fmla="*/ 123777 w 221228"/>
                <a:gd name="connsiteY39" fmla="*/ 116334 h 242675"/>
                <a:gd name="connsiteX40" fmla="*/ 143599 w 221228"/>
                <a:gd name="connsiteY40" fmla="*/ 101101 h 242675"/>
                <a:gd name="connsiteX41" fmla="*/ 143599 w 221228"/>
                <a:gd name="connsiteY41" fmla="*/ 130859 h 242675"/>
                <a:gd name="connsiteX42" fmla="*/ 123777 w 221228"/>
                <a:gd name="connsiteY42" fmla="*/ 116689 h 242675"/>
                <a:gd name="connsiteX43" fmla="*/ 123777 w 221228"/>
                <a:gd name="connsiteY43" fmla="*/ 116334 h 242675"/>
                <a:gd name="connsiteX44" fmla="*/ 43781 w 221228"/>
                <a:gd name="connsiteY44" fmla="*/ 32018 h 242675"/>
                <a:gd name="connsiteX45" fmla="*/ 40949 w 221228"/>
                <a:gd name="connsiteY45" fmla="*/ 12533 h 242675"/>
                <a:gd name="connsiteX46" fmla="*/ 78470 w 221228"/>
                <a:gd name="connsiteY46" fmla="*/ 12533 h 242675"/>
                <a:gd name="connsiteX47" fmla="*/ 74576 w 221228"/>
                <a:gd name="connsiteY47" fmla="*/ 35560 h 242675"/>
                <a:gd name="connsiteX48" fmla="*/ 74576 w 221228"/>
                <a:gd name="connsiteY48" fmla="*/ 207382 h 242675"/>
                <a:gd name="connsiteX49" fmla="*/ 78470 w 221228"/>
                <a:gd name="connsiteY49" fmla="*/ 230410 h 242675"/>
                <a:gd name="connsiteX50" fmla="*/ 40949 w 221228"/>
                <a:gd name="connsiteY50" fmla="*/ 230410 h 242675"/>
                <a:gd name="connsiteX51" fmla="*/ 43781 w 221228"/>
                <a:gd name="connsiteY51" fmla="*/ 210925 h 242675"/>
                <a:gd name="connsiteX52" fmla="*/ 43781 w 221228"/>
                <a:gd name="connsiteY52" fmla="*/ 32018 h 242675"/>
                <a:gd name="connsiteX53" fmla="*/ 175456 w 221228"/>
                <a:gd name="connsiteY53" fmla="*/ 230410 h 242675"/>
                <a:gd name="connsiteX54" fmla="*/ 175456 w 221228"/>
                <a:gd name="connsiteY54" fmla="*/ 230055 h 242675"/>
                <a:gd name="connsiteX55" fmla="*/ 203419 w 221228"/>
                <a:gd name="connsiteY55" fmla="*/ 210570 h 242675"/>
                <a:gd name="connsiteX56" fmla="*/ 200234 w 221228"/>
                <a:gd name="connsiteY56" fmla="*/ 230410 h 242675"/>
                <a:gd name="connsiteX57" fmla="*/ 175456 w 221228"/>
                <a:gd name="connsiteY57" fmla="*/ 230410 h 242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221228" h="242675">
                  <a:moveTo>
                    <a:pt x="86965" y="123774"/>
                  </a:moveTo>
                  <a:cubicBezTo>
                    <a:pt x="95814" y="123774"/>
                    <a:pt x="112804" y="123774"/>
                    <a:pt x="125193" y="131214"/>
                  </a:cubicBezTo>
                  <a:cubicBezTo>
                    <a:pt x="142183" y="142196"/>
                    <a:pt x="143599" y="161327"/>
                    <a:pt x="143599" y="163452"/>
                  </a:cubicBezTo>
                  <a:cubicBezTo>
                    <a:pt x="143953" y="168412"/>
                    <a:pt x="143953" y="173018"/>
                    <a:pt x="149971" y="173018"/>
                  </a:cubicBezTo>
                  <a:cubicBezTo>
                    <a:pt x="155988" y="173018"/>
                    <a:pt x="155988" y="168058"/>
                    <a:pt x="155988" y="161681"/>
                  </a:cubicBezTo>
                  <a:lnTo>
                    <a:pt x="155988" y="65673"/>
                  </a:lnTo>
                  <a:cubicBezTo>
                    <a:pt x="155988" y="60005"/>
                    <a:pt x="155988" y="54337"/>
                    <a:pt x="149971" y="54337"/>
                  </a:cubicBezTo>
                  <a:cubicBezTo>
                    <a:pt x="143953" y="54337"/>
                    <a:pt x="143599" y="59651"/>
                    <a:pt x="143599" y="62485"/>
                  </a:cubicBezTo>
                  <a:cubicBezTo>
                    <a:pt x="141475" y="108186"/>
                    <a:pt x="105371" y="110666"/>
                    <a:pt x="86965" y="111020"/>
                  </a:cubicBezTo>
                  <a:lnTo>
                    <a:pt x="86965" y="36269"/>
                  </a:lnTo>
                  <a:cubicBezTo>
                    <a:pt x="86965" y="12533"/>
                    <a:pt x="93690" y="12533"/>
                    <a:pt x="102185" y="12533"/>
                  </a:cubicBezTo>
                  <a:lnTo>
                    <a:pt x="119176" y="12533"/>
                  </a:lnTo>
                  <a:cubicBezTo>
                    <a:pt x="166961" y="12533"/>
                    <a:pt x="190677" y="36977"/>
                    <a:pt x="192800" y="61422"/>
                  </a:cubicBezTo>
                  <a:cubicBezTo>
                    <a:pt x="193154" y="64256"/>
                    <a:pt x="193508" y="69570"/>
                    <a:pt x="199172" y="69570"/>
                  </a:cubicBezTo>
                  <a:cubicBezTo>
                    <a:pt x="205189" y="69570"/>
                    <a:pt x="205189" y="63902"/>
                    <a:pt x="205189" y="57879"/>
                  </a:cubicBezTo>
                  <a:lnTo>
                    <a:pt x="205189" y="11824"/>
                  </a:lnTo>
                  <a:cubicBezTo>
                    <a:pt x="205189" y="842"/>
                    <a:pt x="204481" y="133"/>
                    <a:pt x="193508" y="133"/>
                  </a:cubicBezTo>
                  <a:lnTo>
                    <a:pt x="12278" y="133"/>
                  </a:lnTo>
                  <a:cubicBezTo>
                    <a:pt x="5907" y="133"/>
                    <a:pt x="243" y="133"/>
                    <a:pt x="243" y="6510"/>
                  </a:cubicBezTo>
                  <a:cubicBezTo>
                    <a:pt x="243" y="12533"/>
                    <a:pt x="6969" y="12533"/>
                    <a:pt x="9800" y="12533"/>
                  </a:cubicBezTo>
                  <a:cubicBezTo>
                    <a:pt x="29976" y="12533"/>
                    <a:pt x="31392" y="15367"/>
                    <a:pt x="31392" y="32726"/>
                  </a:cubicBezTo>
                  <a:lnTo>
                    <a:pt x="31392" y="210216"/>
                  </a:lnTo>
                  <a:cubicBezTo>
                    <a:pt x="31392" y="226867"/>
                    <a:pt x="30330" y="230410"/>
                    <a:pt x="11570" y="230410"/>
                  </a:cubicBezTo>
                  <a:cubicBezTo>
                    <a:pt x="6261" y="230410"/>
                    <a:pt x="243" y="230410"/>
                    <a:pt x="243" y="236432"/>
                  </a:cubicBezTo>
                  <a:cubicBezTo>
                    <a:pt x="243" y="242809"/>
                    <a:pt x="5907" y="242809"/>
                    <a:pt x="12278" y="242809"/>
                  </a:cubicBezTo>
                  <a:lnTo>
                    <a:pt x="199880" y="242809"/>
                  </a:lnTo>
                  <a:cubicBezTo>
                    <a:pt x="206605" y="242809"/>
                    <a:pt x="210145" y="242809"/>
                    <a:pt x="211207" y="237849"/>
                  </a:cubicBezTo>
                  <a:cubicBezTo>
                    <a:pt x="211561" y="237495"/>
                    <a:pt x="221472" y="178332"/>
                    <a:pt x="221472" y="176560"/>
                  </a:cubicBezTo>
                  <a:cubicBezTo>
                    <a:pt x="221472" y="172663"/>
                    <a:pt x="218286" y="170184"/>
                    <a:pt x="215454" y="170184"/>
                  </a:cubicBezTo>
                  <a:cubicBezTo>
                    <a:pt x="210499" y="170184"/>
                    <a:pt x="209083" y="174789"/>
                    <a:pt x="209083" y="175143"/>
                  </a:cubicBezTo>
                  <a:cubicBezTo>
                    <a:pt x="206959" y="184354"/>
                    <a:pt x="203419" y="199234"/>
                    <a:pt x="177580" y="214467"/>
                  </a:cubicBezTo>
                  <a:cubicBezTo>
                    <a:pt x="159174" y="225450"/>
                    <a:pt x="141121" y="230410"/>
                    <a:pt x="121653" y="230410"/>
                  </a:cubicBezTo>
                  <a:lnTo>
                    <a:pt x="102185" y="230410"/>
                  </a:lnTo>
                  <a:cubicBezTo>
                    <a:pt x="93690" y="230410"/>
                    <a:pt x="86965" y="230410"/>
                    <a:pt x="86965" y="206673"/>
                  </a:cubicBezTo>
                  <a:lnTo>
                    <a:pt x="86965" y="123774"/>
                  </a:lnTo>
                  <a:close/>
                  <a:moveTo>
                    <a:pt x="192800" y="12533"/>
                  </a:moveTo>
                  <a:lnTo>
                    <a:pt x="192800" y="29538"/>
                  </a:lnTo>
                  <a:cubicBezTo>
                    <a:pt x="186783" y="22807"/>
                    <a:pt x="180058" y="17138"/>
                    <a:pt x="172624" y="12533"/>
                  </a:cubicBezTo>
                  <a:lnTo>
                    <a:pt x="192800" y="12533"/>
                  </a:lnTo>
                  <a:close/>
                  <a:moveTo>
                    <a:pt x="123777" y="116334"/>
                  </a:moveTo>
                  <a:cubicBezTo>
                    <a:pt x="129441" y="113854"/>
                    <a:pt x="137228" y="108540"/>
                    <a:pt x="143599" y="101101"/>
                  </a:cubicBezTo>
                  <a:lnTo>
                    <a:pt x="143599" y="130859"/>
                  </a:lnTo>
                  <a:cubicBezTo>
                    <a:pt x="135104" y="121294"/>
                    <a:pt x="124131" y="116689"/>
                    <a:pt x="123777" y="116689"/>
                  </a:cubicBezTo>
                  <a:lnTo>
                    <a:pt x="123777" y="116334"/>
                  </a:lnTo>
                  <a:close/>
                  <a:moveTo>
                    <a:pt x="43781" y="32018"/>
                  </a:moveTo>
                  <a:cubicBezTo>
                    <a:pt x="43781" y="27766"/>
                    <a:pt x="43781" y="18910"/>
                    <a:pt x="40949" y="12533"/>
                  </a:cubicBezTo>
                  <a:lnTo>
                    <a:pt x="78470" y="12533"/>
                  </a:lnTo>
                  <a:cubicBezTo>
                    <a:pt x="74576" y="20681"/>
                    <a:pt x="74576" y="32372"/>
                    <a:pt x="74576" y="35560"/>
                  </a:cubicBezTo>
                  <a:lnTo>
                    <a:pt x="74576" y="207382"/>
                  </a:lnTo>
                  <a:cubicBezTo>
                    <a:pt x="74576" y="220136"/>
                    <a:pt x="77054" y="227221"/>
                    <a:pt x="78470" y="230410"/>
                  </a:cubicBezTo>
                  <a:lnTo>
                    <a:pt x="40949" y="230410"/>
                  </a:lnTo>
                  <a:cubicBezTo>
                    <a:pt x="43781" y="224033"/>
                    <a:pt x="43781" y="215176"/>
                    <a:pt x="43781" y="210925"/>
                  </a:cubicBezTo>
                  <a:lnTo>
                    <a:pt x="43781" y="32018"/>
                  </a:lnTo>
                  <a:close/>
                  <a:moveTo>
                    <a:pt x="175456" y="230410"/>
                  </a:moveTo>
                  <a:lnTo>
                    <a:pt x="175456" y="230055"/>
                  </a:lnTo>
                  <a:cubicBezTo>
                    <a:pt x="186783" y="224387"/>
                    <a:pt x="196340" y="216947"/>
                    <a:pt x="203419" y="210570"/>
                  </a:cubicBezTo>
                  <a:cubicBezTo>
                    <a:pt x="203065" y="211988"/>
                    <a:pt x="200588" y="227575"/>
                    <a:pt x="200234" y="230410"/>
                  </a:cubicBezTo>
                  <a:lnTo>
                    <a:pt x="175456" y="230410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5D0E6E4-6779-6248-1677-93F55E624B1F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6515636" y="4202518"/>
              <a:ext cx="109516" cy="164665"/>
            </a:xfrm>
            <a:custGeom>
              <a:avLst/>
              <a:gdLst>
                <a:gd name="connsiteX0" fmla="*/ 109767 w 109516"/>
                <a:gd name="connsiteY0" fmla="*/ 119660 h 164665"/>
                <a:gd name="connsiteX1" fmla="*/ 101342 w 109516"/>
                <a:gd name="connsiteY1" fmla="*/ 119660 h 164665"/>
                <a:gd name="connsiteX2" fmla="*/ 94900 w 109516"/>
                <a:gd name="connsiteY2" fmla="*/ 142227 h 164665"/>
                <a:gd name="connsiteX3" fmla="*/ 70371 w 109516"/>
                <a:gd name="connsiteY3" fmla="*/ 143715 h 164665"/>
                <a:gd name="connsiteX4" fmla="*/ 24780 w 109516"/>
                <a:gd name="connsiteY4" fmla="*/ 143715 h 164665"/>
                <a:gd name="connsiteX5" fmla="*/ 74335 w 109516"/>
                <a:gd name="connsiteY5" fmla="*/ 102053 h 164665"/>
                <a:gd name="connsiteX6" fmla="*/ 109767 w 109516"/>
                <a:gd name="connsiteY6" fmla="*/ 48487 h 164665"/>
                <a:gd name="connsiteX7" fmla="*/ 51787 w 109516"/>
                <a:gd name="connsiteY7" fmla="*/ 129 h 164665"/>
                <a:gd name="connsiteX8" fmla="*/ 250 w 109516"/>
                <a:gd name="connsiteY8" fmla="*/ 44519 h 164665"/>
                <a:gd name="connsiteX9" fmla="*/ 13382 w 109516"/>
                <a:gd name="connsiteY9" fmla="*/ 58407 h 164665"/>
                <a:gd name="connsiteX10" fmla="*/ 26514 w 109516"/>
                <a:gd name="connsiteY10" fmla="*/ 45263 h 164665"/>
                <a:gd name="connsiteX11" fmla="*/ 11895 w 109516"/>
                <a:gd name="connsiteY11" fmla="*/ 32120 h 164665"/>
                <a:gd name="connsiteX12" fmla="*/ 48071 w 109516"/>
                <a:gd name="connsiteY12" fmla="*/ 9057 h 164665"/>
                <a:gd name="connsiteX13" fmla="*/ 85733 w 109516"/>
                <a:gd name="connsiteY13" fmla="*/ 48487 h 164665"/>
                <a:gd name="connsiteX14" fmla="*/ 62442 w 109516"/>
                <a:gd name="connsiteY14" fmla="*/ 96101 h 164665"/>
                <a:gd name="connsiteX15" fmla="*/ 2728 w 109516"/>
                <a:gd name="connsiteY15" fmla="*/ 155123 h 164665"/>
                <a:gd name="connsiteX16" fmla="*/ 250 w 109516"/>
                <a:gd name="connsiteY16" fmla="*/ 164794 h 164665"/>
                <a:gd name="connsiteX17" fmla="*/ 102334 w 109516"/>
                <a:gd name="connsiteY17" fmla="*/ 164794 h 164665"/>
                <a:gd name="connsiteX18" fmla="*/ 109767 w 109516"/>
                <a:gd name="connsiteY18" fmla="*/ 119660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516" h="164665">
                  <a:moveTo>
                    <a:pt x="109767" y="119660"/>
                  </a:moveTo>
                  <a:lnTo>
                    <a:pt x="101342" y="119660"/>
                  </a:lnTo>
                  <a:cubicBezTo>
                    <a:pt x="100599" y="125116"/>
                    <a:pt x="98121" y="139747"/>
                    <a:pt x="94900" y="142227"/>
                  </a:cubicBezTo>
                  <a:cubicBezTo>
                    <a:pt x="92918" y="143715"/>
                    <a:pt x="73839" y="143715"/>
                    <a:pt x="70371" y="143715"/>
                  </a:cubicBezTo>
                  <a:lnTo>
                    <a:pt x="24780" y="143715"/>
                  </a:lnTo>
                  <a:cubicBezTo>
                    <a:pt x="50796" y="120652"/>
                    <a:pt x="59468" y="113709"/>
                    <a:pt x="74335" y="102053"/>
                  </a:cubicBezTo>
                  <a:cubicBezTo>
                    <a:pt x="92670" y="87422"/>
                    <a:pt x="109767" y="72046"/>
                    <a:pt x="109767" y="48487"/>
                  </a:cubicBezTo>
                  <a:cubicBezTo>
                    <a:pt x="109767" y="18480"/>
                    <a:pt x="83503" y="129"/>
                    <a:pt x="51787" y="129"/>
                  </a:cubicBezTo>
                  <a:cubicBezTo>
                    <a:pt x="21063" y="129"/>
                    <a:pt x="250" y="21704"/>
                    <a:pt x="250" y="44519"/>
                  </a:cubicBezTo>
                  <a:cubicBezTo>
                    <a:pt x="250" y="57167"/>
                    <a:pt x="10904" y="58407"/>
                    <a:pt x="13382" y="58407"/>
                  </a:cubicBezTo>
                  <a:cubicBezTo>
                    <a:pt x="19329" y="58407"/>
                    <a:pt x="26514" y="54191"/>
                    <a:pt x="26514" y="45263"/>
                  </a:cubicBezTo>
                  <a:cubicBezTo>
                    <a:pt x="26514" y="40799"/>
                    <a:pt x="24780" y="32120"/>
                    <a:pt x="11895" y="32120"/>
                  </a:cubicBezTo>
                  <a:cubicBezTo>
                    <a:pt x="19577" y="14513"/>
                    <a:pt x="36425" y="9057"/>
                    <a:pt x="48071" y="9057"/>
                  </a:cubicBezTo>
                  <a:cubicBezTo>
                    <a:pt x="72848" y="9057"/>
                    <a:pt x="85733" y="28400"/>
                    <a:pt x="85733" y="48487"/>
                  </a:cubicBezTo>
                  <a:cubicBezTo>
                    <a:pt x="85733" y="70062"/>
                    <a:pt x="70371" y="87174"/>
                    <a:pt x="62442" y="96101"/>
                  </a:cubicBezTo>
                  <a:lnTo>
                    <a:pt x="2728" y="155123"/>
                  </a:lnTo>
                  <a:cubicBezTo>
                    <a:pt x="250" y="157355"/>
                    <a:pt x="250" y="157851"/>
                    <a:pt x="250" y="164794"/>
                  </a:cubicBezTo>
                  <a:lnTo>
                    <a:pt x="102334" y="164794"/>
                  </a:lnTo>
                  <a:lnTo>
                    <a:pt x="109767" y="119660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6994E1BC-34AD-F5F3-2FBC-6529AA344D87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6700587" y="4247755"/>
              <a:ext cx="48493" cy="354271"/>
            </a:xfrm>
            <a:custGeom>
              <a:avLst/>
              <a:gdLst>
                <a:gd name="connsiteX0" fmla="*/ 48748 w 48493"/>
                <a:gd name="connsiteY0" fmla="*/ 354405 h 354271"/>
                <a:gd name="connsiteX1" fmla="*/ 48748 w 48493"/>
                <a:gd name="connsiteY1" fmla="*/ 340234 h 354271"/>
                <a:gd name="connsiteX2" fmla="*/ 14413 w 48493"/>
                <a:gd name="connsiteY2" fmla="*/ 340234 h 354271"/>
                <a:gd name="connsiteX3" fmla="*/ 14413 w 48493"/>
                <a:gd name="connsiteY3" fmla="*/ 14304 h 354271"/>
                <a:gd name="connsiteX4" fmla="*/ 48748 w 48493"/>
                <a:gd name="connsiteY4" fmla="*/ 14304 h 354271"/>
                <a:gd name="connsiteX5" fmla="*/ 48748 w 48493"/>
                <a:gd name="connsiteY5" fmla="*/ 133 h 354271"/>
                <a:gd name="connsiteX6" fmla="*/ 255 w 48493"/>
                <a:gd name="connsiteY6" fmla="*/ 133 h 354271"/>
                <a:gd name="connsiteX7" fmla="*/ 255 w 48493"/>
                <a:gd name="connsiteY7" fmla="*/ 354405 h 354271"/>
                <a:gd name="connsiteX8" fmla="*/ 48748 w 48493"/>
                <a:gd name="connsiteY8" fmla="*/ 354405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748" y="354405"/>
                  </a:moveTo>
                  <a:lnTo>
                    <a:pt x="48748" y="340234"/>
                  </a:lnTo>
                  <a:lnTo>
                    <a:pt x="14413" y="340234"/>
                  </a:lnTo>
                  <a:lnTo>
                    <a:pt x="14413" y="14304"/>
                  </a:lnTo>
                  <a:lnTo>
                    <a:pt x="48748" y="14304"/>
                  </a:lnTo>
                  <a:lnTo>
                    <a:pt x="48748" y="133"/>
                  </a:lnTo>
                  <a:lnTo>
                    <a:pt x="255" y="133"/>
                  </a:lnTo>
                  <a:lnTo>
                    <a:pt x="255" y="354405"/>
                  </a:lnTo>
                  <a:lnTo>
                    <a:pt x="48748" y="354405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022A443C-CB35-A815-B79A-87D94EEF85FD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6769532" y="4271491"/>
              <a:ext cx="257332" cy="241967"/>
            </a:xfrm>
            <a:custGeom>
              <a:avLst/>
              <a:gdLst>
                <a:gd name="connsiteX0" fmla="*/ 199186 w 257332"/>
                <a:gd name="connsiteY0" fmla="*/ 40520 h 241967"/>
                <a:gd name="connsiteX1" fmla="*/ 204141 w 257332"/>
                <a:gd name="connsiteY1" fmla="*/ 35560 h 241967"/>
                <a:gd name="connsiteX2" fmla="*/ 250511 w 257332"/>
                <a:gd name="connsiteY2" fmla="*/ 11116 h 241967"/>
                <a:gd name="connsiteX3" fmla="*/ 257590 w 257332"/>
                <a:gd name="connsiteY3" fmla="*/ 4384 h 241967"/>
                <a:gd name="connsiteX4" fmla="*/ 252988 w 257332"/>
                <a:gd name="connsiteY4" fmla="*/ 133 h 241967"/>
                <a:gd name="connsiteX5" fmla="*/ 223963 w 257332"/>
                <a:gd name="connsiteY5" fmla="*/ 1196 h 241967"/>
                <a:gd name="connsiteX6" fmla="*/ 188567 w 257332"/>
                <a:gd name="connsiteY6" fmla="*/ 133 h 241967"/>
                <a:gd name="connsiteX7" fmla="*/ 181841 w 257332"/>
                <a:gd name="connsiteY7" fmla="*/ 6864 h 241967"/>
                <a:gd name="connsiteX8" fmla="*/ 187151 w 257332"/>
                <a:gd name="connsiteY8" fmla="*/ 11116 h 241967"/>
                <a:gd name="connsiteX9" fmla="*/ 199894 w 257332"/>
                <a:gd name="connsiteY9" fmla="*/ 19264 h 241967"/>
                <a:gd name="connsiteX10" fmla="*/ 190337 w 257332"/>
                <a:gd name="connsiteY10" fmla="*/ 36269 h 241967"/>
                <a:gd name="connsiteX11" fmla="*/ 108217 w 257332"/>
                <a:gd name="connsiteY11" fmla="*/ 130859 h 241967"/>
                <a:gd name="connsiteX12" fmla="*/ 69280 w 257332"/>
                <a:gd name="connsiteY12" fmla="*/ 25641 h 241967"/>
                <a:gd name="connsiteX13" fmla="*/ 67157 w 257332"/>
                <a:gd name="connsiteY13" fmla="*/ 19618 h 241967"/>
                <a:gd name="connsiteX14" fmla="*/ 88041 w 257332"/>
                <a:gd name="connsiteY14" fmla="*/ 11116 h 241967"/>
                <a:gd name="connsiteX15" fmla="*/ 96536 w 257332"/>
                <a:gd name="connsiteY15" fmla="*/ 4030 h 241967"/>
                <a:gd name="connsiteX16" fmla="*/ 91226 w 257332"/>
                <a:gd name="connsiteY16" fmla="*/ 133 h 241967"/>
                <a:gd name="connsiteX17" fmla="*/ 46627 w 257332"/>
                <a:gd name="connsiteY17" fmla="*/ 1196 h 241967"/>
                <a:gd name="connsiteX18" fmla="*/ 6983 w 257332"/>
                <a:gd name="connsiteY18" fmla="*/ 133 h 241967"/>
                <a:gd name="connsiteX19" fmla="*/ 257 w 257332"/>
                <a:gd name="connsiteY19" fmla="*/ 7219 h 241967"/>
                <a:gd name="connsiteX20" fmla="*/ 8398 w 257332"/>
                <a:gd name="connsiteY20" fmla="*/ 11116 h 241967"/>
                <a:gd name="connsiteX21" fmla="*/ 34238 w 257332"/>
                <a:gd name="connsiteY21" fmla="*/ 23161 h 241967"/>
                <a:gd name="connsiteX22" fmla="*/ 77776 w 257332"/>
                <a:gd name="connsiteY22" fmla="*/ 139716 h 241967"/>
                <a:gd name="connsiteX23" fmla="*/ 79191 w 257332"/>
                <a:gd name="connsiteY23" fmla="*/ 145739 h 241967"/>
                <a:gd name="connsiteX24" fmla="*/ 63263 w 257332"/>
                <a:gd name="connsiteY24" fmla="*/ 210216 h 241967"/>
                <a:gd name="connsiteX25" fmla="*/ 29990 w 257332"/>
                <a:gd name="connsiteY25" fmla="*/ 231118 h 241967"/>
                <a:gd name="connsiteX26" fmla="*/ 20433 w 257332"/>
                <a:gd name="connsiteY26" fmla="*/ 238204 h 241967"/>
                <a:gd name="connsiteX27" fmla="*/ 25389 w 257332"/>
                <a:gd name="connsiteY27" fmla="*/ 242101 h 241967"/>
                <a:gd name="connsiteX28" fmla="*/ 69988 w 257332"/>
                <a:gd name="connsiteY28" fmla="*/ 241038 h 241967"/>
                <a:gd name="connsiteX29" fmla="*/ 115296 w 257332"/>
                <a:gd name="connsiteY29" fmla="*/ 242101 h 241967"/>
                <a:gd name="connsiteX30" fmla="*/ 122021 w 257332"/>
                <a:gd name="connsiteY30" fmla="*/ 235015 h 241967"/>
                <a:gd name="connsiteX31" fmla="*/ 112110 w 257332"/>
                <a:gd name="connsiteY31" fmla="*/ 231118 h 241967"/>
                <a:gd name="connsiteX32" fmla="*/ 98660 w 257332"/>
                <a:gd name="connsiteY32" fmla="*/ 230410 h 241967"/>
                <a:gd name="connsiteX33" fmla="*/ 89103 w 257332"/>
                <a:gd name="connsiteY33" fmla="*/ 224741 h 241967"/>
                <a:gd name="connsiteX34" fmla="*/ 94058 w 257332"/>
                <a:gd name="connsiteY34" fmla="*/ 202422 h 241967"/>
                <a:gd name="connsiteX35" fmla="*/ 106447 w 257332"/>
                <a:gd name="connsiteY35" fmla="*/ 152470 h 241967"/>
                <a:gd name="connsiteX36" fmla="*/ 111402 w 257332"/>
                <a:gd name="connsiteY36" fmla="*/ 141488 h 241967"/>
                <a:gd name="connsiteX37" fmla="*/ 199186 w 257332"/>
                <a:gd name="connsiteY37" fmla="*/ 40520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7332" h="241967">
                  <a:moveTo>
                    <a:pt x="199186" y="40520"/>
                  </a:moveTo>
                  <a:lnTo>
                    <a:pt x="204141" y="35560"/>
                  </a:lnTo>
                  <a:cubicBezTo>
                    <a:pt x="214760" y="24932"/>
                    <a:pt x="226441" y="12887"/>
                    <a:pt x="250511" y="11116"/>
                  </a:cubicBezTo>
                  <a:cubicBezTo>
                    <a:pt x="254404" y="10761"/>
                    <a:pt x="257590" y="10761"/>
                    <a:pt x="257590" y="4384"/>
                  </a:cubicBezTo>
                  <a:cubicBezTo>
                    <a:pt x="257590" y="1550"/>
                    <a:pt x="255820" y="133"/>
                    <a:pt x="252988" y="133"/>
                  </a:cubicBezTo>
                  <a:cubicBezTo>
                    <a:pt x="243785" y="133"/>
                    <a:pt x="233520" y="1196"/>
                    <a:pt x="223963" y="1196"/>
                  </a:cubicBezTo>
                  <a:cubicBezTo>
                    <a:pt x="212282" y="1196"/>
                    <a:pt x="199894" y="133"/>
                    <a:pt x="188567" y="133"/>
                  </a:cubicBezTo>
                  <a:cubicBezTo>
                    <a:pt x="186443" y="133"/>
                    <a:pt x="181841" y="133"/>
                    <a:pt x="181841" y="6864"/>
                  </a:cubicBezTo>
                  <a:cubicBezTo>
                    <a:pt x="181841" y="10761"/>
                    <a:pt x="185381" y="11116"/>
                    <a:pt x="187151" y="11116"/>
                  </a:cubicBezTo>
                  <a:cubicBezTo>
                    <a:pt x="189629" y="11116"/>
                    <a:pt x="199894" y="11824"/>
                    <a:pt x="199894" y="19264"/>
                  </a:cubicBezTo>
                  <a:cubicBezTo>
                    <a:pt x="199894" y="25286"/>
                    <a:pt x="191752" y="34498"/>
                    <a:pt x="190337" y="36269"/>
                  </a:cubicBezTo>
                  <a:lnTo>
                    <a:pt x="108217" y="130859"/>
                  </a:lnTo>
                  <a:lnTo>
                    <a:pt x="69280" y="25641"/>
                  </a:lnTo>
                  <a:cubicBezTo>
                    <a:pt x="67157" y="20681"/>
                    <a:pt x="67157" y="19972"/>
                    <a:pt x="67157" y="19618"/>
                  </a:cubicBezTo>
                  <a:cubicBezTo>
                    <a:pt x="67157" y="11116"/>
                    <a:pt x="84501" y="11116"/>
                    <a:pt x="88041" y="11116"/>
                  </a:cubicBezTo>
                  <a:cubicBezTo>
                    <a:pt x="92996" y="11116"/>
                    <a:pt x="96536" y="11116"/>
                    <a:pt x="96536" y="4030"/>
                  </a:cubicBezTo>
                  <a:cubicBezTo>
                    <a:pt x="96536" y="133"/>
                    <a:pt x="92288" y="133"/>
                    <a:pt x="91226" y="133"/>
                  </a:cubicBezTo>
                  <a:cubicBezTo>
                    <a:pt x="81315" y="133"/>
                    <a:pt x="56538" y="1196"/>
                    <a:pt x="46627" y="1196"/>
                  </a:cubicBezTo>
                  <a:cubicBezTo>
                    <a:pt x="37778" y="1196"/>
                    <a:pt x="15832" y="133"/>
                    <a:pt x="6983" y="133"/>
                  </a:cubicBezTo>
                  <a:cubicBezTo>
                    <a:pt x="4859" y="133"/>
                    <a:pt x="257" y="133"/>
                    <a:pt x="257" y="7219"/>
                  </a:cubicBezTo>
                  <a:cubicBezTo>
                    <a:pt x="257" y="11116"/>
                    <a:pt x="3797" y="11116"/>
                    <a:pt x="8398" y="11116"/>
                  </a:cubicBezTo>
                  <a:cubicBezTo>
                    <a:pt x="29636" y="11116"/>
                    <a:pt x="31052" y="14304"/>
                    <a:pt x="34238" y="23161"/>
                  </a:cubicBezTo>
                  <a:lnTo>
                    <a:pt x="77776" y="139716"/>
                  </a:lnTo>
                  <a:cubicBezTo>
                    <a:pt x="78130" y="140779"/>
                    <a:pt x="79191" y="144676"/>
                    <a:pt x="79191" y="145739"/>
                  </a:cubicBezTo>
                  <a:cubicBezTo>
                    <a:pt x="79191" y="146802"/>
                    <a:pt x="65033" y="203839"/>
                    <a:pt x="63263" y="210216"/>
                  </a:cubicBezTo>
                  <a:cubicBezTo>
                    <a:pt x="58662" y="229701"/>
                    <a:pt x="58308" y="230764"/>
                    <a:pt x="29990" y="231118"/>
                  </a:cubicBezTo>
                  <a:cubicBezTo>
                    <a:pt x="23265" y="231118"/>
                    <a:pt x="20433" y="231118"/>
                    <a:pt x="20433" y="238204"/>
                  </a:cubicBezTo>
                  <a:cubicBezTo>
                    <a:pt x="20433" y="242101"/>
                    <a:pt x="24681" y="242101"/>
                    <a:pt x="25389" y="242101"/>
                  </a:cubicBezTo>
                  <a:cubicBezTo>
                    <a:pt x="35300" y="242101"/>
                    <a:pt x="60077" y="241038"/>
                    <a:pt x="69988" y="241038"/>
                  </a:cubicBezTo>
                  <a:cubicBezTo>
                    <a:pt x="79899" y="241038"/>
                    <a:pt x="105385" y="242101"/>
                    <a:pt x="115296" y="242101"/>
                  </a:cubicBezTo>
                  <a:cubicBezTo>
                    <a:pt x="117774" y="242101"/>
                    <a:pt x="122021" y="242101"/>
                    <a:pt x="122021" y="235015"/>
                  </a:cubicBezTo>
                  <a:cubicBezTo>
                    <a:pt x="122021" y="231118"/>
                    <a:pt x="118836" y="231118"/>
                    <a:pt x="112110" y="231118"/>
                  </a:cubicBezTo>
                  <a:cubicBezTo>
                    <a:pt x="111402" y="231118"/>
                    <a:pt x="104677" y="231118"/>
                    <a:pt x="98660" y="230410"/>
                  </a:cubicBezTo>
                  <a:cubicBezTo>
                    <a:pt x="91226" y="229701"/>
                    <a:pt x="89103" y="228993"/>
                    <a:pt x="89103" y="224741"/>
                  </a:cubicBezTo>
                  <a:cubicBezTo>
                    <a:pt x="89103" y="222261"/>
                    <a:pt x="92288" y="209862"/>
                    <a:pt x="94058" y="202422"/>
                  </a:cubicBezTo>
                  <a:lnTo>
                    <a:pt x="106447" y="152470"/>
                  </a:lnTo>
                  <a:cubicBezTo>
                    <a:pt x="108217" y="145739"/>
                    <a:pt x="108571" y="144676"/>
                    <a:pt x="111402" y="141488"/>
                  </a:cubicBezTo>
                  <a:lnTo>
                    <a:pt x="199186" y="40520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B2BBFD00-E656-5F64-D7C6-15F19029F944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7049086" y="4247755"/>
              <a:ext cx="48493" cy="354271"/>
            </a:xfrm>
            <a:custGeom>
              <a:avLst/>
              <a:gdLst>
                <a:gd name="connsiteX0" fmla="*/ 48758 w 48493"/>
                <a:gd name="connsiteY0" fmla="*/ 133 h 354271"/>
                <a:gd name="connsiteX1" fmla="*/ 265 w 48493"/>
                <a:gd name="connsiteY1" fmla="*/ 133 h 354271"/>
                <a:gd name="connsiteX2" fmla="*/ 265 w 48493"/>
                <a:gd name="connsiteY2" fmla="*/ 14304 h 354271"/>
                <a:gd name="connsiteX3" fmla="*/ 34600 w 48493"/>
                <a:gd name="connsiteY3" fmla="*/ 14304 h 354271"/>
                <a:gd name="connsiteX4" fmla="*/ 34600 w 48493"/>
                <a:gd name="connsiteY4" fmla="*/ 340234 h 354271"/>
                <a:gd name="connsiteX5" fmla="*/ 265 w 48493"/>
                <a:gd name="connsiteY5" fmla="*/ 340234 h 354271"/>
                <a:gd name="connsiteX6" fmla="*/ 265 w 48493"/>
                <a:gd name="connsiteY6" fmla="*/ 354405 h 354271"/>
                <a:gd name="connsiteX7" fmla="*/ 48758 w 48493"/>
                <a:gd name="connsiteY7" fmla="*/ 354405 h 354271"/>
                <a:gd name="connsiteX8" fmla="*/ 48758 w 48493"/>
                <a:gd name="connsiteY8" fmla="*/ 133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758" y="133"/>
                  </a:moveTo>
                  <a:lnTo>
                    <a:pt x="265" y="133"/>
                  </a:lnTo>
                  <a:lnTo>
                    <a:pt x="265" y="14304"/>
                  </a:lnTo>
                  <a:lnTo>
                    <a:pt x="34600" y="14304"/>
                  </a:lnTo>
                  <a:lnTo>
                    <a:pt x="34600" y="340234"/>
                  </a:lnTo>
                  <a:lnTo>
                    <a:pt x="265" y="340234"/>
                  </a:lnTo>
                  <a:lnTo>
                    <a:pt x="265" y="354405"/>
                  </a:lnTo>
                  <a:lnTo>
                    <a:pt x="48758" y="354405"/>
                  </a:lnTo>
                  <a:lnTo>
                    <a:pt x="48758" y="133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C285F753-3F39-1141-4B1D-F9FD0422099F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7238102" y="4306919"/>
              <a:ext cx="235386" cy="235944"/>
            </a:xfrm>
            <a:custGeom>
              <a:avLst/>
              <a:gdLst>
                <a:gd name="connsiteX0" fmla="*/ 125220 w 235386"/>
                <a:gd name="connsiteY0" fmla="*/ 125191 h 235944"/>
                <a:gd name="connsiteX1" fmla="*/ 223976 w 235386"/>
                <a:gd name="connsiteY1" fmla="*/ 125191 h 235944"/>
                <a:gd name="connsiteX2" fmla="*/ 235657 w 235386"/>
                <a:gd name="connsiteY2" fmla="*/ 118106 h 235944"/>
                <a:gd name="connsiteX3" fmla="*/ 223976 w 235386"/>
                <a:gd name="connsiteY3" fmla="*/ 111020 h 235944"/>
                <a:gd name="connsiteX4" fmla="*/ 125220 w 235386"/>
                <a:gd name="connsiteY4" fmla="*/ 111020 h 235944"/>
                <a:gd name="connsiteX5" fmla="*/ 125220 w 235386"/>
                <a:gd name="connsiteY5" fmla="*/ 11824 h 235944"/>
                <a:gd name="connsiteX6" fmla="*/ 118141 w 235386"/>
                <a:gd name="connsiteY6" fmla="*/ 133 h 235944"/>
                <a:gd name="connsiteX7" fmla="*/ 111061 w 235386"/>
                <a:gd name="connsiteY7" fmla="*/ 11824 h 235944"/>
                <a:gd name="connsiteX8" fmla="*/ 111061 w 235386"/>
                <a:gd name="connsiteY8" fmla="*/ 111020 h 235944"/>
                <a:gd name="connsiteX9" fmla="*/ 11951 w 235386"/>
                <a:gd name="connsiteY9" fmla="*/ 111020 h 235944"/>
                <a:gd name="connsiteX10" fmla="*/ 270 w 235386"/>
                <a:gd name="connsiteY10" fmla="*/ 118106 h 235944"/>
                <a:gd name="connsiteX11" fmla="*/ 11951 w 235386"/>
                <a:gd name="connsiteY11" fmla="*/ 125191 h 235944"/>
                <a:gd name="connsiteX12" fmla="*/ 111061 w 235386"/>
                <a:gd name="connsiteY12" fmla="*/ 125191 h 235944"/>
                <a:gd name="connsiteX13" fmla="*/ 111061 w 235386"/>
                <a:gd name="connsiteY13" fmla="*/ 224387 h 235944"/>
                <a:gd name="connsiteX14" fmla="*/ 118141 w 235386"/>
                <a:gd name="connsiteY14" fmla="*/ 236078 h 235944"/>
                <a:gd name="connsiteX15" fmla="*/ 125220 w 235386"/>
                <a:gd name="connsiteY15" fmla="*/ 224387 h 235944"/>
                <a:gd name="connsiteX16" fmla="*/ 125220 w 235386"/>
                <a:gd name="connsiteY16" fmla="*/ 125191 h 23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386" h="235944">
                  <a:moveTo>
                    <a:pt x="125220" y="125191"/>
                  </a:moveTo>
                  <a:lnTo>
                    <a:pt x="223976" y="125191"/>
                  </a:lnTo>
                  <a:cubicBezTo>
                    <a:pt x="228932" y="125191"/>
                    <a:pt x="235657" y="125191"/>
                    <a:pt x="235657" y="118106"/>
                  </a:cubicBezTo>
                  <a:cubicBezTo>
                    <a:pt x="235657" y="111020"/>
                    <a:pt x="228932" y="111020"/>
                    <a:pt x="223976" y="111020"/>
                  </a:cubicBezTo>
                  <a:lnTo>
                    <a:pt x="125220" y="111020"/>
                  </a:lnTo>
                  <a:lnTo>
                    <a:pt x="125220" y="11824"/>
                  </a:lnTo>
                  <a:cubicBezTo>
                    <a:pt x="125220" y="6864"/>
                    <a:pt x="125220" y="133"/>
                    <a:pt x="118141" y="133"/>
                  </a:cubicBezTo>
                  <a:cubicBezTo>
                    <a:pt x="111061" y="133"/>
                    <a:pt x="111061" y="6864"/>
                    <a:pt x="111061" y="11824"/>
                  </a:cubicBezTo>
                  <a:lnTo>
                    <a:pt x="111061" y="111020"/>
                  </a:lnTo>
                  <a:lnTo>
                    <a:pt x="11951" y="111020"/>
                  </a:lnTo>
                  <a:cubicBezTo>
                    <a:pt x="6996" y="111020"/>
                    <a:pt x="270" y="111020"/>
                    <a:pt x="270" y="118106"/>
                  </a:cubicBezTo>
                  <a:cubicBezTo>
                    <a:pt x="270" y="125191"/>
                    <a:pt x="6996" y="125191"/>
                    <a:pt x="11951" y="125191"/>
                  </a:cubicBezTo>
                  <a:lnTo>
                    <a:pt x="111061" y="125191"/>
                  </a:lnTo>
                  <a:lnTo>
                    <a:pt x="111061" y="224387"/>
                  </a:lnTo>
                  <a:cubicBezTo>
                    <a:pt x="111061" y="229347"/>
                    <a:pt x="111061" y="236078"/>
                    <a:pt x="118141" y="236078"/>
                  </a:cubicBezTo>
                  <a:cubicBezTo>
                    <a:pt x="125220" y="236078"/>
                    <a:pt x="125220" y="229347"/>
                    <a:pt x="125220" y="224387"/>
                  </a:cubicBezTo>
                  <a:lnTo>
                    <a:pt x="125220" y="125191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073D49E1-E80A-1E5A-F7FB-CAB045672E1C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7646223" y="4271491"/>
              <a:ext cx="233262" cy="249761"/>
            </a:xfrm>
            <a:custGeom>
              <a:avLst/>
              <a:gdLst>
                <a:gd name="connsiteX0" fmla="*/ 187174 w 233262"/>
                <a:gd name="connsiteY0" fmla="*/ 39812 h 249761"/>
                <a:gd name="connsiteX1" fmla="*/ 226818 w 233262"/>
                <a:gd name="connsiteY1" fmla="*/ 11116 h 249761"/>
                <a:gd name="connsiteX2" fmla="*/ 233543 w 233262"/>
                <a:gd name="connsiteY2" fmla="*/ 4030 h 249761"/>
                <a:gd name="connsiteX3" fmla="*/ 228942 w 233262"/>
                <a:gd name="connsiteY3" fmla="*/ 133 h 249761"/>
                <a:gd name="connsiteX4" fmla="*/ 202040 w 233262"/>
                <a:gd name="connsiteY4" fmla="*/ 1196 h 249761"/>
                <a:gd name="connsiteX5" fmla="*/ 169476 w 233262"/>
                <a:gd name="connsiteY5" fmla="*/ 133 h 249761"/>
                <a:gd name="connsiteX6" fmla="*/ 163104 w 233262"/>
                <a:gd name="connsiteY6" fmla="*/ 6864 h 249761"/>
                <a:gd name="connsiteX7" fmla="*/ 168768 w 233262"/>
                <a:gd name="connsiteY7" fmla="*/ 11116 h 249761"/>
                <a:gd name="connsiteX8" fmla="*/ 182926 w 233262"/>
                <a:gd name="connsiteY8" fmla="*/ 22452 h 249761"/>
                <a:gd name="connsiteX9" fmla="*/ 177617 w 233262"/>
                <a:gd name="connsiteY9" fmla="*/ 36623 h 249761"/>
                <a:gd name="connsiteX10" fmla="*/ 75321 w 233262"/>
                <a:gd name="connsiteY10" fmla="*/ 207736 h 249761"/>
                <a:gd name="connsiteX11" fmla="*/ 57269 w 233262"/>
                <a:gd name="connsiteY11" fmla="*/ 22098 h 249761"/>
                <a:gd name="connsiteX12" fmla="*/ 79568 w 233262"/>
                <a:gd name="connsiteY12" fmla="*/ 11116 h 249761"/>
                <a:gd name="connsiteX13" fmla="*/ 88418 w 233262"/>
                <a:gd name="connsiteY13" fmla="*/ 4384 h 249761"/>
                <a:gd name="connsiteX14" fmla="*/ 83462 w 233262"/>
                <a:gd name="connsiteY14" fmla="*/ 133 h 249761"/>
                <a:gd name="connsiteX15" fmla="*/ 42756 w 233262"/>
                <a:gd name="connsiteY15" fmla="*/ 1196 h 249761"/>
                <a:gd name="connsiteX16" fmla="*/ 6652 w 233262"/>
                <a:gd name="connsiteY16" fmla="*/ 133 h 249761"/>
                <a:gd name="connsiteX17" fmla="*/ 280 w 233262"/>
                <a:gd name="connsiteY17" fmla="*/ 6864 h 249761"/>
                <a:gd name="connsiteX18" fmla="*/ 8775 w 233262"/>
                <a:gd name="connsiteY18" fmla="*/ 11116 h 249761"/>
                <a:gd name="connsiteX19" fmla="*/ 27889 w 233262"/>
                <a:gd name="connsiteY19" fmla="*/ 23161 h 249761"/>
                <a:gd name="connsiteX20" fmla="*/ 49127 w 233262"/>
                <a:gd name="connsiteY20" fmla="*/ 241392 h 249761"/>
                <a:gd name="connsiteX21" fmla="*/ 55853 w 233262"/>
                <a:gd name="connsiteY21" fmla="*/ 249895 h 249761"/>
                <a:gd name="connsiteX22" fmla="*/ 65764 w 233262"/>
                <a:gd name="connsiteY22" fmla="*/ 243163 h 249761"/>
                <a:gd name="connsiteX23" fmla="*/ 187174 w 233262"/>
                <a:gd name="connsiteY23" fmla="*/ 39812 h 24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3262" h="249761">
                  <a:moveTo>
                    <a:pt x="187174" y="39812"/>
                  </a:moveTo>
                  <a:cubicBezTo>
                    <a:pt x="201332" y="16075"/>
                    <a:pt x="213721" y="12178"/>
                    <a:pt x="226818" y="11116"/>
                  </a:cubicBezTo>
                  <a:cubicBezTo>
                    <a:pt x="229650" y="10761"/>
                    <a:pt x="233543" y="10761"/>
                    <a:pt x="233543" y="4030"/>
                  </a:cubicBezTo>
                  <a:cubicBezTo>
                    <a:pt x="233543" y="3322"/>
                    <a:pt x="232835" y="133"/>
                    <a:pt x="228942" y="133"/>
                  </a:cubicBezTo>
                  <a:cubicBezTo>
                    <a:pt x="220446" y="133"/>
                    <a:pt x="210889" y="1196"/>
                    <a:pt x="202040" y="1196"/>
                  </a:cubicBezTo>
                  <a:cubicBezTo>
                    <a:pt x="191421" y="1196"/>
                    <a:pt x="179740" y="133"/>
                    <a:pt x="169476" y="133"/>
                  </a:cubicBezTo>
                  <a:cubicBezTo>
                    <a:pt x="167352" y="133"/>
                    <a:pt x="163104" y="133"/>
                    <a:pt x="163104" y="6864"/>
                  </a:cubicBezTo>
                  <a:cubicBezTo>
                    <a:pt x="163104" y="10761"/>
                    <a:pt x="165936" y="10761"/>
                    <a:pt x="168768" y="11116"/>
                  </a:cubicBezTo>
                  <a:cubicBezTo>
                    <a:pt x="174431" y="11470"/>
                    <a:pt x="182926" y="13950"/>
                    <a:pt x="182926" y="22452"/>
                  </a:cubicBezTo>
                  <a:cubicBezTo>
                    <a:pt x="182926" y="27058"/>
                    <a:pt x="179033" y="34143"/>
                    <a:pt x="177617" y="36623"/>
                  </a:cubicBezTo>
                  <a:lnTo>
                    <a:pt x="75321" y="207736"/>
                  </a:lnTo>
                  <a:lnTo>
                    <a:pt x="57269" y="22098"/>
                  </a:lnTo>
                  <a:cubicBezTo>
                    <a:pt x="57269" y="11470"/>
                    <a:pt x="76029" y="11116"/>
                    <a:pt x="79568" y="11116"/>
                  </a:cubicBezTo>
                  <a:cubicBezTo>
                    <a:pt x="84524" y="11116"/>
                    <a:pt x="88418" y="11116"/>
                    <a:pt x="88418" y="4384"/>
                  </a:cubicBezTo>
                  <a:cubicBezTo>
                    <a:pt x="88418" y="133"/>
                    <a:pt x="84524" y="133"/>
                    <a:pt x="83462" y="133"/>
                  </a:cubicBezTo>
                  <a:cubicBezTo>
                    <a:pt x="70365" y="133"/>
                    <a:pt x="56207" y="1196"/>
                    <a:pt x="42756" y="1196"/>
                  </a:cubicBezTo>
                  <a:cubicBezTo>
                    <a:pt x="30721" y="1196"/>
                    <a:pt x="18332" y="133"/>
                    <a:pt x="6652" y="133"/>
                  </a:cubicBezTo>
                  <a:cubicBezTo>
                    <a:pt x="4882" y="133"/>
                    <a:pt x="280" y="133"/>
                    <a:pt x="280" y="6864"/>
                  </a:cubicBezTo>
                  <a:cubicBezTo>
                    <a:pt x="280" y="11116"/>
                    <a:pt x="3820" y="11116"/>
                    <a:pt x="8775" y="11116"/>
                  </a:cubicBezTo>
                  <a:cubicBezTo>
                    <a:pt x="26474" y="11116"/>
                    <a:pt x="27182" y="14304"/>
                    <a:pt x="27889" y="23161"/>
                  </a:cubicBezTo>
                  <a:lnTo>
                    <a:pt x="49127" y="241392"/>
                  </a:lnTo>
                  <a:cubicBezTo>
                    <a:pt x="49835" y="248123"/>
                    <a:pt x="50189" y="249895"/>
                    <a:pt x="55853" y="249895"/>
                  </a:cubicBezTo>
                  <a:cubicBezTo>
                    <a:pt x="60100" y="249895"/>
                    <a:pt x="61870" y="249540"/>
                    <a:pt x="65764" y="243163"/>
                  </a:cubicBezTo>
                  <a:lnTo>
                    <a:pt x="187174" y="39812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649D73BA-1F70-B42C-E681-92CDB021A000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7846448" y="4356871"/>
              <a:ext cx="151143" cy="160484"/>
            </a:xfrm>
            <a:custGeom>
              <a:avLst/>
              <a:gdLst>
                <a:gd name="connsiteX0" fmla="*/ 85592 w 151143"/>
                <a:gd name="connsiteY0" fmla="*/ 135819 h 160484"/>
                <a:gd name="connsiteX1" fmla="*/ 114972 w 151143"/>
                <a:gd name="connsiteY1" fmla="*/ 160618 h 160484"/>
                <a:gd name="connsiteX2" fmla="*/ 140811 w 151143"/>
                <a:gd name="connsiteY2" fmla="*/ 140779 h 160484"/>
                <a:gd name="connsiteX3" fmla="*/ 151430 w 151143"/>
                <a:gd name="connsiteY3" fmla="*/ 106060 h 160484"/>
                <a:gd name="connsiteX4" fmla="*/ 146120 w 151143"/>
                <a:gd name="connsiteY4" fmla="*/ 102518 h 160484"/>
                <a:gd name="connsiteX5" fmla="*/ 139395 w 151143"/>
                <a:gd name="connsiteY5" fmla="*/ 110666 h 160484"/>
                <a:gd name="connsiteX6" fmla="*/ 115679 w 151143"/>
                <a:gd name="connsiteY6" fmla="*/ 152824 h 160484"/>
                <a:gd name="connsiteX7" fmla="*/ 106476 w 151143"/>
                <a:gd name="connsiteY7" fmla="*/ 138299 h 160484"/>
                <a:gd name="connsiteX8" fmla="*/ 108954 w 151143"/>
                <a:gd name="connsiteY8" fmla="*/ 120231 h 160484"/>
                <a:gd name="connsiteX9" fmla="*/ 133024 w 151143"/>
                <a:gd name="connsiteY9" fmla="*/ 23869 h 160484"/>
                <a:gd name="connsiteX10" fmla="*/ 134440 w 151143"/>
                <a:gd name="connsiteY10" fmla="*/ 16430 h 160484"/>
                <a:gd name="connsiteX11" fmla="*/ 124883 w 151143"/>
                <a:gd name="connsiteY11" fmla="*/ 7219 h 160484"/>
                <a:gd name="connsiteX12" fmla="*/ 110724 w 151143"/>
                <a:gd name="connsiteY12" fmla="*/ 21035 h 160484"/>
                <a:gd name="connsiteX13" fmla="*/ 81345 w 151143"/>
                <a:gd name="connsiteY13" fmla="*/ 133 h 160484"/>
                <a:gd name="connsiteX14" fmla="*/ 287 w 151143"/>
                <a:gd name="connsiteY14" fmla="*/ 105706 h 160484"/>
                <a:gd name="connsiteX15" fmla="*/ 43117 w 151143"/>
                <a:gd name="connsiteY15" fmla="*/ 160618 h 160484"/>
                <a:gd name="connsiteX16" fmla="*/ 85592 w 151143"/>
                <a:gd name="connsiteY16" fmla="*/ 135819 h 160484"/>
                <a:gd name="connsiteX17" fmla="*/ 104707 w 151143"/>
                <a:gd name="connsiteY17" fmla="*/ 45834 h 160484"/>
                <a:gd name="connsiteX18" fmla="*/ 88070 w 151143"/>
                <a:gd name="connsiteY18" fmla="*/ 112792 h 160484"/>
                <a:gd name="connsiteX19" fmla="*/ 43825 w 151143"/>
                <a:gd name="connsiteY19" fmla="*/ 152824 h 160484"/>
                <a:gd name="connsiteX20" fmla="*/ 24356 w 151143"/>
                <a:gd name="connsiteY20" fmla="*/ 121294 h 160484"/>
                <a:gd name="connsiteX21" fmla="*/ 41701 w 151143"/>
                <a:gd name="connsiteY21" fmla="*/ 47251 h 160484"/>
                <a:gd name="connsiteX22" fmla="*/ 81345 w 151143"/>
                <a:gd name="connsiteY22" fmla="*/ 7927 h 160484"/>
                <a:gd name="connsiteX23" fmla="*/ 105768 w 151143"/>
                <a:gd name="connsiteY23" fmla="*/ 41229 h 160484"/>
                <a:gd name="connsiteX24" fmla="*/ 104707 w 151143"/>
                <a:gd name="connsiteY24" fmla="*/ 45834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51143" h="160484">
                  <a:moveTo>
                    <a:pt x="85592" y="135819"/>
                  </a:moveTo>
                  <a:cubicBezTo>
                    <a:pt x="89486" y="153179"/>
                    <a:pt x="102583" y="160618"/>
                    <a:pt x="114972" y="160618"/>
                  </a:cubicBezTo>
                  <a:cubicBezTo>
                    <a:pt x="128068" y="160618"/>
                    <a:pt x="135502" y="151761"/>
                    <a:pt x="140811" y="140779"/>
                  </a:cubicBezTo>
                  <a:cubicBezTo>
                    <a:pt x="147182" y="127317"/>
                    <a:pt x="151430" y="106769"/>
                    <a:pt x="151430" y="106060"/>
                  </a:cubicBezTo>
                  <a:cubicBezTo>
                    <a:pt x="151430" y="102518"/>
                    <a:pt x="148598" y="102518"/>
                    <a:pt x="146120" y="102518"/>
                  </a:cubicBezTo>
                  <a:cubicBezTo>
                    <a:pt x="141873" y="102518"/>
                    <a:pt x="141519" y="102872"/>
                    <a:pt x="139395" y="110666"/>
                  </a:cubicBezTo>
                  <a:cubicBezTo>
                    <a:pt x="134440" y="130505"/>
                    <a:pt x="127714" y="152824"/>
                    <a:pt x="115679" y="152824"/>
                  </a:cubicBezTo>
                  <a:cubicBezTo>
                    <a:pt x="106476" y="152824"/>
                    <a:pt x="106476" y="143259"/>
                    <a:pt x="106476" y="138299"/>
                  </a:cubicBezTo>
                  <a:cubicBezTo>
                    <a:pt x="106476" y="135819"/>
                    <a:pt x="106476" y="130151"/>
                    <a:pt x="108954" y="120231"/>
                  </a:cubicBezTo>
                  <a:lnTo>
                    <a:pt x="133024" y="23869"/>
                  </a:lnTo>
                  <a:cubicBezTo>
                    <a:pt x="134440" y="18910"/>
                    <a:pt x="134440" y="18201"/>
                    <a:pt x="134440" y="16430"/>
                  </a:cubicBezTo>
                  <a:cubicBezTo>
                    <a:pt x="134440" y="8990"/>
                    <a:pt x="128422" y="7219"/>
                    <a:pt x="124883" y="7219"/>
                  </a:cubicBezTo>
                  <a:cubicBezTo>
                    <a:pt x="113556" y="7219"/>
                    <a:pt x="111078" y="19264"/>
                    <a:pt x="110724" y="21035"/>
                  </a:cubicBezTo>
                  <a:cubicBezTo>
                    <a:pt x="103999" y="5802"/>
                    <a:pt x="92672" y="133"/>
                    <a:pt x="81345" y="133"/>
                  </a:cubicBezTo>
                  <a:cubicBezTo>
                    <a:pt x="42055" y="133"/>
                    <a:pt x="287" y="53982"/>
                    <a:pt x="287" y="105706"/>
                  </a:cubicBezTo>
                  <a:cubicBezTo>
                    <a:pt x="287" y="135819"/>
                    <a:pt x="16569" y="160618"/>
                    <a:pt x="43117" y="160618"/>
                  </a:cubicBezTo>
                  <a:cubicBezTo>
                    <a:pt x="55859" y="160618"/>
                    <a:pt x="71434" y="153179"/>
                    <a:pt x="85592" y="135819"/>
                  </a:cubicBezTo>
                  <a:close/>
                  <a:moveTo>
                    <a:pt x="104707" y="45834"/>
                  </a:moveTo>
                  <a:lnTo>
                    <a:pt x="88070" y="112792"/>
                  </a:lnTo>
                  <a:cubicBezTo>
                    <a:pt x="85238" y="124128"/>
                    <a:pt x="63293" y="152824"/>
                    <a:pt x="43825" y="152824"/>
                  </a:cubicBezTo>
                  <a:cubicBezTo>
                    <a:pt x="27188" y="152824"/>
                    <a:pt x="24356" y="131922"/>
                    <a:pt x="24356" y="121294"/>
                  </a:cubicBezTo>
                  <a:cubicBezTo>
                    <a:pt x="24356" y="103581"/>
                    <a:pt x="35329" y="62131"/>
                    <a:pt x="41701" y="47251"/>
                  </a:cubicBezTo>
                  <a:cubicBezTo>
                    <a:pt x="50550" y="25641"/>
                    <a:pt x="66832" y="7927"/>
                    <a:pt x="81345" y="7927"/>
                  </a:cubicBezTo>
                  <a:cubicBezTo>
                    <a:pt x="96919" y="7927"/>
                    <a:pt x="105768" y="26349"/>
                    <a:pt x="105768" y="41229"/>
                  </a:cubicBezTo>
                  <a:cubicBezTo>
                    <a:pt x="105768" y="41937"/>
                    <a:pt x="105414" y="43709"/>
                    <a:pt x="104707" y="45834"/>
                  </a:cubicBez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85B3D67A-B78F-3E38-E84F-07338EAA6E58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8018513" y="4356871"/>
              <a:ext cx="143709" cy="160484"/>
            </a:xfrm>
            <a:custGeom>
              <a:avLst/>
              <a:gdLst>
                <a:gd name="connsiteX0" fmla="*/ 62236 w 143709"/>
                <a:gd name="connsiteY0" fmla="*/ 54691 h 160484"/>
                <a:gd name="connsiteX1" fmla="*/ 108959 w 143709"/>
                <a:gd name="connsiteY1" fmla="*/ 7927 h 160484"/>
                <a:gd name="connsiteX2" fmla="*/ 127719 w 143709"/>
                <a:gd name="connsiteY2" fmla="*/ 12887 h 160484"/>
                <a:gd name="connsiteX3" fmla="*/ 114269 w 143709"/>
                <a:gd name="connsiteY3" fmla="*/ 29892 h 160484"/>
                <a:gd name="connsiteX4" fmla="*/ 126657 w 143709"/>
                <a:gd name="connsiteY4" fmla="*/ 41229 h 160484"/>
                <a:gd name="connsiteX5" fmla="*/ 144002 w 143709"/>
                <a:gd name="connsiteY5" fmla="*/ 22452 h 160484"/>
                <a:gd name="connsiteX6" fmla="*/ 109313 w 143709"/>
                <a:gd name="connsiteY6" fmla="*/ 133 h 160484"/>
                <a:gd name="connsiteX7" fmla="*/ 66483 w 143709"/>
                <a:gd name="connsiteY7" fmla="*/ 25641 h 160484"/>
                <a:gd name="connsiteX8" fmla="*/ 37104 w 143709"/>
                <a:gd name="connsiteY8" fmla="*/ 133 h 160484"/>
                <a:gd name="connsiteX9" fmla="*/ 11619 w 143709"/>
                <a:gd name="connsiteY9" fmla="*/ 18910 h 160484"/>
                <a:gd name="connsiteX10" fmla="*/ 292 w 143709"/>
                <a:gd name="connsiteY10" fmla="*/ 54691 h 160484"/>
                <a:gd name="connsiteX11" fmla="*/ 5601 w 143709"/>
                <a:gd name="connsiteY11" fmla="*/ 58234 h 160484"/>
                <a:gd name="connsiteX12" fmla="*/ 12327 w 143709"/>
                <a:gd name="connsiteY12" fmla="*/ 50086 h 160484"/>
                <a:gd name="connsiteX13" fmla="*/ 36396 w 143709"/>
                <a:gd name="connsiteY13" fmla="*/ 7927 h 160484"/>
                <a:gd name="connsiteX14" fmla="*/ 45599 w 143709"/>
                <a:gd name="connsiteY14" fmla="*/ 22098 h 160484"/>
                <a:gd name="connsiteX15" fmla="*/ 43122 w 143709"/>
                <a:gd name="connsiteY15" fmla="*/ 40166 h 160484"/>
                <a:gd name="connsiteX16" fmla="*/ 16574 w 143709"/>
                <a:gd name="connsiteY16" fmla="*/ 146447 h 160484"/>
                <a:gd name="connsiteX17" fmla="*/ 15512 w 143709"/>
                <a:gd name="connsiteY17" fmla="*/ 151407 h 160484"/>
                <a:gd name="connsiteX18" fmla="*/ 25423 w 143709"/>
                <a:gd name="connsiteY18" fmla="*/ 160618 h 160484"/>
                <a:gd name="connsiteX19" fmla="*/ 39228 w 143709"/>
                <a:gd name="connsiteY19" fmla="*/ 147510 h 160484"/>
                <a:gd name="connsiteX20" fmla="*/ 62236 w 143709"/>
                <a:gd name="connsiteY20" fmla="*/ 54691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3709" h="160484">
                  <a:moveTo>
                    <a:pt x="62236" y="54691"/>
                  </a:moveTo>
                  <a:cubicBezTo>
                    <a:pt x="62590" y="53628"/>
                    <a:pt x="78518" y="7927"/>
                    <a:pt x="108959" y="7927"/>
                  </a:cubicBezTo>
                  <a:cubicBezTo>
                    <a:pt x="110729" y="7927"/>
                    <a:pt x="120640" y="7927"/>
                    <a:pt x="127719" y="12887"/>
                  </a:cubicBezTo>
                  <a:cubicBezTo>
                    <a:pt x="115331" y="16784"/>
                    <a:pt x="114269" y="28121"/>
                    <a:pt x="114269" y="29892"/>
                  </a:cubicBezTo>
                  <a:cubicBezTo>
                    <a:pt x="114269" y="34498"/>
                    <a:pt x="117454" y="41229"/>
                    <a:pt x="126657" y="41229"/>
                  </a:cubicBezTo>
                  <a:cubicBezTo>
                    <a:pt x="133029" y="41229"/>
                    <a:pt x="144002" y="36269"/>
                    <a:pt x="144002" y="22452"/>
                  </a:cubicBezTo>
                  <a:cubicBezTo>
                    <a:pt x="144002" y="4030"/>
                    <a:pt x="120994" y="133"/>
                    <a:pt x="109313" y="133"/>
                  </a:cubicBezTo>
                  <a:cubicBezTo>
                    <a:pt x="84890" y="133"/>
                    <a:pt x="72147" y="17847"/>
                    <a:pt x="66483" y="25641"/>
                  </a:cubicBezTo>
                  <a:cubicBezTo>
                    <a:pt x="62590" y="6864"/>
                    <a:pt x="48785" y="133"/>
                    <a:pt x="37104" y="133"/>
                  </a:cubicBezTo>
                  <a:cubicBezTo>
                    <a:pt x="24362" y="133"/>
                    <a:pt x="17282" y="8281"/>
                    <a:pt x="11619" y="18910"/>
                  </a:cubicBezTo>
                  <a:cubicBezTo>
                    <a:pt x="4893" y="33080"/>
                    <a:pt x="292" y="53982"/>
                    <a:pt x="292" y="54691"/>
                  </a:cubicBezTo>
                  <a:cubicBezTo>
                    <a:pt x="292" y="58234"/>
                    <a:pt x="3832" y="58234"/>
                    <a:pt x="5601" y="58234"/>
                  </a:cubicBezTo>
                  <a:cubicBezTo>
                    <a:pt x="10203" y="58234"/>
                    <a:pt x="10557" y="57879"/>
                    <a:pt x="12327" y="50086"/>
                  </a:cubicBezTo>
                  <a:cubicBezTo>
                    <a:pt x="18698" y="25287"/>
                    <a:pt x="25423" y="7927"/>
                    <a:pt x="36396" y="7927"/>
                  </a:cubicBezTo>
                  <a:cubicBezTo>
                    <a:pt x="45599" y="7927"/>
                    <a:pt x="45599" y="18201"/>
                    <a:pt x="45599" y="22098"/>
                  </a:cubicBezTo>
                  <a:cubicBezTo>
                    <a:pt x="45599" y="27766"/>
                    <a:pt x="44538" y="34498"/>
                    <a:pt x="43122" y="40166"/>
                  </a:cubicBezTo>
                  <a:lnTo>
                    <a:pt x="16574" y="146447"/>
                  </a:lnTo>
                  <a:cubicBezTo>
                    <a:pt x="15866" y="148573"/>
                    <a:pt x="15512" y="150344"/>
                    <a:pt x="15512" y="151407"/>
                  </a:cubicBezTo>
                  <a:cubicBezTo>
                    <a:pt x="15512" y="155304"/>
                    <a:pt x="18344" y="160618"/>
                    <a:pt x="25423" y="160618"/>
                  </a:cubicBezTo>
                  <a:cubicBezTo>
                    <a:pt x="36042" y="160618"/>
                    <a:pt x="38520" y="150344"/>
                    <a:pt x="39228" y="147510"/>
                  </a:cubicBezTo>
                  <a:lnTo>
                    <a:pt x="62236" y="54691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5F9F1759-7ACC-700A-1E38-7B1EB26007F7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8180156" y="4247755"/>
              <a:ext cx="48493" cy="354271"/>
            </a:xfrm>
            <a:custGeom>
              <a:avLst/>
              <a:gdLst>
                <a:gd name="connsiteX0" fmla="*/ 48789 w 48493"/>
                <a:gd name="connsiteY0" fmla="*/ 354405 h 354271"/>
                <a:gd name="connsiteX1" fmla="*/ 48789 w 48493"/>
                <a:gd name="connsiteY1" fmla="*/ 340234 h 354271"/>
                <a:gd name="connsiteX2" fmla="*/ 14455 w 48493"/>
                <a:gd name="connsiteY2" fmla="*/ 340234 h 354271"/>
                <a:gd name="connsiteX3" fmla="*/ 14455 w 48493"/>
                <a:gd name="connsiteY3" fmla="*/ 14304 h 354271"/>
                <a:gd name="connsiteX4" fmla="*/ 48789 w 48493"/>
                <a:gd name="connsiteY4" fmla="*/ 14304 h 354271"/>
                <a:gd name="connsiteX5" fmla="*/ 48789 w 48493"/>
                <a:gd name="connsiteY5" fmla="*/ 133 h 354271"/>
                <a:gd name="connsiteX6" fmla="*/ 296 w 48493"/>
                <a:gd name="connsiteY6" fmla="*/ 133 h 354271"/>
                <a:gd name="connsiteX7" fmla="*/ 296 w 48493"/>
                <a:gd name="connsiteY7" fmla="*/ 354405 h 354271"/>
                <a:gd name="connsiteX8" fmla="*/ 48789 w 48493"/>
                <a:gd name="connsiteY8" fmla="*/ 354405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789" y="354405"/>
                  </a:moveTo>
                  <a:lnTo>
                    <a:pt x="48789" y="340234"/>
                  </a:lnTo>
                  <a:lnTo>
                    <a:pt x="14455" y="340234"/>
                  </a:lnTo>
                  <a:lnTo>
                    <a:pt x="14455" y="14304"/>
                  </a:lnTo>
                  <a:lnTo>
                    <a:pt x="48789" y="14304"/>
                  </a:lnTo>
                  <a:lnTo>
                    <a:pt x="48789" y="133"/>
                  </a:lnTo>
                  <a:lnTo>
                    <a:pt x="296" y="133"/>
                  </a:lnTo>
                  <a:lnTo>
                    <a:pt x="296" y="354405"/>
                  </a:lnTo>
                  <a:lnTo>
                    <a:pt x="48789" y="354405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603431D-314F-9439-5A67-6828C73E6E3E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8249100" y="4271491"/>
              <a:ext cx="257332" cy="241967"/>
            </a:xfrm>
            <a:custGeom>
              <a:avLst/>
              <a:gdLst>
                <a:gd name="connsiteX0" fmla="*/ 199227 w 257332"/>
                <a:gd name="connsiteY0" fmla="*/ 40520 h 241967"/>
                <a:gd name="connsiteX1" fmla="*/ 204183 w 257332"/>
                <a:gd name="connsiteY1" fmla="*/ 35560 h 241967"/>
                <a:gd name="connsiteX2" fmla="*/ 250552 w 257332"/>
                <a:gd name="connsiteY2" fmla="*/ 11116 h 241967"/>
                <a:gd name="connsiteX3" fmla="*/ 257632 w 257332"/>
                <a:gd name="connsiteY3" fmla="*/ 4384 h 241967"/>
                <a:gd name="connsiteX4" fmla="*/ 253030 w 257332"/>
                <a:gd name="connsiteY4" fmla="*/ 133 h 241967"/>
                <a:gd name="connsiteX5" fmla="*/ 224005 w 257332"/>
                <a:gd name="connsiteY5" fmla="*/ 1196 h 241967"/>
                <a:gd name="connsiteX6" fmla="*/ 188608 w 257332"/>
                <a:gd name="connsiteY6" fmla="*/ 133 h 241967"/>
                <a:gd name="connsiteX7" fmla="*/ 181883 w 257332"/>
                <a:gd name="connsiteY7" fmla="*/ 6864 h 241967"/>
                <a:gd name="connsiteX8" fmla="*/ 187192 w 257332"/>
                <a:gd name="connsiteY8" fmla="*/ 11116 h 241967"/>
                <a:gd name="connsiteX9" fmla="*/ 199935 w 257332"/>
                <a:gd name="connsiteY9" fmla="*/ 19264 h 241967"/>
                <a:gd name="connsiteX10" fmla="*/ 190378 w 257332"/>
                <a:gd name="connsiteY10" fmla="*/ 36269 h 241967"/>
                <a:gd name="connsiteX11" fmla="*/ 108258 w 257332"/>
                <a:gd name="connsiteY11" fmla="*/ 130859 h 241967"/>
                <a:gd name="connsiteX12" fmla="*/ 69322 w 257332"/>
                <a:gd name="connsiteY12" fmla="*/ 25641 h 241967"/>
                <a:gd name="connsiteX13" fmla="*/ 67198 w 257332"/>
                <a:gd name="connsiteY13" fmla="*/ 19618 h 241967"/>
                <a:gd name="connsiteX14" fmla="*/ 88082 w 257332"/>
                <a:gd name="connsiteY14" fmla="*/ 11116 h 241967"/>
                <a:gd name="connsiteX15" fmla="*/ 96577 w 257332"/>
                <a:gd name="connsiteY15" fmla="*/ 4030 h 241967"/>
                <a:gd name="connsiteX16" fmla="*/ 91268 w 257332"/>
                <a:gd name="connsiteY16" fmla="*/ 133 h 241967"/>
                <a:gd name="connsiteX17" fmla="*/ 46668 w 257332"/>
                <a:gd name="connsiteY17" fmla="*/ 1196 h 241967"/>
                <a:gd name="connsiteX18" fmla="*/ 7024 w 257332"/>
                <a:gd name="connsiteY18" fmla="*/ 133 h 241967"/>
                <a:gd name="connsiteX19" fmla="*/ 299 w 257332"/>
                <a:gd name="connsiteY19" fmla="*/ 7219 h 241967"/>
                <a:gd name="connsiteX20" fmla="*/ 8440 w 257332"/>
                <a:gd name="connsiteY20" fmla="*/ 11116 h 241967"/>
                <a:gd name="connsiteX21" fmla="*/ 34280 w 257332"/>
                <a:gd name="connsiteY21" fmla="*/ 23161 h 241967"/>
                <a:gd name="connsiteX22" fmla="*/ 77817 w 257332"/>
                <a:gd name="connsiteY22" fmla="*/ 139716 h 241967"/>
                <a:gd name="connsiteX23" fmla="*/ 79233 w 257332"/>
                <a:gd name="connsiteY23" fmla="*/ 145739 h 241967"/>
                <a:gd name="connsiteX24" fmla="*/ 63305 w 257332"/>
                <a:gd name="connsiteY24" fmla="*/ 210216 h 241967"/>
                <a:gd name="connsiteX25" fmla="*/ 30032 w 257332"/>
                <a:gd name="connsiteY25" fmla="*/ 231118 h 241967"/>
                <a:gd name="connsiteX26" fmla="*/ 20475 w 257332"/>
                <a:gd name="connsiteY26" fmla="*/ 238204 h 241967"/>
                <a:gd name="connsiteX27" fmla="*/ 25430 w 257332"/>
                <a:gd name="connsiteY27" fmla="*/ 242101 h 241967"/>
                <a:gd name="connsiteX28" fmla="*/ 70030 w 257332"/>
                <a:gd name="connsiteY28" fmla="*/ 241038 h 241967"/>
                <a:gd name="connsiteX29" fmla="*/ 115338 w 257332"/>
                <a:gd name="connsiteY29" fmla="*/ 242101 h 241967"/>
                <a:gd name="connsiteX30" fmla="*/ 122063 w 257332"/>
                <a:gd name="connsiteY30" fmla="*/ 235015 h 241967"/>
                <a:gd name="connsiteX31" fmla="*/ 112152 w 257332"/>
                <a:gd name="connsiteY31" fmla="*/ 231118 h 241967"/>
                <a:gd name="connsiteX32" fmla="*/ 98701 w 257332"/>
                <a:gd name="connsiteY32" fmla="*/ 230410 h 241967"/>
                <a:gd name="connsiteX33" fmla="*/ 89144 w 257332"/>
                <a:gd name="connsiteY33" fmla="*/ 224741 h 241967"/>
                <a:gd name="connsiteX34" fmla="*/ 94100 w 257332"/>
                <a:gd name="connsiteY34" fmla="*/ 202422 h 241967"/>
                <a:gd name="connsiteX35" fmla="*/ 106488 w 257332"/>
                <a:gd name="connsiteY35" fmla="*/ 152470 h 241967"/>
                <a:gd name="connsiteX36" fmla="*/ 111444 w 257332"/>
                <a:gd name="connsiteY36" fmla="*/ 141488 h 241967"/>
                <a:gd name="connsiteX37" fmla="*/ 199227 w 257332"/>
                <a:gd name="connsiteY37" fmla="*/ 40520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7332" h="241967">
                  <a:moveTo>
                    <a:pt x="199227" y="40520"/>
                  </a:moveTo>
                  <a:lnTo>
                    <a:pt x="204183" y="35560"/>
                  </a:lnTo>
                  <a:cubicBezTo>
                    <a:pt x="214802" y="24932"/>
                    <a:pt x="226483" y="12887"/>
                    <a:pt x="250552" y="11116"/>
                  </a:cubicBezTo>
                  <a:cubicBezTo>
                    <a:pt x="254446" y="10761"/>
                    <a:pt x="257632" y="10761"/>
                    <a:pt x="257632" y="4384"/>
                  </a:cubicBezTo>
                  <a:cubicBezTo>
                    <a:pt x="257632" y="1550"/>
                    <a:pt x="255862" y="133"/>
                    <a:pt x="253030" y="133"/>
                  </a:cubicBezTo>
                  <a:cubicBezTo>
                    <a:pt x="243827" y="133"/>
                    <a:pt x="233562" y="1196"/>
                    <a:pt x="224005" y="1196"/>
                  </a:cubicBezTo>
                  <a:cubicBezTo>
                    <a:pt x="212324" y="1196"/>
                    <a:pt x="199935" y="133"/>
                    <a:pt x="188608" y="133"/>
                  </a:cubicBezTo>
                  <a:cubicBezTo>
                    <a:pt x="186485" y="133"/>
                    <a:pt x="181883" y="133"/>
                    <a:pt x="181883" y="6864"/>
                  </a:cubicBezTo>
                  <a:cubicBezTo>
                    <a:pt x="181883" y="10761"/>
                    <a:pt x="185423" y="11116"/>
                    <a:pt x="187192" y="11116"/>
                  </a:cubicBezTo>
                  <a:cubicBezTo>
                    <a:pt x="189670" y="11116"/>
                    <a:pt x="199935" y="11824"/>
                    <a:pt x="199935" y="19264"/>
                  </a:cubicBezTo>
                  <a:cubicBezTo>
                    <a:pt x="199935" y="25286"/>
                    <a:pt x="191794" y="34498"/>
                    <a:pt x="190378" y="36269"/>
                  </a:cubicBezTo>
                  <a:lnTo>
                    <a:pt x="108258" y="130859"/>
                  </a:lnTo>
                  <a:lnTo>
                    <a:pt x="69322" y="25641"/>
                  </a:lnTo>
                  <a:cubicBezTo>
                    <a:pt x="67198" y="20681"/>
                    <a:pt x="67198" y="19972"/>
                    <a:pt x="67198" y="19618"/>
                  </a:cubicBezTo>
                  <a:cubicBezTo>
                    <a:pt x="67198" y="11116"/>
                    <a:pt x="84543" y="11116"/>
                    <a:pt x="88082" y="11116"/>
                  </a:cubicBezTo>
                  <a:cubicBezTo>
                    <a:pt x="93038" y="11116"/>
                    <a:pt x="96577" y="11116"/>
                    <a:pt x="96577" y="4030"/>
                  </a:cubicBezTo>
                  <a:cubicBezTo>
                    <a:pt x="96577" y="133"/>
                    <a:pt x="92330" y="133"/>
                    <a:pt x="91268" y="133"/>
                  </a:cubicBezTo>
                  <a:cubicBezTo>
                    <a:pt x="81357" y="133"/>
                    <a:pt x="56579" y="1196"/>
                    <a:pt x="46668" y="1196"/>
                  </a:cubicBezTo>
                  <a:cubicBezTo>
                    <a:pt x="37819" y="1196"/>
                    <a:pt x="15873" y="133"/>
                    <a:pt x="7024" y="133"/>
                  </a:cubicBezTo>
                  <a:cubicBezTo>
                    <a:pt x="4900" y="133"/>
                    <a:pt x="299" y="133"/>
                    <a:pt x="299" y="7219"/>
                  </a:cubicBezTo>
                  <a:cubicBezTo>
                    <a:pt x="299" y="11116"/>
                    <a:pt x="3839" y="11116"/>
                    <a:pt x="8440" y="11116"/>
                  </a:cubicBezTo>
                  <a:cubicBezTo>
                    <a:pt x="29678" y="11116"/>
                    <a:pt x="31094" y="14304"/>
                    <a:pt x="34280" y="23161"/>
                  </a:cubicBezTo>
                  <a:lnTo>
                    <a:pt x="77817" y="139716"/>
                  </a:lnTo>
                  <a:cubicBezTo>
                    <a:pt x="78171" y="140779"/>
                    <a:pt x="79233" y="144676"/>
                    <a:pt x="79233" y="145739"/>
                  </a:cubicBezTo>
                  <a:cubicBezTo>
                    <a:pt x="79233" y="146802"/>
                    <a:pt x="65075" y="203839"/>
                    <a:pt x="63305" y="210216"/>
                  </a:cubicBezTo>
                  <a:cubicBezTo>
                    <a:pt x="58703" y="229701"/>
                    <a:pt x="58349" y="230764"/>
                    <a:pt x="30032" y="231118"/>
                  </a:cubicBezTo>
                  <a:cubicBezTo>
                    <a:pt x="23307" y="231118"/>
                    <a:pt x="20475" y="231118"/>
                    <a:pt x="20475" y="238204"/>
                  </a:cubicBezTo>
                  <a:cubicBezTo>
                    <a:pt x="20475" y="242101"/>
                    <a:pt x="24723" y="242101"/>
                    <a:pt x="25430" y="242101"/>
                  </a:cubicBezTo>
                  <a:cubicBezTo>
                    <a:pt x="35341" y="242101"/>
                    <a:pt x="60119" y="241038"/>
                    <a:pt x="70030" y="241038"/>
                  </a:cubicBezTo>
                  <a:cubicBezTo>
                    <a:pt x="79941" y="241038"/>
                    <a:pt x="105427" y="242101"/>
                    <a:pt x="115338" y="242101"/>
                  </a:cubicBezTo>
                  <a:cubicBezTo>
                    <a:pt x="117815" y="242101"/>
                    <a:pt x="122063" y="242101"/>
                    <a:pt x="122063" y="235015"/>
                  </a:cubicBezTo>
                  <a:cubicBezTo>
                    <a:pt x="122063" y="231118"/>
                    <a:pt x="118877" y="231118"/>
                    <a:pt x="112152" y="231118"/>
                  </a:cubicBezTo>
                  <a:cubicBezTo>
                    <a:pt x="111444" y="231118"/>
                    <a:pt x="104719" y="231118"/>
                    <a:pt x="98701" y="230410"/>
                  </a:cubicBezTo>
                  <a:cubicBezTo>
                    <a:pt x="91268" y="229701"/>
                    <a:pt x="89144" y="228993"/>
                    <a:pt x="89144" y="224741"/>
                  </a:cubicBezTo>
                  <a:cubicBezTo>
                    <a:pt x="89144" y="222261"/>
                    <a:pt x="92330" y="209862"/>
                    <a:pt x="94100" y="202422"/>
                  </a:cubicBezTo>
                  <a:lnTo>
                    <a:pt x="106488" y="152470"/>
                  </a:lnTo>
                  <a:cubicBezTo>
                    <a:pt x="108258" y="145739"/>
                    <a:pt x="108612" y="144676"/>
                    <a:pt x="111444" y="141488"/>
                  </a:cubicBezTo>
                  <a:lnTo>
                    <a:pt x="199227" y="40520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5389E373-5E77-9FDD-5EDC-A46F6F1634A1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8528655" y="4247755"/>
              <a:ext cx="48493" cy="354271"/>
            </a:xfrm>
            <a:custGeom>
              <a:avLst/>
              <a:gdLst>
                <a:gd name="connsiteX0" fmla="*/ 48800 w 48493"/>
                <a:gd name="connsiteY0" fmla="*/ 133 h 354271"/>
                <a:gd name="connsiteX1" fmla="*/ 307 w 48493"/>
                <a:gd name="connsiteY1" fmla="*/ 133 h 354271"/>
                <a:gd name="connsiteX2" fmla="*/ 307 w 48493"/>
                <a:gd name="connsiteY2" fmla="*/ 14304 h 354271"/>
                <a:gd name="connsiteX3" fmla="*/ 34642 w 48493"/>
                <a:gd name="connsiteY3" fmla="*/ 14304 h 354271"/>
                <a:gd name="connsiteX4" fmla="*/ 34642 w 48493"/>
                <a:gd name="connsiteY4" fmla="*/ 340234 h 354271"/>
                <a:gd name="connsiteX5" fmla="*/ 307 w 48493"/>
                <a:gd name="connsiteY5" fmla="*/ 340234 h 354271"/>
                <a:gd name="connsiteX6" fmla="*/ 307 w 48493"/>
                <a:gd name="connsiteY6" fmla="*/ 354405 h 354271"/>
                <a:gd name="connsiteX7" fmla="*/ 48800 w 48493"/>
                <a:gd name="connsiteY7" fmla="*/ 354405 h 354271"/>
                <a:gd name="connsiteX8" fmla="*/ 48800 w 48493"/>
                <a:gd name="connsiteY8" fmla="*/ 133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800" y="133"/>
                  </a:moveTo>
                  <a:lnTo>
                    <a:pt x="307" y="133"/>
                  </a:lnTo>
                  <a:lnTo>
                    <a:pt x="307" y="14304"/>
                  </a:lnTo>
                  <a:lnTo>
                    <a:pt x="34642" y="14304"/>
                  </a:lnTo>
                  <a:lnTo>
                    <a:pt x="34642" y="340234"/>
                  </a:lnTo>
                  <a:lnTo>
                    <a:pt x="307" y="340234"/>
                  </a:lnTo>
                  <a:lnTo>
                    <a:pt x="307" y="354405"/>
                  </a:lnTo>
                  <a:lnTo>
                    <a:pt x="48800" y="354405"/>
                  </a:lnTo>
                  <a:lnTo>
                    <a:pt x="48800" y="133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5FFE49FD-34E5-AB45-CB25-B2101EE9E96F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8624147" y="4270783"/>
              <a:ext cx="221228" cy="242675"/>
            </a:xfrm>
            <a:custGeom>
              <a:avLst/>
              <a:gdLst>
                <a:gd name="connsiteX0" fmla="*/ 87031 w 221228"/>
                <a:gd name="connsiteY0" fmla="*/ 123774 h 242675"/>
                <a:gd name="connsiteX1" fmla="*/ 125259 w 221228"/>
                <a:gd name="connsiteY1" fmla="*/ 131214 h 242675"/>
                <a:gd name="connsiteX2" fmla="*/ 143666 w 221228"/>
                <a:gd name="connsiteY2" fmla="*/ 163452 h 242675"/>
                <a:gd name="connsiteX3" fmla="*/ 150037 w 221228"/>
                <a:gd name="connsiteY3" fmla="*/ 173018 h 242675"/>
                <a:gd name="connsiteX4" fmla="*/ 156054 w 221228"/>
                <a:gd name="connsiteY4" fmla="*/ 161681 h 242675"/>
                <a:gd name="connsiteX5" fmla="*/ 156054 w 221228"/>
                <a:gd name="connsiteY5" fmla="*/ 65673 h 242675"/>
                <a:gd name="connsiteX6" fmla="*/ 150037 w 221228"/>
                <a:gd name="connsiteY6" fmla="*/ 54337 h 242675"/>
                <a:gd name="connsiteX7" fmla="*/ 143666 w 221228"/>
                <a:gd name="connsiteY7" fmla="*/ 62485 h 242675"/>
                <a:gd name="connsiteX8" fmla="*/ 87031 w 221228"/>
                <a:gd name="connsiteY8" fmla="*/ 111020 h 242675"/>
                <a:gd name="connsiteX9" fmla="*/ 87031 w 221228"/>
                <a:gd name="connsiteY9" fmla="*/ 36269 h 242675"/>
                <a:gd name="connsiteX10" fmla="*/ 102252 w 221228"/>
                <a:gd name="connsiteY10" fmla="*/ 12533 h 242675"/>
                <a:gd name="connsiteX11" fmla="*/ 119242 w 221228"/>
                <a:gd name="connsiteY11" fmla="*/ 12533 h 242675"/>
                <a:gd name="connsiteX12" fmla="*/ 192867 w 221228"/>
                <a:gd name="connsiteY12" fmla="*/ 61422 h 242675"/>
                <a:gd name="connsiteX13" fmla="*/ 199238 w 221228"/>
                <a:gd name="connsiteY13" fmla="*/ 69570 h 242675"/>
                <a:gd name="connsiteX14" fmla="*/ 205255 w 221228"/>
                <a:gd name="connsiteY14" fmla="*/ 57879 h 242675"/>
                <a:gd name="connsiteX15" fmla="*/ 205255 w 221228"/>
                <a:gd name="connsiteY15" fmla="*/ 11824 h 242675"/>
                <a:gd name="connsiteX16" fmla="*/ 193575 w 221228"/>
                <a:gd name="connsiteY16" fmla="*/ 133 h 242675"/>
                <a:gd name="connsiteX17" fmla="*/ 12345 w 221228"/>
                <a:gd name="connsiteY17" fmla="*/ 133 h 242675"/>
                <a:gd name="connsiteX18" fmla="*/ 310 w 221228"/>
                <a:gd name="connsiteY18" fmla="*/ 6510 h 242675"/>
                <a:gd name="connsiteX19" fmla="*/ 9867 w 221228"/>
                <a:gd name="connsiteY19" fmla="*/ 12533 h 242675"/>
                <a:gd name="connsiteX20" fmla="*/ 31459 w 221228"/>
                <a:gd name="connsiteY20" fmla="*/ 32726 h 242675"/>
                <a:gd name="connsiteX21" fmla="*/ 31459 w 221228"/>
                <a:gd name="connsiteY21" fmla="*/ 210216 h 242675"/>
                <a:gd name="connsiteX22" fmla="*/ 11637 w 221228"/>
                <a:gd name="connsiteY22" fmla="*/ 230410 h 242675"/>
                <a:gd name="connsiteX23" fmla="*/ 310 w 221228"/>
                <a:gd name="connsiteY23" fmla="*/ 236432 h 242675"/>
                <a:gd name="connsiteX24" fmla="*/ 12345 w 221228"/>
                <a:gd name="connsiteY24" fmla="*/ 242809 h 242675"/>
                <a:gd name="connsiteX25" fmla="*/ 199946 w 221228"/>
                <a:gd name="connsiteY25" fmla="*/ 242809 h 242675"/>
                <a:gd name="connsiteX26" fmla="*/ 211273 w 221228"/>
                <a:gd name="connsiteY26" fmla="*/ 237849 h 242675"/>
                <a:gd name="connsiteX27" fmla="*/ 221538 w 221228"/>
                <a:gd name="connsiteY27" fmla="*/ 176560 h 242675"/>
                <a:gd name="connsiteX28" fmla="*/ 215520 w 221228"/>
                <a:gd name="connsiteY28" fmla="*/ 170184 h 242675"/>
                <a:gd name="connsiteX29" fmla="*/ 209149 w 221228"/>
                <a:gd name="connsiteY29" fmla="*/ 175143 h 242675"/>
                <a:gd name="connsiteX30" fmla="*/ 177646 w 221228"/>
                <a:gd name="connsiteY30" fmla="*/ 214467 h 242675"/>
                <a:gd name="connsiteX31" fmla="*/ 121720 w 221228"/>
                <a:gd name="connsiteY31" fmla="*/ 230410 h 242675"/>
                <a:gd name="connsiteX32" fmla="*/ 102252 w 221228"/>
                <a:gd name="connsiteY32" fmla="*/ 230410 h 242675"/>
                <a:gd name="connsiteX33" fmla="*/ 87031 w 221228"/>
                <a:gd name="connsiteY33" fmla="*/ 206673 h 242675"/>
                <a:gd name="connsiteX34" fmla="*/ 87031 w 221228"/>
                <a:gd name="connsiteY34" fmla="*/ 123774 h 242675"/>
                <a:gd name="connsiteX35" fmla="*/ 192867 w 221228"/>
                <a:gd name="connsiteY35" fmla="*/ 12533 h 242675"/>
                <a:gd name="connsiteX36" fmla="*/ 192867 w 221228"/>
                <a:gd name="connsiteY36" fmla="*/ 29538 h 242675"/>
                <a:gd name="connsiteX37" fmla="*/ 172691 w 221228"/>
                <a:gd name="connsiteY37" fmla="*/ 12533 h 242675"/>
                <a:gd name="connsiteX38" fmla="*/ 192867 w 221228"/>
                <a:gd name="connsiteY38" fmla="*/ 12533 h 242675"/>
                <a:gd name="connsiteX39" fmla="*/ 123843 w 221228"/>
                <a:gd name="connsiteY39" fmla="*/ 116334 h 242675"/>
                <a:gd name="connsiteX40" fmla="*/ 143666 w 221228"/>
                <a:gd name="connsiteY40" fmla="*/ 101101 h 242675"/>
                <a:gd name="connsiteX41" fmla="*/ 143666 w 221228"/>
                <a:gd name="connsiteY41" fmla="*/ 130859 h 242675"/>
                <a:gd name="connsiteX42" fmla="*/ 123843 w 221228"/>
                <a:gd name="connsiteY42" fmla="*/ 116689 h 242675"/>
                <a:gd name="connsiteX43" fmla="*/ 123843 w 221228"/>
                <a:gd name="connsiteY43" fmla="*/ 116334 h 242675"/>
                <a:gd name="connsiteX44" fmla="*/ 43847 w 221228"/>
                <a:gd name="connsiteY44" fmla="*/ 32018 h 242675"/>
                <a:gd name="connsiteX45" fmla="*/ 41016 w 221228"/>
                <a:gd name="connsiteY45" fmla="*/ 12533 h 242675"/>
                <a:gd name="connsiteX46" fmla="*/ 78536 w 221228"/>
                <a:gd name="connsiteY46" fmla="*/ 12533 h 242675"/>
                <a:gd name="connsiteX47" fmla="*/ 74642 w 221228"/>
                <a:gd name="connsiteY47" fmla="*/ 35560 h 242675"/>
                <a:gd name="connsiteX48" fmla="*/ 74642 w 221228"/>
                <a:gd name="connsiteY48" fmla="*/ 207382 h 242675"/>
                <a:gd name="connsiteX49" fmla="*/ 78536 w 221228"/>
                <a:gd name="connsiteY49" fmla="*/ 230410 h 242675"/>
                <a:gd name="connsiteX50" fmla="*/ 41016 w 221228"/>
                <a:gd name="connsiteY50" fmla="*/ 230410 h 242675"/>
                <a:gd name="connsiteX51" fmla="*/ 43847 w 221228"/>
                <a:gd name="connsiteY51" fmla="*/ 210925 h 242675"/>
                <a:gd name="connsiteX52" fmla="*/ 43847 w 221228"/>
                <a:gd name="connsiteY52" fmla="*/ 32018 h 242675"/>
                <a:gd name="connsiteX53" fmla="*/ 175522 w 221228"/>
                <a:gd name="connsiteY53" fmla="*/ 230410 h 242675"/>
                <a:gd name="connsiteX54" fmla="*/ 175522 w 221228"/>
                <a:gd name="connsiteY54" fmla="*/ 230055 h 242675"/>
                <a:gd name="connsiteX55" fmla="*/ 203486 w 221228"/>
                <a:gd name="connsiteY55" fmla="*/ 210570 h 242675"/>
                <a:gd name="connsiteX56" fmla="*/ 200300 w 221228"/>
                <a:gd name="connsiteY56" fmla="*/ 230410 h 242675"/>
                <a:gd name="connsiteX57" fmla="*/ 175522 w 221228"/>
                <a:gd name="connsiteY57" fmla="*/ 230410 h 242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221228" h="242675">
                  <a:moveTo>
                    <a:pt x="87031" y="123774"/>
                  </a:moveTo>
                  <a:cubicBezTo>
                    <a:pt x="95880" y="123774"/>
                    <a:pt x="112871" y="123774"/>
                    <a:pt x="125259" y="131214"/>
                  </a:cubicBezTo>
                  <a:cubicBezTo>
                    <a:pt x="142250" y="142196"/>
                    <a:pt x="143666" y="161327"/>
                    <a:pt x="143666" y="163452"/>
                  </a:cubicBezTo>
                  <a:cubicBezTo>
                    <a:pt x="144019" y="168412"/>
                    <a:pt x="144019" y="173018"/>
                    <a:pt x="150037" y="173018"/>
                  </a:cubicBezTo>
                  <a:cubicBezTo>
                    <a:pt x="156054" y="173018"/>
                    <a:pt x="156054" y="168058"/>
                    <a:pt x="156054" y="161681"/>
                  </a:cubicBezTo>
                  <a:lnTo>
                    <a:pt x="156054" y="65673"/>
                  </a:lnTo>
                  <a:cubicBezTo>
                    <a:pt x="156054" y="60005"/>
                    <a:pt x="156054" y="54337"/>
                    <a:pt x="150037" y="54337"/>
                  </a:cubicBezTo>
                  <a:cubicBezTo>
                    <a:pt x="144019" y="54337"/>
                    <a:pt x="143666" y="59651"/>
                    <a:pt x="143666" y="62485"/>
                  </a:cubicBezTo>
                  <a:cubicBezTo>
                    <a:pt x="141542" y="108186"/>
                    <a:pt x="105437" y="110666"/>
                    <a:pt x="87031" y="111020"/>
                  </a:cubicBezTo>
                  <a:lnTo>
                    <a:pt x="87031" y="36269"/>
                  </a:lnTo>
                  <a:cubicBezTo>
                    <a:pt x="87031" y="12533"/>
                    <a:pt x="93756" y="12533"/>
                    <a:pt x="102252" y="12533"/>
                  </a:cubicBezTo>
                  <a:lnTo>
                    <a:pt x="119242" y="12533"/>
                  </a:lnTo>
                  <a:cubicBezTo>
                    <a:pt x="167027" y="12533"/>
                    <a:pt x="190743" y="36977"/>
                    <a:pt x="192867" y="61422"/>
                  </a:cubicBezTo>
                  <a:cubicBezTo>
                    <a:pt x="193221" y="64256"/>
                    <a:pt x="193575" y="69570"/>
                    <a:pt x="199238" y="69570"/>
                  </a:cubicBezTo>
                  <a:cubicBezTo>
                    <a:pt x="205255" y="69570"/>
                    <a:pt x="205255" y="63902"/>
                    <a:pt x="205255" y="57879"/>
                  </a:cubicBezTo>
                  <a:lnTo>
                    <a:pt x="205255" y="11824"/>
                  </a:lnTo>
                  <a:cubicBezTo>
                    <a:pt x="205255" y="842"/>
                    <a:pt x="204547" y="133"/>
                    <a:pt x="193575" y="133"/>
                  </a:cubicBezTo>
                  <a:lnTo>
                    <a:pt x="12345" y="133"/>
                  </a:lnTo>
                  <a:cubicBezTo>
                    <a:pt x="5973" y="133"/>
                    <a:pt x="310" y="133"/>
                    <a:pt x="310" y="6510"/>
                  </a:cubicBezTo>
                  <a:cubicBezTo>
                    <a:pt x="310" y="12533"/>
                    <a:pt x="7035" y="12533"/>
                    <a:pt x="9867" y="12533"/>
                  </a:cubicBezTo>
                  <a:cubicBezTo>
                    <a:pt x="30043" y="12533"/>
                    <a:pt x="31459" y="15367"/>
                    <a:pt x="31459" y="32726"/>
                  </a:cubicBezTo>
                  <a:lnTo>
                    <a:pt x="31459" y="210216"/>
                  </a:lnTo>
                  <a:cubicBezTo>
                    <a:pt x="31459" y="226867"/>
                    <a:pt x="30397" y="230410"/>
                    <a:pt x="11637" y="230410"/>
                  </a:cubicBezTo>
                  <a:cubicBezTo>
                    <a:pt x="6327" y="230410"/>
                    <a:pt x="310" y="230410"/>
                    <a:pt x="310" y="236432"/>
                  </a:cubicBezTo>
                  <a:cubicBezTo>
                    <a:pt x="310" y="242809"/>
                    <a:pt x="5973" y="242809"/>
                    <a:pt x="12345" y="242809"/>
                  </a:cubicBezTo>
                  <a:lnTo>
                    <a:pt x="199946" y="242809"/>
                  </a:lnTo>
                  <a:cubicBezTo>
                    <a:pt x="206671" y="242809"/>
                    <a:pt x="210211" y="242809"/>
                    <a:pt x="211273" y="237849"/>
                  </a:cubicBezTo>
                  <a:cubicBezTo>
                    <a:pt x="211627" y="237495"/>
                    <a:pt x="221538" y="178332"/>
                    <a:pt x="221538" y="176560"/>
                  </a:cubicBezTo>
                  <a:cubicBezTo>
                    <a:pt x="221538" y="172663"/>
                    <a:pt x="218352" y="170184"/>
                    <a:pt x="215520" y="170184"/>
                  </a:cubicBezTo>
                  <a:cubicBezTo>
                    <a:pt x="210565" y="170184"/>
                    <a:pt x="209149" y="174789"/>
                    <a:pt x="209149" y="175143"/>
                  </a:cubicBezTo>
                  <a:cubicBezTo>
                    <a:pt x="207025" y="184354"/>
                    <a:pt x="203486" y="199234"/>
                    <a:pt x="177646" y="214467"/>
                  </a:cubicBezTo>
                  <a:cubicBezTo>
                    <a:pt x="159240" y="225450"/>
                    <a:pt x="141188" y="230410"/>
                    <a:pt x="121720" y="230410"/>
                  </a:cubicBezTo>
                  <a:lnTo>
                    <a:pt x="102252" y="230410"/>
                  </a:lnTo>
                  <a:cubicBezTo>
                    <a:pt x="93756" y="230410"/>
                    <a:pt x="87031" y="230410"/>
                    <a:pt x="87031" y="206673"/>
                  </a:cubicBezTo>
                  <a:lnTo>
                    <a:pt x="87031" y="123774"/>
                  </a:lnTo>
                  <a:close/>
                  <a:moveTo>
                    <a:pt x="192867" y="12533"/>
                  </a:moveTo>
                  <a:lnTo>
                    <a:pt x="192867" y="29538"/>
                  </a:lnTo>
                  <a:cubicBezTo>
                    <a:pt x="186849" y="22807"/>
                    <a:pt x="180124" y="17138"/>
                    <a:pt x="172691" y="12533"/>
                  </a:cubicBezTo>
                  <a:lnTo>
                    <a:pt x="192867" y="12533"/>
                  </a:lnTo>
                  <a:close/>
                  <a:moveTo>
                    <a:pt x="123843" y="116334"/>
                  </a:moveTo>
                  <a:cubicBezTo>
                    <a:pt x="129507" y="113854"/>
                    <a:pt x="137294" y="108540"/>
                    <a:pt x="143666" y="101101"/>
                  </a:cubicBezTo>
                  <a:lnTo>
                    <a:pt x="143666" y="130859"/>
                  </a:lnTo>
                  <a:cubicBezTo>
                    <a:pt x="135170" y="121294"/>
                    <a:pt x="124197" y="116689"/>
                    <a:pt x="123843" y="116689"/>
                  </a:cubicBezTo>
                  <a:lnTo>
                    <a:pt x="123843" y="116334"/>
                  </a:lnTo>
                  <a:close/>
                  <a:moveTo>
                    <a:pt x="43847" y="32018"/>
                  </a:moveTo>
                  <a:cubicBezTo>
                    <a:pt x="43847" y="27766"/>
                    <a:pt x="43847" y="18910"/>
                    <a:pt x="41016" y="12533"/>
                  </a:cubicBezTo>
                  <a:lnTo>
                    <a:pt x="78536" y="12533"/>
                  </a:lnTo>
                  <a:cubicBezTo>
                    <a:pt x="74642" y="20681"/>
                    <a:pt x="74642" y="32372"/>
                    <a:pt x="74642" y="35560"/>
                  </a:cubicBezTo>
                  <a:lnTo>
                    <a:pt x="74642" y="207382"/>
                  </a:lnTo>
                  <a:cubicBezTo>
                    <a:pt x="74642" y="220136"/>
                    <a:pt x="77120" y="227221"/>
                    <a:pt x="78536" y="230410"/>
                  </a:cubicBezTo>
                  <a:lnTo>
                    <a:pt x="41016" y="230410"/>
                  </a:lnTo>
                  <a:cubicBezTo>
                    <a:pt x="43847" y="224033"/>
                    <a:pt x="43847" y="215176"/>
                    <a:pt x="43847" y="210925"/>
                  </a:cubicBezTo>
                  <a:lnTo>
                    <a:pt x="43847" y="32018"/>
                  </a:lnTo>
                  <a:close/>
                  <a:moveTo>
                    <a:pt x="175522" y="230410"/>
                  </a:moveTo>
                  <a:lnTo>
                    <a:pt x="175522" y="230055"/>
                  </a:lnTo>
                  <a:cubicBezTo>
                    <a:pt x="186849" y="224387"/>
                    <a:pt x="196406" y="216947"/>
                    <a:pt x="203486" y="210570"/>
                  </a:cubicBezTo>
                  <a:cubicBezTo>
                    <a:pt x="203132" y="211988"/>
                    <a:pt x="200654" y="227575"/>
                    <a:pt x="200300" y="230410"/>
                  </a:cubicBezTo>
                  <a:lnTo>
                    <a:pt x="175522" y="230410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61405066-AABC-114A-8779-58D2A088D043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8870779" y="4202518"/>
              <a:ext cx="109516" cy="164665"/>
            </a:xfrm>
            <a:custGeom>
              <a:avLst/>
              <a:gdLst>
                <a:gd name="connsiteX0" fmla="*/ 109833 w 109516"/>
                <a:gd name="connsiteY0" fmla="*/ 119660 h 164665"/>
                <a:gd name="connsiteX1" fmla="*/ 101409 w 109516"/>
                <a:gd name="connsiteY1" fmla="*/ 119660 h 164665"/>
                <a:gd name="connsiteX2" fmla="*/ 94967 w 109516"/>
                <a:gd name="connsiteY2" fmla="*/ 142227 h 164665"/>
                <a:gd name="connsiteX3" fmla="*/ 70437 w 109516"/>
                <a:gd name="connsiteY3" fmla="*/ 143715 h 164665"/>
                <a:gd name="connsiteX4" fmla="*/ 24846 w 109516"/>
                <a:gd name="connsiteY4" fmla="*/ 143715 h 164665"/>
                <a:gd name="connsiteX5" fmla="*/ 74401 w 109516"/>
                <a:gd name="connsiteY5" fmla="*/ 102053 h 164665"/>
                <a:gd name="connsiteX6" fmla="*/ 109833 w 109516"/>
                <a:gd name="connsiteY6" fmla="*/ 48487 h 164665"/>
                <a:gd name="connsiteX7" fmla="*/ 51854 w 109516"/>
                <a:gd name="connsiteY7" fmla="*/ 129 h 164665"/>
                <a:gd name="connsiteX8" fmla="*/ 316 w 109516"/>
                <a:gd name="connsiteY8" fmla="*/ 44519 h 164665"/>
                <a:gd name="connsiteX9" fmla="*/ 13448 w 109516"/>
                <a:gd name="connsiteY9" fmla="*/ 58407 h 164665"/>
                <a:gd name="connsiteX10" fmla="*/ 26581 w 109516"/>
                <a:gd name="connsiteY10" fmla="*/ 45263 h 164665"/>
                <a:gd name="connsiteX11" fmla="*/ 11962 w 109516"/>
                <a:gd name="connsiteY11" fmla="*/ 32120 h 164665"/>
                <a:gd name="connsiteX12" fmla="*/ 48137 w 109516"/>
                <a:gd name="connsiteY12" fmla="*/ 9057 h 164665"/>
                <a:gd name="connsiteX13" fmla="*/ 85799 w 109516"/>
                <a:gd name="connsiteY13" fmla="*/ 48487 h 164665"/>
                <a:gd name="connsiteX14" fmla="*/ 62508 w 109516"/>
                <a:gd name="connsiteY14" fmla="*/ 96101 h 164665"/>
                <a:gd name="connsiteX15" fmla="*/ 2794 w 109516"/>
                <a:gd name="connsiteY15" fmla="*/ 155123 h 164665"/>
                <a:gd name="connsiteX16" fmla="*/ 316 w 109516"/>
                <a:gd name="connsiteY16" fmla="*/ 164794 h 164665"/>
                <a:gd name="connsiteX17" fmla="*/ 102400 w 109516"/>
                <a:gd name="connsiteY17" fmla="*/ 164794 h 164665"/>
                <a:gd name="connsiteX18" fmla="*/ 109833 w 109516"/>
                <a:gd name="connsiteY18" fmla="*/ 119660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516" h="164665">
                  <a:moveTo>
                    <a:pt x="109833" y="119660"/>
                  </a:moveTo>
                  <a:lnTo>
                    <a:pt x="101409" y="119660"/>
                  </a:lnTo>
                  <a:cubicBezTo>
                    <a:pt x="100665" y="125116"/>
                    <a:pt x="98188" y="139747"/>
                    <a:pt x="94967" y="142227"/>
                  </a:cubicBezTo>
                  <a:cubicBezTo>
                    <a:pt x="92984" y="143715"/>
                    <a:pt x="73906" y="143715"/>
                    <a:pt x="70437" y="143715"/>
                  </a:cubicBezTo>
                  <a:lnTo>
                    <a:pt x="24846" y="143715"/>
                  </a:lnTo>
                  <a:cubicBezTo>
                    <a:pt x="50863" y="120652"/>
                    <a:pt x="59535" y="113709"/>
                    <a:pt x="74401" y="102053"/>
                  </a:cubicBezTo>
                  <a:cubicBezTo>
                    <a:pt x="92737" y="87422"/>
                    <a:pt x="109833" y="72046"/>
                    <a:pt x="109833" y="48487"/>
                  </a:cubicBezTo>
                  <a:cubicBezTo>
                    <a:pt x="109833" y="18480"/>
                    <a:pt x="83569" y="129"/>
                    <a:pt x="51854" y="129"/>
                  </a:cubicBezTo>
                  <a:cubicBezTo>
                    <a:pt x="21129" y="129"/>
                    <a:pt x="316" y="21704"/>
                    <a:pt x="316" y="44519"/>
                  </a:cubicBezTo>
                  <a:cubicBezTo>
                    <a:pt x="316" y="57167"/>
                    <a:pt x="10971" y="58407"/>
                    <a:pt x="13448" y="58407"/>
                  </a:cubicBezTo>
                  <a:cubicBezTo>
                    <a:pt x="19395" y="58407"/>
                    <a:pt x="26581" y="54191"/>
                    <a:pt x="26581" y="45263"/>
                  </a:cubicBezTo>
                  <a:cubicBezTo>
                    <a:pt x="26581" y="40799"/>
                    <a:pt x="24846" y="32120"/>
                    <a:pt x="11962" y="32120"/>
                  </a:cubicBezTo>
                  <a:cubicBezTo>
                    <a:pt x="19643" y="14513"/>
                    <a:pt x="36492" y="9057"/>
                    <a:pt x="48137" y="9057"/>
                  </a:cubicBezTo>
                  <a:cubicBezTo>
                    <a:pt x="72915" y="9057"/>
                    <a:pt x="85799" y="28400"/>
                    <a:pt x="85799" y="48487"/>
                  </a:cubicBezTo>
                  <a:cubicBezTo>
                    <a:pt x="85799" y="70062"/>
                    <a:pt x="70437" y="87174"/>
                    <a:pt x="62508" y="96101"/>
                  </a:cubicBezTo>
                  <a:lnTo>
                    <a:pt x="2794" y="155123"/>
                  </a:lnTo>
                  <a:cubicBezTo>
                    <a:pt x="316" y="157355"/>
                    <a:pt x="316" y="157851"/>
                    <a:pt x="316" y="164794"/>
                  </a:cubicBezTo>
                  <a:lnTo>
                    <a:pt x="102400" y="164794"/>
                  </a:lnTo>
                  <a:lnTo>
                    <a:pt x="109833" y="119660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3CE4FB55-DE2D-77DE-9FC4-E27D16F244CB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9055730" y="4247755"/>
              <a:ext cx="48493" cy="354271"/>
            </a:xfrm>
            <a:custGeom>
              <a:avLst/>
              <a:gdLst>
                <a:gd name="connsiteX0" fmla="*/ 48814 w 48493"/>
                <a:gd name="connsiteY0" fmla="*/ 354405 h 354271"/>
                <a:gd name="connsiteX1" fmla="*/ 48814 w 48493"/>
                <a:gd name="connsiteY1" fmla="*/ 340234 h 354271"/>
                <a:gd name="connsiteX2" fmla="*/ 14479 w 48493"/>
                <a:gd name="connsiteY2" fmla="*/ 340234 h 354271"/>
                <a:gd name="connsiteX3" fmla="*/ 14479 w 48493"/>
                <a:gd name="connsiteY3" fmla="*/ 14304 h 354271"/>
                <a:gd name="connsiteX4" fmla="*/ 48814 w 48493"/>
                <a:gd name="connsiteY4" fmla="*/ 14304 h 354271"/>
                <a:gd name="connsiteX5" fmla="*/ 48814 w 48493"/>
                <a:gd name="connsiteY5" fmla="*/ 133 h 354271"/>
                <a:gd name="connsiteX6" fmla="*/ 321 w 48493"/>
                <a:gd name="connsiteY6" fmla="*/ 133 h 354271"/>
                <a:gd name="connsiteX7" fmla="*/ 321 w 48493"/>
                <a:gd name="connsiteY7" fmla="*/ 354405 h 354271"/>
                <a:gd name="connsiteX8" fmla="*/ 48814 w 48493"/>
                <a:gd name="connsiteY8" fmla="*/ 354405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814" y="354405"/>
                  </a:moveTo>
                  <a:lnTo>
                    <a:pt x="48814" y="340234"/>
                  </a:lnTo>
                  <a:lnTo>
                    <a:pt x="14479" y="340234"/>
                  </a:lnTo>
                  <a:lnTo>
                    <a:pt x="14479" y="14304"/>
                  </a:lnTo>
                  <a:lnTo>
                    <a:pt x="48814" y="14304"/>
                  </a:lnTo>
                  <a:lnTo>
                    <a:pt x="48814" y="133"/>
                  </a:lnTo>
                  <a:lnTo>
                    <a:pt x="321" y="133"/>
                  </a:lnTo>
                  <a:lnTo>
                    <a:pt x="321" y="354405"/>
                  </a:lnTo>
                  <a:lnTo>
                    <a:pt x="48814" y="354405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CE36F474-D4B1-F697-043E-729F803CEFF4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9121843" y="4271491"/>
              <a:ext cx="291667" cy="241967"/>
            </a:xfrm>
            <a:custGeom>
              <a:avLst/>
              <a:gdLst>
                <a:gd name="connsiteX0" fmla="*/ 162440 w 291667"/>
                <a:gd name="connsiteY0" fmla="*/ 96495 h 241967"/>
                <a:gd name="connsiteX1" fmla="*/ 132707 w 291667"/>
                <a:gd name="connsiteY1" fmla="*/ 25995 h 241967"/>
                <a:gd name="connsiteX2" fmla="*/ 130937 w 291667"/>
                <a:gd name="connsiteY2" fmla="*/ 21389 h 241967"/>
                <a:gd name="connsiteX3" fmla="*/ 151821 w 291667"/>
                <a:gd name="connsiteY3" fmla="*/ 11116 h 241967"/>
                <a:gd name="connsiteX4" fmla="*/ 158900 w 291667"/>
                <a:gd name="connsiteY4" fmla="*/ 4384 h 241967"/>
                <a:gd name="connsiteX5" fmla="*/ 153590 w 291667"/>
                <a:gd name="connsiteY5" fmla="*/ 133 h 241967"/>
                <a:gd name="connsiteX6" fmla="*/ 108991 w 291667"/>
                <a:gd name="connsiteY6" fmla="*/ 1196 h 241967"/>
                <a:gd name="connsiteX7" fmla="*/ 69347 w 291667"/>
                <a:gd name="connsiteY7" fmla="*/ 133 h 241967"/>
                <a:gd name="connsiteX8" fmla="*/ 62975 w 291667"/>
                <a:gd name="connsiteY8" fmla="*/ 7219 h 241967"/>
                <a:gd name="connsiteX9" fmla="*/ 71117 w 291667"/>
                <a:gd name="connsiteY9" fmla="*/ 11116 h 241967"/>
                <a:gd name="connsiteX10" fmla="*/ 97664 w 291667"/>
                <a:gd name="connsiteY10" fmla="*/ 22452 h 241967"/>
                <a:gd name="connsiteX11" fmla="*/ 139432 w 291667"/>
                <a:gd name="connsiteY11" fmla="*/ 121294 h 241967"/>
                <a:gd name="connsiteX12" fmla="*/ 64745 w 291667"/>
                <a:gd name="connsiteY12" fmla="*/ 201714 h 241967"/>
                <a:gd name="connsiteX13" fmla="*/ 60144 w 291667"/>
                <a:gd name="connsiteY13" fmla="*/ 205611 h 241967"/>
                <a:gd name="connsiteX14" fmla="*/ 8111 w 291667"/>
                <a:gd name="connsiteY14" fmla="*/ 231118 h 241967"/>
                <a:gd name="connsiteX15" fmla="*/ 324 w 291667"/>
                <a:gd name="connsiteY15" fmla="*/ 238204 h 241967"/>
                <a:gd name="connsiteX16" fmla="*/ 4925 w 291667"/>
                <a:gd name="connsiteY16" fmla="*/ 242101 h 241967"/>
                <a:gd name="connsiteX17" fmla="*/ 38198 w 291667"/>
                <a:gd name="connsiteY17" fmla="*/ 241038 h 241967"/>
                <a:gd name="connsiteX18" fmla="*/ 77842 w 291667"/>
                <a:gd name="connsiteY18" fmla="*/ 242101 h 241967"/>
                <a:gd name="connsiteX19" fmla="*/ 84213 w 291667"/>
                <a:gd name="connsiteY19" fmla="*/ 235015 h 241967"/>
                <a:gd name="connsiteX20" fmla="*/ 79966 w 291667"/>
                <a:gd name="connsiteY20" fmla="*/ 231118 h 241967"/>
                <a:gd name="connsiteX21" fmla="*/ 65807 w 291667"/>
                <a:gd name="connsiteY21" fmla="*/ 220136 h 241967"/>
                <a:gd name="connsiteX22" fmla="*/ 75364 w 291667"/>
                <a:gd name="connsiteY22" fmla="*/ 204194 h 241967"/>
                <a:gd name="connsiteX23" fmla="*/ 111469 w 291667"/>
                <a:gd name="connsiteY23" fmla="*/ 165932 h 241967"/>
                <a:gd name="connsiteX24" fmla="*/ 143325 w 291667"/>
                <a:gd name="connsiteY24" fmla="*/ 131214 h 241967"/>
                <a:gd name="connsiteX25" fmla="*/ 179076 w 291667"/>
                <a:gd name="connsiteY25" fmla="*/ 215885 h 241967"/>
                <a:gd name="connsiteX26" fmla="*/ 180846 w 291667"/>
                <a:gd name="connsiteY26" fmla="*/ 220844 h 241967"/>
                <a:gd name="connsiteX27" fmla="*/ 160316 w 291667"/>
                <a:gd name="connsiteY27" fmla="*/ 231118 h 241967"/>
                <a:gd name="connsiteX28" fmla="*/ 153236 w 291667"/>
                <a:gd name="connsiteY28" fmla="*/ 237849 h 241967"/>
                <a:gd name="connsiteX29" fmla="*/ 158546 w 291667"/>
                <a:gd name="connsiteY29" fmla="*/ 242101 h 241967"/>
                <a:gd name="connsiteX30" fmla="*/ 203146 w 291667"/>
                <a:gd name="connsiteY30" fmla="*/ 241038 h 241967"/>
                <a:gd name="connsiteX31" fmla="*/ 242436 w 291667"/>
                <a:gd name="connsiteY31" fmla="*/ 242101 h 241967"/>
                <a:gd name="connsiteX32" fmla="*/ 249161 w 291667"/>
                <a:gd name="connsiteY32" fmla="*/ 235369 h 241967"/>
                <a:gd name="connsiteX33" fmla="*/ 242790 w 291667"/>
                <a:gd name="connsiteY33" fmla="*/ 231118 h 241967"/>
                <a:gd name="connsiteX34" fmla="*/ 212349 w 291667"/>
                <a:gd name="connsiteY34" fmla="*/ 215530 h 241967"/>
                <a:gd name="connsiteX35" fmla="*/ 166687 w 291667"/>
                <a:gd name="connsiteY35" fmla="*/ 106060 h 241967"/>
                <a:gd name="connsiteX36" fmla="*/ 239250 w 291667"/>
                <a:gd name="connsiteY36" fmla="*/ 29183 h 241967"/>
                <a:gd name="connsiteX37" fmla="*/ 284204 w 291667"/>
                <a:gd name="connsiteY37" fmla="*/ 11116 h 241967"/>
                <a:gd name="connsiteX38" fmla="*/ 291991 w 291667"/>
                <a:gd name="connsiteY38" fmla="*/ 4030 h 241967"/>
                <a:gd name="connsiteX39" fmla="*/ 287389 w 291667"/>
                <a:gd name="connsiteY39" fmla="*/ 133 h 241967"/>
                <a:gd name="connsiteX40" fmla="*/ 254116 w 291667"/>
                <a:gd name="connsiteY40" fmla="*/ 1196 h 241967"/>
                <a:gd name="connsiteX41" fmla="*/ 214826 w 291667"/>
                <a:gd name="connsiteY41" fmla="*/ 133 h 241967"/>
                <a:gd name="connsiteX42" fmla="*/ 208101 w 291667"/>
                <a:gd name="connsiteY42" fmla="*/ 7219 h 241967"/>
                <a:gd name="connsiteX43" fmla="*/ 212349 w 291667"/>
                <a:gd name="connsiteY43" fmla="*/ 11116 h 241967"/>
                <a:gd name="connsiteX44" fmla="*/ 226507 w 291667"/>
                <a:gd name="connsiteY44" fmla="*/ 22098 h 241967"/>
                <a:gd name="connsiteX45" fmla="*/ 219782 w 291667"/>
                <a:gd name="connsiteY45" fmla="*/ 34852 h 241967"/>
                <a:gd name="connsiteX46" fmla="*/ 162440 w 291667"/>
                <a:gd name="connsiteY46" fmla="*/ 96495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1667" h="241967">
                  <a:moveTo>
                    <a:pt x="162440" y="96495"/>
                  </a:moveTo>
                  <a:lnTo>
                    <a:pt x="132707" y="25995"/>
                  </a:lnTo>
                  <a:cubicBezTo>
                    <a:pt x="131645" y="23161"/>
                    <a:pt x="130937" y="21744"/>
                    <a:pt x="130937" y="21389"/>
                  </a:cubicBezTo>
                  <a:cubicBezTo>
                    <a:pt x="130937" y="19264"/>
                    <a:pt x="136954" y="12533"/>
                    <a:pt x="151821" y="11116"/>
                  </a:cubicBezTo>
                  <a:cubicBezTo>
                    <a:pt x="155360" y="10761"/>
                    <a:pt x="158900" y="10407"/>
                    <a:pt x="158900" y="4384"/>
                  </a:cubicBezTo>
                  <a:cubicBezTo>
                    <a:pt x="158900" y="133"/>
                    <a:pt x="154652" y="133"/>
                    <a:pt x="153590" y="133"/>
                  </a:cubicBezTo>
                  <a:cubicBezTo>
                    <a:pt x="139078" y="133"/>
                    <a:pt x="123857" y="1196"/>
                    <a:pt x="108991" y="1196"/>
                  </a:cubicBezTo>
                  <a:cubicBezTo>
                    <a:pt x="100142" y="1196"/>
                    <a:pt x="78196" y="133"/>
                    <a:pt x="69347" y="133"/>
                  </a:cubicBezTo>
                  <a:cubicBezTo>
                    <a:pt x="67223" y="133"/>
                    <a:pt x="62975" y="133"/>
                    <a:pt x="62975" y="7219"/>
                  </a:cubicBezTo>
                  <a:cubicBezTo>
                    <a:pt x="62975" y="11116"/>
                    <a:pt x="66515" y="11116"/>
                    <a:pt x="71117" y="11116"/>
                  </a:cubicBezTo>
                  <a:cubicBezTo>
                    <a:pt x="92354" y="11116"/>
                    <a:pt x="94478" y="14658"/>
                    <a:pt x="97664" y="22452"/>
                  </a:cubicBezTo>
                  <a:lnTo>
                    <a:pt x="139432" y="121294"/>
                  </a:lnTo>
                  <a:lnTo>
                    <a:pt x="64745" y="201714"/>
                  </a:lnTo>
                  <a:lnTo>
                    <a:pt x="60144" y="205611"/>
                  </a:lnTo>
                  <a:cubicBezTo>
                    <a:pt x="42799" y="224387"/>
                    <a:pt x="26163" y="230055"/>
                    <a:pt x="8111" y="231118"/>
                  </a:cubicBezTo>
                  <a:cubicBezTo>
                    <a:pt x="3509" y="231473"/>
                    <a:pt x="324" y="231473"/>
                    <a:pt x="324" y="238204"/>
                  </a:cubicBezTo>
                  <a:cubicBezTo>
                    <a:pt x="324" y="238558"/>
                    <a:pt x="324" y="242101"/>
                    <a:pt x="4925" y="242101"/>
                  </a:cubicBezTo>
                  <a:cubicBezTo>
                    <a:pt x="15544" y="242101"/>
                    <a:pt x="27225" y="241038"/>
                    <a:pt x="38198" y="241038"/>
                  </a:cubicBezTo>
                  <a:cubicBezTo>
                    <a:pt x="51295" y="241038"/>
                    <a:pt x="65099" y="242101"/>
                    <a:pt x="77842" y="242101"/>
                  </a:cubicBezTo>
                  <a:cubicBezTo>
                    <a:pt x="79966" y="242101"/>
                    <a:pt x="84213" y="242101"/>
                    <a:pt x="84213" y="235015"/>
                  </a:cubicBezTo>
                  <a:cubicBezTo>
                    <a:pt x="84213" y="231473"/>
                    <a:pt x="80674" y="231118"/>
                    <a:pt x="79966" y="231118"/>
                  </a:cubicBezTo>
                  <a:cubicBezTo>
                    <a:pt x="76780" y="230764"/>
                    <a:pt x="65807" y="230055"/>
                    <a:pt x="65807" y="220136"/>
                  </a:cubicBezTo>
                  <a:cubicBezTo>
                    <a:pt x="65807" y="214467"/>
                    <a:pt x="71117" y="208799"/>
                    <a:pt x="75364" y="204194"/>
                  </a:cubicBezTo>
                  <a:lnTo>
                    <a:pt x="111469" y="165932"/>
                  </a:lnTo>
                  <a:lnTo>
                    <a:pt x="143325" y="131214"/>
                  </a:lnTo>
                  <a:lnTo>
                    <a:pt x="179076" y="215885"/>
                  </a:lnTo>
                  <a:cubicBezTo>
                    <a:pt x="180492" y="219782"/>
                    <a:pt x="180846" y="220136"/>
                    <a:pt x="180846" y="220844"/>
                  </a:cubicBezTo>
                  <a:cubicBezTo>
                    <a:pt x="180846" y="223679"/>
                    <a:pt x="174120" y="229701"/>
                    <a:pt x="160316" y="231118"/>
                  </a:cubicBezTo>
                  <a:cubicBezTo>
                    <a:pt x="156422" y="231473"/>
                    <a:pt x="153236" y="231827"/>
                    <a:pt x="153236" y="237849"/>
                  </a:cubicBezTo>
                  <a:cubicBezTo>
                    <a:pt x="153236" y="242101"/>
                    <a:pt x="157130" y="242101"/>
                    <a:pt x="158546" y="242101"/>
                  </a:cubicBezTo>
                  <a:cubicBezTo>
                    <a:pt x="168457" y="242101"/>
                    <a:pt x="193235" y="241038"/>
                    <a:pt x="203146" y="241038"/>
                  </a:cubicBezTo>
                  <a:cubicBezTo>
                    <a:pt x="211995" y="241038"/>
                    <a:pt x="233587" y="242101"/>
                    <a:pt x="242436" y="242101"/>
                  </a:cubicBezTo>
                  <a:cubicBezTo>
                    <a:pt x="244913" y="242101"/>
                    <a:pt x="249161" y="242101"/>
                    <a:pt x="249161" y="235369"/>
                  </a:cubicBezTo>
                  <a:cubicBezTo>
                    <a:pt x="249161" y="231118"/>
                    <a:pt x="245621" y="231118"/>
                    <a:pt x="242790" y="231118"/>
                  </a:cubicBezTo>
                  <a:cubicBezTo>
                    <a:pt x="219074" y="230764"/>
                    <a:pt x="218366" y="229701"/>
                    <a:pt x="212349" y="215530"/>
                  </a:cubicBezTo>
                  <a:cubicBezTo>
                    <a:pt x="198544" y="182583"/>
                    <a:pt x="174828" y="127317"/>
                    <a:pt x="166687" y="106060"/>
                  </a:cubicBezTo>
                  <a:cubicBezTo>
                    <a:pt x="190757" y="81261"/>
                    <a:pt x="227923" y="39103"/>
                    <a:pt x="239250" y="29183"/>
                  </a:cubicBezTo>
                  <a:cubicBezTo>
                    <a:pt x="249515" y="20681"/>
                    <a:pt x="262966" y="12178"/>
                    <a:pt x="284204" y="11116"/>
                  </a:cubicBezTo>
                  <a:cubicBezTo>
                    <a:pt x="288805" y="10761"/>
                    <a:pt x="291991" y="10761"/>
                    <a:pt x="291991" y="4030"/>
                  </a:cubicBezTo>
                  <a:cubicBezTo>
                    <a:pt x="291991" y="3676"/>
                    <a:pt x="291991" y="133"/>
                    <a:pt x="287389" y="133"/>
                  </a:cubicBezTo>
                  <a:cubicBezTo>
                    <a:pt x="276770" y="133"/>
                    <a:pt x="265089" y="1196"/>
                    <a:pt x="254116" y="1196"/>
                  </a:cubicBezTo>
                  <a:cubicBezTo>
                    <a:pt x="241020" y="1196"/>
                    <a:pt x="227569" y="133"/>
                    <a:pt x="214826" y="133"/>
                  </a:cubicBezTo>
                  <a:cubicBezTo>
                    <a:pt x="212703" y="133"/>
                    <a:pt x="208101" y="133"/>
                    <a:pt x="208101" y="7219"/>
                  </a:cubicBezTo>
                  <a:cubicBezTo>
                    <a:pt x="208101" y="9699"/>
                    <a:pt x="209871" y="10761"/>
                    <a:pt x="212349" y="11116"/>
                  </a:cubicBezTo>
                  <a:cubicBezTo>
                    <a:pt x="215534" y="11470"/>
                    <a:pt x="226507" y="12178"/>
                    <a:pt x="226507" y="22098"/>
                  </a:cubicBezTo>
                  <a:cubicBezTo>
                    <a:pt x="226507" y="27058"/>
                    <a:pt x="222614" y="31663"/>
                    <a:pt x="219782" y="34852"/>
                  </a:cubicBezTo>
                  <a:lnTo>
                    <a:pt x="162440" y="96495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4391039C-0429-52DE-EAEE-D5B894DB2102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9441100" y="4247755"/>
              <a:ext cx="48493" cy="354271"/>
            </a:xfrm>
            <a:custGeom>
              <a:avLst/>
              <a:gdLst>
                <a:gd name="connsiteX0" fmla="*/ 48826 w 48493"/>
                <a:gd name="connsiteY0" fmla="*/ 133 h 354271"/>
                <a:gd name="connsiteX1" fmla="*/ 333 w 48493"/>
                <a:gd name="connsiteY1" fmla="*/ 133 h 354271"/>
                <a:gd name="connsiteX2" fmla="*/ 333 w 48493"/>
                <a:gd name="connsiteY2" fmla="*/ 14304 h 354271"/>
                <a:gd name="connsiteX3" fmla="*/ 34667 w 48493"/>
                <a:gd name="connsiteY3" fmla="*/ 14304 h 354271"/>
                <a:gd name="connsiteX4" fmla="*/ 34667 w 48493"/>
                <a:gd name="connsiteY4" fmla="*/ 340234 h 354271"/>
                <a:gd name="connsiteX5" fmla="*/ 333 w 48493"/>
                <a:gd name="connsiteY5" fmla="*/ 340234 h 354271"/>
                <a:gd name="connsiteX6" fmla="*/ 333 w 48493"/>
                <a:gd name="connsiteY6" fmla="*/ 354405 h 354271"/>
                <a:gd name="connsiteX7" fmla="*/ 48826 w 48493"/>
                <a:gd name="connsiteY7" fmla="*/ 354405 h 354271"/>
                <a:gd name="connsiteX8" fmla="*/ 48826 w 48493"/>
                <a:gd name="connsiteY8" fmla="*/ 133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93" h="354271">
                  <a:moveTo>
                    <a:pt x="48826" y="133"/>
                  </a:moveTo>
                  <a:lnTo>
                    <a:pt x="333" y="133"/>
                  </a:lnTo>
                  <a:lnTo>
                    <a:pt x="333" y="14304"/>
                  </a:lnTo>
                  <a:lnTo>
                    <a:pt x="34667" y="14304"/>
                  </a:lnTo>
                  <a:lnTo>
                    <a:pt x="34667" y="340234"/>
                  </a:lnTo>
                  <a:lnTo>
                    <a:pt x="333" y="340234"/>
                  </a:lnTo>
                  <a:lnTo>
                    <a:pt x="333" y="354405"/>
                  </a:lnTo>
                  <a:lnTo>
                    <a:pt x="48826" y="354405"/>
                  </a:lnTo>
                  <a:lnTo>
                    <a:pt x="48826" y="133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4D0B734D-4FAB-7BFF-99B3-7602567EFE24}"/>
              </a:ext>
            </a:extLst>
          </p:cNvPr>
          <p:cNvGrpSpPr/>
          <p:nvPr/>
        </p:nvGrpSpPr>
        <p:grpSpPr>
          <a:xfrm>
            <a:off x="2263038" y="4808921"/>
            <a:ext cx="502117" cy="235944"/>
            <a:chOff x="2263038" y="4808921"/>
            <a:chExt cx="502117" cy="235944"/>
          </a:xfrm>
        </p:grpSpPr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DC2502F5-93ED-614E-B6F7-D873CC79DA28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2263038" y="4914848"/>
              <a:ext cx="235386" cy="82899"/>
            </a:xfrm>
            <a:custGeom>
              <a:avLst/>
              <a:gdLst>
                <a:gd name="connsiteX0" fmla="*/ 223482 w 235386"/>
                <a:gd name="connsiteY0" fmla="*/ 14319 h 82899"/>
                <a:gd name="connsiteX1" fmla="*/ 235517 w 235386"/>
                <a:gd name="connsiteY1" fmla="*/ 7234 h 82899"/>
                <a:gd name="connsiteX2" fmla="*/ 223836 w 235386"/>
                <a:gd name="connsiteY2" fmla="*/ 148 h 82899"/>
                <a:gd name="connsiteX3" fmla="*/ 11811 w 235386"/>
                <a:gd name="connsiteY3" fmla="*/ 148 h 82899"/>
                <a:gd name="connsiteX4" fmla="*/ 130 w 235386"/>
                <a:gd name="connsiteY4" fmla="*/ 7234 h 82899"/>
                <a:gd name="connsiteX5" fmla="*/ 12165 w 235386"/>
                <a:gd name="connsiteY5" fmla="*/ 14319 h 82899"/>
                <a:gd name="connsiteX6" fmla="*/ 223482 w 235386"/>
                <a:gd name="connsiteY6" fmla="*/ 14319 h 82899"/>
                <a:gd name="connsiteX7" fmla="*/ 223836 w 235386"/>
                <a:gd name="connsiteY7" fmla="*/ 83048 h 82899"/>
                <a:gd name="connsiteX8" fmla="*/ 235517 w 235386"/>
                <a:gd name="connsiteY8" fmla="*/ 75962 h 82899"/>
                <a:gd name="connsiteX9" fmla="*/ 223482 w 235386"/>
                <a:gd name="connsiteY9" fmla="*/ 68877 h 82899"/>
                <a:gd name="connsiteX10" fmla="*/ 12165 w 235386"/>
                <a:gd name="connsiteY10" fmla="*/ 68877 h 82899"/>
                <a:gd name="connsiteX11" fmla="*/ 130 w 235386"/>
                <a:gd name="connsiteY11" fmla="*/ 75962 h 82899"/>
                <a:gd name="connsiteX12" fmla="*/ 11811 w 235386"/>
                <a:gd name="connsiteY12" fmla="*/ 83048 h 82899"/>
                <a:gd name="connsiteX13" fmla="*/ 223836 w 235386"/>
                <a:gd name="connsiteY13" fmla="*/ 83048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386" h="82899">
                  <a:moveTo>
                    <a:pt x="223482" y="14319"/>
                  </a:moveTo>
                  <a:cubicBezTo>
                    <a:pt x="228792" y="14319"/>
                    <a:pt x="235517" y="14319"/>
                    <a:pt x="235517" y="7234"/>
                  </a:cubicBezTo>
                  <a:cubicBezTo>
                    <a:pt x="235517" y="148"/>
                    <a:pt x="228792" y="148"/>
                    <a:pt x="223836" y="148"/>
                  </a:cubicBezTo>
                  <a:lnTo>
                    <a:pt x="11811" y="148"/>
                  </a:lnTo>
                  <a:cubicBezTo>
                    <a:pt x="6856" y="148"/>
                    <a:pt x="130" y="148"/>
                    <a:pt x="130" y="7234"/>
                  </a:cubicBezTo>
                  <a:cubicBezTo>
                    <a:pt x="130" y="14319"/>
                    <a:pt x="6856" y="14319"/>
                    <a:pt x="12165" y="14319"/>
                  </a:cubicBezTo>
                  <a:lnTo>
                    <a:pt x="223482" y="14319"/>
                  </a:lnTo>
                  <a:close/>
                  <a:moveTo>
                    <a:pt x="223836" y="83048"/>
                  </a:moveTo>
                  <a:cubicBezTo>
                    <a:pt x="228792" y="83048"/>
                    <a:pt x="235517" y="83048"/>
                    <a:pt x="235517" y="75962"/>
                  </a:cubicBezTo>
                  <a:cubicBezTo>
                    <a:pt x="235517" y="68877"/>
                    <a:pt x="228792" y="68877"/>
                    <a:pt x="223482" y="68877"/>
                  </a:cubicBezTo>
                  <a:lnTo>
                    <a:pt x="12165" y="68877"/>
                  </a:lnTo>
                  <a:cubicBezTo>
                    <a:pt x="6856" y="68877"/>
                    <a:pt x="130" y="68877"/>
                    <a:pt x="130" y="75962"/>
                  </a:cubicBezTo>
                  <a:cubicBezTo>
                    <a:pt x="130" y="83048"/>
                    <a:pt x="6856" y="83048"/>
                    <a:pt x="11811" y="83048"/>
                  </a:cubicBezTo>
                  <a:lnTo>
                    <a:pt x="223836" y="83048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FBA2023A-4908-D5CE-9F12-D062D1BB26E9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2648347" y="4808921"/>
              <a:ext cx="116808" cy="235944"/>
            </a:xfrm>
            <a:custGeom>
              <a:avLst/>
              <a:gdLst>
                <a:gd name="connsiteX0" fmla="*/ 72704 w 116808"/>
                <a:gd name="connsiteY0" fmla="*/ 9359 h 235944"/>
                <a:gd name="connsiteX1" fmla="*/ 64562 w 116808"/>
                <a:gd name="connsiteY1" fmla="*/ 148 h 235944"/>
                <a:gd name="connsiteX2" fmla="*/ 141 w 116808"/>
                <a:gd name="connsiteY2" fmla="*/ 22822 h 235944"/>
                <a:gd name="connsiteX3" fmla="*/ 141 w 116808"/>
                <a:gd name="connsiteY3" fmla="*/ 33804 h 235944"/>
                <a:gd name="connsiteX4" fmla="*/ 46510 w 116808"/>
                <a:gd name="connsiteY4" fmla="*/ 24593 h 235944"/>
                <a:gd name="connsiteX5" fmla="*/ 46510 w 116808"/>
                <a:gd name="connsiteY5" fmla="*/ 208106 h 235944"/>
                <a:gd name="connsiteX6" fmla="*/ 13591 w 116808"/>
                <a:gd name="connsiteY6" fmla="*/ 225111 h 235944"/>
                <a:gd name="connsiteX7" fmla="*/ 2265 w 116808"/>
                <a:gd name="connsiteY7" fmla="*/ 225111 h 235944"/>
                <a:gd name="connsiteX8" fmla="*/ 2265 w 116808"/>
                <a:gd name="connsiteY8" fmla="*/ 236093 h 235944"/>
                <a:gd name="connsiteX9" fmla="*/ 59607 w 116808"/>
                <a:gd name="connsiteY9" fmla="*/ 235030 h 235944"/>
                <a:gd name="connsiteX10" fmla="*/ 116949 w 116808"/>
                <a:gd name="connsiteY10" fmla="*/ 236093 h 235944"/>
                <a:gd name="connsiteX11" fmla="*/ 116949 w 116808"/>
                <a:gd name="connsiteY11" fmla="*/ 225111 h 235944"/>
                <a:gd name="connsiteX12" fmla="*/ 105622 w 116808"/>
                <a:gd name="connsiteY12" fmla="*/ 225111 h 235944"/>
                <a:gd name="connsiteX13" fmla="*/ 72704 w 116808"/>
                <a:gd name="connsiteY13" fmla="*/ 208106 h 235944"/>
                <a:gd name="connsiteX14" fmla="*/ 72704 w 116808"/>
                <a:gd name="connsiteY14" fmla="*/ 9359 h 23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6808" h="235944">
                  <a:moveTo>
                    <a:pt x="72704" y="9359"/>
                  </a:moveTo>
                  <a:cubicBezTo>
                    <a:pt x="72704" y="857"/>
                    <a:pt x="72704" y="148"/>
                    <a:pt x="64562" y="148"/>
                  </a:cubicBezTo>
                  <a:cubicBezTo>
                    <a:pt x="42617" y="22822"/>
                    <a:pt x="11468" y="22822"/>
                    <a:pt x="141" y="22822"/>
                  </a:cubicBezTo>
                  <a:lnTo>
                    <a:pt x="141" y="33804"/>
                  </a:lnTo>
                  <a:cubicBezTo>
                    <a:pt x="7220" y="33804"/>
                    <a:pt x="28104" y="33804"/>
                    <a:pt x="46510" y="24593"/>
                  </a:cubicBezTo>
                  <a:lnTo>
                    <a:pt x="46510" y="208106"/>
                  </a:lnTo>
                  <a:cubicBezTo>
                    <a:pt x="46510" y="220859"/>
                    <a:pt x="45448" y="225111"/>
                    <a:pt x="13591" y="225111"/>
                  </a:cubicBezTo>
                  <a:lnTo>
                    <a:pt x="2265" y="225111"/>
                  </a:lnTo>
                  <a:lnTo>
                    <a:pt x="2265" y="236093"/>
                  </a:lnTo>
                  <a:cubicBezTo>
                    <a:pt x="14653" y="235030"/>
                    <a:pt x="45448" y="235030"/>
                    <a:pt x="59607" y="235030"/>
                  </a:cubicBezTo>
                  <a:cubicBezTo>
                    <a:pt x="73765" y="235030"/>
                    <a:pt x="104560" y="235030"/>
                    <a:pt x="116949" y="236093"/>
                  </a:cubicBezTo>
                  <a:lnTo>
                    <a:pt x="116949" y="225111"/>
                  </a:lnTo>
                  <a:lnTo>
                    <a:pt x="105622" y="225111"/>
                  </a:lnTo>
                  <a:cubicBezTo>
                    <a:pt x="73765" y="225111"/>
                    <a:pt x="72704" y="221214"/>
                    <a:pt x="72704" y="208106"/>
                  </a:cubicBezTo>
                  <a:lnTo>
                    <a:pt x="72704" y="9359"/>
                  </a:lnTo>
                  <a:close/>
                </a:path>
              </a:pathLst>
            </a:custGeom>
            <a:solidFill>
              <a:srgbClr val="000000"/>
            </a:solidFill>
            <a:ln w="355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8CAA52A3-D7A6-EE48-165C-53758236322F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9155331" y="1918733"/>
            <a:ext cx="291667" cy="244780"/>
          </a:xfrm>
          <a:custGeom>
            <a:avLst/>
            <a:gdLst>
              <a:gd name="connsiteX0" fmla="*/ 162409 w 291667"/>
              <a:gd name="connsiteY0" fmla="*/ 97583 h 244780"/>
              <a:gd name="connsiteX1" fmla="*/ 132676 w 291667"/>
              <a:gd name="connsiteY1" fmla="*/ 26263 h 244780"/>
              <a:gd name="connsiteX2" fmla="*/ 130906 w 291667"/>
              <a:gd name="connsiteY2" fmla="*/ 21604 h 244780"/>
              <a:gd name="connsiteX3" fmla="*/ 151790 w 291667"/>
              <a:gd name="connsiteY3" fmla="*/ 11211 h 244780"/>
              <a:gd name="connsiteX4" fmla="*/ 158869 w 291667"/>
              <a:gd name="connsiteY4" fmla="*/ 4402 h 244780"/>
              <a:gd name="connsiteX5" fmla="*/ 153560 w 291667"/>
              <a:gd name="connsiteY5" fmla="*/ 101 h 244780"/>
              <a:gd name="connsiteX6" fmla="*/ 108960 w 291667"/>
              <a:gd name="connsiteY6" fmla="*/ 1176 h 244780"/>
              <a:gd name="connsiteX7" fmla="*/ 69316 w 291667"/>
              <a:gd name="connsiteY7" fmla="*/ 101 h 244780"/>
              <a:gd name="connsiteX8" fmla="*/ 62945 w 291667"/>
              <a:gd name="connsiteY8" fmla="*/ 7269 h 244780"/>
              <a:gd name="connsiteX9" fmla="*/ 71086 w 291667"/>
              <a:gd name="connsiteY9" fmla="*/ 11211 h 244780"/>
              <a:gd name="connsiteX10" fmla="*/ 97633 w 291667"/>
              <a:gd name="connsiteY10" fmla="*/ 22679 h 244780"/>
              <a:gd name="connsiteX11" fmla="*/ 139401 w 291667"/>
              <a:gd name="connsiteY11" fmla="*/ 122671 h 244780"/>
              <a:gd name="connsiteX12" fmla="*/ 64714 w 291667"/>
              <a:gd name="connsiteY12" fmla="*/ 204025 h 244780"/>
              <a:gd name="connsiteX13" fmla="*/ 60113 w 291667"/>
              <a:gd name="connsiteY13" fmla="*/ 207968 h 244780"/>
              <a:gd name="connsiteX14" fmla="*/ 8080 w 291667"/>
              <a:gd name="connsiteY14" fmla="*/ 233772 h 244780"/>
              <a:gd name="connsiteX15" fmla="*/ 293 w 291667"/>
              <a:gd name="connsiteY15" fmla="*/ 240940 h 244780"/>
              <a:gd name="connsiteX16" fmla="*/ 4894 w 291667"/>
              <a:gd name="connsiteY16" fmla="*/ 244882 h 244780"/>
              <a:gd name="connsiteX17" fmla="*/ 38167 w 291667"/>
              <a:gd name="connsiteY17" fmla="*/ 243807 h 244780"/>
              <a:gd name="connsiteX18" fmla="*/ 77811 w 291667"/>
              <a:gd name="connsiteY18" fmla="*/ 244882 h 244780"/>
              <a:gd name="connsiteX19" fmla="*/ 84182 w 291667"/>
              <a:gd name="connsiteY19" fmla="*/ 237714 h 244780"/>
              <a:gd name="connsiteX20" fmla="*/ 79935 w 291667"/>
              <a:gd name="connsiteY20" fmla="*/ 233772 h 244780"/>
              <a:gd name="connsiteX21" fmla="*/ 65776 w 291667"/>
              <a:gd name="connsiteY21" fmla="*/ 222662 h 244780"/>
              <a:gd name="connsiteX22" fmla="*/ 75333 w 291667"/>
              <a:gd name="connsiteY22" fmla="*/ 206534 h 244780"/>
              <a:gd name="connsiteX23" fmla="*/ 111438 w 291667"/>
              <a:gd name="connsiteY23" fmla="*/ 167828 h 244780"/>
              <a:gd name="connsiteX24" fmla="*/ 143295 w 291667"/>
              <a:gd name="connsiteY24" fmla="*/ 132706 h 244780"/>
              <a:gd name="connsiteX25" fmla="*/ 179045 w 291667"/>
              <a:gd name="connsiteY25" fmla="*/ 218361 h 244780"/>
              <a:gd name="connsiteX26" fmla="*/ 180815 w 291667"/>
              <a:gd name="connsiteY26" fmla="*/ 223378 h 244780"/>
              <a:gd name="connsiteX27" fmla="*/ 160285 w 291667"/>
              <a:gd name="connsiteY27" fmla="*/ 233772 h 244780"/>
              <a:gd name="connsiteX28" fmla="*/ 153206 w 291667"/>
              <a:gd name="connsiteY28" fmla="*/ 240581 h 244780"/>
              <a:gd name="connsiteX29" fmla="*/ 158515 w 291667"/>
              <a:gd name="connsiteY29" fmla="*/ 244882 h 244780"/>
              <a:gd name="connsiteX30" fmla="*/ 203115 w 291667"/>
              <a:gd name="connsiteY30" fmla="*/ 243807 h 244780"/>
              <a:gd name="connsiteX31" fmla="*/ 242405 w 291667"/>
              <a:gd name="connsiteY31" fmla="*/ 244882 h 244780"/>
              <a:gd name="connsiteX32" fmla="*/ 249130 w 291667"/>
              <a:gd name="connsiteY32" fmla="*/ 238072 h 244780"/>
              <a:gd name="connsiteX33" fmla="*/ 242759 w 291667"/>
              <a:gd name="connsiteY33" fmla="*/ 233772 h 244780"/>
              <a:gd name="connsiteX34" fmla="*/ 212318 w 291667"/>
              <a:gd name="connsiteY34" fmla="*/ 218003 h 244780"/>
              <a:gd name="connsiteX35" fmla="*/ 166656 w 291667"/>
              <a:gd name="connsiteY35" fmla="*/ 107260 h 244780"/>
              <a:gd name="connsiteX36" fmla="*/ 239219 w 291667"/>
              <a:gd name="connsiteY36" fmla="*/ 29489 h 244780"/>
              <a:gd name="connsiteX37" fmla="*/ 284173 w 291667"/>
              <a:gd name="connsiteY37" fmla="*/ 11211 h 244780"/>
              <a:gd name="connsiteX38" fmla="*/ 291960 w 291667"/>
              <a:gd name="connsiteY38" fmla="*/ 4043 h 244780"/>
              <a:gd name="connsiteX39" fmla="*/ 287358 w 291667"/>
              <a:gd name="connsiteY39" fmla="*/ 101 h 244780"/>
              <a:gd name="connsiteX40" fmla="*/ 254086 w 291667"/>
              <a:gd name="connsiteY40" fmla="*/ 1176 h 244780"/>
              <a:gd name="connsiteX41" fmla="*/ 214796 w 291667"/>
              <a:gd name="connsiteY41" fmla="*/ 101 h 244780"/>
              <a:gd name="connsiteX42" fmla="*/ 208070 w 291667"/>
              <a:gd name="connsiteY42" fmla="*/ 7269 h 244780"/>
              <a:gd name="connsiteX43" fmla="*/ 212318 w 291667"/>
              <a:gd name="connsiteY43" fmla="*/ 11211 h 244780"/>
              <a:gd name="connsiteX44" fmla="*/ 226476 w 291667"/>
              <a:gd name="connsiteY44" fmla="*/ 22321 h 244780"/>
              <a:gd name="connsiteX45" fmla="*/ 219751 w 291667"/>
              <a:gd name="connsiteY45" fmla="*/ 35223 h 244780"/>
              <a:gd name="connsiteX46" fmla="*/ 162409 w 291667"/>
              <a:gd name="connsiteY46" fmla="*/ 97583 h 244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91667" h="244780">
                <a:moveTo>
                  <a:pt x="162409" y="97583"/>
                </a:moveTo>
                <a:lnTo>
                  <a:pt x="132676" y="26263"/>
                </a:lnTo>
                <a:cubicBezTo>
                  <a:pt x="131614" y="23396"/>
                  <a:pt x="130906" y="21963"/>
                  <a:pt x="130906" y="21604"/>
                </a:cubicBezTo>
                <a:cubicBezTo>
                  <a:pt x="130906" y="19454"/>
                  <a:pt x="136923" y="12645"/>
                  <a:pt x="151790" y="11211"/>
                </a:cubicBezTo>
                <a:cubicBezTo>
                  <a:pt x="155329" y="10853"/>
                  <a:pt x="158869" y="10494"/>
                  <a:pt x="158869" y="4402"/>
                </a:cubicBezTo>
                <a:cubicBezTo>
                  <a:pt x="158869" y="101"/>
                  <a:pt x="154621" y="101"/>
                  <a:pt x="153560" y="101"/>
                </a:cubicBezTo>
                <a:cubicBezTo>
                  <a:pt x="139047" y="101"/>
                  <a:pt x="123827" y="1176"/>
                  <a:pt x="108960" y="1176"/>
                </a:cubicBezTo>
                <a:cubicBezTo>
                  <a:pt x="100111" y="1176"/>
                  <a:pt x="78165" y="101"/>
                  <a:pt x="69316" y="101"/>
                </a:cubicBezTo>
                <a:cubicBezTo>
                  <a:pt x="67192" y="101"/>
                  <a:pt x="62945" y="101"/>
                  <a:pt x="62945" y="7269"/>
                </a:cubicBezTo>
                <a:cubicBezTo>
                  <a:pt x="62945" y="11211"/>
                  <a:pt x="66484" y="11211"/>
                  <a:pt x="71086" y="11211"/>
                </a:cubicBezTo>
                <a:cubicBezTo>
                  <a:pt x="92324" y="11211"/>
                  <a:pt x="94447" y="14795"/>
                  <a:pt x="97633" y="22679"/>
                </a:cubicBezTo>
                <a:lnTo>
                  <a:pt x="139401" y="122671"/>
                </a:lnTo>
                <a:lnTo>
                  <a:pt x="64714" y="204025"/>
                </a:lnTo>
                <a:lnTo>
                  <a:pt x="60113" y="207968"/>
                </a:lnTo>
                <a:cubicBezTo>
                  <a:pt x="42769" y="226962"/>
                  <a:pt x="26132" y="232697"/>
                  <a:pt x="8080" y="233772"/>
                </a:cubicBezTo>
                <a:cubicBezTo>
                  <a:pt x="3478" y="234130"/>
                  <a:pt x="293" y="234130"/>
                  <a:pt x="293" y="240940"/>
                </a:cubicBezTo>
                <a:cubicBezTo>
                  <a:pt x="293" y="241298"/>
                  <a:pt x="293" y="244882"/>
                  <a:pt x="4894" y="244882"/>
                </a:cubicBezTo>
                <a:cubicBezTo>
                  <a:pt x="15513" y="244882"/>
                  <a:pt x="27194" y="243807"/>
                  <a:pt x="38167" y="243807"/>
                </a:cubicBezTo>
                <a:cubicBezTo>
                  <a:pt x="51264" y="243807"/>
                  <a:pt x="65068" y="244882"/>
                  <a:pt x="77811" y="244882"/>
                </a:cubicBezTo>
                <a:cubicBezTo>
                  <a:pt x="79935" y="244882"/>
                  <a:pt x="84182" y="244882"/>
                  <a:pt x="84182" y="237714"/>
                </a:cubicBezTo>
                <a:cubicBezTo>
                  <a:pt x="84182" y="234130"/>
                  <a:pt x="80643" y="233772"/>
                  <a:pt x="79935" y="233772"/>
                </a:cubicBezTo>
                <a:cubicBezTo>
                  <a:pt x="76749" y="233413"/>
                  <a:pt x="65776" y="232697"/>
                  <a:pt x="65776" y="222662"/>
                </a:cubicBezTo>
                <a:cubicBezTo>
                  <a:pt x="65776" y="216927"/>
                  <a:pt x="71086" y="211193"/>
                  <a:pt x="75333" y="206534"/>
                </a:cubicBezTo>
                <a:lnTo>
                  <a:pt x="111438" y="167828"/>
                </a:lnTo>
                <a:lnTo>
                  <a:pt x="143295" y="132706"/>
                </a:lnTo>
                <a:lnTo>
                  <a:pt x="179045" y="218361"/>
                </a:lnTo>
                <a:cubicBezTo>
                  <a:pt x="180461" y="222303"/>
                  <a:pt x="180815" y="222662"/>
                  <a:pt x="180815" y="223378"/>
                </a:cubicBezTo>
                <a:cubicBezTo>
                  <a:pt x="180815" y="226246"/>
                  <a:pt x="174090" y="232338"/>
                  <a:pt x="160285" y="233772"/>
                </a:cubicBezTo>
                <a:cubicBezTo>
                  <a:pt x="156391" y="234130"/>
                  <a:pt x="153206" y="234489"/>
                  <a:pt x="153206" y="240581"/>
                </a:cubicBezTo>
                <a:cubicBezTo>
                  <a:pt x="153206" y="244882"/>
                  <a:pt x="157099" y="244882"/>
                  <a:pt x="158515" y="244882"/>
                </a:cubicBezTo>
                <a:cubicBezTo>
                  <a:pt x="168426" y="244882"/>
                  <a:pt x="193204" y="243807"/>
                  <a:pt x="203115" y="243807"/>
                </a:cubicBezTo>
                <a:cubicBezTo>
                  <a:pt x="211964" y="243807"/>
                  <a:pt x="233556" y="244882"/>
                  <a:pt x="242405" y="244882"/>
                </a:cubicBezTo>
                <a:cubicBezTo>
                  <a:pt x="244883" y="244882"/>
                  <a:pt x="249130" y="244882"/>
                  <a:pt x="249130" y="238072"/>
                </a:cubicBezTo>
                <a:cubicBezTo>
                  <a:pt x="249130" y="233772"/>
                  <a:pt x="245590" y="233772"/>
                  <a:pt x="242759" y="233772"/>
                </a:cubicBezTo>
                <a:cubicBezTo>
                  <a:pt x="219043" y="233413"/>
                  <a:pt x="218335" y="232338"/>
                  <a:pt x="212318" y="218003"/>
                </a:cubicBezTo>
                <a:cubicBezTo>
                  <a:pt x="198513" y="184672"/>
                  <a:pt x="174797" y="128763"/>
                  <a:pt x="166656" y="107260"/>
                </a:cubicBezTo>
                <a:cubicBezTo>
                  <a:pt x="190726" y="82172"/>
                  <a:pt x="227892" y="39524"/>
                  <a:pt x="239219" y="29489"/>
                </a:cubicBezTo>
                <a:cubicBezTo>
                  <a:pt x="249484" y="20888"/>
                  <a:pt x="262935" y="12286"/>
                  <a:pt x="284173" y="11211"/>
                </a:cubicBezTo>
                <a:cubicBezTo>
                  <a:pt x="288774" y="10853"/>
                  <a:pt x="291960" y="10853"/>
                  <a:pt x="291960" y="4043"/>
                </a:cubicBezTo>
                <a:cubicBezTo>
                  <a:pt x="291960" y="3685"/>
                  <a:pt x="291960" y="101"/>
                  <a:pt x="287358" y="101"/>
                </a:cubicBezTo>
                <a:cubicBezTo>
                  <a:pt x="276739" y="101"/>
                  <a:pt x="265059" y="1176"/>
                  <a:pt x="254086" y="1176"/>
                </a:cubicBezTo>
                <a:cubicBezTo>
                  <a:pt x="240989" y="1176"/>
                  <a:pt x="227538" y="101"/>
                  <a:pt x="214796" y="101"/>
                </a:cubicBezTo>
                <a:cubicBezTo>
                  <a:pt x="212672" y="101"/>
                  <a:pt x="208070" y="101"/>
                  <a:pt x="208070" y="7269"/>
                </a:cubicBezTo>
                <a:cubicBezTo>
                  <a:pt x="208070" y="9777"/>
                  <a:pt x="209840" y="10853"/>
                  <a:pt x="212318" y="11211"/>
                </a:cubicBezTo>
                <a:cubicBezTo>
                  <a:pt x="215503" y="11569"/>
                  <a:pt x="226476" y="12286"/>
                  <a:pt x="226476" y="22321"/>
                </a:cubicBezTo>
                <a:cubicBezTo>
                  <a:pt x="226476" y="27339"/>
                  <a:pt x="222583" y="31998"/>
                  <a:pt x="219751" y="35223"/>
                </a:cubicBezTo>
                <a:lnTo>
                  <a:pt x="162409" y="97583"/>
                </a:lnTo>
                <a:close/>
              </a:path>
            </a:pathLst>
          </a:custGeom>
          <a:solidFill>
            <a:srgbClr val="000000"/>
          </a:solidFill>
          <a:ln w="3552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E2BC1DF-C98D-A538-D240-36A952BA85D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0131795" y="1918736"/>
            <a:ext cx="257332" cy="244780"/>
          </a:xfrm>
          <a:custGeom>
            <a:avLst/>
            <a:gdLst>
              <a:gd name="connsiteX0" fmla="*/ 199234 w 257332"/>
              <a:gd name="connsiteY0" fmla="*/ 40957 h 244780"/>
              <a:gd name="connsiteX1" fmla="*/ 204189 w 257332"/>
              <a:gd name="connsiteY1" fmla="*/ 35940 h 244780"/>
              <a:gd name="connsiteX2" fmla="*/ 250559 w 257332"/>
              <a:gd name="connsiteY2" fmla="*/ 11211 h 244780"/>
              <a:gd name="connsiteX3" fmla="*/ 257638 w 257332"/>
              <a:gd name="connsiteY3" fmla="*/ 4402 h 244780"/>
              <a:gd name="connsiteX4" fmla="*/ 253037 w 257332"/>
              <a:gd name="connsiteY4" fmla="*/ 101 h 244780"/>
              <a:gd name="connsiteX5" fmla="*/ 224012 w 257332"/>
              <a:gd name="connsiteY5" fmla="*/ 1176 h 244780"/>
              <a:gd name="connsiteX6" fmla="*/ 188615 w 257332"/>
              <a:gd name="connsiteY6" fmla="*/ 101 h 244780"/>
              <a:gd name="connsiteX7" fmla="*/ 181890 w 257332"/>
              <a:gd name="connsiteY7" fmla="*/ 6910 h 244780"/>
              <a:gd name="connsiteX8" fmla="*/ 187199 w 257332"/>
              <a:gd name="connsiteY8" fmla="*/ 11211 h 244780"/>
              <a:gd name="connsiteX9" fmla="*/ 199942 w 257332"/>
              <a:gd name="connsiteY9" fmla="*/ 19454 h 244780"/>
              <a:gd name="connsiteX10" fmla="*/ 190385 w 257332"/>
              <a:gd name="connsiteY10" fmla="*/ 36657 h 244780"/>
              <a:gd name="connsiteX11" fmla="*/ 108265 w 257332"/>
              <a:gd name="connsiteY11" fmla="*/ 132347 h 244780"/>
              <a:gd name="connsiteX12" fmla="*/ 69329 w 257332"/>
              <a:gd name="connsiteY12" fmla="*/ 25905 h 244780"/>
              <a:gd name="connsiteX13" fmla="*/ 67205 w 257332"/>
              <a:gd name="connsiteY13" fmla="*/ 19812 h 244780"/>
              <a:gd name="connsiteX14" fmla="*/ 88089 w 257332"/>
              <a:gd name="connsiteY14" fmla="*/ 11211 h 244780"/>
              <a:gd name="connsiteX15" fmla="*/ 96584 w 257332"/>
              <a:gd name="connsiteY15" fmla="*/ 4043 h 244780"/>
              <a:gd name="connsiteX16" fmla="*/ 91275 w 257332"/>
              <a:gd name="connsiteY16" fmla="*/ 101 h 244780"/>
              <a:gd name="connsiteX17" fmla="*/ 46675 w 257332"/>
              <a:gd name="connsiteY17" fmla="*/ 1176 h 244780"/>
              <a:gd name="connsiteX18" fmla="*/ 7031 w 257332"/>
              <a:gd name="connsiteY18" fmla="*/ 101 h 244780"/>
              <a:gd name="connsiteX19" fmla="*/ 306 w 257332"/>
              <a:gd name="connsiteY19" fmla="*/ 7269 h 244780"/>
              <a:gd name="connsiteX20" fmla="*/ 8447 w 257332"/>
              <a:gd name="connsiteY20" fmla="*/ 11211 h 244780"/>
              <a:gd name="connsiteX21" fmla="*/ 34286 w 257332"/>
              <a:gd name="connsiteY21" fmla="*/ 23396 h 244780"/>
              <a:gd name="connsiteX22" fmla="*/ 77824 w 257332"/>
              <a:gd name="connsiteY22" fmla="*/ 141307 h 244780"/>
              <a:gd name="connsiteX23" fmla="*/ 79240 w 257332"/>
              <a:gd name="connsiteY23" fmla="*/ 147400 h 244780"/>
              <a:gd name="connsiteX24" fmla="*/ 63311 w 257332"/>
              <a:gd name="connsiteY24" fmla="*/ 212627 h 244780"/>
              <a:gd name="connsiteX25" fmla="*/ 30039 w 257332"/>
              <a:gd name="connsiteY25" fmla="*/ 233772 h 244780"/>
              <a:gd name="connsiteX26" fmla="*/ 20482 w 257332"/>
              <a:gd name="connsiteY26" fmla="*/ 240940 h 244780"/>
              <a:gd name="connsiteX27" fmla="*/ 25437 w 257332"/>
              <a:gd name="connsiteY27" fmla="*/ 244882 h 244780"/>
              <a:gd name="connsiteX28" fmla="*/ 70037 w 257332"/>
              <a:gd name="connsiteY28" fmla="*/ 243807 h 244780"/>
              <a:gd name="connsiteX29" fmla="*/ 115344 w 257332"/>
              <a:gd name="connsiteY29" fmla="*/ 244882 h 244780"/>
              <a:gd name="connsiteX30" fmla="*/ 122070 w 257332"/>
              <a:gd name="connsiteY30" fmla="*/ 237714 h 244780"/>
              <a:gd name="connsiteX31" fmla="*/ 112159 w 257332"/>
              <a:gd name="connsiteY31" fmla="*/ 233772 h 244780"/>
              <a:gd name="connsiteX32" fmla="*/ 98708 w 257332"/>
              <a:gd name="connsiteY32" fmla="*/ 233055 h 244780"/>
              <a:gd name="connsiteX33" fmla="*/ 89151 w 257332"/>
              <a:gd name="connsiteY33" fmla="*/ 227321 h 244780"/>
              <a:gd name="connsiteX34" fmla="*/ 94106 w 257332"/>
              <a:gd name="connsiteY34" fmla="*/ 204742 h 244780"/>
              <a:gd name="connsiteX35" fmla="*/ 106495 w 257332"/>
              <a:gd name="connsiteY35" fmla="*/ 154209 h 244780"/>
              <a:gd name="connsiteX36" fmla="*/ 111451 w 257332"/>
              <a:gd name="connsiteY36" fmla="*/ 143099 h 244780"/>
              <a:gd name="connsiteX37" fmla="*/ 199234 w 257332"/>
              <a:gd name="connsiteY37" fmla="*/ 40957 h 244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57332" h="244780">
                <a:moveTo>
                  <a:pt x="199234" y="40957"/>
                </a:moveTo>
                <a:lnTo>
                  <a:pt x="204189" y="35940"/>
                </a:lnTo>
                <a:cubicBezTo>
                  <a:pt x="214808" y="25188"/>
                  <a:pt x="226489" y="13003"/>
                  <a:pt x="250559" y="11211"/>
                </a:cubicBezTo>
                <a:cubicBezTo>
                  <a:pt x="254453" y="10853"/>
                  <a:pt x="257638" y="10853"/>
                  <a:pt x="257638" y="4402"/>
                </a:cubicBezTo>
                <a:cubicBezTo>
                  <a:pt x="257638" y="1534"/>
                  <a:pt x="255868" y="101"/>
                  <a:pt x="253037" y="101"/>
                </a:cubicBezTo>
                <a:cubicBezTo>
                  <a:pt x="243834" y="101"/>
                  <a:pt x="233569" y="1176"/>
                  <a:pt x="224012" y="1176"/>
                </a:cubicBezTo>
                <a:cubicBezTo>
                  <a:pt x="212331" y="1176"/>
                  <a:pt x="199942" y="101"/>
                  <a:pt x="188615" y="101"/>
                </a:cubicBezTo>
                <a:cubicBezTo>
                  <a:pt x="186491" y="101"/>
                  <a:pt x="181890" y="101"/>
                  <a:pt x="181890" y="6910"/>
                </a:cubicBezTo>
                <a:cubicBezTo>
                  <a:pt x="181890" y="10853"/>
                  <a:pt x="185429" y="11211"/>
                  <a:pt x="187199" y="11211"/>
                </a:cubicBezTo>
                <a:cubicBezTo>
                  <a:pt x="189677" y="11211"/>
                  <a:pt x="199942" y="11928"/>
                  <a:pt x="199942" y="19454"/>
                </a:cubicBezTo>
                <a:cubicBezTo>
                  <a:pt x="199942" y="25547"/>
                  <a:pt x="191801" y="34865"/>
                  <a:pt x="190385" y="36657"/>
                </a:cubicBezTo>
                <a:lnTo>
                  <a:pt x="108265" y="132347"/>
                </a:lnTo>
                <a:lnTo>
                  <a:pt x="69329" y="25905"/>
                </a:lnTo>
                <a:cubicBezTo>
                  <a:pt x="67205" y="20888"/>
                  <a:pt x="67205" y="20171"/>
                  <a:pt x="67205" y="19812"/>
                </a:cubicBezTo>
                <a:cubicBezTo>
                  <a:pt x="67205" y="11211"/>
                  <a:pt x="84549" y="11211"/>
                  <a:pt x="88089" y="11211"/>
                </a:cubicBezTo>
                <a:cubicBezTo>
                  <a:pt x="93044" y="11211"/>
                  <a:pt x="96584" y="11211"/>
                  <a:pt x="96584" y="4043"/>
                </a:cubicBezTo>
                <a:cubicBezTo>
                  <a:pt x="96584" y="101"/>
                  <a:pt x="92337" y="101"/>
                  <a:pt x="91275" y="101"/>
                </a:cubicBezTo>
                <a:cubicBezTo>
                  <a:pt x="81364" y="101"/>
                  <a:pt x="56586" y="1176"/>
                  <a:pt x="46675" y="1176"/>
                </a:cubicBezTo>
                <a:cubicBezTo>
                  <a:pt x="37826" y="1176"/>
                  <a:pt x="15880" y="101"/>
                  <a:pt x="7031" y="101"/>
                </a:cubicBezTo>
                <a:cubicBezTo>
                  <a:pt x="4907" y="101"/>
                  <a:pt x="306" y="101"/>
                  <a:pt x="306" y="7269"/>
                </a:cubicBezTo>
                <a:cubicBezTo>
                  <a:pt x="306" y="11211"/>
                  <a:pt x="3845" y="11211"/>
                  <a:pt x="8447" y="11211"/>
                </a:cubicBezTo>
                <a:cubicBezTo>
                  <a:pt x="29685" y="11211"/>
                  <a:pt x="31101" y="14436"/>
                  <a:pt x="34286" y="23396"/>
                </a:cubicBezTo>
                <a:lnTo>
                  <a:pt x="77824" y="141307"/>
                </a:lnTo>
                <a:cubicBezTo>
                  <a:pt x="78178" y="142382"/>
                  <a:pt x="79240" y="146324"/>
                  <a:pt x="79240" y="147400"/>
                </a:cubicBezTo>
                <a:cubicBezTo>
                  <a:pt x="79240" y="148475"/>
                  <a:pt x="65081" y="206176"/>
                  <a:pt x="63311" y="212627"/>
                </a:cubicBezTo>
                <a:cubicBezTo>
                  <a:pt x="58710" y="232338"/>
                  <a:pt x="58356" y="233413"/>
                  <a:pt x="30039" y="233772"/>
                </a:cubicBezTo>
                <a:cubicBezTo>
                  <a:pt x="23313" y="233772"/>
                  <a:pt x="20482" y="233772"/>
                  <a:pt x="20482" y="240940"/>
                </a:cubicBezTo>
                <a:cubicBezTo>
                  <a:pt x="20482" y="244882"/>
                  <a:pt x="24729" y="244882"/>
                  <a:pt x="25437" y="244882"/>
                </a:cubicBezTo>
                <a:cubicBezTo>
                  <a:pt x="35348" y="244882"/>
                  <a:pt x="60126" y="243807"/>
                  <a:pt x="70037" y="243807"/>
                </a:cubicBezTo>
                <a:cubicBezTo>
                  <a:pt x="79948" y="243807"/>
                  <a:pt x="105433" y="244882"/>
                  <a:pt x="115344" y="244882"/>
                </a:cubicBezTo>
                <a:cubicBezTo>
                  <a:pt x="117822" y="244882"/>
                  <a:pt x="122070" y="244882"/>
                  <a:pt x="122070" y="237714"/>
                </a:cubicBezTo>
                <a:cubicBezTo>
                  <a:pt x="122070" y="233772"/>
                  <a:pt x="118884" y="233772"/>
                  <a:pt x="112159" y="233772"/>
                </a:cubicBezTo>
                <a:cubicBezTo>
                  <a:pt x="111451" y="233772"/>
                  <a:pt x="104725" y="233772"/>
                  <a:pt x="98708" y="233055"/>
                </a:cubicBezTo>
                <a:cubicBezTo>
                  <a:pt x="91275" y="232338"/>
                  <a:pt x="89151" y="231621"/>
                  <a:pt x="89151" y="227321"/>
                </a:cubicBezTo>
                <a:cubicBezTo>
                  <a:pt x="89151" y="224812"/>
                  <a:pt x="92337" y="212268"/>
                  <a:pt x="94106" y="204742"/>
                </a:cubicBezTo>
                <a:lnTo>
                  <a:pt x="106495" y="154209"/>
                </a:lnTo>
                <a:cubicBezTo>
                  <a:pt x="108265" y="147400"/>
                  <a:pt x="108619" y="146324"/>
                  <a:pt x="111451" y="143099"/>
                </a:cubicBezTo>
                <a:lnTo>
                  <a:pt x="199234" y="40957"/>
                </a:lnTo>
                <a:close/>
              </a:path>
            </a:pathLst>
          </a:custGeom>
          <a:solidFill>
            <a:srgbClr val="000000"/>
          </a:solidFill>
          <a:ln w="3552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4144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EEF7F-7F05-B795-93D3-48913686B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Recap: Variance and Covariance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0F858-7C4B-E58B-D205-8D67B2612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37</a:t>
            </a:fld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3CFF19FA-5CBC-E0D7-A878-4992917BCF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CA" dirty="0"/>
                  <a:t>For independent zero-mean, unit-variance random variables     and</a:t>
                </a:r>
              </a:p>
              <a:p>
                <a:pPr marL="0" indent="0">
                  <a:buNone/>
                </a:pPr>
                <a:endParaRPr lang="en-CA" dirty="0"/>
              </a:p>
              <a:p>
                <a:pPr marL="0" indent="0">
                  <a:buNone/>
                </a:pPr>
                <a:r>
                  <a:rPr lang="en-CA" dirty="0"/>
                  <a:t>If we have </a:t>
                </a:r>
                <a14:m>
                  <m:oMath xmlns:m="http://schemas.openxmlformats.org/officeDocument/2006/math">
                    <m:r>
                      <a:rPr lang="en-US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 independent zero-mean, unit variance variables 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3CFF19FA-5CBC-E0D7-A878-4992917BCF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126"/>
                <a:stretch>
                  <a:fillRect l="-928" t="-112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\documentclass{article}&#10;\usepackage{amsmath,amssymb}&#10;\pagestyle{empty}&#10;\begin{document}&#10;&#10;\newcommand{\score}{\textrm{score}}&#10;\newcommand{\classify}{\textrm{classify}}&#10;\newcommand{\bx}{\mathbf{x}}&#10;&#10;\begin{align*}&#10;X_1, Y_1, X_2, Y_2, \ldots, X_n, Y_n&#10;\end{align*}&#10;&#10;&#10;\end{document}" title="IguanaTex Vector Display">
            <a:extLst>
              <a:ext uri="{FF2B5EF4-FFF2-40B4-BE49-F238E27FC236}">
                <a16:creationId xmlns:a16="http://schemas.microsoft.com/office/drawing/2014/main" id="{2B3D26DA-0594-44E6-04C7-F75924F8F9E9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943937" y="3378038"/>
            <a:ext cx="3905647" cy="310341"/>
            <a:chOff x="8903651" y="5309340"/>
            <a:chExt cx="3905647" cy="310341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06765E8-4028-04B8-3D4E-2E34AA7733DD}"/>
                </a:ext>
              </a:extLst>
            </p:cNvPr>
            <p:cNvSpPr/>
            <p:nvPr>
              <p:custDataLst>
                <p:tags r:id="rId104"/>
              </p:custDataLst>
            </p:nvPr>
          </p:nvSpPr>
          <p:spPr>
            <a:xfrm>
              <a:off x="8903651" y="5309340"/>
              <a:ext cx="292583" cy="241967"/>
            </a:xfrm>
            <a:custGeom>
              <a:avLst/>
              <a:gdLst>
                <a:gd name="connsiteX0" fmla="*/ 162803 w 292583"/>
                <a:gd name="connsiteY0" fmla="*/ 96447 h 241967"/>
                <a:gd name="connsiteX1" fmla="*/ 132977 w 292583"/>
                <a:gd name="connsiteY1" fmla="*/ 25947 h 241967"/>
                <a:gd name="connsiteX2" fmla="*/ 131202 w 292583"/>
                <a:gd name="connsiteY2" fmla="*/ 21341 h 241967"/>
                <a:gd name="connsiteX3" fmla="*/ 152151 w 292583"/>
                <a:gd name="connsiteY3" fmla="*/ 11067 h 241967"/>
                <a:gd name="connsiteX4" fmla="*/ 159253 w 292583"/>
                <a:gd name="connsiteY4" fmla="*/ 4336 h 241967"/>
                <a:gd name="connsiteX5" fmla="*/ 153926 w 292583"/>
                <a:gd name="connsiteY5" fmla="*/ 85 h 241967"/>
                <a:gd name="connsiteX6" fmla="*/ 109187 w 292583"/>
                <a:gd name="connsiteY6" fmla="*/ 1148 h 241967"/>
                <a:gd name="connsiteX7" fmla="*/ 69418 w 292583"/>
                <a:gd name="connsiteY7" fmla="*/ 85 h 241967"/>
                <a:gd name="connsiteX8" fmla="*/ 63027 w 292583"/>
                <a:gd name="connsiteY8" fmla="*/ 7170 h 241967"/>
                <a:gd name="connsiteX9" fmla="*/ 71194 w 292583"/>
                <a:gd name="connsiteY9" fmla="*/ 11067 h 241967"/>
                <a:gd name="connsiteX10" fmla="*/ 97824 w 292583"/>
                <a:gd name="connsiteY10" fmla="*/ 22404 h 241967"/>
                <a:gd name="connsiteX11" fmla="*/ 139723 w 292583"/>
                <a:gd name="connsiteY11" fmla="*/ 121246 h 241967"/>
                <a:gd name="connsiteX12" fmla="*/ 64802 w 292583"/>
                <a:gd name="connsiteY12" fmla="*/ 201665 h 241967"/>
                <a:gd name="connsiteX13" fmla="*/ 60186 w 292583"/>
                <a:gd name="connsiteY13" fmla="*/ 205562 h 241967"/>
                <a:gd name="connsiteX14" fmla="*/ 7990 w 292583"/>
                <a:gd name="connsiteY14" fmla="*/ 231070 h 241967"/>
                <a:gd name="connsiteX15" fmla="*/ 178 w 292583"/>
                <a:gd name="connsiteY15" fmla="*/ 238155 h 241967"/>
                <a:gd name="connsiteX16" fmla="*/ 4794 w 292583"/>
                <a:gd name="connsiteY16" fmla="*/ 242052 h 241967"/>
                <a:gd name="connsiteX17" fmla="*/ 38172 w 292583"/>
                <a:gd name="connsiteY17" fmla="*/ 240989 h 241967"/>
                <a:gd name="connsiteX18" fmla="*/ 77940 w 292583"/>
                <a:gd name="connsiteY18" fmla="*/ 242052 h 241967"/>
                <a:gd name="connsiteX19" fmla="*/ 84331 w 292583"/>
                <a:gd name="connsiteY19" fmla="*/ 234967 h 241967"/>
                <a:gd name="connsiteX20" fmla="*/ 80071 w 292583"/>
                <a:gd name="connsiteY20" fmla="*/ 231070 h 241967"/>
                <a:gd name="connsiteX21" fmla="*/ 65867 w 292583"/>
                <a:gd name="connsiteY21" fmla="*/ 220087 h 241967"/>
                <a:gd name="connsiteX22" fmla="*/ 75455 w 292583"/>
                <a:gd name="connsiteY22" fmla="*/ 204145 h 241967"/>
                <a:gd name="connsiteX23" fmla="*/ 111672 w 292583"/>
                <a:gd name="connsiteY23" fmla="*/ 165884 h 241967"/>
                <a:gd name="connsiteX24" fmla="*/ 143629 w 292583"/>
                <a:gd name="connsiteY24" fmla="*/ 131165 h 241967"/>
                <a:gd name="connsiteX25" fmla="*/ 179492 w 292583"/>
                <a:gd name="connsiteY25" fmla="*/ 215836 h 241967"/>
                <a:gd name="connsiteX26" fmla="*/ 181267 w 292583"/>
                <a:gd name="connsiteY26" fmla="*/ 220796 h 241967"/>
                <a:gd name="connsiteX27" fmla="*/ 160673 w 292583"/>
                <a:gd name="connsiteY27" fmla="*/ 231070 h 241967"/>
                <a:gd name="connsiteX28" fmla="*/ 153571 w 292583"/>
                <a:gd name="connsiteY28" fmla="*/ 237801 h 241967"/>
                <a:gd name="connsiteX29" fmla="*/ 158898 w 292583"/>
                <a:gd name="connsiteY29" fmla="*/ 242052 h 241967"/>
                <a:gd name="connsiteX30" fmla="*/ 203637 w 292583"/>
                <a:gd name="connsiteY30" fmla="*/ 240989 h 241967"/>
                <a:gd name="connsiteX31" fmla="*/ 243051 w 292583"/>
                <a:gd name="connsiteY31" fmla="*/ 242052 h 241967"/>
                <a:gd name="connsiteX32" fmla="*/ 249797 w 292583"/>
                <a:gd name="connsiteY32" fmla="*/ 235321 h 241967"/>
                <a:gd name="connsiteX33" fmla="*/ 243406 w 292583"/>
                <a:gd name="connsiteY33" fmla="*/ 231070 h 241967"/>
                <a:gd name="connsiteX34" fmla="*/ 212869 w 292583"/>
                <a:gd name="connsiteY34" fmla="*/ 215482 h 241967"/>
                <a:gd name="connsiteX35" fmla="*/ 167064 w 292583"/>
                <a:gd name="connsiteY35" fmla="*/ 106012 h 241967"/>
                <a:gd name="connsiteX36" fmla="*/ 239855 w 292583"/>
                <a:gd name="connsiteY36" fmla="*/ 29135 h 241967"/>
                <a:gd name="connsiteX37" fmla="*/ 284950 w 292583"/>
                <a:gd name="connsiteY37" fmla="*/ 11067 h 241967"/>
                <a:gd name="connsiteX38" fmla="*/ 292761 w 292583"/>
                <a:gd name="connsiteY38" fmla="*/ 3982 h 241967"/>
                <a:gd name="connsiteX39" fmla="*/ 288145 w 292583"/>
                <a:gd name="connsiteY39" fmla="*/ 85 h 241967"/>
                <a:gd name="connsiteX40" fmla="*/ 254768 w 292583"/>
                <a:gd name="connsiteY40" fmla="*/ 1148 h 241967"/>
                <a:gd name="connsiteX41" fmla="*/ 215355 w 292583"/>
                <a:gd name="connsiteY41" fmla="*/ 85 h 241967"/>
                <a:gd name="connsiteX42" fmla="*/ 208608 w 292583"/>
                <a:gd name="connsiteY42" fmla="*/ 7170 h 241967"/>
                <a:gd name="connsiteX43" fmla="*/ 212869 w 292583"/>
                <a:gd name="connsiteY43" fmla="*/ 11067 h 241967"/>
                <a:gd name="connsiteX44" fmla="*/ 227072 w 292583"/>
                <a:gd name="connsiteY44" fmla="*/ 22049 h 241967"/>
                <a:gd name="connsiteX45" fmla="*/ 220326 w 292583"/>
                <a:gd name="connsiteY45" fmla="*/ 34803 h 241967"/>
                <a:gd name="connsiteX46" fmla="*/ 162803 w 292583"/>
                <a:gd name="connsiteY46" fmla="*/ 96447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2583" h="241967">
                  <a:moveTo>
                    <a:pt x="162803" y="96447"/>
                  </a:moveTo>
                  <a:lnTo>
                    <a:pt x="132977" y="25947"/>
                  </a:lnTo>
                  <a:cubicBezTo>
                    <a:pt x="131912" y="23112"/>
                    <a:pt x="131202" y="21695"/>
                    <a:pt x="131202" y="21341"/>
                  </a:cubicBezTo>
                  <a:cubicBezTo>
                    <a:pt x="131202" y="19215"/>
                    <a:pt x="137238" y="12484"/>
                    <a:pt x="152151" y="11067"/>
                  </a:cubicBezTo>
                  <a:cubicBezTo>
                    <a:pt x="155702" y="10713"/>
                    <a:pt x="159253" y="10359"/>
                    <a:pt x="159253" y="4336"/>
                  </a:cubicBezTo>
                  <a:cubicBezTo>
                    <a:pt x="159253" y="85"/>
                    <a:pt x="154992" y="85"/>
                    <a:pt x="153926" y="85"/>
                  </a:cubicBezTo>
                  <a:cubicBezTo>
                    <a:pt x="139368" y="85"/>
                    <a:pt x="124100" y="1148"/>
                    <a:pt x="109187" y="1148"/>
                  </a:cubicBezTo>
                  <a:cubicBezTo>
                    <a:pt x="100310" y="1148"/>
                    <a:pt x="78295" y="85"/>
                    <a:pt x="69418" y="85"/>
                  </a:cubicBezTo>
                  <a:cubicBezTo>
                    <a:pt x="67288" y="85"/>
                    <a:pt x="63027" y="85"/>
                    <a:pt x="63027" y="7170"/>
                  </a:cubicBezTo>
                  <a:cubicBezTo>
                    <a:pt x="63027" y="11067"/>
                    <a:pt x="66578" y="11067"/>
                    <a:pt x="71194" y="11067"/>
                  </a:cubicBezTo>
                  <a:cubicBezTo>
                    <a:pt x="92498" y="11067"/>
                    <a:pt x="94629" y="14610"/>
                    <a:pt x="97824" y="22404"/>
                  </a:cubicBezTo>
                  <a:lnTo>
                    <a:pt x="139723" y="121246"/>
                  </a:lnTo>
                  <a:lnTo>
                    <a:pt x="64802" y="201665"/>
                  </a:lnTo>
                  <a:lnTo>
                    <a:pt x="60186" y="205562"/>
                  </a:lnTo>
                  <a:cubicBezTo>
                    <a:pt x="42787" y="224339"/>
                    <a:pt x="26099" y="230007"/>
                    <a:pt x="7990" y="231070"/>
                  </a:cubicBezTo>
                  <a:cubicBezTo>
                    <a:pt x="3374" y="231424"/>
                    <a:pt x="178" y="231424"/>
                    <a:pt x="178" y="238155"/>
                  </a:cubicBezTo>
                  <a:cubicBezTo>
                    <a:pt x="178" y="238509"/>
                    <a:pt x="178" y="242052"/>
                    <a:pt x="4794" y="242052"/>
                  </a:cubicBezTo>
                  <a:cubicBezTo>
                    <a:pt x="15447" y="242052"/>
                    <a:pt x="27164" y="240989"/>
                    <a:pt x="38172" y="240989"/>
                  </a:cubicBezTo>
                  <a:cubicBezTo>
                    <a:pt x="51309" y="240989"/>
                    <a:pt x="65157" y="242052"/>
                    <a:pt x="77940" y="242052"/>
                  </a:cubicBezTo>
                  <a:cubicBezTo>
                    <a:pt x="80071" y="242052"/>
                    <a:pt x="84331" y="242052"/>
                    <a:pt x="84331" y="234967"/>
                  </a:cubicBezTo>
                  <a:cubicBezTo>
                    <a:pt x="84331" y="231424"/>
                    <a:pt x="80781" y="231070"/>
                    <a:pt x="80071" y="231070"/>
                  </a:cubicBezTo>
                  <a:cubicBezTo>
                    <a:pt x="76875" y="230715"/>
                    <a:pt x="65867" y="230007"/>
                    <a:pt x="65867" y="220087"/>
                  </a:cubicBezTo>
                  <a:cubicBezTo>
                    <a:pt x="65867" y="214419"/>
                    <a:pt x="71194" y="208751"/>
                    <a:pt x="75455" y="204145"/>
                  </a:cubicBezTo>
                  <a:lnTo>
                    <a:pt x="111672" y="165884"/>
                  </a:lnTo>
                  <a:lnTo>
                    <a:pt x="143629" y="131165"/>
                  </a:lnTo>
                  <a:lnTo>
                    <a:pt x="179492" y="215836"/>
                  </a:lnTo>
                  <a:cubicBezTo>
                    <a:pt x="180912" y="219733"/>
                    <a:pt x="181267" y="220087"/>
                    <a:pt x="181267" y="220796"/>
                  </a:cubicBezTo>
                  <a:cubicBezTo>
                    <a:pt x="181267" y="223630"/>
                    <a:pt x="174521" y="229653"/>
                    <a:pt x="160673" y="231070"/>
                  </a:cubicBezTo>
                  <a:cubicBezTo>
                    <a:pt x="156767" y="231424"/>
                    <a:pt x="153571" y="231778"/>
                    <a:pt x="153571" y="237801"/>
                  </a:cubicBezTo>
                  <a:cubicBezTo>
                    <a:pt x="153571" y="242052"/>
                    <a:pt x="157477" y="242052"/>
                    <a:pt x="158898" y="242052"/>
                  </a:cubicBezTo>
                  <a:cubicBezTo>
                    <a:pt x="168840" y="242052"/>
                    <a:pt x="193695" y="240989"/>
                    <a:pt x="203637" y="240989"/>
                  </a:cubicBezTo>
                  <a:cubicBezTo>
                    <a:pt x="212514" y="240989"/>
                    <a:pt x="234174" y="242052"/>
                    <a:pt x="243051" y="242052"/>
                  </a:cubicBezTo>
                  <a:cubicBezTo>
                    <a:pt x="245536" y="242052"/>
                    <a:pt x="249797" y="242052"/>
                    <a:pt x="249797" y="235321"/>
                  </a:cubicBezTo>
                  <a:cubicBezTo>
                    <a:pt x="249797" y="231070"/>
                    <a:pt x="246246" y="231070"/>
                    <a:pt x="243406" y="231070"/>
                  </a:cubicBezTo>
                  <a:cubicBezTo>
                    <a:pt x="219616" y="230715"/>
                    <a:pt x="218906" y="229653"/>
                    <a:pt x="212869" y="215482"/>
                  </a:cubicBezTo>
                  <a:cubicBezTo>
                    <a:pt x="199021" y="182534"/>
                    <a:pt x="175231" y="127268"/>
                    <a:pt x="167064" y="106012"/>
                  </a:cubicBezTo>
                  <a:cubicBezTo>
                    <a:pt x="191210" y="81213"/>
                    <a:pt x="228493" y="39055"/>
                    <a:pt x="239855" y="29135"/>
                  </a:cubicBezTo>
                  <a:cubicBezTo>
                    <a:pt x="250152" y="20632"/>
                    <a:pt x="263645" y="12130"/>
                    <a:pt x="284950" y="11067"/>
                  </a:cubicBezTo>
                  <a:cubicBezTo>
                    <a:pt x="289566" y="10713"/>
                    <a:pt x="292761" y="10713"/>
                    <a:pt x="292761" y="3982"/>
                  </a:cubicBezTo>
                  <a:cubicBezTo>
                    <a:pt x="292761" y="3627"/>
                    <a:pt x="292761" y="85"/>
                    <a:pt x="288145" y="85"/>
                  </a:cubicBezTo>
                  <a:cubicBezTo>
                    <a:pt x="277493" y="85"/>
                    <a:pt x="265776" y="1148"/>
                    <a:pt x="254768" y="1148"/>
                  </a:cubicBezTo>
                  <a:cubicBezTo>
                    <a:pt x="241630" y="1148"/>
                    <a:pt x="228138" y="85"/>
                    <a:pt x="215355" y="85"/>
                  </a:cubicBezTo>
                  <a:cubicBezTo>
                    <a:pt x="213224" y="85"/>
                    <a:pt x="208608" y="85"/>
                    <a:pt x="208608" y="7170"/>
                  </a:cubicBezTo>
                  <a:cubicBezTo>
                    <a:pt x="208608" y="9650"/>
                    <a:pt x="210384" y="10713"/>
                    <a:pt x="212869" y="11067"/>
                  </a:cubicBezTo>
                  <a:cubicBezTo>
                    <a:pt x="216065" y="11421"/>
                    <a:pt x="227072" y="12130"/>
                    <a:pt x="227072" y="22049"/>
                  </a:cubicBezTo>
                  <a:cubicBezTo>
                    <a:pt x="227072" y="27009"/>
                    <a:pt x="223166" y="31615"/>
                    <a:pt x="220326" y="34803"/>
                  </a:cubicBezTo>
                  <a:lnTo>
                    <a:pt x="162803" y="96447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FBADA0F-0356-244A-0A23-77F1B705DA01}"/>
                </a:ext>
              </a:extLst>
            </p:cNvPr>
            <p:cNvSpPr/>
            <p:nvPr>
              <p:custDataLst>
                <p:tags r:id="rId105"/>
              </p:custDataLst>
            </p:nvPr>
          </p:nvSpPr>
          <p:spPr>
            <a:xfrm>
              <a:off x="9215328" y="5439782"/>
              <a:ext cx="90473" cy="164665"/>
            </a:xfrm>
            <a:custGeom>
              <a:avLst/>
              <a:gdLst>
                <a:gd name="connsiteX0" fmla="*/ 56360 w 90473"/>
                <a:gd name="connsiteY0" fmla="*/ 7030 h 164665"/>
                <a:gd name="connsiteX1" fmla="*/ 48903 w 90473"/>
                <a:gd name="connsiteY1" fmla="*/ 86 h 164665"/>
                <a:gd name="connsiteX2" fmla="*/ 187 w 90473"/>
                <a:gd name="connsiteY2" fmla="*/ 15958 h 164665"/>
                <a:gd name="connsiteX3" fmla="*/ 187 w 90473"/>
                <a:gd name="connsiteY3" fmla="*/ 24885 h 164665"/>
                <a:gd name="connsiteX4" fmla="*/ 36227 w 90473"/>
                <a:gd name="connsiteY4" fmla="*/ 17941 h 164665"/>
                <a:gd name="connsiteX5" fmla="*/ 36227 w 90473"/>
                <a:gd name="connsiteY5" fmla="*/ 144416 h 164665"/>
                <a:gd name="connsiteX6" fmla="*/ 11371 w 90473"/>
                <a:gd name="connsiteY6" fmla="*/ 155824 h 164665"/>
                <a:gd name="connsiteX7" fmla="*/ 1926 w 90473"/>
                <a:gd name="connsiteY7" fmla="*/ 155824 h 164665"/>
                <a:gd name="connsiteX8" fmla="*/ 1926 w 90473"/>
                <a:gd name="connsiteY8" fmla="*/ 164752 h 164665"/>
                <a:gd name="connsiteX9" fmla="*/ 46169 w 90473"/>
                <a:gd name="connsiteY9" fmla="*/ 163760 h 164665"/>
                <a:gd name="connsiteX10" fmla="*/ 90660 w 90473"/>
                <a:gd name="connsiteY10" fmla="*/ 164752 h 164665"/>
                <a:gd name="connsiteX11" fmla="*/ 90660 w 90473"/>
                <a:gd name="connsiteY11" fmla="*/ 155824 h 164665"/>
                <a:gd name="connsiteX12" fmla="*/ 81215 w 90473"/>
                <a:gd name="connsiteY12" fmla="*/ 155824 h 164665"/>
                <a:gd name="connsiteX13" fmla="*/ 56360 w 90473"/>
                <a:gd name="connsiteY13" fmla="*/ 144416 h 164665"/>
                <a:gd name="connsiteX14" fmla="*/ 56360 w 90473"/>
                <a:gd name="connsiteY14" fmla="*/ 7030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473" h="164665">
                  <a:moveTo>
                    <a:pt x="56360" y="7030"/>
                  </a:moveTo>
                  <a:cubicBezTo>
                    <a:pt x="56360" y="334"/>
                    <a:pt x="55863" y="86"/>
                    <a:pt x="48903" y="86"/>
                  </a:cubicBezTo>
                  <a:cubicBezTo>
                    <a:pt x="32996" y="15710"/>
                    <a:pt x="10377" y="15958"/>
                    <a:pt x="187" y="15958"/>
                  </a:cubicBezTo>
                  <a:lnTo>
                    <a:pt x="187" y="24885"/>
                  </a:lnTo>
                  <a:cubicBezTo>
                    <a:pt x="6152" y="24885"/>
                    <a:pt x="22556" y="24885"/>
                    <a:pt x="36227" y="17941"/>
                  </a:cubicBezTo>
                  <a:lnTo>
                    <a:pt x="36227" y="144416"/>
                  </a:lnTo>
                  <a:cubicBezTo>
                    <a:pt x="36227" y="152600"/>
                    <a:pt x="36227" y="155824"/>
                    <a:pt x="11371" y="155824"/>
                  </a:cubicBezTo>
                  <a:lnTo>
                    <a:pt x="1926" y="155824"/>
                  </a:lnTo>
                  <a:lnTo>
                    <a:pt x="1926" y="164752"/>
                  </a:lnTo>
                  <a:cubicBezTo>
                    <a:pt x="6400" y="164504"/>
                    <a:pt x="36972" y="163760"/>
                    <a:pt x="46169" y="163760"/>
                  </a:cubicBezTo>
                  <a:cubicBezTo>
                    <a:pt x="53874" y="163760"/>
                    <a:pt x="85192" y="164504"/>
                    <a:pt x="90660" y="164752"/>
                  </a:cubicBezTo>
                  <a:lnTo>
                    <a:pt x="90660" y="155824"/>
                  </a:lnTo>
                  <a:lnTo>
                    <a:pt x="81215" y="155824"/>
                  </a:lnTo>
                  <a:cubicBezTo>
                    <a:pt x="56360" y="155824"/>
                    <a:pt x="56360" y="152600"/>
                    <a:pt x="56360" y="144416"/>
                  </a:cubicBezTo>
                  <a:lnTo>
                    <a:pt x="56360" y="7030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641C5B2-36A0-12DC-DE17-01837E853923}"/>
                </a:ext>
              </a:extLst>
            </p:cNvPr>
            <p:cNvSpPr/>
            <p:nvPr>
              <p:custDataLst>
                <p:tags r:id="rId106"/>
              </p:custDataLst>
            </p:nvPr>
          </p:nvSpPr>
          <p:spPr>
            <a:xfrm>
              <a:off x="9378064" y="5513754"/>
              <a:ext cx="41543" cy="105927"/>
            </a:xfrm>
            <a:custGeom>
              <a:avLst/>
              <a:gdLst>
                <a:gd name="connsiteX0" fmla="*/ 41735 w 41543"/>
                <a:gd name="connsiteY0" fmla="*/ 37283 h 105927"/>
                <a:gd name="connsiteX1" fmla="*/ 19010 w 41543"/>
                <a:gd name="connsiteY1" fmla="*/ 85 h 105927"/>
                <a:gd name="connsiteX2" fmla="*/ 191 w 41543"/>
                <a:gd name="connsiteY2" fmla="*/ 18861 h 105927"/>
                <a:gd name="connsiteX3" fmla="*/ 19010 w 41543"/>
                <a:gd name="connsiteY3" fmla="*/ 37637 h 105927"/>
                <a:gd name="connsiteX4" fmla="*/ 31438 w 41543"/>
                <a:gd name="connsiteY4" fmla="*/ 33032 h 105927"/>
                <a:gd name="connsiteX5" fmla="*/ 33213 w 41543"/>
                <a:gd name="connsiteY5" fmla="*/ 31969 h 105927"/>
                <a:gd name="connsiteX6" fmla="*/ 33923 w 41543"/>
                <a:gd name="connsiteY6" fmla="*/ 37283 h 105927"/>
                <a:gd name="connsiteX7" fmla="*/ 9778 w 41543"/>
                <a:gd name="connsiteY7" fmla="*/ 96447 h 105927"/>
                <a:gd name="connsiteX8" fmla="*/ 5872 w 41543"/>
                <a:gd name="connsiteY8" fmla="*/ 102115 h 105927"/>
                <a:gd name="connsiteX9" fmla="*/ 9423 w 41543"/>
                <a:gd name="connsiteY9" fmla="*/ 106012 h 105927"/>
                <a:gd name="connsiteX10" fmla="*/ 41735 w 41543"/>
                <a:gd name="connsiteY10" fmla="*/ 37283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543" h="105927">
                  <a:moveTo>
                    <a:pt x="41735" y="37283"/>
                  </a:moveTo>
                  <a:cubicBezTo>
                    <a:pt x="41735" y="13901"/>
                    <a:pt x="32858" y="85"/>
                    <a:pt x="19010" y="85"/>
                  </a:cubicBezTo>
                  <a:cubicBezTo>
                    <a:pt x="7293" y="85"/>
                    <a:pt x="191" y="8941"/>
                    <a:pt x="191" y="18861"/>
                  </a:cubicBezTo>
                  <a:cubicBezTo>
                    <a:pt x="191" y="28426"/>
                    <a:pt x="7293" y="37637"/>
                    <a:pt x="19010" y="37637"/>
                  </a:cubicBezTo>
                  <a:cubicBezTo>
                    <a:pt x="23271" y="37637"/>
                    <a:pt x="27887" y="36220"/>
                    <a:pt x="31438" y="33032"/>
                  </a:cubicBezTo>
                  <a:cubicBezTo>
                    <a:pt x="32503" y="32323"/>
                    <a:pt x="32858" y="31969"/>
                    <a:pt x="33213" y="31969"/>
                  </a:cubicBezTo>
                  <a:cubicBezTo>
                    <a:pt x="33568" y="31969"/>
                    <a:pt x="33923" y="32323"/>
                    <a:pt x="33923" y="37283"/>
                  </a:cubicBezTo>
                  <a:cubicBezTo>
                    <a:pt x="33923" y="63499"/>
                    <a:pt x="21496" y="84756"/>
                    <a:pt x="9778" y="96447"/>
                  </a:cubicBezTo>
                  <a:cubicBezTo>
                    <a:pt x="5872" y="100344"/>
                    <a:pt x="5872" y="101052"/>
                    <a:pt x="5872" y="102115"/>
                  </a:cubicBezTo>
                  <a:cubicBezTo>
                    <a:pt x="5872" y="104595"/>
                    <a:pt x="7648" y="106012"/>
                    <a:pt x="9423" y="106012"/>
                  </a:cubicBezTo>
                  <a:cubicBezTo>
                    <a:pt x="13329" y="106012"/>
                    <a:pt x="41735" y="78733"/>
                    <a:pt x="41735" y="37283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CEA089D-B323-4B43-7D91-CD212BC10181}"/>
                </a:ext>
              </a:extLst>
            </p:cNvPr>
            <p:cNvSpPr/>
            <p:nvPr>
              <p:custDataLst>
                <p:tags r:id="rId107"/>
              </p:custDataLst>
            </p:nvPr>
          </p:nvSpPr>
          <p:spPr>
            <a:xfrm>
              <a:off x="9517766" y="5309340"/>
              <a:ext cx="258140" cy="241967"/>
            </a:xfrm>
            <a:custGeom>
              <a:avLst/>
              <a:gdLst>
                <a:gd name="connsiteX0" fmla="*/ 199749 w 258140"/>
                <a:gd name="connsiteY0" fmla="*/ 40472 h 241967"/>
                <a:gd name="connsiteX1" fmla="*/ 204720 w 258140"/>
                <a:gd name="connsiteY1" fmla="*/ 35512 h 241967"/>
                <a:gd name="connsiteX2" fmla="*/ 251235 w 258140"/>
                <a:gd name="connsiteY2" fmla="*/ 11067 h 241967"/>
                <a:gd name="connsiteX3" fmla="*/ 258336 w 258140"/>
                <a:gd name="connsiteY3" fmla="*/ 4336 h 241967"/>
                <a:gd name="connsiteX4" fmla="*/ 253720 w 258140"/>
                <a:gd name="connsiteY4" fmla="*/ 85 h 241967"/>
                <a:gd name="connsiteX5" fmla="*/ 224604 w 258140"/>
                <a:gd name="connsiteY5" fmla="*/ 1148 h 241967"/>
                <a:gd name="connsiteX6" fmla="*/ 189096 w 258140"/>
                <a:gd name="connsiteY6" fmla="*/ 85 h 241967"/>
                <a:gd name="connsiteX7" fmla="*/ 182350 w 258140"/>
                <a:gd name="connsiteY7" fmla="*/ 6816 h 241967"/>
                <a:gd name="connsiteX8" fmla="*/ 187676 w 258140"/>
                <a:gd name="connsiteY8" fmla="*/ 11067 h 241967"/>
                <a:gd name="connsiteX9" fmla="*/ 200459 w 258140"/>
                <a:gd name="connsiteY9" fmla="*/ 19215 h 241967"/>
                <a:gd name="connsiteX10" fmla="*/ 190872 w 258140"/>
                <a:gd name="connsiteY10" fmla="*/ 36220 h 241967"/>
                <a:gd name="connsiteX11" fmla="*/ 108494 w 258140"/>
                <a:gd name="connsiteY11" fmla="*/ 130811 h 241967"/>
                <a:gd name="connsiteX12" fmla="*/ 69435 w 258140"/>
                <a:gd name="connsiteY12" fmla="*/ 25592 h 241967"/>
                <a:gd name="connsiteX13" fmla="*/ 67305 w 258140"/>
                <a:gd name="connsiteY13" fmla="*/ 19570 h 241967"/>
                <a:gd name="connsiteX14" fmla="*/ 88254 w 258140"/>
                <a:gd name="connsiteY14" fmla="*/ 11067 h 241967"/>
                <a:gd name="connsiteX15" fmla="*/ 96776 w 258140"/>
                <a:gd name="connsiteY15" fmla="*/ 3982 h 241967"/>
                <a:gd name="connsiteX16" fmla="*/ 91450 w 258140"/>
                <a:gd name="connsiteY16" fmla="*/ 85 h 241967"/>
                <a:gd name="connsiteX17" fmla="*/ 46710 w 258140"/>
                <a:gd name="connsiteY17" fmla="*/ 1148 h 241967"/>
                <a:gd name="connsiteX18" fmla="*/ 6942 w 258140"/>
                <a:gd name="connsiteY18" fmla="*/ 85 h 241967"/>
                <a:gd name="connsiteX19" fmla="*/ 195 w 258140"/>
                <a:gd name="connsiteY19" fmla="*/ 7170 h 241967"/>
                <a:gd name="connsiteX20" fmla="*/ 8362 w 258140"/>
                <a:gd name="connsiteY20" fmla="*/ 11067 h 241967"/>
                <a:gd name="connsiteX21" fmla="*/ 34283 w 258140"/>
                <a:gd name="connsiteY21" fmla="*/ 23112 h 241967"/>
                <a:gd name="connsiteX22" fmla="*/ 77957 w 258140"/>
                <a:gd name="connsiteY22" fmla="*/ 139668 h 241967"/>
                <a:gd name="connsiteX23" fmla="*/ 79378 w 258140"/>
                <a:gd name="connsiteY23" fmla="*/ 145690 h 241967"/>
                <a:gd name="connsiteX24" fmla="*/ 63399 w 258140"/>
                <a:gd name="connsiteY24" fmla="*/ 210168 h 241967"/>
                <a:gd name="connsiteX25" fmla="*/ 30022 w 258140"/>
                <a:gd name="connsiteY25" fmla="*/ 231070 h 241967"/>
                <a:gd name="connsiteX26" fmla="*/ 20435 w 258140"/>
                <a:gd name="connsiteY26" fmla="*/ 238155 h 241967"/>
                <a:gd name="connsiteX27" fmla="*/ 25406 w 258140"/>
                <a:gd name="connsiteY27" fmla="*/ 242052 h 241967"/>
                <a:gd name="connsiteX28" fmla="*/ 70146 w 258140"/>
                <a:gd name="connsiteY28" fmla="*/ 240989 h 241967"/>
                <a:gd name="connsiteX29" fmla="*/ 115595 w 258140"/>
                <a:gd name="connsiteY29" fmla="*/ 242052 h 241967"/>
                <a:gd name="connsiteX30" fmla="*/ 122342 w 258140"/>
                <a:gd name="connsiteY30" fmla="*/ 234967 h 241967"/>
                <a:gd name="connsiteX31" fmla="*/ 112400 w 258140"/>
                <a:gd name="connsiteY31" fmla="*/ 231070 h 241967"/>
                <a:gd name="connsiteX32" fmla="*/ 98907 w 258140"/>
                <a:gd name="connsiteY32" fmla="*/ 230361 h 241967"/>
                <a:gd name="connsiteX33" fmla="*/ 89320 w 258140"/>
                <a:gd name="connsiteY33" fmla="*/ 224693 h 241967"/>
                <a:gd name="connsiteX34" fmla="*/ 94291 w 258140"/>
                <a:gd name="connsiteY34" fmla="*/ 202374 h 241967"/>
                <a:gd name="connsiteX35" fmla="*/ 106718 w 258140"/>
                <a:gd name="connsiteY35" fmla="*/ 152421 h 241967"/>
                <a:gd name="connsiteX36" fmla="*/ 111689 w 258140"/>
                <a:gd name="connsiteY36" fmla="*/ 141439 h 241967"/>
                <a:gd name="connsiteX37" fmla="*/ 199749 w 258140"/>
                <a:gd name="connsiteY37" fmla="*/ 40472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8140" h="241967">
                  <a:moveTo>
                    <a:pt x="199749" y="40472"/>
                  </a:moveTo>
                  <a:lnTo>
                    <a:pt x="204720" y="35512"/>
                  </a:lnTo>
                  <a:cubicBezTo>
                    <a:pt x="215372" y="24884"/>
                    <a:pt x="227089" y="12838"/>
                    <a:pt x="251235" y="11067"/>
                  </a:cubicBezTo>
                  <a:cubicBezTo>
                    <a:pt x="255140" y="10713"/>
                    <a:pt x="258336" y="10713"/>
                    <a:pt x="258336" y="4336"/>
                  </a:cubicBezTo>
                  <a:cubicBezTo>
                    <a:pt x="258336" y="1502"/>
                    <a:pt x="256561" y="85"/>
                    <a:pt x="253720" y="85"/>
                  </a:cubicBezTo>
                  <a:cubicBezTo>
                    <a:pt x="244488" y="85"/>
                    <a:pt x="234191" y="1148"/>
                    <a:pt x="224604" y="1148"/>
                  </a:cubicBezTo>
                  <a:cubicBezTo>
                    <a:pt x="212886" y="1148"/>
                    <a:pt x="200459" y="85"/>
                    <a:pt x="189096" y="85"/>
                  </a:cubicBezTo>
                  <a:cubicBezTo>
                    <a:pt x="186966" y="85"/>
                    <a:pt x="182350" y="85"/>
                    <a:pt x="182350" y="6816"/>
                  </a:cubicBezTo>
                  <a:cubicBezTo>
                    <a:pt x="182350" y="10713"/>
                    <a:pt x="185901" y="11067"/>
                    <a:pt x="187676" y="11067"/>
                  </a:cubicBezTo>
                  <a:cubicBezTo>
                    <a:pt x="190161" y="11067"/>
                    <a:pt x="200459" y="11776"/>
                    <a:pt x="200459" y="19215"/>
                  </a:cubicBezTo>
                  <a:cubicBezTo>
                    <a:pt x="200459" y="25238"/>
                    <a:pt x="192292" y="34449"/>
                    <a:pt x="190872" y="36220"/>
                  </a:cubicBezTo>
                  <a:lnTo>
                    <a:pt x="108494" y="130811"/>
                  </a:lnTo>
                  <a:lnTo>
                    <a:pt x="69435" y="25592"/>
                  </a:lnTo>
                  <a:cubicBezTo>
                    <a:pt x="67305" y="20632"/>
                    <a:pt x="67305" y="19924"/>
                    <a:pt x="67305" y="19570"/>
                  </a:cubicBezTo>
                  <a:cubicBezTo>
                    <a:pt x="67305" y="11067"/>
                    <a:pt x="84704" y="11067"/>
                    <a:pt x="88254" y="11067"/>
                  </a:cubicBezTo>
                  <a:cubicBezTo>
                    <a:pt x="93226" y="11067"/>
                    <a:pt x="96776" y="11067"/>
                    <a:pt x="96776" y="3982"/>
                  </a:cubicBezTo>
                  <a:cubicBezTo>
                    <a:pt x="96776" y="85"/>
                    <a:pt x="92515" y="85"/>
                    <a:pt x="91450" y="85"/>
                  </a:cubicBezTo>
                  <a:cubicBezTo>
                    <a:pt x="81508" y="85"/>
                    <a:pt x="56653" y="1148"/>
                    <a:pt x="46710" y="1148"/>
                  </a:cubicBezTo>
                  <a:cubicBezTo>
                    <a:pt x="37834" y="1148"/>
                    <a:pt x="15819" y="85"/>
                    <a:pt x="6942" y="85"/>
                  </a:cubicBezTo>
                  <a:cubicBezTo>
                    <a:pt x="4811" y="85"/>
                    <a:pt x="195" y="85"/>
                    <a:pt x="195" y="7170"/>
                  </a:cubicBezTo>
                  <a:cubicBezTo>
                    <a:pt x="195" y="11067"/>
                    <a:pt x="3746" y="11067"/>
                    <a:pt x="8362" y="11067"/>
                  </a:cubicBezTo>
                  <a:cubicBezTo>
                    <a:pt x="29667" y="11067"/>
                    <a:pt x="31087" y="14256"/>
                    <a:pt x="34283" y="23112"/>
                  </a:cubicBezTo>
                  <a:lnTo>
                    <a:pt x="77957" y="139668"/>
                  </a:lnTo>
                  <a:cubicBezTo>
                    <a:pt x="78312" y="140730"/>
                    <a:pt x="79378" y="144627"/>
                    <a:pt x="79378" y="145690"/>
                  </a:cubicBezTo>
                  <a:cubicBezTo>
                    <a:pt x="79378" y="146753"/>
                    <a:pt x="65174" y="203791"/>
                    <a:pt x="63399" y="210168"/>
                  </a:cubicBezTo>
                  <a:cubicBezTo>
                    <a:pt x="58783" y="229653"/>
                    <a:pt x="58428" y="230715"/>
                    <a:pt x="30022" y="231070"/>
                  </a:cubicBezTo>
                  <a:cubicBezTo>
                    <a:pt x="23275" y="231070"/>
                    <a:pt x="20435" y="231070"/>
                    <a:pt x="20435" y="238155"/>
                  </a:cubicBezTo>
                  <a:cubicBezTo>
                    <a:pt x="20435" y="242052"/>
                    <a:pt x="24696" y="242052"/>
                    <a:pt x="25406" y="242052"/>
                  </a:cubicBezTo>
                  <a:cubicBezTo>
                    <a:pt x="35348" y="242052"/>
                    <a:pt x="60203" y="240989"/>
                    <a:pt x="70146" y="240989"/>
                  </a:cubicBezTo>
                  <a:cubicBezTo>
                    <a:pt x="80088" y="240989"/>
                    <a:pt x="105653" y="242052"/>
                    <a:pt x="115595" y="242052"/>
                  </a:cubicBezTo>
                  <a:cubicBezTo>
                    <a:pt x="118081" y="242052"/>
                    <a:pt x="122342" y="242052"/>
                    <a:pt x="122342" y="234967"/>
                  </a:cubicBezTo>
                  <a:cubicBezTo>
                    <a:pt x="122342" y="231070"/>
                    <a:pt x="119146" y="231070"/>
                    <a:pt x="112400" y="231070"/>
                  </a:cubicBezTo>
                  <a:cubicBezTo>
                    <a:pt x="111689" y="231070"/>
                    <a:pt x="104943" y="231070"/>
                    <a:pt x="98907" y="230361"/>
                  </a:cubicBezTo>
                  <a:cubicBezTo>
                    <a:pt x="91450" y="229653"/>
                    <a:pt x="89320" y="228944"/>
                    <a:pt x="89320" y="224693"/>
                  </a:cubicBezTo>
                  <a:cubicBezTo>
                    <a:pt x="89320" y="222213"/>
                    <a:pt x="92515" y="209813"/>
                    <a:pt x="94291" y="202374"/>
                  </a:cubicBezTo>
                  <a:lnTo>
                    <a:pt x="106718" y="152421"/>
                  </a:lnTo>
                  <a:cubicBezTo>
                    <a:pt x="108494" y="145690"/>
                    <a:pt x="108849" y="144627"/>
                    <a:pt x="111689" y="141439"/>
                  </a:cubicBezTo>
                  <a:lnTo>
                    <a:pt x="199749" y="40472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22D4300-BA63-3398-BE4E-5C3A80DC4D18}"/>
                </a:ext>
              </a:extLst>
            </p:cNvPr>
            <p:cNvSpPr/>
            <p:nvPr>
              <p:custDataLst>
                <p:tags r:id="rId108"/>
              </p:custDataLst>
            </p:nvPr>
          </p:nvSpPr>
          <p:spPr>
            <a:xfrm>
              <a:off x="9738573" y="5439782"/>
              <a:ext cx="90473" cy="164665"/>
            </a:xfrm>
            <a:custGeom>
              <a:avLst/>
              <a:gdLst>
                <a:gd name="connsiteX0" fmla="*/ 56374 w 90473"/>
                <a:gd name="connsiteY0" fmla="*/ 7030 h 164665"/>
                <a:gd name="connsiteX1" fmla="*/ 48918 w 90473"/>
                <a:gd name="connsiteY1" fmla="*/ 86 h 164665"/>
                <a:gd name="connsiteX2" fmla="*/ 201 w 90473"/>
                <a:gd name="connsiteY2" fmla="*/ 15958 h 164665"/>
                <a:gd name="connsiteX3" fmla="*/ 201 w 90473"/>
                <a:gd name="connsiteY3" fmla="*/ 24885 h 164665"/>
                <a:gd name="connsiteX4" fmla="*/ 36241 w 90473"/>
                <a:gd name="connsiteY4" fmla="*/ 17941 h 164665"/>
                <a:gd name="connsiteX5" fmla="*/ 36241 w 90473"/>
                <a:gd name="connsiteY5" fmla="*/ 144416 h 164665"/>
                <a:gd name="connsiteX6" fmla="*/ 11386 w 90473"/>
                <a:gd name="connsiteY6" fmla="*/ 155824 h 164665"/>
                <a:gd name="connsiteX7" fmla="*/ 1941 w 90473"/>
                <a:gd name="connsiteY7" fmla="*/ 155824 h 164665"/>
                <a:gd name="connsiteX8" fmla="*/ 1941 w 90473"/>
                <a:gd name="connsiteY8" fmla="*/ 164752 h 164665"/>
                <a:gd name="connsiteX9" fmla="*/ 46184 w 90473"/>
                <a:gd name="connsiteY9" fmla="*/ 163760 h 164665"/>
                <a:gd name="connsiteX10" fmla="*/ 90675 w 90473"/>
                <a:gd name="connsiteY10" fmla="*/ 164752 h 164665"/>
                <a:gd name="connsiteX11" fmla="*/ 90675 w 90473"/>
                <a:gd name="connsiteY11" fmla="*/ 155824 h 164665"/>
                <a:gd name="connsiteX12" fmla="*/ 81230 w 90473"/>
                <a:gd name="connsiteY12" fmla="*/ 155824 h 164665"/>
                <a:gd name="connsiteX13" fmla="*/ 56374 w 90473"/>
                <a:gd name="connsiteY13" fmla="*/ 144416 h 164665"/>
                <a:gd name="connsiteX14" fmla="*/ 56374 w 90473"/>
                <a:gd name="connsiteY14" fmla="*/ 7030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473" h="164665">
                  <a:moveTo>
                    <a:pt x="56374" y="7030"/>
                  </a:moveTo>
                  <a:cubicBezTo>
                    <a:pt x="56374" y="334"/>
                    <a:pt x="55877" y="86"/>
                    <a:pt x="48918" y="86"/>
                  </a:cubicBezTo>
                  <a:cubicBezTo>
                    <a:pt x="33010" y="15710"/>
                    <a:pt x="10392" y="15958"/>
                    <a:pt x="201" y="15958"/>
                  </a:cubicBezTo>
                  <a:lnTo>
                    <a:pt x="201" y="24885"/>
                  </a:lnTo>
                  <a:cubicBezTo>
                    <a:pt x="6167" y="24885"/>
                    <a:pt x="22571" y="24885"/>
                    <a:pt x="36241" y="17941"/>
                  </a:cubicBezTo>
                  <a:lnTo>
                    <a:pt x="36241" y="144416"/>
                  </a:lnTo>
                  <a:cubicBezTo>
                    <a:pt x="36241" y="152600"/>
                    <a:pt x="36241" y="155824"/>
                    <a:pt x="11386" y="155824"/>
                  </a:cubicBezTo>
                  <a:lnTo>
                    <a:pt x="1941" y="155824"/>
                  </a:lnTo>
                  <a:lnTo>
                    <a:pt x="1941" y="164752"/>
                  </a:lnTo>
                  <a:cubicBezTo>
                    <a:pt x="6415" y="164504"/>
                    <a:pt x="36987" y="163760"/>
                    <a:pt x="46184" y="163760"/>
                  </a:cubicBezTo>
                  <a:cubicBezTo>
                    <a:pt x="53889" y="163760"/>
                    <a:pt x="85207" y="164504"/>
                    <a:pt x="90675" y="164752"/>
                  </a:cubicBezTo>
                  <a:lnTo>
                    <a:pt x="90675" y="155824"/>
                  </a:lnTo>
                  <a:lnTo>
                    <a:pt x="81230" y="155824"/>
                  </a:lnTo>
                  <a:cubicBezTo>
                    <a:pt x="56374" y="155824"/>
                    <a:pt x="56374" y="152600"/>
                    <a:pt x="56374" y="144416"/>
                  </a:cubicBezTo>
                  <a:lnTo>
                    <a:pt x="56374" y="7030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4E4B59F-0B30-DDD1-8C54-C186799298F8}"/>
                </a:ext>
              </a:extLst>
            </p:cNvPr>
            <p:cNvSpPr/>
            <p:nvPr>
              <p:custDataLst>
                <p:tags r:id="rId109"/>
              </p:custDataLst>
            </p:nvPr>
          </p:nvSpPr>
          <p:spPr>
            <a:xfrm>
              <a:off x="9901309" y="5513754"/>
              <a:ext cx="41543" cy="105927"/>
            </a:xfrm>
            <a:custGeom>
              <a:avLst/>
              <a:gdLst>
                <a:gd name="connsiteX0" fmla="*/ 41750 w 41543"/>
                <a:gd name="connsiteY0" fmla="*/ 37283 h 105927"/>
                <a:gd name="connsiteX1" fmla="*/ 19025 w 41543"/>
                <a:gd name="connsiteY1" fmla="*/ 85 h 105927"/>
                <a:gd name="connsiteX2" fmla="*/ 206 w 41543"/>
                <a:gd name="connsiteY2" fmla="*/ 18861 h 105927"/>
                <a:gd name="connsiteX3" fmla="*/ 19025 w 41543"/>
                <a:gd name="connsiteY3" fmla="*/ 37637 h 105927"/>
                <a:gd name="connsiteX4" fmla="*/ 31452 w 41543"/>
                <a:gd name="connsiteY4" fmla="*/ 33032 h 105927"/>
                <a:gd name="connsiteX5" fmla="*/ 33228 w 41543"/>
                <a:gd name="connsiteY5" fmla="*/ 31969 h 105927"/>
                <a:gd name="connsiteX6" fmla="*/ 33938 w 41543"/>
                <a:gd name="connsiteY6" fmla="*/ 37283 h 105927"/>
                <a:gd name="connsiteX7" fmla="*/ 9793 w 41543"/>
                <a:gd name="connsiteY7" fmla="*/ 96447 h 105927"/>
                <a:gd name="connsiteX8" fmla="*/ 5887 w 41543"/>
                <a:gd name="connsiteY8" fmla="*/ 102115 h 105927"/>
                <a:gd name="connsiteX9" fmla="*/ 9438 w 41543"/>
                <a:gd name="connsiteY9" fmla="*/ 106012 h 105927"/>
                <a:gd name="connsiteX10" fmla="*/ 41750 w 41543"/>
                <a:gd name="connsiteY10" fmla="*/ 37283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543" h="105927">
                  <a:moveTo>
                    <a:pt x="41750" y="37283"/>
                  </a:moveTo>
                  <a:cubicBezTo>
                    <a:pt x="41750" y="13901"/>
                    <a:pt x="32873" y="85"/>
                    <a:pt x="19025" y="85"/>
                  </a:cubicBezTo>
                  <a:cubicBezTo>
                    <a:pt x="7307" y="85"/>
                    <a:pt x="206" y="8941"/>
                    <a:pt x="206" y="18861"/>
                  </a:cubicBezTo>
                  <a:cubicBezTo>
                    <a:pt x="206" y="28426"/>
                    <a:pt x="7307" y="37637"/>
                    <a:pt x="19025" y="37637"/>
                  </a:cubicBezTo>
                  <a:cubicBezTo>
                    <a:pt x="23286" y="37637"/>
                    <a:pt x="27902" y="36220"/>
                    <a:pt x="31452" y="33032"/>
                  </a:cubicBezTo>
                  <a:cubicBezTo>
                    <a:pt x="32518" y="32323"/>
                    <a:pt x="32873" y="31969"/>
                    <a:pt x="33228" y="31969"/>
                  </a:cubicBezTo>
                  <a:cubicBezTo>
                    <a:pt x="33583" y="31969"/>
                    <a:pt x="33938" y="32323"/>
                    <a:pt x="33938" y="37283"/>
                  </a:cubicBezTo>
                  <a:cubicBezTo>
                    <a:pt x="33938" y="63499"/>
                    <a:pt x="21510" y="84756"/>
                    <a:pt x="9793" y="96447"/>
                  </a:cubicBezTo>
                  <a:cubicBezTo>
                    <a:pt x="5887" y="100344"/>
                    <a:pt x="5887" y="101052"/>
                    <a:pt x="5887" y="102115"/>
                  </a:cubicBezTo>
                  <a:cubicBezTo>
                    <a:pt x="5887" y="104595"/>
                    <a:pt x="7662" y="106012"/>
                    <a:pt x="9438" y="106012"/>
                  </a:cubicBezTo>
                  <a:cubicBezTo>
                    <a:pt x="13344" y="106012"/>
                    <a:pt x="41750" y="78733"/>
                    <a:pt x="41750" y="37283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DA02E3A-1D54-5B12-1CBC-367D78804598}"/>
                </a:ext>
              </a:extLst>
            </p:cNvPr>
            <p:cNvSpPr/>
            <p:nvPr>
              <p:custDataLst>
                <p:tags r:id="rId110"/>
              </p:custDataLst>
            </p:nvPr>
          </p:nvSpPr>
          <p:spPr>
            <a:xfrm>
              <a:off x="10038170" y="5309340"/>
              <a:ext cx="292583" cy="241967"/>
            </a:xfrm>
            <a:custGeom>
              <a:avLst/>
              <a:gdLst>
                <a:gd name="connsiteX0" fmla="*/ 162835 w 292583"/>
                <a:gd name="connsiteY0" fmla="*/ 96447 h 241967"/>
                <a:gd name="connsiteX1" fmla="*/ 133009 w 292583"/>
                <a:gd name="connsiteY1" fmla="*/ 25947 h 241967"/>
                <a:gd name="connsiteX2" fmla="*/ 131233 w 292583"/>
                <a:gd name="connsiteY2" fmla="*/ 21341 h 241967"/>
                <a:gd name="connsiteX3" fmla="*/ 152183 w 292583"/>
                <a:gd name="connsiteY3" fmla="*/ 11067 h 241967"/>
                <a:gd name="connsiteX4" fmla="*/ 159284 w 292583"/>
                <a:gd name="connsiteY4" fmla="*/ 4336 h 241967"/>
                <a:gd name="connsiteX5" fmla="*/ 153958 w 292583"/>
                <a:gd name="connsiteY5" fmla="*/ 85 h 241967"/>
                <a:gd name="connsiteX6" fmla="*/ 109219 w 292583"/>
                <a:gd name="connsiteY6" fmla="*/ 1148 h 241967"/>
                <a:gd name="connsiteX7" fmla="*/ 69450 w 292583"/>
                <a:gd name="connsiteY7" fmla="*/ 85 h 241967"/>
                <a:gd name="connsiteX8" fmla="*/ 63059 w 292583"/>
                <a:gd name="connsiteY8" fmla="*/ 7170 h 241967"/>
                <a:gd name="connsiteX9" fmla="*/ 71225 w 292583"/>
                <a:gd name="connsiteY9" fmla="*/ 11067 h 241967"/>
                <a:gd name="connsiteX10" fmla="*/ 97856 w 292583"/>
                <a:gd name="connsiteY10" fmla="*/ 22404 h 241967"/>
                <a:gd name="connsiteX11" fmla="*/ 139755 w 292583"/>
                <a:gd name="connsiteY11" fmla="*/ 121246 h 241967"/>
                <a:gd name="connsiteX12" fmla="*/ 64834 w 292583"/>
                <a:gd name="connsiteY12" fmla="*/ 201665 h 241967"/>
                <a:gd name="connsiteX13" fmla="*/ 60218 w 292583"/>
                <a:gd name="connsiteY13" fmla="*/ 205562 h 241967"/>
                <a:gd name="connsiteX14" fmla="*/ 8022 w 292583"/>
                <a:gd name="connsiteY14" fmla="*/ 231070 h 241967"/>
                <a:gd name="connsiteX15" fmla="*/ 210 w 292583"/>
                <a:gd name="connsiteY15" fmla="*/ 238155 h 241967"/>
                <a:gd name="connsiteX16" fmla="*/ 4826 w 292583"/>
                <a:gd name="connsiteY16" fmla="*/ 242052 h 241967"/>
                <a:gd name="connsiteX17" fmla="*/ 38203 w 292583"/>
                <a:gd name="connsiteY17" fmla="*/ 240989 h 241967"/>
                <a:gd name="connsiteX18" fmla="*/ 77972 w 292583"/>
                <a:gd name="connsiteY18" fmla="*/ 242052 h 241967"/>
                <a:gd name="connsiteX19" fmla="*/ 84363 w 292583"/>
                <a:gd name="connsiteY19" fmla="*/ 234967 h 241967"/>
                <a:gd name="connsiteX20" fmla="*/ 80102 w 292583"/>
                <a:gd name="connsiteY20" fmla="*/ 231070 h 241967"/>
                <a:gd name="connsiteX21" fmla="*/ 65899 w 292583"/>
                <a:gd name="connsiteY21" fmla="*/ 220087 h 241967"/>
                <a:gd name="connsiteX22" fmla="*/ 75486 w 292583"/>
                <a:gd name="connsiteY22" fmla="*/ 204145 h 241967"/>
                <a:gd name="connsiteX23" fmla="*/ 111704 w 292583"/>
                <a:gd name="connsiteY23" fmla="*/ 165884 h 241967"/>
                <a:gd name="connsiteX24" fmla="*/ 143661 w 292583"/>
                <a:gd name="connsiteY24" fmla="*/ 131165 h 241967"/>
                <a:gd name="connsiteX25" fmla="*/ 179524 w 292583"/>
                <a:gd name="connsiteY25" fmla="*/ 215836 h 241967"/>
                <a:gd name="connsiteX26" fmla="*/ 181299 w 292583"/>
                <a:gd name="connsiteY26" fmla="*/ 220796 h 241967"/>
                <a:gd name="connsiteX27" fmla="*/ 160705 w 292583"/>
                <a:gd name="connsiteY27" fmla="*/ 231070 h 241967"/>
                <a:gd name="connsiteX28" fmla="*/ 153603 w 292583"/>
                <a:gd name="connsiteY28" fmla="*/ 237801 h 241967"/>
                <a:gd name="connsiteX29" fmla="*/ 158929 w 292583"/>
                <a:gd name="connsiteY29" fmla="*/ 242052 h 241967"/>
                <a:gd name="connsiteX30" fmla="*/ 203669 w 292583"/>
                <a:gd name="connsiteY30" fmla="*/ 240989 h 241967"/>
                <a:gd name="connsiteX31" fmla="*/ 243083 w 292583"/>
                <a:gd name="connsiteY31" fmla="*/ 242052 h 241967"/>
                <a:gd name="connsiteX32" fmla="*/ 249829 w 292583"/>
                <a:gd name="connsiteY32" fmla="*/ 235321 h 241967"/>
                <a:gd name="connsiteX33" fmla="*/ 243438 w 292583"/>
                <a:gd name="connsiteY33" fmla="*/ 231070 h 241967"/>
                <a:gd name="connsiteX34" fmla="*/ 212901 w 292583"/>
                <a:gd name="connsiteY34" fmla="*/ 215482 h 241967"/>
                <a:gd name="connsiteX35" fmla="*/ 167096 w 292583"/>
                <a:gd name="connsiteY35" fmla="*/ 106012 h 241967"/>
                <a:gd name="connsiteX36" fmla="*/ 239887 w 292583"/>
                <a:gd name="connsiteY36" fmla="*/ 29135 h 241967"/>
                <a:gd name="connsiteX37" fmla="*/ 284982 w 292583"/>
                <a:gd name="connsiteY37" fmla="*/ 11067 h 241967"/>
                <a:gd name="connsiteX38" fmla="*/ 292793 w 292583"/>
                <a:gd name="connsiteY38" fmla="*/ 3982 h 241967"/>
                <a:gd name="connsiteX39" fmla="*/ 288177 w 292583"/>
                <a:gd name="connsiteY39" fmla="*/ 85 h 241967"/>
                <a:gd name="connsiteX40" fmla="*/ 254800 w 292583"/>
                <a:gd name="connsiteY40" fmla="*/ 1148 h 241967"/>
                <a:gd name="connsiteX41" fmla="*/ 215387 w 292583"/>
                <a:gd name="connsiteY41" fmla="*/ 85 h 241967"/>
                <a:gd name="connsiteX42" fmla="*/ 208640 w 292583"/>
                <a:gd name="connsiteY42" fmla="*/ 7170 h 241967"/>
                <a:gd name="connsiteX43" fmla="*/ 212901 w 292583"/>
                <a:gd name="connsiteY43" fmla="*/ 11067 h 241967"/>
                <a:gd name="connsiteX44" fmla="*/ 227104 w 292583"/>
                <a:gd name="connsiteY44" fmla="*/ 22049 h 241967"/>
                <a:gd name="connsiteX45" fmla="*/ 220358 w 292583"/>
                <a:gd name="connsiteY45" fmla="*/ 34803 h 241967"/>
                <a:gd name="connsiteX46" fmla="*/ 162835 w 292583"/>
                <a:gd name="connsiteY46" fmla="*/ 96447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2583" h="241967">
                  <a:moveTo>
                    <a:pt x="162835" y="96447"/>
                  </a:moveTo>
                  <a:lnTo>
                    <a:pt x="133009" y="25947"/>
                  </a:lnTo>
                  <a:cubicBezTo>
                    <a:pt x="131944" y="23112"/>
                    <a:pt x="131233" y="21695"/>
                    <a:pt x="131233" y="21341"/>
                  </a:cubicBezTo>
                  <a:cubicBezTo>
                    <a:pt x="131233" y="19215"/>
                    <a:pt x="137270" y="12484"/>
                    <a:pt x="152183" y="11067"/>
                  </a:cubicBezTo>
                  <a:cubicBezTo>
                    <a:pt x="155734" y="10713"/>
                    <a:pt x="159284" y="10359"/>
                    <a:pt x="159284" y="4336"/>
                  </a:cubicBezTo>
                  <a:cubicBezTo>
                    <a:pt x="159284" y="85"/>
                    <a:pt x="155024" y="85"/>
                    <a:pt x="153958" y="85"/>
                  </a:cubicBezTo>
                  <a:cubicBezTo>
                    <a:pt x="139400" y="85"/>
                    <a:pt x="124132" y="1148"/>
                    <a:pt x="109219" y="1148"/>
                  </a:cubicBezTo>
                  <a:cubicBezTo>
                    <a:pt x="100342" y="1148"/>
                    <a:pt x="78327" y="85"/>
                    <a:pt x="69450" y="85"/>
                  </a:cubicBezTo>
                  <a:cubicBezTo>
                    <a:pt x="67320" y="85"/>
                    <a:pt x="63059" y="85"/>
                    <a:pt x="63059" y="7170"/>
                  </a:cubicBezTo>
                  <a:cubicBezTo>
                    <a:pt x="63059" y="11067"/>
                    <a:pt x="66609" y="11067"/>
                    <a:pt x="71225" y="11067"/>
                  </a:cubicBezTo>
                  <a:cubicBezTo>
                    <a:pt x="92530" y="11067"/>
                    <a:pt x="94661" y="14610"/>
                    <a:pt x="97856" y="22404"/>
                  </a:cubicBezTo>
                  <a:lnTo>
                    <a:pt x="139755" y="121246"/>
                  </a:lnTo>
                  <a:lnTo>
                    <a:pt x="64834" y="201665"/>
                  </a:lnTo>
                  <a:lnTo>
                    <a:pt x="60218" y="205562"/>
                  </a:lnTo>
                  <a:cubicBezTo>
                    <a:pt x="42819" y="224339"/>
                    <a:pt x="26131" y="230007"/>
                    <a:pt x="8022" y="231070"/>
                  </a:cubicBezTo>
                  <a:cubicBezTo>
                    <a:pt x="3406" y="231424"/>
                    <a:pt x="210" y="231424"/>
                    <a:pt x="210" y="238155"/>
                  </a:cubicBezTo>
                  <a:cubicBezTo>
                    <a:pt x="210" y="238509"/>
                    <a:pt x="210" y="242052"/>
                    <a:pt x="4826" y="242052"/>
                  </a:cubicBezTo>
                  <a:cubicBezTo>
                    <a:pt x="15478" y="242052"/>
                    <a:pt x="27196" y="240989"/>
                    <a:pt x="38203" y="240989"/>
                  </a:cubicBezTo>
                  <a:cubicBezTo>
                    <a:pt x="51341" y="240989"/>
                    <a:pt x="65189" y="242052"/>
                    <a:pt x="77972" y="242052"/>
                  </a:cubicBezTo>
                  <a:cubicBezTo>
                    <a:pt x="80102" y="242052"/>
                    <a:pt x="84363" y="242052"/>
                    <a:pt x="84363" y="234967"/>
                  </a:cubicBezTo>
                  <a:cubicBezTo>
                    <a:pt x="84363" y="231424"/>
                    <a:pt x="80813" y="231070"/>
                    <a:pt x="80102" y="231070"/>
                  </a:cubicBezTo>
                  <a:cubicBezTo>
                    <a:pt x="76907" y="230715"/>
                    <a:pt x="65899" y="230007"/>
                    <a:pt x="65899" y="220087"/>
                  </a:cubicBezTo>
                  <a:cubicBezTo>
                    <a:pt x="65899" y="214419"/>
                    <a:pt x="71225" y="208751"/>
                    <a:pt x="75486" y="204145"/>
                  </a:cubicBezTo>
                  <a:lnTo>
                    <a:pt x="111704" y="165884"/>
                  </a:lnTo>
                  <a:lnTo>
                    <a:pt x="143661" y="131165"/>
                  </a:lnTo>
                  <a:lnTo>
                    <a:pt x="179524" y="215836"/>
                  </a:lnTo>
                  <a:cubicBezTo>
                    <a:pt x="180944" y="219733"/>
                    <a:pt x="181299" y="220087"/>
                    <a:pt x="181299" y="220796"/>
                  </a:cubicBezTo>
                  <a:cubicBezTo>
                    <a:pt x="181299" y="223630"/>
                    <a:pt x="174553" y="229653"/>
                    <a:pt x="160705" y="231070"/>
                  </a:cubicBezTo>
                  <a:cubicBezTo>
                    <a:pt x="156799" y="231424"/>
                    <a:pt x="153603" y="231778"/>
                    <a:pt x="153603" y="237801"/>
                  </a:cubicBezTo>
                  <a:cubicBezTo>
                    <a:pt x="153603" y="242052"/>
                    <a:pt x="157509" y="242052"/>
                    <a:pt x="158929" y="242052"/>
                  </a:cubicBezTo>
                  <a:cubicBezTo>
                    <a:pt x="168872" y="242052"/>
                    <a:pt x="193727" y="240989"/>
                    <a:pt x="203669" y="240989"/>
                  </a:cubicBezTo>
                  <a:cubicBezTo>
                    <a:pt x="212546" y="240989"/>
                    <a:pt x="234206" y="242052"/>
                    <a:pt x="243083" y="242052"/>
                  </a:cubicBezTo>
                  <a:cubicBezTo>
                    <a:pt x="245568" y="242052"/>
                    <a:pt x="249829" y="242052"/>
                    <a:pt x="249829" y="235321"/>
                  </a:cubicBezTo>
                  <a:cubicBezTo>
                    <a:pt x="249829" y="231070"/>
                    <a:pt x="246278" y="231070"/>
                    <a:pt x="243438" y="231070"/>
                  </a:cubicBezTo>
                  <a:cubicBezTo>
                    <a:pt x="219647" y="230715"/>
                    <a:pt x="218937" y="229653"/>
                    <a:pt x="212901" y="215482"/>
                  </a:cubicBezTo>
                  <a:cubicBezTo>
                    <a:pt x="199053" y="182534"/>
                    <a:pt x="175263" y="127268"/>
                    <a:pt x="167096" y="106012"/>
                  </a:cubicBezTo>
                  <a:cubicBezTo>
                    <a:pt x="191241" y="81213"/>
                    <a:pt x="228524" y="39055"/>
                    <a:pt x="239887" y="29135"/>
                  </a:cubicBezTo>
                  <a:cubicBezTo>
                    <a:pt x="250184" y="20632"/>
                    <a:pt x="263677" y="12130"/>
                    <a:pt x="284982" y="11067"/>
                  </a:cubicBezTo>
                  <a:cubicBezTo>
                    <a:pt x="289598" y="10713"/>
                    <a:pt x="292793" y="10713"/>
                    <a:pt x="292793" y="3982"/>
                  </a:cubicBezTo>
                  <a:cubicBezTo>
                    <a:pt x="292793" y="3627"/>
                    <a:pt x="292793" y="85"/>
                    <a:pt x="288177" y="85"/>
                  </a:cubicBezTo>
                  <a:cubicBezTo>
                    <a:pt x="277525" y="85"/>
                    <a:pt x="265807" y="1148"/>
                    <a:pt x="254800" y="1148"/>
                  </a:cubicBezTo>
                  <a:cubicBezTo>
                    <a:pt x="241662" y="1148"/>
                    <a:pt x="228169" y="85"/>
                    <a:pt x="215387" y="85"/>
                  </a:cubicBezTo>
                  <a:cubicBezTo>
                    <a:pt x="213256" y="85"/>
                    <a:pt x="208640" y="85"/>
                    <a:pt x="208640" y="7170"/>
                  </a:cubicBezTo>
                  <a:cubicBezTo>
                    <a:pt x="208640" y="9650"/>
                    <a:pt x="210415" y="10713"/>
                    <a:pt x="212901" y="11067"/>
                  </a:cubicBezTo>
                  <a:cubicBezTo>
                    <a:pt x="216097" y="11421"/>
                    <a:pt x="227104" y="12130"/>
                    <a:pt x="227104" y="22049"/>
                  </a:cubicBezTo>
                  <a:cubicBezTo>
                    <a:pt x="227104" y="27009"/>
                    <a:pt x="223198" y="31615"/>
                    <a:pt x="220358" y="34803"/>
                  </a:cubicBezTo>
                  <a:lnTo>
                    <a:pt x="162835" y="96447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FC745FA-B048-0569-08E6-6E0776415C49}"/>
                </a:ext>
              </a:extLst>
            </p:cNvPr>
            <p:cNvSpPr/>
            <p:nvPr>
              <p:custDataLst>
                <p:tags r:id="rId111"/>
              </p:custDataLst>
            </p:nvPr>
          </p:nvSpPr>
          <p:spPr>
            <a:xfrm>
              <a:off x="10338414" y="5439782"/>
              <a:ext cx="109860" cy="164665"/>
            </a:xfrm>
            <a:custGeom>
              <a:avLst/>
              <a:gdLst>
                <a:gd name="connsiteX0" fmla="*/ 110079 w 109860"/>
                <a:gd name="connsiteY0" fmla="*/ 119617 h 164665"/>
                <a:gd name="connsiteX1" fmla="*/ 101628 w 109860"/>
                <a:gd name="connsiteY1" fmla="*/ 119617 h 164665"/>
                <a:gd name="connsiteX2" fmla="*/ 95166 w 109860"/>
                <a:gd name="connsiteY2" fmla="*/ 142184 h 164665"/>
                <a:gd name="connsiteX3" fmla="*/ 70559 w 109860"/>
                <a:gd name="connsiteY3" fmla="*/ 143672 h 164665"/>
                <a:gd name="connsiteX4" fmla="*/ 24825 w 109860"/>
                <a:gd name="connsiteY4" fmla="*/ 143672 h 164665"/>
                <a:gd name="connsiteX5" fmla="*/ 74536 w 109860"/>
                <a:gd name="connsiteY5" fmla="*/ 102010 h 164665"/>
                <a:gd name="connsiteX6" fmla="*/ 110079 w 109860"/>
                <a:gd name="connsiteY6" fmla="*/ 48444 h 164665"/>
                <a:gd name="connsiteX7" fmla="*/ 51918 w 109860"/>
                <a:gd name="connsiteY7" fmla="*/ 86 h 164665"/>
                <a:gd name="connsiteX8" fmla="*/ 218 w 109860"/>
                <a:gd name="connsiteY8" fmla="*/ 44476 h 164665"/>
                <a:gd name="connsiteX9" fmla="*/ 13392 w 109860"/>
                <a:gd name="connsiteY9" fmla="*/ 58364 h 164665"/>
                <a:gd name="connsiteX10" fmla="*/ 26565 w 109860"/>
                <a:gd name="connsiteY10" fmla="*/ 45220 h 164665"/>
                <a:gd name="connsiteX11" fmla="*/ 11900 w 109860"/>
                <a:gd name="connsiteY11" fmla="*/ 32077 h 164665"/>
                <a:gd name="connsiteX12" fmla="*/ 48189 w 109860"/>
                <a:gd name="connsiteY12" fmla="*/ 9014 h 164665"/>
                <a:gd name="connsiteX13" fmla="*/ 85969 w 109860"/>
                <a:gd name="connsiteY13" fmla="*/ 48444 h 164665"/>
                <a:gd name="connsiteX14" fmla="*/ 62605 w 109860"/>
                <a:gd name="connsiteY14" fmla="*/ 96058 h 164665"/>
                <a:gd name="connsiteX15" fmla="*/ 2704 w 109860"/>
                <a:gd name="connsiteY15" fmla="*/ 155080 h 164665"/>
                <a:gd name="connsiteX16" fmla="*/ 218 w 109860"/>
                <a:gd name="connsiteY16" fmla="*/ 164752 h 164665"/>
                <a:gd name="connsiteX17" fmla="*/ 102622 w 109860"/>
                <a:gd name="connsiteY17" fmla="*/ 164752 h 164665"/>
                <a:gd name="connsiteX18" fmla="*/ 110079 w 109860"/>
                <a:gd name="connsiteY18" fmla="*/ 119617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860" h="164665">
                  <a:moveTo>
                    <a:pt x="110079" y="119617"/>
                  </a:moveTo>
                  <a:lnTo>
                    <a:pt x="101628" y="119617"/>
                  </a:lnTo>
                  <a:cubicBezTo>
                    <a:pt x="100883" y="125073"/>
                    <a:pt x="98397" y="139705"/>
                    <a:pt x="95166" y="142184"/>
                  </a:cubicBezTo>
                  <a:cubicBezTo>
                    <a:pt x="93177" y="143672"/>
                    <a:pt x="74039" y="143672"/>
                    <a:pt x="70559" y="143672"/>
                  </a:cubicBezTo>
                  <a:lnTo>
                    <a:pt x="24825" y="143672"/>
                  </a:lnTo>
                  <a:cubicBezTo>
                    <a:pt x="50923" y="120609"/>
                    <a:pt x="59623" y="113666"/>
                    <a:pt x="74536" y="102010"/>
                  </a:cubicBezTo>
                  <a:cubicBezTo>
                    <a:pt x="92929" y="87379"/>
                    <a:pt x="110079" y="72003"/>
                    <a:pt x="110079" y="48444"/>
                  </a:cubicBezTo>
                  <a:cubicBezTo>
                    <a:pt x="110079" y="18437"/>
                    <a:pt x="83732" y="86"/>
                    <a:pt x="51918" y="86"/>
                  </a:cubicBezTo>
                  <a:cubicBezTo>
                    <a:pt x="21097" y="86"/>
                    <a:pt x="218" y="21661"/>
                    <a:pt x="218" y="44476"/>
                  </a:cubicBezTo>
                  <a:cubicBezTo>
                    <a:pt x="218" y="57124"/>
                    <a:pt x="10906" y="58364"/>
                    <a:pt x="13392" y="58364"/>
                  </a:cubicBezTo>
                  <a:cubicBezTo>
                    <a:pt x="19357" y="58364"/>
                    <a:pt x="26565" y="54148"/>
                    <a:pt x="26565" y="45220"/>
                  </a:cubicBezTo>
                  <a:cubicBezTo>
                    <a:pt x="26565" y="40757"/>
                    <a:pt x="24825" y="32077"/>
                    <a:pt x="11900" y="32077"/>
                  </a:cubicBezTo>
                  <a:cubicBezTo>
                    <a:pt x="19606" y="14470"/>
                    <a:pt x="36507" y="9014"/>
                    <a:pt x="48189" y="9014"/>
                  </a:cubicBezTo>
                  <a:cubicBezTo>
                    <a:pt x="73045" y="9014"/>
                    <a:pt x="85969" y="28357"/>
                    <a:pt x="85969" y="48444"/>
                  </a:cubicBezTo>
                  <a:cubicBezTo>
                    <a:pt x="85969" y="70019"/>
                    <a:pt x="70559" y="87131"/>
                    <a:pt x="62605" y="96058"/>
                  </a:cubicBezTo>
                  <a:lnTo>
                    <a:pt x="2704" y="155080"/>
                  </a:lnTo>
                  <a:cubicBezTo>
                    <a:pt x="218" y="157312"/>
                    <a:pt x="218" y="157808"/>
                    <a:pt x="218" y="164752"/>
                  </a:cubicBezTo>
                  <a:lnTo>
                    <a:pt x="102622" y="164752"/>
                  </a:lnTo>
                  <a:lnTo>
                    <a:pt x="110079" y="119617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1342368-29F2-0575-1528-B84114AFBEF1}"/>
                </a:ext>
              </a:extLst>
            </p:cNvPr>
            <p:cNvSpPr/>
            <p:nvPr>
              <p:custDataLst>
                <p:tags r:id="rId112"/>
              </p:custDataLst>
            </p:nvPr>
          </p:nvSpPr>
          <p:spPr>
            <a:xfrm>
              <a:off x="10512584" y="5513754"/>
              <a:ext cx="41543" cy="105927"/>
            </a:xfrm>
            <a:custGeom>
              <a:avLst/>
              <a:gdLst>
                <a:gd name="connsiteX0" fmla="*/ 41767 w 41543"/>
                <a:gd name="connsiteY0" fmla="*/ 37283 h 105927"/>
                <a:gd name="connsiteX1" fmla="*/ 19042 w 41543"/>
                <a:gd name="connsiteY1" fmla="*/ 85 h 105927"/>
                <a:gd name="connsiteX2" fmla="*/ 223 w 41543"/>
                <a:gd name="connsiteY2" fmla="*/ 18861 h 105927"/>
                <a:gd name="connsiteX3" fmla="*/ 19042 w 41543"/>
                <a:gd name="connsiteY3" fmla="*/ 37637 h 105927"/>
                <a:gd name="connsiteX4" fmla="*/ 31470 w 41543"/>
                <a:gd name="connsiteY4" fmla="*/ 33032 h 105927"/>
                <a:gd name="connsiteX5" fmla="*/ 33245 w 41543"/>
                <a:gd name="connsiteY5" fmla="*/ 31969 h 105927"/>
                <a:gd name="connsiteX6" fmla="*/ 33955 w 41543"/>
                <a:gd name="connsiteY6" fmla="*/ 37283 h 105927"/>
                <a:gd name="connsiteX7" fmla="*/ 9810 w 41543"/>
                <a:gd name="connsiteY7" fmla="*/ 96447 h 105927"/>
                <a:gd name="connsiteX8" fmla="*/ 5904 w 41543"/>
                <a:gd name="connsiteY8" fmla="*/ 102115 h 105927"/>
                <a:gd name="connsiteX9" fmla="*/ 9455 w 41543"/>
                <a:gd name="connsiteY9" fmla="*/ 106012 h 105927"/>
                <a:gd name="connsiteX10" fmla="*/ 41767 w 41543"/>
                <a:gd name="connsiteY10" fmla="*/ 37283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543" h="105927">
                  <a:moveTo>
                    <a:pt x="41767" y="37283"/>
                  </a:moveTo>
                  <a:cubicBezTo>
                    <a:pt x="41767" y="13901"/>
                    <a:pt x="32890" y="85"/>
                    <a:pt x="19042" y="85"/>
                  </a:cubicBezTo>
                  <a:cubicBezTo>
                    <a:pt x="7324" y="85"/>
                    <a:pt x="223" y="8941"/>
                    <a:pt x="223" y="18861"/>
                  </a:cubicBezTo>
                  <a:cubicBezTo>
                    <a:pt x="223" y="28426"/>
                    <a:pt x="7324" y="37637"/>
                    <a:pt x="19042" y="37637"/>
                  </a:cubicBezTo>
                  <a:cubicBezTo>
                    <a:pt x="23303" y="37637"/>
                    <a:pt x="27919" y="36220"/>
                    <a:pt x="31470" y="33032"/>
                  </a:cubicBezTo>
                  <a:cubicBezTo>
                    <a:pt x="32535" y="32323"/>
                    <a:pt x="32890" y="31969"/>
                    <a:pt x="33245" y="31969"/>
                  </a:cubicBezTo>
                  <a:cubicBezTo>
                    <a:pt x="33600" y="31969"/>
                    <a:pt x="33955" y="32323"/>
                    <a:pt x="33955" y="37283"/>
                  </a:cubicBezTo>
                  <a:cubicBezTo>
                    <a:pt x="33955" y="63499"/>
                    <a:pt x="21527" y="84756"/>
                    <a:pt x="9810" y="96447"/>
                  </a:cubicBezTo>
                  <a:cubicBezTo>
                    <a:pt x="5904" y="100344"/>
                    <a:pt x="5904" y="101052"/>
                    <a:pt x="5904" y="102115"/>
                  </a:cubicBezTo>
                  <a:cubicBezTo>
                    <a:pt x="5904" y="104595"/>
                    <a:pt x="7679" y="106012"/>
                    <a:pt x="9455" y="106012"/>
                  </a:cubicBezTo>
                  <a:cubicBezTo>
                    <a:pt x="13361" y="106012"/>
                    <a:pt x="41767" y="78733"/>
                    <a:pt x="41767" y="37283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FA93462-A741-BB17-8453-63316EF07A92}"/>
                </a:ext>
              </a:extLst>
            </p:cNvPr>
            <p:cNvSpPr/>
            <p:nvPr>
              <p:custDataLst>
                <p:tags r:id="rId113"/>
              </p:custDataLst>
            </p:nvPr>
          </p:nvSpPr>
          <p:spPr>
            <a:xfrm>
              <a:off x="10652286" y="5309340"/>
              <a:ext cx="258140" cy="241967"/>
            </a:xfrm>
            <a:custGeom>
              <a:avLst/>
              <a:gdLst>
                <a:gd name="connsiteX0" fmla="*/ 199780 w 258140"/>
                <a:gd name="connsiteY0" fmla="*/ 40472 h 241967"/>
                <a:gd name="connsiteX1" fmla="*/ 204751 w 258140"/>
                <a:gd name="connsiteY1" fmla="*/ 35512 h 241967"/>
                <a:gd name="connsiteX2" fmla="*/ 251266 w 258140"/>
                <a:gd name="connsiteY2" fmla="*/ 11067 h 241967"/>
                <a:gd name="connsiteX3" fmla="*/ 258368 w 258140"/>
                <a:gd name="connsiteY3" fmla="*/ 4336 h 241967"/>
                <a:gd name="connsiteX4" fmla="*/ 253752 w 258140"/>
                <a:gd name="connsiteY4" fmla="*/ 85 h 241967"/>
                <a:gd name="connsiteX5" fmla="*/ 224636 w 258140"/>
                <a:gd name="connsiteY5" fmla="*/ 1148 h 241967"/>
                <a:gd name="connsiteX6" fmla="*/ 189128 w 258140"/>
                <a:gd name="connsiteY6" fmla="*/ 85 h 241967"/>
                <a:gd name="connsiteX7" fmla="*/ 182382 w 258140"/>
                <a:gd name="connsiteY7" fmla="*/ 6816 h 241967"/>
                <a:gd name="connsiteX8" fmla="*/ 187708 w 258140"/>
                <a:gd name="connsiteY8" fmla="*/ 11067 h 241967"/>
                <a:gd name="connsiteX9" fmla="*/ 200490 w 258140"/>
                <a:gd name="connsiteY9" fmla="*/ 19215 h 241967"/>
                <a:gd name="connsiteX10" fmla="*/ 190903 w 258140"/>
                <a:gd name="connsiteY10" fmla="*/ 36220 h 241967"/>
                <a:gd name="connsiteX11" fmla="*/ 108526 w 258140"/>
                <a:gd name="connsiteY11" fmla="*/ 130811 h 241967"/>
                <a:gd name="connsiteX12" fmla="*/ 69467 w 258140"/>
                <a:gd name="connsiteY12" fmla="*/ 25592 h 241967"/>
                <a:gd name="connsiteX13" fmla="*/ 67337 w 258140"/>
                <a:gd name="connsiteY13" fmla="*/ 19570 h 241967"/>
                <a:gd name="connsiteX14" fmla="*/ 88286 w 258140"/>
                <a:gd name="connsiteY14" fmla="*/ 11067 h 241967"/>
                <a:gd name="connsiteX15" fmla="*/ 96808 w 258140"/>
                <a:gd name="connsiteY15" fmla="*/ 3982 h 241967"/>
                <a:gd name="connsiteX16" fmla="*/ 91482 w 258140"/>
                <a:gd name="connsiteY16" fmla="*/ 85 h 241967"/>
                <a:gd name="connsiteX17" fmla="*/ 46742 w 258140"/>
                <a:gd name="connsiteY17" fmla="*/ 1148 h 241967"/>
                <a:gd name="connsiteX18" fmla="*/ 6974 w 258140"/>
                <a:gd name="connsiteY18" fmla="*/ 85 h 241967"/>
                <a:gd name="connsiteX19" fmla="*/ 227 w 258140"/>
                <a:gd name="connsiteY19" fmla="*/ 7170 h 241967"/>
                <a:gd name="connsiteX20" fmla="*/ 8394 w 258140"/>
                <a:gd name="connsiteY20" fmla="*/ 11067 h 241967"/>
                <a:gd name="connsiteX21" fmla="*/ 34315 w 258140"/>
                <a:gd name="connsiteY21" fmla="*/ 23112 h 241967"/>
                <a:gd name="connsiteX22" fmla="*/ 77989 w 258140"/>
                <a:gd name="connsiteY22" fmla="*/ 139668 h 241967"/>
                <a:gd name="connsiteX23" fmla="*/ 79409 w 258140"/>
                <a:gd name="connsiteY23" fmla="*/ 145690 h 241967"/>
                <a:gd name="connsiteX24" fmla="*/ 63431 w 258140"/>
                <a:gd name="connsiteY24" fmla="*/ 210168 h 241967"/>
                <a:gd name="connsiteX25" fmla="*/ 30054 w 258140"/>
                <a:gd name="connsiteY25" fmla="*/ 231070 h 241967"/>
                <a:gd name="connsiteX26" fmla="*/ 20467 w 258140"/>
                <a:gd name="connsiteY26" fmla="*/ 238155 h 241967"/>
                <a:gd name="connsiteX27" fmla="*/ 25438 w 258140"/>
                <a:gd name="connsiteY27" fmla="*/ 242052 h 241967"/>
                <a:gd name="connsiteX28" fmla="*/ 70177 w 258140"/>
                <a:gd name="connsiteY28" fmla="*/ 240989 h 241967"/>
                <a:gd name="connsiteX29" fmla="*/ 115627 w 258140"/>
                <a:gd name="connsiteY29" fmla="*/ 242052 h 241967"/>
                <a:gd name="connsiteX30" fmla="*/ 122374 w 258140"/>
                <a:gd name="connsiteY30" fmla="*/ 234967 h 241967"/>
                <a:gd name="connsiteX31" fmla="*/ 112432 w 258140"/>
                <a:gd name="connsiteY31" fmla="*/ 231070 h 241967"/>
                <a:gd name="connsiteX32" fmla="*/ 98939 w 258140"/>
                <a:gd name="connsiteY32" fmla="*/ 230361 h 241967"/>
                <a:gd name="connsiteX33" fmla="*/ 89352 w 258140"/>
                <a:gd name="connsiteY33" fmla="*/ 224693 h 241967"/>
                <a:gd name="connsiteX34" fmla="*/ 94323 w 258140"/>
                <a:gd name="connsiteY34" fmla="*/ 202374 h 241967"/>
                <a:gd name="connsiteX35" fmla="*/ 106750 w 258140"/>
                <a:gd name="connsiteY35" fmla="*/ 152421 h 241967"/>
                <a:gd name="connsiteX36" fmla="*/ 111721 w 258140"/>
                <a:gd name="connsiteY36" fmla="*/ 141439 h 241967"/>
                <a:gd name="connsiteX37" fmla="*/ 199780 w 258140"/>
                <a:gd name="connsiteY37" fmla="*/ 40472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8140" h="241967">
                  <a:moveTo>
                    <a:pt x="199780" y="40472"/>
                  </a:moveTo>
                  <a:lnTo>
                    <a:pt x="204751" y="35512"/>
                  </a:lnTo>
                  <a:cubicBezTo>
                    <a:pt x="215404" y="24884"/>
                    <a:pt x="227121" y="12838"/>
                    <a:pt x="251266" y="11067"/>
                  </a:cubicBezTo>
                  <a:cubicBezTo>
                    <a:pt x="255172" y="10713"/>
                    <a:pt x="258368" y="10713"/>
                    <a:pt x="258368" y="4336"/>
                  </a:cubicBezTo>
                  <a:cubicBezTo>
                    <a:pt x="258368" y="1502"/>
                    <a:pt x="256593" y="85"/>
                    <a:pt x="253752" y="85"/>
                  </a:cubicBezTo>
                  <a:cubicBezTo>
                    <a:pt x="244520" y="85"/>
                    <a:pt x="234223" y="1148"/>
                    <a:pt x="224636" y="1148"/>
                  </a:cubicBezTo>
                  <a:cubicBezTo>
                    <a:pt x="212918" y="1148"/>
                    <a:pt x="200490" y="85"/>
                    <a:pt x="189128" y="85"/>
                  </a:cubicBezTo>
                  <a:cubicBezTo>
                    <a:pt x="186998" y="85"/>
                    <a:pt x="182382" y="85"/>
                    <a:pt x="182382" y="6816"/>
                  </a:cubicBezTo>
                  <a:cubicBezTo>
                    <a:pt x="182382" y="10713"/>
                    <a:pt x="185932" y="11067"/>
                    <a:pt x="187708" y="11067"/>
                  </a:cubicBezTo>
                  <a:cubicBezTo>
                    <a:pt x="190193" y="11067"/>
                    <a:pt x="200490" y="11776"/>
                    <a:pt x="200490" y="19215"/>
                  </a:cubicBezTo>
                  <a:cubicBezTo>
                    <a:pt x="200490" y="25238"/>
                    <a:pt x="192324" y="34449"/>
                    <a:pt x="190903" y="36220"/>
                  </a:cubicBezTo>
                  <a:lnTo>
                    <a:pt x="108526" y="130811"/>
                  </a:lnTo>
                  <a:lnTo>
                    <a:pt x="69467" y="25592"/>
                  </a:lnTo>
                  <a:cubicBezTo>
                    <a:pt x="67337" y="20632"/>
                    <a:pt x="67337" y="19924"/>
                    <a:pt x="67337" y="19570"/>
                  </a:cubicBezTo>
                  <a:cubicBezTo>
                    <a:pt x="67337" y="11067"/>
                    <a:pt x="84736" y="11067"/>
                    <a:pt x="88286" y="11067"/>
                  </a:cubicBezTo>
                  <a:cubicBezTo>
                    <a:pt x="93257" y="11067"/>
                    <a:pt x="96808" y="11067"/>
                    <a:pt x="96808" y="3982"/>
                  </a:cubicBezTo>
                  <a:cubicBezTo>
                    <a:pt x="96808" y="85"/>
                    <a:pt x="92547" y="85"/>
                    <a:pt x="91482" y="85"/>
                  </a:cubicBezTo>
                  <a:cubicBezTo>
                    <a:pt x="81540" y="85"/>
                    <a:pt x="56684" y="1148"/>
                    <a:pt x="46742" y="1148"/>
                  </a:cubicBezTo>
                  <a:cubicBezTo>
                    <a:pt x="37865" y="1148"/>
                    <a:pt x="15851" y="85"/>
                    <a:pt x="6974" y="85"/>
                  </a:cubicBezTo>
                  <a:cubicBezTo>
                    <a:pt x="4843" y="85"/>
                    <a:pt x="227" y="85"/>
                    <a:pt x="227" y="7170"/>
                  </a:cubicBezTo>
                  <a:cubicBezTo>
                    <a:pt x="227" y="11067"/>
                    <a:pt x="3778" y="11067"/>
                    <a:pt x="8394" y="11067"/>
                  </a:cubicBezTo>
                  <a:cubicBezTo>
                    <a:pt x="29699" y="11067"/>
                    <a:pt x="31119" y="14256"/>
                    <a:pt x="34315" y="23112"/>
                  </a:cubicBezTo>
                  <a:lnTo>
                    <a:pt x="77989" y="139668"/>
                  </a:lnTo>
                  <a:cubicBezTo>
                    <a:pt x="78344" y="140730"/>
                    <a:pt x="79409" y="144627"/>
                    <a:pt x="79409" y="145690"/>
                  </a:cubicBezTo>
                  <a:cubicBezTo>
                    <a:pt x="79409" y="146753"/>
                    <a:pt x="65206" y="203791"/>
                    <a:pt x="63431" y="210168"/>
                  </a:cubicBezTo>
                  <a:cubicBezTo>
                    <a:pt x="58815" y="229653"/>
                    <a:pt x="58460" y="230715"/>
                    <a:pt x="30054" y="231070"/>
                  </a:cubicBezTo>
                  <a:cubicBezTo>
                    <a:pt x="23307" y="231070"/>
                    <a:pt x="20467" y="231070"/>
                    <a:pt x="20467" y="238155"/>
                  </a:cubicBezTo>
                  <a:cubicBezTo>
                    <a:pt x="20467" y="242052"/>
                    <a:pt x="24728" y="242052"/>
                    <a:pt x="25438" y="242052"/>
                  </a:cubicBezTo>
                  <a:cubicBezTo>
                    <a:pt x="35380" y="242052"/>
                    <a:pt x="60235" y="240989"/>
                    <a:pt x="70177" y="240989"/>
                  </a:cubicBezTo>
                  <a:cubicBezTo>
                    <a:pt x="80120" y="240989"/>
                    <a:pt x="105685" y="242052"/>
                    <a:pt x="115627" y="242052"/>
                  </a:cubicBezTo>
                  <a:cubicBezTo>
                    <a:pt x="118113" y="242052"/>
                    <a:pt x="122374" y="242052"/>
                    <a:pt x="122374" y="234967"/>
                  </a:cubicBezTo>
                  <a:cubicBezTo>
                    <a:pt x="122374" y="231070"/>
                    <a:pt x="119178" y="231070"/>
                    <a:pt x="112432" y="231070"/>
                  </a:cubicBezTo>
                  <a:cubicBezTo>
                    <a:pt x="111721" y="231070"/>
                    <a:pt x="104975" y="231070"/>
                    <a:pt x="98939" y="230361"/>
                  </a:cubicBezTo>
                  <a:cubicBezTo>
                    <a:pt x="91482" y="229653"/>
                    <a:pt x="89352" y="228944"/>
                    <a:pt x="89352" y="224693"/>
                  </a:cubicBezTo>
                  <a:cubicBezTo>
                    <a:pt x="89352" y="222213"/>
                    <a:pt x="92547" y="209813"/>
                    <a:pt x="94323" y="202374"/>
                  </a:cubicBezTo>
                  <a:lnTo>
                    <a:pt x="106750" y="152421"/>
                  </a:lnTo>
                  <a:cubicBezTo>
                    <a:pt x="108526" y="145690"/>
                    <a:pt x="108881" y="144627"/>
                    <a:pt x="111721" y="141439"/>
                  </a:cubicBezTo>
                  <a:lnTo>
                    <a:pt x="199780" y="40472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9E170EA-E264-C20E-1221-631EC631B636}"/>
                </a:ext>
              </a:extLst>
            </p:cNvPr>
            <p:cNvSpPr/>
            <p:nvPr>
              <p:custDataLst>
                <p:tags r:id="rId114"/>
              </p:custDataLst>
            </p:nvPr>
          </p:nvSpPr>
          <p:spPr>
            <a:xfrm>
              <a:off x="10861659" y="5439782"/>
              <a:ext cx="109860" cy="164665"/>
            </a:xfrm>
            <a:custGeom>
              <a:avLst/>
              <a:gdLst>
                <a:gd name="connsiteX0" fmla="*/ 110094 w 109860"/>
                <a:gd name="connsiteY0" fmla="*/ 119617 h 164665"/>
                <a:gd name="connsiteX1" fmla="*/ 101643 w 109860"/>
                <a:gd name="connsiteY1" fmla="*/ 119617 h 164665"/>
                <a:gd name="connsiteX2" fmla="*/ 95181 w 109860"/>
                <a:gd name="connsiteY2" fmla="*/ 142184 h 164665"/>
                <a:gd name="connsiteX3" fmla="*/ 70574 w 109860"/>
                <a:gd name="connsiteY3" fmla="*/ 143672 h 164665"/>
                <a:gd name="connsiteX4" fmla="*/ 24840 w 109860"/>
                <a:gd name="connsiteY4" fmla="*/ 143672 h 164665"/>
                <a:gd name="connsiteX5" fmla="*/ 74551 w 109860"/>
                <a:gd name="connsiteY5" fmla="*/ 102010 h 164665"/>
                <a:gd name="connsiteX6" fmla="*/ 110094 w 109860"/>
                <a:gd name="connsiteY6" fmla="*/ 48444 h 164665"/>
                <a:gd name="connsiteX7" fmla="*/ 51932 w 109860"/>
                <a:gd name="connsiteY7" fmla="*/ 86 h 164665"/>
                <a:gd name="connsiteX8" fmla="*/ 233 w 109860"/>
                <a:gd name="connsiteY8" fmla="*/ 44476 h 164665"/>
                <a:gd name="connsiteX9" fmla="*/ 13406 w 109860"/>
                <a:gd name="connsiteY9" fmla="*/ 58364 h 164665"/>
                <a:gd name="connsiteX10" fmla="*/ 26580 w 109860"/>
                <a:gd name="connsiteY10" fmla="*/ 45220 h 164665"/>
                <a:gd name="connsiteX11" fmla="*/ 11915 w 109860"/>
                <a:gd name="connsiteY11" fmla="*/ 32077 h 164665"/>
                <a:gd name="connsiteX12" fmla="*/ 48204 w 109860"/>
                <a:gd name="connsiteY12" fmla="*/ 9014 h 164665"/>
                <a:gd name="connsiteX13" fmla="*/ 85984 w 109860"/>
                <a:gd name="connsiteY13" fmla="*/ 48444 h 164665"/>
                <a:gd name="connsiteX14" fmla="*/ 62620 w 109860"/>
                <a:gd name="connsiteY14" fmla="*/ 96058 h 164665"/>
                <a:gd name="connsiteX15" fmla="*/ 2719 w 109860"/>
                <a:gd name="connsiteY15" fmla="*/ 155080 h 164665"/>
                <a:gd name="connsiteX16" fmla="*/ 233 w 109860"/>
                <a:gd name="connsiteY16" fmla="*/ 164752 h 164665"/>
                <a:gd name="connsiteX17" fmla="*/ 102637 w 109860"/>
                <a:gd name="connsiteY17" fmla="*/ 164752 h 164665"/>
                <a:gd name="connsiteX18" fmla="*/ 110094 w 109860"/>
                <a:gd name="connsiteY18" fmla="*/ 119617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860" h="164665">
                  <a:moveTo>
                    <a:pt x="110094" y="119617"/>
                  </a:moveTo>
                  <a:lnTo>
                    <a:pt x="101643" y="119617"/>
                  </a:lnTo>
                  <a:cubicBezTo>
                    <a:pt x="100897" y="125073"/>
                    <a:pt x="98412" y="139705"/>
                    <a:pt x="95181" y="142184"/>
                  </a:cubicBezTo>
                  <a:cubicBezTo>
                    <a:pt x="93192" y="143672"/>
                    <a:pt x="74053" y="143672"/>
                    <a:pt x="70574" y="143672"/>
                  </a:cubicBezTo>
                  <a:lnTo>
                    <a:pt x="24840" y="143672"/>
                  </a:lnTo>
                  <a:cubicBezTo>
                    <a:pt x="50938" y="120609"/>
                    <a:pt x="59637" y="113666"/>
                    <a:pt x="74551" y="102010"/>
                  </a:cubicBezTo>
                  <a:cubicBezTo>
                    <a:pt x="92944" y="87379"/>
                    <a:pt x="110094" y="72003"/>
                    <a:pt x="110094" y="48444"/>
                  </a:cubicBezTo>
                  <a:cubicBezTo>
                    <a:pt x="110094" y="18437"/>
                    <a:pt x="83747" y="86"/>
                    <a:pt x="51932" y="86"/>
                  </a:cubicBezTo>
                  <a:cubicBezTo>
                    <a:pt x="21112" y="86"/>
                    <a:pt x="233" y="21661"/>
                    <a:pt x="233" y="44476"/>
                  </a:cubicBezTo>
                  <a:cubicBezTo>
                    <a:pt x="233" y="57124"/>
                    <a:pt x="10921" y="58364"/>
                    <a:pt x="13406" y="58364"/>
                  </a:cubicBezTo>
                  <a:cubicBezTo>
                    <a:pt x="19372" y="58364"/>
                    <a:pt x="26580" y="54148"/>
                    <a:pt x="26580" y="45220"/>
                  </a:cubicBezTo>
                  <a:cubicBezTo>
                    <a:pt x="26580" y="40757"/>
                    <a:pt x="24840" y="32077"/>
                    <a:pt x="11915" y="32077"/>
                  </a:cubicBezTo>
                  <a:cubicBezTo>
                    <a:pt x="19620" y="14470"/>
                    <a:pt x="36522" y="9014"/>
                    <a:pt x="48204" y="9014"/>
                  </a:cubicBezTo>
                  <a:cubicBezTo>
                    <a:pt x="73059" y="9014"/>
                    <a:pt x="85984" y="28357"/>
                    <a:pt x="85984" y="48444"/>
                  </a:cubicBezTo>
                  <a:cubicBezTo>
                    <a:pt x="85984" y="70019"/>
                    <a:pt x="70574" y="87131"/>
                    <a:pt x="62620" y="96058"/>
                  </a:cubicBezTo>
                  <a:lnTo>
                    <a:pt x="2719" y="155080"/>
                  </a:lnTo>
                  <a:cubicBezTo>
                    <a:pt x="233" y="157312"/>
                    <a:pt x="233" y="157808"/>
                    <a:pt x="233" y="164752"/>
                  </a:cubicBezTo>
                  <a:lnTo>
                    <a:pt x="102637" y="164752"/>
                  </a:lnTo>
                  <a:lnTo>
                    <a:pt x="110094" y="119617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B5B7D52-7350-47C7-0FAE-6ACCC019E9C4}"/>
                </a:ext>
              </a:extLst>
            </p:cNvPr>
            <p:cNvSpPr/>
            <p:nvPr>
              <p:custDataLst>
                <p:tags r:id="rId115"/>
              </p:custDataLst>
            </p:nvPr>
          </p:nvSpPr>
          <p:spPr>
            <a:xfrm>
              <a:off x="11035829" y="5513754"/>
              <a:ext cx="41543" cy="105927"/>
            </a:xfrm>
            <a:custGeom>
              <a:avLst/>
              <a:gdLst>
                <a:gd name="connsiteX0" fmla="*/ 41781 w 41543"/>
                <a:gd name="connsiteY0" fmla="*/ 37283 h 105927"/>
                <a:gd name="connsiteX1" fmla="*/ 19057 w 41543"/>
                <a:gd name="connsiteY1" fmla="*/ 85 h 105927"/>
                <a:gd name="connsiteX2" fmla="*/ 238 w 41543"/>
                <a:gd name="connsiteY2" fmla="*/ 18861 h 105927"/>
                <a:gd name="connsiteX3" fmla="*/ 19057 w 41543"/>
                <a:gd name="connsiteY3" fmla="*/ 37637 h 105927"/>
                <a:gd name="connsiteX4" fmla="*/ 31484 w 41543"/>
                <a:gd name="connsiteY4" fmla="*/ 33032 h 105927"/>
                <a:gd name="connsiteX5" fmla="*/ 33260 w 41543"/>
                <a:gd name="connsiteY5" fmla="*/ 31969 h 105927"/>
                <a:gd name="connsiteX6" fmla="*/ 33970 w 41543"/>
                <a:gd name="connsiteY6" fmla="*/ 37283 h 105927"/>
                <a:gd name="connsiteX7" fmla="*/ 9825 w 41543"/>
                <a:gd name="connsiteY7" fmla="*/ 96447 h 105927"/>
                <a:gd name="connsiteX8" fmla="*/ 5919 w 41543"/>
                <a:gd name="connsiteY8" fmla="*/ 102115 h 105927"/>
                <a:gd name="connsiteX9" fmla="*/ 9470 w 41543"/>
                <a:gd name="connsiteY9" fmla="*/ 106012 h 105927"/>
                <a:gd name="connsiteX10" fmla="*/ 41781 w 41543"/>
                <a:gd name="connsiteY10" fmla="*/ 37283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543" h="105927">
                  <a:moveTo>
                    <a:pt x="41781" y="37283"/>
                  </a:moveTo>
                  <a:cubicBezTo>
                    <a:pt x="41781" y="13901"/>
                    <a:pt x="32905" y="85"/>
                    <a:pt x="19057" y="85"/>
                  </a:cubicBezTo>
                  <a:cubicBezTo>
                    <a:pt x="7339" y="85"/>
                    <a:pt x="238" y="8941"/>
                    <a:pt x="238" y="18861"/>
                  </a:cubicBezTo>
                  <a:cubicBezTo>
                    <a:pt x="238" y="28426"/>
                    <a:pt x="7339" y="37637"/>
                    <a:pt x="19057" y="37637"/>
                  </a:cubicBezTo>
                  <a:cubicBezTo>
                    <a:pt x="23318" y="37637"/>
                    <a:pt x="27933" y="36220"/>
                    <a:pt x="31484" y="33032"/>
                  </a:cubicBezTo>
                  <a:cubicBezTo>
                    <a:pt x="32549" y="32323"/>
                    <a:pt x="32905" y="31969"/>
                    <a:pt x="33260" y="31969"/>
                  </a:cubicBezTo>
                  <a:cubicBezTo>
                    <a:pt x="33615" y="31969"/>
                    <a:pt x="33970" y="32323"/>
                    <a:pt x="33970" y="37283"/>
                  </a:cubicBezTo>
                  <a:cubicBezTo>
                    <a:pt x="33970" y="63499"/>
                    <a:pt x="21542" y="84756"/>
                    <a:pt x="9825" y="96447"/>
                  </a:cubicBezTo>
                  <a:cubicBezTo>
                    <a:pt x="5919" y="100344"/>
                    <a:pt x="5919" y="101052"/>
                    <a:pt x="5919" y="102115"/>
                  </a:cubicBezTo>
                  <a:cubicBezTo>
                    <a:pt x="5919" y="104595"/>
                    <a:pt x="7694" y="106012"/>
                    <a:pt x="9470" y="106012"/>
                  </a:cubicBezTo>
                  <a:cubicBezTo>
                    <a:pt x="13375" y="106012"/>
                    <a:pt x="41781" y="78733"/>
                    <a:pt x="41781" y="37283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BAD587CB-9119-04D0-B71F-BD43D95439F0}"/>
                </a:ext>
              </a:extLst>
            </p:cNvPr>
            <p:cNvSpPr/>
            <p:nvPr>
              <p:custDataLst>
                <p:tags r:id="rId116"/>
              </p:custDataLst>
            </p:nvPr>
          </p:nvSpPr>
          <p:spPr>
            <a:xfrm>
              <a:off x="11193639" y="5513754"/>
              <a:ext cx="37638" cy="37552"/>
            </a:xfrm>
            <a:custGeom>
              <a:avLst/>
              <a:gdLst>
                <a:gd name="connsiteX0" fmla="*/ 37880 w 37638"/>
                <a:gd name="connsiteY0" fmla="*/ 18861 h 37552"/>
                <a:gd name="connsiteX1" fmla="*/ 19061 w 37638"/>
                <a:gd name="connsiteY1" fmla="*/ 85 h 37552"/>
                <a:gd name="connsiteX2" fmla="*/ 242 w 37638"/>
                <a:gd name="connsiteY2" fmla="*/ 18861 h 37552"/>
                <a:gd name="connsiteX3" fmla="*/ 19061 w 37638"/>
                <a:gd name="connsiteY3" fmla="*/ 37637 h 37552"/>
                <a:gd name="connsiteX4" fmla="*/ 37880 w 37638"/>
                <a:gd name="connsiteY4" fmla="*/ 18861 h 37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38" h="37552">
                  <a:moveTo>
                    <a:pt x="37880" y="18861"/>
                  </a:moveTo>
                  <a:cubicBezTo>
                    <a:pt x="37880" y="8587"/>
                    <a:pt x="29358" y="85"/>
                    <a:pt x="19061" y="85"/>
                  </a:cubicBezTo>
                  <a:cubicBezTo>
                    <a:pt x="8764" y="85"/>
                    <a:pt x="242" y="8587"/>
                    <a:pt x="242" y="18861"/>
                  </a:cubicBezTo>
                  <a:cubicBezTo>
                    <a:pt x="242" y="29135"/>
                    <a:pt x="8764" y="37637"/>
                    <a:pt x="19061" y="37637"/>
                  </a:cubicBezTo>
                  <a:cubicBezTo>
                    <a:pt x="29358" y="37637"/>
                    <a:pt x="37880" y="29135"/>
                    <a:pt x="37880" y="18861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D1CBE119-2315-EF71-77A2-DA4898CA1326}"/>
                </a:ext>
              </a:extLst>
            </p:cNvPr>
            <p:cNvSpPr/>
            <p:nvPr>
              <p:custDataLst>
                <p:tags r:id="rId117"/>
              </p:custDataLst>
            </p:nvPr>
          </p:nvSpPr>
          <p:spPr>
            <a:xfrm>
              <a:off x="11351450" y="5513754"/>
              <a:ext cx="37638" cy="37552"/>
            </a:xfrm>
            <a:custGeom>
              <a:avLst/>
              <a:gdLst>
                <a:gd name="connsiteX0" fmla="*/ 37885 w 37638"/>
                <a:gd name="connsiteY0" fmla="*/ 18861 h 37552"/>
                <a:gd name="connsiteX1" fmla="*/ 19065 w 37638"/>
                <a:gd name="connsiteY1" fmla="*/ 85 h 37552"/>
                <a:gd name="connsiteX2" fmla="*/ 246 w 37638"/>
                <a:gd name="connsiteY2" fmla="*/ 18861 h 37552"/>
                <a:gd name="connsiteX3" fmla="*/ 19065 w 37638"/>
                <a:gd name="connsiteY3" fmla="*/ 37637 h 37552"/>
                <a:gd name="connsiteX4" fmla="*/ 37885 w 37638"/>
                <a:gd name="connsiteY4" fmla="*/ 18861 h 37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38" h="37552">
                  <a:moveTo>
                    <a:pt x="37885" y="18861"/>
                  </a:moveTo>
                  <a:cubicBezTo>
                    <a:pt x="37885" y="8587"/>
                    <a:pt x="29363" y="85"/>
                    <a:pt x="19065" y="85"/>
                  </a:cubicBezTo>
                  <a:cubicBezTo>
                    <a:pt x="8768" y="85"/>
                    <a:pt x="246" y="8587"/>
                    <a:pt x="246" y="18861"/>
                  </a:cubicBezTo>
                  <a:cubicBezTo>
                    <a:pt x="246" y="29135"/>
                    <a:pt x="8768" y="37637"/>
                    <a:pt x="19065" y="37637"/>
                  </a:cubicBezTo>
                  <a:cubicBezTo>
                    <a:pt x="29363" y="37637"/>
                    <a:pt x="37885" y="29135"/>
                    <a:pt x="37885" y="18861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FE9A5281-4469-B583-C73F-98874B5ABB03}"/>
                </a:ext>
              </a:extLst>
            </p:cNvPr>
            <p:cNvSpPr/>
            <p:nvPr>
              <p:custDataLst>
                <p:tags r:id="rId118"/>
              </p:custDataLst>
            </p:nvPr>
          </p:nvSpPr>
          <p:spPr>
            <a:xfrm>
              <a:off x="11509261" y="5513754"/>
              <a:ext cx="37638" cy="37552"/>
            </a:xfrm>
            <a:custGeom>
              <a:avLst/>
              <a:gdLst>
                <a:gd name="connsiteX0" fmla="*/ 37889 w 37638"/>
                <a:gd name="connsiteY0" fmla="*/ 18861 h 37552"/>
                <a:gd name="connsiteX1" fmla="*/ 19070 w 37638"/>
                <a:gd name="connsiteY1" fmla="*/ 85 h 37552"/>
                <a:gd name="connsiteX2" fmla="*/ 251 w 37638"/>
                <a:gd name="connsiteY2" fmla="*/ 18861 h 37552"/>
                <a:gd name="connsiteX3" fmla="*/ 19070 w 37638"/>
                <a:gd name="connsiteY3" fmla="*/ 37637 h 37552"/>
                <a:gd name="connsiteX4" fmla="*/ 37889 w 37638"/>
                <a:gd name="connsiteY4" fmla="*/ 18861 h 37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38" h="37552">
                  <a:moveTo>
                    <a:pt x="37889" y="18861"/>
                  </a:moveTo>
                  <a:cubicBezTo>
                    <a:pt x="37889" y="8587"/>
                    <a:pt x="29367" y="85"/>
                    <a:pt x="19070" y="85"/>
                  </a:cubicBezTo>
                  <a:cubicBezTo>
                    <a:pt x="8773" y="85"/>
                    <a:pt x="251" y="8587"/>
                    <a:pt x="251" y="18861"/>
                  </a:cubicBezTo>
                  <a:cubicBezTo>
                    <a:pt x="251" y="29135"/>
                    <a:pt x="8773" y="37637"/>
                    <a:pt x="19070" y="37637"/>
                  </a:cubicBezTo>
                  <a:cubicBezTo>
                    <a:pt x="29367" y="37637"/>
                    <a:pt x="37889" y="29135"/>
                    <a:pt x="37889" y="18861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E8B9E2FA-DE37-7E82-478E-73EFE5C05924}"/>
                </a:ext>
              </a:extLst>
            </p:cNvPr>
            <p:cNvSpPr/>
            <p:nvPr>
              <p:custDataLst>
                <p:tags r:id="rId119"/>
              </p:custDataLst>
            </p:nvPr>
          </p:nvSpPr>
          <p:spPr>
            <a:xfrm>
              <a:off x="11667071" y="5513754"/>
              <a:ext cx="41543" cy="105927"/>
            </a:xfrm>
            <a:custGeom>
              <a:avLst/>
              <a:gdLst>
                <a:gd name="connsiteX0" fmla="*/ 41799 w 41543"/>
                <a:gd name="connsiteY0" fmla="*/ 37283 h 105927"/>
                <a:gd name="connsiteX1" fmla="*/ 19074 w 41543"/>
                <a:gd name="connsiteY1" fmla="*/ 85 h 105927"/>
                <a:gd name="connsiteX2" fmla="*/ 255 w 41543"/>
                <a:gd name="connsiteY2" fmla="*/ 18861 h 105927"/>
                <a:gd name="connsiteX3" fmla="*/ 19074 w 41543"/>
                <a:gd name="connsiteY3" fmla="*/ 37637 h 105927"/>
                <a:gd name="connsiteX4" fmla="*/ 31502 w 41543"/>
                <a:gd name="connsiteY4" fmla="*/ 33032 h 105927"/>
                <a:gd name="connsiteX5" fmla="*/ 33277 w 41543"/>
                <a:gd name="connsiteY5" fmla="*/ 31969 h 105927"/>
                <a:gd name="connsiteX6" fmla="*/ 33988 w 41543"/>
                <a:gd name="connsiteY6" fmla="*/ 37283 h 105927"/>
                <a:gd name="connsiteX7" fmla="*/ 9842 w 41543"/>
                <a:gd name="connsiteY7" fmla="*/ 96447 h 105927"/>
                <a:gd name="connsiteX8" fmla="*/ 5936 w 41543"/>
                <a:gd name="connsiteY8" fmla="*/ 102115 h 105927"/>
                <a:gd name="connsiteX9" fmla="*/ 9487 w 41543"/>
                <a:gd name="connsiteY9" fmla="*/ 106012 h 105927"/>
                <a:gd name="connsiteX10" fmla="*/ 41799 w 41543"/>
                <a:gd name="connsiteY10" fmla="*/ 37283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543" h="105927">
                  <a:moveTo>
                    <a:pt x="41799" y="37283"/>
                  </a:moveTo>
                  <a:cubicBezTo>
                    <a:pt x="41799" y="13901"/>
                    <a:pt x="32922" y="85"/>
                    <a:pt x="19074" y="85"/>
                  </a:cubicBezTo>
                  <a:cubicBezTo>
                    <a:pt x="7357" y="85"/>
                    <a:pt x="255" y="8941"/>
                    <a:pt x="255" y="18861"/>
                  </a:cubicBezTo>
                  <a:cubicBezTo>
                    <a:pt x="255" y="28426"/>
                    <a:pt x="7357" y="37637"/>
                    <a:pt x="19074" y="37637"/>
                  </a:cubicBezTo>
                  <a:cubicBezTo>
                    <a:pt x="23335" y="37637"/>
                    <a:pt x="27951" y="36220"/>
                    <a:pt x="31502" y="33032"/>
                  </a:cubicBezTo>
                  <a:cubicBezTo>
                    <a:pt x="32567" y="32323"/>
                    <a:pt x="32922" y="31969"/>
                    <a:pt x="33277" y="31969"/>
                  </a:cubicBezTo>
                  <a:cubicBezTo>
                    <a:pt x="33632" y="31969"/>
                    <a:pt x="33988" y="32323"/>
                    <a:pt x="33988" y="37283"/>
                  </a:cubicBezTo>
                  <a:cubicBezTo>
                    <a:pt x="33988" y="63499"/>
                    <a:pt x="21560" y="84756"/>
                    <a:pt x="9842" y="96447"/>
                  </a:cubicBezTo>
                  <a:cubicBezTo>
                    <a:pt x="5936" y="100344"/>
                    <a:pt x="5936" y="101052"/>
                    <a:pt x="5936" y="102115"/>
                  </a:cubicBezTo>
                  <a:cubicBezTo>
                    <a:pt x="5936" y="104595"/>
                    <a:pt x="7712" y="106012"/>
                    <a:pt x="9487" y="106012"/>
                  </a:cubicBezTo>
                  <a:cubicBezTo>
                    <a:pt x="13393" y="106012"/>
                    <a:pt x="41799" y="78733"/>
                    <a:pt x="41799" y="37283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5BA6AF47-4A73-FBF4-FEAC-DAD2C057ABA0}"/>
                </a:ext>
              </a:extLst>
            </p:cNvPr>
            <p:cNvSpPr/>
            <p:nvPr>
              <p:custDataLst>
                <p:tags r:id="rId120"/>
              </p:custDataLst>
            </p:nvPr>
          </p:nvSpPr>
          <p:spPr>
            <a:xfrm>
              <a:off x="11803933" y="5309340"/>
              <a:ext cx="292583" cy="241967"/>
            </a:xfrm>
            <a:custGeom>
              <a:avLst/>
              <a:gdLst>
                <a:gd name="connsiteX0" fmla="*/ 162885 w 292583"/>
                <a:gd name="connsiteY0" fmla="*/ 96447 h 241967"/>
                <a:gd name="connsiteX1" fmla="*/ 133058 w 292583"/>
                <a:gd name="connsiteY1" fmla="*/ 25947 h 241967"/>
                <a:gd name="connsiteX2" fmla="*/ 131283 w 292583"/>
                <a:gd name="connsiteY2" fmla="*/ 21341 h 241967"/>
                <a:gd name="connsiteX3" fmla="*/ 152232 w 292583"/>
                <a:gd name="connsiteY3" fmla="*/ 11067 h 241967"/>
                <a:gd name="connsiteX4" fmla="*/ 159334 w 292583"/>
                <a:gd name="connsiteY4" fmla="*/ 4336 h 241967"/>
                <a:gd name="connsiteX5" fmla="*/ 154008 w 292583"/>
                <a:gd name="connsiteY5" fmla="*/ 85 h 241967"/>
                <a:gd name="connsiteX6" fmla="*/ 109268 w 292583"/>
                <a:gd name="connsiteY6" fmla="*/ 1148 h 241967"/>
                <a:gd name="connsiteX7" fmla="*/ 69500 w 292583"/>
                <a:gd name="connsiteY7" fmla="*/ 85 h 241967"/>
                <a:gd name="connsiteX8" fmla="*/ 63108 w 292583"/>
                <a:gd name="connsiteY8" fmla="*/ 7170 h 241967"/>
                <a:gd name="connsiteX9" fmla="*/ 71275 w 292583"/>
                <a:gd name="connsiteY9" fmla="*/ 11067 h 241967"/>
                <a:gd name="connsiteX10" fmla="*/ 97906 w 292583"/>
                <a:gd name="connsiteY10" fmla="*/ 22404 h 241967"/>
                <a:gd name="connsiteX11" fmla="*/ 139805 w 292583"/>
                <a:gd name="connsiteY11" fmla="*/ 121246 h 241967"/>
                <a:gd name="connsiteX12" fmla="*/ 64884 w 292583"/>
                <a:gd name="connsiteY12" fmla="*/ 201665 h 241967"/>
                <a:gd name="connsiteX13" fmla="*/ 60268 w 292583"/>
                <a:gd name="connsiteY13" fmla="*/ 205562 h 241967"/>
                <a:gd name="connsiteX14" fmla="*/ 8071 w 292583"/>
                <a:gd name="connsiteY14" fmla="*/ 231070 h 241967"/>
                <a:gd name="connsiteX15" fmla="*/ 260 w 292583"/>
                <a:gd name="connsiteY15" fmla="*/ 238155 h 241967"/>
                <a:gd name="connsiteX16" fmla="*/ 4876 w 292583"/>
                <a:gd name="connsiteY16" fmla="*/ 242052 h 241967"/>
                <a:gd name="connsiteX17" fmla="*/ 38253 w 292583"/>
                <a:gd name="connsiteY17" fmla="*/ 240989 h 241967"/>
                <a:gd name="connsiteX18" fmla="*/ 78021 w 292583"/>
                <a:gd name="connsiteY18" fmla="*/ 242052 h 241967"/>
                <a:gd name="connsiteX19" fmla="*/ 84413 w 292583"/>
                <a:gd name="connsiteY19" fmla="*/ 234967 h 241967"/>
                <a:gd name="connsiteX20" fmla="*/ 80152 w 292583"/>
                <a:gd name="connsiteY20" fmla="*/ 231070 h 241967"/>
                <a:gd name="connsiteX21" fmla="*/ 65949 w 292583"/>
                <a:gd name="connsiteY21" fmla="*/ 220087 h 241967"/>
                <a:gd name="connsiteX22" fmla="*/ 75536 w 292583"/>
                <a:gd name="connsiteY22" fmla="*/ 204145 h 241967"/>
                <a:gd name="connsiteX23" fmla="*/ 111754 w 292583"/>
                <a:gd name="connsiteY23" fmla="*/ 165884 h 241967"/>
                <a:gd name="connsiteX24" fmla="*/ 143711 w 292583"/>
                <a:gd name="connsiteY24" fmla="*/ 131165 h 241967"/>
                <a:gd name="connsiteX25" fmla="*/ 179573 w 292583"/>
                <a:gd name="connsiteY25" fmla="*/ 215836 h 241967"/>
                <a:gd name="connsiteX26" fmla="*/ 181349 w 292583"/>
                <a:gd name="connsiteY26" fmla="*/ 220796 h 241967"/>
                <a:gd name="connsiteX27" fmla="*/ 160754 w 292583"/>
                <a:gd name="connsiteY27" fmla="*/ 231070 h 241967"/>
                <a:gd name="connsiteX28" fmla="*/ 153653 w 292583"/>
                <a:gd name="connsiteY28" fmla="*/ 237801 h 241967"/>
                <a:gd name="connsiteX29" fmla="*/ 158979 w 292583"/>
                <a:gd name="connsiteY29" fmla="*/ 242052 h 241967"/>
                <a:gd name="connsiteX30" fmla="*/ 203719 w 292583"/>
                <a:gd name="connsiteY30" fmla="*/ 240989 h 241967"/>
                <a:gd name="connsiteX31" fmla="*/ 243132 w 292583"/>
                <a:gd name="connsiteY31" fmla="*/ 242052 h 241967"/>
                <a:gd name="connsiteX32" fmla="*/ 249879 w 292583"/>
                <a:gd name="connsiteY32" fmla="*/ 235321 h 241967"/>
                <a:gd name="connsiteX33" fmla="*/ 243487 w 292583"/>
                <a:gd name="connsiteY33" fmla="*/ 231070 h 241967"/>
                <a:gd name="connsiteX34" fmla="*/ 212951 w 292583"/>
                <a:gd name="connsiteY34" fmla="*/ 215482 h 241967"/>
                <a:gd name="connsiteX35" fmla="*/ 167146 w 292583"/>
                <a:gd name="connsiteY35" fmla="*/ 106012 h 241967"/>
                <a:gd name="connsiteX36" fmla="*/ 239936 w 292583"/>
                <a:gd name="connsiteY36" fmla="*/ 29135 h 241967"/>
                <a:gd name="connsiteX37" fmla="*/ 285031 w 292583"/>
                <a:gd name="connsiteY37" fmla="*/ 11067 h 241967"/>
                <a:gd name="connsiteX38" fmla="*/ 292843 w 292583"/>
                <a:gd name="connsiteY38" fmla="*/ 3982 h 241967"/>
                <a:gd name="connsiteX39" fmla="*/ 288227 w 292583"/>
                <a:gd name="connsiteY39" fmla="*/ 85 h 241967"/>
                <a:gd name="connsiteX40" fmla="*/ 254850 w 292583"/>
                <a:gd name="connsiteY40" fmla="*/ 1148 h 241967"/>
                <a:gd name="connsiteX41" fmla="*/ 215436 w 292583"/>
                <a:gd name="connsiteY41" fmla="*/ 85 h 241967"/>
                <a:gd name="connsiteX42" fmla="*/ 208690 w 292583"/>
                <a:gd name="connsiteY42" fmla="*/ 7170 h 241967"/>
                <a:gd name="connsiteX43" fmla="*/ 212951 w 292583"/>
                <a:gd name="connsiteY43" fmla="*/ 11067 h 241967"/>
                <a:gd name="connsiteX44" fmla="*/ 227154 w 292583"/>
                <a:gd name="connsiteY44" fmla="*/ 22049 h 241967"/>
                <a:gd name="connsiteX45" fmla="*/ 220407 w 292583"/>
                <a:gd name="connsiteY45" fmla="*/ 34803 h 241967"/>
                <a:gd name="connsiteX46" fmla="*/ 162885 w 292583"/>
                <a:gd name="connsiteY46" fmla="*/ 96447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2583" h="241967">
                  <a:moveTo>
                    <a:pt x="162885" y="96447"/>
                  </a:moveTo>
                  <a:lnTo>
                    <a:pt x="133058" y="25947"/>
                  </a:lnTo>
                  <a:cubicBezTo>
                    <a:pt x="131993" y="23112"/>
                    <a:pt x="131283" y="21695"/>
                    <a:pt x="131283" y="21341"/>
                  </a:cubicBezTo>
                  <a:cubicBezTo>
                    <a:pt x="131283" y="19215"/>
                    <a:pt x="137319" y="12484"/>
                    <a:pt x="152232" y="11067"/>
                  </a:cubicBezTo>
                  <a:cubicBezTo>
                    <a:pt x="155783" y="10713"/>
                    <a:pt x="159334" y="10359"/>
                    <a:pt x="159334" y="4336"/>
                  </a:cubicBezTo>
                  <a:cubicBezTo>
                    <a:pt x="159334" y="85"/>
                    <a:pt x="155073" y="85"/>
                    <a:pt x="154008" y="85"/>
                  </a:cubicBezTo>
                  <a:cubicBezTo>
                    <a:pt x="139450" y="85"/>
                    <a:pt x="124181" y="1148"/>
                    <a:pt x="109268" y="1148"/>
                  </a:cubicBezTo>
                  <a:cubicBezTo>
                    <a:pt x="100391" y="1148"/>
                    <a:pt x="78377" y="85"/>
                    <a:pt x="69500" y="85"/>
                  </a:cubicBezTo>
                  <a:cubicBezTo>
                    <a:pt x="67369" y="85"/>
                    <a:pt x="63108" y="85"/>
                    <a:pt x="63108" y="7170"/>
                  </a:cubicBezTo>
                  <a:cubicBezTo>
                    <a:pt x="63108" y="11067"/>
                    <a:pt x="66659" y="11067"/>
                    <a:pt x="71275" y="11067"/>
                  </a:cubicBezTo>
                  <a:cubicBezTo>
                    <a:pt x="92580" y="11067"/>
                    <a:pt x="94710" y="14610"/>
                    <a:pt x="97906" y="22404"/>
                  </a:cubicBezTo>
                  <a:lnTo>
                    <a:pt x="139805" y="121246"/>
                  </a:lnTo>
                  <a:lnTo>
                    <a:pt x="64884" y="201665"/>
                  </a:lnTo>
                  <a:lnTo>
                    <a:pt x="60268" y="205562"/>
                  </a:lnTo>
                  <a:cubicBezTo>
                    <a:pt x="42869" y="224339"/>
                    <a:pt x="26180" y="230007"/>
                    <a:pt x="8071" y="231070"/>
                  </a:cubicBezTo>
                  <a:cubicBezTo>
                    <a:pt x="3455" y="231424"/>
                    <a:pt x="260" y="231424"/>
                    <a:pt x="260" y="238155"/>
                  </a:cubicBezTo>
                  <a:cubicBezTo>
                    <a:pt x="260" y="238509"/>
                    <a:pt x="260" y="242052"/>
                    <a:pt x="4876" y="242052"/>
                  </a:cubicBezTo>
                  <a:cubicBezTo>
                    <a:pt x="15528" y="242052"/>
                    <a:pt x="27245" y="240989"/>
                    <a:pt x="38253" y="240989"/>
                  </a:cubicBezTo>
                  <a:cubicBezTo>
                    <a:pt x="51391" y="240989"/>
                    <a:pt x="65239" y="242052"/>
                    <a:pt x="78021" y="242052"/>
                  </a:cubicBezTo>
                  <a:cubicBezTo>
                    <a:pt x="80152" y="242052"/>
                    <a:pt x="84413" y="242052"/>
                    <a:pt x="84413" y="234967"/>
                  </a:cubicBezTo>
                  <a:cubicBezTo>
                    <a:pt x="84413" y="231424"/>
                    <a:pt x="80862" y="231070"/>
                    <a:pt x="80152" y="231070"/>
                  </a:cubicBezTo>
                  <a:cubicBezTo>
                    <a:pt x="76956" y="230715"/>
                    <a:pt x="65949" y="230007"/>
                    <a:pt x="65949" y="220087"/>
                  </a:cubicBezTo>
                  <a:cubicBezTo>
                    <a:pt x="65949" y="214419"/>
                    <a:pt x="71275" y="208751"/>
                    <a:pt x="75536" y="204145"/>
                  </a:cubicBezTo>
                  <a:lnTo>
                    <a:pt x="111754" y="165884"/>
                  </a:lnTo>
                  <a:lnTo>
                    <a:pt x="143711" y="131165"/>
                  </a:lnTo>
                  <a:lnTo>
                    <a:pt x="179573" y="215836"/>
                  </a:lnTo>
                  <a:cubicBezTo>
                    <a:pt x="180994" y="219733"/>
                    <a:pt x="181349" y="220087"/>
                    <a:pt x="181349" y="220796"/>
                  </a:cubicBezTo>
                  <a:cubicBezTo>
                    <a:pt x="181349" y="223630"/>
                    <a:pt x="174602" y="229653"/>
                    <a:pt x="160754" y="231070"/>
                  </a:cubicBezTo>
                  <a:cubicBezTo>
                    <a:pt x="156848" y="231424"/>
                    <a:pt x="153653" y="231778"/>
                    <a:pt x="153653" y="237801"/>
                  </a:cubicBezTo>
                  <a:cubicBezTo>
                    <a:pt x="153653" y="242052"/>
                    <a:pt x="157559" y="242052"/>
                    <a:pt x="158979" y="242052"/>
                  </a:cubicBezTo>
                  <a:cubicBezTo>
                    <a:pt x="168921" y="242052"/>
                    <a:pt x="193776" y="240989"/>
                    <a:pt x="203719" y="240989"/>
                  </a:cubicBezTo>
                  <a:cubicBezTo>
                    <a:pt x="212596" y="240989"/>
                    <a:pt x="234255" y="242052"/>
                    <a:pt x="243132" y="242052"/>
                  </a:cubicBezTo>
                  <a:cubicBezTo>
                    <a:pt x="245618" y="242052"/>
                    <a:pt x="249879" y="242052"/>
                    <a:pt x="249879" y="235321"/>
                  </a:cubicBezTo>
                  <a:cubicBezTo>
                    <a:pt x="249879" y="231070"/>
                    <a:pt x="246328" y="231070"/>
                    <a:pt x="243487" y="231070"/>
                  </a:cubicBezTo>
                  <a:cubicBezTo>
                    <a:pt x="219697" y="230715"/>
                    <a:pt x="218987" y="229653"/>
                    <a:pt x="212951" y="215482"/>
                  </a:cubicBezTo>
                  <a:cubicBezTo>
                    <a:pt x="199103" y="182534"/>
                    <a:pt x="175312" y="127268"/>
                    <a:pt x="167146" y="106012"/>
                  </a:cubicBezTo>
                  <a:cubicBezTo>
                    <a:pt x="191291" y="81213"/>
                    <a:pt x="228574" y="39055"/>
                    <a:pt x="239936" y="29135"/>
                  </a:cubicBezTo>
                  <a:cubicBezTo>
                    <a:pt x="250234" y="20632"/>
                    <a:pt x="263727" y="12130"/>
                    <a:pt x="285031" y="11067"/>
                  </a:cubicBezTo>
                  <a:cubicBezTo>
                    <a:pt x="289647" y="10713"/>
                    <a:pt x="292843" y="10713"/>
                    <a:pt x="292843" y="3982"/>
                  </a:cubicBezTo>
                  <a:cubicBezTo>
                    <a:pt x="292843" y="3627"/>
                    <a:pt x="292843" y="85"/>
                    <a:pt x="288227" y="85"/>
                  </a:cubicBezTo>
                  <a:cubicBezTo>
                    <a:pt x="277575" y="85"/>
                    <a:pt x="265857" y="1148"/>
                    <a:pt x="254850" y="1148"/>
                  </a:cubicBezTo>
                  <a:cubicBezTo>
                    <a:pt x="241712" y="1148"/>
                    <a:pt x="228219" y="85"/>
                    <a:pt x="215436" y="85"/>
                  </a:cubicBezTo>
                  <a:cubicBezTo>
                    <a:pt x="213306" y="85"/>
                    <a:pt x="208690" y="85"/>
                    <a:pt x="208690" y="7170"/>
                  </a:cubicBezTo>
                  <a:cubicBezTo>
                    <a:pt x="208690" y="9650"/>
                    <a:pt x="210465" y="10713"/>
                    <a:pt x="212951" y="11067"/>
                  </a:cubicBezTo>
                  <a:cubicBezTo>
                    <a:pt x="216146" y="11421"/>
                    <a:pt x="227154" y="12130"/>
                    <a:pt x="227154" y="22049"/>
                  </a:cubicBezTo>
                  <a:cubicBezTo>
                    <a:pt x="227154" y="27009"/>
                    <a:pt x="223248" y="31615"/>
                    <a:pt x="220407" y="34803"/>
                  </a:cubicBezTo>
                  <a:lnTo>
                    <a:pt x="162885" y="96447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A7B16D-AA24-AB80-0439-D9AD9741CFDE}"/>
                </a:ext>
              </a:extLst>
            </p:cNvPr>
            <p:cNvSpPr/>
            <p:nvPr>
              <p:custDataLst>
                <p:tags r:id="rId121"/>
              </p:custDataLst>
            </p:nvPr>
          </p:nvSpPr>
          <p:spPr>
            <a:xfrm>
              <a:off x="12100199" y="5495084"/>
              <a:ext cx="151866" cy="111843"/>
            </a:xfrm>
            <a:custGeom>
              <a:avLst/>
              <a:gdLst>
                <a:gd name="connsiteX0" fmla="*/ 18909 w 151866"/>
                <a:gd name="connsiteY0" fmla="*/ 93826 h 111843"/>
                <a:gd name="connsiteX1" fmla="*/ 16424 w 151866"/>
                <a:gd name="connsiteY1" fmla="*/ 103994 h 111843"/>
                <a:gd name="connsiteX2" fmla="*/ 24875 w 151866"/>
                <a:gd name="connsiteY2" fmla="*/ 111930 h 111843"/>
                <a:gd name="connsiteX3" fmla="*/ 34568 w 151866"/>
                <a:gd name="connsiteY3" fmla="*/ 106474 h 111843"/>
                <a:gd name="connsiteX4" fmla="*/ 39042 w 151866"/>
                <a:gd name="connsiteY4" fmla="*/ 91099 h 111843"/>
                <a:gd name="connsiteX5" fmla="*/ 44510 w 151866"/>
                <a:gd name="connsiteY5" fmla="*/ 68779 h 111843"/>
                <a:gd name="connsiteX6" fmla="*/ 48736 w 151866"/>
                <a:gd name="connsiteY6" fmla="*/ 52164 h 111843"/>
                <a:gd name="connsiteX7" fmla="*/ 59175 w 151866"/>
                <a:gd name="connsiteY7" fmla="*/ 29845 h 111843"/>
                <a:gd name="connsiteX8" fmla="*/ 96458 w 151866"/>
                <a:gd name="connsiteY8" fmla="*/ 7030 h 111843"/>
                <a:gd name="connsiteX9" fmla="*/ 111123 w 151866"/>
                <a:gd name="connsiteY9" fmla="*/ 24389 h 111843"/>
                <a:gd name="connsiteX10" fmla="*/ 96458 w 151866"/>
                <a:gd name="connsiteY10" fmla="*/ 77211 h 111843"/>
                <a:gd name="connsiteX11" fmla="*/ 92730 w 151866"/>
                <a:gd name="connsiteY11" fmla="*/ 90603 h 111843"/>
                <a:gd name="connsiteX12" fmla="*/ 116342 w 151866"/>
                <a:gd name="connsiteY12" fmla="*/ 111930 h 111843"/>
                <a:gd name="connsiteX13" fmla="*/ 152134 w 151866"/>
                <a:gd name="connsiteY13" fmla="*/ 73987 h 111843"/>
                <a:gd name="connsiteX14" fmla="*/ 148157 w 151866"/>
                <a:gd name="connsiteY14" fmla="*/ 70763 h 111843"/>
                <a:gd name="connsiteX15" fmla="*/ 143435 w 151866"/>
                <a:gd name="connsiteY15" fmla="*/ 74979 h 111843"/>
                <a:gd name="connsiteX16" fmla="*/ 117088 w 151866"/>
                <a:gd name="connsiteY16" fmla="*/ 104986 h 111843"/>
                <a:gd name="connsiteX17" fmla="*/ 110874 w 151866"/>
                <a:gd name="connsiteY17" fmla="*/ 96306 h 111843"/>
                <a:gd name="connsiteX18" fmla="*/ 116591 w 151866"/>
                <a:gd name="connsiteY18" fmla="*/ 76219 h 111843"/>
                <a:gd name="connsiteX19" fmla="*/ 129764 w 151866"/>
                <a:gd name="connsiteY19" fmla="*/ 28357 h 111843"/>
                <a:gd name="connsiteX20" fmla="*/ 97452 w 151866"/>
                <a:gd name="connsiteY20" fmla="*/ 86 h 111843"/>
                <a:gd name="connsiteX21" fmla="*/ 55447 w 151866"/>
                <a:gd name="connsiteY21" fmla="*/ 22653 h 111843"/>
                <a:gd name="connsiteX22" fmla="*/ 28852 w 151866"/>
                <a:gd name="connsiteY22" fmla="*/ 86 h 111843"/>
                <a:gd name="connsiteX23" fmla="*/ 9216 w 151866"/>
                <a:gd name="connsiteY23" fmla="*/ 13478 h 111843"/>
                <a:gd name="connsiteX24" fmla="*/ 268 w 151866"/>
                <a:gd name="connsiteY24" fmla="*/ 38029 h 111843"/>
                <a:gd name="connsiteX25" fmla="*/ 4493 w 151866"/>
                <a:gd name="connsiteY25" fmla="*/ 41253 h 111843"/>
                <a:gd name="connsiteX26" fmla="*/ 9961 w 151866"/>
                <a:gd name="connsiteY26" fmla="*/ 33813 h 111843"/>
                <a:gd name="connsiteX27" fmla="*/ 28106 w 151866"/>
                <a:gd name="connsiteY27" fmla="*/ 7030 h 111843"/>
                <a:gd name="connsiteX28" fmla="*/ 36308 w 151866"/>
                <a:gd name="connsiteY28" fmla="*/ 19181 h 111843"/>
                <a:gd name="connsiteX29" fmla="*/ 32331 w 151866"/>
                <a:gd name="connsiteY29" fmla="*/ 39765 h 111843"/>
                <a:gd name="connsiteX30" fmla="*/ 26863 w 151866"/>
                <a:gd name="connsiteY30" fmla="*/ 62084 h 111843"/>
                <a:gd name="connsiteX31" fmla="*/ 18909 w 151866"/>
                <a:gd name="connsiteY31" fmla="*/ 93826 h 111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866" h="111843">
                  <a:moveTo>
                    <a:pt x="18909" y="93826"/>
                  </a:moveTo>
                  <a:cubicBezTo>
                    <a:pt x="17915" y="97050"/>
                    <a:pt x="16424" y="103250"/>
                    <a:pt x="16424" y="103994"/>
                  </a:cubicBezTo>
                  <a:cubicBezTo>
                    <a:pt x="16424" y="109450"/>
                    <a:pt x="20898" y="111930"/>
                    <a:pt x="24875" y="111930"/>
                  </a:cubicBezTo>
                  <a:cubicBezTo>
                    <a:pt x="29349" y="111930"/>
                    <a:pt x="33326" y="108706"/>
                    <a:pt x="34568" y="106474"/>
                  </a:cubicBezTo>
                  <a:cubicBezTo>
                    <a:pt x="35811" y="104242"/>
                    <a:pt x="37800" y="96306"/>
                    <a:pt x="39042" y="91099"/>
                  </a:cubicBezTo>
                  <a:cubicBezTo>
                    <a:pt x="40285" y="86387"/>
                    <a:pt x="43019" y="74979"/>
                    <a:pt x="44510" y="68779"/>
                  </a:cubicBezTo>
                  <a:cubicBezTo>
                    <a:pt x="46002" y="63324"/>
                    <a:pt x="47493" y="57868"/>
                    <a:pt x="48736" y="52164"/>
                  </a:cubicBezTo>
                  <a:cubicBezTo>
                    <a:pt x="51470" y="41996"/>
                    <a:pt x="51967" y="40013"/>
                    <a:pt x="59175" y="29845"/>
                  </a:cubicBezTo>
                  <a:cubicBezTo>
                    <a:pt x="66135" y="19925"/>
                    <a:pt x="77817" y="7030"/>
                    <a:pt x="96458" y="7030"/>
                  </a:cubicBezTo>
                  <a:cubicBezTo>
                    <a:pt x="110874" y="7030"/>
                    <a:pt x="111123" y="19677"/>
                    <a:pt x="111123" y="24389"/>
                  </a:cubicBezTo>
                  <a:cubicBezTo>
                    <a:pt x="111123" y="39269"/>
                    <a:pt x="100435" y="66796"/>
                    <a:pt x="96458" y="77211"/>
                  </a:cubicBezTo>
                  <a:cubicBezTo>
                    <a:pt x="93724" y="84155"/>
                    <a:pt x="92730" y="86387"/>
                    <a:pt x="92730" y="90603"/>
                  </a:cubicBezTo>
                  <a:cubicBezTo>
                    <a:pt x="92730" y="103746"/>
                    <a:pt x="103666" y="111930"/>
                    <a:pt x="116342" y="111930"/>
                  </a:cubicBezTo>
                  <a:cubicBezTo>
                    <a:pt x="141198" y="111930"/>
                    <a:pt x="152134" y="77707"/>
                    <a:pt x="152134" y="73987"/>
                  </a:cubicBezTo>
                  <a:cubicBezTo>
                    <a:pt x="152134" y="70763"/>
                    <a:pt x="148903" y="70763"/>
                    <a:pt x="148157" y="70763"/>
                  </a:cubicBezTo>
                  <a:cubicBezTo>
                    <a:pt x="144678" y="70763"/>
                    <a:pt x="144429" y="72251"/>
                    <a:pt x="143435" y="74979"/>
                  </a:cubicBezTo>
                  <a:cubicBezTo>
                    <a:pt x="137718" y="94818"/>
                    <a:pt x="127030" y="104986"/>
                    <a:pt x="117088" y="104986"/>
                  </a:cubicBezTo>
                  <a:cubicBezTo>
                    <a:pt x="111869" y="104986"/>
                    <a:pt x="110874" y="101514"/>
                    <a:pt x="110874" y="96306"/>
                  </a:cubicBezTo>
                  <a:cubicBezTo>
                    <a:pt x="110874" y="90603"/>
                    <a:pt x="112117" y="87379"/>
                    <a:pt x="116591" y="76219"/>
                  </a:cubicBezTo>
                  <a:cubicBezTo>
                    <a:pt x="119574" y="68531"/>
                    <a:pt x="129764" y="42244"/>
                    <a:pt x="129764" y="28357"/>
                  </a:cubicBezTo>
                  <a:cubicBezTo>
                    <a:pt x="129764" y="4302"/>
                    <a:pt x="110626" y="86"/>
                    <a:pt x="97452" y="86"/>
                  </a:cubicBezTo>
                  <a:cubicBezTo>
                    <a:pt x="76822" y="86"/>
                    <a:pt x="62903" y="12734"/>
                    <a:pt x="55447" y="22653"/>
                  </a:cubicBezTo>
                  <a:cubicBezTo>
                    <a:pt x="53707" y="5542"/>
                    <a:pt x="39042" y="86"/>
                    <a:pt x="28852" y="86"/>
                  </a:cubicBezTo>
                  <a:cubicBezTo>
                    <a:pt x="18164" y="86"/>
                    <a:pt x="12447" y="7774"/>
                    <a:pt x="9216" y="13478"/>
                  </a:cubicBezTo>
                  <a:cubicBezTo>
                    <a:pt x="3748" y="22653"/>
                    <a:pt x="268" y="36789"/>
                    <a:pt x="268" y="38029"/>
                  </a:cubicBezTo>
                  <a:cubicBezTo>
                    <a:pt x="268" y="41253"/>
                    <a:pt x="3748" y="41253"/>
                    <a:pt x="4493" y="41253"/>
                  </a:cubicBezTo>
                  <a:cubicBezTo>
                    <a:pt x="7973" y="41253"/>
                    <a:pt x="8222" y="40509"/>
                    <a:pt x="9961" y="33813"/>
                  </a:cubicBezTo>
                  <a:cubicBezTo>
                    <a:pt x="13690" y="19181"/>
                    <a:pt x="18412" y="7030"/>
                    <a:pt x="28106" y="7030"/>
                  </a:cubicBezTo>
                  <a:cubicBezTo>
                    <a:pt x="34568" y="7030"/>
                    <a:pt x="36308" y="12486"/>
                    <a:pt x="36308" y="19181"/>
                  </a:cubicBezTo>
                  <a:cubicBezTo>
                    <a:pt x="36308" y="23893"/>
                    <a:pt x="34071" y="33069"/>
                    <a:pt x="32331" y="39765"/>
                  </a:cubicBezTo>
                  <a:cubicBezTo>
                    <a:pt x="30591" y="46460"/>
                    <a:pt x="28106" y="56628"/>
                    <a:pt x="26863" y="62084"/>
                  </a:cubicBezTo>
                  <a:lnTo>
                    <a:pt x="18909" y="93826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B4A1A663-1B0D-959B-FF1D-2CC3A89510E2}"/>
                </a:ext>
              </a:extLst>
            </p:cNvPr>
            <p:cNvSpPr/>
            <p:nvPr>
              <p:custDataLst>
                <p:tags r:id="rId122"/>
              </p:custDataLst>
            </p:nvPr>
          </p:nvSpPr>
          <p:spPr>
            <a:xfrm>
              <a:off x="12312334" y="5513754"/>
              <a:ext cx="41543" cy="105927"/>
            </a:xfrm>
            <a:custGeom>
              <a:avLst/>
              <a:gdLst>
                <a:gd name="connsiteX0" fmla="*/ 41817 w 41543"/>
                <a:gd name="connsiteY0" fmla="*/ 37283 h 105927"/>
                <a:gd name="connsiteX1" fmla="*/ 19092 w 41543"/>
                <a:gd name="connsiteY1" fmla="*/ 85 h 105927"/>
                <a:gd name="connsiteX2" fmla="*/ 273 w 41543"/>
                <a:gd name="connsiteY2" fmla="*/ 18861 h 105927"/>
                <a:gd name="connsiteX3" fmla="*/ 19092 w 41543"/>
                <a:gd name="connsiteY3" fmla="*/ 37637 h 105927"/>
                <a:gd name="connsiteX4" fmla="*/ 31520 w 41543"/>
                <a:gd name="connsiteY4" fmla="*/ 33032 h 105927"/>
                <a:gd name="connsiteX5" fmla="*/ 33295 w 41543"/>
                <a:gd name="connsiteY5" fmla="*/ 31969 h 105927"/>
                <a:gd name="connsiteX6" fmla="*/ 34006 w 41543"/>
                <a:gd name="connsiteY6" fmla="*/ 37283 h 105927"/>
                <a:gd name="connsiteX7" fmla="*/ 9860 w 41543"/>
                <a:gd name="connsiteY7" fmla="*/ 96447 h 105927"/>
                <a:gd name="connsiteX8" fmla="*/ 5955 w 41543"/>
                <a:gd name="connsiteY8" fmla="*/ 102115 h 105927"/>
                <a:gd name="connsiteX9" fmla="*/ 9505 w 41543"/>
                <a:gd name="connsiteY9" fmla="*/ 106012 h 105927"/>
                <a:gd name="connsiteX10" fmla="*/ 41817 w 41543"/>
                <a:gd name="connsiteY10" fmla="*/ 37283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543" h="105927">
                  <a:moveTo>
                    <a:pt x="41817" y="37283"/>
                  </a:moveTo>
                  <a:cubicBezTo>
                    <a:pt x="41817" y="13901"/>
                    <a:pt x="32940" y="85"/>
                    <a:pt x="19092" y="85"/>
                  </a:cubicBezTo>
                  <a:cubicBezTo>
                    <a:pt x="7375" y="85"/>
                    <a:pt x="273" y="8941"/>
                    <a:pt x="273" y="18861"/>
                  </a:cubicBezTo>
                  <a:cubicBezTo>
                    <a:pt x="273" y="28426"/>
                    <a:pt x="7375" y="37637"/>
                    <a:pt x="19092" y="37637"/>
                  </a:cubicBezTo>
                  <a:cubicBezTo>
                    <a:pt x="23353" y="37637"/>
                    <a:pt x="27969" y="36220"/>
                    <a:pt x="31520" y="33032"/>
                  </a:cubicBezTo>
                  <a:cubicBezTo>
                    <a:pt x="32585" y="32323"/>
                    <a:pt x="32940" y="31969"/>
                    <a:pt x="33295" y="31969"/>
                  </a:cubicBezTo>
                  <a:cubicBezTo>
                    <a:pt x="33651" y="31969"/>
                    <a:pt x="34006" y="32323"/>
                    <a:pt x="34006" y="37283"/>
                  </a:cubicBezTo>
                  <a:cubicBezTo>
                    <a:pt x="34006" y="63499"/>
                    <a:pt x="21578" y="84756"/>
                    <a:pt x="9860" y="96447"/>
                  </a:cubicBezTo>
                  <a:cubicBezTo>
                    <a:pt x="5955" y="100344"/>
                    <a:pt x="5955" y="101052"/>
                    <a:pt x="5955" y="102115"/>
                  </a:cubicBezTo>
                  <a:cubicBezTo>
                    <a:pt x="5955" y="104595"/>
                    <a:pt x="7730" y="106012"/>
                    <a:pt x="9505" y="106012"/>
                  </a:cubicBezTo>
                  <a:cubicBezTo>
                    <a:pt x="13411" y="106012"/>
                    <a:pt x="41817" y="78733"/>
                    <a:pt x="41817" y="37283"/>
                  </a:cubicBez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2FF0832-8AC5-3E9D-0B77-3A3CA914242F}"/>
                </a:ext>
              </a:extLst>
            </p:cNvPr>
            <p:cNvSpPr/>
            <p:nvPr>
              <p:custDataLst>
                <p:tags r:id="rId123"/>
              </p:custDataLst>
            </p:nvPr>
          </p:nvSpPr>
          <p:spPr>
            <a:xfrm>
              <a:off x="12452036" y="5309340"/>
              <a:ext cx="258140" cy="241967"/>
            </a:xfrm>
            <a:custGeom>
              <a:avLst/>
              <a:gdLst>
                <a:gd name="connsiteX0" fmla="*/ 199831 w 258140"/>
                <a:gd name="connsiteY0" fmla="*/ 40472 h 241967"/>
                <a:gd name="connsiteX1" fmla="*/ 204802 w 258140"/>
                <a:gd name="connsiteY1" fmla="*/ 35512 h 241967"/>
                <a:gd name="connsiteX2" fmla="*/ 251317 w 258140"/>
                <a:gd name="connsiteY2" fmla="*/ 11067 h 241967"/>
                <a:gd name="connsiteX3" fmla="*/ 258419 w 258140"/>
                <a:gd name="connsiteY3" fmla="*/ 4336 h 241967"/>
                <a:gd name="connsiteX4" fmla="*/ 253802 w 258140"/>
                <a:gd name="connsiteY4" fmla="*/ 85 h 241967"/>
                <a:gd name="connsiteX5" fmla="*/ 224686 w 258140"/>
                <a:gd name="connsiteY5" fmla="*/ 1148 h 241967"/>
                <a:gd name="connsiteX6" fmla="*/ 189179 w 258140"/>
                <a:gd name="connsiteY6" fmla="*/ 85 h 241967"/>
                <a:gd name="connsiteX7" fmla="*/ 182432 w 258140"/>
                <a:gd name="connsiteY7" fmla="*/ 6816 h 241967"/>
                <a:gd name="connsiteX8" fmla="*/ 187758 w 258140"/>
                <a:gd name="connsiteY8" fmla="*/ 11067 h 241967"/>
                <a:gd name="connsiteX9" fmla="*/ 200541 w 258140"/>
                <a:gd name="connsiteY9" fmla="*/ 19215 h 241967"/>
                <a:gd name="connsiteX10" fmla="*/ 190954 w 258140"/>
                <a:gd name="connsiteY10" fmla="*/ 36220 h 241967"/>
                <a:gd name="connsiteX11" fmla="*/ 108576 w 258140"/>
                <a:gd name="connsiteY11" fmla="*/ 130811 h 241967"/>
                <a:gd name="connsiteX12" fmla="*/ 69518 w 258140"/>
                <a:gd name="connsiteY12" fmla="*/ 25592 h 241967"/>
                <a:gd name="connsiteX13" fmla="*/ 67387 w 258140"/>
                <a:gd name="connsiteY13" fmla="*/ 19570 h 241967"/>
                <a:gd name="connsiteX14" fmla="*/ 88337 w 258140"/>
                <a:gd name="connsiteY14" fmla="*/ 11067 h 241967"/>
                <a:gd name="connsiteX15" fmla="*/ 96859 w 258140"/>
                <a:gd name="connsiteY15" fmla="*/ 3982 h 241967"/>
                <a:gd name="connsiteX16" fmla="*/ 91532 w 258140"/>
                <a:gd name="connsiteY16" fmla="*/ 85 h 241967"/>
                <a:gd name="connsiteX17" fmla="*/ 46793 w 258140"/>
                <a:gd name="connsiteY17" fmla="*/ 1148 h 241967"/>
                <a:gd name="connsiteX18" fmla="*/ 7024 w 258140"/>
                <a:gd name="connsiteY18" fmla="*/ 85 h 241967"/>
                <a:gd name="connsiteX19" fmla="*/ 278 w 258140"/>
                <a:gd name="connsiteY19" fmla="*/ 7170 h 241967"/>
                <a:gd name="connsiteX20" fmla="*/ 8445 w 258140"/>
                <a:gd name="connsiteY20" fmla="*/ 11067 h 241967"/>
                <a:gd name="connsiteX21" fmla="*/ 34365 w 258140"/>
                <a:gd name="connsiteY21" fmla="*/ 23112 h 241967"/>
                <a:gd name="connsiteX22" fmla="*/ 78040 w 258140"/>
                <a:gd name="connsiteY22" fmla="*/ 139668 h 241967"/>
                <a:gd name="connsiteX23" fmla="*/ 79460 w 258140"/>
                <a:gd name="connsiteY23" fmla="*/ 145690 h 241967"/>
                <a:gd name="connsiteX24" fmla="*/ 63481 w 258140"/>
                <a:gd name="connsiteY24" fmla="*/ 210168 h 241967"/>
                <a:gd name="connsiteX25" fmla="*/ 30104 w 258140"/>
                <a:gd name="connsiteY25" fmla="*/ 231070 h 241967"/>
                <a:gd name="connsiteX26" fmla="*/ 20517 w 258140"/>
                <a:gd name="connsiteY26" fmla="*/ 238155 h 241967"/>
                <a:gd name="connsiteX27" fmla="*/ 25488 w 258140"/>
                <a:gd name="connsiteY27" fmla="*/ 242052 h 241967"/>
                <a:gd name="connsiteX28" fmla="*/ 70228 w 258140"/>
                <a:gd name="connsiteY28" fmla="*/ 240989 h 241967"/>
                <a:gd name="connsiteX29" fmla="*/ 115678 w 258140"/>
                <a:gd name="connsiteY29" fmla="*/ 242052 h 241967"/>
                <a:gd name="connsiteX30" fmla="*/ 122424 w 258140"/>
                <a:gd name="connsiteY30" fmla="*/ 234967 h 241967"/>
                <a:gd name="connsiteX31" fmla="*/ 112482 w 258140"/>
                <a:gd name="connsiteY31" fmla="*/ 231070 h 241967"/>
                <a:gd name="connsiteX32" fmla="*/ 98989 w 258140"/>
                <a:gd name="connsiteY32" fmla="*/ 230361 h 241967"/>
                <a:gd name="connsiteX33" fmla="*/ 89402 w 258140"/>
                <a:gd name="connsiteY33" fmla="*/ 224693 h 241967"/>
                <a:gd name="connsiteX34" fmla="*/ 94373 w 258140"/>
                <a:gd name="connsiteY34" fmla="*/ 202374 h 241967"/>
                <a:gd name="connsiteX35" fmla="*/ 106801 w 258140"/>
                <a:gd name="connsiteY35" fmla="*/ 152421 h 241967"/>
                <a:gd name="connsiteX36" fmla="*/ 111772 w 258140"/>
                <a:gd name="connsiteY36" fmla="*/ 141439 h 241967"/>
                <a:gd name="connsiteX37" fmla="*/ 199831 w 258140"/>
                <a:gd name="connsiteY37" fmla="*/ 40472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8140" h="241967">
                  <a:moveTo>
                    <a:pt x="199831" y="40472"/>
                  </a:moveTo>
                  <a:lnTo>
                    <a:pt x="204802" y="35512"/>
                  </a:lnTo>
                  <a:cubicBezTo>
                    <a:pt x="215454" y="24884"/>
                    <a:pt x="227172" y="12838"/>
                    <a:pt x="251317" y="11067"/>
                  </a:cubicBezTo>
                  <a:cubicBezTo>
                    <a:pt x="255223" y="10713"/>
                    <a:pt x="258419" y="10713"/>
                    <a:pt x="258419" y="4336"/>
                  </a:cubicBezTo>
                  <a:cubicBezTo>
                    <a:pt x="258419" y="1502"/>
                    <a:pt x="256643" y="85"/>
                    <a:pt x="253802" y="85"/>
                  </a:cubicBezTo>
                  <a:cubicBezTo>
                    <a:pt x="244571" y="85"/>
                    <a:pt x="234273" y="1148"/>
                    <a:pt x="224686" y="1148"/>
                  </a:cubicBezTo>
                  <a:cubicBezTo>
                    <a:pt x="212969" y="1148"/>
                    <a:pt x="200541" y="85"/>
                    <a:pt x="189179" y="85"/>
                  </a:cubicBezTo>
                  <a:cubicBezTo>
                    <a:pt x="187048" y="85"/>
                    <a:pt x="182432" y="85"/>
                    <a:pt x="182432" y="6816"/>
                  </a:cubicBezTo>
                  <a:cubicBezTo>
                    <a:pt x="182432" y="10713"/>
                    <a:pt x="185983" y="11067"/>
                    <a:pt x="187758" y="11067"/>
                  </a:cubicBezTo>
                  <a:cubicBezTo>
                    <a:pt x="190244" y="11067"/>
                    <a:pt x="200541" y="11776"/>
                    <a:pt x="200541" y="19215"/>
                  </a:cubicBezTo>
                  <a:cubicBezTo>
                    <a:pt x="200541" y="25238"/>
                    <a:pt x="192374" y="34449"/>
                    <a:pt x="190954" y="36220"/>
                  </a:cubicBezTo>
                  <a:lnTo>
                    <a:pt x="108576" y="130811"/>
                  </a:lnTo>
                  <a:lnTo>
                    <a:pt x="69518" y="25592"/>
                  </a:lnTo>
                  <a:cubicBezTo>
                    <a:pt x="67387" y="20632"/>
                    <a:pt x="67387" y="19924"/>
                    <a:pt x="67387" y="19570"/>
                  </a:cubicBezTo>
                  <a:cubicBezTo>
                    <a:pt x="67387" y="11067"/>
                    <a:pt x="84786" y="11067"/>
                    <a:pt x="88337" y="11067"/>
                  </a:cubicBezTo>
                  <a:cubicBezTo>
                    <a:pt x="93308" y="11067"/>
                    <a:pt x="96859" y="11067"/>
                    <a:pt x="96859" y="3982"/>
                  </a:cubicBezTo>
                  <a:cubicBezTo>
                    <a:pt x="96859" y="85"/>
                    <a:pt x="92598" y="85"/>
                    <a:pt x="91532" y="85"/>
                  </a:cubicBezTo>
                  <a:cubicBezTo>
                    <a:pt x="81590" y="85"/>
                    <a:pt x="56735" y="1148"/>
                    <a:pt x="46793" y="1148"/>
                  </a:cubicBezTo>
                  <a:cubicBezTo>
                    <a:pt x="37916" y="1148"/>
                    <a:pt x="15901" y="85"/>
                    <a:pt x="7024" y="85"/>
                  </a:cubicBezTo>
                  <a:cubicBezTo>
                    <a:pt x="4894" y="85"/>
                    <a:pt x="278" y="85"/>
                    <a:pt x="278" y="7170"/>
                  </a:cubicBezTo>
                  <a:cubicBezTo>
                    <a:pt x="278" y="11067"/>
                    <a:pt x="3829" y="11067"/>
                    <a:pt x="8445" y="11067"/>
                  </a:cubicBezTo>
                  <a:cubicBezTo>
                    <a:pt x="29749" y="11067"/>
                    <a:pt x="31169" y="14256"/>
                    <a:pt x="34365" y="23112"/>
                  </a:cubicBezTo>
                  <a:lnTo>
                    <a:pt x="78040" y="139668"/>
                  </a:lnTo>
                  <a:cubicBezTo>
                    <a:pt x="78395" y="140730"/>
                    <a:pt x="79460" y="144627"/>
                    <a:pt x="79460" y="145690"/>
                  </a:cubicBezTo>
                  <a:cubicBezTo>
                    <a:pt x="79460" y="146753"/>
                    <a:pt x="65257" y="203791"/>
                    <a:pt x="63481" y="210168"/>
                  </a:cubicBezTo>
                  <a:cubicBezTo>
                    <a:pt x="58865" y="229653"/>
                    <a:pt x="58510" y="230715"/>
                    <a:pt x="30104" y="231070"/>
                  </a:cubicBezTo>
                  <a:cubicBezTo>
                    <a:pt x="23358" y="231070"/>
                    <a:pt x="20517" y="231070"/>
                    <a:pt x="20517" y="238155"/>
                  </a:cubicBezTo>
                  <a:cubicBezTo>
                    <a:pt x="20517" y="242052"/>
                    <a:pt x="24778" y="242052"/>
                    <a:pt x="25488" y="242052"/>
                  </a:cubicBezTo>
                  <a:cubicBezTo>
                    <a:pt x="35430" y="242052"/>
                    <a:pt x="60286" y="240989"/>
                    <a:pt x="70228" y="240989"/>
                  </a:cubicBezTo>
                  <a:cubicBezTo>
                    <a:pt x="80170" y="240989"/>
                    <a:pt x="105736" y="242052"/>
                    <a:pt x="115678" y="242052"/>
                  </a:cubicBezTo>
                  <a:cubicBezTo>
                    <a:pt x="118163" y="242052"/>
                    <a:pt x="122424" y="242052"/>
                    <a:pt x="122424" y="234967"/>
                  </a:cubicBezTo>
                  <a:cubicBezTo>
                    <a:pt x="122424" y="231070"/>
                    <a:pt x="119228" y="231070"/>
                    <a:pt x="112482" y="231070"/>
                  </a:cubicBezTo>
                  <a:cubicBezTo>
                    <a:pt x="111772" y="231070"/>
                    <a:pt x="105025" y="231070"/>
                    <a:pt x="98989" y="230361"/>
                  </a:cubicBezTo>
                  <a:cubicBezTo>
                    <a:pt x="91532" y="229653"/>
                    <a:pt x="89402" y="228944"/>
                    <a:pt x="89402" y="224693"/>
                  </a:cubicBezTo>
                  <a:cubicBezTo>
                    <a:pt x="89402" y="222213"/>
                    <a:pt x="92598" y="209813"/>
                    <a:pt x="94373" y="202374"/>
                  </a:cubicBezTo>
                  <a:lnTo>
                    <a:pt x="106801" y="152421"/>
                  </a:lnTo>
                  <a:cubicBezTo>
                    <a:pt x="108576" y="145690"/>
                    <a:pt x="108931" y="144627"/>
                    <a:pt x="111772" y="141439"/>
                  </a:cubicBezTo>
                  <a:lnTo>
                    <a:pt x="199831" y="40472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14F0A7A-7BB1-D5B0-2E06-61F720C53874}"/>
                </a:ext>
              </a:extLst>
            </p:cNvPr>
            <p:cNvSpPr/>
            <p:nvPr>
              <p:custDataLst>
                <p:tags r:id="rId124"/>
              </p:custDataLst>
            </p:nvPr>
          </p:nvSpPr>
          <p:spPr>
            <a:xfrm>
              <a:off x="12657432" y="5495084"/>
              <a:ext cx="151866" cy="111843"/>
            </a:xfrm>
            <a:custGeom>
              <a:avLst/>
              <a:gdLst>
                <a:gd name="connsiteX0" fmla="*/ 18925 w 151866"/>
                <a:gd name="connsiteY0" fmla="*/ 93826 h 111843"/>
                <a:gd name="connsiteX1" fmla="*/ 16440 w 151866"/>
                <a:gd name="connsiteY1" fmla="*/ 103994 h 111843"/>
                <a:gd name="connsiteX2" fmla="*/ 24890 w 151866"/>
                <a:gd name="connsiteY2" fmla="*/ 111930 h 111843"/>
                <a:gd name="connsiteX3" fmla="*/ 34584 w 151866"/>
                <a:gd name="connsiteY3" fmla="*/ 106474 h 111843"/>
                <a:gd name="connsiteX4" fmla="*/ 39058 w 151866"/>
                <a:gd name="connsiteY4" fmla="*/ 91099 h 111843"/>
                <a:gd name="connsiteX5" fmla="*/ 44526 w 151866"/>
                <a:gd name="connsiteY5" fmla="*/ 68779 h 111843"/>
                <a:gd name="connsiteX6" fmla="*/ 48751 w 151866"/>
                <a:gd name="connsiteY6" fmla="*/ 52164 h 111843"/>
                <a:gd name="connsiteX7" fmla="*/ 59191 w 151866"/>
                <a:gd name="connsiteY7" fmla="*/ 29845 h 111843"/>
                <a:gd name="connsiteX8" fmla="*/ 96474 w 151866"/>
                <a:gd name="connsiteY8" fmla="*/ 7030 h 111843"/>
                <a:gd name="connsiteX9" fmla="*/ 111138 w 151866"/>
                <a:gd name="connsiteY9" fmla="*/ 24389 h 111843"/>
                <a:gd name="connsiteX10" fmla="*/ 96474 w 151866"/>
                <a:gd name="connsiteY10" fmla="*/ 77211 h 111843"/>
                <a:gd name="connsiteX11" fmla="*/ 92745 w 151866"/>
                <a:gd name="connsiteY11" fmla="*/ 90603 h 111843"/>
                <a:gd name="connsiteX12" fmla="*/ 116358 w 151866"/>
                <a:gd name="connsiteY12" fmla="*/ 111930 h 111843"/>
                <a:gd name="connsiteX13" fmla="*/ 152150 w 151866"/>
                <a:gd name="connsiteY13" fmla="*/ 73987 h 111843"/>
                <a:gd name="connsiteX14" fmla="*/ 148173 w 151866"/>
                <a:gd name="connsiteY14" fmla="*/ 70763 h 111843"/>
                <a:gd name="connsiteX15" fmla="*/ 143450 w 151866"/>
                <a:gd name="connsiteY15" fmla="*/ 74979 h 111843"/>
                <a:gd name="connsiteX16" fmla="*/ 117104 w 151866"/>
                <a:gd name="connsiteY16" fmla="*/ 104986 h 111843"/>
                <a:gd name="connsiteX17" fmla="*/ 110890 w 151866"/>
                <a:gd name="connsiteY17" fmla="*/ 96306 h 111843"/>
                <a:gd name="connsiteX18" fmla="*/ 116607 w 151866"/>
                <a:gd name="connsiteY18" fmla="*/ 76219 h 111843"/>
                <a:gd name="connsiteX19" fmla="*/ 129780 w 151866"/>
                <a:gd name="connsiteY19" fmla="*/ 28357 h 111843"/>
                <a:gd name="connsiteX20" fmla="*/ 97468 w 151866"/>
                <a:gd name="connsiteY20" fmla="*/ 86 h 111843"/>
                <a:gd name="connsiteX21" fmla="*/ 55462 w 151866"/>
                <a:gd name="connsiteY21" fmla="*/ 22653 h 111843"/>
                <a:gd name="connsiteX22" fmla="*/ 28867 w 151866"/>
                <a:gd name="connsiteY22" fmla="*/ 86 h 111843"/>
                <a:gd name="connsiteX23" fmla="*/ 9231 w 151866"/>
                <a:gd name="connsiteY23" fmla="*/ 13478 h 111843"/>
                <a:gd name="connsiteX24" fmla="*/ 284 w 151866"/>
                <a:gd name="connsiteY24" fmla="*/ 38029 h 111843"/>
                <a:gd name="connsiteX25" fmla="*/ 4509 w 151866"/>
                <a:gd name="connsiteY25" fmla="*/ 41253 h 111843"/>
                <a:gd name="connsiteX26" fmla="*/ 9977 w 151866"/>
                <a:gd name="connsiteY26" fmla="*/ 33813 h 111843"/>
                <a:gd name="connsiteX27" fmla="*/ 28122 w 151866"/>
                <a:gd name="connsiteY27" fmla="*/ 7030 h 111843"/>
                <a:gd name="connsiteX28" fmla="*/ 36324 w 151866"/>
                <a:gd name="connsiteY28" fmla="*/ 19181 h 111843"/>
                <a:gd name="connsiteX29" fmla="*/ 32347 w 151866"/>
                <a:gd name="connsiteY29" fmla="*/ 39765 h 111843"/>
                <a:gd name="connsiteX30" fmla="*/ 26879 w 151866"/>
                <a:gd name="connsiteY30" fmla="*/ 62084 h 111843"/>
                <a:gd name="connsiteX31" fmla="*/ 18925 w 151866"/>
                <a:gd name="connsiteY31" fmla="*/ 93826 h 111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866" h="111843">
                  <a:moveTo>
                    <a:pt x="18925" y="93826"/>
                  </a:moveTo>
                  <a:cubicBezTo>
                    <a:pt x="17931" y="97050"/>
                    <a:pt x="16440" y="103250"/>
                    <a:pt x="16440" y="103994"/>
                  </a:cubicBezTo>
                  <a:cubicBezTo>
                    <a:pt x="16440" y="109450"/>
                    <a:pt x="20913" y="111930"/>
                    <a:pt x="24890" y="111930"/>
                  </a:cubicBezTo>
                  <a:cubicBezTo>
                    <a:pt x="29364" y="111930"/>
                    <a:pt x="33341" y="108706"/>
                    <a:pt x="34584" y="106474"/>
                  </a:cubicBezTo>
                  <a:cubicBezTo>
                    <a:pt x="35827" y="104242"/>
                    <a:pt x="37815" y="96306"/>
                    <a:pt x="39058" y="91099"/>
                  </a:cubicBezTo>
                  <a:cubicBezTo>
                    <a:pt x="40301" y="86387"/>
                    <a:pt x="43035" y="74979"/>
                    <a:pt x="44526" y="68779"/>
                  </a:cubicBezTo>
                  <a:cubicBezTo>
                    <a:pt x="46017" y="63324"/>
                    <a:pt x="47509" y="57868"/>
                    <a:pt x="48751" y="52164"/>
                  </a:cubicBezTo>
                  <a:cubicBezTo>
                    <a:pt x="51486" y="41996"/>
                    <a:pt x="51983" y="40013"/>
                    <a:pt x="59191" y="29845"/>
                  </a:cubicBezTo>
                  <a:cubicBezTo>
                    <a:pt x="66150" y="19925"/>
                    <a:pt x="77832" y="7030"/>
                    <a:pt x="96474" y="7030"/>
                  </a:cubicBezTo>
                  <a:cubicBezTo>
                    <a:pt x="110890" y="7030"/>
                    <a:pt x="111138" y="19677"/>
                    <a:pt x="111138" y="24389"/>
                  </a:cubicBezTo>
                  <a:cubicBezTo>
                    <a:pt x="111138" y="39269"/>
                    <a:pt x="100451" y="66796"/>
                    <a:pt x="96474" y="77211"/>
                  </a:cubicBezTo>
                  <a:cubicBezTo>
                    <a:pt x="93740" y="84155"/>
                    <a:pt x="92745" y="86387"/>
                    <a:pt x="92745" y="90603"/>
                  </a:cubicBezTo>
                  <a:cubicBezTo>
                    <a:pt x="92745" y="103746"/>
                    <a:pt x="103682" y="111930"/>
                    <a:pt x="116358" y="111930"/>
                  </a:cubicBezTo>
                  <a:cubicBezTo>
                    <a:pt x="141213" y="111930"/>
                    <a:pt x="152150" y="77707"/>
                    <a:pt x="152150" y="73987"/>
                  </a:cubicBezTo>
                  <a:cubicBezTo>
                    <a:pt x="152150" y="70763"/>
                    <a:pt x="148919" y="70763"/>
                    <a:pt x="148173" y="70763"/>
                  </a:cubicBezTo>
                  <a:cubicBezTo>
                    <a:pt x="144693" y="70763"/>
                    <a:pt x="144445" y="72251"/>
                    <a:pt x="143450" y="74979"/>
                  </a:cubicBezTo>
                  <a:cubicBezTo>
                    <a:pt x="137734" y="94818"/>
                    <a:pt x="127046" y="104986"/>
                    <a:pt x="117104" y="104986"/>
                  </a:cubicBezTo>
                  <a:cubicBezTo>
                    <a:pt x="111884" y="104986"/>
                    <a:pt x="110890" y="101514"/>
                    <a:pt x="110890" y="96306"/>
                  </a:cubicBezTo>
                  <a:cubicBezTo>
                    <a:pt x="110890" y="90603"/>
                    <a:pt x="112133" y="87379"/>
                    <a:pt x="116607" y="76219"/>
                  </a:cubicBezTo>
                  <a:cubicBezTo>
                    <a:pt x="119589" y="68531"/>
                    <a:pt x="129780" y="42244"/>
                    <a:pt x="129780" y="28357"/>
                  </a:cubicBezTo>
                  <a:cubicBezTo>
                    <a:pt x="129780" y="4302"/>
                    <a:pt x="110641" y="86"/>
                    <a:pt x="97468" y="86"/>
                  </a:cubicBezTo>
                  <a:cubicBezTo>
                    <a:pt x="76838" y="86"/>
                    <a:pt x="62919" y="12734"/>
                    <a:pt x="55462" y="22653"/>
                  </a:cubicBezTo>
                  <a:cubicBezTo>
                    <a:pt x="53723" y="5542"/>
                    <a:pt x="39058" y="86"/>
                    <a:pt x="28867" y="86"/>
                  </a:cubicBezTo>
                  <a:cubicBezTo>
                    <a:pt x="18179" y="86"/>
                    <a:pt x="12463" y="7774"/>
                    <a:pt x="9231" y="13478"/>
                  </a:cubicBezTo>
                  <a:cubicBezTo>
                    <a:pt x="3763" y="22653"/>
                    <a:pt x="284" y="36789"/>
                    <a:pt x="284" y="38029"/>
                  </a:cubicBezTo>
                  <a:cubicBezTo>
                    <a:pt x="284" y="41253"/>
                    <a:pt x="3763" y="41253"/>
                    <a:pt x="4509" y="41253"/>
                  </a:cubicBezTo>
                  <a:cubicBezTo>
                    <a:pt x="7989" y="41253"/>
                    <a:pt x="8237" y="40509"/>
                    <a:pt x="9977" y="33813"/>
                  </a:cubicBezTo>
                  <a:cubicBezTo>
                    <a:pt x="13705" y="19181"/>
                    <a:pt x="18428" y="7030"/>
                    <a:pt x="28122" y="7030"/>
                  </a:cubicBezTo>
                  <a:cubicBezTo>
                    <a:pt x="34584" y="7030"/>
                    <a:pt x="36324" y="12486"/>
                    <a:pt x="36324" y="19181"/>
                  </a:cubicBezTo>
                  <a:cubicBezTo>
                    <a:pt x="36324" y="23893"/>
                    <a:pt x="34087" y="33069"/>
                    <a:pt x="32347" y="39765"/>
                  </a:cubicBezTo>
                  <a:cubicBezTo>
                    <a:pt x="30607" y="46460"/>
                    <a:pt x="28122" y="56628"/>
                    <a:pt x="26879" y="62084"/>
                  </a:cubicBezTo>
                  <a:lnTo>
                    <a:pt x="18925" y="93826"/>
                  </a:lnTo>
                  <a:close/>
                </a:path>
              </a:pathLst>
            </a:custGeom>
            <a:solidFill>
              <a:srgbClr val="000000"/>
            </a:solidFill>
            <a:ln w="355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8094E59F-763B-6469-1463-90FD73EF91A4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9155331" y="1918733"/>
            <a:ext cx="291667" cy="244780"/>
          </a:xfrm>
          <a:custGeom>
            <a:avLst/>
            <a:gdLst>
              <a:gd name="connsiteX0" fmla="*/ 162409 w 291667"/>
              <a:gd name="connsiteY0" fmla="*/ 97583 h 244780"/>
              <a:gd name="connsiteX1" fmla="*/ 132676 w 291667"/>
              <a:gd name="connsiteY1" fmla="*/ 26263 h 244780"/>
              <a:gd name="connsiteX2" fmla="*/ 130906 w 291667"/>
              <a:gd name="connsiteY2" fmla="*/ 21604 h 244780"/>
              <a:gd name="connsiteX3" fmla="*/ 151790 w 291667"/>
              <a:gd name="connsiteY3" fmla="*/ 11211 h 244780"/>
              <a:gd name="connsiteX4" fmla="*/ 158869 w 291667"/>
              <a:gd name="connsiteY4" fmla="*/ 4402 h 244780"/>
              <a:gd name="connsiteX5" fmla="*/ 153560 w 291667"/>
              <a:gd name="connsiteY5" fmla="*/ 101 h 244780"/>
              <a:gd name="connsiteX6" fmla="*/ 108960 w 291667"/>
              <a:gd name="connsiteY6" fmla="*/ 1176 h 244780"/>
              <a:gd name="connsiteX7" fmla="*/ 69316 w 291667"/>
              <a:gd name="connsiteY7" fmla="*/ 101 h 244780"/>
              <a:gd name="connsiteX8" fmla="*/ 62945 w 291667"/>
              <a:gd name="connsiteY8" fmla="*/ 7269 h 244780"/>
              <a:gd name="connsiteX9" fmla="*/ 71086 w 291667"/>
              <a:gd name="connsiteY9" fmla="*/ 11211 h 244780"/>
              <a:gd name="connsiteX10" fmla="*/ 97633 w 291667"/>
              <a:gd name="connsiteY10" fmla="*/ 22679 h 244780"/>
              <a:gd name="connsiteX11" fmla="*/ 139401 w 291667"/>
              <a:gd name="connsiteY11" fmla="*/ 122671 h 244780"/>
              <a:gd name="connsiteX12" fmla="*/ 64714 w 291667"/>
              <a:gd name="connsiteY12" fmla="*/ 204025 h 244780"/>
              <a:gd name="connsiteX13" fmla="*/ 60113 w 291667"/>
              <a:gd name="connsiteY13" fmla="*/ 207968 h 244780"/>
              <a:gd name="connsiteX14" fmla="*/ 8080 w 291667"/>
              <a:gd name="connsiteY14" fmla="*/ 233772 h 244780"/>
              <a:gd name="connsiteX15" fmla="*/ 293 w 291667"/>
              <a:gd name="connsiteY15" fmla="*/ 240940 h 244780"/>
              <a:gd name="connsiteX16" fmla="*/ 4894 w 291667"/>
              <a:gd name="connsiteY16" fmla="*/ 244882 h 244780"/>
              <a:gd name="connsiteX17" fmla="*/ 38167 w 291667"/>
              <a:gd name="connsiteY17" fmla="*/ 243807 h 244780"/>
              <a:gd name="connsiteX18" fmla="*/ 77811 w 291667"/>
              <a:gd name="connsiteY18" fmla="*/ 244882 h 244780"/>
              <a:gd name="connsiteX19" fmla="*/ 84182 w 291667"/>
              <a:gd name="connsiteY19" fmla="*/ 237714 h 244780"/>
              <a:gd name="connsiteX20" fmla="*/ 79935 w 291667"/>
              <a:gd name="connsiteY20" fmla="*/ 233772 h 244780"/>
              <a:gd name="connsiteX21" fmla="*/ 65776 w 291667"/>
              <a:gd name="connsiteY21" fmla="*/ 222662 h 244780"/>
              <a:gd name="connsiteX22" fmla="*/ 75333 w 291667"/>
              <a:gd name="connsiteY22" fmla="*/ 206534 h 244780"/>
              <a:gd name="connsiteX23" fmla="*/ 111438 w 291667"/>
              <a:gd name="connsiteY23" fmla="*/ 167828 h 244780"/>
              <a:gd name="connsiteX24" fmla="*/ 143295 w 291667"/>
              <a:gd name="connsiteY24" fmla="*/ 132706 h 244780"/>
              <a:gd name="connsiteX25" fmla="*/ 179045 w 291667"/>
              <a:gd name="connsiteY25" fmla="*/ 218361 h 244780"/>
              <a:gd name="connsiteX26" fmla="*/ 180815 w 291667"/>
              <a:gd name="connsiteY26" fmla="*/ 223378 h 244780"/>
              <a:gd name="connsiteX27" fmla="*/ 160285 w 291667"/>
              <a:gd name="connsiteY27" fmla="*/ 233772 h 244780"/>
              <a:gd name="connsiteX28" fmla="*/ 153206 w 291667"/>
              <a:gd name="connsiteY28" fmla="*/ 240581 h 244780"/>
              <a:gd name="connsiteX29" fmla="*/ 158515 w 291667"/>
              <a:gd name="connsiteY29" fmla="*/ 244882 h 244780"/>
              <a:gd name="connsiteX30" fmla="*/ 203115 w 291667"/>
              <a:gd name="connsiteY30" fmla="*/ 243807 h 244780"/>
              <a:gd name="connsiteX31" fmla="*/ 242405 w 291667"/>
              <a:gd name="connsiteY31" fmla="*/ 244882 h 244780"/>
              <a:gd name="connsiteX32" fmla="*/ 249130 w 291667"/>
              <a:gd name="connsiteY32" fmla="*/ 238072 h 244780"/>
              <a:gd name="connsiteX33" fmla="*/ 242759 w 291667"/>
              <a:gd name="connsiteY33" fmla="*/ 233772 h 244780"/>
              <a:gd name="connsiteX34" fmla="*/ 212318 w 291667"/>
              <a:gd name="connsiteY34" fmla="*/ 218003 h 244780"/>
              <a:gd name="connsiteX35" fmla="*/ 166656 w 291667"/>
              <a:gd name="connsiteY35" fmla="*/ 107260 h 244780"/>
              <a:gd name="connsiteX36" fmla="*/ 239219 w 291667"/>
              <a:gd name="connsiteY36" fmla="*/ 29489 h 244780"/>
              <a:gd name="connsiteX37" fmla="*/ 284173 w 291667"/>
              <a:gd name="connsiteY37" fmla="*/ 11211 h 244780"/>
              <a:gd name="connsiteX38" fmla="*/ 291960 w 291667"/>
              <a:gd name="connsiteY38" fmla="*/ 4043 h 244780"/>
              <a:gd name="connsiteX39" fmla="*/ 287358 w 291667"/>
              <a:gd name="connsiteY39" fmla="*/ 101 h 244780"/>
              <a:gd name="connsiteX40" fmla="*/ 254086 w 291667"/>
              <a:gd name="connsiteY40" fmla="*/ 1176 h 244780"/>
              <a:gd name="connsiteX41" fmla="*/ 214796 w 291667"/>
              <a:gd name="connsiteY41" fmla="*/ 101 h 244780"/>
              <a:gd name="connsiteX42" fmla="*/ 208070 w 291667"/>
              <a:gd name="connsiteY42" fmla="*/ 7269 h 244780"/>
              <a:gd name="connsiteX43" fmla="*/ 212318 w 291667"/>
              <a:gd name="connsiteY43" fmla="*/ 11211 h 244780"/>
              <a:gd name="connsiteX44" fmla="*/ 226476 w 291667"/>
              <a:gd name="connsiteY44" fmla="*/ 22321 h 244780"/>
              <a:gd name="connsiteX45" fmla="*/ 219751 w 291667"/>
              <a:gd name="connsiteY45" fmla="*/ 35223 h 244780"/>
              <a:gd name="connsiteX46" fmla="*/ 162409 w 291667"/>
              <a:gd name="connsiteY46" fmla="*/ 97583 h 244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91667" h="244780">
                <a:moveTo>
                  <a:pt x="162409" y="97583"/>
                </a:moveTo>
                <a:lnTo>
                  <a:pt x="132676" y="26263"/>
                </a:lnTo>
                <a:cubicBezTo>
                  <a:pt x="131614" y="23396"/>
                  <a:pt x="130906" y="21963"/>
                  <a:pt x="130906" y="21604"/>
                </a:cubicBezTo>
                <a:cubicBezTo>
                  <a:pt x="130906" y="19454"/>
                  <a:pt x="136923" y="12645"/>
                  <a:pt x="151790" y="11211"/>
                </a:cubicBezTo>
                <a:cubicBezTo>
                  <a:pt x="155329" y="10853"/>
                  <a:pt x="158869" y="10494"/>
                  <a:pt x="158869" y="4402"/>
                </a:cubicBezTo>
                <a:cubicBezTo>
                  <a:pt x="158869" y="101"/>
                  <a:pt x="154621" y="101"/>
                  <a:pt x="153560" y="101"/>
                </a:cubicBezTo>
                <a:cubicBezTo>
                  <a:pt x="139047" y="101"/>
                  <a:pt x="123827" y="1176"/>
                  <a:pt x="108960" y="1176"/>
                </a:cubicBezTo>
                <a:cubicBezTo>
                  <a:pt x="100111" y="1176"/>
                  <a:pt x="78165" y="101"/>
                  <a:pt x="69316" y="101"/>
                </a:cubicBezTo>
                <a:cubicBezTo>
                  <a:pt x="67192" y="101"/>
                  <a:pt x="62945" y="101"/>
                  <a:pt x="62945" y="7269"/>
                </a:cubicBezTo>
                <a:cubicBezTo>
                  <a:pt x="62945" y="11211"/>
                  <a:pt x="66484" y="11211"/>
                  <a:pt x="71086" y="11211"/>
                </a:cubicBezTo>
                <a:cubicBezTo>
                  <a:pt x="92324" y="11211"/>
                  <a:pt x="94447" y="14795"/>
                  <a:pt x="97633" y="22679"/>
                </a:cubicBezTo>
                <a:lnTo>
                  <a:pt x="139401" y="122671"/>
                </a:lnTo>
                <a:lnTo>
                  <a:pt x="64714" y="204025"/>
                </a:lnTo>
                <a:lnTo>
                  <a:pt x="60113" y="207968"/>
                </a:lnTo>
                <a:cubicBezTo>
                  <a:pt x="42769" y="226962"/>
                  <a:pt x="26132" y="232697"/>
                  <a:pt x="8080" y="233772"/>
                </a:cubicBezTo>
                <a:cubicBezTo>
                  <a:pt x="3478" y="234130"/>
                  <a:pt x="293" y="234130"/>
                  <a:pt x="293" y="240940"/>
                </a:cubicBezTo>
                <a:cubicBezTo>
                  <a:pt x="293" y="241298"/>
                  <a:pt x="293" y="244882"/>
                  <a:pt x="4894" y="244882"/>
                </a:cubicBezTo>
                <a:cubicBezTo>
                  <a:pt x="15513" y="244882"/>
                  <a:pt x="27194" y="243807"/>
                  <a:pt x="38167" y="243807"/>
                </a:cubicBezTo>
                <a:cubicBezTo>
                  <a:pt x="51264" y="243807"/>
                  <a:pt x="65068" y="244882"/>
                  <a:pt x="77811" y="244882"/>
                </a:cubicBezTo>
                <a:cubicBezTo>
                  <a:pt x="79935" y="244882"/>
                  <a:pt x="84182" y="244882"/>
                  <a:pt x="84182" y="237714"/>
                </a:cubicBezTo>
                <a:cubicBezTo>
                  <a:pt x="84182" y="234130"/>
                  <a:pt x="80643" y="233772"/>
                  <a:pt x="79935" y="233772"/>
                </a:cubicBezTo>
                <a:cubicBezTo>
                  <a:pt x="76749" y="233413"/>
                  <a:pt x="65776" y="232697"/>
                  <a:pt x="65776" y="222662"/>
                </a:cubicBezTo>
                <a:cubicBezTo>
                  <a:pt x="65776" y="216927"/>
                  <a:pt x="71086" y="211193"/>
                  <a:pt x="75333" y="206534"/>
                </a:cubicBezTo>
                <a:lnTo>
                  <a:pt x="111438" y="167828"/>
                </a:lnTo>
                <a:lnTo>
                  <a:pt x="143295" y="132706"/>
                </a:lnTo>
                <a:lnTo>
                  <a:pt x="179045" y="218361"/>
                </a:lnTo>
                <a:cubicBezTo>
                  <a:pt x="180461" y="222303"/>
                  <a:pt x="180815" y="222662"/>
                  <a:pt x="180815" y="223378"/>
                </a:cubicBezTo>
                <a:cubicBezTo>
                  <a:pt x="180815" y="226246"/>
                  <a:pt x="174090" y="232338"/>
                  <a:pt x="160285" y="233772"/>
                </a:cubicBezTo>
                <a:cubicBezTo>
                  <a:pt x="156391" y="234130"/>
                  <a:pt x="153206" y="234489"/>
                  <a:pt x="153206" y="240581"/>
                </a:cubicBezTo>
                <a:cubicBezTo>
                  <a:pt x="153206" y="244882"/>
                  <a:pt x="157099" y="244882"/>
                  <a:pt x="158515" y="244882"/>
                </a:cubicBezTo>
                <a:cubicBezTo>
                  <a:pt x="168426" y="244882"/>
                  <a:pt x="193204" y="243807"/>
                  <a:pt x="203115" y="243807"/>
                </a:cubicBezTo>
                <a:cubicBezTo>
                  <a:pt x="211964" y="243807"/>
                  <a:pt x="233556" y="244882"/>
                  <a:pt x="242405" y="244882"/>
                </a:cubicBezTo>
                <a:cubicBezTo>
                  <a:pt x="244883" y="244882"/>
                  <a:pt x="249130" y="244882"/>
                  <a:pt x="249130" y="238072"/>
                </a:cubicBezTo>
                <a:cubicBezTo>
                  <a:pt x="249130" y="233772"/>
                  <a:pt x="245590" y="233772"/>
                  <a:pt x="242759" y="233772"/>
                </a:cubicBezTo>
                <a:cubicBezTo>
                  <a:pt x="219043" y="233413"/>
                  <a:pt x="218335" y="232338"/>
                  <a:pt x="212318" y="218003"/>
                </a:cubicBezTo>
                <a:cubicBezTo>
                  <a:pt x="198513" y="184672"/>
                  <a:pt x="174797" y="128763"/>
                  <a:pt x="166656" y="107260"/>
                </a:cubicBezTo>
                <a:cubicBezTo>
                  <a:pt x="190726" y="82172"/>
                  <a:pt x="227892" y="39524"/>
                  <a:pt x="239219" y="29489"/>
                </a:cubicBezTo>
                <a:cubicBezTo>
                  <a:pt x="249484" y="20888"/>
                  <a:pt x="262935" y="12286"/>
                  <a:pt x="284173" y="11211"/>
                </a:cubicBezTo>
                <a:cubicBezTo>
                  <a:pt x="288774" y="10853"/>
                  <a:pt x="291960" y="10853"/>
                  <a:pt x="291960" y="4043"/>
                </a:cubicBezTo>
                <a:cubicBezTo>
                  <a:pt x="291960" y="3685"/>
                  <a:pt x="291960" y="101"/>
                  <a:pt x="287358" y="101"/>
                </a:cubicBezTo>
                <a:cubicBezTo>
                  <a:pt x="276739" y="101"/>
                  <a:pt x="265059" y="1176"/>
                  <a:pt x="254086" y="1176"/>
                </a:cubicBezTo>
                <a:cubicBezTo>
                  <a:pt x="240989" y="1176"/>
                  <a:pt x="227538" y="101"/>
                  <a:pt x="214796" y="101"/>
                </a:cubicBezTo>
                <a:cubicBezTo>
                  <a:pt x="212672" y="101"/>
                  <a:pt x="208070" y="101"/>
                  <a:pt x="208070" y="7269"/>
                </a:cubicBezTo>
                <a:cubicBezTo>
                  <a:pt x="208070" y="9777"/>
                  <a:pt x="209840" y="10853"/>
                  <a:pt x="212318" y="11211"/>
                </a:cubicBezTo>
                <a:cubicBezTo>
                  <a:pt x="215503" y="11569"/>
                  <a:pt x="226476" y="12286"/>
                  <a:pt x="226476" y="22321"/>
                </a:cubicBezTo>
                <a:cubicBezTo>
                  <a:pt x="226476" y="27339"/>
                  <a:pt x="222583" y="31998"/>
                  <a:pt x="219751" y="35223"/>
                </a:cubicBezTo>
                <a:lnTo>
                  <a:pt x="162409" y="97583"/>
                </a:lnTo>
                <a:close/>
              </a:path>
            </a:pathLst>
          </a:custGeom>
          <a:solidFill>
            <a:srgbClr val="000000"/>
          </a:solidFill>
          <a:ln w="3552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E73220B-276E-E541-5099-74B9B75DB460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0131795" y="1918736"/>
            <a:ext cx="257332" cy="244780"/>
          </a:xfrm>
          <a:custGeom>
            <a:avLst/>
            <a:gdLst>
              <a:gd name="connsiteX0" fmla="*/ 199234 w 257332"/>
              <a:gd name="connsiteY0" fmla="*/ 40957 h 244780"/>
              <a:gd name="connsiteX1" fmla="*/ 204189 w 257332"/>
              <a:gd name="connsiteY1" fmla="*/ 35940 h 244780"/>
              <a:gd name="connsiteX2" fmla="*/ 250559 w 257332"/>
              <a:gd name="connsiteY2" fmla="*/ 11211 h 244780"/>
              <a:gd name="connsiteX3" fmla="*/ 257638 w 257332"/>
              <a:gd name="connsiteY3" fmla="*/ 4402 h 244780"/>
              <a:gd name="connsiteX4" fmla="*/ 253037 w 257332"/>
              <a:gd name="connsiteY4" fmla="*/ 101 h 244780"/>
              <a:gd name="connsiteX5" fmla="*/ 224012 w 257332"/>
              <a:gd name="connsiteY5" fmla="*/ 1176 h 244780"/>
              <a:gd name="connsiteX6" fmla="*/ 188615 w 257332"/>
              <a:gd name="connsiteY6" fmla="*/ 101 h 244780"/>
              <a:gd name="connsiteX7" fmla="*/ 181890 w 257332"/>
              <a:gd name="connsiteY7" fmla="*/ 6910 h 244780"/>
              <a:gd name="connsiteX8" fmla="*/ 187199 w 257332"/>
              <a:gd name="connsiteY8" fmla="*/ 11211 h 244780"/>
              <a:gd name="connsiteX9" fmla="*/ 199942 w 257332"/>
              <a:gd name="connsiteY9" fmla="*/ 19454 h 244780"/>
              <a:gd name="connsiteX10" fmla="*/ 190385 w 257332"/>
              <a:gd name="connsiteY10" fmla="*/ 36657 h 244780"/>
              <a:gd name="connsiteX11" fmla="*/ 108265 w 257332"/>
              <a:gd name="connsiteY11" fmla="*/ 132347 h 244780"/>
              <a:gd name="connsiteX12" fmla="*/ 69329 w 257332"/>
              <a:gd name="connsiteY12" fmla="*/ 25905 h 244780"/>
              <a:gd name="connsiteX13" fmla="*/ 67205 w 257332"/>
              <a:gd name="connsiteY13" fmla="*/ 19812 h 244780"/>
              <a:gd name="connsiteX14" fmla="*/ 88089 w 257332"/>
              <a:gd name="connsiteY14" fmla="*/ 11211 h 244780"/>
              <a:gd name="connsiteX15" fmla="*/ 96584 w 257332"/>
              <a:gd name="connsiteY15" fmla="*/ 4043 h 244780"/>
              <a:gd name="connsiteX16" fmla="*/ 91275 w 257332"/>
              <a:gd name="connsiteY16" fmla="*/ 101 h 244780"/>
              <a:gd name="connsiteX17" fmla="*/ 46675 w 257332"/>
              <a:gd name="connsiteY17" fmla="*/ 1176 h 244780"/>
              <a:gd name="connsiteX18" fmla="*/ 7031 w 257332"/>
              <a:gd name="connsiteY18" fmla="*/ 101 h 244780"/>
              <a:gd name="connsiteX19" fmla="*/ 306 w 257332"/>
              <a:gd name="connsiteY19" fmla="*/ 7269 h 244780"/>
              <a:gd name="connsiteX20" fmla="*/ 8447 w 257332"/>
              <a:gd name="connsiteY20" fmla="*/ 11211 h 244780"/>
              <a:gd name="connsiteX21" fmla="*/ 34286 w 257332"/>
              <a:gd name="connsiteY21" fmla="*/ 23396 h 244780"/>
              <a:gd name="connsiteX22" fmla="*/ 77824 w 257332"/>
              <a:gd name="connsiteY22" fmla="*/ 141307 h 244780"/>
              <a:gd name="connsiteX23" fmla="*/ 79240 w 257332"/>
              <a:gd name="connsiteY23" fmla="*/ 147400 h 244780"/>
              <a:gd name="connsiteX24" fmla="*/ 63311 w 257332"/>
              <a:gd name="connsiteY24" fmla="*/ 212627 h 244780"/>
              <a:gd name="connsiteX25" fmla="*/ 30039 w 257332"/>
              <a:gd name="connsiteY25" fmla="*/ 233772 h 244780"/>
              <a:gd name="connsiteX26" fmla="*/ 20482 w 257332"/>
              <a:gd name="connsiteY26" fmla="*/ 240940 h 244780"/>
              <a:gd name="connsiteX27" fmla="*/ 25437 w 257332"/>
              <a:gd name="connsiteY27" fmla="*/ 244882 h 244780"/>
              <a:gd name="connsiteX28" fmla="*/ 70037 w 257332"/>
              <a:gd name="connsiteY28" fmla="*/ 243807 h 244780"/>
              <a:gd name="connsiteX29" fmla="*/ 115344 w 257332"/>
              <a:gd name="connsiteY29" fmla="*/ 244882 h 244780"/>
              <a:gd name="connsiteX30" fmla="*/ 122070 w 257332"/>
              <a:gd name="connsiteY30" fmla="*/ 237714 h 244780"/>
              <a:gd name="connsiteX31" fmla="*/ 112159 w 257332"/>
              <a:gd name="connsiteY31" fmla="*/ 233772 h 244780"/>
              <a:gd name="connsiteX32" fmla="*/ 98708 w 257332"/>
              <a:gd name="connsiteY32" fmla="*/ 233055 h 244780"/>
              <a:gd name="connsiteX33" fmla="*/ 89151 w 257332"/>
              <a:gd name="connsiteY33" fmla="*/ 227321 h 244780"/>
              <a:gd name="connsiteX34" fmla="*/ 94106 w 257332"/>
              <a:gd name="connsiteY34" fmla="*/ 204742 h 244780"/>
              <a:gd name="connsiteX35" fmla="*/ 106495 w 257332"/>
              <a:gd name="connsiteY35" fmla="*/ 154209 h 244780"/>
              <a:gd name="connsiteX36" fmla="*/ 111451 w 257332"/>
              <a:gd name="connsiteY36" fmla="*/ 143099 h 244780"/>
              <a:gd name="connsiteX37" fmla="*/ 199234 w 257332"/>
              <a:gd name="connsiteY37" fmla="*/ 40957 h 244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57332" h="244780">
                <a:moveTo>
                  <a:pt x="199234" y="40957"/>
                </a:moveTo>
                <a:lnTo>
                  <a:pt x="204189" y="35940"/>
                </a:lnTo>
                <a:cubicBezTo>
                  <a:pt x="214808" y="25188"/>
                  <a:pt x="226489" y="13003"/>
                  <a:pt x="250559" y="11211"/>
                </a:cubicBezTo>
                <a:cubicBezTo>
                  <a:pt x="254453" y="10853"/>
                  <a:pt x="257638" y="10853"/>
                  <a:pt x="257638" y="4402"/>
                </a:cubicBezTo>
                <a:cubicBezTo>
                  <a:pt x="257638" y="1534"/>
                  <a:pt x="255868" y="101"/>
                  <a:pt x="253037" y="101"/>
                </a:cubicBezTo>
                <a:cubicBezTo>
                  <a:pt x="243834" y="101"/>
                  <a:pt x="233569" y="1176"/>
                  <a:pt x="224012" y="1176"/>
                </a:cubicBezTo>
                <a:cubicBezTo>
                  <a:pt x="212331" y="1176"/>
                  <a:pt x="199942" y="101"/>
                  <a:pt x="188615" y="101"/>
                </a:cubicBezTo>
                <a:cubicBezTo>
                  <a:pt x="186491" y="101"/>
                  <a:pt x="181890" y="101"/>
                  <a:pt x="181890" y="6910"/>
                </a:cubicBezTo>
                <a:cubicBezTo>
                  <a:pt x="181890" y="10853"/>
                  <a:pt x="185429" y="11211"/>
                  <a:pt x="187199" y="11211"/>
                </a:cubicBezTo>
                <a:cubicBezTo>
                  <a:pt x="189677" y="11211"/>
                  <a:pt x="199942" y="11928"/>
                  <a:pt x="199942" y="19454"/>
                </a:cubicBezTo>
                <a:cubicBezTo>
                  <a:pt x="199942" y="25547"/>
                  <a:pt x="191801" y="34865"/>
                  <a:pt x="190385" y="36657"/>
                </a:cubicBezTo>
                <a:lnTo>
                  <a:pt x="108265" y="132347"/>
                </a:lnTo>
                <a:lnTo>
                  <a:pt x="69329" y="25905"/>
                </a:lnTo>
                <a:cubicBezTo>
                  <a:pt x="67205" y="20888"/>
                  <a:pt x="67205" y="20171"/>
                  <a:pt x="67205" y="19812"/>
                </a:cubicBezTo>
                <a:cubicBezTo>
                  <a:pt x="67205" y="11211"/>
                  <a:pt x="84549" y="11211"/>
                  <a:pt x="88089" y="11211"/>
                </a:cubicBezTo>
                <a:cubicBezTo>
                  <a:pt x="93044" y="11211"/>
                  <a:pt x="96584" y="11211"/>
                  <a:pt x="96584" y="4043"/>
                </a:cubicBezTo>
                <a:cubicBezTo>
                  <a:pt x="96584" y="101"/>
                  <a:pt x="92337" y="101"/>
                  <a:pt x="91275" y="101"/>
                </a:cubicBezTo>
                <a:cubicBezTo>
                  <a:pt x="81364" y="101"/>
                  <a:pt x="56586" y="1176"/>
                  <a:pt x="46675" y="1176"/>
                </a:cubicBezTo>
                <a:cubicBezTo>
                  <a:pt x="37826" y="1176"/>
                  <a:pt x="15880" y="101"/>
                  <a:pt x="7031" y="101"/>
                </a:cubicBezTo>
                <a:cubicBezTo>
                  <a:pt x="4907" y="101"/>
                  <a:pt x="306" y="101"/>
                  <a:pt x="306" y="7269"/>
                </a:cubicBezTo>
                <a:cubicBezTo>
                  <a:pt x="306" y="11211"/>
                  <a:pt x="3845" y="11211"/>
                  <a:pt x="8447" y="11211"/>
                </a:cubicBezTo>
                <a:cubicBezTo>
                  <a:pt x="29685" y="11211"/>
                  <a:pt x="31101" y="14436"/>
                  <a:pt x="34286" y="23396"/>
                </a:cubicBezTo>
                <a:lnTo>
                  <a:pt x="77824" y="141307"/>
                </a:lnTo>
                <a:cubicBezTo>
                  <a:pt x="78178" y="142382"/>
                  <a:pt x="79240" y="146324"/>
                  <a:pt x="79240" y="147400"/>
                </a:cubicBezTo>
                <a:cubicBezTo>
                  <a:pt x="79240" y="148475"/>
                  <a:pt x="65081" y="206176"/>
                  <a:pt x="63311" y="212627"/>
                </a:cubicBezTo>
                <a:cubicBezTo>
                  <a:pt x="58710" y="232338"/>
                  <a:pt x="58356" y="233413"/>
                  <a:pt x="30039" y="233772"/>
                </a:cubicBezTo>
                <a:cubicBezTo>
                  <a:pt x="23313" y="233772"/>
                  <a:pt x="20482" y="233772"/>
                  <a:pt x="20482" y="240940"/>
                </a:cubicBezTo>
                <a:cubicBezTo>
                  <a:pt x="20482" y="244882"/>
                  <a:pt x="24729" y="244882"/>
                  <a:pt x="25437" y="244882"/>
                </a:cubicBezTo>
                <a:cubicBezTo>
                  <a:pt x="35348" y="244882"/>
                  <a:pt x="60126" y="243807"/>
                  <a:pt x="70037" y="243807"/>
                </a:cubicBezTo>
                <a:cubicBezTo>
                  <a:pt x="79948" y="243807"/>
                  <a:pt x="105433" y="244882"/>
                  <a:pt x="115344" y="244882"/>
                </a:cubicBezTo>
                <a:cubicBezTo>
                  <a:pt x="117822" y="244882"/>
                  <a:pt x="122070" y="244882"/>
                  <a:pt x="122070" y="237714"/>
                </a:cubicBezTo>
                <a:cubicBezTo>
                  <a:pt x="122070" y="233772"/>
                  <a:pt x="118884" y="233772"/>
                  <a:pt x="112159" y="233772"/>
                </a:cubicBezTo>
                <a:cubicBezTo>
                  <a:pt x="111451" y="233772"/>
                  <a:pt x="104725" y="233772"/>
                  <a:pt x="98708" y="233055"/>
                </a:cubicBezTo>
                <a:cubicBezTo>
                  <a:pt x="91275" y="232338"/>
                  <a:pt x="89151" y="231621"/>
                  <a:pt x="89151" y="227321"/>
                </a:cubicBezTo>
                <a:cubicBezTo>
                  <a:pt x="89151" y="224812"/>
                  <a:pt x="92337" y="212268"/>
                  <a:pt x="94106" y="204742"/>
                </a:cubicBezTo>
                <a:lnTo>
                  <a:pt x="106495" y="154209"/>
                </a:lnTo>
                <a:cubicBezTo>
                  <a:pt x="108265" y="147400"/>
                  <a:pt x="108619" y="146324"/>
                  <a:pt x="111451" y="143099"/>
                </a:cubicBezTo>
                <a:lnTo>
                  <a:pt x="199234" y="40957"/>
                </a:lnTo>
                <a:close/>
              </a:path>
            </a:pathLst>
          </a:custGeom>
          <a:solidFill>
            <a:srgbClr val="000000"/>
          </a:solidFill>
          <a:ln w="3552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grpSp>
        <p:nvGrpSpPr>
          <p:cNvPr id="30" name="Group 29" descr="\documentclass{article}&#10;\usepackage{amsmath,amssymb}&#10;\pagestyle{empty}&#10;\begin{document}&#10;&#10;\newcommand{\score}{\textrm{score}}&#10;\newcommand{\classify}{\textrm{classify}}&#10;\newcommand{\bx}{\mathbf{x}}&#10;&#10;\begin{align*}&#10;\textit{Var}[XY] = 1&#10;\end{align*}&#10;&#10;&#10;\end{document}" title="IguanaTex Vector Display">
            <a:extLst>
              <a:ext uri="{FF2B5EF4-FFF2-40B4-BE49-F238E27FC236}">
                <a16:creationId xmlns:a16="http://schemas.microsoft.com/office/drawing/2014/main" id="{907C6933-5939-A254-E04D-D825CDB9EBBE}"/>
              </a:ext>
            </a:extLst>
          </p:cNvPr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5138044" y="2381180"/>
            <a:ext cx="1915913" cy="345414"/>
            <a:chOff x="9912382" y="5216962"/>
            <a:chExt cx="1915913" cy="345414"/>
          </a:xfrm>
        </p:grpSpPr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4DDFF4E-9CFD-8ACD-3492-577F2C3E679C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9912382" y="5240105"/>
              <a:ext cx="233464" cy="243517"/>
            </a:xfrm>
            <a:custGeom>
              <a:avLst/>
              <a:gdLst>
                <a:gd name="connsiteX0" fmla="*/ 187261 w 233464"/>
                <a:gd name="connsiteY0" fmla="*/ 38771 h 243517"/>
                <a:gd name="connsiteX1" fmla="*/ 226939 w 233464"/>
                <a:gd name="connsiteY1" fmla="*/ 10793 h 243517"/>
                <a:gd name="connsiteX2" fmla="*/ 233670 w 233464"/>
                <a:gd name="connsiteY2" fmla="*/ 3884 h 243517"/>
                <a:gd name="connsiteX3" fmla="*/ 229065 w 233464"/>
                <a:gd name="connsiteY3" fmla="*/ 85 h 243517"/>
                <a:gd name="connsiteX4" fmla="*/ 202140 w 233464"/>
                <a:gd name="connsiteY4" fmla="*/ 1121 h 243517"/>
                <a:gd name="connsiteX5" fmla="*/ 169547 w 233464"/>
                <a:gd name="connsiteY5" fmla="*/ 85 h 243517"/>
                <a:gd name="connsiteX6" fmla="*/ 163170 w 233464"/>
                <a:gd name="connsiteY6" fmla="*/ 6648 h 243517"/>
                <a:gd name="connsiteX7" fmla="*/ 168838 w 233464"/>
                <a:gd name="connsiteY7" fmla="*/ 10793 h 243517"/>
                <a:gd name="connsiteX8" fmla="*/ 183009 w 233464"/>
                <a:gd name="connsiteY8" fmla="*/ 21846 h 243517"/>
                <a:gd name="connsiteX9" fmla="*/ 177695 w 233464"/>
                <a:gd name="connsiteY9" fmla="*/ 35662 h 243517"/>
                <a:gd name="connsiteX10" fmla="*/ 75311 w 233464"/>
                <a:gd name="connsiteY10" fmla="*/ 202498 h 243517"/>
                <a:gd name="connsiteX11" fmla="*/ 57243 w 233464"/>
                <a:gd name="connsiteY11" fmla="*/ 21500 h 243517"/>
                <a:gd name="connsiteX12" fmla="*/ 79562 w 233464"/>
                <a:gd name="connsiteY12" fmla="*/ 10793 h 243517"/>
                <a:gd name="connsiteX13" fmla="*/ 88419 w 233464"/>
                <a:gd name="connsiteY13" fmla="*/ 4230 h 243517"/>
                <a:gd name="connsiteX14" fmla="*/ 83459 w 233464"/>
                <a:gd name="connsiteY14" fmla="*/ 85 h 243517"/>
                <a:gd name="connsiteX15" fmla="*/ 42718 w 233464"/>
                <a:gd name="connsiteY15" fmla="*/ 1121 h 243517"/>
                <a:gd name="connsiteX16" fmla="*/ 6582 w 233464"/>
                <a:gd name="connsiteY16" fmla="*/ 85 h 243517"/>
                <a:gd name="connsiteX17" fmla="*/ 205 w 233464"/>
                <a:gd name="connsiteY17" fmla="*/ 6648 h 243517"/>
                <a:gd name="connsiteX18" fmla="*/ 8708 w 233464"/>
                <a:gd name="connsiteY18" fmla="*/ 10793 h 243517"/>
                <a:gd name="connsiteX19" fmla="*/ 27838 w 233464"/>
                <a:gd name="connsiteY19" fmla="*/ 22537 h 243517"/>
                <a:gd name="connsiteX20" fmla="*/ 49095 w 233464"/>
                <a:gd name="connsiteY20" fmla="*/ 235312 h 243517"/>
                <a:gd name="connsiteX21" fmla="*/ 55826 w 233464"/>
                <a:gd name="connsiteY21" fmla="*/ 243602 h 243517"/>
                <a:gd name="connsiteX22" fmla="*/ 65745 w 233464"/>
                <a:gd name="connsiteY22" fmla="*/ 237039 h 243517"/>
                <a:gd name="connsiteX23" fmla="*/ 187261 w 233464"/>
                <a:gd name="connsiteY23" fmla="*/ 38771 h 243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3464" h="243517">
                  <a:moveTo>
                    <a:pt x="187261" y="38771"/>
                  </a:moveTo>
                  <a:cubicBezTo>
                    <a:pt x="201431" y="15628"/>
                    <a:pt x="213831" y="11829"/>
                    <a:pt x="226939" y="10793"/>
                  </a:cubicBezTo>
                  <a:cubicBezTo>
                    <a:pt x="229773" y="10447"/>
                    <a:pt x="233670" y="10447"/>
                    <a:pt x="233670" y="3884"/>
                  </a:cubicBezTo>
                  <a:cubicBezTo>
                    <a:pt x="233670" y="3193"/>
                    <a:pt x="232962" y="85"/>
                    <a:pt x="229065" y="85"/>
                  </a:cubicBezTo>
                  <a:cubicBezTo>
                    <a:pt x="220562" y="85"/>
                    <a:pt x="210997" y="1121"/>
                    <a:pt x="202140" y="1121"/>
                  </a:cubicBezTo>
                  <a:cubicBezTo>
                    <a:pt x="191512" y="1121"/>
                    <a:pt x="179821" y="85"/>
                    <a:pt x="169547" y="85"/>
                  </a:cubicBezTo>
                  <a:cubicBezTo>
                    <a:pt x="167421" y="85"/>
                    <a:pt x="163170" y="85"/>
                    <a:pt x="163170" y="6648"/>
                  </a:cubicBezTo>
                  <a:cubicBezTo>
                    <a:pt x="163170" y="10447"/>
                    <a:pt x="166004" y="10447"/>
                    <a:pt x="168838" y="10793"/>
                  </a:cubicBezTo>
                  <a:cubicBezTo>
                    <a:pt x="174507" y="11138"/>
                    <a:pt x="183009" y="13556"/>
                    <a:pt x="183009" y="21846"/>
                  </a:cubicBezTo>
                  <a:cubicBezTo>
                    <a:pt x="183009" y="26336"/>
                    <a:pt x="179112" y="33244"/>
                    <a:pt x="177695" y="35662"/>
                  </a:cubicBezTo>
                  <a:lnTo>
                    <a:pt x="75311" y="202498"/>
                  </a:lnTo>
                  <a:lnTo>
                    <a:pt x="57243" y="21500"/>
                  </a:lnTo>
                  <a:cubicBezTo>
                    <a:pt x="57243" y="11138"/>
                    <a:pt x="76019" y="10793"/>
                    <a:pt x="79562" y="10793"/>
                  </a:cubicBezTo>
                  <a:cubicBezTo>
                    <a:pt x="84522" y="10793"/>
                    <a:pt x="88419" y="10793"/>
                    <a:pt x="88419" y="4230"/>
                  </a:cubicBezTo>
                  <a:cubicBezTo>
                    <a:pt x="88419" y="85"/>
                    <a:pt x="84522" y="85"/>
                    <a:pt x="83459" y="85"/>
                  </a:cubicBezTo>
                  <a:cubicBezTo>
                    <a:pt x="70351" y="85"/>
                    <a:pt x="56180" y="1121"/>
                    <a:pt x="42718" y="1121"/>
                  </a:cubicBezTo>
                  <a:cubicBezTo>
                    <a:pt x="30673" y="1121"/>
                    <a:pt x="18273" y="85"/>
                    <a:pt x="6582" y="85"/>
                  </a:cubicBezTo>
                  <a:cubicBezTo>
                    <a:pt x="4811" y="85"/>
                    <a:pt x="205" y="85"/>
                    <a:pt x="205" y="6648"/>
                  </a:cubicBezTo>
                  <a:cubicBezTo>
                    <a:pt x="205" y="10793"/>
                    <a:pt x="3748" y="10793"/>
                    <a:pt x="8708" y="10793"/>
                  </a:cubicBezTo>
                  <a:cubicBezTo>
                    <a:pt x="26421" y="10793"/>
                    <a:pt x="27130" y="13901"/>
                    <a:pt x="27838" y="22537"/>
                  </a:cubicBezTo>
                  <a:lnTo>
                    <a:pt x="49095" y="235312"/>
                  </a:lnTo>
                  <a:cubicBezTo>
                    <a:pt x="49803" y="241875"/>
                    <a:pt x="50158" y="243602"/>
                    <a:pt x="55826" y="243602"/>
                  </a:cubicBezTo>
                  <a:cubicBezTo>
                    <a:pt x="60077" y="243602"/>
                    <a:pt x="61848" y="243257"/>
                    <a:pt x="65745" y="237039"/>
                  </a:cubicBezTo>
                  <a:lnTo>
                    <a:pt x="187261" y="38771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40807ED4-5B95-3EF9-8D58-552C46B09778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10112781" y="5323350"/>
              <a:ext cx="151273" cy="156472"/>
            </a:xfrm>
            <a:custGeom>
              <a:avLst/>
              <a:gdLst>
                <a:gd name="connsiteX0" fmla="*/ 85591 w 151273"/>
                <a:gd name="connsiteY0" fmla="*/ 132379 h 156472"/>
                <a:gd name="connsiteX1" fmla="*/ 114996 w 151273"/>
                <a:gd name="connsiteY1" fmla="*/ 156558 h 156472"/>
                <a:gd name="connsiteX2" fmla="*/ 140858 w 151273"/>
                <a:gd name="connsiteY2" fmla="*/ 137214 h 156472"/>
                <a:gd name="connsiteX3" fmla="*/ 151486 w 151273"/>
                <a:gd name="connsiteY3" fmla="*/ 103364 h 156472"/>
                <a:gd name="connsiteX4" fmla="*/ 146172 w 151273"/>
                <a:gd name="connsiteY4" fmla="*/ 99910 h 156472"/>
                <a:gd name="connsiteX5" fmla="*/ 139441 w 151273"/>
                <a:gd name="connsiteY5" fmla="*/ 107854 h 156472"/>
                <a:gd name="connsiteX6" fmla="*/ 115704 w 151273"/>
                <a:gd name="connsiteY6" fmla="*/ 148958 h 156472"/>
                <a:gd name="connsiteX7" fmla="*/ 106493 w 151273"/>
                <a:gd name="connsiteY7" fmla="*/ 134796 h 156472"/>
                <a:gd name="connsiteX8" fmla="*/ 108973 w 151273"/>
                <a:gd name="connsiteY8" fmla="*/ 117180 h 156472"/>
                <a:gd name="connsiteX9" fmla="*/ 133064 w 151273"/>
                <a:gd name="connsiteY9" fmla="*/ 23227 h 156472"/>
                <a:gd name="connsiteX10" fmla="*/ 134481 w 151273"/>
                <a:gd name="connsiteY10" fmla="*/ 15974 h 156472"/>
                <a:gd name="connsiteX11" fmla="*/ 124915 w 151273"/>
                <a:gd name="connsiteY11" fmla="*/ 6993 h 156472"/>
                <a:gd name="connsiteX12" fmla="*/ 110745 w 151273"/>
                <a:gd name="connsiteY12" fmla="*/ 20464 h 156472"/>
                <a:gd name="connsiteX13" fmla="*/ 81340 w 151273"/>
                <a:gd name="connsiteY13" fmla="*/ 85 h 156472"/>
                <a:gd name="connsiteX14" fmla="*/ 212 w 151273"/>
                <a:gd name="connsiteY14" fmla="*/ 103018 h 156472"/>
                <a:gd name="connsiteX15" fmla="*/ 43079 w 151273"/>
                <a:gd name="connsiteY15" fmla="*/ 156558 h 156472"/>
                <a:gd name="connsiteX16" fmla="*/ 85591 w 151273"/>
                <a:gd name="connsiteY16" fmla="*/ 132379 h 156472"/>
                <a:gd name="connsiteX17" fmla="*/ 104722 w 151273"/>
                <a:gd name="connsiteY17" fmla="*/ 44643 h 156472"/>
                <a:gd name="connsiteX18" fmla="*/ 88071 w 151273"/>
                <a:gd name="connsiteY18" fmla="*/ 109927 h 156472"/>
                <a:gd name="connsiteX19" fmla="*/ 43787 w 151273"/>
                <a:gd name="connsiteY19" fmla="*/ 148958 h 156472"/>
                <a:gd name="connsiteX20" fmla="*/ 24302 w 151273"/>
                <a:gd name="connsiteY20" fmla="*/ 118217 h 156472"/>
                <a:gd name="connsiteX21" fmla="*/ 41662 w 151273"/>
                <a:gd name="connsiteY21" fmla="*/ 46025 h 156472"/>
                <a:gd name="connsiteX22" fmla="*/ 81340 w 151273"/>
                <a:gd name="connsiteY22" fmla="*/ 7684 h 156472"/>
                <a:gd name="connsiteX23" fmla="*/ 105785 w 151273"/>
                <a:gd name="connsiteY23" fmla="*/ 40153 h 156472"/>
                <a:gd name="connsiteX24" fmla="*/ 104722 w 151273"/>
                <a:gd name="connsiteY24" fmla="*/ 44643 h 156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51273" h="156472">
                  <a:moveTo>
                    <a:pt x="85591" y="132379"/>
                  </a:moveTo>
                  <a:cubicBezTo>
                    <a:pt x="89488" y="149304"/>
                    <a:pt x="102596" y="156558"/>
                    <a:pt x="114996" y="156558"/>
                  </a:cubicBezTo>
                  <a:cubicBezTo>
                    <a:pt x="128104" y="156558"/>
                    <a:pt x="135544" y="147922"/>
                    <a:pt x="140858" y="137214"/>
                  </a:cubicBezTo>
                  <a:cubicBezTo>
                    <a:pt x="147235" y="124089"/>
                    <a:pt x="151486" y="104055"/>
                    <a:pt x="151486" y="103364"/>
                  </a:cubicBezTo>
                  <a:cubicBezTo>
                    <a:pt x="151486" y="99910"/>
                    <a:pt x="148652" y="99910"/>
                    <a:pt x="146172" y="99910"/>
                  </a:cubicBezTo>
                  <a:cubicBezTo>
                    <a:pt x="141920" y="99910"/>
                    <a:pt x="141566" y="100255"/>
                    <a:pt x="139441" y="107854"/>
                  </a:cubicBezTo>
                  <a:cubicBezTo>
                    <a:pt x="134481" y="127197"/>
                    <a:pt x="127750" y="148958"/>
                    <a:pt x="115704" y="148958"/>
                  </a:cubicBezTo>
                  <a:cubicBezTo>
                    <a:pt x="106493" y="148958"/>
                    <a:pt x="106493" y="139632"/>
                    <a:pt x="106493" y="134796"/>
                  </a:cubicBezTo>
                  <a:cubicBezTo>
                    <a:pt x="106493" y="132379"/>
                    <a:pt x="106493" y="126852"/>
                    <a:pt x="108973" y="117180"/>
                  </a:cubicBezTo>
                  <a:lnTo>
                    <a:pt x="133064" y="23227"/>
                  </a:lnTo>
                  <a:cubicBezTo>
                    <a:pt x="134481" y="18392"/>
                    <a:pt x="134481" y="17701"/>
                    <a:pt x="134481" y="15974"/>
                  </a:cubicBezTo>
                  <a:cubicBezTo>
                    <a:pt x="134481" y="8720"/>
                    <a:pt x="128458" y="6993"/>
                    <a:pt x="124915" y="6993"/>
                  </a:cubicBezTo>
                  <a:cubicBezTo>
                    <a:pt x="113579" y="6993"/>
                    <a:pt x="111099" y="18737"/>
                    <a:pt x="110745" y="20464"/>
                  </a:cubicBezTo>
                  <a:cubicBezTo>
                    <a:pt x="104013" y="5611"/>
                    <a:pt x="92677" y="85"/>
                    <a:pt x="81340" y="85"/>
                  </a:cubicBezTo>
                  <a:cubicBezTo>
                    <a:pt x="42016" y="85"/>
                    <a:pt x="212" y="52588"/>
                    <a:pt x="212" y="103018"/>
                  </a:cubicBezTo>
                  <a:cubicBezTo>
                    <a:pt x="212" y="132379"/>
                    <a:pt x="16508" y="156558"/>
                    <a:pt x="43079" y="156558"/>
                  </a:cubicBezTo>
                  <a:cubicBezTo>
                    <a:pt x="55833" y="156558"/>
                    <a:pt x="71420" y="149304"/>
                    <a:pt x="85591" y="132379"/>
                  </a:cubicBezTo>
                  <a:close/>
                  <a:moveTo>
                    <a:pt x="104722" y="44643"/>
                  </a:moveTo>
                  <a:lnTo>
                    <a:pt x="88071" y="109927"/>
                  </a:lnTo>
                  <a:cubicBezTo>
                    <a:pt x="85237" y="120980"/>
                    <a:pt x="63272" y="148958"/>
                    <a:pt x="43787" y="148958"/>
                  </a:cubicBezTo>
                  <a:cubicBezTo>
                    <a:pt x="27137" y="148958"/>
                    <a:pt x="24302" y="128579"/>
                    <a:pt x="24302" y="118217"/>
                  </a:cubicBezTo>
                  <a:cubicBezTo>
                    <a:pt x="24302" y="100946"/>
                    <a:pt x="35285" y="60532"/>
                    <a:pt x="41662" y="46025"/>
                  </a:cubicBezTo>
                  <a:cubicBezTo>
                    <a:pt x="50518" y="24955"/>
                    <a:pt x="66815" y="7684"/>
                    <a:pt x="81340" y="7684"/>
                  </a:cubicBezTo>
                  <a:cubicBezTo>
                    <a:pt x="96928" y="7684"/>
                    <a:pt x="105785" y="25645"/>
                    <a:pt x="105785" y="40153"/>
                  </a:cubicBezTo>
                  <a:cubicBezTo>
                    <a:pt x="105785" y="40844"/>
                    <a:pt x="105431" y="42571"/>
                    <a:pt x="104722" y="44643"/>
                  </a:cubicBez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FEB5A81A-61C1-5E48-6587-0CCCD8352D2F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10284995" y="5323350"/>
              <a:ext cx="143834" cy="156472"/>
            </a:xfrm>
            <a:custGeom>
              <a:avLst/>
              <a:gdLst>
                <a:gd name="connsiteX0" fmla="*/ 62214 w 143834"/>
                <a:gd name="connsiteY0" fmla="*/ 53279 h 156472"/>
                <a:gd name="connsiteX1" fmla="*/ 108978 w 143834"/>
                <a:gd name="connsiteY1" fmla="*/ 7684 h 156472"/>
                <a:gd name="connsiteX2" fmla="*/ 127755 w 143834"/>
                <a:gd name="connsiteY2" fmla="*/ 12520 h 156472"/>
                <a:gd name="connsiteX3" fmla="*/ 114292 w 143834"/>
                <a:gd name="connsiteY3" fmla="*/ 29100 h 156472"/>
                <a:gd name="connsiteX4" fmla="*/ 126692 w 143834"/>
                <a:gd name="connsiteY4" fmla="*/ 40153 h 156472"/>
                <a:gd name="connsiteX5" fmla="*/ 144051 w 143834"/>
                <a:gd name="connsiteY5" fmla="*/ 21846 h 156472"/>
                <a:gd name="connsiteX6" fmla="*/ 109333 w 143834"/>
                <a:gd name="connsiteY6" fmla="*/ 85 h 156472"/>
                <a:gd name="connsiteX7" fmla="*/ 66466 w 143834"/>
                <a:gd name="connsiteY7" fmla="*/ 24955 h 156472"/>
                <a:gd name="connsiteX8" fmla="*/ 37061 w 143834"/>
                <a:gd name="connsiteY8" fmla="*/ 85 h 156472"/>
                <a:gd name="connsiteX9" fmla="*/ 11554 w 143834"/>
                <a:gd name="connsiteY9" fmla="*/ 18392 h 156472"/>
                <a:gd name="connsiteX10" fmla="*/ 217 w 143834"/>
                <a:gd name="connsiteY10" fmla="*/ 53279 h 156472"/>
                <a:gd name="connsiteX11" fmla="*/ 5531 w 143834"/>
                <a:gd name="connsiteY11" fmla="*/ 56733 h 156472"/>
                <a:gd name="connsiteX12" fmla="*/ 12262 w 143834"/>
                <a:gd name="connsiteY12" fmla="*/ 48788 h 156472"/>
                <a:gd name="connsiteX13" fmla="*/ 36353 w 143834"/>
                <a:gd name="connsiteY13" fmla="*/ 7684 h 156472"/>
                <a:gd name="connsiteX14" fmla="*/ 45564 w 143834"/>
                <a:gd name="connsiteY14" fmla="*/ 21500 h 156472"/>
                <a:gd name="connsiteX15" fmla="*/ 43084 w 143834"/>
                <a:gd name="connsiteY15" fmla="*/ 39117 h 156472"/>
                <a:gd name="connsiteX16" fmla="*/ 16513 w 143834"/>
                <a:gd name="connsiteY16" fmla="*/ 142741 h 156472"/>
                <a:gd name="connsiteX17" fmla="*/ 15451 w 143834"/>
                <a:gd name="connsiteY17" fmla="*/ 147577 h 156472"/>
                <a:gd name="connsiteX18" fmla="*/ 25370 w 143834"/>
                <a:gd name="connsiteY18" fmla="*/ 156558 h 156472"/>
                <a:gd name="connsiteX19" fmla="*/ 39187 w 143834"/>
                <a:gd name="connsiteY19" fmla="*/ 143777 h 156472"/>
                <a:gd name="connsiteX20" fmla="*/ 62214 w 143834"/>
                <a:gd name="connsiteY20" fmla="*/ 53279 h 156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3834" h="156472">
                  <a:moveTo>
                    <a:pt x="62214" y="53279"/>
                  </a:moveTo>
                  <a:cubicBezTo>
                    <a:pt x="62569" y="52242"/>
                    <a:pt x="78511" y="7684"/>
                    <a:pt x="108978" y="7684"/>
                  </a:cubicBezTo>
                  <a:cubicBezTo>
                    <a:pt x="110750" y="7684"/>
                    <a:pt x="120669" y="7684"/>
                    <a:pt x="127755" y="12520"/>
                  </a:cubicBezTo>
                  <a:cubicBezTo>
                    <a:pt x="115355" y="16319"/>
                    <a:pt x="114292" y="27372"/>
                    <a:pt x="114292" y="29100"/>
                  </a:cubicBezTo>
                  <a:cubicBezTo>
                    <a:pt x="114292" y="33590"/>
                    <a:pt x="117481" y="40153"/>
                    <a:pt x="126692" y="40153"/>
                  </a:cubicBezTo>
                  <a:cubicBezTo>
                    <a:pt x="133069" y="40153"/>
                    <a:pt x="144051" y="35317"/>
                    <a:pt x="144051" y="21846"/>
                  </a:cubicBezTo>
                  <a:cubicBezTo>
                    <a:pt x="144051" y="3884"/>
                    <a:pt x="121024" y="85"/>
                    <a:pt x="109333" y="85"/>
                  </a:cubicBezTo>
                  <a:cubicBezTo>
                    <a:pt x="84888" y="85"/>
                    <a:pt x="72134" y="17355"/>
                    <a:pt x="66466" y="24955"/>
                  </a:cubicBezTo>
                  <a:cubicBezTo>
                    <a:pt x="62569" y="6648"/>
                    <a:pt x="48752" y="85"/>
                    <a:pt x="37061" y="85"/>
                  </a:cubicBezTo>
                  <a:cubicBezTo>
                    <a:pt x="24307" y="85"/>
                    <a:pt x="17222" y="8029"/>
                    <a:pt x="11554" y="18392"/>
                  </a:cubicBezTo>
                  <a:cubicBezTo>
                    <a:pt x="4822" y="32208"/>
                    <a:pt x="217" y="52588"/>
                    <a:pt x="217" y="53279"/>
                  </a:cubicBezTo>
                  <a:cubicBezTo>
                    <a:pt x="217" y="56733"/>
                    <a:pt x="3760" y="56733"/>
                    <a:pt x="5531" y="56733"/>
                  </a:cubicBezTo>
                  <a:cubicBezTo>
                    <a:pt x="10137" y="56733"/>
                    <a:pt x="10491" y="56387"/>
                    <a:pt x="12262" y="48788"/>
                  </a:cubicBezTo>
                  <a:cubicBezTo>
                    <a:pt x="18639" y="24609"/>
                    <a:pt x="25370" y="7684"/>
                    <a:pt x="36353" y="7684"/>
                  </a:cubicBezTo>
                  <a:cubicBezTo>
                    <a:pt x="45564" y="7684"/>
                    <a:pt x="45564" y="17701"/>
                    <a:pt x="45564" y="21500"/>
                  </a:cubicBezTo>
                  <a:cubicBezTo>
                    <a:pt x="45564" y="27027"/>
                    <a:pt x="44501" y="33590"/>
                    <a:pt x="43084" y="39117"/>
                  </a:cubicBezTo>
                  <a:lnTo>
                    <a:pt x="16513" y="142741"/>
                  </a:lnTo>
                  <a:cubicBezTo>
                    <a:pt x="15805" y="144813"/>
                    <a:pt x="15451" y="146541"/>
                    <a:pt x="15451" y="147577"/>
                  </a:cubicBezTo>
                  <a:cubicBezTo>
                    <a:pt x="15451" y="151376"/>
                    <a:pt x="18285" y="156558"/>
                    <a:pt x="25370" y="156558"/>
                  </a:cubicBezTo>
                  <a:cubicBezTo>
                    <a:pt x="35998" y="156558"/>
                    <a:pt x="38478" y="146541"/>
                    <a:pt x="39187" y="143777"/>
                  </a:cubicBezTo>
                  <a:lnTo>
                    <a:pt x="62214" y="53279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023270E-18A1-4B53-971B-1236875E784A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10446777" y="5216962"/>
              <a:ext cx="48535" cy="345414"/>
            </a:xfrm>
            <a:custGeom>
              <a:avLst/>
              <a:gdLst>
                <a:gd name="connsiteX0" fmla="*/ 48756 w 48535"/>
                <a:gd name="connsiteY0" fmla="*/ 345499 h 345414"/>
                <a:gd name="connsiteX1" fmla="*/ 48756 w 48535"/>
                <a:gd name="connsiteY1" fmla="*/ 331683 h 345414"/>
                <a:gd name="connsiteX2" fmla="*/ 14392 w 48535"/>
                <a:gd name="connsiteY2" fmla="*/ 331683 h 345414"/>
                <a:gd name="connsiteX3" fmla="*/ 14392 w 48535"/>
                <a:gd name="connsiteY3" fmla="*/ 13901 h 345414"/>
                <a:gd name="connsiteX4" fmla="*/ 48756 w 48535"/>
                <a:gd name="connsiteY4" fmla="*/ 13901 h 345414"/>
                <a:gd name="connsiteX5" fmla="*/ 48756 w 48535"/>
                <a:gd name="connsiteY5" fmla="*/ 85 h 345414"/>
                <a:gd name="connsiteX6" fmla="*/ 221 w 48535"/>
                <a:gd name="connsiteY6" fmla="*/ 85 h 345414"/>
                <a:gd name="connsiteX7" fmla="*/ 221 w 48535"/>
                <a:gd name="connsiteY7" fmla="*/ 345499 h 345414"/>
                <a:gd name="connsiteX8" fmla="*/ 48756 w 48535"/>
                <a:gd name="connsiteY8" fmla="*/ 345499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535" h="345414">
                  <a:moveTo>
                    <a:pt x="48756" y="345499"/>
                  </a:moveTo>
                  <a:lnTo>
                    <a:pt x="48756" y="331683"/>
                  </a:lnTo>
                  <a:lnTo>
                    <a:pt x="14392" y="331683"/>
                  </a:lnTo>
                  <a:lnTo>
                    <a:pt x="14392" y="13901"/>
                  </a:lnTo>
                  <a:lnTo>
                    <a:pt x="48756" y="13901"/>
                  </a:lnTo>
                  <a:lnTo>
                    <a:pt x="48756" y="85"/>
                  </a:lnTo>
                  <a:lnTo>
                    <a:pt x="221" y="85"/>
                  </a:lnTo>
                  <a:lnTo>
                    <a:pt x="221" y="345499"/>
                  </a:lnTo>
                  <a:lnTo>
                    <a:pt x="48756" y="345499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C4871C6-6C04-8EB9-6FB4-969B911DDC7E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10512948" y="5240105"/>
              <a:ext cx="291919" cy="235918"/>
            </a:xfrm>
            <a:custGeom>
              <a:avLst/>
              <a:gdLst>
                <a:gd name="connsiteX0" fmla="*/ 162480 w 291919"/>
                <a:gd name="connsiteY0" fmla="*/ 94037 h 235918"/>
                <a:gd name="connsiteX1" fmla="*/ 132722 w 291919"/>
                <a:gd name="connsiteY1" fmla="*/ 25300 h 235918"/>
                <a:gd name="connsiteX2" fmla="*/ 130950 w 291919"/>
                <a:gd name="connsiteY2" fmla="*/ 20810 h 235918"/>
                <a:gd name="connsiteX3" fmla="*/ 151852 w 291919"/>
                <a:gd name="connsiteY3" fmla="*/ 10793 h 235918"/>
                <a:gd name="connsiteX4" fmla="*/ 158938 w 291919"/>
                <a:gd name="connsiteY4" fmla="*/ 4230 h 235918"/>
                <a:gd name="connsiteX5" fmla="*/ 153624 w 291919"/>
                <a:gd name="connsiteY5" fmla="*/ 85 h 235918"/>
                <a:gd name="connsiteX6" fmla="*/ 108985 w 291919"/>
                <a:gd name="connsiteY6" fmla="*/ 1121 h 235918"/>
                <a:gd name="connsiteX7" fmla="*/ 69307 w 291919"/>
                <a:gd name="connsiteY7" fmla="*/ 85 h 235918"/>
                <a:gd name="connsiteX8" fmla="*/ 62930 w 291919"/>
                <a:gd name="connsiteY8" fmla="*/ 6993 h 235918"/>
                <a:gd name="connsiteX9" fmla="*/ 71078 w 291919"/>
                <a:gd name="connsiteY9" fmla="*/ 10793 h 235918"/>
                <a:gd name="connsiteX10" fmla="*/ 97649 w 291919"/>
                <a:gd name="connsiteY10" fmla="*/ 21846 h 235918"/>
                <a:gd name="connsiteX11" fmla="*/ 139453 w 291919"/>
                <a:gd name="connsiteY11" fmla="*/ 118217 h 235918"/>
                <a:gd name="connsiteX12" fmla="*/ 64701 w 291919"/>
                <a:gd name="connsiteY12" fmla="*/ 196626 h 235918"/>
                <a:gd name="connsiteX13" fmla="*/ 60096 w 291919"/>
                <a:gd name="connsiteY13" fmla="*/ 200425 h 235918"/>
                <a:gd name="connsiteX14" fmla="*/ 8018 w 291919"/>
                <a:gd name="connsiteY14" fmla="*/ 225295 h 235918"/>
                <a:gd name="connsiteX15" fmla="*/ 224 w 291919"/>
                <a:gd name="connsiteY15" fmla="*/ 232203 h 235918"/>
                <a:gd name="connsiteX16" fmla="*/ 4829 w 291919"/>
                <a:gd name="connsiteY16" fmla="*/ 236003 h 235918"/>
                <a:gd name="connsiteX17" fmla="*/ 38131 w 291919"/>
                <a:gd name="connsiteY17" fmla="*/ 234967 h 235918"/>
                <a:gd name="connsiteX18" fmla="*/ 77809 w 291919"/>
                <a:gd name="connsiteY18" fmla="*/ 236003 h 235918"/>
                <a:gd name="connsiteX19" fmla="*/ 84186 w 291919"/>
                <a:gd name="connsiteY19" fmla="*/ 229095 h 235918"/>
                <a:gd name="connsiteX20" fmla="*/ 79935 w 291919"/>
                <a:gd name="connsiteY20" fmla="*/ 225295 h 235918"/>
                <a:gd name="connsiteX21" fmla="*/ 65764 w 291919"/>
                <a:gd name="connsiteY21" fmla="*/ 214587 h 235918"/>
                <a:gd name="connsiteX22" fmla="*/ 75330 w 291919"/>
                <a:gd name="connsiteY22" fmla="*/ 199044 h 235918"/>
                <a:gd name="connsiteX23" fmla="*/ 111465 w 291919"/>
                <a:gd name="connsiteY23" fmla="*/ 161739 h 235918"/>
                <a:gd name="connsiteX24" fmla="*/ 143350 w 291919"/>
                <a:gd name="connsiteY24" fmla="*/ 127888 h 235918"/>
                <a:gd name="connsiteX25" fmla="*/ 179131 w 291919"/>
                <a:gd name="connsiteY25" fmla="*/ 210442 h 235918"/>
                <a:gd name="connsiteX26" fmla="*/ 180902 w 291919"/>
                <a:gd name="connsiteY26" fmla="*/ 215278 h 235918"/>
                <a:gd name="connsiteX27" fmla="*/ 160355 w 291919"/>
                <a:gd name="connsiteY27" fmla="*/ 225295 h 235918"/>
                <a:gd name="connsiteX28" fmla="*/ 153269 w 291919"/>
                <a:gd name="connsiteY28" fmla="*/ 231858 h 235918"/>
                <a:gd name="connsiteX29" fmla="*/ 158583 w 291919"/>
                <a:gd name="connsiteY29" fmla="*/ 236003 h 235918"/>
                <a:gd name="connsiteX30" fmla="*/ 203222 w 291919"/>
                <a:gd name="connsiteY30" fmla="*/ 234967 h 235918"/>
                <a:gd name="connsiteX31" fmla="*/ 242546 w 291919"/>
                <a:gd name="connsiteY31" fmla="*/ 236003 h 235918"/>
                <a:gd name="connsiteX32" fmla="*/ 249277 w 291919"/>
                <a:gd name="connsiteY32" fmla="*/ 229440 h 235918"/>
                <a:gd name="connsiteX33" fmla="*/ 242900 w 291919"/>
                <a:gd name="connsiteY33" fmla="*/ 225295 h 235918"/>
                <a:gd name="connsiteX34" fmla="*/ 212433 w 291919"/>
                <a:gd name="connsiteY34" fmla="*/ 210097 h 235918"/>
                <a:gd name="connsiteX35" fmla="*/ 166732 w 291919"/>
                <a:gd name="connsiteY35" fmla="*/ 103364 h 235918"/>
                <a:gd name="connsiteX36" fmla="*/ 239357 w 291919"/>
                <a:gd name="connsiteY36" fmla="*/ 28409 h 235918"/>
                <a:gd name="connsiteX37" fmla="*/ 284350 w 291919"/>
                <a:gd name="connsiteY37" fmla="*/ 10793 h 235918"/>
                <a:gd name="connsiteX38" fmla="*/ 292144 w 291919"/>
                <a:gd name="connsiteY38" fmla="*/ 3884 h 235918"/>
                <a:gd name="connsiteX39" fmla="*/ 287538 w 291919"/>
                <a:gd name="connsiteY39" fmla="*/ 85 h 235918"/>
                <a:gd name="connsiteX40" fmla="*/ 254237 w 291919"/>
                <a:gd name="connsiteY40" fmla="*/ 1121 h 235918"/>
                <a:gd name="connsiteX41" fmla="*/ 214912 w 291919"/>
                <a:gd name="connsiteY41" fmla="*/ 85 h 235918"/>
                <a:gd name="connsiteX42" fmla="*/ 208181 w 291919"/>
                <a:gd name="connsiteY42" fmla="*/ 6993 h 235918"/>
                <a:gd name="connsiteX43" fmla="*/ 212433 w 291919"/>
                <a:gd name="connsiteY43" fmla="*/ 10793 h 235918"/>
                <a:gd name="connsiteX44" fmla="*/ 226603 w 291919"/>
                <a:gd name="connsiteY44" fmla="*/ 21500 h 235918"/>
                <a:gd name="connsiteX45" fmla="*/ 219872 w 291919"/>
                <a:gd name="connsiteY45" fmla="*/ 33935 h 235918"/>
                <a:gd name="connsiteX46" fmla="*/ 162480 w 291919"/>
                <a:gd name="connsiteY46" fmla="*/ 94037 h 235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1919" h="235918">
                  <a:moveTo>
                    <a:pt x="162480" y="94037"/>
                  </a:moveTo>
                  <a:lnTo>
                    <a:pt x="132722" y="25300"/>
                  </a:lnTo>
                  <a:cubicBezTo>
                    <a:pt x="131659" y="22537"/>
                    <a:pt x="130950" y="21155"/>
                    <a:pt x="130950" y="20810"/>
                  </a:cubicBezTo>
                  <a:cubicBezTo>
                    <a:pt x="130950" y="18737"/>
                    <a:pt x="136973" y="12174"/>
                    <a:pt x="151852" y="10793"/>
                  </a:cubicBezTo>
                  <a:cubicBezTo>
                    <a:pt x="155395" y="10447"/>
                    <a:pt x="158938" y="10102"/>
                    <a:pt x="158938" y="4230"/>
                  </a:cubicBezTo>
                  <a:cubicBezTo>
                    <a:pt x="158938" y="85"/>
                    <a:pt x="154686" y="85"/>
                    <a:pt x="153624" y="85"/>
                  </a:cubicBezTo>
                  <a:cubicBezTo>
                    <a:pt x="139098" y="85"/>
                    <a:pt x="123865" y="1121"/>
                    <a:pt x="108985" y="1121"/>
                  </a:cubicBezTo>
                  <a:cubicBezTo>
                    <a:pt x="100129" y="1121"/>
                    <a:pt x="78164" y="85"/>
                    <a:pt x="69307" y="85"/>
                  </a:cubicBezTo>
                  <a:cubicBezTo>
                    <a:pt x="67181" y="85"/>
                    <a:pt x="62930" y="85"/>
                    <a:pt x="62930" y="6993"/>
                  </a:cubicBezTo>
                  <a:cubicBezTo>
                    <a:pt x="62930" y="10793"/>
                    <a:pt x="66473" y="10793"/>
                    <a:pt x="71078" y="10793"/>
                  </a:cubicBezTo>
                  <a:cubicBezTo>
                    <a:pt x="92335" y="10793"/>
                    <a:pt x="94460" y="14247"/>
                    <a:pt x="97649" y="21846"/>
                  </a:cubicBezTo>
                  <a:lnTo>
                    <a:pt x="139453" y="118217"/>
                  </a:lnTo>
                  <a:lnTo>
                    <a:pt x="64701" y="196626"/>
                  </a:lnTo>
                  <a:lnTo>
                    <a:pt x="60096" y="200425"/>
                  </a:lnTo>
                  <a:cubicBezTo>
                    <a:pt x="42737" y="218732"/>
                    <a:pt x="26086" y="224259"/>
                    <a:pt x="8018" y="225295"/>
                  </a:cubicBezTo>
                  <a:cubicBezTo>
                    <a:pt x="3412" y="225640"/>
                    <a:pt x="224" y="225640"/>
                    <a:pt x="224" y="232203"/>
                  </a:cubicBezTo>
                  <a:cubicBezTo>
                    <a:pt x="224" y="232549"/>
                    <a:pt x="224" y="236003"/>
                    <a:pt x="4829" y="236003"/>
                  </a:cubicBezTo>
                  <a:cubicBezTo>
                    <a:pt x="15458" y="236003"/>
                    <a:pt x="27149" y="234967"/>
                    <a:pt x="38131" y="234967"/>
                  </a:cubicBezTo>
                  <a:cubicBezTo>
                    <a:pt x="51239" y="234967"/>
                    <a:pt x="65056" y="236003"/>
                    <a:pt x="77809" y="236003"/>
                  </a:cubicBezTo>
                  <a:cubicBezTo>
                    <a:pt x="79935" y="236003"/>
                    <a:pt x="84186" y="236003"/>
                    <a:pt x="84186" y="229095"/>
                  </a:cubicBezTo>
                  <a:cubicBezTo>
                    <a:pt x="84186" y="225640"/>
                    <a:pt x="80644" y="225295"/>
                    <a:pt x="79935" y="225295"/>
                  </a:cubicBezTo>
                  <a:cubicBezTo>
                    <a:pt x="76747" y="224950"/>
                    <a:pt x="65764" y="224259"/>
                    <a:pt x="65764" y="214587"/>
                  </a:cubicBezTo>
                  <a:cubicBezTo>
                    <a:pt x="65764" y="209061"/>
                    <a:pt x="71078" y="203534"/>
                    <a:pt x="75330" y="199044"/>
                  </a:cubicBezTo>
                  <a:lnTo>
                    <a:pt x="111465" y="161739"/>
                  </a:lnTo>
                  <a:lnTo>
                    <a:pt x="143350" y="127888"/>
                  </a:lnTo>
                  <a:lnTo>
                    <a:pt x="179131" y="210442"/>
                  </a:lnTo>
                  <a:cubicBezTo>
                    <a:pt x="180548" y="214242"/>
                    <a:pt x="180902" y="214587"/>
                    <a:pt x="180902" y="215278"/>
                  </a:cubicBezTo>
                  <a:cubicBezTo>
                    <a:pt x="180902" y="218041"/>
                    <a:pt x="174171" y="223913"/>
                    <a:pt x="160355" y="225295"/>
                  </a:cubicBezTo>
                  <a:cubicBezTo>
                    <a:pt x="156458" y="225640"/>
                    <a:pt x="153269" y="225986"/>
                    <a:pt x="153269" y="231858"/>
                  </a:cubicBezTo>
                  <a:cubicBezTo>
                    <a:pt x="153269" y="236003"/>
                    <a:pt x="157166" y="236003"/>
                    <a:pt x="158583" y="236003"/>
                  </a:cubicBezTo>
                  <a:cubicBezTo>
                    <a:pt x="168503" y="236003"/>
                    <a:pt x="193302" y="234967"/>
                    <a:pt x="203222" y="234967"/>
                  </a:cubicBezTo>
                  <a:cubicBezTo>
                    <a:pt x="212078" y="234967"/>
                    <a:pt x="233689" y="236003"/>
                    <a:pt x="242546" y="236003"/>
                  </a:cubicBezTo>
                  <a:cubicBezTo>
                    <a:pt x="245026" y="236003"/>
                    <a:pt x="249277" y="236003"/>
                    <a:pt x="249277" y="229440"/>
                  </a:cubicBezTo>
                  <a:cubicBezTo>
                    <a:pt x="249277" y="225295"/>
                    <a:pt x="245734" y="225295"/>
                    <a:pt x="242900" y="225295"/>
                  </a:cubicBezTo>
                  <a:cubicBezTo>
                    <a:pt x="219164" y="224950"/>
                    <a:pt x="218455" y="223913"/>
                    <a:pt x="212433" y="210097"/>
                  </a:cubicBezTo>
                  <a:cubicBezTo>
                    <a:pt x="198616" y="177973"/>
                    <a:pt x="174880" y="124089"/>
                    <a:pt x="166732" y="103364"/>
                  </a:cubicBezTo>
                  <a:cubicBezTo>
                    <a:pt x="190822" y="79185"/>
                    <a:pt x="228021" y="38080"/>
                    <a:pt x="239357" y="28409"/>
                  </a:cubicBezTo>
                  <a:cubicBezTo>
                    <a:pt x="249631" y="20119"/>
                    <a:pt x="263093" y="11829"/>
                    <a:pt x="284350" y="10793"/>
                  </a:cubicBezTo>
                  <a:cubicBezTo>
                    <a:pt x="288955" y="10447"/>
                    <a:pt x="292144" y="10447"/>
                    <a:pt x="292144" y="3884"/>
                  </a:cubicBezTo>
                  <a:cubicBezTo>
                    <a:pt x="292144" y="3539"/>
                    <a:pt x="292144" y="85"/>
                    <a:pt x="287538" y="85"/>
                  </a:cubicBezTo>
                  <a:cubicBezTo>
                    <a:pt x="276910" y="85"/>
                    <a:pt x="265219" y="1121"/>
                    <a:pt x="254237" y="1121"/>
                  </a:cubicBezTo>
                  <a:cubicBezTo>
                    <a:pt x="241129" y="1121"/>
                    <a:pt x="227666" y="85"/>
                    <a:pt x="214912" y="85"/>
                  </a:cubicBezTo>
                  <a:cubicBezTo>
                    <a:pt x="212787" y="85"/>
                    <a:pt x="208181" y="85"/>
                    <a:pt x="208181" y="6993"/>
                  </a:cubicBezTo>
                  <a:cubicBezTo>
                    <a:pt x="208181" y="9411"/>
                    <a:pt x="209953" y="10447"/>
                    <a:pt x="212433" y="10793"/>
                  </a:cubicBezTo>
                  <a:cubicBezTo>
                    <a:pt x="215621" y="11138"/>
                    <a:pt x="226603" y="11829"/>
                    <a:pt x="226603" y="21500"/>
                  </a:cubicBezTo>
                  <a:cubicBezTo>
                    <a:pt x="226603" y="26336"/>
                    <a:pt x="222706" y="30827"/>
                    <a:pt x="219872" y="33935"/>
                  </a:cubicBezTo>
                  <a:lnTo>
                    <a:pt x="162480" y="94037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00282C29-A4AE-5276-D759-6591999947DB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10837086" y="5240105"/>
              <a:ext cx="257555" cy="235918"/>
            </a:xfrm>
            <a:custGeom>
              <a:avLst/>
              <a:gdLst>
                <a:gd name="connsiteX0" fmla="*/ 199334 w 257555"/>
                <a:gd name="connsiteY0" fmla="*/ 39462 h 235918"/>
                <a:gd name="connsiteX1" fmla="*/ 204293 w 257555"/>
                <a:gd name="connsiteY1" fmla="*/ 34626 h 235918"/>
                <a:gd name="connsiteX2" fmla="*/ 250703 w 257555"/>
                <a:gd name="connsiteY2" fmla="*/ 10793 h 235918"/>
                <a:gd name="connsiteX3" fmla="*/ 257788 w 257555"/>
                <a:gd name="connsiteY3" fmla="*/ 4230 h 235918"/>
                <a:gd name="connsiteX4" fmla="*/ 253183 w 257555"/>
                <a:gd name="connsiteY4" fmla="*/ 85 h 235918"/>
                <a:gd name="connsiteX5" fmla="*/ 224133 w 257555"/>
                <a:gd name="connsiteY5" fmla="*/ 1121 h 235918"/>
                <a:gd name="connsiteX6" fmla="*/ 188705 w 257555"/>
                <a:gd name="connsiteY6" fmla="*/ 85 h 235918"/>
                <a:gd name="connsiteX7" fmla="*/ 181974 w 257555"/>
                <a:gd name="connsiteY7" fmla="*/ 6648 h 235918"/>
                <a:gd name="connsiteX8" fmla="*/ 187288 w 257555"/>
                <a:gd name="connsiteY8" fmla="*/ 10793 h 235918"/>
                <a:gd name="connsiteX9" fmla="*/ 200042 w 257555"/>
                <a:gd name="connsiteY9" fmla="*/ 18737 h 235918"/>
                <a:gd name="connsiteX10" fmla="*/ 190477 w 257555"/>
                <a:gd name="connsiteY10" fmla="*/ 35317 h 235918"/>
                <a:gd name="connsiteX11" fmla="*/ 108286 w 257555"/>
                <a:gd name="connsiteY11" fmla="*/ 127543 h 235918"/>
                <a:gd name="connsiteX12" fmla="*/ 69316 w 257555"/>
                <a:gd name="connsiteY12" fmla="*/ 24955 h 235918"/>
                <a:gd name="connsiteX13" fmla="*/ 67190 w 257555"/>
                <a:gd name="connsiteY13" fmla="*/ 19082 h 235918"/>
                <a:gd name="connsiteX14" fmla="*/ 88092 w 257555"/>
                <a:gd name="connsiteY14" fmla="*/ 10793 h 235918"/>
                <a:gd name="connsiteX15" fmla="*/ 96595 w 257555"/>
                <a:gd name="connsiteY15" fmla="*/ 3884 h 235918"/>
                <a:gd name="connsiteX16" fmla="*/ 91281 w 257555"/>
                <a:gd name="connsiteY16" fmla="*/ 85 h 235918"/>
                <a:gd name="connsiteX17" fmla="*/ 46643 w 257555"/>
                <a:gd name="connsiteY17" fmla="*/ 1121 h 235918"/>
                <a:gd name="connsiteX18" fmla="*/ 6964 w 257555"/>
                <a:gd name="connsiteY18" fmla="*/ 85 h 235918"/>
                <a:gd name="connsiteX19" fmla="*/ 233 w 257555"/>
                <a:gd name="connsiteY19" fmla="*/ 6993 h 235918"/>
                <a:gd name="connsiteX20" fmla="*/ 8381 w 257555"/>
                <a:gd name="connsiteY20" fmla="*/ 10793 h 235918"/>
                <a:gd name="connsiteX21" fmla="*/ 34243 w 257555"/>
                <a:gd name="connsiteY21" fmla="*/ 22537 h 235918"/>
                <a:gd name="connsiteX22" fmla="*/ 77818 w 257555"/>
                <a:gd name="connsiteY22" fmla="*/ 136178 h 235918"/>
                <a:gd name="connsiteX23" fmla="*/ 79236 w 257555"/>
                <a:gd name="connsiteY23" fmla="*/ 142050 h 235918"/>
                <a:gd name="connsiteX24" fmla="*/ 63293 w 257555"/>
                <a:gd name="connsiteY24" fmla="*/ 204916 h 235918"/>
                <a:gd name="connsiteX25" fmla="*/ 29992 w 257555"/>
                <a:gd name="connsiteY25" fmla="*/ 225295 h 235918"/>
                <a:gd name="connsiteX26" fmla="*/ 20426 w 257555"/>
                <a:gd name="connsiteY26" fmla="*/ 232203 h 235918"/>
                <a:gd name="connsiteX27" fmla="*/ 25386 w 257555"/>
                <a:gd name="connsiteY27" fmla="*/ 236003 h 235918"/>
                <a:gd name="connsiteX28" fmla="*/ 70024 w 257555"/>
                <a:gd name="connsiteY28" fmla="*/ 234967 h 235918"/>
                <a:gd name="connsiteX29" fmla="*/ 115371 w 257555"/>
                <a:gd name="connsiteY29" fmla="*/ 236003 h 235918"/>
                <a:gd name="connsiteX30" fmla="*/ 122102 w 257555"/>
                <a:gd name="connsiteY30" fmla="*/ 229095 h 235918"/>
                <a:gd name="connsiteX31" fmla="*/ 112183 w 257555"/>
                <a:gd name="connsiteY31" fmla="*/ 225295 h 235918"/>
                <a:gd name="connsiteX32" fmla="*/ 98720 w 257555"/>
                <a:gd name="connsiteY32" fmla="*/ 224604 h 235918"/>
                <a:gd name="connsiteX33" fmla="*/ 89155 w 257555"/>
                <a:gd name="connsiteY33" fmla="*/ 219078 h 235918"/>
                <a:gd name="connsiteX34" fmla="*/ 94115 w 257555"/>
                <a:gd name="connsiteY34" fmla="*/ 197316 h 235918"/>
                <a:gd name="connsiteX35" fmla="*/ 106514 w 257555"/>
                <a:gd name="connsiteY35" fmla="*/ 148613 h 235918"/>
                <a:gd name="connsiteX36" fmla="*/ 111474 w 257555"/>
                <a:gd name="connsiteY36" fmla="*/ 137905 h 235918"/>
                <a:gd name="connsiteX37" fmla="*/ 199334 w 257555"/>
                <a:gd name="connsiteY37" fmla="*/ 39462 h 235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7555" h="235918">
                  <a:moveTo>
                    <a:pt x="199334" y="39462"/>
                  </a:moveTo>
                  <a:lnTo>
                    <a:pt x="204293" y="34626"/>
                  </a:lnTo>
                  <a:cubicBezTo>
                    <a:pt x="214922" y="24264"/>
                    <a:pt x="226612" y="12520"/>
                    <a:pt x="250703" y="10793"/>
                  </a:cubicBezTo>
                  <a:cubicBezTo>
                    <a:pt x="254600" y="10447"/>
                    <a:pt x="257788" y="10447"/>
                    <a:pt x="257788" y="4230"/>
                  </a:cubicBezTo>
                  <a:cubicBezTo>
                    <a:pt x="257788" y="1466"/>
                    <a:pt x="256017" y="85"/>
                    <a:pt x="253183" y="85"/>
                  </a:cubicBezTo>
                  <a:cubicBezTo>
                    <a:pt x="243972" y="85"/>
                    <a:pt x="233698" y="1121"/>
                    <a:pt x="224133" y="1121"/>
                  </a:cubicBezTo>
                  <a:cubicBezTo>
                    <a:pt x="212442" y="1121"/>
                    <a:pt x="200042" y="85"/>
                    <a:pt x="188705" y="85"/>
                  </a:cubicBezTo>
                  <a:cubicBezTo>
                    <a:pt x="186580" y="85"/>
                    <a:pt x="181974" y="85"/>
                    <a:pt x="181974" y="6648"/>
                  </a:cubicBezTo>
                  <a:cubicBezTo>
                    <a:pt x="181974" y="10447"/>
                    <a:pt x="185517" y="10793"/>
                    <a:pt x="187288" y="10793"/>
                  </a:cubicBezTo>
                  <a:cubicBezTo>
                    <a:pt x="189768" y="10793"/>
                    <a:pt x="200042" y="11483"/>
                    <a:pt x="200042" y="18737"/>
                  </a:cubicBezTo>
                  <a:cubicBezTo>
                    <a:pt x="200042" y="24609"/>
                    <a:pt x="191894" y="33590"/>
                    <a:pt x="190477" y="35317"/>
                  </a:cubicBezTo>
                  <a:lnTo>
                    <a:pt x="108286" y="127543"/>
                  </a:lnTo>
                  <a:lnTo>
                    <a:pt x="69316" y="24955"/>
                  </a:lnTo>
                  <a:cubicBezTo>
                    <a:pt x="67190" y="20119"/>
                    <a:pt x="67190" y="19428"/>
                    <a:pt x="67190" y="19082"/>
                  </a:cubicBezTo>
                  <a:cubicBezTo>
                    <a:pt x="67190" y="10793"/>
                    <a:pt x="84550" y="10793"/>
                    <a:pt x="88092" y="10793"/>
                  </a:cubicBezTo>
                  <a:cubicBezTo>
                    <a:pt x="93052" y="10793"/>
                    <a:pt x="96595" y="10793"/>
                    <a:pt x="96595" y="3884"/>
                  </a:cubicBezTo>
                  <a:cubicBezTo>
                    <a:pt x="96595" y="85"/>
                    <a:pt x="92344" y="85"/>
                    <a:pt x="91281" y="85"/>
                  </a:cubicBezTo>
                  <a:cubicBezTo>
                    <a:pt x="81361" y="85"/>
                    <a:pt x="56562" y="1121"/>
                    <a:pt x="46643" y="1121"/>
                  </a:cubicBezTo>
                  <a:cubicBezTo>
                    <a:pt x="37786" y="1121"/>
                    <a:pt x="15821" y="85"/>
                    <a:pt x="6964" y="85"/>
                  </a:cubicBezTo>
                  <a:cubicBezTo>
                    <a:pt x="4839" y="85"/>
                    <a:pt x="233" y="85"/>
                    <a:pt x="233" y="6993"/>
                  </a:cubicBezTo>
                  <a:cubicBezTo>
                    <a:pt x="233" y="10793"/>
                    <a:pt x="3776" y="10793"/>
                    <a:pt x="8381" y="10793"/>
                  </a:cubicBezTo>
                  <a:cubicBezTo>
                    <a:pt x="29638" y="10793"/>
                    <a:pt x="31055" y="13901"/>
                    <a:pt x="34243" y="22537"/>
                  </a:cubicBezTo>
                  <a:lnTo>
                    <a:pt x="77818" y="136178"/>
                  </a:lnTo>
                  <a:cubicBezTo>
                    <a:pt x="78173" y="137214"/>
                    <a:pt x="79236" y="141014"/>
                    <a:pt x="79236" y="142050"/>
                  </a:cubicBezTo>
                  <a:cubicBezTo>
                    <a:pt x="79236" y="143086"/>
                    <a:pt x="65065" y="198698"/>
                    <a:pt x="63293" y="204916"/>
                  </a:cubicBezTo>
                  <a:cubicBezTo>
                    <a:pt x="58688" y="223913"/>
                    <a:pt x="58334" y="224950"/>
                    <a:pt x="29992" y="225295"/>
                  </a:cubicBezTo>
                  <a:cubicBezTo>
                    <a:pt x="23261" y="225295"/>
                    <a:pt x="20426" y="225295"/>
                    <a:pt x="20426" y="232203"/>
                  </a:cubicBezTo>
                  <a:cubicBezTo>
                    <a:pt x="20426" y="236003"/>
                    <a:pt x="24678" y="236003"/>
                    <a:pt x="25386" y="236003"/>
                  </a:cubicBezTo>
                  <a:cubicBezTo>
                    <a:pt x="35306" y="236003"/>
                    <a:pt x="60105" y="234967"/>
                    <a:pt x="70024" y="234967"/>
                  </a:cubicBezTo>
                  <a:cubicBezTo>
                    <a:pt x="79944" y="234967"/>
                    <a:pt x="105452" y="236003"/>
                    <a:pt x="115371" y="236003"/>
                  </a:cubicBezTo>
                  <a:cubicBezTo>
                    <a:pt x="117851" y="236003"/>
                    <a:pt x="122102" y="236003"/>
                    <a:pt x="122102" y="229095"/>
                  </a:cubicBezTo>
                  <a:cubicBezTo>
                    <a:pt x="122102" y="225295"/>
                    <a:pt x="118914" y="225295"/>
                    <a:pt x="112183" y="225295"/>
                  </a:cubicBezTo>
                  <a:cubicBezTo>
                    <a:pt x="111474" y="225295"/>
                    <a:pt x="104743" y="225295"/>
                    <a:pt x="98720" y="224604"/>
                  </a:cubicBezTo>
                  <a:cubicBezTo>
                    <a:pt x="91281" y="223913"/>
                    <a:pt x="89155" y="223223"/>
                    <a:pt x="89155" y="219078"/>
                  </a:cubicBezTo>
                  <a:cubicBezTo>
                    <a:pt x="89155" y="216660"/>
                    <a:pt x="92344" y="204570"/>
                    <a:pt x="94115" y="197316"/>
                  </a:cubicBezTo>
                  <a:lnTo>
                    <a:pt x="106514" y="148613"/>
                  </a:lnTo>
                  <a:cubicBezTo>
                    <a:pt x="108286" y="142050"/>
                    <a:pt x="108640" y="141014"/>
                    <a:pt x="111474" y="137905"/>
                  </a:cubicBezTo>
                  <a:lnTo>
                    <a:pt x="199334" y="39462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63ABC2EC-5B9C-3A00-4600-AED940A50AA2}"/>
                </a:ext>
              </a:extLst>
            </p:cNvPr>
            <p:cNvSpPr/>
            <p:nvPr>
              <p:custDataLst>
                <p:tags r:id="rId101"/>
              </p:custDataLst>
            </p:nvPr>
          </p:nvSpPr>
          <p:spPr>
            <a:xfrm>
              <a:off x="11116883" y="5216962"/>
              <a:ext cx="48535" cy="345414"/>
            </a:xfrm>
            <a:custGeom>
              <a:avLst/>
              <a:gdLst>
                <a:gd name="connsiteX0" fmla="*/ 48776 w 48535"/>
                <a:gd name="connsiteY0" fmla="*/ 85 h 345414"/>
                <a:gd name="connsiteX1" fmla="*/ 241 w 48535"/>
                <a:gd name="connsiteY1" fmla="*/ 85 h 345414"/>
                <a:gd name="connsiteX2" fmla="*/ 241 w 48535"/>
                <a:gd name="connsiteY2" fmla="*/ 13901 h 345414"/>
                <a:gd name="connsiteX3" fmla="*/ 34605 w 48535"/>
                <a:gd name="connsiteY3" fmla="*/ 13901 h 345414"/>
                <a:gd name="connsiteX4" fmla="*/ 34605 w 48535"/>
                <a:gd name="connsiteY4" fmla="*/ 331683 h 345414"/>
                <a:gd name="connsiteX5" fmla="*/ 241 w 48535"/>
                <a:gd name="connsiteY5" fmla="*/ 331683 h 345414"/>
                <a:gd name="connsiteX6" fmla="*/ 241 w 48535"/>
                <a:gd name="connsiteY6" fmla="*/ 345499 h 345414"/>
                <a:gd name="connsiteX7" fmla="*/ 48776 w 48535"/>
                <a:gd name="connsiteY7" fmla="*/ 345499 h 345414"/>
                <a:gd name="connsiteX8" fmla="*/ 48776 w 48535"/>
                <a:gd name="connsiteY8" fmla="*/ 85 h 345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535" h="345414">
                  <a:moveTo>
                    <a:pt x="48776" y="85"/>
                  </a:moveTo>
                  <a:lnTo>
                    <a:pt x="241" y="85"/>
                  </a:lnTo>
                  <a:lnTo>
                    <a:pt x="241" y="13901"/>
                  </a:lnTo>
                  <a:lnTo>
                    <a:pt x="34605" y="13901"/>
                  </a:lnTo>
                  <a:lnTo>
                    <a:pt x="34605" y="331683"/>
                  </a:lnTo>
                  <a:lnTo>
                    <a:pt x="241" y="331683"/>
                  </a:lnTo>
                  <a:lnTo>
                    <a:pt x="241" y="345499"/>
                  </a:lnTo>
                  <a:lnTo>
                    <a:pt x="48776" y="345499"/>
                  </a:lnTo>
                  <a:lnTo>
                    <a:pt x="48776" y="85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32153A6-5684-7803-F999-B5261895EF1B}"/>
                </a:ext>
              </a:extLst>
            </p:cNvPr>
            <p:cNvSpPr/>
            <p:nvPr>
              <p:custDataLst>
                <p:tags r:id="rId102"/>
              </p:custDataLst>
            </p:nvPr>
          </p:nvSpPr>
          <p:spPr>
            <a:xfrm>
              <a:off x="11325743" y="5349256"/>
              <a:ext cx="235590" cy="80827"/>
            </a:xfrm>
            <a:custGeom>
              <a:avLst/>
              <a:gdLst>
                <a:gd name="connsiteX0" fmla="*/ 223792 w 235590"/>
                <a:gd name="connsiteY0" fmla="*/ 13901 h 80827"/>
                <a:gd name="connsiteX1" fmla="*/ 235837 w 235590"/>
                <a:gd name="connsiteY1" fmla="*/ 6993 h 80827"/>
                <a:gd name="connsiteX2" fmla="*/ 224146 w 235590"/>
                <a:gd name="connsiteY2" fmla="*/ 85 h 80827"/>
                <a:gd name="connsiteX3" fmla="*/ 11937 w 235590"/>
                <a:gd name="connsiteY3" fmla="*/ 85 h 80827"/>
                <a:gd name="connsiteX4" fmla="*/ 247 w 235590"/>
                <a:gd name="connsiteY4" fmla="*/ 6993 h 80827"/>
                <a:gd name="connsiteX5" fmla="*/ 12292 w 235590"/>
                <a:gd name="connsiteY5" fmla="*/ 13901 h 80827"/>
                <a:gd name="connsiteX6" fmla="*/ 223792 w 235590"/>
                <a:gd name="connsiteY6" fmla="*/ 13901 h 80827"/>
                <a:gd name="connsiteX7" fmla="*/ 224146 w 235590"/>
                <a:gd name="connsiteY7" fmla="*/ 80912 h 80827"/>
                <a:gd name="connsiteX8" fmla="*/ 235837 w 235590"/>
                <a:gd name="connsiteY8" fmla="*/ 74003 h 80827"/>
                <a:gd name="connsiteX9" fmla="*/ 223792 w 235590"/>
                <a:gd name="connsiteY9" fmla="*/ 67095 h 80827"/>
                <a:gd name="connsiteX10" fmla="*/ 12292 w 235590"/>
                <a:gd name="connsiteY10" fmla="*/ 67095 h 80827"/>
                <a:gd name="connsiteX11" fmla="*/ 247 w 235590"/>
                <a:gd name="connsiteY11" fmla="*/ 74003 h 80827"/>
                <a:gd name="connsiteX12" fmla="*/ 11937 w 235590"/>
                <a:gd name="connsiteY12" fmla="*/ 80912 h 80827"/>
                <a:gd name="connsiteX13" fmla="*/ 224146 w 235590"/>
                <a:gd name="connsiteY13" fmla="*/ 80912 h 8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590" h="80827">
                  <a:moveTo>
                    <a:pt x="223792" y="13901"/>
                  </a:moveTo>
                  <a:cubicBezTo>
                    <a:pt x="229106" y="13901"/>
                    <a:pt x="235837" y="13901"/>
                    <a:pt x="235837" y="6993"/>
                  </a:cubicBezTo>
                  <a:cubicBezTo>
                    <a:pt x="235837" y="85"/>
                    <a:pt x="229106" y="85"/>
                    <a:pt x="224146" y="85"/>
                  </a:cubicBezTo>
                  <a:lnTo>
                    <a:pt x="11937" y="85"/>
                  </a:lnTo>
                  <a:cubicBezTo>
                    <a:pt x="6978" y="85"/>
                    <a:pt x="247" y="85"/>
                    <a:pt x="247" y="6993"/>
                  </a:cubicBezTo>
                  <a:cubicBezTo>
                    <a:pt x="247" y="13901"/>
                    <a:pt x="6978" y="13901"/>
                    <a:pt x="12292" y="13901"/>
                  </a:cubicBezTo>
                  <a:lnTo>
                    <a:pt x="223792" y="13901"/>
                  </a:lnTo>
                  <a:close/>
                  <a:moveTo>
                    <a:pt x="224146" y="80912"/>
                  </a:moveTo>
                  <a:cubicBezTo>
                    <a:pt x="229106" y="80912"/>
                    <a:pt x="235837" y="80912"/>
                    <a:pt x="235837" y="74003"/>
                  </a:cubicBezTo>
                  <a:cubicBezTo>
                    <a:pt x="235837" y="67095"/>
                    <a:pt x="229106" y="67095"/>
                    <a:pt x="223792" y="67095"/>
                  </a:cubicBezTo>
                  <a:lnTo>
                    <a:pt x="12292" y="67095"/>
                  </a:lnTo>
                  <a:cubicBezTo>
                    <a:pt x="6978" y="67095"/>
                    <a:pt x="247" y="67095"/>
                    <a:pt x="247" y="74003"/>
                  </a:cubicBezTo>
                  <a:cubicBezTo>
                    <a:pt x="247" y="80912"/>
                    <a:pt x="6978" y="80912"/>
                    <a:pt x="11937" y="80912"/>
                  </a:cubicBezTo>
                  <a:lnTo>
                    <a:pt x="224146" y="80912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4690BBF-012C-F852-FAF0-404060F28B05}"/>
                </a:ext>
              </a:extLst>
            </p:cNvPr>
            <p:cNvSpPr/>
            <p:nvPr>
              <p:custDataLst>
                <p:tags r:id="rId103"/>
              </p:custDataLst>
            </p:nvPr>
          </p:nvSpPr>
          <p:spPr>
            <a:xfrm>
              <a:off x="11711386" y="5245977"/>
              <a:ext cx="116909" cy="230046"/>
            </a:xfrm>
            <a:custGeom>
              <a:avLst/>
              <a:gdLst>
                <a:gd name="connsiteX0" fmla="*/ 72883 w 116909"/>
                <a:gd name="connsiteY0" fmla="*/ 9065 h 230046"/>
                <a:gd name="connsiteX1" fmla="*/ 64734 w 116909"/>
                <a:gd name="connsiteY1" fmla="*/ 85 h 230046"/>
                <a:gd name="connsiteX2" fmla="*/ 257 w 116909"/>
                <a:gd name="connsiteY2" fmla="*/ 22191 h 230046"/>
                <a:gd name="connsiteX3" fmla="*/ 257 w 116909"/>
                <a:gd name="connsiteY3" fmla="*/ 32899 h 230046"/>
                <a:gd name="connsiteX4" fmla="*/ 46667 w 116909"/>
                <a:gd name="connsiteY4" fmla="*/ 23918 h 230046"/>
                <a:gd name="connsiteX5" fmla="*/ 46667 w 116909"/>
                <a:gd name="connsiteY5" fmla="*/ 202843 h 230046"/>
                <a:gd name="connsiteX6" fmla="*/ 13719 w 116909"/>
                <a:gd name="connsiteY6" fmla="*/ 219423 h 230046"/>
                <a:gd name="connsiteX7" fmla="*/ 2383 w 116909"/>
                <a:gd name="connsiteY7" fmla="*/ 219423 h 230046"/>
                <a:gd name="connsiteX8" fmla="*/ 2383 w 116909"/>
                <a:gd name="connsiteY8" fmla="*/ 230131 h 230046"/>
                <a:gd name="connsiteX9" fmla="*/ 59775 w 116909"/>
                <a:gd name="connsiteY9" fmla="*/ 229095 h 230046"/>
                <a:gd name="connsiteX10" fmla="*/ 117167 w 116909"/>
                <a:gd name="connsiteY10" fmla="*/ 230131 h 230046"/>
                <a:gd name="connsiteX11" fmla="*/ 117167 w 116909"/>
                <a:gd name="connsiteY11" fmla="*/ 219423 h 230046"/>
                <a:gd name="connsiteX12" fmla="*/ 105830 w 116909"/>
                <a:gd name="connsiteY12" fmla="*/ 219423 h 230046"/>
                <a:gd name="connsiteX13" fmla="*/ 72883 w 116909"/>
                <a:gd name="connsiteY13" fmla="*/ 202843 h 230046"/>
                <a:gd name="connsiteX14" fmla="*/ 72883 w 116909"/>
                <a:gd name="connsiteY14" fmla="*/ 9065 h 23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6909" h="230046">
                  <a:moveTo>
                    <a:pt x="72883" y="9065"/>
                  </a:moveTo>
                  <a:cubicBezTo>
                    <a:pt x="72883" y="776"/>
                    <a:pt x="72883" y="85"/>
                    <a:pt x="64734" y="85"/>
                  </a:cubicBezTo>
                  <a:cubicBezTo>
                    <a:pt x="42770" y="22191"/>
                    <a:pt x="11594" y="22191"/>
                    <a:pt x="257" y="22191"/>
                  </a:cubicBezTo>
                  <a:lnTo>
                    <a:pt x="257" y="32899"/>
                  </a:lnTo>
                  <a:cubicBezTo>
                    <a:pt x="7342" y="32899"/>
                    <a:pt x="28244" y="32899"/>
                    <a:pt x="46667" y="23918"/>
                  </a:cubicBezTo>
                  <a:lnTo>
                    <a:pt x="46667" y="202843"/>
                  </a:lnTo>
                  <a:cubicBezTo>
                    <a:pt x="46667" y="215278"/>
                    <a:pt x="45604" y="219423"/>
                    <a:pt x="13719" y="219423"/>
                  </a:cubicBezTo>
                  <a:lnTo>
                    <a:pt x="2383" y="219423"/>
                  </a:lnTo>
                  <a:lnTo>
                    <a:pt x="2383" y="230131"/>
                  </a:lnTo>
                  <a:cubicBezTo>
                    <a:pt x="14782" y="229095"/>
                    <a:pt x="45604" y="229095"/>
                    <a:pt x="59775" y="229095"/>
                  </a:cubicBezTo>
                  <a:cubicBezTo>
                    <a:pt x="73946" y="229095"/>
                    <a:pt x="104767" y="229095"/>
                    <a:pt x="117167" y="230131"/>
                  </a:cubicBezTo>
                  <a:lnTo>
                    <a:pt x="117167" y="219423"/>
                  </a:lnTo>
                  <a:lnTo>
                    <a:pt x="105830" y="219423"/>
                  </a:lnTo>
                  <a:cubicBezTo>
                    <a:pt x="73945" y="219423"/>
                    <a:pt x="72883" y="215623"/>
                    <a:pt x="72883" y="202843"/>
                  </a:cubicBezTo>
                  <a:lnTo>
                    <a:pt x="72883" y="9065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grpSp>
        <p:nvGrpSpPr>
          <p:cNvPr id="40" name="Group 39" descr="\documentclass{article}&#10;\usepackage{amsmath,amssymb}&#10;\pagestyle{empty}&#10;\begin{document}&#10;&#10;\newcommand{\score}{\textrm{score}}&#10;\newcommand{\classify}{\textrm{classify}}&#10;\newcommand{\bx}{\mathbf{x}}&#10;&#10;\begin{align*}&#10;\textit{Var}[\sum_{i=1}^n X_iY_i] = \sum_{i=1}^n \textit{Var}[X_iY_i] = n&#10;\end{align*}&#10;&#10;&#10;\end{document}" title="IguanaTex Vector Display">
            <a:extLst>
              <a:ext uri="{FF2B5EF4-FFF2-40B4-BE49-F238E27FC236}">
                <a16:creationId xmlns:a16="http://schemas.microsoft.com/office/drawing/2014/main" id="{1FC036BB-249B-6F47-CEEB-77065089D401}"/>
              </a:ext>
            </a:extLst>
          </p:cNvPr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3485851" y="3860800"/>
            <a:ext cx="5220298" cy="972677"/>
            <a:chOff x="10500068" y="6515245"/>
            <a:chExt cx="5220298" cy="972677"/>
          </a:xfrm>
        </p:grpSpPr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E73F44A2-5188-6602-227B-295A97F4EBAF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10500068" y="6825483"/>
              <a:ext cx="233856" cy="249761"/>
            </a:xfrm>
            <a:custGeom>
              <a:avLst/>
              <a:gdLst>
                <a:gd name="connsiteX0" fmla="*/ 187528 w 233856"/>
                <a:gd name="connsiteY0" fmla="*/ 39769 h 249761"/>
                <a:gd name="connsiteX1" fmla="*/ 227273 w 233856"/>
                <a:gd name="connsiteY1" fmla="*/ 11073 h 249761"/>
                <a:gd name="connsiteX2" fmla="*/ 234016 w 233856"/>
                <a:gd name="connsiteY2" fmla="*/ 3987 h 249761"/>
                <a:gd name="connsiteX3" fmla="*/ 229403 w 233856"/>
                <a:gd name="connsiteY3" fmla="*/ 90 h 249761"/>
                <a:gd name="connsiteX4" fmla="*/ 202433 w 233856"/>
                <a:gd name="connsiteY4" fmla="*/ 1153 h 249761"/>
                <a:gd name="connsiteX5" fmla="*/ 169785 w 233856"/>
                <a:gd name="connsiteY5" fmla="*/ 90 h 249761"/>
                <a:gd name="connsiteX6" fmla="*/ 163397 w 233856"/>
                <a:gd name="connsiteY6" fmla="*/ 6821 h 249761"/>
                <a:gd name="connsiteX7" fmla="*/ 169075 w 233856"/>
                <a:gd name="connsiteY7" fmla="*/ 11073 h 249761"/>
                <a:gd name="connsiteX8" fmla="*/ 183270 w 233856"/>
                <a:gd name="connsiteY8" fmla="*/ 22409 h 249761"/>
                <a:gd name="connsiteX9" fmla="*/ 177947 w 233856"/>
                <a:gd name="connsiteY9" fmla="*/ 36580 h 249761"/>
                <a:gd name="connsiteX10" fmla="*/ 75391 w 233856"/>
                <a:gd name="connsiteY10" fmla="*/ 207693 h 249761"/>
                <a:gd name="connsiteX11" fmla="*/ 57293 w 233856"/>
                <a:gd name="connsiteY11" fmla="*/ 22055 h 249761"/>
                <a:gd name="connsiteX12" fmla="*/ 79649 w 233856"/>
                <a:gd name="connsiteY12" fmla="*/ 11073 h 249761"/>
                <a:gd name="connsiteX13" fmla="*/ 88521 w 233856"/>
                <a:gd name="connsiteY13" fmla="*/ 4341 h 249761"/>
                <a:gd name="connsiteX14" fmla="*/ 83553 w 233856"/>
                <a:gd name="connsiteY14" fmla="*/ 90 h 249761"/>
                <a:gd name="connsiteX15" fmla="*/ 42743 w 233856"/>
                <a:gd name="connsiteY15" fmla="*/ 1153 h 249761"/>
                <a:gd name="connsiteX16" fmla="*/ 6547 w 233856"/>
                <a:gd name="connsiteY16" fmla="*/ 90 h 249761"/>
                <a:gd name="connsiteX17" fmla="*/ 159 w 233856"/>
                <a:gd name="connsiteY17" fmla="*/ 6821 h 249761"/>
                <a:gd name="connsiteX18" fmla="*/ 8676 w 233856"/>
                <a:gd name="connsiteY18" fmla="*/ 11073 h 249761"/>
                <a:gd name="connsiteX19" fmla="*/ 27839 w 233856"/>
                <a:gd name="connsiteY19" fmla="*/ 23118 h 249761"/>
                <a:gd name="connsiteX20" fmla="*/ 49131 w 233856"/>
                <a:gd name="connsiteY20" fmla="*/ 241349 h 249761"/>
                <a:gd name="connsiteX21" fmla="*/ 55873 w 233856"/>
                <a:gd name="connsiteY21" fmla="*/ 249852 h 249761"/>
                <a:gd name="connsiteX22" fmla="*/ 65809 w 233856"/>
                <a:gd name="connsiteY22" fmla="*/ 243120 h 249761"/>
                <a:gd name="connsiteX23" fmla="*/ 187528 w 233856"/>
                <a:gd name="connsiteY23" fmla="*/ 39769 h 24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3856" h="249761">
                  <a:moveTo>
                    <a:pt x="187528" y="39769"/>
                  </a:moveTo>
                  <a:cubicBezTo>
                    <a:pt x="201723" y="16032"/>
                    <a:pt x="214143" y="12135"/>
                    <a:pt x="227273" y="11073"/>
                  </a:cubicBezTo>
                  <a:cubicBezTo>
                    <a:pt x="230112" y="10718"/>
                    <a:pt x="234016" y="10718"/>
                    <a:pt x="234016" y="3987"/>
                  </a:cubicBezTo>
                  <a:cubicBezTo>
                    <a:pt x="234016" y="3279"/>
                    <a:pt x="233306" y="90"/>
                    <a:pt x="229403" y="90"/>
                  </a:cubicBezTo>
                  <a:cubicBezTo>
                    <a:pt x="220886" y="90"/>
                    <a:pt x="211304" y="1153"/>
                    <a:pt x="202433" y="1153"/>
                  </a:cubicBezTo>
                  <a:cubicBezTo>
                    <a:pt x="191787" y="1153"/>
                    <a:pt x="180076" y="90"/>
                    <a:pt x="169785" y="90"/>
                  </a:cubicBezTo>
                  <a:cubicBezTo>
                    <a:pt x="167656" y="90"/>
                    <a:pt x="163397" y="90"/>
                    <a:pt x="163397" y="6821"/>
                  </a:cubicBezTo>
                  <a:cubicBezTo>
                    <a:pt x="163397" y="10718"/>
                    <a:pt x="166236" y="10718"/>
                    <a:pt x="169075" y="11073"/>
                  </a:cubicBezTo>
                  <a:cubicBezTo>
                    <a:pt x="174753" y="11427"/>
                    <a:pt x="183270" y="13907"/>
                    <a:pt x="183270" y="22409"/>
                  </a:cubicBezTo>
                  <a:cubicBezTo>
                    <a:pt x="183270" y="27015"/>
                    <a:pt x="179366" y="34100"/>
                    <a:pt x="177947" y="36580"/>
                  </a:cubicBezTo>
                  <a:lnTo>
                    <a:pt x="75391" y="207693"/>
                  </a:lnTo>
                  <a:lnTo>
                    <a:pt x="57293" y="22055"/>
                  </a:lnTo>
                  <a:cubicBezTo>
                    <a:pt x="57293" y="11427"/>
                    <a:pt x="76100" y="11073"/>
                    <a:pt x="79649" y="11073"/>
                  </a:cubicBezTo>
                  <a:cubicBezTo>
                    <a:pt x="84617" y="11073"/>
                    <a:pt x="88521" y="11073"/>
                    <a:pt x="88521" y="4341"/>
                  </a:cubicBezTo>
                  <a:cubicBezTo>
                    <a:pt x="88521" y="90"/>
                    <a:pt x="84617" y="90"/>
                    <a:pt x="83553" y="90"/>
                  </a:cubicBezTo>
                  <a:cubicBezTo>
                    <a:pt x="70423" y="90"/>
                    <a:pt x="56228" y="1153"/>
                    <a:pt x="42743" y="1153"/>
                  </a:cubicBezTo>
                  <a:cubicBezTo>
                    <a:pt x="30678" y="1153"/>
                    <a:pt x="18257" y="90"/>
                    <a:pt x="6547" y="90"/>
                  </a:cubicBezTo>
                  <a:cubicBezTo>
                    <a:pt x="4772" y="90"/>
                    <a:pt x="159" y="90"/>
                    <a:pt x="159" y="6821"/>
                  </a:cubicBezTo>
                  <a:cubicBezTo>
                    <a:pt x="159" y="11073"/>
                    <a:pt x="3708" y="11073"/>
                    <a:pt x="8676" y="11073"/>
                  </a:cubicBezTo>
                  <a:cubicBezTo>
                    <a:pt x="26419" y="11073"/>
                    <a:pt x="27129" y="14261"/>
                    <a:pt x="27839" y="23118"/>
                  </a:cubicBezTo>
                  <a:lnTo>
                    <a:pt x="49131" y="241349"/>
                  </a:lnTo>
                  <a:cubicBezTo>
                    <a:pt x="49840" y="248080"/>
                    <a:pt x="50195" y="249852"/>
                    <a:pt x="55873" y="249852"/>
                  </a:cubicBezTo>
                  <a:cubicBezTo>
                    <a:pt x="60131" y="249852"/>
                    <a:pt x="61906" y="249497"/>
                    <a:pt x="65809" y="243120"/>
                  </a:cubicBezTo>
                  <a:lnTo>
                    <a:pt x="187528" y="39769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9160908F-B488-B1F2-9999-6872AB6CAA84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0700802" y="6910862"/>
              <a:ext cx="151527" cy="160484"/>
            </a:xfrm>
            <a:custGeom>
              <a:avLst/>
              <a:gdLst>
                <a:gd name="connsiteX0" fmla="*/ 85688 w 151527"/>
                <a:gd name="connsiteY0" fmla="*/ 135776 h 160484"/>
                <a:gd name="connsiteX1" fmla="*/ 115142 w 151527"/>
                <a:gd name="connsiteY1" fmla="*/ 160575 h 160484"/>
                <a:gd name="connsiteX2" fmla="*/ 141048 w 151527"/>
                <a:gd name="connsiteY2" fmla="*/ 140736 h 160484"/>
                <a:gd name="connsiteX3" fmla="*/ 151694 w 151527"/>
                <a:gd name="connsiteY3" fmla="*/ 106017 h 160484"/>
                <a:gd name="connsiteX4" fmla="*/ 146371 w 151527"/>
                <a:gd name="connsiteY4" fmla="*/ 102475 h 160484"/>
                <a:gd name="connsiteX5" fmla="*/ 139628 w 151527"/>
                <a:gd name="connsiteY5" fmla="*/ 110623 h 160484"/>
                <a:gd name="connsiteX6" fmla="*/ 115852 w 151527"/>
                <a:gd name="connsiteY6" fmla="*/ 152781 h 160484"/>
                <a:gd name="connsiteX7" fmla="*/ 106626 w 151527"/>
                <a:gd name="connsiteY7" fmla="*/ 138256 h 160484"/>
                <a:gd name="connsiteX8" fmla="*/ 109110 w 151527"/>
                <a:gd name="connsiteY8" fmla="*/ 120188 h 160484"/>
                <a:gd name="connsiteX9" fmla="*/ 133241 w 151527"/>
                <a:gd name="connsiteY9" fmla="*/ 23826 h 160484"/>
                <a:gd name="connsiteX10" fmla="*/ 134660 w 151527"/>
                <a:gd name="connsiteY10" fmla="*/ 16387 h 160484"/>
                <a:gd name="connsiteX11" fmla="*/ 125079 w 151527"/>
                <a:gd name="connsiteY11" fmla="*/ 7176 h 160484"/>
                <a:gd name="connsiteX12" fmla="*/ 110884 w 151527"/>
                <a:gd name="connsiteY12" fmla="*/ 20992 h 160484"/>
                <a:gd name="connsiteX13" fmla="*/ 81430 w 151527"/>
                <a:gd name="connsiteY13" fmla="*/ 90 h 160484"/>
                <a:gd name="connsiteX14" fmla="*/ 166 w 151527"/>
                <a:gd name="connsiteY14" fmla="*/ 105663 h 160484"/>
                <a:gd name="connsiteX15" fmla="*/ 43105 w 151527"/>
                <a:gd name="connsiteY15" fmla="*/ 160575 h 160484"/>
                <a:gd name="connsiteX16" fmla="*/ 85688 w 151527"/>
                <a:gd name="connsiteY16" fmla="*/ 135776 h 160484"/>
                <a:gd name="connsiteX17" fmla="*/ 104851 w 151527"/>
                <a:gd name="connsiteY17" fmla="*/ 45791 h 160484"/>
                <a:gd name="connsiteX18" fmla="*/ 88173 w 151527"/>
                <a:gd name="connsiteY18" fmla="*/ 112749 h 160484"/>
                <a:gd name="connsiteX19" fmla="*/ 43814 w 151527"/>
                <a:gd name="connsiteY19" fmla="*/ 152781 h 160484"/>
                <a:gd name="connsiteX20" fmla="*/ 24297 w 151527"/>
                <a:gd name="connsiteY20" fmla="*/ 121251 h 160484"/>
                <a:gd name="connsiteX21" fmla="*/ 41685 w 151527"/>
                <a:gd name="connsiteY21" fmla="*/ 47208 h 160484"/>
                <a:gd name="connsiteX22" fmla="*/ 81430 w 151527"/>
                <a:gd name="connsiteY22" fmla="*/ 7884 h 160484"/>
                <a:gd name="connsiteX23" fmla="*/ 105916 w 151527"/>
                <a:gd name="connsiteY23" fmla="*/ 41186 h 160484"/>
                <a:gd name="connsiteX24" fmla="*/ 104851 w 151527"/>
                <a:gd name="connsiteY24" fmla="*/ 45791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51527" h="160484">
                  <a:moveTo>
                    <a:pt x="85688" y="135776"/>
                  </a:moveTo>
                  <a:cubicBezTo>
                    <a:pt x="89592" y="153135"/>
                    <a:pt x="102722" y="160575"/>
                    <a:pt x="115142" y="160575"/>
                  </a:cubicBezTo>
                  <a:cubicBezTo>
                    <a:pt x="128272" y="160575"/>
                    <a:pt x="135725" y="151718"/>
                    <a:pt x="141048" y="140736"/>
                  </a:cubicBezTo>
                  <a:cubicBezTo>
                    <a:pt x="147435" y="127274"/>
                    <a:pt x="151694" y="106726"/>
                    <a:pt x="151694" y="106017"/>
                  </a:cubicBezTo>
                  <a:cubicBezTo>
                    <a:pt x="151694" y="102475"/>
                    <a:pt x="148855" y="102475"/>
                    <a:pt x="146371" y="102475"/>
                  </a:cubicBezTo>
                  <a:cubicBezTo>
                    <a:pt x="142112" y="102475"/>
                    <a:pt x="141757" y="102829"/>
                    <a:pt x="139628" y="110623"/>
                  </a:cubicBezTo>
                  <a:cubicBezTo>
                    <a:pt x="134660" y="130462"/>
                    <a:pt x="127918" y="152781"/>
                    <a:pt x="115852" y="152781"/>
                  </a:cubicBezTo>
                  <a:cubicBezTo>
                    <a:pt x="106626" y="152781"/>
                    <a:pt x="106626" y="143216"/>
                    <a:pt x="106626" y="138256"/>
                  </a:cubicBezTo>
                  <a:cubicBezTo>
                    <a:pt x="106626" y="135776"/>
                    <a:pt x="106626" y="130108"/>
                    <a:pt x="109110" y="120188"/>
                  </a:cubicBezTo>
                  <a:lnTo>
                    <a:pt x="133241" y="23826"/>
                  </a:lnTo>
                  <a:cubicBezTo>
                    <a:pt x="134660" y="18867"/>
                    <a:pt x="134660" y="18158"/>
                    <a:pt x="134660" y="16387"/>
                  </a:cubicBezTo>
                  <a:cubicBezTo>
                    <a:pt x="134660" y="8947"/>
                    <a:pt x="128627" y="7176"/>
                    <a:pt x="125079" y="7176"/>
                  </a:cubicBezTo>
                  <a:cubicBezTo>
                    <a:pt x="113723" y="7176"/>
                    <a:pt x="111239" y="19221"/>
                    <a:pt x="110884" y="20992"/>
                  </a:cubicBezTo>
                  <a:cubicBezTo>
                    <a:pt x="104142" y="5759"/>
                    <a:pt x="92786" y="90"/>
                    <a:pt x="81430" y="90"/>
                  </a:cubicBezTo>
                  <a:cubicBezTo>
                    <a:pt x="42040" y="90"/>
                    <a:pt x="166" y="53939"/>
                    <a:pt x="166" y="105663"/>
                  </a:cubicBezTo>
                  <a:cubicBezTo>
                    <a:pt x="166" y="135776"/>
                    <a:pt x="16490" y="160575"/>
                    <a:pt x="43105" y="160575"/>
                  </a:cubicBezTo>
                  <a:cubicBezTo>
                    <a:pt x="55880" y="160575"/>
                    <a:pt x="71494" y="153135"/>
                    <a:pt x="85688" y="135776"/>
                  </a:cubicBezTo>
                  <a:close/>
                  <a:moveTo>
                    <a:pt x="104851" y="45791"/>
                  </a:moveTo>
                  <a:lnTo>
                    <a:pt x="88173" y="112749"/>
                  </a:lnTo>
                  <a:cubicBezTo>
                    <a:pt x="85334" y="124085"/>
                    <a:pt x="63332" y="152781"/>
                    <a:pt x="43814" y="152781"/>
                  </a:cubicBezTo>
                  <a:cubicBezTo>
                    <a:pt x="27136" y="152781"/>
                    <a:pt x="24297" y="131879"/>
                    <a:pt x="24297" y="121251"/>
                  </a:cubicBezTo>
                  <a:cubicBezTo>
                    <a:pt x="24297" y="103537"/>
                    <a:pt x="35298" y="62088"/>
                    <a:pt x="41685" y="47208"/>
                  </a:cubicBezTo>
                  <a:cubicBezTo>
                    <a:pt x="50557" y="25598"/>
                    <a:pt x="66881" y="7884"/>
                    <a:pt x="81430" y="7884"/>
                  </a:cubicBezTo>
                  <a:cubicBezTo>
                    <a:pt x="97044" y="7884"/>
                    <a:pt x="105916" y="26306"/>
                    <a:pt x="105916" y="41186"/>
                  </a:cubicBezTo>
                  <a:cubicBezTo>
                    <a:pt x="105916" y="41894"/>
                    <a:pt x="105561" y="43666"/>
                    <a:pt x="104851" y="45791"/>
                  </a:cubicBez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FF0F2AEA-9892-CBB2-E463-328E860E4857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0873306" y="6910862"/>
              <a:ext cx="144075" cy="160484"/>
            </a:xfrm>
            <a:custGeom>
              <a:avLst/>
              <a:gdLst>
                <a:gd name="connsiteX0" fmla="*/ 62272 w 144075"/>
                <a:gd name="connsiteY0" fmla="*/ 54648 h 160484"/>
                <a:gd name="connsiteX1" fmla="*/ 109115 w 144075"/>
                <a:gd name="connsiteY1" fmla="*/ 7884 h 160484"/>
                <a:gd name="connsiteX2" fmla="*/ 127923 w 144075"/>
                <a:gd name="connsiteY2" fmla="*/ 12844 h 160484"/>
                <a:gd name="connsiteX3" fmla="*/ 114438 w 144075"/>
                <a:gd name="connsiteY3" fmla="*/ 29849 h 160484"/>
                <a:gd name="connsiteX4" fmla="*/ 126858 w 144075"/>
                <a:gd name="connsiteY4" fmla="*/ 41186 h 160484"/>
                <a:gd name="connsiteX5" fmla="*/ 144246 w 144075"/>
                <a:gd name="connsiteY5" fmla="*/ 22409 h 160484"/>
                <a:gd name="connsiteX6" fmla="*/ 109470 w 144075"/>
                <a:gd name="connsiteY6" fmla="*/ 90 h 160484"/>
                <a:gd name="connsiteX7" fmla="*/ 66531 w 144075"/>
                <a:gd name="connsiteY7" fmla="*/ 25598 h 160484"/>
                <a:gd name="connsiteX8" fmla="*/ 37077 w 144075"/>
                <a:gd name="connsiteY8" fmla="*/ 90 h 160484"/>
                <a:gd name="connsiteX9" fmla="*/ 11527 w 144075"/>
                <a:gd name="connsiteY9" fmla="*/ 18867 h 160484"/>
                <a:gd name="connsiteX10" fmla="*/ 171 w 144075"/>
                <a:gd name="connsiteY10" fmla="*/ 54648 h 160484"/>
                <a:gd name="connsiteX11" fmla="*/ 5494 w 144075"/>
                <a:gd name="connsiteY11" fmla="*/ 58191 h 160484"/>
                <a:gd name="connsiteX12" fmla="*/ 12236 w 144075"/>
                <a:gd name="connsiteY12" fmla="*/ 50042 h 160484"/>
                <a:gd name="connsiteX13" fmla="*/ 36367 w 144075"/>
                <a:gd name="connsiteY13" fmla="*/ 7884 h 160484"/>
                <a:gd name="connsiteX14" fmla="*/ 45594 w 144075"/>
                <a:gd name="connsiteY14" fmla="*/ 22055 h 160484"/>
                <a:gd name="connsiteX15" fmla="*/ 43110 w 144075"/>
                <a:gd name="connsiteY15" fmla="*/ 40123 h 160484"/>
                <a:gd name="connsiteX16" fmla="*/ 16495 w 144075"/>
                <a:gd name="connsiteY16" fmla="*/ 146404 h 160484"/>
                <a:gd name="connsiteX17" fmla="*/ 15430 w 144075"/>
                <a:gd name="connsiteY17" fmla="*/ 151364 h 160484"/>
                <a:gd name="connsiteX18" fmla="*/ 25366 w 144075"/>
                <a:gd name="connsiteY18" fmla="*/ 160575 h 160484"/>
                <a:gd name="connsiteX19" fmla="*/ 39206 w 144075"/>
                <a:gd name="connsiteY19" fmla="*/ 147467 h 160484"/>
                <a:gd name="connsiteX20" fmla="*/ 62272 w 144075"/>
                <a:gd name="connsiteY20" fmla="*/ 54648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4075" h="160484">
                  <a:moveTo>
                    <a:pt x="62272" y="54648"/>
                  </a:moveTo>
                  <a:cubicBezTo>
                    <a:pt x="62627" y="53585"/>
                    <a:pt x="78596" y="7884"/>
                    <a:pt x="109115" y="7884"/>
                  </a:cubicBezTo>
                  <a:cubicBezTo>
                    <a:pt x="110889" y="7884"/>
                    <a:pt x="120825" y="7884"/>
                    <a:pt x="127923" y="12844"/>
                  </a:cubicBezTo>
                  <a:cubicBezTo>
                    <a:pt x="115502" y="16741"/>
                    <a:pt x="114438" y="28078"/>
                    <a:pt x="114438" y="29849"/>
                  </a:cubicBezTo>
                  <a:cubicBezTo>
                    <a:pt x="114438" y="34455"/>
                    <a:pt x="117632" y="41186"/>
                    <a:pt x="126858" y="41186"/>
                  </a:cubicBezTo>
                  <a:cubicBezTo>
                    <a:pt x="133246" y="41186"/>
                    <a:pt x="144246" y="36226"/>
                    <a:pt x="144246" y="22409"/>
                  </a:cubicBezTo>
                  <a:cubicBezTo>
                    <a:pt x="144246" y="3987"/>
                    <a:pt x="121180" y="90"/>
                    <a:pt x="109470" y="90"/>
                  </a:cubicBezTo>
                  <a:cubicBezTo>
                    <a:pt x="84984" y="90"/>
                    <a:pt x="72209" y="17804"/>
                    <a:pt x="66531" y="25598"/>
                  </a:cubicBezTo>
                  <a:cubicBezTo>
                    <a:pt x="62627" y="6821"/>
                    <a:pt x="48788" y="90"/>
                    <a:pt x="37077" y="90"/>
                  </a:cubicBezTo>
                  <a:cubicBezTo>
                    <a:pt x="24302" y="90"/>
                    <a:pt x="17204" y="8238"/>
                    <a:pt x="11527" y="18867"/>
                  </a:cubicBezTo>
                  <a:cubicBezTo>
                    <a:pt x="4784" y="33037"/>
                    <a:pt x="171" y="53939"/>
                    <a:pt x="171" y="54648"/>
                  </a:cubicBezTo>
                  <a:cubicBezTo>
                    <a:pt x="171" y="58191"/>
                    <a:pt x="3720" y="58191"/>
                    <a:pt x="5494" y="58191"/>
                  </a:cubicBezTo>
                  <a:cubicBezTo>
                    <a:pt x="10107" y="58191"/>
                    <a:pt x="10462" y="57836"/>
                    <a:pt x="12236" y="50042"/>
                  </a:cubicBezTo>
                  <a:cubicBezTo>
                    <a:pt x="18624" y="25243"/>
                    <a:pt x="25366" y="7884"/>
                    <a:pt x="36367" y="7884"/>
                  </a:cubicBezTo>
                  <a:cubicBezTo>
                    <a:pt x="45594" y="7884"/>
                    <a:pt x="45594" y="18158"/>
                    <a:pt x="45594" y="22055"/>
                  </a:cubicBezTo>
                  <a:cubicBezTo>
                    <a:pt x="45594" y="27723"/>
                    <a:pt x="44529" y="34455"/>
                    <a:pt x="43110" y="40123"/>
                  </a:cubicBezTo>
                  <a:lnTo>
                    <a:pt x="16495" y="146404"/>
                  </a:lnTo>
                  <a:cubicBezTo>
                    <a:pt x="15785" y="148530"/>
                    <a:pt x="15430" y="150301"/>
                    <a:pt x="15430" y="151364"/>
                  </a:cubicBezTo>
                  <a:cubicBezTo>
                    <a:pt x="15430" y="155261"/>
                    <a:pt x="18269" y="160575"/>
                    <a:pt x="25366" y="160575"/>
                  </a:cubicBezTo>
                  <a:cubicBezTo>
                    <a:pt x="36012" y="160575"/>
                    <a:pt x="38496" y="150301"/>
                    <a:pt x="39206" y="147467"/>
                  </a:cubicBezTo>
                  <a:lnTo>
                    <a:pt x="62272" y="54648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2004FD42-A796-DF1A-DD3C-0DCDB72866CD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11035360" y="6801746"/>
              <a:ext cx="48616" cy="354271"/>
            </a:xfrm>
            <a:custGeom>
              <a:avLst/>
              <a:gdLst>
                <a:gd name="connsiteX0" fmla="*/ 48792 w 48616"/>
                <a:gd name="connsiteY0" fmla="*/ 354362 h 354271"/>
                <a:gd name="connsiteX1" fmla="*/ 48792 w 48616"/>
                <a:gd name="connsiteY1" fmla="*/ 340191 h 354271"/>
                <a:gd name="connsiteX2" fmla="*/ 14370 w 48616"/>
                <a:gd name="connsiteY2" fmla="*/ 340191 h 354271"/>
                <a:gd name="connsiteX3" fmla="*/ 14370 w 48616"/>
                <a:gd name="connsiteY3" fmla="*/ 14261 h 354271"/>
                <a:gd name="connsiteX4" fmla="*/ 48792 w 48616"/>
                <a:gd name="connsiteY4" fmla="*/ 14261 h 354271"/>
                <a:gd name="connsiteX5" fmla="*/ 48792 w 48616"/>
                <a:gd name="connsiteY5" fmla="*/ 90 h 354271"/>
                <a:gd name="connsiteX6" fmla="*/ 175 w 48616"/>
                <a:gd name="connsiteY6" fmla="*/ 90 h 354271"/>
                <a:gd name="connsiteX7" fmla="*/ 175 w 48616"/>
                <a:gd name="connsiteY7" fmla="*/ 354362 h 354271"/>
                <a:gd name="connsiteX8" fmla="*/ 48792 w 48616"/>
                <a:gd name="connsiteY8" fmla="*/ 354362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16" h="354271">
                  <a:moveTo>
                    <a:pt x="48792" y="354362"/>
                  </a:moveTo>
                  <a:lnTo>
                    <a:pt x="48792" y="340191"/>
                  </a:lnTo>
                  <a:lnTo>
                    <a:pt x="14370" y="340191"/>
                  </a:lnTo>
                  <a:lnTo>
                    <a:pt x="14370" y="14261"/>
                  </a:lnTo>
                  <a:lnTo>
                    <a:pt x="48792" y="14261"/>
                  </a:lnTo>
                  <a:lnTo>
                    <a:pt x="48792" y="90"/>
                  </a:lnTo>
                  <a:lnTo>
                    <a:pt x="175" y="90"/>
                  </a:lnTo>
                  <a:lnTo>
                    <a:pt x="175" y="354362"/>
                  </a:lnTo>
                  <a:lnTo>
                    <a:pt x="48792" y="354362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AB608413-6458-BBC1-C63A-C2023A3521E6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11272316" y="6515245"/>
              <a:ext cx="151776" cy="111843"/>
            </a:xfrm>
            <a:custGeom>
              <a:avLst/>
              <a:gdLst>
                <a:gd name="connsiteX0" fmla="*/ 18813 w 151776"/>
                <a:gd name="connsiteY0" fmla="*/ 93818 h 111843"/>
                <a:gd name="connsiteX1" fmla="*/ 16329 w 151776"/>
                <a:gd name="connsiteY1" fmla="*/ 103986 h 111843"/>
                <a:gd name="connsiteX2" fmla="*/ 24775 w 151776"/>
                <a:gd name="connsiteY2" fmla="*/ 111921 h 111843"/>
                <a:gd name="connsiteX3" fmla="*/ 34463 w 151776"/>
                <a:gd name="connsiteY3" fmla="*/ 106465 h 111843"/>
                <a:gd name="connsiteX4" fmla="*/ 38934 w 151776"/>
                <a:gd name="connsiteY4" fmla="*/ 91090 h 111843"/>
                <a:gd name="connsiteX5" fmla="*/ 44399 w 151776"/>
                <a:gd name="connsiteY5" fmla="*/ 68771 h 111843"/>
                <a:gd name="connsiteX6" fmla="*/ 48622 w 151776"/>
                <a:gd name="connsiteY6" fmla="*/ 52156 h 111843"/>
                <a:gd name="connsiteX7" fmla="*/ 59055 w 151776"/>
                <a:gd name="connsiteY7" fmla="*/ 29837 h 111843"/>
                <a:gd name="connsiteX8" fmla="*/ 96316 w 151776"/>
                <a:gd name="connsiteY8" fmla="*/ 7021 h 111843"/>
                <a:gd name="connsiteX9" fmla="*/ 110972 w 151776"/>
                <a:gd name="connsiteY9" fmla="*/ 24381 h 111843"/>
                <a:gd name="connsiteX10" fmla="*/ 96316 w 151776"/>
                <a:gd name="connsiteY10" fmla="*/ 77203 h 111843"/>
                <a:gd name="connsiteX11" fmla="*/ 92590 w 151776"/>
                <a:gd name="connsiteY11" fmla="*/ 90594 h 111843"/>
                <a:gd name="connsiteX12" fmla="*/ 116188 w 151776"/>
                <a:gd name="connsiteY12" fmla="*/ 111921 h 111843"/>
                <a:gd name="connsiteX13" fmla="*/ 151959 w 151776"/>
                <a:gd name="connsiteY13" fmla="*/ 73979 h 111843"/>
                <a:gd name="connsiteX14" fmla="*/ 147984 w 151776"/>
                <a:gd name="connsiteY14" fmla="*/ 70755 h 111843"/>
                <a:gd name="connsiteX15" fmla="*/ 143265 w 151776"/>
                <a:gd name="connsiteY15" fmla="*/ 74971 h 111843"/>
                <a:gd name="connsiteX16" fmla="*/ 116933 w 151776"/>
                <a:gd name="connsiteY16" fmla="*/ 104978 h 111843"/>
                <a:gd name="connsiteX17" fmla="*/ 110723 w 151776"/>
                <a:gd name="connsiteY17" fmla="*/ 96298 h 111843"/>
                <a:gd name="connsiteX18" fmla="*/ 116437 w 151776"/>
                <a:gd name="connsiteY18" fmla="*/ 76211 h 111843"/>
                <a:gd name="connsiteX19" fmla="*/ 129602 w 151776"/>
                <a:gd name="connsiteY19" fmla="*/ 28349 h 111843"/>
                <a:gd name="connsiteX20" fmla="*/ 97309 w 151776"/>
                <a:gd name="connsiteY20" fmla="*/ 78 h 111843"/>
                <a:gd name="connsiteX21" fmla="*/ 55329 w 151776"/>
                <a:gd name="connsiteY21" fmla="*/ 22645 h 111843"/>
                <a:gd name="connsiteX22" fmla="*/ 28749 w 151776"/>
                <a:gd name="connsiteY22" fmla="*/ 78 h 111843"/>
                <a:gd name="connsiteX23" fmla="*/ 9125 w 151776"/>
                <a:gd name="connsiteY23" fmla="*/ 13469 h 111843"/>
                <a:gd name="connsiteX24" fmla="*/ 183 w 151776"/>
                <a:gd name="connsiteY24" fmla="*/ 38020 h 111843"/>
                <a:gd name="connsiteX25" fmla="*/ 4405 w 151776"/>
                <a:gd name="connsiteY25" fmla="*/ 41244 h 111843"/>
                <a:gd name="connsiteX26" fmla="*/ 9870 w 151776"/>
                <a:gd name="connsiteY26" fmla="*/ 33804 h 111843"/>
                <a:gd name="connsiteX27" fmla="*/ 28004 w 151776"/>
                <a:gd name="connsiteY27" fmla="*/ 7021 h 111843"/>
                <a:gd name="connsiteX28" fmla="*/ 36201 w 151776"/>
                <a:gd name="connsiteY28" fmla="*/ 19173 h 111843"/>
                <a:gd name="connsiteX29" fmla="*/ 32227 w 151776"/>
                <a:gd name="connsiteY29" fmla="*/ 39756 h 111843"/>
                <a:gd name="connsiteX30" fmla="*/ 26762 w 151776"/>
                <a:gd name="connsiteY30" fmla="*/ 62075 h 111843"/>
                <a:gd name="connsiteX31" fmla="*/ 18813 w 151776"/>
                <a:gd name="connsiteY31" fmla="*/ 93818 h 111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776" h="111843">
                  <a:moveTo>
                    <a:pt x="18813" y="93818"/>
                  </a:moveTo>
                  <a:cubicBezTo>
                    <a:pt x="17819" y="97042"/>
                    <a:pt x="16329" y="103242"/>
                    <a:pt x="16329" y="103986"/>
                  </a:cubicBezTo>
                  <a:cubicBezTo>
                    <a:pt x="16329" y="109441"/>
                    <a:pt x="20800" y="111921"/>
                    <a:pt x="24775" y="111921"/>
                  </a:cubicBezTo>
                  <a:cubicBezTo>
                    <a:pt x="29246" y="111921"/>
                    <a:pt x="33221" y="108697"/>
                    <a:pt x="34463" y="106465"/>
                  </a:cubicBezTo>
                  <a:cubicBezTo>
                    <a:pt x="35705" y="104234"/>
                    <a:pt x="37692" y="96298"/>
                    <a:pt x="38934" y="91090"/>
                  </a:cubicBezTo>
                  <a:cubicBezTo>
                    <a:pt x="40176" y="86378"/>
                    <a:pt x="42908" y="74971"/>
                    <a:pt x="44399" y="68771"/>
                  </a:cubicBezTo>
                  <a:cubicBezTo>
                    <a:pt x="45889" y="63315"/>
                    <a:pt x="47380" y="57859"/>
                    <a:pt x="48622" y="52156"/>
                  </a:cubicBezTo>
                  <a:cubicBezTo>
                    <a:pt x="51354" y="41988"/>
                    <a:pt x="51851" y="40004"/>
                    <a:pt x="59055" y="29837"/>
                  </a:cubicBezTo>
                  <a:cubicBezTo>
                    <a:pt x="66010" y="19917"/>
                    <a:pt x="77685" y="7021"/>
                    <a:pt x="96316" y="7021"/>
                  </a:cubicBezTo>
                  <a:cubicBezTo>
                    <a:pt x="110723" y="7021"/>
                    <a:pt x="110972" y="19669"/>
                    <a:pt x="110972" y="24381"/>
                  </a:cubicBezTo>
                  <a:cubicBezTo>
                    <a:pt x="110972" y="39260"/>
                    <a:pt x="100290" y="66787"/>
                    <a:pt x="96316" y="77203"/>
                  </a:cubicBezTo>
                  <a:cubicBezTo>
                    <a:pt x="93583" y="84146"/>
                    <a:pt x="92590" y="86378"/>
                    <a:pt x="92590" y="90594"/>
                  </a:cubicBezTo>
                  <a:cubicBezTo>
                    <a:pt x="92590" y="103738"/>
                    <a:pt x="103520" y="111921"/>
                    <a:pt x="116188" y="111921"/>
                  </a:cubicBezTo>
                  <a:cubicBezTo>
                    <a:pt x="141029" y="111921"/>
                    <a:pt x="151959" y="77699"/>
                    <a:pt x="151959" y="73979"/>
                  </a:cubicBezTo>
                  <a:cubicBezTo>
                    <a:pt x="151959" y="70755"/>
                    <a:pt x="148729" y="70755"/>
                    <a:pt x="147984" y="70755"/>
                  </a:cubicBezTo>
                  <a:cubicBezTo>
                    <a:pt x="144507" y="70755"/>
                    <a:pt x="144258" y="72243"/>
                    <a:pt x="143265" y="74971"/>
                  </a:cubicBezTo>
                  <a:cubicBezTo>
                    <a:pt x="137551" y="94810"/>
                    <a:pt x="126870" y="104978"/>
                    <a:pt x="116933" y="104978"/>
                  </a:cubicBezTo>
                  <a:cubicBezTo>
                    <a:pt x="111717" y="104978"/>
                    <a:pt x="110723" y="101506"/>
                    <a:pt x="110723" y="96298"/>
                  </a:cubicBezTo>
                  <a:cubicBezTo>
                    <a:pt x="110723" y="90594"/>
                    <a:pt x="111965" y="87370"/>
                    <a:pt x="116437" y="76211"/>
                  </a:cubicBezTo>
                  <a:cubicBezTo>
                    <a:pt x="119418" y="68523"/>
                    <a:pt x="129602" y="42236"/>
                    <a:pt x="129602" y="28349"/>
                  </a:cubicBezTo>
                  <a:cubicBezTo>
                    <a:pt x="129602" y="4294"/>
                    <a:pt x="110475" y="78"/>
                    <a:pt x="97309" y="78"/>
                  </a:cubicBezTo>
                  <a:cubicBezTo>
                    <a:pt x="76692" y="78"/>
                    <a:pt x="62781" y="12725"/>
                    <a:pt x="55329" y="22645"/>
                  </a:cubicBezTo>
                  <a:cubicBezTo>
                    <a:pt x="53590" y="5534"/>
                    <a:pt x="38934" y="78"/>
                    <a:pt x="28749" y="78"/>
                  </a:cubicBezTo>
                  <a:cubicBezTo>
                    <a:pt x="18068" y="78"/>
                    <a:pt x="12354" y="7765"/>
                    <a:pt x="9125" y="13469"/>
                  </a:cubicBezTo>
                  <a:cubicBezTo>
                    <a:pt x="3660" y="22645"/>
                    <a:pt x="183" y="36780"/>
                    <a:pt x="183" y="38020"/>
                  </a:cubicBezTo>
                  <a:cubicBezTo>
                    <a:pt x="183" y="41244"/>
                    <a:pt x="3660" y="41244"/>
                    <a:pt x="4405" y="41244"/>
                  </a:cubicBezTo>
                  <a:cubicBezTo>
                    <a:pt x="7883" y="41244"/>
                    <a:pt x="8132" y="40500"/>
                    <a:pt x="9870" y="33804"/>
                  </a:cubicBezTo>
                  <a:cubicBezTo>
                    <a:pt x="13597" y="19173"/>
                    <a:pt x="18316" y="7021"/>
                    <a:pt x="28004" y="7021"/>
                  </a:cubicBezTo>
                  <a:cubicBezTo>
                    <a:pt x="34463" y="7021"/>
                    <a:pt x="36201" y="12477"/>
                    <a:pt x="36201" y="19173"/>
                  </a:cubicBezTo>
                  <a:cubicBezTo>
                    <a:pt x="36201" y="23885"/>
                    <a:pt x="33966" y="33060"/>
                    <a:pt x="32227" y="39756"/>
                  </a:cubicBezTo>
                  <a:cubicBezTo>
                    <a:pt x="30488" y="46452"/>
                    <a:pt x="28004" y="56619"/>
                    <a:pt x="26762" y="62075"/>
                  </a:cubicBezTo>
                  <a:lnTo>
                    <a:pt x="18813" y="93818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E066CB0-6F22-E9E3-C8E4-308161B060F4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11111932" y="6730890"/>
              <a:ext cx="472326" cy="495980"/>
            </a:xfrm>
            <a:custGeom>
              <a:avLst/>
              <a:gdLst>
                <a:gd name="connsiteX0" fmla="*/ 429566 w 472326"/>
                <a:gd name="connsiteY0" fmla="*/ 496061 h 495980"/>
                <a:gd name="connsiteX1" fmla="*/ 472504 w 472326"/>
                <a:gd name="connsiteY1" fmla="*/ 382694 h 495980"/>
                <a:gd name="connsiteX2" fmla="*/ 463633 w 472326"/>
                <a:gd name="connsiteY2" fmla="*/ 382694 h 495980"/>
                <a:gd name="connsiteX3" fmla="*/ 371368 w 472326"/>
                <a:gd name="connsiteY3" fmla="*/ 454257 h 495980"/>
                <a:gd name="connsiteX4" fmla="*/ 261004 w 472326"/>
                <a:gd name="connsiteY4" fmla="*/ 465239 h 495980"/>
                <a:gd name="connsiteX5" fmla="*/ 47020 w 472326"/>
                <a:gd name="connsiteY5" fmla="*/ 465239 h 495980"/>
                <a:gd name="connsiteX6" fmla="*/ 227647 w 472326"/>
                <a:gd name="connsiteY6" fmla="*/ 253739 h 495980"/>
                <a:gd name="connsiteX7" fmla="*/ 230841 w 472326"/>
                <a:gd name="connsiteY7" fmla="*/ 248071 h 495980"/>
                <a:gd name="connsiteX8" fmla="*/ 228357 w 472326"/>
                <a:gd name="connsiteY8" fmla="*/ 242757 h 495980"/>
                <a:gd name="connsiteX9" fmla="*/ 62989 w 472326"/>
                <a:gd name="connsiteY9" fmla="*/ 17086 h 495980"/>
                <a:gd name="connsiteX10" fmla="*/ 257456 w 472326"/>
                <a:gd name="connsiteY10" fmla="*/ 17086 h 495980"/>
                <a:gd name="connsiteX11" fmla="*/ 340494 w 472326"/>
                <a:gd name="connsiteY11" fmla="*/ 22754 h 495980"/>
                <a:gd name="connsiteX12" fmla="*/ 418565 w 472326"/>
                <a:gd name="connsiteY12" fmla="*/ 49324 h 495980"/>
                <a:gd name="connsiteX13" fmla="*/ 463633 w 472326"/>
                <a:gd name="connsiteY13" fmla="*/ 99631 h 495980"/>
                <a:gd name="connsiteX14" fmla="*/ 472504 w 472326"/>
                <a:gd name="connsiteY14" fmla="*/ 99631 h 495980"/>
                <a:gd name="connsiteX15" fmla="*/ 429566 w 472326"/>
                <a:gd name="connsiteY15" fmla="*/ 81 h 495980"/>
                <a:gd name="connsiteX16" fmla="*/ 10114 w 472326"/>
                <a:gd name="connsiteY16" fmla="*/ 81 h 495980"/>
                <a:gd name="connsiteX17" fmla="*/ 533 w 472326"/>
                <a:gd name="connsiteY17" fmla="*/ 2561 h 495980"/>
                <a:gd name="connsiteX18" fmla="*/ 178 w 472326"/>
                <a:gd name="connsiteY18" fmla="*/ 14252 h 495980"/>
                <a:gd name="connsiteX19" fmla="*/ 187902 w 472326"/>
                <a:gd name="connsiteY19" fmla="*/ 270744 h 495980"/>
                <a:gd name="connsiteX20" fmla="*/ 4081 w 472326"/>
                <a:gd name="connsiteY20" fmla="*/ 485787 h 495980"/>
                <a:gd name="connsiteX21" fmla="*/ 533 w 472326"/>
                <a:gd name="connsiteY21" fmla="*/ 492164 h 495980"/>
                <a:gd name="connsiteX22" fmla="*/ 10114 w 472326"/>
                <a:gd name="connsiteY22" fmla="*/ 496061 h 495980"/>
                <a:gd name="connsiteX23" fmla="*/ 429566 w 472326"/>
                <a:gd name="connsiteY23" fmla="*/ 496061 h 495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72326" h="495980">
                  <a:moveTo>
                    <a:pt x="429566" y="496061"/>
                  </a:moveTo>
                  <a:lnTo>
                    <a:pt x="472504" y="382694"/>
                  </a:lnTo>
                  <a:lnTo>
                    <a:pt x="463633" y="382694"/>
                  </a:lnTo>
                  <a:cubicBezTo>
                    <a:pt x="449793" y="419538"/>
                    <a:pt x="412177" y="443629"/>
                    <a:pt x="371368" y="454257"/>
                  </a:cubicBezTo>
                  <a:cubicBezTo>
                    <a:pt x="363915" y="456028"/>
                    <a:pt x="329139" y="465239"/>
                    <a:pt x="261004" y="465239"/>
                  </a:cubicBezTo>
                  <a:lnTo>
                    <a:pt x="47020" y="465239"/>
                  </a:lnTo>
                  <a:lnTo>
                    <a:pt x="227647" y="253739"/>
                  </a:lnTo>
                  <a:cubicBezTo>
                    <a:pt x="230131" y="250905"/>
                    <a:pt x="230841" y="249842"/>
                    <a:pt x="230841" y="248071"/>
                  </a:cubicBezTo>
                  <a:cubicBezTo>
                    <a:pt x="230841" y="247362"/>
                    <a:pt x="230841" y="246299"/>
                    <a:pt x="228357" y="242757"/>
                  </a:cubicBezTo>
                  <a:lnTo>
                    <a:pt x="62989" y="17086"/>
                  </a:lnTo>
                  <a:lnTo>
                    <a:pt x="257456" y="17086"/>
                  </a:lnTo>
                  <a:cubicBezTo>
                    <a:pt x="305008" y="17086"/>
                    <a:pt x="337300" y="22046"/>
                    <a:pt x="340494" y="22754"/>
                  </a:cubicBezTo>
                  <a:cubicBezTo>
                    <a:pt x="359657" y="25588"/>
                    <a:pt x="390530" y="31611"/>
                    <a:pt x="418565" y="49324"/>
                  </a:cubicBezTo>
                  <a:cubicBezTo>
                    <a:pt x="427436" y="54993"/>
                    <a:pt x="451567" y="70935"/>
                    <a:pt x="463633" y="99631"/>
                  </a:cubicBezTo>
                  <a:lnTo>
                    <a:pt x="472504" y="99631"/>
                  </a:lnTo>
                  <a:lnTo>
                    <a:pt x="429566" y="81"/>
                  </a:lnTo>
                  <a:lnTo>
                    <a:pt x="10114" y="81"/>
                  </a:lnTo>
                  <a:cubicBezTo>
                    <a:pt x="1952" y="81"/>
                    <a:pt x="1597" y="435"/>
                    <a:pt x="533" y="2561"/>
                  </a:cubicBezTo>
                  <a:cubicBezTo>
                    <a:pt x="178" y="3623"/>
                    <a:pt x="178" y="10355"/>
                    <a:pt x="178" y="14252"/>
                  </a:cubicBezTo>
                  <a:lnTo>
                    <a:pt x="187902" y="270744"/>
                  </a:lnTo>
                  <a:lnTo>
                    <a:pt x="4081" y="485787"/>
                  </a:lnTo>
                  <a:cubicBezTo>
                    <a:pt x="533" y="490038"/>
                    <a:pt x="533" y="491810"/>
                    <a:pt x="533" y="492164"/>
                  </a:cubicBezTo>
                  <a:cubicBezTo>
                    <a:pt x="533" y="496061"/>
                    <a:pt x="3727" y="496061"/>
                    <a:pt x="10114" y="496061"/>
                  </a:cubicBezTo>
                  <a:lnTo>
                    <a:pt x="429566" y="496061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8D0B540-63B2-7879-C81D-7EC859B2179B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11130175" y="7321025"/>
              <a:ext cx="75267" cy="166897"/>
            </a:xfrm>
            <a:custGeom>
              <a:avLst/>
              <a:gdLst>
                <a:gd name="connsiteX0" fmla="*/ 68987 w 75267"/>
                <a:gd name="connsiteY0" fmla="*/ 9526 h 166897"/>
                <a:gd name="connsiteX1" fmla="*/ 59051 w 75267"/>
                <a:gd name="connsiteY1" fmla="*/ 102 h 166897"/>
                <a:gd name="connsiteX2" fmla="*/ 45140 w 75267"/>
                <a:gd name="connsiteY2" fmla="*/ 13741 h 166897"/>
                <a:gd name="connsiteX3" fmla="*/ 55076 w 75267"/>
                <a:gd name="connsiteY3" fmla="*/ 23165 h 166897"/>
                <a:gd name="connsiteX4" fmla="*/ 68987 w 75267"/>
                <a:gd name="connsiteY4" fmla="*/ 9526 h 166897"/>
                <a:gd name="connsiteX5" fmla="*/ 18312 w 75267"/>
                <a:gd name="connsiteY5" fmla="*/ 135504 h 166897"/>
                <a:gd name="connsiteX6" fmla="*/ 16077 w 75267"/>
                <a:gd name="connsiteY6" fmla="*/ 145920 h 166897"/>
                <a:gd name="connsiteX7" fmla="*/ 39675 w 75267"/>
                <a:gd name="connsiteY7" fmla="*/ 166999 h 166897"/>
                <a:gd name="connsiteX8" fmla="*/ 75446 w 75267"/>
                <a:gd name="connsiteY8" fmla="*/ 129057 h 166897"/>
                <a:gd name="connsiteX9" fmla="*/ 71471 w 75267"/>
                <a:gd name="connsiteY9" fmla="*/ 125833 h 166897"/>
                <a:gd name="connsiteX10" fmla="*/ 66751 w 75267"/>
                <a:gd name="connsiteY10" fmla="*/ 130049 h 166897"/>
                <a:gd name="connsiteX11" fmla="*/ 40420 w 75267"/>
                <a:gd name="connsiteY11" fmla="*/ 160056 h 166897"/>
                <a:gd name="connsiteX12" fmla="*/ 34210 w 75267"/>
                <a:gd name="connsiteY12" fmla="*/ 151376 h 166897"/>
                <a:gd name="connsiteX13" fmla="*/ 38185 w 75267"/>
                <a:gd name="connsiteY13" fmla="*/ 135504 h 166897"/>
                <a:gd name="connsiteX14" fmla="*/ 46134 w 75267"/>
                <a:gd name="connsiteY14" fmla="*/ 115665 h 166897"/>
                <a:gd name="connsiteX15" fmla="*/ 58306 w 75267"/>
                <a:gd name="connsiteY15" fmla="*/ 84171 h 166897"/>
                <a:gd name="connsiteX16" fmla="*/ 59796 w 75267"/>
                <a:gd name="connsiteY16" fmla="*/ 76235 h 166897"/>
                <a:gd name="connsiteX17" fmla="*/ 36197 w 75267"/>
                <a:gd name="connsiteY17" fmla="*/ 55156 h 166897"/>
                <a:gd name="connsiteX18" fmla="*/ 179 w 75267"/>
                <a:gd name="connsiteY18" fmla="*/ 93098 h 166897"/>
                <a:gd name="connsiteX19" fmla="*/ 4401 w 75267"/>
                <a:gd name="connsiteY19" fmla="*/ 96322 h 166897"/>
                <a:gd name="connsiteX20" fmla="*/ 8873 w 75267"/>
                <a:gd name="connsiteY20" fmla="*/ 92354 h 166897"/>
                <a:gd name="connsiteX21" fmla="*/ 35452 w 75267"/>
                <a:gd name="connsiteY21" fmla="*/ 62099 h 166897"/>
                <a:gd name="connsiteX22" fmla="*/ 41662 w 75267"/>
                <a:gd name="connsiteY22" fmla="*/ 70779 h 166897"/>
                <a:gd name="connsiteX23" fmla="*/ 33962 w 75267"/>
                <a:gd name="connsiteY23" fmla="*/ 95578 h 166897"/>
                <a:gd name="connsiteX24" fmla="*/ 18312 w 75267"/>
                <a:gd name="connsiteY24" fmla="*/ 135504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267" h="166897">
                  <a:moveTo>
                    <a:pt x="68987" y="9526"/>
                  </a:moveTo>
                  <a:cubicBezTo>
                    <a:pt x="68987" y="5558"/>
                    <a:pt x="66006" y="102"/>
                    <a:pt x="59051" y="102"/>
                  </a:cubicBezTo>
                  <a:cubicBezTo>
                    <a:pt x="52344" y="102"/>
                    <a:pt x="45140" y="6550"/>
                    <a:pt x="45140" y="13741"/>
                  </a:cubicBezTo>
                  <a:cubicBezTo>
                    <a:pt x="45140" y="17957"/>
                    <a:pt x="48369" y="23165"/>
                    <a:pt x="55076" y="23165"/>
                  </a:cubicBezTo>
                  <a:cubicBezTo>
                    <a:pt x="62280" y="23165"/>
                    <a:pt x="68987" y="16221"/>
                    <a:pt x="68987" y="9526"/>
                  </a:cubicBezTo>
                  <a:close/>
                  <a:moveTo>
                    <a:pt x="18312" y="135504"/>
                  </a:moveTo>
                  <a:cubicBezTo>
                    <a:pt x="17319" y="138728"/>
                    <a:pt x="16077" y="141704"/>
                    <a:pt x="16077" y="145920"/>
                  </a:cubicBezTo>
                  <a:cubicBezTo>
                    <a:pt x="16077" y="157576"/>
                    <a:pt x="26013" y="166999"/>
                    <a:pt x="39675" y="166999"/>
                  </a:cubicBezTo>
                  <a:cubicBezTo>
                    <a:pt x="64516" y="166999"/>
                    <a:pt x="75446" y="132777"/>
                    <a:pt x="75446" y="129057"/>
                  </a:cubicBezTo>
                  <a:cubicBezTo>
                    <a:pt x="75446" y="125833"/>
                    <a:pt x="72216" y="125833"/>
                    <a:pt x="71471" y="125833"/>
                  </a:cubicBezTo>
                  <a:cubicBezTo>
                    <a:pt x="67993" y="125833"/>
                    <a:pt x="67745" y="127321"/>
                    <a:pt x="66751" y="130049"/>
                  </a:cubicBezTo>
                  <a:cubicBezTo>
                    <a:pt x="61038" y="149888"/>
                    <a:pt x="50108" y="160056"/>
                    <a:pt x="40420" y="160056"/>
                  </a:cubicBezTo>
                  <a:cubicBezTo>
                    <a:pt x="35452" y="160056"/>
                    <a:pt x="34210" y="156832"/>
                    <a:pt x="34210" y="151376"/>
                  </a:cubicBezTo>
                  <a:cubicBezTo>
                    <a:pt x="34210" y="145672"/>
                    <a:pt x="35949" y="140960"/>
                    <a:pt x="38185" y="135504"/>
                  </a:cubicBezTo>
                  <a:cubicBezTo>
                    <a:pt x="40669" y="128809"/>
                    <a:pt x="43401" y="122113"/>
                    <a:pt x="46134" y="115665"/>
                  </a:cubicBezTo>
                  <a:cubicBezTo>
                    <a:pt x="48369" y="109714"/>
                    <a:pt x="57312" y="87146"/>
                    <a:pt x="58306" y="84171"/>
                  </a:cubicBezTo>
                  <a:cubicBezTo>
                    <a:pt x="59051" y="81691"/>
                    <a:pt x="59796" y="78715"/>
                    <a:pt x="59796" y="76235"/>
                  </a:cubicBezTo>
                  <a:cubicBezTo>
                    <a:pt x="59796" y="64579"/>
                    <a:pt x="49860" y="55156"/>
                    <a:pt x="36197" y="55156"/>
                  </a:cubicBezTo>
                  <a:cubicBezTo>
                    <a:pt x="11605" y="55156"/>
                    <a:pt x="179" y="88882"/>
                    <a:pt x="179" y="93098"/>
                  </a:cubicBezTo>
                  <a:cubicBezTo>
                    <a:pt x="179" y="96322"/>
                    <a:pt x="3656" y="96322"/>
                    <a:pt x="4401" y="96322"/>
                  </a:cubicBezTo>
                  <a:cubicBezTo>
                    <a:pt x="7879" y="96322"/>
                    <a:pt x="8128" y="95082"/>
                    <a:pt x="8873" y="92354"/>
                  </a:cubicBezTo>
                  <a:cubicBezTo>
                    <a:pt x="15331" y="71027"/>
                    <a:pt x="26261" y="62099"/>
                    <a:pt x="35452" y="62099"/>
                  </a:cubicBezTo>
                  <a:cubicBezTo>
                    <a:pt x="39427" y="62099"/>
                    <a:pt x="41662" y="64083"/>
                    <a:pt x="41662" y="70779"/>
                  </a:cubicBezTo>
                  <a:cubicBezTo>
                    <a:pt x="41662" y="76483"/>
                    <a:pt x="40172" y="80203"/>
                    <a:pt x="33962" y="95578"/>
                  </a:cubicBezTo>
                  <a:lnTo>
                    <a:pt x="18312" y="135504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423DEFE-823C-33DB-E6A2-B7E00F67FA66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11236290" y="7389966"/>
              <a:ext cx="182826" cy="66709"/>
            </a:xfrm>
            <a:custGeom>
              <a:avLst/>
              <a:gdLst>
                <a:gd name="connsiteX0" fmla="*/ 173569 w 182826"/>
                <a:gd name="connsiteY0" fmla="*/ 12253 h 66709"/>
                <a:gd name="connsiteX1" fmla="*/ 183008 w 182826"/>
                <a:gd name="connsiteY1" fmla="*/ 6054 h 66709"/>
                <a:gd name="connsiteX2" fmla="*/ 173817 w 182826"/>
                <a:gd name="connsiteY2" fmla="*/ 102 h 66709"/>
                <a:gd name="connsiteX3" fmla="*/ 9372 w 182826"/>
                <a:gd name="connsiteY3" fmla="*/ 102 h 66709"/>
                <a:gd name="connsiteX4" fmla="*/ 181 w 182826"/>
                <a:gd name="connsiteY4" fmla="*/ 6054 h 66709"/>
                <a:gd name="connsiteX5" fmla="*/ 9621 w 182826"/>
                <a:gd name="connsiteY5" fmla="*/ 12253 h 66709"/>
                <a:gd name="connsiteX6" fmla="*/ 173569 w 182826"/>
                <a:gd name="connsiteY6" fmla="*/ 12253 h 66709"/>
                <a:gd name="connsiteX7" fmla="*/ 173817 w 182826"/>
                <a:gd name="connsiteY7" fmla="*/ 66811 h 66709"/>
                <a:gd name="connsiteX8" fmla="*/ 183008 w 182826"/>
                <a:gd name="connsiteY8" fmla="*/ 60859 h 66709"/>
                <a:gd name="connsiteX9" fmla="*/ 173569 w 182826"/>
                <a:gd name="connsiteY9" fmla="*/ 54660 h 66709"/>
                <a:gd name="connsiteX10" fmla="*/ 9621 w 182826"/>
                <a:gd name="connsiteY10" fmla="*/ 54660 h 66709"/>
                <a:gd name="connsiteX11" fmla="*/ 181 w 182826"/>
                <a:gd name="connsiteY11" fmla="*/ 60859 h 66709"/>
                <a:gd name="connsiteX12" fmla="*/ 9372 w 182826"/>
                <a:gd name="connsiteY12" fmla="*/ 66811 h 66709"/>
                <a:gd name="connsiteX13" fmla="*/ 173817 w 182826"/>
                <a:gd name="connsiteY13" fmla="*/ 66811 h 66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2826" h="66709">
                  <a:moveTo>
                    <a:pt x="173569" y="12253"/>
                  </a:moveTo>
                  <a:cubicBezTo>
                    <a:pt x="177295" y="12253"/>
                    <a:pt x="183008" y="12253"/>
                    <a:pt x="183008" y="6054"/>
                  </a:cubicBezTo>
                  <a:cubicBezTo>
                    <a:pt x="183008" y="102"/>
                    <a:pt x="177047" y="102"/>
                    <a:pt x="173817" y="102"/>
                  </a:cubicBezTo>
                  <a:lnTo>
                    <a:pt x="9372" y="102"/>
                  </a:lnTo>
                  <a:cubicBezTo>
                    <a:pt x="6143" y="102"/>
                    <a:pt x="181" y="102"/>
                    <a:pt x="181" y="6054"/>
                  </a:cubicBezTo>
                  <a:cubicBezTo>
                    <a:pt x="181" y="12253"/>
                    <a:pt x="5895" y="12253"/>
                    <a:pt x="9621" y="12253"/>
                  </a:cubicBezTo>
                  <a:lnTo>
                    <a:pt x="173569" y="12253"/>
                  </a:lnTo>
                  <a:close/>
                  <a:moveTo>
                    <a:pt x="173817" y="66811"/>
                  </a:moveTo>
                  <a:cubicBezTo>
                    <a:pt x="177047" y="66811"/>
                    <a:pt x="183008" y="66811"/>
                    <a:pt x="183008" y="60859"/>
                  </a:cubicBezTo>
                  <a:cubicBezTo>
                    <a:pt x="183008" y="54660"/>
                    <a:pt x="177295" y="54660"/>
                    <a:pt x="173569" y="54660"/>
                  </a:cubicBezTo>
                  <a:lnTo>
                    <a:pt x="9621" y="54660"/>
                  </a:lnTo>
                  <a:cubicBezTo>
                    <a:pt x="5895" y="54660"/>
                    <a:pt x="181" y="54660"/>
                    <a:pt x="181" y="60859"/>
                  </a:cubicBezTo>
                  <a:cubicBezTo>
                    <a:pt x="181" y="66811"/>
                    <a:pt x="6143" y="66811"/>
                    <a:pt x="9372" y="66811"/>
                  </a:cubicBezTo>
                  <a:lnTo>
                    <a:pt x="173817" y="66811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FDB1A7D8-F3BD-C91D-88AF-43C584C7F189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11463827" y="7320777"/>
              <a:ext cx="90419" cy="164665"/>
            </a:xfrm>
            <a:custGeom>
              <a:avLst/>
              <a:gdLst>
                <a:gd name="connsiteX0" fmla="*/ 56327 w 90419"/>
                <a:gd name="connsiteY0" fmla="*/ 7046 h 164665"/>
                <a:gd name="connsiteX1" fmla="*/ 48875 w 90419"/>
                <a:gd name="connsiteY1" fmla="*/ 102 h 164665"/>
                <a:gd name="connsiteX2" fmla="*/ 188 w 90419"/>
                <a:gd name="connsiteY2" fmla="*/ 15973 h 164665"/>
                <a:gd name="connsiteX3" fmla="*/ 188 w 90419"/>
                <a:gd name="connsiteY3" fmla="*/ 24901 h 164665"/>
                <a:gd name="connsiteX4" fmla="*/ 36206 w 90419"/>
                <a:gd name="connsiteY4" fmla="*/ 17957 h 164665"/>
                <a:gd name="connsiteX5" fmla="*/ 36206 w 90419"/>
                <a:gd name="connsiteY5" fmla="*/ 144432 h 164665"/>
                <a:gd name="connsiteX6" fmla="*/ 11366 w 90419"/>
                <a:gd name="connsiteY6" fmla="*/ 155840 h 164665"/>
                <a:gd name="connsiteX7" fmla="*/ 1926 w 90419"/>
                <a:gd name="connsiteY7" fmla="*/ 155840 h 164665"/>
                <a:gd name="connsiteX8" fmla="*/ 1926 w 90419"/>
                <a:gd name="connsiteY8" fmla="*/ 164767 h 164665"/>
                <a:gd name="connsiteX9" fmla="*/ 46143 w 90419"/>
                <a:gd name="connsiteY9" fmla="*/ 163775 h 164665"/>
                <a:gd name="connsiteX10" fmla="*/ 90607 w 90419"/>
                <a:gd name="connsiteY10" fmla="*/ 164767 h 164665"/>
                <a:gd name="connsiteX11" fmla="*/ 90607 w 90419"/>
                <a:gd name="connsiteY11" fmla="*/ 155840 h 164665"/>
                <a:gd name="connsiteX12" fmla="*/ 81168 w 90419"/>
                <a:gd name="connsiteY12" fmla="*/ 155840 h 164665"/>
                <a:gd name="connsiteX13" fmla="*/ 56327 w 90419"/>
                <a:gd name="connsiteY13" fmla="*/ 144432 h 164665"/>
                <a:gd name="connsiteX14" fmla="*/ 56327 w 90419"/>
                <a:gd name="connsiteY14" fmla="*/ 7046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419" h="164665">
                  <a:moveTo>
                    <a:pt x="56327" y="7046"/>
                  </a:moveTo>
                  <a:cubicBezTo>
                    <a:pt x="56327" y="350"/>
                    <a:pt x="55831" y="102"/>
                    <a:pt x="48875" y="102"/>
                  </a:cubicBezTo>
                  <a:cubicBezTo>
                    <a:pt x="32977" y="15725"/>
                    <a:pt x="10372" y="15973"/>
                    <a:pt x="188" y="15973"/>
                  </a:cubicBezTo>
                  <a:lnTo>
                    <a:pt x="188" y="24901"/>
                  </a:lnTo>
                  <a:cubicBezTo>
                    <a:pt x="6149" y="24901"/>
                    <a:pt x="22544" y="24901"/>
                    <a:pt x="36206" y="17957"/>
                  </a:cubicBezTo>
                  <a:lnTo>
                    <a:pt x="36206" y="144432"/>
                  </a:lnTo>
                  <a:cubicBezTo>
                    <a:pt x="36206" y="152616"/>
                    <a:pt x="36206" y="155840"/>
                    <a:pt x="11366" y="155840"/>
                  </a:cubicBezTo>
                  <a:lnTo>
                    <a:pt x="1926" y="155840"/>
                  </a:lnTo>
                  <a:lnTo>
                    <a:pt x="1926" y="164767"/>
                  </a:lnTo>
                  <a:cubicBezTo>
                    <a:pt x="6398" y="164519"/>
                    <a:pt x="36952" y="163775"/>
                    <a:pt x="46143" y="163775"/>
                  </a:cubicBezTo>
                  <a:cubicBezTo>
                    <a:pt x="53843" y="163775"/>
                    <a:pt x="85142" y="164519"/>
                    <a:pt x="90607" y="164767"/>
                  </a:cubicBezTo>
                  <a:lnTo>
                    <a:pt x="90607" y="155840"/>
                  </a:lnTo>
                  <a:lnTo>
                    <a:pt x="81168" y="155840"/>
                  </a:lnTo>
                  <a:cubicBezTo>
                    <a:pt x="56327" y="155840"/>
                    <a:pt x="56327" y="152616"/>
                    <a:pt x="56327" y="144432"/>
                  </a:cubicBezTo>
                  <a:lnTo>
                    <a:pt x="56327" y="7046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8A66253-C271-53EA-8E25-60E88FCE9037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11673369" y="6825483"/>
              <a:ext cx="292409" cy="241967"/>
            </a:xfrm>
            <a:custGeom>
              <a:avLst/>
              <a:gdLst>
                <a:gd name="connsiteX0" fmla="*/ 162722 w 292409"/>
                <a:gd name="connsiteY0" fmla="*/ 96452 h 241967"/>
                <a:gd name="connsiteX1" fmla="*/ 132914 w 292409"/>
                <a:gd name="connsiteY1" fmla="*/ 25952 h 241967"/>
                <a:gd name="connsiteX2" fmla="*/ 131139 w 292409"/>
                <a:gd name="connsiteY2" fmla="*/ 21346 h 241967"/>
                <a:gd name="connsiteX3" fmla="*/ 152077 w 292409"/>
                <a:gd name="connsiteY3" fmla="*/ 11073 h 241967"/>
                <a:gd name="connsiteX4" fmla="*/ 159174 w 292409"/>
                <a:gd name="connsiteY4" fmla="*/ 4341 h 241967"/>
                <a:gd name="connsiteX5" fmla="*/ 153851 w 292409"/>
                <a:gd name="connsiteY5" fmla="*/ 90 h 241967"/>
                <a:gd name="connsiteX6" fmla="*/ 109138 w 292409"/>
                <a:gd name="connsiteY6" fmla="*/ 1153 h 241967"/>
                <a:gd name="connsiteX7" fmla="*/ 69393 w 292409"/>
                <a:gd name="connsiteY7" fmla="*/ 90 h 241967"/>
                <a:gd name="connsiteX8" fmla="*/ 63005 w 292409"/>
                <a:gd name="connsiteY8" fmla="*/ 7176 h 241967"/>
                <a:gd name="connsiteX9" fmla="*/ 71167 w 292409"/>
                <a:gd name="connsiteY9" fmla="*/ 11073 h 241967"/>
                <a:gd name="connsiteX10" fmla="*/ 97782 w 292409"/>
                <a:gd name="connsiteY10" fmla="*/ 22409 h 241967"/>
                <a:gd name="connsiteX11" fmla="*/ 139656 w 292409"/>
                <a:gd name="connsiteY11" fmla="*/ 121251 h 241967"/>
                <a:gd name="connsiteX12" fmla="*/ 64780 w 292409"/>
                <a:gd name="connsiteY12" fmla="*/ 201671 h 241967"/>
                <a:gd name="connsiteX13" fmla="*/ 60166 w 292409"/>
                <a:gd name="connsiteY13" fmla="*/ 205568 h 241967"/>
                <a:gd name="connsiteX14" fmla="*/ 8001 w 292409"/>
                <a:gd name="connsiteY14" fmla="*/ 231075 h 241967"/>
                <a:gd name="connsiteX15" fmla="*/ 194 w 292409"/>
                <a:gd name="connsiteY15" fmla="*/ 238161 h 241967"/>
                <a:gd name="connsiteX16" fmla="*/ 4807 w 292409"/>
                <a:gd name="connsiteY16" fmla="*/ 242058 h 241967"/>
                <a:gd name="connsiteX17" fmla="*/ 38165 w 292409"/>
                <a:gd name="connsiteY17" fmla="*/ 240995 h 241967"/>
                <a:gd name="connsiteX18" fmla="*/ 77910 w 292409"/>
                <a:gd name="connsiteY18" fmla="*/ 242058 h 241967"/>
                <a:gd name="connsiteX19" fmla="*/ 84297 w 292409"/>
                <a:gd name="connsiteY19" fmla="*/ 234972 h 241967"/>
                <a:gd name="connsiteX20" fmla="*/ 80039 w 292409"/>
                <a:gd name="connsiteY20" fmla="*/ 231075 h 241967"/>
                <a:gd name="connsiteX21" fmla="*/ 65844 w 292409"/>
                <a:gd name="connsiteY21" fmla="*/ 220093 h 241967"/>
                <a:gd name="connsiteX22" fmla="*/ 75426 w 292409"/>
                <a:gd name="connsiteY22" fmla="*/ 204151 h 241967"/>
                <a:gd name="connsiteX23" fmla="*/ 111622 w 292409"/>
                <a:gd name="connsiteY23" fmla="*/ 165889 h 241967"/>
                <a:gd name="connsiteX24" fmla="*/ 143560 w 292409"/>
                <a:gd name="connsiteY24" fmla="*/ 131171 h 241967"/>
                <a:gd name="connsiteX25" fmla="*/ 179401 w 292409"/>
                <a:gd name="connsiteY25" fmla="*/ 215842 h 241967"/>
                <a:gd name="connsiteX26" fmla="*/ 181176 w 292409"/>
                <a:gd name="connsiteY26" fmla="*/ 220801 h 241967"/>
                <a:gd name="connsiteX27" fmla="*/ 160593 w 292409"/>
                <a:gd name="connsiteY27" fmla="*/ 231075 h 241967"/>
                <a:gd name="connsiteX28" fmla="*/ 153496 w 292409"/>
                <a:gd name="connsiteY28" fmla="*/ 237806 h 241967"/>
                <a:gd name="connsiteX29" fmla="*/ 158819 w 292409"/>
                <a:gd name="connsiteY29" fmla="*/ 242058 h 241967"/>
                <a:gd name="connsiteX30" fmla="*/ 203532 w 292409"/>
                <a:gd name="connsiteY30" fmla="*/ 240995 h 241967"/>
                <a:gd name="connsiteX31" fmla="*/ 242922 w 292409"/>
                <a:gd name="connsiteY31" fmla="*/ 242058 h 241967"/>
                <a:gd name="connsiteX32" fmla="*/ 249665 w 292409"/>
                <a:gd name="connsiteY32" fmla="*/ 235326 h 241967"/>
                <a:gd name="connsiteX33" fmla="*/ 243277 w 292409"/>
                <a:gd name="connsiteY33" fmla="*/ 231075 h 241967"/>
                <a:gd name="connsiteX34" fmla="*/ 212759 w 292409"/>
                <a:gd name="connsiteY34" fmla="*/ 215487 h 241967"/>
                <a:gd name="connsiteX35" fmla="*/ 166981 w 292409"/>
                <a:gd name="connsiteY35" fmla="*/ 106017 h 241967"/>
                <a:gd name="connsiteX36" fmla="*/ 239728 w 292409"/>
                <a:gd name="connsiteY36" fmla="*/ 29140 h 241967"/>
                <a:gd name="connsiteX37" fmla="*/ 284796 w 292409"/>
                <a:gd name="connsiteY37" fmla="*/ 11073 h 241967"/>
                <a:gd name="connsiteX38" fmla="*/ 292603 w 292409"/>
                <a:gd name="connsiteY38" fmla="*/ 3987 h 241967"/>
                <a:gd name="connsiteX39" fmla="*/ 287990 w 292409"/>
                <a:gd name="connsiteY39" fmla="*/ 90 h 241967"/>
                <a:gd name="connsiteX40" fmla="*/ 254633 w 292409"/>
                <a:gd name="connsiteY40" fmla="*/ 1153 h 241967"/>
                <a:gd name="connsiteX41" fmla="*/ 215243 w 292409"/>
                <a:gd name="connsiteY41" fmla="*/ 90 h 241967"/>
                <a:gd name="connsiteX42" fmla="*/ 208500 w 292409"/>
                <a:gd name="connsiteY42" fmla="*/ 7176 h 241967"/>
                <a:gd name="connsiteX43" fmla="*/ 212759 w 292409"/>
                <a:gd name="connsiteY43" fmla="*/ 11073 h 241967"/>
                <a:gd name="connsiteX44" fmla="*/ 226953 w 292409"/>
                <a:gd name="connsiteY44" fmla="*/ 22055 h 241967"/>
                <a:gd name="connsiteX45" fmla="*/ 220211 w 292409"/>
                <a:gd name="connsiteY45" fmla="*/ 34809 h 241967"/>
                <a:gd name="connsiteX46" fmla="*/ 162722 w 292409"/>
                <a:gd name="connsiteY46" fmla="*/ 96452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2409" h="241967">
                  <a:moveTo>
                    <a:pt x="162722" y="96452"/>
                  </a:moveTo>
                  <a:lnTo>
                    <a:pt x="132914" y="25952"/>
                  </a:lnTo>
                  <a:cubicBezTo>
                    <a:pt x="131849" y="23118"/>
                    <a:pt x="131139" y="21701"/>
                    <a:pt x="131139" y="21346"/>
                  </a:cubicBezTo>
                  <a:cubicBezTo>
                    <a:pt x="131139" y="19221"/>
                    <a:pt x="137172" y="12490"/>
                    <a:pt x="152077" y="11073"/>
                  </a:cubicBezTo>
                  <a:cubicBezTo>
                    <a:pt x="155625" y="10718"/>
                    <a:pt x="159174" y="10364"/>
                    <a:pt x="159174" y="4341"/>
                  </a:cubicBezTo>
                  <a:cubicBezTo>
                    <a:pt x="159174" y="90"/>
                    <a:pt x="154915" y="90"/>
                    <a:pt x="153851" y="90"/>
                  </a:cubicBezTo>
                  <a:cubicBezTo>
                    <a:pt x="139301" y="90"/>
                    <a:pt x="124042" y="1153"/>
                    <a:pt x="109138" y="1153"/>
                  </a:cubicBezTo>
                  <a:cubicBezTo>
                    <a:pt x="100266" y="1153"/>
                    <a:pt x="78264" y="90"/>
                    <a:pt x="69393" y="90"/>
                  </a:cubicBezTo>
                  <a:cubicBezTo>
                    <a:pt x="67264" y="90"/>
                    <a:pt x="63005" y="90"/>
                    <a:pt x="63005" y="7176"/>
                  </a:cubicBezTo>
                  <a:cubicBezTo>
                    <a:pt x="63005" y="11073"/>
                    <a:pt x="66554" y="11073"/>
                    <a:pt x="71167" y="11073"/>
                  </a:cubicBezTo>
                  <a:cubicBezTo>
                    <a:pt x="92459" y="11073"/>
                    <a:pt x="94588" y="14615"/>
                    <a:pt x="97782" y="22409"/>
                  </a:cubicBezTo>
                  <a:lnTo>
                    <a:pt x="139656" y="121251"/>
                  </a:lnTo>
                  <a:lnTo>
                    <a:pt x="64780" y="201671"/>
                  </a:lnTo>
                  <a:lnTo>
                    <a:pt x="60166" y="205568"/>
                  </a:lnTo>
                  <a:cubicBezTo>
                    <a:pt x="42778" y="224344"/>
                    <a:pt x="26099" y="230012"/>
                    <a:pt x="8001" y="231075"/>
                  </a:cubicBezTo>
                  <a:cubicBezTo>
                    <a:pt x="3388" y="231429"/>
                    <a:pt x="194" y="231429"/>
                    <a:pt x="194" y="238161"/>
                  </a:cubicBezTo>
                  <a:cubicBezTo>
                    <a:pt x="194" y="238515"/>
                    <a:pt x="194" y="242058"/>
                    <a:pt x="4807" y="242058"/>
                  </a:cubicBezTo>
                  <a:cubicBezTo>
                    <a:pt x="15453" y="242058"/>
                    <a:pt x="27164" y="240995"/>
                    <a:pt x="38165" y="240995"/>
                  </a:cubicBezTo>
                  <a:cubicBezTo>
                    <a:pt x="51295" y="240995"/>
                    <a:pt x="65134" y="242058"/>
                    <a:pt x="77910" y="242058"/>
                  </a:cubicBezTo>
                  <a:cubicBezTo>
                    <a:pt x="80039" y="242058"/>
                    <a:pt x="84297" y="242058"/>
                    <a:pt x="84297" y="234972"/>
                  </a:cubicBezTo>
                  <a:cubicBezTo>
                    <a:pt x="84297" y="231429"/>
                    <a:pt x="80748" y="231075"/>
                    <a:pt x="80039" y="231075"/>
                  </a:cubicBezTo>
                  <a:cubicBezTo>
                    <a:pt x="76845" y="230721"/>
                    <a:pt x="65844" y="230012"/>
                    <a:pt x="65844" y="220093"/>
                  </a:cubicBezTo>
                  <a:cubicBezTo>
                    <a:pt x="65844" y="214424"/>
                    <a:pt x="71167" y="208756"/>
                    <a:pt x="75426" y="204151"/>
                  </a:cubicBezTo>
                  <a:lnTo>
                    <a:pt x="111622" y="165889"/>
                  </a:lnTo>
                  <a:lnTo>
                    <a:pt x="143560" y="131171"/>
                  </a:lnTo>
                  <a:lnTo>
                    <a:pt x="179401" y="215842"/>
                  </a:lnTo>
                  <a:cubicBezTo>
                    <a:pt x="180821" y="219739"/>
                    <a:pt x="181176" y="220093"/>
                    <a:pt x="181176" y="220801"/>
                  </a:cubicBezTo>
                  <a:cubicBezTo>
                    <a:pt x="181176" y="223635"/>
                    <a:pt x="174433" y="229658"/>
                    <a:pt x="160593" y="231075"/>
                  </a:cubicBezTo>
                  <a:cubicBezTo>
                    <a:pt x="156690" y="231429"/>
                    <a:pt x="153496" y="231784"/>
                    <a:pt x="153496" y="237806"/>
                  </a:cubicBezTo>
                  <a:cubicBezTo>
                    <a:pt x="153496" y="242058"/>
                    <a:pt x="157400" y="242058"/>
                    <a:pt x="158819" y="242058"/>
                  </a:cubicBezTo>
                  <a:cubicBezTo>
                    <a:pt x="168755" y="242058"/>
                    <a:pt x="193596" y="240995"/>
                    <a:pt x="203532" y="240995"/>
                  </a:cubicBezTo>
                  <a:cubicBezTo>
                    <a:pt x="212404" y="240995"/>
                    <a:pt x="234051" y="242058"/>
                    <a:pt x="242922" y="242058"/>
                  </a:cubicBezTo>
                  <a:cubicBezTo>
                    <a:pt x="245406" y="242058"/>
                    <a:pt x="249665" y="242058"/>
                    <a:pt x="249665" y="235326"/>
                  </a:cubicBezTo>
                  <a:cubicBezTo>
                    <a:pt x="249665" y="231075"/>
                    <a:pt x="246116" y="231075"/>
                    <a:pt x="243277" y="231075"/>
                  </a:cubicBezTo>
                  <a:cubicBezTo>
                    <a:pt x="219501" y="230721"/>
                    <a:pt x="218791" y="229658"/>
                    <a:pt x="212759" y="215487"/>
                  </a:cubicBezTo>
                  <a:cubicBezTo>
                    <a:pt x="198919" y="182540"/>
                    <a:pt x="175143" y="127274"/>
                    <a:pt x="166981" y="106017"/>
                  </a:cubicBezTo>
                  <a:cubicBezTo>
                    <a:pt x="191112" y="81218"/>
                    <a:pt x="228373" y="39060"/>
                    <a:pt x="239728" y="29140"/>
                  </a:cubicBezTo>
                  <a:cubicBezTo>
                    <a:pt x="250020" y="20638"/>
                    <a:pt x="263504" y="12135"/>
                    <a:pt x="284796" y="11073"/>
                  </a:cubicBezTo>
                  <a:cubicBezTo>
                    <a:pt x="289410" y="10718"/>
                    <a:pt x="292603" y="10718"/>
                    <a:pt x="292603" y="3987"/>
                  </a:cubicBezTo>
                  <a:cubicBezTo>
                    <a:pt x="292603" y="3633"/>
                    <a:pt x="292603" y="90"/>
                    <a:pt x="287990" y="90"/>
                  </a:cubicBezTo>
                  <a:cubicBezTo>
                    <a:pt x="277344" y="90"/>
                    <a:pt x="265634" y="1153"/>
                    <a:pt x="254633" y="1153"/>
                  </a:cubicBezTo>
                  <a:cubicBezTo>
                    <a:pt x="241503" y="1153"/>
                    <a:pt x="228018" y="90"/>
                    <a:pt x="215243" y="90"/>
                  </a:cubicBezTo>
                  <a:cubicBezTo>
                    <a:pt x="213113" y="90"/>
                    <a:pt x="208500" y="90"/>
                    <a:pt x="208500" y="7176"/>
                  </a:cubicBezTo>
                  <a:cubicBezTo>
                    <a:pt x="208500" y="9655"/>
                    <a:pt x="210275" y="10718"/>
                    <a:pt x="212759" y="11073"/>
                  </a:cubicBezTo>
                  <a:cubicBezTo>
                    <a:pt x="215952" y="11427"/>
                    <a:pt x="226953" y="12135"/>
                    <a:pt x="226953" y="22055"/>
                  </a:cubicBezTo>
                  <a:cubicBezTo>
                    <a:pt x="226953" y="27015"/>
                    <a:pt x="223050" y="31620"/>
                    <a:pt x="220211" y="34809"/>
                  </a:cubicBezTo>
                  <a:lnTo>
                    <a:pt x="162722" y="96452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6553E5B8-B6F5-0E6A-5426-CDE84FDCC19E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11969460" y="6956173"/>
              <a:ext cx="75267" cy="166897"/>
            </a:xfrm>
            <a:custGeom>
              <a:avLst/>
              <a:gdLst>
                <a:gd name="connsiteX0" fmla="*/ 69011 w 75267"/>
                <a:gd name="connsiteY0" fmla="*/ 9515 h 166897"/>
                <a:gd name="connsiteX1" fmla="*/ 59074 w 75267"/>
                <a:gd name="connsiteY1" fmla="*/ 92 h 166897"/>
                <a:gd name="connsiteX2" fmla="*/ 45164 w 75267"/>
                <a:gd name="connsiteY2" fmla="*/ 13731 h 166897"/>
                <a:gd name="connsiteX3" fmla="*/ 55100 w 75267"/>
                <a:gd name="connsiteY3" fmla="*/ 23155 h 166897"/>
                <a:gd name="connsiteX4" fmla="*/ 69011 w 75267"/>
                <a:gd name="connsiteY4" fmla="*/ 9515 h 166897"/>
                <a:gd name="connsiteX5" fmla="*/ 18336 w 75267"/>
                <a:gd name="connsiteY5" fmla="*/ 135494 h 166897"/>
                <a:gd name="connsiteX6" fmla="*/ 16100 w 75267"/>
                <a:gd name="connsiteY6" fmla="*/ 145910 h 166897"/>
                <a:gd name="connsiteX7" fmla="*/ 39699 w 75267"/>
                <a:gd name="connsiteY7" fmla="*/ 166989 h 166897"/>
                <a:gd name="connsiteX8" fmla="*/ 75469 w 75267"/>
                <a:gd name="connsiteY8" fmla="*/ 129046 h 166897"/>
                <a:gd name="connsiteX9" fmla="*/ 71495 w 75267"/>
                <a:gd name="connsiteY9" fmla="*/ 125823 h 166897"/>
                <a:gd name="connsiteX10" fmla="*/ 66775 w 75267"/>
                <a:gd name="connsiteY10" fmla="*/ 130038 h 166897"/>
                <a:gd name="connsiteX11" fmla="*/ 40444 w 75267"/>
                <a:gd name="connsiteY11" fmla="*/ 160045 h 166897"/>
                <a:gd name="connsiteX12" fmla="*/ 34234 w 75267"/>
                <a:gd name="connsiteY12" fmla="*/ 151366 h 166897"/>
                <a:gd name="connsiteX13" fmla="*/ 38208 w 75267"/>
                <a:gd name="connsiteY13" fmla="*/ 135494 h 166897"/>
                <a:gd name="connsiteX14" fmla="*/ 46157 w 75267"/>
                <a:gd name="connsiteY14" fmla="*/ 115655 h 166897"/>
                <a:gd name="connsiteX15" fmla="*/ 58329 w 75267"/>
                <a:gd name="connsiteY15" fmla="*/ 84160 h 166897"/>
                <a:gd name="connsiteX16" fmla="*/ 59820 w 75267"/>
                <a:gd name="connsiteY16" fmla="*/ 76225 h 166897"/>
                <a:gd name="connsiteX17" fmla="*/ 36221 w 75267"/>
                <a:gd name="connsiteY17" fmla="*/ 55145 h 166897"/>
                <a:gd name="connsiteX18" fmla="*/ 202 w 75267"/>
                <a:gd name="connsiteY18" fmla="*/ 93088 h 166897"/>
                <a:gd name="connsiteX19" fmla="*/ 4425 w 75267"/>
                <a:gd name="connsiteY19" fmla="*/ 96312 h 166897"/>
                <a:gd name="connsiteX20" fmla="*/ 8896 w 75267"/>
                <a:gd name="connsiteY20" fmla="*/ 92344 h 166897"/>
                <a:gd name="connsiteX21" fmla="*/ 35476 w 75267"/>
                <a:gd name="connsiteY21" fmla="*/ 62089 h 166897"/>
                <a:gd name="connsiteX22" fmla="*/ 41686 w 75267"/>
                <a:gd name="connsiteY22" fmla="*/ 70769 h 166897"/>
                <a:gd name="connsiteX23" fmla="*/ 33985 w 75267"/>
                <a:gd name="connsiteY23" fmla="*/ 95568 h 166897"/>
                <a:gd name="connsiteX24" fmla="*/ 18336 w 75267"/>
                <a:gd name="connsiteY24" fmla="*/ 135494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267" h="166897">
                  <a:moveTo>
                    <a:pt x="69011" y="9515"/>
                  </a:moveTo>
                  <a:cubicBezTo>
                    <a:pt x="69011" y="5547"/>
                    <a:pt x="66030" y="92"/>
                    <a:pt x="59074" y="92"/>
                  </a:cubicBezTo>
                  <a:cubicBezTo>
                    <a:pt x="52367" y="92"/>
                    <a:pt x="45164" y="6539"/>
                    <a:pt x="45164" y="13731"/>
                  </a:cubicBezTo>
                  <a:cubicBezTo>
                    <a:pt x="45164" y="17947"/>
                    <a:pt x="48393" y="23155"/>
                    <a:pt x="55100" y="23155"/>
                  </a:cubicBezTo>
                  <a:cubicBezTo>
                    <a:pt x="62304" y="23155"/>
                    <a:pt x="69011" y="16211"/>
                    <a:pt x="69011" y="9515"/>
                  </a:cubicBezTo>
                  <a:close/>
                  <a:moveTo>
                    <a:pt x="18336" y="135494"/>
                  </a:moveTo>
                  <a:cubicBezTo>
                    <a:pt x="17342" y="138718"/>
                    <a:pt x="16100" y="141694"/>
                    <a:pt x="16100" y="145910"/>
                  </a:cubicBezTo>
                  <a:cubicBezTo>
                    <a:pt x="16100" y="157565"/>
                    <a:pt x="26036" y="166989"/>
                    <a:pt x="39699" y="166989"/>
                  </a:cubicBezTo>
                  <a:cubicBezTo>
                    <a:pt x="64539" y="166989"/>
                    <a:pt x="75469" y="132766"/>
                    <a:pt x="75469" y="129046"/>
                  </a:cubicBezTo>
                  <a:cubicBezTo>
                    <a:pt x="75469" y="125823"/>
                    <a:pt x="72240" y="125823"/>
                    <a:pt x="71495" y="125823"/>
                  </a:cubicBezTo>
                  <a:cubicBezTo>
                    <a:pt x="68017" y="125823"/>
                    <a:pt x="67769" y="127311"/>
                    <a:pt x="66775" y="130038"/>
                  </a:cubicBezTo>
                  <a:cubicBezTo>
                    <a:pt x="61062" y="149878"/>
                    <a:pt x="50132" y="160045"/>
                    <a:pt x="40444" y="160045"/>
                  </a:cubicBezTo>
                  <a:cubicBezTo>
                    <a:pt x="35476" y="160045"/>
                    <a:pt x="34234" y="156821"/>
                    <a:pt x="34234" y="151366"/>
                  </a:cubicBezTo>
                  <a:cubicBezTo>
                    <a:pt x="34234" y="145662"/>
                    <a:pt x="35973" y="140950"/>
                    <a:pt x="38208" y="135494"/>
                  </a:cubicBezTo>
                  <a:cubicBezTo>
                    <a:pt x="40692" y="128799"/>
                    <a:pt x="43425" y="122103"/>
                    <a:pt x="46157" y="115655"/>
                  </a:cubicBezTo>
                  <a:cubicBezTo>
                    <a:pt x="48393" y="109703"/>
                    <a:pt x="57336" y="87136"/>
                    <a:pt x="58329" y="84160"/>
                  </a:cubicBezTo>
                  <a:cubicBezTo>
                    <a:pt x="59074" y="81680"/>
                    <a:pt x="59820" y="78705"/>
                    <a:pt x="59820" y="76225"/>
                  </a:cubicBezTo>
                  <a:cubicBezTo>
                    <a:pt x="59820" y="64569"/>
                    <a:pt x="49883" y="55145"/>
                    <a:pt x="36221" y="55145"/>
                  </a:cubicBezTo>
                  <a:cubicBezTo>
                    <a:pt x="11629" y="55145"/>
                    <a:pt x="202" y="88872"/>
                    <a:pt x="202" y="93088"/>
                  </a:cubicBezTo>
                  <a:cubicBezTo>
                    <a:pt x="202" y="96312"/>
                    <a:pt x="3680" y="96312"/>
                    <a:pt x="4425" y="96312"/>
                  </a:cubicBezTo>
                  <a:cubicBezTo>
                    <a:pt x="7903" y="96312"/>
                    <a:pt x="8151" y="95072"/>
                    <a:pt x="8896" y="92344"/>
                  </a:cubicBezTo>
                  <a:cubicBezTo>
                    <a:pt x="15355" y="71017"/>
                    <a:pt x="26285" y="62089"/>
                    <a:pt x="35476" y="62089"/>
                  </a:cubicBezTo>
                  <a:cubicBezTo>
                    <a:pt x="39450" y="62089"/>
                    <a:pt x="41686" y="64073"/>
                    <a:pt x="41686" y="70769"/>
                  </a:cubicBezTo>
                  <a:cubicBezTo>
                    <a:pt x="41686" y="76473"/>
                    <a:pt x="40196" y="80192"/>
                    <a:pt x="33985" y="95568"/>
                  </a:cubicBezTo>
                  <a:lnTo>
                    <a:pt x="18336" y="135494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B5A09FB-938B-E3CD-7529-FB90D85F357F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12088350" y="6825483"/>
              <a:ext cx="257987" cy="241967"/>
            </a:xfrm>
            <a:custGeom>
              <a:avLst/>
              <a:gdLst>
                <a:gd name="connsiteX0" fmla="*/ 199640 w 257987"/>
                <a:gd name="connsiteY0" fmla="*/ 40477 h 241967"/>
                <a:gd name="connsiteX1" fmla="*/ 204608 w 257987"/>
                <a:gd name="connsiteY1" fmla="*/ 35517 h 241967"/>
                <a:gd name="connsiteX2" fmla="*/ 251096 w 257987"/>
                <a:gd name="connsiteY2" fmla="*/ 11073 h 241967"/>
                <a:gd name="connsiteX3" fmla="*/ 258193 w 257987"/>
                <a:gd name="connsiteY3" fmla="*/ 4341 h 241967"/>
                <a:gd name="connsiteX4" fmla="*/ 253580 w 257987"/>
                <a:gd name="connsiteY4" fmla="*/ 90 h 241967"/>
                <a:gd name="connsiteX5" fmla="*/ 224481 w 257987"/>
                <a:gd name="connsiteY5" fmla="*/ 1153 h 241967"/>
                <a:gd name="connsiteX6" fmla="*/ 188994 w 257987"/>
                <a:gd name="connsiteY6" fmla="*/ 90 h 241967"/>
                <a:gd name="connsiteX7" fmla="*/ 182252 w 257987"/>
                <a:gd name="connsiteY7" fmla="*/ 6821 h 241967"/>
                <a:gd name="connsiteX8" fmla="*/ 187575 w 257987"/>
                <a:gd name="connsiteY8" fmla="*/ 11073 h 241967"/>
                <a:gd name="connsiteX9" fmla="*/ 200350 w 257987"/>
                <a:gd name="connsiteY9" fmla="*/ 19221 h 241967"/>
                <a:gd name="connsiteX10" fmla="*/ 190768 w 257987"/>
                <a:gd name="connsiteY10" fmla="*/ 36226 h 241967"/>
                <a:gd name="connsiteX11" fmla="*/ 108440 w 257987"/>
                <a:gd name="connsiteY11" fmla="*/ 130816 h 241967"/>
                <a:gd name="connsiteX12" fmla="*/ 69404 w 257987"/>
                <a:gd name="connsiteY12" fmla="*/ 25598 h 241967"/>
                <a:gd name="connsiteX13" fmla="*/ 67275 w 257987"/>
                <a:gd name="connsiteY13" fmla="*/ 19575 h 241967"/>
                <a:gd name="connsiteX14" fmla="*/ 88212 w 257987"/>
                <a:gd name="connsiteY14" fmla="*/ 11073 h 241967"/>
                <a:gd name="connsiteX15" fmla="*/ 96729 w 257987"/>
                <a:gd name="connsiteY15" fmla="*/ 3987 h 241967"/>
                <a:gd name="connsiteX16" fmla="*/ 91406 w 257987"/>
                <a:gd name="connsiteY16" fmla="*/ 90 h 241967"/>
                <a:gd name="connsiteX17" fmla="*/ 46693 w 257987"/>
                <a:gd name="connsiteY17" fmla="*/ 1153 h 241967"/>
                <a:gd name="connsiteX18" fmla="*/ 6948 w 257987"/>
                <a:gd name="connsiteY18" fmla="*/ 90 h 241967"/>
                <a:gd name="connsiteX19" fmla="*/ 205 w 257987"/>
                <a:gd name="connsiteY19" fmla="*/ 7176 h 241967"/>
                <a:gd name="connsiteX20" fmla="*/ 8367 w 257987"/>
                <a:gd name="connsiteY20" fmla="*/ 11073 h 241967"/>
                <a:gd name="connsiteX21" fmla="*/ 34273 w 257987"/>
                <a:gd name="connsiteY21" fmla="*/ 23118 h 241967"/>
                <a:gd name="connsiteX22" fmla="*/ 77921 w 257987"/>
                <a:gd name="connsiteY22" fmla="*/ 139673 h 241967"/>
                <a:gd name="connsiteX23" fmla="*/ 79341 w 257987"/>
                <a:gd name="connsiteY23" fmla="*/ 145696 h 241967"/>
                <a:gd name="connsiteX24" fmla="*/ 63372 w 257987"/>
                <a:gd name="connsiteY24" fmla="*/ 210173 h 241967"/>
                <a:gd name="connsiteX25" fmla="*/ 30014 w 257987"/>
                <a:gd name="connsiteY25" fmla="*/ 231075 h 241967"/>
                <a:gd name="connsiteX26" fmla="*/ 20433 w 257987"/>
                <a:gd name="connsiteY26" fmla="*/ 238161 h 241967"/>
                <a:gd name="connsiteX27" fmla="*/ 25401 w 257987"/>
                <a:gd name="connsiteY27" fmla="*/ 242058 h 241967"/>
                <a:gd name="connsiteX28" fmla="*/ 70114 w 257987"/>
                <a:gd name="connsiteY28" fmla="*/ 240995 h 241967"/>
                <a:gd name="connsiteX29" fmla="*/ 115537 w 257987"/>
                <a:gd name="connsiteY29" fmla="*/ 242058 h 241967"/>
                <a:gd name="connsiteX30" fmla="*/ 122279 w 257987"/>
                <a:gd name="connsiteY30" fmla="*/ 234972 h 241967"/>
                <a:gd name="connsiteX31" fmla="*/ 112343 w 257987"/>
                <a:gd name="connsiteY31" fmla="*/ 231075 h 241967"/>
                <a:gd name="connsiteX32" fmla="*/ 98858 w 257987"/>
                <a:gd name="connsiteY32" fmla="*/ 230367 h 241967"/>
                <a:gd name="connsiteX33" fmla="*/ 89277 w 257987"/>
                <a:gd name="connsiteY33" fmla="*/ 224698 h 241967"/>
                <a:gd name="connsiteX34" fmla="*/ 94245 w 257987"/>
                <a:gd name="connsiteY34" fmla="*/ 202379 h 241967"/>
                <a:gd name="connsiteX35" fmla="*/ 106665 w 257987"/>
                <a:gd name="connsiteY35" fmla="*/ 152427 h 241967"/>
                <a:gd name="connsiteX36" fmla="*/ 111633 w 257987"/>
                <a:gd name="connsiteY36" fmla="*/ 141444 h 241967"/>
                <a:gd name="connsiteX37" fmla="*/ 199640 w 257987"/>
                <a:gd name="connsiteY37" fmla="*/ 40477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7987" h="241967">
                  <a:moveTo>
                    <a:pt x="199640" y="40477"/>
                  </a:moveTo>
                  <a:lnTo>
                    <a:pt x="204608" y="35517"/>
                  </a:lnTo>
                  <a:cubicBezTo>
                    <a:pt x="215254" y="24889"/>
                    <a:pt x="226965" y="12844"/>
                    <a:pt x="251096" y="11073"/>
                  </a:cubicBezTo>
                  <a:cubicBezTo>
                    <a:pt x="254999" y="10718"/>
                    <a:pt x="258193" y="10718"/>
                    <a:pt x="258193" y="4341"/>
                  </a:cubicBezTo>
                  <a:cubicBezTo>
                    <a:pt x="258193" y="1507"/>
                    <a:pt x="256419" y="90"/>
                    <a:pt x="253580" y="90"/>
                  </a:cubicBezTo>
                  <a:cubicBezTo>
                    <a:pt x="244353" y="90"/>
                    <a:pt x="234062" y="1153"/>
                    <a:pt x="224481" y="1153"/>
                  </a:cubicBezTo>
                  <a:cubicBezTo>
                    <a:pt x="212770" y="1153"/>
                    <a:pt x="200350" y="90"/>
                    <a:pt x="188994" y="90"/>
                  </a:cubicBezTo>
                  <a:cubicBezTo>
                    <a:pt x="186865" y="90"/>
                    <a:pt x="182252" y="90"/>
                    <a:pt x="182252" y="6821"/>
                  </a:cubicBezTo>
                  <a:cubicBezTo>
                    <a:pt x="182252" y="10718"/>
                    <a:pt x="185800" y="11073"/>
                    <a:pt x="187575" y="11073"/>
                  </a:cubicBezTo>
                  <a:cubicBezTo>
                    <a:pt x="190059" y="11073"/>
                    <a:pt x="200350" y="11781"/>
                    <a:pt x="200350" y="19221"/>
                  </a:cubicBezTo>
                  <a:cubicBezTo>
                    <a:pt x="200350" y="25243"/>
                    <a:pt x="192188" y="34455"/>
                    <a:pt x="190768" y="36226"/>
                  </a:cubicBezTo>
                  <a:lnTo>
                    <a:pt x="108440" y="130816"/>
                  </a:lnTo>
                  <a:lnTo>
                    <a:pt x="69404" y="25598"/>
                  </a:lnTo>
                  <a:cubicBezTo>
                    <a:pt x="67275" y="20638"/>
                    <a:pt x="67275" y="19929"/>
                    <a:pt x="67275" y="19575"/>
                  </a:cubicBezTo>
                  <a:cubicBezTo>
                    <a:pt x="67275" y="11073"/>
                    <a:pt x="84664" y="11073"/>
                    <a:pt x="88212" y="11073"/>
                  </a:cubicBezTo>
                  <a:cubicBezTo>
                    <a:pt x="93180" y="11073"/>
                    <a:pt x="96729" y="11073"/>
                    <a:pt x="96729" y="3987"/>
                  </a:cubicBezTo>
                  <a:cubicBezTo>
                    <a:pt x="96729" y="90"/>
                    <a:pt x="92471" y="90"/>
                    <a:pt x="91406" y="90"/>
                  </a:cubicBezTo>
                  <a:cubicBezTo>
                    <a:pt x="81470" y="90"/>
                    <a:pt x="56629" y="1153"/>
                    <a:pt x="46693" y="1153"/>
                  </a:cubicBezTo>
                  <a:cubicBezTo>
                    <a:pt x="37821" y="1153"/>
                    <a:pt x="15820" y="90"/>
                    <a:pt x="6948" y="90"/>
                  </a:cubicBezTo>
                  <a:cubicBezTo>
                    <a:pt x="4819" y="90"/>
                    <a:pt x="205" y="90"/>
                    <a:pt x="205" y="7176"/>
                  </a:cubicBezTo>
                  <a:cubicBezTo>
                    <a:pt x="205" y="11073"/>
                    <a:pt x="3754" y="11073"/>
                    <a:pt x="8367" y="11073"/>
                  </a:cubicBezTo>
                  <a:cubicBezTo>
                    <a:pt x="29659" y="11073"/>
                    <a:pt x="31079" y="14261"/>
                    <a:pt x="34273" y="23118"/>
                  </a:cubicBezTo>
                  <a:lnTo>
                    <a:pt x="77921" y="139673"/>
                  </a:lnTo>
                  <a:cubicBezTo>
                    <a:pt x="78276" y="140736"/>
                    <a:pt x="79341" y="144633"/>
                    <a:pt x="79341" y="145696"/>
                  </a:cubicBezTo>
                  <a:cubicBezTo>
                    <a:pt x="79341" y="146759"/>
                    <a:pt x="65146" y="203796"/>
                    <a:pt x="63372" y="210173"/>
                  </a:cubicBezTo>
                  <a:cubicBezTo>
                    <a:pt x="58758" y="229658"/>
                    <a:pt x="58403" y="230721"/>
                    <a:pt x="30014" y="231075"/>
                  </a:cubicBezTo>
                  <a:cubicBezTo>
                    <a:pt x="23272" y="231075"/>
                    <a:pt x="20433" y="231075"/>
                    <a:pt x="20433" y="238161"/>
                  </a:cubicBezTo>
                  <a:cubicBezTo>
                    <a:pt x="20433" y="242058"/>
                    <a:pt x="24691" y="242058"/>
                    <a:pt x="25401" y="242058"/>
                  </a:cubicBezTo>
                  <a:cubicBezTo>
                    <a:pt x="35337" y="242058"/>
                    <a:pt x="60178" y="240995"/>
                    <a:pt x="70114" y="240995"/>
                  </a:cubicBezTo>
                  <a:cubicBezTo>
                    <a:pt x="80050" y="240995"/>
                    <a:pt x="105601" y="242058"/>
                    <a:pt x="115537" y="242058"/>
                  </a:cubicBezTo>
                  <a:cubicBezTo>
                    <a:pt x="118021" y="242058"/>
                    <a:pt x="122279" y="242058"/>
                    <a:pt x="122279" y="234972"/>
                  </a:cubicBezTo>
                  <a:cubicBezTo>
                    <a:pt x="122279" y="231075"/>
                    <a:pt x="119086" y="231075"/>
                    <a:pt x="112343" y="231075"/>
                  </a:cubicBezTo>
                  <a:cubicBezTo>
                    <a:pt x="111633" y="231075"/>
                    <a:pt x="104891" y="231075"/>
                    <a:pt x="98858" y="230367"/>
                  </a:cubicBezTo>
                  <a:cubicBezTo>
                    <a:pt x="91406" y="229658"/>
                    <a:pt x="89277" y="228950"/>
                    <a:pt x="89277" y="224698"/>
                  </a:cubicBezTo>
                  <a:cubicBezTo>
                    <a:pt x="89277" y="222218"/>
                    <a:pt x="92471" y="209819"/>
                    <a:pt x="94245" y="202379"/>
                  </a:cubicBezTo>
                  <a:lnTo>
                    <a:pt x="106665" y="152427"/>
                  </a:lnTo>
                  <a:cubicBezTo>
                    <a:pt x="108440" y="145696"/>
                    <a:pt x="108794" y="144633"/>
                    <a:pt x="111633" y="141444"/>
                  </a:cubicBezTo>
                  <a:lnTo>
                    <a:pt x="199640" y="40477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341B11C-177E-6D01-6573-7CF316397080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12293625" y="6956173"/>
              <a:ext cx="75267" cy="166897"/>
            </a:xfrm>
            <a:custGeom>
              <a:avLst/>
              <a:gdLst>
                <a:gd name="connsiteX0" fmla="*/ 69020 w 75267"/>
                <a:gd name="connsiteY0" fmla="*/ 9515 h 166897"/>
                <a:gd name="connsiteX1" fmla="*/ 59084 w 75267"/>
                <a:gd name="connsiteY1" fmla="*/ 92 h 166897"/>
                <a:gd name="connsiteX2" fmla="*/ 45173 w 75267"/>
                <a:gd name="connsiteY2" fmla="*/ 13731 h 166897"/>
                <a:gd name="connsiteX3" fmla="*/ 55109 w 75267"/>
                <a:gd name="connsiteY3" fmla="*/ 23155 h 166897"/>
                <a:gd name="connsiteX4" fmla="*/ 69020 w 75267"/>
                <a:gd name="connsiteY4" fmla="*/ 9515 h 166897"/>
                <a:gd name="connsiteX5" fmla="*/ 18345 w 75267"/>
                <a:gd name="connsiteY5" fmla="*/ 135494 h 166897"/>
                <a:gd name="connsiteX6" fmla="*/ 16109 w 75267"/>
                <a:gd name="connsiteY6" fmla="*/ 145910 h 166897"/>
                <a:gd name="connsiteX7" fmla="*/ 39708 w 75267"/>
                <a:gd name="connsiteY7" fmla="*/ 166989 h 166897"/>
                <a:gd name="connsiteX8" fmla="*/ 75478 w 75267"/>
                <a:gd name="connsiteY8" fmla="*/ 129046 h 166897"/>
                <a:gd name="connsiteX9" fmla="*/ 71504 w 75267"/>
                <a:gd name="connsiteY9" fmla="*/ 125823 h 166897"/>
                <a:gd name="connsiteX10" fmla="*/ 66784 w 75267"/>
                <a:gd name="connsiteY10" fmla="*/ 130038 h 166897"/>
                <a:gd name="connsiteX11" fmla="*/ 40453 w 75267"/>
                <a:gd name="connsiteY11" fmla="*/ 160045 h 166897"/>
                <a:gd name="connsiteX12" fmla="*/ 34243 w 75267"/>
                <a:gd name="connsiteY12" fmla="*/ 151366 h 166897"/>
                <a:gd name="connsiteX13" fmla="*/ 38217 w 75267"/>
                <a:gd name="connsiteY13" fmla="*/ 135494 h 166897"/>
                <a:gd name="connsiteX14" fmla="*/ 46166 w 75267"/>
                <a:gd name="connsiteY14" fmla="*/ 115655 h 166897"/>
                <a:gd name="connsiteX15" fmla="*/ 58338 w 75267"/>
                <a:gd name="connsiteY15" fmla="*/ 84160 h 166897"/>
                <a:gd name="connsiteX16" fmla="*/ 59829 w 75267"/>
                <a:gd name="connsiteY16" fmla="*/ 76225 h 166897"/>
                <a:gd name="connsiteX17" fmla="*/ 36230 w 75267"/>
                <a:gd name="connsiteY17" fmla="*/ 55145 h 166897"/>
                <a:gd name="connsiteX18" fmla="*/ 211 w 75267"/>
                <a:gd name="connsiteY18" fmla="*/ 93088 h 166897"/>
                <a:gd name="connsiteX19" fmla="*/ 4434 w 75267"/>
                <a:gd name="connsiteY19" fmla="*/ 96312 h 166897"/>
                <a:gd name="connsiteX20" fmla="*/ 8905 w 75267"/>
                <a:gd name="connsiteY20" fmla="*/ 92344 h 166897"/>
                <a:gd name="connsiteX21" fmla="*/ 35485 w 75267"/>
                <a:gd name="connsiteY21" fmla="*/ 62089 h 166897"/>
                <a:gd name="connsiteX22" fmla="*/ 41695 w 75267"/>
                <a:gd name="connsiteY22" fmla="*/ 70769 h 166897"/>
                <a:gd name="connsiteX23" fmla="*/ 33994 w 75267"/>
                <a:gd name="connsiteY23" fmla="*/ 95568 h 166897"/>
                <a:gd name="connsiteX24" fmla="*/ 18345 w 75267"/>
                <a:gd name="connsiteY24" fmla="*/ 135494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267" h="166897">
                  <a:moveTo>
                    <a:pt x="69020" y="9515"/>
                  </a:moveTo>
                  <a:cubicBezTo>
                    <a:pt x="69020" y="5547"/>
                    <a:pt x="66039" y="92"/>
                    <a:pt x="59084" y="92"/>
                  </a:cubicBezTo>
                  <a:cubicBezTo>
                    <a:pt x="52377" y="92"/>
                    <a:pt x="45173" y="6539"/>
                    <a:pt x="45173" y="13731"/>
                  </a:cubicBezTo>
                  <a:cubicBezTo>
                    <a:pt x="45173" y="17947"/>
                    <a:pt x="48402" y="23155"/>
                    <a:pt x="55109" y="23155"/>
                  </a:cubicBezTo>
                  <a:cubicBezTo>
                    <a:pt x="62313" y="23155"/>
                    <a:pt x="69020" y="16211"/>
                    <a:pt x="69020" y="9515"/>
                  </a:cubicBezTo>
                  <a:close/>
                  <a:moveTo>
                    <a:pt x="18345" y="135494"/>
                  </a:moveTo>
                  <a:cubicBezTo>
                    <a:pt x="17351" y="138718"/>
                    <a:pt x="16109" y="141694"/>
                    <a:pt x="16109" y="145910"/>
                  </a:cubicBezTo>
                  <a:cubicBezTo>
                    <a:pt x="16109" y="157565"/>
                    <a:pt x="26045" y="166989"/>
                    <a:pt x="39708" y="166989"/>
                  </a:cubicBezTo>
                  <a:cubicBezTo>
                    <a:pt x="64548" y="166989"/>
                    <a:pt x="75478" y="132766"/>
                    <a:pt x="75478" y="129046"/>
                  </a:cubicBezTo>
                  <a:cubicBezTo>
                    <a:pt x="75478" y="125823"/>
                    <a:pt x="72249" y="125823"/>
                    <a:pt x="71504" y="125823"/>
                  </a:cubicBezTo>
                  <a:cubicBezTo>
                    <a:pt x="68026" y="125823"/>
                    <a:pt x="67778" y="127311"/>
                    <a:pt x="66784" y="130038"/>
                  </a:cubicBezTo>
                  <a:cubicBezTo>
                    <a:pt x="61071" y="149878"/>
                    <a:pt x="50141" y="160045"/>
                    <a:pt x="40453" y="160045"/>
                  </a:cubicBezTo>
                  <a:cubicBezTo>
                    <a:pt x="35485" y="160045"/>
                    <a:pt x="34243" y="156821"/>
                    <a:pt x="34243" y="151366"/>
                  </a:cubicBezTo>
                  <a:cubicBezTo>
                    <a:pt x="34243" y="145662"/>
                    <a:pt x="35982" y="140950"/>
                    <a:pt x="38217" y="135494"/>
                  </a:cubicBezTo>
                  <a:cubicBezTo>
                    <a:pt x="40701" y="128799"/>
                    <a:pt x="43434" y="122103"/>
                    <a:pt x="46166" y="115655"/>
                  </a:cubicBezTo>
                  <a:cubicBezTo>
                    <a:pt x="48402" y="109703"/>
                    <a:pt x="57345" y="87136"/>
                    <a:pt x="58338" y="84160"/>
                  </a:cubicBezTo>
                  <a:cubicBezTo>
                    <a:pt x="59084" y="81680"/>
                    <a:pt x="59829" y="78705"/>
                    <a:pt x="59829" y="76225"/>
                  </a:cubicBezTo>
                  <a:cubicBezTo>
                    <a:pt x="59829" y="64569"/>
                    <a:pt x="49892" y="55145"/>
                    <a:pt x="36230" y="55145"/>
                  </a:cubicBezTo>
                  <a:cubicBezTo>
                    <a:pt x="11638" y="55145"/>
                    <a:pt x="211" y="88872"/>
                    <a:pt x="211" y="93088"/>
                  </a:cubicBezTo>
                  <a:cubicBezTo>
                    <a:pt x="211" y="96312"/>
                    <a:pt x="3689" y="96312"/>
                    <a:pt x="4434" y="96312"/>
                  </a:cubicBezTo>
                  <a:cubicBezTo>
                    <a:pt x="7912" y="96312"/>
                    <a:pt x="8160" y="95072"/>
                    <a:pt x="8905" y="92344"/>
                  </a:cubicBezTo>
                  <a:cubicBezTo>
                    <a:pt x="15364" y="71017"/>
                    <a:pt x="26294" y="62089"/>
                    <a:pt x="35485" y="62089"/>
                  </a:cubicBezTo>
                  <a:cubicBezTo>
                    <a:pt x="39459" y="62089"/>
                    <a:pt x="41695" y="64073"/>
                    <a:pt x="41695" y="70769"/>
                  </a:cubicBezTo>
                  <a:cubicBezTo>
                    <a:pt x="41695" y="76473"/>
                    <a:pt x="40205" y="80192"/>
                    <a:pt x="33994" y="95568"/>
                  </a:cubicBezTo>
                  <a:lnTo>
                    <a:pt x="18345" y="135494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79012E11-843E-72BE-4C70-95F7782CE503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12407901" y="6801746"/>
              <a:ext cx="48616" cy="354271"/>
            </a:xfrm>
            <a:custGeom>
              <a:avLst/>
              <a:gdLst>
                <a:gd name="connsiteX0" fmla="*/ 48831 w 48616"/>
                <a:gd name="connsiteY0" fmla="*/ 90 h 354271"/>
                <a:gd name="connsiteX1" fmla="*/ 215 w 48616"/>
                <a:gd name="connsiteY1" fmla="*/ 90 h 354271"/>
                <a:gd name="connsiteX2" fmla="*/ 215 w 48616"/>
                <a:gd name="connsiteY2" fmla="*/ 14261 h 354271"/>
                <a:gd name="connsiteX3" fmla="*/ 34637 w 48616"/>
                <a:gd name="connsiteY3" fmla="*/ 14261 h 354271"/>
                <a:gd name="connsiteX4" fmla="*/ 34637 w 48616"/>
                <a:gd name="connsiteY4" fmla="*/ 340191 h 354271"/>
                <a:gd name="connsiteX5" fmla="*/ 215 w 48616"/>
                <a:gd name="connsiteY5" fmla="*/ 340191 h 354271"/>
                <a:gd name="connsiteX6" fmla="*/ 215 w 48616"/>
                <a:gd name="connsiteY6" fmla="*/ 354362 h 354271"/>
                <a:gd name="connsiteX7" fmla="*/ 48831 w 48616"/>
                <a:gd name="connsiteY7" fmla="*/ 354362 h 354271"/>
                <a:gd name="connsiteX8" fmla="*/ 48831 w 48616"/>
                <a:gd name="connsiteY8" fmla="*/ 90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16" h="354271">
                  <a:moveTo>
                    <a:pt x="48831" y="90"/>
                  </a:moveTo>
                  <a:lnTo>
                    <a:pt x="215" y="90"/>
                  </a:lnTo>
                  <a:lnTo>
                    <a:pt x="215" y="14261"/>
                  </a:lnTo>
                  <a:lnTo>
                    <a:pt x="34637" y="14261"/>
                  </a:lnTo>
                  <a:lnTo>
                    <a:pt x="34637" y="340191"/>
                  </a:lnTo>
                  <a:lnTo>
                    <a:pt x="215" y="340191"/>
                  </a:lnTo>
                  <a:lnTo>
                    <a:pt x="215" y="354362"/>
                  </a:lnTo>
                  <a:lnTo>
                    <a:pt x="48831" y="354362"/>
                  </a:lnTo>
                  <a:lnTo>
                    <a:pt x="48831" y="90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583D6D6-166D-CB70-8305-50641019C3F6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12617113" y="6937432"/>
              <a:ext cx="235985" cy="82899"/>
            </a:xfrm>
            <a:custGeom>
              <a:avLst/>
              <a:gdLst>
                <a:gd name="connsiteX0" fmla="*/ 224141 w 235985"/>
                <a:gd name="connsiteY0" fmla="*/ 14261 h 82899"/>
                <a:gd name="connsiteX1" fmla="*/ 236206 w 235985"/>
                <a:gd name="connsiteY1" fmla="*/ 7176 h 82899"/>
                <a:gd name="connsiteX2" fmla="*/ 224495 w 235985"/>
                <a:gd name="connsiteY2" fmla="*/ 90 h 82899"/>
                <a:gd name="connsiteX3" fmla="*/ 11931 w 235985"/>
                <a:gd name="connsiteY3" fmla="*/ 90 h 82899"/>
                <a:gd name="connsiteX4" fmla="*/ 220 w 235985"/>
                <a:gd name="connsiteY4" fmla="*/ 7176 h 82899"/>
                <a:gd name="connsiteX5" fmla="*/ 12286 w 235985"/>
                <a:gd name="connsiteY5" fmla="*/ 14261 h 82899"/>
                <a:gd name="connsiteX6" fmla="*/ 224141 w 235985"/>
                <a:gd name="connsiteY6" fmla="*/ 14261 h 82899"/>
                <a:gd name="connsiteX7" fmla="*/ 224495 w 235985"/>
                <a:gd name="connsiteY7" fmla="*/ 82990 h 82899"/>
                <a:gd name="connsiteX8" fmla="*/ 236206 w 235985"/>
                <a:gd name="connsiteY8" fmla="*/ 75904 h 82899"/>
                <a:gd name="connsiteX9" fmla="*/ 224141 w 235985"/>
                <a:gd name="connsiteY9" fmla="*/ 68819 h 82899"/>
                <a:gd name="connsiteX10" fmla="*/ 12286 w 235985"/>
                <a:gd name="connsiteY10" fmla="*/ 68819 h 82899"/>
                <a:gd name="connsiteX11" fmla="*/ 220 w 235985"/>
                <a:gd name="connsiteY11" fmla="*/ 75904 h 82899"/>
                <a:gd name="connsiteX12" fmla="*/ 11931 w 235985"/>
                <a:gd name="connsiteY12" fmla="*/ 82990 h 82899"/>
                <a:gd name="connsiteX13" fmla="*/ 224495 w 235985"/>
                <a:gd name="connsiteY13" fmla="*/ 82990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985" h="82899">
                  <a:moveTo>
                    <a:pt x="224141" y="14261"/>
                  </a:moveTo>
                  <a:cubicBezTo>
                    <a:pt x="229463" y="14261"/>
                    <a:pt x="236206" y="14261"/>
                    <a:pt x="236206" y="7176"/>
                  </a:cubicBezTo>
                  <a:cubicBezTo>
                    <a:pt x="236206" y="90"/>
                    <a:pt x="229463" y="90"/>
                    <a:pt x="224495" y="90"/>
                  </a:cubicBezTo>
                  <a:lnTo>
                    <a:pt x="11931" y="90"/>
                  </a:lnTo>
                  <a:cubicBezTo>
                    <a:pt x="6963" y="90"/>
                    <a:pt x="220" y="90"/>
                    <a:pt x="220" y="7176"/>
                  </a:cubicBezTo>
                  <a:cubicBezTo>
                    <a:pt x="220" y="14261"/>
                    <a:pt x="6963" y="14261"/>
                    <a:pt x="12286" y="14261"/>
                  </a:cubicBezTo>
                  <a:lnTo>
                    <a:pt x="224141" y="14261"/>
                  </a:lnTo>
                  <a:close/>
                  <a:moveTo>
                    <a:pt x="224495" y="82990"/>
                  </a:moveTo>
                  <a:cubicBezTo>
                    <a:pt x="229463" y="82990"/>
                    <a:pt x="236206" y="82990"/>
                    <a:pt x="236206" y="75904"/>
                  </a:cubicBezTo>
                  <a:cubicBezTo>
                    <a:pt x="236206" y="68819"/>
                    <a:pt x="229463" y="68819"/>
                    <a:pt x="224141" y="68819"/>
                  </a:cubicBezTo>
                  <a:lnTo>
                    <a:pt x="12286" y="68819"/>
                  </a:lnTo>
                  <a:cubicBezTo>
                    <a:pt x="6963" y="68819"/>
                    <a:pt x="220" y="68819"/>
                    <a:pt x="220" y="75904"/>
                  </a:cubicBezTo>
                  <a:cubicBezTo>
                    <a:pt x="220" y="82990"/>
                    <a:pt x="6963" y="82990"/>
                    <a:pt x="11931" y="82990"/>
                  </a:cubicBezTo>
                  <a:lnTo>
                    <a:pt x="224495" y="82990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43D222B9-4D25-597B-B113-4C974D5FFC68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3152076" y="6515245"/>
              <a:ext cx="151776" cy="111843"/>
            </a:xfrm>
            <a:custGeom>
              <a:avLst/>
              <a:gdLst>
                <a:gd name="connsiteX0" fmla="*/ 18866 w 151776"/>
                <a:gd name="connsiteY0" fmla="*/ 93818 h 111843"/>
                <a:gd name="connsiteX1" fmla="*/ 16382 w 151776"/>
                <a:gd name="connsiteY1" fmla="*/ 103986 h 111843"/>
                <a:gd name="connsiteX2" fmla="*/ 24828 w 151776"/>
                <a:gd name="connsiteY2" fmla="*/ 111921 h 111843"/>
                <a:gd name="connsiteX3" fmla="*/ 34515 w 151776"/>
                <a:gd name="connsiteY3" fmla="*/ 106465 h 111843"/>
                <a:gd name="connsiteX4" fmla="*/ 38987 w 151776"/>
                <a:gd name="connsiteY4" fmla="*/ 91090 h 111843"/>
                <a:gd name="connsiteX5" fmla="*/ 44452 w 151776"/>
                <a:gd name="connsiteY5" fmla="*/ 68771 h 111843"/>
                <a:gd name="connsiteX6" fmla="*/ 48675 w 151776"/>
                <a:gd name="connsiteY6" fmla="*/ 52156 h 111843"/>
                <a:gd name="connsiteX7" fmla="*/ 59108 w 151776"/>
                <a:gd name="connsiteY7" fmla="*/ 29837 h 111843"/>
                <a:gd name="connsiteX8" fmla="*/ 96369 w 151776"/>
                <a:gd name="connsiteY8" fmla="*/ 7021 h 111843"/>
                <a:gd name="connsiteX9" fmla="*/ 111024 w 151776"/>
                <a:gd name="connsiteY9" fmla="*/ 24381 h 111843"/>
                <a:gd name="connsiteX10" fmla="*/ 96369 w 151776"/>
                <a:gd name="connsiteY10" fmla="*/ 77203 h 111843"/>
                <a:gd name="connsiteX11" fmla="*/ 92642 w 151776"/>
                <a:gd name="connsiteY11" fmla="*/ 90594 h 111843"/>
                <a:gd name="connsiteX12" fmla="*/ 116241 w 151776"/>
                <a:gd name="connsiteY12" fmla="*/ 111921 h 111843"/>
                <a:gd name="connsiteX13" fmla="*/ 152012 w 151776"/>
                <a:gd name="connsiteY13" fmla="*/ 73979 h 111843"/>
                <a:gd name="connsiteX14" fmla="*/ 148037 w 151776"/>
                <a:gd name="connsiteY14" fmla="*/ 70755 h 111843"/>
                <a:gd name="connsiteX15" fmla="*/ 143317 w 151776"/>
                <a:gd name="connsiteY15" fmla="*/ 74971 h 111843"/>
                <a:gd name="connsiteX16" fmla="*/ 116986 w 151776"/>
                <a:gd name="connsiteY16" fmla="*/ 104978 h 111843"/>
                <a:gd name="connsiteX17" fmla="*/ 110776 w 151776"/>
                <a:gd name="connsiteY17" fmla="*/ 96298 h 111843"/>
                <a:gd name="connsiteX18" fmla="*/ 116489 w 151776"/>
                <a:gd name="connsiteY18" fmla="*/ 76211 h 111843"/>
                <a:gd name="connsiteX19" fmla="*/ 129655 w 151776"/>
                <a:gd name="connsiteY19" fmla="*/ 28349 h 111843"/>
                <a:gd name="connsiteX20" fmla="*/ 97362 w 151776"/>
                <a:gd name="connsiteY20" fmla="*/ 78 h 111843"/>
                <a:gd name="connsiteX21" fmla="*/ 55382 w 151776"/>
                <a:gd name="connsiteY21" fmla="*/ 22645 h 111843"/>
                <a:gd name="connsiteX22" fmla="*/ 28802 w 151776"/>
                <a:gd name="connsiteY22" fmla="*/ 78 h 111843"/>
                <a:gd name="connsiteX23" fmla="*/ 9178 w 151776"/>
                <a:gd name="connsiteY23" fmla="*/ 13469 h 111843"/>
                <a:gd name="connsiteX24" fmla="*/ 235 w 151776"/>
                <a:gd name="connsiteY24" fmla="*/ 38020 h 111843"/>
                <a:gd name="connsiteX25" fmla="*/ 4458 w 151776"/>
                <a:gd name="connsiteY25" fmla="*/ 41244 h 111843"/>
                <a:gd name="connsiteX26" fmla="*/ 9923 w 151776"/>
                <a:gd name="connsiteY26" fmla="*/ 33804 h 111843"/>
                <a:gd name="connsiteX27" fmla="*/ 28057 w 151776"/>
                <a:gd name="connsiteY27" fmla="*/ 7021 h 111843"/>
                <a:gd name="connsiteX28" fmla="*/ 36254 w 151776"/>
                <a:gd name="connsiteY28" fmla="*/ 19173 h 111843"/>
                <a:gd name="connsiteX29" fmla="*/ 32280 w 151776"/>
                <a:gd name="connsiteY29" fmla="*/ 39756 h 111843"/>
                <a:gd name="connsiteX30" fmla="*/ 26815 w 151776"/>
                <a:gd name="connsiteY30" fmla="*/ 62075 h 111843"/>
                <a:gd name="connsiteX31" fmla="*/ 18866 w 151776"/>
                <a:gd name="connsiteY31" fmla="*/ 93818 h 111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776" h="111843">
                  <a:moveTo>
                    <a:pt x="18866" y="93818"/>
                  </a:moveTo>
                  <a:cubicBezTo>
                    <a:pt x="17872" y="97042"/>
                    <a:pt x="16382" y="103242"/>
                    <a:pt x="16382" y="103986"/>
                  </a:cubicBezTo>
                  <a:cubicBezTo>
                    <a:pt x="16382" y="109441"/>
                    <a:pt x="20853" y="111921"/>
                    <a:pt x="24828" y="111921"/>
                  </a:cubicBezTo>
                  <a:cubicBezTo>
                    <a:pt x="29299" y="111921"/>
                    <a:pt x="33273" y="108697"/>
                    <a:pt x="34515" y="106465"/>
                  </a:cubicBezTo>
                  <a:cubicBezTo>
                    <a:pt x="35757" y="104234"/>
                    <a:pt x="37745" y="96298"/>
                    <a:pt x="38987" y="91090"/>
                  </a:cubicBezTo>
                  <a:cubicBezTo>
                    <a:pt x="40229" y="86378"/>
                    <a:pt x="42961" y="74971"/>
                    <a:pt x="44452" y="68771"/>
                  </a:cubicBezTo>
                  <a:cubicBezTo>
                    <a:pt x="45942" y="63315"/>
                    <a:pt x="47433" y="57859"/>
                    <a:pt x="48675" y="52156"/>
                  </a:cubicBezTo>
                  <a:cubicBezTo>
                    <a:pt x="51407" y="41988"/>
                    <a:pt x="51904" y="40004"/>
                    <a:pt x="59108" y="29837"/>
                  </a:cubicBezTo>
                  <a:cubicBezTo>
                    <a:pt x="66063" y="19917"/>
                    <a:pt x="77738" y="7021"/>
                    <a:pt x="96369" y="7021"/>
                  </a:cubicBezTo>
                  <a:cubicBezTo>
                    <a:pt x="110776" y="7021"/>
                    <a:pt x="111024" y="19669"/>
                    <a:pt x="111024" y="24381"/>
                  </a:cubicBezTo>
                  <a:cubicBezTo>
                    <a:pt x="111024" y="39260"/>
                    <a:pt x="100343" y="66787"/>
                    <a:pt x="96369" y="77203"/>
                  </a:cubicBezTo>
                  <a:cubicBezTo>
                    <a:pt x="93636" y="84146"/>
                    <a:pt x="92642" y="86378"/>
                    <a:pt x="92642" y="90594"/>
                  </a:cubicBezTo>
                  <a:cubicBezTo>
                    <a:pt x="92642" y="103738"/>
                    <a:pt x="103572" y="111921"/>
                    <a:pt x="116241" y="111921"/>
                  </a:cubicBezTo>
                  <a:cubicBezTo>
                    <a:pt x="141082" y="111921"/>
                    <a:pt x="152012" y="77699"/>
                    <a:pt x="152012" y="73979"/>
                  </a:cubicBezTo>
                  <a:cubicBezTo>
                    <a:pt x="152012" y="70755"/>
                    <a:pt x="148782" y="70755"/>
                    <a:pt x="148037" y="70755"/>
                  </a:cubicBezTo>
                  <a:cubicBezTo>
                    <a:pt x="144559" y="70755"/>
                    <a:pt x="144311" y="72243"/>
                    <a:pt x="143317" y="74971"/>
                  </a:cubicBezTo>
                  <a:cubicBezTo>
                    <a:pt x="137604" y="94810"/>
                    <a:pt x="126922" y="104978"/>
                    <a:pt x="116986" y="104978"/>
                  </a:cubicBezTo>
                  <a:cubicBezTo>
                    <a:pt x="111770" y="104978"/>
                    <a:pt x="110776" y="101506"/>
                    <a:pt x="110776" y="96298"/>
                  </a:cubicBezTo>
                  <a:cubicBezTo>
                    <a:pt x="110776" y="90594"/>
                    <a:pt x="112018" y="87370"/>
                    <a:pt x="116489" y="76211"/>
                  </a:cubicBezTo>
                  <a:cubicBezTo>
                    <a:pt x="119470" y="68523"/>
                    <a:pt x="129655" y="42236"/>
                    <a:pt x="129655" y="28349"/>
                  </a:cubicBezTo>
                  <a:cubicBezTo>
                    <a:pt x="129655" y="4294"/>
                    <a:pt x="110528" y="78"/>
                    <a:pt x="97362" y="78"/>
                  </a:cubicBezTo>
                  <a:cubicBezTo>
                    <a:pt x="76744" y="78"/>
                    <a:pt x="62834" y="12725"/>
                    <a:pt x="55382" y="22645"/>
                  </a:cubicBezTo>
                  <a:cubicBezTo>
                    <a:pt x="53643" y="5534"/>
                    <a:pt x="38987" y="78"/>
                    <a:pt x="28802" y="78"/>
                  </a:cubicBezTo>
                  <a:cubicBezTo>
                    <a:pt x="18121" y="78"/>
                    <a:pt x="12407" y="7765"/>
                    <a:pt x="9178" y="13469"/>
                  </a:cubicBezTo>
                  <a:cubicBezTo>
                    <a:pt x="3713" y="22645"/>
                    <a:pt x="235" y="36780"/>
                    <a:pt x="235" y="38020"/>
                  </a:cubicBezTo>
                  <a:cubicBezTo>
                    <a:pt x="235" y="41244"/>
                    <a:pt x="3713" y="41244"/>
                    <a:pt x="4458" y="41244"/>
                  </a:cubicBezTo>
                  <a:cubicBezTo>
                    <a:pt x="7936" y="41244"/>
                    <a:pt x="8184" y="40500"/>
                    <a:pt x="9923" y="33804"/>
                  </a:cubicBezTo>
                  <a:cubicBezTo>
                    <a:pt x="13649" y="19173"/>
                    <a:pt x="18369" y="7021"/>
                    <a:pt x="28057" y="7021"/>
                  </a:cubicBezTo>
                  <a:cubicBezTo>
                    <a:pt x="34515" y="7021"/>
                    <a:pt x="36254" y="12477"/>
                    <a:pt x="36254" y="19173"/>
                  </a:cubicBezTo>
                  <a:cubicBezTo>
                    <a:pt x="36254" y="23885"/>
                    <a:pt x="34019" y="33060"/>
                    <a:pt x="32280" y="39756"/>
                  </a:cubicBezTo>
                  <a:cubicBezTo>
                    <a:pt x="30541" y="46452"/>
                    <a:pt x="28057" y="56619"/>
                    <a:pt x="26815" y="62075"/>
                  </a:cubicBezTo>
                  <a:lnTo>
                    <a:pt x="18866" y="93818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61D574A-4D38-81B6-F763-8AE239402445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12991692" y="6730890"/>
              <a:ext cx="472326" cy="495980"/>
            </a:xfrm>
            <a:custGeom>
              <a:avLst/>
              <a:gdLst>
                <a:gd name="connsiteX0" fmla="*/ 429618 w 472326"/>
                <a:gd name="connsiteY0" fmla="*/ 496061 h 495980"/>
                <a:gd name="connsiteX1" fmla="*/ 472557 w 472326"/>
                <a:gd name="connsiteY1" fmla="*/ 382694 h 495980"/>
                <a:gd name="connsiteX2" fmla="*/ 463685 w 472326"/>
                <a:gd name="connsiteY2" fmla="*/ 382694 h 495980"/>
                <a:gd name="connsiteX3" fmla="*/ 371420 w 472326"/>
                <a:gd name="connsiteY3" fmla="*/ 454257 h 495980"/>
                <a:gd name="connsiteX4" fmla="*/ 261057 w 472326"/>
                <a:gd name="connsiteY4" fmla="*/ 465239 h 495980"/>
                <a:gd name="connsiteX5" fmla="*/ 47073 w 472326"/>
                <a:gd name="connsiteY5" fmla="*/ 465239 h 495980"/>
                <a:gd name="connsiteX6" fmla="*/ 227700 w 472326"/>
                <a:gd name="connsiteY6" fmla="*/ 253739 h 495980"/>
                <a:gd name="connsiteX7" fmla="*/ 230893 w 472326"/>
                <a:gd name="connsiteY7" fmla="*/ 248071 h 495980"/>
                <a:gd name="connsiteX8" fmla="*/ 228409 w 472326"/>
                <a:gd name="connsiteY8" fmla="*/ 242757 h 495980"/>
                <a:gd name="connsiteX9" fmla="*/ 63042 w 472326"/>
                <a:gd name="connsiteY9" fmla="*/ 17086 h 495980"/>
                <a:gd name="connsiteX10" fmla="*/ 257508 w 472326"/>
                <a:gd name="connsiteY10" fmla="*/ 17086 h 495980"/>
                <a:gd name="connsiteX11" fmla="*/ 340547 w 472326"/>
                <a:gd name="connsiteY11" fmla="*/ 22754 h 495980"/>
                <a:gd name="connsiteX12" fmla="*/ 418618 w 472326"/>
                <a:gd name="connsiteY12" fmla="*/ 49324 h 495980"/>
                <a:gd name="connsiteX13" fmla="*/ 463685 w 472326"/>
                <a:gd name="connsiteY13" fmla="*/ 99631 h 495980"/>
                <a:gd name="connsiteX14" fmla="*/ 472557 w 472326"/>
                <a:gd name="connsiteY14" fmla="*/ 99631 h 495980"/>
                <a:gd name="connsiteX15" fmla="*/ 429618 w 472326"/>
                <a:gd name="connsiteY15" fmla="*/ 81 h 495980"/>
                <a:gd name="connsiteX16" fmla="*/ 10167 w 472326"/>
                <a:gd name="connsiteY16" fmla="*/ 81 h 495980"/>
                <a:gd name="connsiteX17" fmla="*/ 585 w 472326"/>
                <a:gd name="connsiteY17" fmla="*/ 2561 h 495980"/>
                <a:gd name="connsiteX18" fmla="*/ 231 w 472326"/>
                <a:gd name="connsiteY18" fmla="*/ 14252 h 495980"/>
                <a:gd name="connsiteX19" fmla="*/ 187955 w 472326"/>
                <a:gd name="connsiteY19" fmla="*/ 270744 h 495980"/>
                <a:gd name="connsiteX20" fmla="*/ 4134 w 472326"/>
                <a:gd name="connsiteY20" fmla="*/ 485787 h 495980"/>
                <a:gd name="connsiteX21" fmla="*/ 585 w 472326"/>
                <a:gd name="connsiteY21" fmla="*/ 492164 h 495980"/>
                <a:gd name="connsiteX22" fmla="*/ 10167 w 472326"/>
                <a:gd name="connsiteY22" fmla="*/ 496061 h 495980"/>
                <a:gd name="connsiteX23" fmla="*/ 429618 w 472326"/>
                <a:gd name="connsiteY23" fmla="*/ 496061 h 495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72326" h="495980">
                  <a:moveTo>
                    <a:pt x="429618" y="496061"/>
                  </a:moveTo>
                  <a:lnTo>
                    <a:pt x="472557" y="382694"/>
                  </a:lnTo>
                  <a:lnTo>
                    <a:pt x="463685" y="382694"/>
                  </a:lnTo>
                  <a:cubicBezTo>
                    <a:pt x="449846" y="419538"/>
                    <a:pt x="412230" y="443629"/>
                    <a:pt x="371420" y="454257"/>
                  </a:cubicBezTo>
                  <a:cubicBezTo>
                    <a:pt x="363968" y="456028"/>
                    <a:pt x="329191" y="465239"/>
                    <a:pt x="261057" y="465239"/>
                  </a:cubicBezTo>
                  <a:lnTo>
                    <a:pt x="47073" y="465239"/>
                  </a:lnTo>
                  <a:lnTo>
                    <a:pt x="227700" y="253739"/>
                  </a:lnTo>
                  <a:cubicBezTo>
                    <a:pt x="230184" y="250905"/>
                    <a:pt x="230893" y="249842"/>
                    <a:pt x="230893" y="248071"/>
                  </a:cubicBezTo>
                  <a:cubicBezTo>
                    <a:pt x="230893" y="247362"/>
                    <a:pt x="230893" y="246299"/>
                    <a:pt x="228409" y="242757"/>
                  </a:cubicBezTo>
                  <a:lnTo>
                    <a:pt x="63042" y="17086"/>
                  </a:lnTo>
                  <a:lnTo>
                    <a:pt x="257508" y="17086"/>
                  </a:lnTo>
                  <a:cubicBezTo>
                    <a:pt x="305060" y="17086"/>
                    <a:pt x="337353" y="22046"/>
                    <a:pt x="340547" y="22754"/>
                  </a:cubicBezTo>
                  <a:cubicBezTo>
                    <a:pt x="359710" y="25588"/>
                    <a:pt x="390583" y="31611"/>
                    <a:pt x="418618" y="49324"/>
                  </a:cubicBezTo>
                  <a:cubicBezTo>
                    <a:pt x="427489" y="54993"/>
                    <a:pt x="451620" y="70935"/>
                    <a:pt x="463685" y="99631"/>
                  </a:cubicBezTo>
                  <a:lnTo>
                    <a:pt x="472557" y="99631"/>
                  </a:lnTo>
                  <a:lnTo>
                    <a:pt x="429618" y="81"/>
                  </a:lnTo>
                  <a:lnTo>
                    <a:pt x="10167" y="81"/>
                  </a:lnTo>
                  <a:cubicBezTo>
                    <a:pt x="2005" y="81"/>
                    <a:pt x="1650" y="435"/>
                    <a:pt x="585" y="2561"/>
                  </a:cubicBezTo>
                  <a:cubicBezTo>
                    <a:pt x="231" y="3623"/>
                    <a:pt x="231" y="10355"/>
                    <a:pt x="231" y="14252"/>
                  </a:cubicBezTo>
                  <a:lnTo>
                    <a:pt x="187955" y="270744"/>
                  </a:lnTo>
                  <a:lnTo>
                    <a:pt x="4134" y="485787"/>
                  </a:lnTo>
                  <a:cubicBezTo>
                    <a:pt x="585" y="490038"/>
                    <a:pt x="585" y="491810"/>
                    <a:pt x="585" y="492164"/>
                  </a:cubicBezTo>
                  <a:cubicBezTo>
                    <a:pt x="585" y="496061"/>
                    <a:pt x="3779" y="496061"/>
                    <a:pt x="10167" y="496061"/>
                  </a:cubicBezTo>
                  <a:lnTo>
                    <a:pt x="429618" y="496061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535CB79D-FC75-6FBE-F693-A6BD8D3974FD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13009934" y="7321025"/>
              <a:ext cx="75267" cy="166897"/>
            </a:xfrm>
            <a:custGeom>
              <a:avLst/>
              <a:gdLst>
                <a:gd name="connsiteX0" fmla="*/ 69040 w 75267"/>
                <a:gd name="connsiteY0" fmla="*/ 9526 h 166897"/>
                <a:gd name="connsiteX1" fmla="*/ 59104 w 75267"/>
                <a:gd name="connsiteY1" fmla="*/ 102 h 166897"/>
                <a:gd name="connsiteX2" fmla="*/ 45193 w 75267"/>
                <a:gd name="connsiteY2" fmla="*/ 13741 h 166897"/>
                <a:gd name="connsiteX3" fmla="*/ 55129 w 75267"/>
                <a:gd name="connsiteY3" fmla="*/ 23165 h 166897"/>
                <a:gd name="connsiteX4" fmla="*/ 69040 w 75267"/>
                <a:gd name="connsiteY4" fmla="*/ 9526 h 166897"/>
                <a:gd name="connsiteX5" fmla="*/ 18365 w 75267"/>
                <a:gd name="connsiteY5" fmla="*/ 135504 h 166897"/>
                <a:gd name="connsiteX6" fmla="*/ 16129 w 75267"/>
                <a:gd name="connsiteY6" fmla="*/ 145920 h 166897"/>
                <a:gd name="connsiteX7" fmla="*/ 39728 w 75267"/>
                <a:gd name="connsiteY7" fmla="*/ 166999 h 166897"/>
                <a:gd name="connsiteX8" fmla="*/ 75498 w 75267"/>
                <a:gd name="connsiteY8" fmla="*/ 129057 h 166897"/>
                <a:gd name="connsiteX9" fmla="*/ 71524 w 75267"/>
                <a:gd name="connsiteY9" fmla="*/ 125833 h 166897"/>
                <a:gd name="connsiteX10" fmla="*/ 66804 w 75267"/>
                <a:gd name="connsiteY10" fmla="*/ 130049 h 166897"/>
                <a:gd name="connsiteX11" fmla="*/ 40473 w 75267"/>
                <a:gd name="connsiteY11" fmla="*/ 160056 h 166897"/>
                <a:gd name="connsiteX12" fmla="*/ 34263 w 75267"/>
                <a:gd name="connsiteY12" fmla="*/ 151376 h 166897"/>
                <a:gd name="connsiteX13" fmla="*/ 38238 w 75267"/>
                <a:gd name="connsiteY13" fmla="*/ 135504 h 166897"/>
                <a:gd name="connsiteX14" fmla="*/ 46187 w 75267"/>
                <a:gd name="connsiteY14" fmla="*/ 115665 h 166897"/>
                <a:gd name="connsiteX15" fmla="*/ 58358 w 75267"/>
                <a:gd name="connsiteY15" fmla="*/ 84171 h 166897"/>
                <a:gd name="connsiteX16" fmla="*/ 59849 w 75267"/>
                <a:gd name="connsiteY16" fmla="*/ 76235 h 166897"/>
                <a:gd name="connsiteX17" fmla="*/ 36250 w 75267"/>
                <a:gd name="connsiteY17" fmla="*/ 55156 h 166897"/>
                <a:gd name="connsiteX18" fmla="*/ 231 w 75267"/>
                <a:gd name="connsiteY18" fmla="*/ 93098 h 166897"/>
                <a:gd name="connsiteX19" fmla="*/ 4454 w 75267"/>
                <a:gd name="connsiteY19" fmla="*/ 96322 h 166897"/>
                <a:gd name="connsiteX20" fmla="*/ 8926 w 75267"/>
                <a:gd name="connsiteY20" fmla="*/ 92354 h 166897"/>
                <a:gd name="connsiteX21" fmla="*/ 35505 w 75267"/>
                <a:gd name="connsiteY21" fmla="*/ 62099 h 166897"/>
                <a:gd name="connsiteX22" fmla="*/ 41715 w 75267"/>
                <a:gd name="connsiteY22" fmla="*/ 70779 h 166897"/>
                <a:gd name="connsiteX23" fmla="*/ 34015 w 75267"/>
                <a:gd name="connsiteY23" fmla="*/ 95578 h 166897"/>
                <a:gd name="connsiteX24" fmla="*/ 18365 w 75267"/>
                <a:gd name="connsiteY24" fmla="*/ 135504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267" h="166897">
                  <a:moveTo>
                    <a:pt x="69040" y="9526"/>
                  </a:moveTo>
                  <a:cubicBezTo>
                    <a:pt x="69040" y="5558"/>
                    <a:pt x="66059" y="102"/>
                    <a:pt x="59104" y="102"/>
                  </a:cubicBezTo>
                  <a:cubicBezTo>
                    <a:pt x="52397" y="102"/>
                    <a:pt x="45193" y="6550"/>
                    <a:pt x="45193" y="13741"/>
                  </a:cubicBezTo>
                  <a:cubicBezTo>
                    <a:pt x="45193" y="17957"/>
                    <a:pt x="48422" y="23165"/>
                    <a:pt x="55129" y="23165"/>
                  </a:cubicBezTo>
                  <a:cubicBezTo>
                    <a:pt x="62333" y="23165"/>
                    <a:pt x="69040" y="16221"/>
                    <a:pt x="69040" y="9526"/>
                  </a:cubicBezTo>
                  <a:close/>
                  <a:moveTo>
                    <a:pt x="18365" y="135504"/>
                  </a:moveTo>
                  <a:cubicBezTo>
                    <a:pt x="17371" y="138728"/>
                    <a:pt x="16129" y="141704"/>
                    <a:pt x="16129" y="145920"/>
                  </a:cubicBezTo>
                  <a:cubicBezTo>
                    <a:pt x="16129" y="157576"/>
                    <a:pt x="26066" y="166999"/>
                    <a:pt x="39728" y="166999"/>
                  </a:cubicBezTo>
                  <a:cubicBezTo>
                    <a:pt x="64569" y="166999"/>
                    <a:pt x="75498" y="132777"/>
                    <a:pt x="75498" y="129057"/>
                  </a:cubicBezTo>
                  <a:cubicBezTo>
                    <a:pt x="75498" y="125833"/>
                    <a:pt x="72269" y="125833"/>
                    <a:pt x="71524" y="125833"/>
                  </a:cubicBezTo>
                  <a:cubicBezTo>
                    <a:pt x="68046" y="125833"/>
                    <a:pt x="67798" y="127321"/>
                    <a:pt x="66804" y="130049"/>
                  </a:cubicBezTo>
                  <a:cubicBezTo>
                    <a:pt x="61091" y="149888"/>
                    <a:pt x="50161" y="160056"/>
                    <a:pt x="40473" y="160056"/>
                  </a:cubicBezTo>
                  <a:cubicBezTo>
                    <a:pt x="35505" y="160056"/>
                    <a:pt x="34263" y="156832"/>
                    <a:pt x="34263" y="151376"/>
                  </a:cubicBezTo>
                  <a:cubicBezTo>
                    <a:pt x="34263" y="145672"/>
                    <a:pt x="36002" y="140960"/>
                    <a:pt x="38238" y="135504"/>
                  </a:cubicBezTo>
                  <a:cubicBezTo>
                    <a:pt x="40722" y="128809"/>
                    <a:pt x="43454" y="122113"/>
                    <a:pt x="46187" y="115665"/>
                  </a:cubicBezTo>
                  <a:cubicBezTo>
                    <a:pt x="48422" y="109714"/>
                    <a:pt x="57365" y="87146"/>
                    <a:pt x="58358" y="84171"/>
                  </a:cubicBezTo>
                  <a:cubicBezTo>
                    <a:pt x="59104" y="81691"/>
                    <a:pt x="59849" y="78715"/>
                    <a:pt x="59849" y="76235"/>
                  </a:cubicBezTo>
                  <a:cubicBezTo>
                    <a:pt x="59849" y="64579"/>
                    <a:pt x="49913" y="55156"/>
                    <a:pt x="36250" y="55156"/>
                  </a:cubicBezTo>
                  <a:cubicBezTo>
                    <a:pt x="11658" y="55156"/>
                    <a:pt x="231" y="88882"/>
                    <a:pt x="231" y="93098"/>
                  </a:cubicBezTo>
                  <a:cubicBezTo>
                    <a:pt x="231" y="96322"/>
                    <a:pt x="3709" y="96322"/>
                    <a:pt x="4454" y="96322"/>
                  </a:cubicBezTo>
                  <a:cubicBezTo>
                    <a:pt x="7932" y="96322"/>
                    <a:pt x="8180" y="95082"/>
                    <a:pt x="8926" y="92354"/>
                  </a:cubicBezTo>
                  <a:cubicBezTo>
                    <a:pt x="15384" y="71027"/>
                    <a:pt x="26314" y="62099"/>
                    <a:pt x="35505" y="62099"/>
                  </a:cubicBezTo>
                  <a:cubicBezTo>
                    <a:pt x="39480" y="62099"/>
                    <a:pt x="41715" y="64083"/>
                    <a:pt x="41715" y="70779"/>
                  </a:cubicBezTo>
                  <a:cubicBezTo>
                    <a:pt x="41715" y="76483"/>
                    <a:pt x="40225" y="80203"/>
                    <a:pt x="34015" y="95578"/>
                  </a:cubicBezTo>
                  <a:lnTo>
                    <a:pt x="18365" y="135504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5A532DD-F4EB-3EB6-7158-570FC64A941C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13116050" y="7389966"/>
              <a:ext cx="182826" cy="66709"/>
            </a:xfrm>
            <a:custGeom>
              <a:avLst/>
              <a:gdLst>
                <a:gd name="connsiteX0" fmla="*/ 173622 w 182826"/>
                <a:gd name="connsiteY0" fmla="*/ 12253 h 66709"/>
                <a:gd name="connsiteX1" fmla="*/ 183061 w 182826"/>
                <a:gd name="connsiteY1" fmla="*/ 6054 h 66709"/>
                <a:gd name="connsiteX2" fmla="*/ 173870 w 182826"/>
                <a:gd name="connsiteY2" fmla="*/ 102 h 66709"/>
                <a:gd name="connsiteX3" fmla="*/ 9425 w 182826"/>
                <a:gd name="connsiteY3" fmla="*/ 102 h 66709"/>
                <a:gd name="connsiteX4" fmla="*/ 234 w 182826"/>
                <a:gd name="connsiteY4" fmla="*/ 6054 h 66709"/>
                <a:gd name="connsiteX5" fmla="*/ 9674 w 182826"/>
                <a:gd name="connsiteY5" fmla="*/ 12253 h 66709"/>
                <a:gd name="connsiteX6" fmla="*/ 173622 w 182826"/>
                <a:gd name="connsiteY6" fmla="*/ 12253 h 66709"/>
                <a:gd name="connsiteX7" fmla="*/ 173870 w 182826"/>
                <a:gd name="connsiteY7" fmla="*/ 66811 h 66709"/>
                <a:gd name="connsiteX8" fmla="*/ 183061 w 182826"/>
                <a:gd name="connsiteY8" fmla="*/ 60859 h 66709"/>
                <a:gd name="connsiteX9" fmla="*/ 173622 w 182826"/>
                <a:gd name="connsiteY9" fmla="*/ 54660 h 66709"/>
                <a:gd name="connsiteX10" fmla="*/ 9674 w 182826"/>
                <a:gd name="connsiteY10" fmla="*/ 54660 h 66709"/>
                <a:gd name="connsiteX11" fmla="*/ 234 w 182826"/>
                <a:gd name="connsiteY11" fmla="*/ 60859 h 66709"/>
                <a:gd name="connsiteX12" fmla="*/ 9425 w 182826"/>
                <a:gd name="connsiteY12" fmla="*/ 66811 h 66709"/>
                <a:gd name="connsiteX13" fmla="*/ 173870 w 182826"/>
                <a:gd name="connsiteY13" fmla="*/ 66811 h 66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2826" h="66709">
                  <a:moveTo>
                    <a:pt x="173622" y="12253"/>
                  </a:moveTo>
                  <a:cubicBezTo>
                    <a:pt x="177348" y="12253"/>
                    <a:pt x="183061" y="12253"/>
                    <a:pt x="183061" y="6054"/>
                  </a:cubicBezTo>
                  <a:cubicBezTo>
                    <a:pt x="183061" y="102"/>
                    <a:pt x="177099" y="102"/>
                    <a:pt x="173870" y="102"/>
                  </a:cubicBezTo>
                  <a:lnTo>
                    <a:pt x="9425" y="102"/>
                  </a:lnTo>
                  <a:cubicBezTo>
                    <a:pt x="6196" y="102"/>
                    <a:pt x="234" y="102"/>
                    <a:pt x="234" y="6054"/>
                  </a:cubicBezTo>
                  <a:cubicBezTo>
                    <a:pt x="234" y="12253"/>
                    <a:pt x="5948" y="12253"/>
                    <a:pt x="9674" y="12253"/>
                  </a:cubicBezTo>
                  <a:lnTo>
                    <a:pt x="173622" y="12253"/>
                  </a:lnTo>
                  <a:close/>
                  <a:moveTo>
                    <a:pt x="173870" y="66811"/>
                  </a:moveTo>
                  <a:cubicBezTo>
                    <a:pt x="177099" y="66811"/>
                    <a:pt x="183061" y="66811"/>
                    <a:pt x="183061" y="60859"/>
                  </a:cubicBezTo>
                  <a:cubicBezTo>
                    <a:pt x="183061" y="54660"/>
                    <a:pt x="177348" y="54660"/>
                    <a:pt x="173622" y="54660"/>
                  </a:cubicBezTo>
                  <a:lnTo>
                    <a:pt x="9674" y="54660"/>
                  </a:lnTo>
                  <a:cubicBezTo>
                    <a:pt x="5948" y="54660"/>
                    <a:pt x="234" y="54660"/>
                    <a:pt x="234" y="60859"/>
                  </a:cubicBezTo>
                  <a:cubicBezTo>
                    <a:pt x="234" y="66811"/>
                    <a:pt x="6196" y="66811"/>
                    <a:pt x="9425" y="66811"/>
                  </a:cubicBezTo>
                  <a:lnTo>
                    <a:pt x="173870" y="66811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8DFE5FE4-C0E9-2173-9FD2-C2AC4E917F66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13343587" y="7320777"/>
              <a:ext cx="90419" cy="164665"/>
            </a:xfrm>
            <a:custGeom>
              <a:avLst/>
              <a:gdLst>
                <a:gd name="connsiteX0" fmla="*/ 56380 w 90419"/>
                <a:gd name="connsiteY0" fmla="*/ 7046 h 164665"/>
                <a:gd name="connsiteX1" fmla="*/ 48928 w 90419"/>
                <a:gd name="connsiteY1" fmla="*/ 102 h 164665"/>
                <a:gd name="connsiteX2" fmla="*/ 240 w 90419"/>
                <a:gd name="connsiteY2" fmla="*/ 15973 h 164665"/>
                <a:gd name="connsiteX3" fmla="*/ 240 w 90419"/>
                <a:gd name="connsiteY3" fmla="*/ 24901 h 164665"/>
                <a:gd name="connsiteX4" fmla="*/ 36259 w 90419"/>
                <a:gd name="connsiteY4" fmla="*/ 17957 h 164665"/>
                <a:gd name="connsiteX5" fmla="*/ 36259 w 90419"/>
                <a:gd name="connsiteY5" fmla="*/ 144432 h 164665"/>
                <a:gd name="connsiteX6" fmla="*/ 11419 w 90419"/>
                <a:gd name="connsiteY6" fmla="*/ 155840 h 164665"/>
                <a:gd name="connsiteX7" fmla="*/ 1979 w 90419"/>
                <a:gd name="connsiteY7" fmla="*/ 155840 h 164665"/>
                <a:gd name="connsiteX8" fmla="*/ 1979 w 90419"/>
                <a:gd name="connsiteY8" fmla="*/ 164767 h 164665"/>
                <a:gd name="connsiteX9" fmla="*/ 46195 w 90419"/>
                <a:gd name="connsiteY9" fmla="*/ 163775 h 164665"/>
                <a:gd name="connsiteX10" fmla="*/ 90660 w 90419"/>
                <a:gd name="connsiteY10" fmla="*/ 164767 h 164665"/>
                <a:gd name="connsiteX11" fmla="*/ 90660 w 90419"/>
                <a:gd name="connsiteY11" fmla="*/ 155840 h 164665"/>
                <a:gd name="connsiteX12" fmla="*/ 81221 w 90419"/>
                <a:gd name="connsiteY12" fmla="*/ 155840 h 164665"/>
                <a:gd name="connsiteX13" fmla="*/ 56380 w 90419"/>
                <a:gd name="connsiteY13" fmla="*/ 144432 h 164665"/>
                <a:gd name="connsiteX14" fmla="*/ 56380 w 90419"/>
                <a:gd name="connsiteY14" fmla="*/ 7046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419" h="164665">
                  <a:moveTo>
                    <a:pt x="56380" y="7046"/>
                  </a:moveTo>
                  <a:cubicBezTo>
                    <a:pt x="56380" y="350"/>
                    <a:pt x="55883" y="102"/>
                    <a:pt x="48928" y="102"/>
                  </a:cubicBezTo>
                  <a:cubicBezTo>
                    <a:pt x="33030" y="15725"/>
                    <a:pt x="10425" y="15973"/>
                    <a:pt x="240" y="15973"/>
                  </a:cubicBezTo>
                  <a:lnTo>
                    <a:pt x="240" y="24901"/>
                  </a:lnTo>
                  <a:cubicBezTo>
                    <a:pt x="6202" y="24901"/>
                    <a:pt x="22597" y="24901"/>
                    <a:pt x="36259" y="17957"/>
                  </a:cubicBezTo>
                  <a:lnTo>
                    <a:pt x="36259" y="144432"/>
                  </a:lnTo>
                  <a:cubicBezTo>
                    <a:pt x="36259" y="152616"/>
                    <a:pt x="36259" y="155840"/>
                    <a:pt x="11419" y="155840"/>
                  </a:cubicBezTo>
                  <a:lnTo>
                    <a:pt x="1979" y="155840"/>
                  </a:lnTo>
                  <a:lnTo>
                    <a:pt x="1979" y="164767"/>
                  </a:lnTo>
                  <a:cubicBezTo>
                    <a:pt x="6450" y="164519"/>
                    <a:pt x="37004" y="163775"/>
                    <a:pt x="46195" y="163775"/>
                  </a:cubicBezTo>
                  <a:cubicBezTo>
                    <a:pt x="53896" y="163775"/>
                    <a:pt x="85195" y="164519"/>
                    <a:pt x="90660" y="164767"/>
                  </a:cubicBezTo>
                  <a:lnTo>
                    <a:pt x="90660" y="155840"/>
                  </a:lnTo>
                  <a:lnTo>
                    <a:pt x="81221" y="155840"/>
                  </a:lnTo>
                  <a:cubicBezTo>
                    <a:pt x="56380" y="155840"/>
                    <a:pt x="56380" y="152616"/>
                    <a:pt x="56380" y="144432"/>
                  </a:cubicBezTo>
                  <a:lnTo>
                    <a:pt x="56380" y="7046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CD17D311-AA3D-D812-F4F7-B50A6342B96F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13617714" y="6825483"/>
              <a:ext cx="233856" cy="249761"/>
            </a:xfrm>
            <a:custGeom>
              <a:avLst/>
              <a:gdLst>
                <a:gd name="connsiteX0" fmla="*/ 187616 w 233856"/>
                <a:gd name="connsiteY0" fmla="*/ 39769 h 249761"/>
                <a:gd name="connsiteX1" fmla="*/ 227361 w 233856"/>
                <a:gd name="connsiteY1" fmla="*/ 11073 h 249761"/>
                <a:gd name="connsiteX2" fmla="*/ 234103 w 233856"/>
                <a:gd name="connsiteY2" fmla="*/ 3987 h 249761"/>
                <a:gd name="connsiteX3" fmla="*/ 229490 w 233856"/>
                <a:gd name="connsiteY3" fmla="*/ 90 h 249761"/>
                <a:gd name="connsiteX4" fmla="*/ 202520 w 233856"/>
                <a:gd name="connsiteY4" fmla="*/ 1153 h 249761"/>
                <a:gd name="connsiteX5" fmla="*/ 169873 w 233856"/>
                <a:gd name="connsiteY5" fmla="*/ 90 h 249761"/>
                <a:gd name="connsiteX6" fmla="*/ 163485 w 233856"/>
                <a:gd name="connsiteY6" fmla="*/ 6821 h 249761"/>
                <a:gd name="connsiteX7" fmla="*/ 169163 w 233856"/>
                <a:gd name="connsiteY7" fmla="*/ 11073 h 249761"/>
                <a:gd name="connsiteX8" fmla="*/ 183357 w 233856"/>
                <a:gd name="connsiteY8" fmla="*/ 22409 h 249761"/>
                <a:gd name="connsiteX9" fmla="*/ 178034 w 233856"/>
                <a:gd name="connsiteY9" fmla="*/ 36580 h 249761"/>
                <a:gd name="connsiteX10" fmla="*/ 75478 w 233856"/>
                <a:gd name="connsiteY10" fmla="*/ 207693 h 249761"/>
                <a:gd name="connsiteX11" fmla="*/ 57380 w 233856"/>
                <a:gd name="connsiteY11" fmla="*/ 22055 h 249761"/>
                <a:gd name="connsiteX12" fmla="*/ 79737 w 233856"/>
                <a:gd name="connsiteY12" fmla="*/ 11073 h 249761"/>
                <a:gd name="connsiteX13" fmla="*/ 88608 w 233856"/>
                <a:gd name="connsiteY13" fmla="*/ 4341 h 249761"/>
                <a:gd name="connsiteX14" fmla="*/ 83640 w 233856"/>
                <a:gd name="connsiteY14" fmla="*/ 90 h 249761"/>
                <a:gd name="connsiteX15" fmla="*/ 42831 w 233856"/>
                <a:gd name="connsiteY15" fmla="*/ 1153 h 249761"/>
                <a:gd name="connsiteX16" fmla="*/ 6634 w 233856"/>
                <a:gd name="connsiteY16" fmla="*/ 90 h 249761"/>
                <a:gd name="connsiteX17" fmla="*/ 247 w 233856"/>
                <a:gd name="connsiteY17" fmla="*/ 6821 h 249761"/>
                <a:gd name="connsiteX18" fmla="*/ 8763 w 233856"/>
                <a:gd name="connsiteY18" fmla="*/ 11073 h 249761"/>
                <a:gd name="connsiteX19" fmla="*/ 27926 w 233856"/>
                <a:gd name="connsiteY19" fmla="*/ 23118 h 249761"/>
                <a:gd name="connsiteX20" fmla="*/ 49218 w 233856"/>
                <a:gd name="connsiteY20" fmla="*/ 241349 h 249761"/>
                <a:gd name="connsiteX21" fmla="*/ 55961 w 233856"/>
                <a:gd name="connsiteY21" fmla="*/ 249852 h 249761"/>
                <a:gd name="connsiteX22" fmla="*/ 65897 w 233856"/>
                <a:gd name="connsiteY22" fmla="*/ 243120 h 249761"/>
                <a:gd name="connsiteX23" fmla="*/ 187616 w 233856"/>
                <a:gd name="connsiteY23" fmla="*/ 39769 h 24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3856" h="249761">
                  <a:moveTo>
                    <a:pt x="187616" y="39769"/>
                  </a:moveTo>
                  <a:cubicBezTo>
                    <a:pt x="201811" y="16032"/>
                    <a:pt x="214231" y="12135"/>
                    <a:pt x="227361" y="11073"/>
                  </a:cubicBezTo>
                  <a:cubicBezTo>
                    <a:pt x="230200" y="10718"/>
                    <a:pt x="234103" y="10718"/>
                    <a:pt x="234103" y="3987"/>
                  </a:cubicBezTo>
                  <a:cubicBezTo>
                    <a:pt x="234103" y="3279"/>
                    <a:pt x="233394" y="90"/>
                    <a:pt x="229490" y="90"/>
                  </a:cubicBezTo>
                  <a:cubicBezTo>
                    <a:pt x="220973" y="90"/>
                    <a:pt x="211392" y="1153"/>
                    <a:pt x="202520" y="1153"/>
                  </a:cubicBezTo>
                  <a:cubicBezTo>
                    <a:pt x="191874" y="1153"/>
                    <a:pt x="180164" y="90"/>
                    <a:pt x="169873" y="90"/>
                  </a:cubicBezTo>
                  <a:cubicBezTo>
                    <a:pt x="167743" y="90"/>
                    <a:pt x="163485" y="90"/>
                    <a:pt x="163485" y="6821"/>
                  </a:cubicBezTo>
                  <a:cubicBezTo>
                    <a:pt x="163485" y="10718"/>
                    <a:pt x="166324" y="10718"/>
                    <a:pt x="169163" y="11073"/>
                  </a:cubicBezTo>
                  <a:cubicBezTo>
                    <a:pt x="174841" y="11427"/>
                    <a:pt x="183357" y="13907"/>
                    <a:pt x="183357" y="22409"/>
                  </a:cubicBezTo>
                  <a:cubicBezTo>
                    <a:pt x="183357" y="27015"/>
                    <a:pt x="179454" y="34100"/>
                    <a:pt x="178034" y="36580"/>
                  </a:cubicBezTo>
                  <a:lnTo>
                    <a:pt x="75478" y="207693"/>
                  </a:lnTo>
                  <a:lnTo>
                    <a:pt x="57380" y="22055"/>
                  </a:lnTo>
                  <a:cubicBezTo>
                    <a:pt x="57380" y="11427"/>
                    <a:pt x="76188" y="11073"/>
                    <a:pt x="79737" y="11073"/>
                  </a:cubicBezTo>
                  <a:cubicBezTo>
                    <a:pt x="84705" y="11073"/>
                    <a:pt x="88608" y="11073"/>
                    <a:pt x="88608" y="4341"/>
                  </a:cubicBezTo>
                  <a:cubicBezTo>
                    <a:pt x="88608" y="90"/>
                    <a:pt x="84705" y="90"/>
                    <a:pt x="83640" y="90"/>
                  </a:cubicBezTo>
                  <a:cubicBezTo>
                    <a:pt x="70510" y="90"/>
                    <a:pt x="56315" y="1153"/>
                    <a:pt x="42831" y="1153"/>
                  </a:cubicBezTo>
                  <a:cubicBezTo>
                    <a:pt x="30765" y="1153"/>
                    <a:pt x="18345" y="90"/>
                    <a:pt x="6634" y="90"/>
                  </a:cubicBezTo>
                  <a:cubicBezTo>
                    <a:pt x="4860" y="90"/>
                    <a:pt x="247" y="90"/>
                    <a:pt x="247" y="6821"/>
                  </a:cubicBezTo>
                  <a:cubicBezTo>
                    <a:pt x="247" y="11073"/>
                    <a:pt x="3795" y="11073"/>
                    <a:pt x="8763" y="11073"/>
                  </a:cubicBezTo>
                  <a:cubicBezTo>
                    <a:pt x="26507" y="11073"/>
                    <a:pt x="27216" y="14261"/>
                    <a:pt x="27926" y="23118"/>
                  </a:cubicBezTo>
                  <a:lnTo>
                    <a:pt x="49218" y="241349"/>
                  </a:lnTo>
                  <a:cubicBezTo>
                    <a:pt x="49928" y="248080"/>
                    <a:pt x="50283" y="249852"/>
                    <a:pt x="55961" y="249852"/>
                  </a:cubicBezTo>
                  <a:cubicBezTo>
                    <a:pt x="60219" y="249852"/>
                    <a:pt x="61993" y="249497"/>
                    <a:pt x="65897" y="243120"/>
                  </a:cubicBezTo>
                  <a:lnTo>
                    <a:pt x="187616" y="39769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810052EC-D6E3-D840-6806-4795073CC070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13818449" y="6910862"/>
              <a:ext cx="151527" cy="160484"/>
            </a:xfrm>
            <a:custGeom>
              <a:avLst/>
              <a:gdLst>
                <a:gd name="connsiteX0" fmla="*/ 85776 w 151527"/>
                <a:gd name="connsiteY0" fmla="*/ 135776 h 160484"/>
                <a:gd name="connsiteX1" fmla="*/ 115230 w 151527"/>
                <a:gd name="connsiteY1" fmla="*/ 160575 h 160484"/>
                <a:gd name="connsiteX2" fmla="*/ 141135 w 151527"/>
                <a:gd name="connsiteY2" fmla="*/ 140736 h 160484"/>
                <a:gd name="connsiteX3" fmla="*/ 151781 w 151527"/>
                <a:gd name="connsiteY3" fmla="*/ 106017 h 160484"/>
                <a:gd name="connsiteX4" fmla="*/ 146458 w 151527"/>
                <a:gd name="connsiteY4" fmla="*/ 102475 h 160484"/>
                <a:gd name="connsiteX5" fmla="*/ 139716 w 151527"/>
                <a:gd name="connsiteY5" fmla="*/ 110623 h 160484"/>
                <a:gd name="connsiteX6" fmla="*/ 115940 w 151527"/>
                <a:gd name="connsiteY6" fmla="*/ 152781 h 160484"/>
                <a:gd name="connsiteX7" fmla="*/ 106713 w 151527"/>
                <a:gd name="connsiteY7" fmla="*/ 138256 h 160484"/>
                <a:gd name="connsiteX8" fmla="*/ 109197 w 151527"/>
                <a:gd name="connsiteY8" fmla="*/ 120188 h 160484"/>
                <a:gd name="connsiteX9" fmla="*/ 133328 w 151527"/>
                <a:gd name="connsiteY9" fmla="*/ 23826 h 160484"/>
                <a:gd name="connsiteX10" fmla="*/ 134748 w 151527"/>
                <a:gd name="connsiteY10" fmla="*/ 16387 h 160484"/>
                <a:gd name="connsiteX11" fmla="*/ 125166 w 151527"/>
                <a:gd name="connsiteY11" fmla="*/ 7176 h 160484"/>
                <a:gd name="connsiteX12" fmla="*/ 110971 w 151527"/>
                <a:gd name="connsiteY12" fmla="*/ 20992 h 160484"/>
                <a:gd name="connsiteX13" fmla="*/ 81518 w 151527"/>
                <a:gd name="connsiteY13" fmla="*/ 90 h 160484"/>
                <a:gd name="connsiteX14" fmla="*/ 253 w 151527"/>
                <a:gd name="connsiteY14" fmla="*/ 105663 h 160484"/>
                <a:gd name="connsiteX15" fmla="*/ 43192 w 151527"/>
                <a:gd name="connsiteY15" fmla="*/ 160575 h 160484"/>
                <a:gd name="connsiteX16" fmla="*/ 85776 w 151527"/>
                <a:gd name="connsiteY16" fmla="*/ 135776 h 160484"/>
                <a:gd name="connsiteX17" fmla="*/ 104939 w 151527"/>
                <a:gd name="connsiteY17" fmla="*/ 45791 h 160484"/>
                <a:gd name="connsiteX18" fmla="*/ 88260 w 151527"/>
                <a:gd name="connsiteY18" fmla="*/ 112749 h 160484"/>
                <a:gd name="connsiteX19" fmla="*/ 43902 w 151527"/>
                <a:gd name="connsiteY19" fmla="*/ 152781 h 160484"/>
                <a:gd name="connsiteX20" fmla="*/ 24384 w 151527"/>
                <a:gd name="connsiteY20" fmla="*/ 121251 h 160484"/>
                <a:gd name="connsiteX21" fmla="*/ 41773 w 151527"/>
                <a:gd name="connsiteY21" fmla="*/ 47208 h 160484"/>
                <a:gd name="connsiteX22" fmla="*/ 81518 w 151527"/>
                <a:gd name="connsiteY22" fmla="*/ 7884 h 160484"/>
                <a:gd name="connsiteX23" fmla="*/ 106003 w 151527"/>
                <a:gd name="connsiteY23" fmla="*/ 41186 h 160484"/>
                <a:gd name="connsiteX24" fmla="*/ 104939 w 151527"/>
                <a:gd name="connsiteY24" fmla="*/ 45791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51527" h="160484">
                  <a:moveTo>
                    <a:pt x="85776" y="135776"/>
                  </a:moveTo>
                  <a:cubicBezTo>
                    <a:pt x="89680" y="153135"/>
                    <a:pt x="102810" y="160575"/>
                    <a:pt x="115230" y="160575"/>
                  </a:cubicBezTo>
                  <a:cubicBezTo>
                    <a:pt x="128360" y="160575"/>
                    <a:pt x="135812" y="151718"/>
                    <a:pt x="141135" y="140736"/>
                  </a:cubicBezTo>
                  <a:cubicBezTo>
                    <a:pt x="147523" y="127274"/>
                    <a:pt x="151781" y="106726"/>
                    <a:pt x="151781" y="106017"/>
                  </a:cubicBezTo>
                  <a:cubicBezTo>
                    <a:pt x="151781" y="102475"/>
                    <a:pt x="148942" y="102475"/>
                    <a:pt x="146458" y="102475"/>
                  </a:cubicBezTo>
                  <a:cubicBezTo>
                    <a:pt x="142200" y="102475"/>
                    <a:pt x="141845" y="102829"/>
                    <a:pt x="139716" y="110623"/>
                  </a:cubicBezTo>
                  <a:cubicBezTo>
                    <a:pt x="134748" y="130462"/>
                    <a:pt x="128005" y="152781"/>
                    <a:pt x="115940" y="152781"/>
                  </a:cubicBezTo>
                  <a:cubicBezTo>
                    <a:pt x="106713" y="152781"/>
                    <a:pt x="106713" y="143216"/>
                    <a:pt x="106713" y="138256"/>
                  </a:cubicBezTo>
                  <a:cubicBezTo>
                    <a:pt x="106713" y="135776"/>
                    <a:pt x="106713" y="130108"/>
                    <a:pt x="109197" y="120188"/>
                  </a:cubicBezTo>
                  <a:lnTo>
                    <a:pt x="133328" y="23826"/>
                  </a:lnTo>
                  <a:cubicBezTo>
                    <a:pt x="134748" y="18867"/>
                    <a:pt x="134748" y="18158"/>
                    <a:pt x="134748" y="16387"/>
                  </a:cubicBezTo>
                  <a:cubicBezTo>
                    <a:pt x="134748" y="8947"/>
                    <a:pt x="128715" y="7176"/>
                    <a:pt x="125166" y="7176"/>
                  </a:cubicBezTo>
                  <a:cubicBezTo>
                    <a:pt x="113810" y="7176"/>
                    <a:pt x="111326" y="19221"/>
                    <a:pt x="110971" y="20992"/>
                  </a:cubicBezTo>
                  <a:cubicBezTo>
                    <a:pt x="104229" y="5759"/>
                    <a:pt x="92873" y="90"/>
                    <a:pt x="81518" y="90"/>
                  </a:cubicBezTo>
                  <a:cubicBezTo>
                    <a:pt x="42128" y="90"/>
                    <a:pt x="253" y="53939"/>
                    <a:pt x="253" y="105663"/>
                  </a:cubicBezTo>
                  <a:cubicBezTo>
                    <a:pt x="253" y="135776"/>
                    <a:pt x="16577" y="160575"/>
                    <a:pt x="43192" y="160575"/>
                  </a:cubicBezTo>
                  <a:cubicBezTo>
                    <a:pt x="55967" y="160575"/>
                    <a:pt x="71581" y="153135"/>
                    <a:pt x="85776" y="135776"/>
                  </a:cubicBezTo>
                  <a:close/>
                  <a:moveTo>
                    <a:pt x="104939" y="45791"/>
                  </a:moveTo>
                  <a:lnTo>
                    <a:pt x="88260" y="112749"/>
                  </a:lnTo>
                  <a:cubicBezTo>
                    <a:pt x="85421" y="124085"/>
                    <a:pt x="63419" y="152781"/>
                    <a:pt x="43902" y="152781"/>
                  </a:cubicBezTo>
                  <a:cubicBezTo>
                    <a:pt x="27223" y="152781"/>
                    <a:pt x="24384" y="131879"/>
                    <a:pt x="24384" y="121251"/>
                  </a:cubicBezTo>
                  <a:cubicBezTo>
                    <a:pt x="24384" y="103537"/>
                    <a:pt x="35385" y="62088"/>
                    <a:pt x="41773" y="47208"/>
                  </a:cubicBezTo>
                  <a:cubicBezTo>
                    <a:pt x="50644" y="25598"/>
                    <a:pt x="66968" y="7884"/>
                    <a:pt x="81518" y="7884"/>
                  </a:cubicBezTo>
                  <a:cubicBezTo>
                    <a:pt x="97132" y="7884"/>
                    <a:pt x="106003" y="26306"/>
                    <a:pt x="106003" y="41186"/>
                  </a:cubicBezTo>
                  <a:cubicBezTo>
                    <a:pt x="106003" y="41894"/>
                    <a:pt x="105649" y="43666"/>
                    <a:pt x="104939" y="45791"/>
                  </a:cubicBez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5C2F5D1B-75DA-F765-7E7C-49EAEA6D767A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13990952" y="6910862"/>
              <a:ext cx="144075" cy="160484"/>
            </a:xfrm>
            <a:custGeom>
              <a:avLst/>
              <a:gdLst>
                <a:gd name="connsiteX0" fmla="*/ 62360 w 144075"/>
                <a:gd name="connsiteY0" fmla="*/ 54648 h 160484"/>
                <a:gd name="connsiteX1" fmla="*/ 109202 w 144075"/>
                <a:gd name="connsiteY1" fmla="*/ 7884 h 160484"/>
                <a:gd name="connsiteX2" fmla="*/ 128010 w 144075"/>
                <a:gd name="connsiteY2" fmla="*/ 12844 h 160484"/>
                <a:gd name="connsiteX3" fmla="*/ 114525 w 144075"/>
                <a:gd name="connsiteY3" fmla="*/ 29849 h 160484"/>
                <a:gd name="connsiteX4" fmla="*/ 126946 w 144075"/>
                <a:gd name="connsiteY4" fmla="*/ 41186 h 160484"/>
                <a:gd name="connsiteX5" fmla="*/ 144334 w 144075"/>
                <a:gd name="connsiteY5" fmla="*/ 22409 h 160484"/>
                <a:gd name="connsiteX6" fmla="*/ 109557 w 144075"/>
                <a:gd name="connsiteY6" fmla="*/ 90 h 160484"/>
                <a:gd name="connsiteX7" fmla="*/ 66618 w 144075"/>
                <a:gd name="connsiteY7" fmla="*/ 25598 h 160484"/>
                <a:gd name="connsiteX8" fmla="*/ 37164 w 144075"/>
                <a:gd name="connsiteY8" fmla="*/ 90 h 160484"/>
                <a:gd name="connsiteX9" fmla="*/ 11614 w 144075"/>
                <a:gd name="connsiteY9" fmla="*/ 18867 h 160484"/>
                <a:gd name="connsiteX10" fmla="*/ 258 w 144075"/>
                <a:gd name="connsiteY10" fmla="*/ 54648 h 160484"/>
                <a:gd name="connsiteX11" fmla="*/ 5581 w 144075"/>
                <a:gd name="connsiteY11" fmla="*/ 58191 h 160484"/>
                <a:gd name="connsiteX12" fmla="*/ 12324 w 144075"/>
                <a:gd name="connsiteY12" fmla="*/ 50042 h 160484"/>
                <a:gd name="connsiteX13" fmla="*/ 36455 w 144075"/>
                <a:gd name="connsiteY13" fmla="*/ 7884 h 160484"/>
                <a:gd name="connsiteX14" fmla="*/ 45681 w 144075"/>
                <a:gd name="connsiteY14" fmla="*/ 22055 h 160484"/>
                <a:gd name="connsiteX15" fmla="*/ 43197 w 144075"/>
                <a:gd name="connsiteY15" fmla="*/ 40123 h 160484"/>
                <a:gd name="connsiteX16" fmla="*/ 16582 w 144075"/>
                <a:gd name="connsiteY16" fmla="*/ 146404 h 160484"/>
                <a:gd name="connsiteX17" fmla="*/ 15518 w 144075"/>
                <a:gd name="connsiteY17" fmla="*/ 151364 h 160484"/>
                <a:gd name="connsiteX18" fmla="*/ 25454 w 144075"/>
                <a:gd name="connsiteY18" fmla="*/ 160575 h 160484"/>
                <a:gd name="connsiteX19" fmla="*/ 39294 w 144075"/>
                <a:gd name="connsiteY19" fmla="*/ 147467 h 160484"/>
                <a:gd name="connsiteX20" fmla="*/ 62360 w 144075"/>
                <a:gd name="connsiteY20" fmla="*/ 54648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4075" h="160484">
                  <a:moveTo>
                    <a:pt x="62360" y="54648"/>
                  </a:moveTo>
                  <a:cubicBezTo>
                    <a:pt x="62715" y="53585"/>
                    <a:pt x="78684" y="7884"/>
                    <a:pt x="109202" y="7884"/>
                  </a:cubicBezTo>
                  <a:cubicBezTo>
                    <a:pt x="110977" y="7884"/>
                    <a:pt x="120913" y="7884"/>
                    <a:pt x="128010" y="12844"/>
                  </a:cubicBezTo>
                  <a:cubicBezTo>
                    <a:pt x="115590" y="16741"/>
                    <a:pt x="114525" y="28078"/>
                    <a:pt x="114525" y="29849"/>
                  </a:cubicBezTo>
                  <a:cubicBezTo>
                    <a:pt x="114525" y="34455"/>
                    <a:pt x="117719" y="41186"/>
                    <a:pt x="126946" y="41186"/>
                  </a:cubicBezTo>
                  <a:cubicBezTo>
                    <a:pt x="133333" y="41186"/>
                    <a:pt x="144334" y="36226"/>
                    <a:pt x="144334" y="22409"/>
                  </a:cubicBezTo>
                  <a:cubicBezTo>
                    <a:pt x="144334" y="3987"/>
                    <a:pt x="121268" y="90"/>
                    <a:pt x="109557" y="90"/>
                  </a:cubicBezTo>
                  <a:cubicBezTo>
                    <a:pt x="85071" y="90"/>
                    <a:pt x="72296" y="17804"/>
                    <a:pt x="66618" y="25598"/>
                  </a:cubicBezTo>
                  <a:cubicBezTo>
                    <a:pt x="62715" y="6821"/>
                    <a:pt x="48875" y="90"/>
                    <a:pt x="37164" y="90"/>
                  </a:cubicBezTo>
                  <a:cubicBezTo>
                    <a:pt x="24389" y="90"/>
                    <a:pt x="17292" y="8238"/>
                    <a:pt x="11614" y="18867"/>
                  </a:cubicBezTo>
                  <a:cubicBezTo>
                    <a:pt x="4872" y="33037"/>
                    <a:pt x="258" y="53939"/>
                    <a:pt x="258" y="54648"/>
                  </a:cubicBezTo>
                  <a:cubicBezTo>
                    <a:pt x="258" y="58191"/>
                    <a:pt x="3807" y="58191"/>
                    <a:pt x="5581" y="58191"/>
                  </a:cubicBezTo>
                  <a:cubicBezTo>
                    <a:pt x="10195" y="58191"/>
                    <a:pt x="10550" y="57836"/>
                    <a:pt x="12324" y="50042"/>
                  </a:cubicBezTo>
                  <a:cubicBezTo>
                    <a:pt x="18711" y="25243"/>
                    <a:pt x="25454" y="7884"/>
                    <a:pt x="36455" y="7884"/>
                  </a:cubicBezTo>
                  <a:cubicBezTo>
                    <a:pt x="45681" y="7884"/>
                    <a:pt x="45681" y="18158"/>
                    <a:pt x="45681" y="22055"/>
                  </a:cubicBezTo>
                  <a:cubicBezTo>
                    <a:pt x="45681" y="27723"/>
                    <a:pt x="44617" y="34455"/>
                    <a:pt x="43197" y="40123"/>
                  </a:cubicBezTo>
                  <a:lnTo>
                    <a:pt x="16582" y="146404"/>
                  </a:lnTo>
                  <a:cubicBezTo>
                    <a:pt x="15873" y="148530"/>
                    <a:pt x="15518" y="150301"/>
                    <a:pt x="15518" y="151364"/>
                  </a:cubicBezTo>
                  <a:cubicBezTo>
                    <a:pt x="15518" y="155261"/>
                    <a:pt x="18357" y="160575"/>
                    <a:pt x="25454" y="160575"/>
                  </a:cubicBezTo>
                  <a:cubicBezTo>
                    <a:pt x="36100" y="160575"/>
                    <a:pt x="38584" y="150301"/>
                    <a:pt x="39294" y="147467"/>
                  </a:cubicBezTo>
                  <a:lnTo>
                    <a:pt x="62360" y="54648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FBF7A485-94CC-EA31-F032-8A1B77538788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14153006" y="6801746"/>
              <a:ext cx="48616" cy="354271"/>
            </a:xfrm>
            <a:custGeom>
              <a:avLst/>
              <a:gdLst>
                <a:gd name="connsiteX0" fmla="*/ 48879 w 48616"/>
                <a:gd name="connsiteY0" fmla="*/ 354362 h 354271"/>
                <a:gd name="connsiteX1" fmla="*/ 48879 w 48616"/>
                <a:gd name="connsiteY1" fmla="*/ 340191 h 354271"/>
                <a:gd name="connsiteX2" fmla="*/ 14457 w 48616"/>
                <a:gd name="connsiteY2" fmla="*/ 340191 h 354271"/>
                <a:gd name="connsiteX3" fmla="*/ 14457 w 48616"/>
                <a:gd name="connsiteY3" fmla="*/ 14261 h 354271"/>
                <a:gd name="connsiteX4" fmla="*/ 48879 w 48616"/>
                <a:gd name="connsiteY4" fmla="*/ 14261 h 354271"/>
                <a:gd name="connsiteX5" fmla="*/ 48879 w 48616"/>
                <a:gd name="connsiteY5" fmla="*/ 90 h 354271"/>
                <a:gd name="connsiteX6" fmla="*/ 263 w 48616"/>
                <a:gd name="connsiteY6" fmla="*/ 90 h 354271"/>
                <a:gd name="connsiteX7" fmla="*/ 263 w 48616"/>
                <a:gd name="connsiteY7" fmla="*/ 354362 h 354271"/>
                <a:gd name="connsiteX8" fmla="*/ 48879 w 48616"/>
                <a:gd name="connsiteY8" fmla="*/ 354362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16" h="354271">
                  <a:moveTo>
                    <a:pt x="48879" y="354362"/>
                  </a:moveTo>
                  <a:lnTo>
                    <a:pt x="48879" y="340191"/>
                  </a:lnTo>
                  <a:lnTo>
                    <a:pt x="14457" y="340191"/>
                  </a:lnTo>
                  <a:lnTo>
                    <a:pt x="14457" y="14261"/>
                  </a:lnTo>
                  <a:lnTo>
                    <a:pt x="48879" y="14261"/>
                  </a:lnTo>
                  <a:lnTo>
                    <a:pt x="48879" y="90"/>
                  </a:lnTo>
                  <a:lnTo>
                    <a:pt x="263" y="90"/>
                  </a:lnTo>
                  <a:lnTo>
                    <a:pt x="263" y="354362"/>
                  </a:lnTo>
                  <a:lnTo>
                    <a:pt x="48879" y="354362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D688457A-FCD7-4F39-EADD-35F53488D856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14219287" y="6825483"/>
              <a:ext cx="292409" cy="241967"/>
            </a:xfrm>
            <a:custGeom>
              <a:avLst/>
              <a:gdLst>
                <a:gd name="connsiteX0" fmla="*/ 162794 w 292409"/>
                <a:gd name="connsiteY0" fmla="*/ 96452 h 241967"/>
                <a:gd name="connsiteX1" fmla="*/ 132985 w 292409"/>
                <a:gd name="connsiteY1" fmla="*/ 25952 h 241967"/>
                <a:gd name="connsiteX2" fmla="*/ 131211 w 292409"/>
                <a:gd name="connsiteY2" fmla="*/ 21346 h 241967"/>
                <a:gd name="connsiteX3" fmla="*/ 152148 w 292409"/>
                <a:gd name="connsiteY3" fmla="*/ 11073 h 241967"/>
                <a:gd name="connsiteX4" fmla="*/ 159245 w 292409"/>
                <a:gd name="connsiteY4" fmla="*/ 4341 h 241967"/>
                <a:gd name="connsiteX5" fmla="*/ 153922 w 292409"/>
                <a:gd name="connsiteY5" fmla="*/ 90 h 241967"/>
                <a:gd name="connsiteX6" fmla="*/ 109209 w 292409"/>
                <a:gd name="connsiteY6" fmla="*/ 1153 h 241967"/>
                <a:gd name="connsiteX7" fmla="*/ 69464 w 292409"/>
                <a:gd name="connsiteY7" fmla="*/ 90 h 241967"/>
                <a:gd name="connsiteX8" fmla="*/ 63077 w 292409"/>
                <a:gd name="connsiteY8" fmla="*/ 7176 h 241967"/>
                <a:gd name="connsiteX9" fmla="*/ 71239 w 292409"/>
                <a:gd name="connsiteY9" fmla="*/ 11073 h 241967"/>
                <a:gd name="connsiteX10" fmla="*/ 97854 w 292409"/>
                <a:gd name="connsiteY10" fmla="*/ 22409 h 241967"/>
                <a:gd name="connsiteX11" fmla="*/ 139728 w 292409"/>
                <a:gd name="connsiteY11" fmla="*/ 121251 h 241967"/>
                <a:gd name="connsiteX12" fmla="*/ 64851 w 292409"/>
                <a:gd name="connsiteY12" fmla="*/ 201671 h 241967"/>
                <a:gd name="connsiteX13" fmla="*/ 60238 w 292409"/>
                <a:gd name="connsiteY13" fmla="*/ 205568 h 241967"/>
                <a:gd name="connsiteX14" fmla="*/ 8072 w 292409"/>
                <a:gd name="connsiteY14" fmla="*/ 231075 h 241967"/>
                <a:gd name="connsiteX15" fmla="*/ 265 w 292409"/>
                <a:gd name="connsiteY15" fmla="*/ 238161 h 241967"/>
                <a:gd name="connsiteX16" fmla="*/ 4879 w 292409"/>
                <a:gd name="connsiteY16" fmla="*/ 242058 h 241967"/>
                <a:gd name="connsiteX17" fmla="*/ 38236 w 292409"/>
                <a:gd name="connsiteY17" fmla="*/ 240995 h 241967"/>
                <a:gd name="connsiteX18" fmla="*/ 77981 w 292409"/>
                <a:gd name="connsiteY18" fmla="*/ 242058 h 241967"/>
                <a:gd name="connsiteX19" fmla="*/ 84369 w 292409"/>
                <a:gd name="connsiteY19" fmla="*/ 234972 h 241967"/>
                <a:gd name="connsiteX20" fmla="*/ 80110 w 292409"/>
                <a:gd name="connsiteY20" fmla="*/ 231075 h 241967"/>
                <a:gd name="connsiteX21" fmla="*/ 65916 w 292409"/>
                <a:gd name="connsiteY21" fmla="*/ 220093 h 241967"/>
                <a:gd name="connsiteX22" fmla="*/ 75497 w 292409"/>
                <a:gd name="connsiteY22" fmla="*/ 204151 h 241967"/>
                <a:gd name="connsiteX23" fmla="*/ 111693 w 292409"/>
                <a:gd name="connsiteY23" fmla="*/ 165889 h 241967"/>
                <a:gd name="connsiteX24" fmla="*/ 143631 w 292409"/>
                <a:gd name="connsiteY24" fmla="*/ 131171 h 241967"/>
                <a:gd name="connsiteX25" fmla="*/ 179473 w 292409"/>
                <a:gd name="connsiteY25" fmla="*/ 215842 h 241967"/>
                <a:gd name="connsiteX26" fmla="*/ 181247 w 292409"/>
                <a:gd name="connsiteY26" fmla="*/ 220801 h 241967"/>
                <a:gd name="connsiteX27" fmla="*/ 160665 w 292409"/>
                <a:gd name="connsiteY27" fmla="*/ 231075 h 241967"/>
                <a:gd name="connsiteX28" fmla="*/ 153567 w 292409"/>
                <a:gd name="connsiteY28" fmla="*/ 237806 h 241967"/>
                <a:gd name="connsiteX29" fmla="*/ 158890 w 292409"/>
                <a:gd name="connsiteY29" fmla="*/ 242058 h 241967"/>
                <a:gd name="connsiteX30" fmla="*/ 203604 w 292409"/>
                <a:gd name="connsiteY30" fmla="*/ 240995 h 241967"/>
                <a:gd name="connsiteX31" fmla="*/ 242994 w 292409"/>
                <a:gd name="connsiteY31" fmla="*/ 242058 h 241967"/>
                <a:gd name="connsiteX32" fmla="*/ 249736 w 292409"/>
                <a:gd name="connsiteY32" fmla="*/ 235326 h 241967"/>
                <a:gd name="connsiteX33" fmla="*/ 243349 w 292409"/>
                <a:gd name="connsiteY33" fmla="*/ 231075 h 241967"/>
                <a:gd name="connsiteX34" fmla="*/ 212830 w 292409"/>
                <a:gd name="connsiteY34" fmla="*/ 215487 h 241967"/>
                <a:gd name="connsiteX35" fmla="*/ 167052 w 292409"/>
                <a:gd name="connsiteY35" fmla="*/ 106017 h 241967"/>
                <a:gd name="connsiteX36" fmla="*/ 239800 w 292409"/>
                <a:gd name="connsiteY36" fmla="*/ 29140 h 241967"/>
                <a:gd name="connsiteX37" fmla="*/ 284868 w 292409"/>
                <a:gd name="connsiteY37" fmla="*/ 11073 h 241967"/>
                <a:gd name="connsiteX38" fmla="*/ 292675 w 292409"/>
                <a:gd name="connsiteY38" fmla="*/ 3987 h 241967"/>
                <a:gd name="connsiteX39" fmla="*/ 288062 w 292409"/>
                <a:gd name="connsiteY39" fmla="*/ 90 h 241967"/>
                <a:gd name="connsiteX40" fmla="*/ 254704 w 292409"/>
                <a:gd name="connsiteY40" fmla="*/ 1153 h 241967"/>
                <a:gd name="connsiteX41" fmla="*/ 215314 w 292409"/>
                <a:gd name="connsiteY41" fmla="*/ 90 h 241967"/>
                <a:gd name="connsiteX42" fmla="*/ 208572 w 292409"/>
                <a:gd name="connsiteY42" fmla="*/ 7176 h 241967"/>
                <a:gd name="connsiteX43" fmla="*/ 212830 w 292409"/>
                <a:gd name="connsiteY43" fmla="*/ 11073 h 241967"/>
                <a:gd name="connsiteX44" fmla="*/ 227025 w 292409"/>
                <a:gd name="connsiteY44" fmla="*/ 22055 h 241967"/>
                <a:gd name="connsiteX45" fmla="*/ 220282 w 292409"/>
                <a:gd name="connsiteY45" fmla="*/ 34809 h 241967"/>
                <a:gd name="connsiteX46" fmla="*/ 162794 w 292409"/>
                <a:gd name="connsiteY46" fmla="*/ 96452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2409" h="241967">
                  <a:moveTo>
                    <a:pt x="162794" y="96452"/>
                  </a:moveTo>
                  <a:lnTo>
                    <a:pt x="132985" y="25952"/>
                  </a:lnTo>
                  <a:cubicBezTo>
                    <a:pt x="131921" y="23118"/>
                    <a:pt x="131211" y="21701"/>
                    <a:pt x="131211" y="21346"/>
                  </a:cubicBezTo>
                  <a:cubicBezTo>
                    <a:pt x="131211" y="19221"/>
                    <a:pt x="137244" y="12490"/>
                    <a:pt x="152148" y="11073"/>
                  </a:cubicBezTo>
                  <a:cubicBezTo>
                    <a:pt x="155697" y="10718"/>
                    <a:pt x="159245" y="10364"/>
                    <a:pt x="159245" y="4341"/>
                  </a:cubicBezTo>
                  <a:cubicBezTo>
                    <a:pt x="159245" y="90"/>
                    <a:pt x="154987" y="90"/>
                    <a:pt x="153922" y="90"/>
                  </a:cubicBezTo>
                  <a:cubicBezTo>
                    <a:pt x="139373" y="90"/>
                    <a:pt x="124114" y="1153"/>
                    <a:pt x="109209" y="1153"/>
                  </a:cubicBezTo>
                  <a:cubicBezTo>
                    <a:pt x="100338" y="1153"/>
                    <a:pt x="78336" y="90"/>
                    <a:pt x="69464" y="90"/>
                  </a:cubicBezTo>
                  <a:cubicBezTo>
                    <a:pt x="67335" y="90"/>
                    <a:pt x="63077" y="90"/>
                    <a:pt x="63077" y="7176"/>
                  </a:cubicBezTo>
                  <a:cubicBezTo>
                    <a:pt x="63077" y="11073"/>
                    <a:pt x="66625" y="11073"/>
                    <a:pt x="71239" y="11073"/>
                  </a:cubicBezTo>
                  <a:cubicBezTo>
                    <a:pt x="92531" y="11073"/>
                    <a:pt x="94660" y="14615"/>
                    <a:pt x="97854" y="22409"/>
                  </a:cubicBezTo>
                  <a:lnTo>
                    <a:pt x="139728" y="121251"/>
                  </a:lnTo>
                  <a:lnTo>
                    <a:pt x="64851" y="201671"/>
                  </a:lnTo>
                  <a:lnTo>
                    <a:pt x="60238" y="205568"/>
                  </a:lnTo>
                  <a:cubicBezTo>
                    <a:pt x="42849" y="224344"/>
                    <a:pt x="26171" y="230012"/>
                    <a:pt x="8072" y="231075"/>
                  </a:cubicBezTo>
                  <a:cubicBezTo>
                    <a:pt x="3459" y="231429"/>
                    <a:pt x="265" y="231429"/>
                    <a:pt x="265" y="238161"/>
                  </a:cubicBezTo>
                  <a:cubicBezTo>
                    <a:pt x="265" y="238515"/>
                    <a:pt x="265" y="242058"/>
                    <a:pt x="4879" y="242058"/>
                  </a:cubicBezTo>
                  <a:cubicBezTo>
                    <a:pt x="15525" y="242058"/>
                    <a:pt x="27235" y="240995"/>
                    <a:pt x="38236" y="240995"/>
                  </a:cubicBezTo>
                  <a:cubicBezTo>
                    <a:pt x="51366" y="240995"/>
                    <a:pt x="65206" y="242058"/>
                    <a:pt x="77981" y="242058"/>
                  </a:cubicBezTo>
                  <a:cubicBezTo>
                    <a:pt x="80110" y="242058"/>
                    <a:pt x="84369" y="242058"/>
                    <a:pt x="84369" y="234972"/>
                  </a:cubicBezTo>
                  <a:cubicBezTo>
                    <a:pt x="84369" y="231429"/>
                    <a:pt x="80820" y="231075"/>
                    <a:pt x="80110" y="231075"/>
                  </a:cubicBezTo>
                  <a:cubicBezTo>
                    <a:pt x="76916" y="230721"/>
                    <a:pt x="65916" y="230012"/>
                    <a:pt x="65916" y="220093"/>
                  </a:cubicBezTo>
                  <a:cubicBezTo>
                    <a:pt x="65916" y="214424"/>
                    <a:pt x="71239" y="208756"/>
                    <a:pt x="75497" y="204151"/>
                  </a:cubicBezTo>
                  <a:lnTo>
                    <a:pt x="111693" y="165889"/>
                  </a:lnTo>
                  <a:lnTo>
                    <a:pt x="143631" y="131171"/>
                  </a:lnTo>
                  <a:lnTo>
                    <a:pt x="179473" y="215842"/>
                  </a:lnTo>
                  <a:cubicBezTo>
                    <a:pt x="180892" y="219739"/>
                    <a:pt x="181247" y="220093"/>
                    <a:pt x="181247" y="220801"/>
                  </a:cubicBezTo>
                  <a:cubicBezTo>
                    <a:pt x="181247" y="223635"/>
                    <a:pt x="174505" y="229658"/>
                    <a:pt x="160665" y="231075"/>
                  </a:cubicBezTo>
                  <a:cubicBezTo>
                    <a:pt x="156761" y="231429"/>
                    <a:pt x="153567" y="231784"/>
                    <a:pt x="153567" y="237806"/>
                  </a:cubicBezTo>
                  <a:cubicBezTo>
                    <a:pt x="153567" y="242058"/>
                    <a:pt x="157471" y="242058"/>
                    <a:pt x="158890" y="242058"/>
                  </a:cubicBezTo>
                  <a:cubicBezTo>
                    <a:pt x="168827" y="242058"/>
                    <a:pt x="193667" y="240995"/>
                    <a:pt x="203604" y="240995"/>
                  </a:cubicBezTo>
                  <a:cubicBezTo>
                    <a:pt x="212475" y="240995"/>
                    <a:pt x="234122" y="242058"/>
                    <a:pt x="242994" y="242058"/>
                  </a:cubicBezTo>
                  <a:cubicBezTo>
                    <a:pt x="245478" y="242058"/>
                    <a:pt x="249736" y="242058"/>
                    <a:pt x="249736" y="235326"/>
                  </a:cubicBezTo>
                  <a:cubicBezTo>
                    <a:pt x="249736" y="231075"/>
                    <a:pt x="246187" y="231075"/>
                    <a:pt x="243349" y="231075"/>
                  </a:cubicBezTo>
                  <a:cubicBezTo>
                    <a:pt x="219573" y="230721"/>
                    <a:pt x="218863" y="229658"/>
                    <a:pt x="212830" y="215487"/>
                  </a:cubicBezTo>
                  <a:cubicBezTo>
                    <a:pt x="198990" y="182540"/>
                    <a:pt x="175214" y="127274"/>
                    <a:pt x="167052" y="106017"/>
                  </a:cubicBezTo>
                  <a:cubicBezTo>
                    <a:pt x="191183" y="81218"/>
                    <a:pt x="228444" y="39060"/>
                    <a:pt x="239800" y="29140"/>
                  </a:cubicBezTo>
                  <a:cubicBezTo>
                    <a:pt x="250091" y="20638"/>
                    <a:pt x="263576" y="12135"/>
                    <a:pt x="284868" y="11073"/>
                  </a:cubicBezTo>
                  <a:cubicBezTo>
                    <a:pt x="289481" y="10718"/>
                    <a:pt x="292675" y="10718"/>
                    <a:pt x="292675" y="3987"/>
                  </a:cubicBezTo>
                  <a:cubicBezTo>
                    <a:pt x="292675" y="3633"/>
                    <a:pt x="292675" y="90"/>
                    <a:pt x="288062" y="90"/>
                  </a:cubicBezTo>
                  <a:cubicBezTo>
                    <a:pt x="277416" y="90"/>
                    <a:pt x="265705" y="1153"/>
                    <a:pt x="254704" y="1153"/>
                  </a:cubicBezTo>
                  <a:cubicBezTo>
                    <a:pt x="241574" y="1153"/>
                    <a:pt x="228089" y="90"/>
                    <a:pt x="215314" y="90"/>
                  </a:cubicBezTo>
                  <a:cubicBezTo>
                    <a:pt x="213185" y="90"/>
                    <a:pt x="208572" y="90"/>
                    <a:pt x="208572" y="7176"/>
                  </a:cubicBezTo>
                  <a:cubicBezTo>
                    <a:pt x="208572" y="9655"/>
                    <a:pt x="210346" y="10718"/>
                    <a:pt x="212830" y="11073"/>
                  </a:cubicBezTo>
                  <a:cubicBezTo>
                    <a:pt x="216024" y="11427"/>
                    <a:pt x="227025" y="12135"/>
                    <a:pt x="227025" y="22055"/>
                  </a:cubicBezTo>
                  <a:cubicBezTo>
                    <a:pt x="227025" y="27015"/>
                    <a:pt x="223121" y="31620"/>
                    <a:pt x="220282" y="34809"/>
                  </a:cubicBezTo>
                  <a:lnTo>
                    <a:pt x="162794" y="96452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A59DFE9-9432-0A10-945C-B806924D9E04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14515378" y="6956173"/>
              <a:ext cx="75267" cy="166897"/>
            </a:xfrm>
            <a:custGeom>
              <a:avLst/>
              <a:gdLst>
                <a:gd name="connsiteX0" fmla="*/ 69082 w 75267"/>
                <a:gd name="connsiteY0" fmla="*/ 9515 h 166897"/>
                <a:gd name="connsiteX1" fmla="*/ 59146 w 75267"/>
                <a:gd name="connsiteY1" fmla="*/ 92 h 166897"/>
                <a:gd name="connsiteX2" fmla="*/ 45235 w 75267"/>
                <a:gd name="connsiteY2" fmla="*/ 13731 h 166897"/>
                <a:gd name="connsiteX3" fmla="*/ 55171 w 75267"/>
                <a:gd name="connsiteY3" fmla="*/ 23155 h 166897"/>
                <a:gd name="connsiteX4" fmla="*/ 69082 w 75267"/>
                <a:gd name="connsiteY4" fmla="*/ 9515 h 166897"/>
                <a:gd name="connsiteX5" fmla="*/ 18407 w 75267"/>
                <a:gd name="connsiteY5" fmla="*/ 135494 h 166897"/>
                <a:gd name="connsiteX6" fmla="*/ 16172 w 75267"/>
                <a:gd name="connsiteY6" fmla="*/ 145910 h 166897"/>
                <a:gd name="connsiteX7" fmla="*/ 39770 w 75267"/>
                <a:gd name="connsiteY7" fmla="*/ 166989 h 166897"/>
                <a:gd name="connsiteX8" fmla="*/ 75541 w 75267"/>
                <a:gd name="connsiteY8" fmla="*/ 129046 h 166897"/>
                <a:gd name="connsiteX9" fmla="*/ 71566 w 75267"/>
                <a:gd name="connsiteY9" fmla="*/ 125823 h 166897"/>
                <a:gd name="connsiteX10" fmla="*/ 66846 w 75267"/>
                <a:gd name="connsiteY10" fmla="*/ 130038 h 166897"/>
                <a:gd name="connsiteX11" fmla="*/ 40515 w 75267"/>
                <a:gd name="connsiteY11" fmla="*/ 160045 h 166897"/>
                <a:gd name="connsiteX12" fmla="*/ 34305 w 75267"/>
                <a:gd name="connsiteY12" fmla="*/ 151366 h 166897"/>
                <a:gd name="connsiteX13" fmla="*/ 38280 w 75267"/>
                <a:gd name="connsiteY13" fmla="*/ 135494 h 166897"/>
                <a:gd name="connsiteX14" fmla="*/ 46229 w 75267"/>
                <a:gd name="connsiteY14" fmla="*/ 115655 h 166897"/>
                <a:gd name="connsiteX15" fmla="*/ 58401 w 75267"/>
                <a:gd name="connsiteY15" fmla="*/ 84160 h 166897"/>
                <a:gd name="connsiteX16" fmla="*/ 59891 w 75267"/>
                <a:gd name="connsiteY16" fmla="*/ 76225 h 166897"/>
                <a:gd name="connsiteX17" fmla="*/ 36293 w 75267"/>
                <a:gd name="connsiteY17" fmla="*/ 55145 h 166897"/>
                <a:gd name="connsiteX18" fmla="*/ 274 w 75267"/>
                <a:gd name="connsiteY18" fmla="*/ 93088 h 166897"/>
                <a:gd name="connsiteX19" fmla="*/ 4497 w 75267"/>
                <a:gd name="connsiteY19" fmla="*/ 96312 h 166897"/>
                <a:gd name="connsiteX20" fmla="*/ 8968 w 75267"/>
                <a:gd name="connsiteY20" fmla="*/ 92344 h 166897"/>
                <a:gd name="connsiteX21" fmla="*/ 35547 w 75267"/>
                <a:gd name="connsiteY21" fmla="*/ 62089 h 166897"/>
                <a:gd name="connsiteX22" fmla="*/ 41757 w 75267"/>
                <a:gd name="connsiteY22" fmla="*/ 70769 h 166897"/>
                <a:gd name="connsiteX23" fmla="*/ 34057 w 75267"/>
                <a:gd name="connsiteY23" fmla="*/ 95568 h 166897"/>
                <a:gd name="connsiteX24" fmla="*/ 18407 w 75267"/>
                <a:gd name="connsiteY24" fmla="*/ 135494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267" h="166897">
                  <a:moveTo>
                    <a:pt x="69082" y="9515"/>
                  </a:moveTo>
                  <a:cubicBezTo>
                    <a:pt x="69082" y="5547"/>
                    <a:pt x="66101" y="92"/>
                    <a:pt x="59146" y="92"/>
                  </a:cubicBezTo>
                  <a:cubicBezTo>
                    <a:pt x="52439" y="92"/>
                    <a:pt x="45235" y="6539"/>
                    <a:pt x="45235" y="13731"/>
                  </a:cubicBezTo>
                  <a:cubicBezTo>
                    <a:pt x="45235" y="17947"/>
                    <a:pt x="48464" y="23155"/>
                    <a:pt x="55171" y="23155"/>
                  </a:cubicBezTo>
                  <a:cubicBezTo>
                    <a:pt x="62375" y="23155"/>
                    <a:pt x="69082" y="16211"/>
                    <a:pt x="69082" y="9515"/>
                  </a:cubicBezTo>
                  <a:close/>
                  <a:moveTo>
                    <a:pt x="18407" y="135494"/>
                  </a:moveTo>
                  <a:cubicBezTo>
                    <a:pt x="17414" y="138718"/>
                    <a:pt x="16172" y="141694"/>
                    <a:pt x="16172" y="145910"/>
                  </a:cubicBezTo>
                  <a:cubicBezTo>
                    <a:pt x="16172" y="157565"/>
                    <a:pt x="26108" y="166989"/>
                    <a:pt x="39770" y="166989"/>
                  </a:cubicBezTo>
                  <a:cubicBezTo>
                    <a:pt x="64611" y="166989"/>
                    <a:pt x="75541" y="132766"/>
                    <a:pt x="75541" y="129046"/>
                  </a:cubicBezTo>
                  <a:cubicBezTo>
                    <a:pt x="75541" y="125823"/>
                    <a:pt x="72311" y="125823"/>
                    <a:pt x="71566" y="125823"/>
                  </a:cubicBezTo>
                  <a:cubicBezTo>
                    <a:pt x="68089" y="125823"/>
                    <a:pt x="67840" y="127311"/>
                    <a:pt x="66846" y="130038"/>
                  </a:cubicBezTo>
                  <a:cubicBezTo>
                    <a:pt x="61133" y="149878"/>
                    <a:pt x="50203" y="160045"/>
                    <a:pt x="40515" y="160045"/>
                  </a:cubicBezTo>
                  <a:cubicBezTo>
                    <a:pt x="35547" y="160045"/>
                    <a:pt x="34305" y="156821"/>
                    <a:pt x="34305" y="151366"/>
                  </a:cubicBezTo>
                  <a:cubicBezTo>
                    <a:pt x="34305" y="145662"/>
                    <a:pt x="36044" y="140950"/>
                    <a:pt x="38280" y="135494"/>
                  </a:cubicBezTo>
                  <a:cubicBezTo>
                    <a:pt x="40764" y="128799"/>
                    <a:pt x="43496" y="122103"/>
                    <a:pt x="46229" y="115655"/>
                  </a:cubicBezTo>
                  <a:cubicBezTo>
                    <a:pt x="48464" y="109703"/>
                    <a:pt x="57407" y="87136"/>
                    <a:pt x="58401" y="84160"/>
                  </a:cubicBezTo>
                  <a:cubicBezTo>
                    <a:pt x="59146" y="81680"/>
                    <a:pt x="59891" y="78705"/>
                    <a:pt x="59891" y="76225"/>
                  </a:cubicBezTo>
                  <a:cubicBezTo>
                    <a:pt x="59891" y="64569"/>
                    <a:pt x="49955" y="55145"/>
                    <a:pt x="36293" y="55145"/>
                  </a:cubicBezTo>
                  <a:cubicBezTo>
                    <a:pt x="11700" y="55145"/>
                    <a:pt x="274" y="88872"/>
                    <a:pt x="274" y="93088"/>
                  </a:cubicBezTo>
                  <a:cubicBezTo>
                    <a:pt x="274" y="96312"/>
                    <a:pt x="3751" y="96312"/>
                    <a:pt x="4497" y="96312"/>
                  </a:cubicBezTo>
                  <a:cubicBezTo>
                    <a:pt x="7974" y="96312"/>
                    <a:pt x="8223" y="95072"/>
                    <a:pt x="8968" y="92344"/>
                  </a:cubicBezTo>
                  <a:cubicBezTo>
                    <a:pt x="15426" y="71017"/>
                    <a:pt x="26356" y="62089"/>
                    <a:pt x="35547" y="62089"/>
                  </a:cubicBezTo>
                  <a:cubicBezTo>
                    <a:pt x="39522" y="62089"/>
                    <a:pt x="41757" y="64073"/>
                    <a:pt x="41757" y="70769"/>
                  </a:cubicBezTo>
                  <a:cubicBezTo>
                    <a:pt x="41757" y="76473"/>
                    <a:pt x="40267" y="80192"/>
                    <a:pt x="34057" y="95568"/>
                  </a:cubicBezTo>
                  <a:lnTo>
                    <a:pt x="18407" y="135494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0E21D39-9129-F308-DB1D-728167B341CF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14634268" y="6825483"/>
              <a:ext cx="257987" cy="241967"/>
            </a:xfrm>
            <a:custGeom>
              <a:avLst/>
              <a:gdLst>
                <a:gd name="connsiteX0" fmla="*/ 199712 w 257987"/>
                <a:gd name="connsiteY0" fmla="*/ 40477 h 241967"/>
                <a:gd name="connsiteX1" fmla="*/ 204680 w 257987"/>
                <a:gd name="connsiteY1" fmla="*/ 35517 h 241967"/>
                <a:gd name="connsiteX2" fmla="*/ 251167 w 257987"/>
                <a:gd name="connsiteY2" fmla="*/ 11073 h 241967"/>
                <a:gd name="connsiteX3" fmla="*/ 258265 w 257987"/>
                <a:gd name="connsiteY3" fmla="*/ 4341 h 241967"/>
                <a:gd name="connsiteX4" fmla="*/ 253651 w 257987"/>
                <a:gd name="connsiteY4" fmla="*/ 90 h 241967"/>
                <a:gd name="connsiteX5" fmla="*/ 224552 w 257987"/>
                <a:gd name="connsiteY5" fmla="*/ 1153 h 241967"/>
                <a:gd name="connsiteX6" fmla="*/ 189066 w 257987"/>
                <a:gd name="connsiteY6" fmla="*/ 90 h 241967"/>
                <a:gd name="connsiteX7" fmla="*/ 182323 w 257987"/>
                <a:gd name="connsiteY7" fmla="*/ 6821 h 241967"/>
                <a:gd name="connsiteX8" fmla="*/ 187646 w 257987"/>
                <a:gd name="connsiteY8" fmla="*/ 11073 h 241967"/>
                <a:gd name="connsiteX9" fmla="*/ 200421 w 257987"/>
                <a:gd name="connsiteY9" fmla="*/ 19221 h 241967"/>
                <a:gd name="connsiteX10" fmla="*/ 190840 w 257987"/>
                <a:gd name="connsiteY10" fmla="*/ 36226 h 241967"/>
                <a:gd name="connsiteX11" fmla="*/ 108511 w 257987"/>
                <a:gd name="connsiteY11" fmla="*/ 130816 h 241967"/>
                <a:gd name="connsiteX12" fmla="*/ 69476 w 257987"/>
                <a:gd name="connsiteY12" fmla="*/ 25598 h 241967"/>
                <a:gd name="connsiteX13" fmla="*/ 67347 w 257987"/>
                <a:gd name="connsiteY13" fmla="*/ 19575 h 241967"/>
                <a:gd name="connsiteX14" fmla="*/ 88284 w 257987"/>
                <a:gd name="connsiteY14" fmla="*/ 11073 h 241967"/>
                <a:gd name="connsiteX15" fmla="*/ 96801 w 257987"/>
                <a:gd name="connsiteY15" fmla="*/ 3987 h 241967"/>
                <a:gd name="connsiteX16" fmla="*/ 91478 w 257987"/>
                <a:gd name="connsiteY16" fmla="*/ 90 h 241967"/>
                <a:gd name="connsiteX17" fmla="*/ 46764 w 257987"/>
                <a:gd name="connsiteY17" fmla="*/ 1153 h 241967"/>
                <a:gd name="connsiteX18" fmla="*/ 7019 w 257987"/>
                <a:gd name="connsiteY18" fmla="*/ 90 h 241967"/>
                <a:gd name="connsiteX19" fmla="*/ 277 w 257987"/>
                <a:gd name="connsiteY19" fmla="*/ 7176 h 241967"/>
                <a:gd name="connsiteX20" fmla="*/ 8439 w 257987"/>
                <a:gd name="connsiteY20" fmla="*/ 11073 h 241967"/>
                <a:gd name="connsiteX21" fmla="*/ 34344 w 257987"/>
                <a:gd name="connsiteY21" fmla="*/ 23118 h 241967"/>
                <a:gd name="connsiteX22" fmla="*/ 77993 w 257987"/>
                <a:gd name="connsiteY22" fmla="*/ 139673 h 241967"/>
                <a:gd name="connsiteX23" fmla="*/ 79412 w 257987"/>
                <a:gd name="connsiteY23" fmla="*/ 145696 h 241967"/>
                <a:gd name="connsiteX24" fmla="*/ 63443 w 257987"/>
                <a:gd name="connsiteY24" fmla="*/ 210173 h 241967"/>
                <a:gd name="connsiteX25" fmla="*/ 30086 w 257987"/>
                <a:gd name="connsiteY25" fmla="*/ 231075 h 241967"/>
                <a:gd name="connsiteX26" fmla="*/ 20504 w 257987"/>
                <a:gd name="connsiteY26" fmla="*/ 238161 h 241967"/>
                <a:gd name="connsiteX27" fmla="*/ 25472 w 257987"/>
                <a:gd name="connsiteY27" fmla="*/ 242058 h 241967"/>
                <a:gd name="connsiteX28" fmla="*/ 70186 w 257987"/>
                <a:gd name="connsiteY28" fmla="*/ 240995 h 241967"/>
                <a:gd name="connsiteX29" fmla="*/ 115608 w 257987"/>
                <a:gd name="connsiteY29" fmla="*/ 242058 h 241967"/>
                <a:gd name="connsiteX30" fmla="*/ 122351 w 257987"/>
                <a:gd name="connsiteY30" fmla="*/ 234972 h 241967"/>
                <a:gd name="connsiteX31" fmla="*/ 112415 w 257987"/>
                <a:gd name="connsiteY31" fmla="*/ 231075 h 241967"/>
                <a:gd name="connsiteX32" fmla="*/ 98930 w 257987"/>
                <a:gd name="connsiteY32" fmla="*/ 230367 h 241967"/>
                <a:gd name="connsiteX33" fmla="*/ 89348 w 257987"/>
                <a:gd name="connsiteY33" fmla="*/ 224698 h 241967"/>
                <a:gd name="connsiteX34" fmla="*/ 94316 w 257987"/>
                <a:gd name="connsiteY34" fmla="*/ 202379 h 241967"/>
                <a:gd name="connsiteX35" fmla="*/ 106737 w 257987"/>
                <a:gd name="connsiteY35" fmla="*/ 152427 h 241967"/>
                <a:gd name="connsiteX36" fmla="*/ 111705 w 257987"/>
                <a:gd name="connsiteY36" fmla="*/ 141444 h 241967"/>
                <a:gd name="connsiteX37" fmla="*/ 199712 w 257987"/>
                <a:gd name="connsiteY37" fmla="*/ 40477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7987" h="241967">
                  <a:moveTo>
                    <a:pt x="199712" y="40477"/>
                  </a:moveTo>
                  <a:lnTo>
                    <a:pt x="204680" y="35517"/>
                  </a:lnTo>
                  <a:cubicBezTo>
                    <a:pt x="215326" y="24889"/>
                    <a:pt x="227036" y="12844"/>
                    <a:pt x="251167" y="11073"/>
                  </a:cubicBezTo>
                  <a:cubicBezTo>
                    <a:pt x="255071" y="10718"/>
                    <a:pt x="258265" y="10718"/>
                    <a:pt x="258265" y="4341"/>
                  </a:cubicBezTo>
                  <a:cubicBezTo>
                    <a:pt x="258265" y="1507"/>
                    <a:pt x="256490" y="90"/>
                    <a:pt x="253651" y="90"/>
                  </a:cubicBezTo>
                  <a:cubicBezTo>
                    <a:pt x="244425" y="90"/>
                    <a:pt x="234134" y="1153"/>
                    <a:pt x="224552" y="1153"/>
                  </a:cubicBezTo>
                  <a:cubicBezTo>
                    <a:pt x="212842" y="1153"/>
                    <a:pt x="200421" y="90"/>
                    <a:pt x="189066" y="90"/>
                  </a:cubicBezTo>
                  <a:cubicBezTo>
                    <a:pt x="186936" y="90"/>
                    <a:pt x="182323" y="90"/>
                    <a:pt x="182323" y="6821"/>
                  </a:cubicBezTo>
                  <a:cubicBezTo>
                    <a:pt x="182323" y="10718"/>
                    <a:pt x="185872" y="11073"/>
                    <a:pt x="187646" y="11073"/>
                  </a:cubicBezTo>
                  <a:cubicBezTo>
                    <a:pt x="190130" y="11073"/>
                    <a:pt x="200421" y="11781"/>
                    <a:pt x="200421" y="19221"/>
                  </a:cubicBezTo>
                  <a:cubicBezTo>
                    <a:pt x="200421" y="25243"/>
                    <a:pt x="192259" y="34455"/>
                    <a:pt x="190840" y="36226"/>
                  </a:cubicBezTo>
                  <a:lnTo>
                    <a:pt x="108511" y="130816"/>
                  </a:lnTo>
                  <a:lnTo>
                    <a:pt x="69476" y="25598"/>
                  </a:lnTo>
                  <a:cubicBezTo>
                    <a:pt x="67347" y="20638"/>
                    <a:pt x="67347" y="19929"/>
                    <a:pt x="67347" y="19575"/>
                  </a:cubicBezTo>
                  <a:cubicBezTo>
                    <a:pt x="67347" y="11073"/>
                    <a:pt x="84735" y="11073"/>
                    <a:pt x="88284" y="11073"/>
                  </a:cubicBezTo>
                  <a:cubicBezTo>
                    <a:pt x="93252" y="11073"/>
                    <a:pt x="96801" y="11073"/>
                    <a:pt x="96801" y="3987"/>
                  </a:cubicBezTo>
                  <a:cubicBezTo>
                    <a:pt x="96801" y="90"/>
                    <a:pt x="92542" y="90"/>
                    <a:pt x="91478" y="90"/>
                  </a:cubicBezTo>
                  <a:cubicBezTo>
                    <a:pt x="81541" y="90"/>
                    <a:pt x="56701" y="1153"/>
                    <a:pt x="46764" y="1153"/>
                  </a:cubicBezTo>
                  <a:cubicBezTo>
                    <a:pt x="37893" y="1153"/>
                    <a:pt x="15891" y="90"/>
                    <a:pt x="7019" y="90"/>
                  </a:cubicBezTo>
                  <a:cubicBezTo>
                    <a:pt x="4890" y="90"/>
                    <a:pt x="277" y="90"/>
                    <a:pt x="277" y="7176"/>
                  </a:cubicBezTo>
                  <a:cubicBezTo>
                    <a:pt x="277" y="11073"/>
                    <a:pt x="3826" y="11073"/>
                    <a:pt x="8439" y="11073"/>
                  </a:cubicBezTo>
                  <a:cubicBezTo>
                    <a:pt x="29731" y="11073"/>
                    <a:pt x="31150" y="14261"/>
                    <a:pt x="34344" y="23118"/>
                  </a:cubicBezTo>
                  <a:lnTo>
                    <a:pt x="77993" y="139673"/>
                  </a:lnTo>
                  <a:cubicBezTo>
                    <a:pt x="78347" y="140736"/>
                    <a:pt x="79412" y="144633"/>
                    <a:pt x="79412" y="145696"/>
                  </a:cubicBezTo>
                  <a:cubicBezTo>
                    <a:pt x="79412" y="146759"/>
                    <a:pt x="65217" y="203796"/>
                    <a:pt x="63443" y="210173"/>
                  </a:cubicBezTo>
                  <a:cubicBezTo>
                    <a:pt x="58830" y="229658"/>
                    <a:pt x="58475" y="230721"/>
                    <a:pt x="30086" y="231075"/>
                  </a:cubicBezTo>
                  <a:cubicBezTo>
                    <a:pt x="23343" y="231075"/>
                    <a:pt x="20504" y="231075"/>
                    <a:pt x="20504" y="238161"/>
                  </a:cubicBezTo>
                  <a:cubicBezTo>
                    <a:pt x="20504" y="242058"/>
                    <a:pt x="24763" y="242058"/>
                    <a:pt x="25472" y="242058"/>
                  </a:cubicBezTo>
                  <a:cubicBezTo>
                    <a:pt x="35409" y="242058"/>
                    <a:pt x="60249" y="240995"/>
                    <a:pt x="70186" y="240995"/>
                  </a:cubicBezTo>
                  <a:cubicBezTo>
                    <a:pt x="80122" y="240995"/>
                    <a:pt x="105672" y="242058"/>
                    <a:pt x="115608" y="242058"/>
                  </a:cubicBezTo>
                  <a:cubicBezTo>
                    <a:pt x="118092" y="242058"/>
                    <a:pt x="122351" y="242058"/>
                    <a:pt x="122351" y="234972"/>
                  </a:cubicBezTo>
                  <a:cubicBezTo>
                    <a:pt x="122351" y="231075"/>
                    <a:pt x="119157" y="231075"/>
                    <a:pt x="112415" y="231075"/>
                  </a:cubicBezTo>
                  <a:cubicBezTo>
                    <a:pt x="111705" y="231075"/>
                    <a:pt x="104962" y="231075"/>
                    <a:pt x="98930" y="230367"/>
                  </a:cubicBezTo>
                  <a:cubicBezTo>
                    <a:pt x="91478" y="229658"/>
                    <a:pt x="89348" y="228950"/>
                    <a:pt x="89348" y="224698"/>
                  </a:cubicBezTo>
                  <a:cubicBezTo>
                    <a:pt x="89348" y="222218"/>
                    <a:pt x="92542" y="209819"/>
                    <a:pt x="94316" y="202379"/>
                  </a:cubicBezTo>
                  <a:lnTo>
                    <a:pt x="106737" y="152427"/>
                  </a:lnTo>
                  <a:cubicBezTo>
                    <a:pt x="108511" y="145696"/>
                    <a:pt x="108866" y="144633"/>
                    <a:pt x="111705" y="141444"/>
                  </a:cubicBezTo>
                  <a:lnTo>
                    <a:pt x="199712" y="40477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A444096F-ECAA-D818-BC51-581FEA868BDB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14839543" y="6956173"/>
              <a:ext cx="75267" cy="166897"/>
            </a:xfrm>
            <a:custGeom>
              <a:avLst/>
              <a:gdLst>
                <a:gd name="connsiteX0" fmla="*/ 69091 w 75267"/>
                <a:gd name="connsiteY0" fmla="*/ 9515 h 166897"/>
                <a:gd name="connsiteX1" fmla="*/ 59155 w 75267"/>
                <a:gd name="connsiteY1" fmla="*/ 92 h 166897"/>
                <a:gd name="connsiteX2" fmla="*/ 45244 w 75267"/>
                <a:gd name="connsiteY2" fmla="*/ 13731 h 166897"/>
                <a:gd name="connsiteX3" fmla="*/ 55180 w 75267"/>
                <a:gd name="connsiteY3" fmla="*/ 23155 h 166897"/>
                <a:gd name="connsiteX4" fmla="*/ 69091 w 75267"/>
                <a:gd name="connsiteY4" fmla="*/ 9515 h 166897"/>
                <a:gd name="connsiteX5" fmla="*/ 18416 w 75267"/>
                <a:gd name="connsiteY5" fmla="*/ 135494 h 166897"/>
                <a:gd name="connsiteX6" fmla="*/ 16181 w 75267"/>
                <a:gd name="connsiteY6" fmla="*/ 145910 h 166897"/>
                <a:gd name="connsiteX7" fmla="*/ 39779 w 75267"/>
                <a:gd name="connsiteY7" fmla="*/ 166989 h 166897"/>
                <a:gd name="connsiteX8" fmla="*/ 75550 w 75267"/>
                <a:gd name="connsiteY8" fmla="*/ 129046 h 166897"/>
                <a:gd name="connsiteX9" fmla="*/ 71575 w 75267"/>
                <a:gd name="connsiteY9" fmla="*/ 125823 h 166897"/>
                <a:gd name="connsiteX10" fmla="*/ 66856 w 75267"/>
                <a:gd name="connsiteY10" fmla="*/ 130038 h 166897"/>
                <a:gd name="connsiteX11" fmla="*/ 40525 w 75267"/>
                <a:gd name="connsiteY11" fmla="*/ 160045 h 166897"/>
                <a:gd name="connsiteX12" fmla="*/ 34314 w 75267"/>
                <a:gd name="connsiteY12" fmla="*/ 151366 h 166897"/>
                <a:gd name="connsiteX13" fmla="*/ 38289 w 75267"/>
                <a:gd name="connsiteY13" fmla="*/ 135494 h 166897"/>
                <a:gd name="connsiteX14" fmla="*/ 46238 w 75267"/>
                <a:gd name="connsiteY14" fmla="*/ 115655 h 166897"/>
                <a:gd name="connsiteX15" fmla="*/ 58410 w 75267"/>
                <a:gd name="connsiteY15" fmla="*/ 84160 h 166897"/>
                <a:gd name="connsiteX16" fmla="*/ 59900 w 75267"/>
                <a:gd name="connsiteY16" fmla="*/ 76225 h 166897"/>
                <a:gd name="connsiteX17" fmla="*/ 36302 w 75267"/>
                <a:gd name="connsiteY17" fmla="*/ 55145 h 166897"/>
                <a:gd name="connsiteX18" fmla="*/ 283 w 75267"/>
                <a:gd name="connsiteY18" fmla="*/ 93088 h 166897"/>
                <a:gd name="connsiteX19" fmla="*/ 4506 w 75267"/>
                <a:gd name="connsiteY19" fmla="*/ 96312 h 166897"/>
                <a:gd name="connsiteX20" fmla="*/ 8977 w 75267"/>
                <a:gd name="connsiteY20" fmla="*/ 92344 h 166897"/>
                <a:gd name="connsiteX21" fmla="*/ 35556 w 75267"/>
                <a:gd name="connsiteY21" fmla="*/ 62089 h 166897"/>
                <a:gd name="connsiteX22" fmla="*/ 41767 w 75267"/>
                <a:gd name="connsiteY22" fmla="*/ 70769 h 166897"/>
                <a:gd name="connsiteX23" fmla="*/ 34066 w 75267"/>
                <a:gd name="connsiteY23" fmla="*/ 95568 h 166897"/>
                <a:gd name="connsiteX24" fmla="*/ 18416 w 75267"/>
                <a:gd name="connsiteY24" fmla="*/ 135494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267" h="166897">
                  <a:moveTo>
                    <a:pt x="69091" y="9515"/>
                  </a:moveTo>
                  <a:cubicBezTo>
                    <a:pt x="69091" y="5547"/>
                    <a:pt x="66110" y="92"/>
                    <a:pt x="59155" y="92"/>
                  </a:cubicBezTo>
                  <a:cubicBezTo>
                    <a:pt x="52448" y="92"/>
                    <a:pt x="45244" y="6539"/>
                    <a:pt x="45244" y="13731"/>
                  </a:cubicBezTo>
                  <a:cubicBezTo>
                    <a:pt x="45244" y="17947"/>
                    <a:pt x="48474" y="23155"/>
                    <a:pt x="55180" y="23155"/>
                  </a:cubicBezTo>
                  <a:cubicBezTo>
                    <a:pt x="62384" y="23155"/>
                    <a:pt x="69091" y="16211"/>
                    <a:pt x="69091" y="9515"/>
                  </a:cubicBezTo>
                  <a:close/>
                  <a:moveTo>
                    <a:pt x="18416" y="135494"/>
                  </a:moveTo>
                  <a:cubicBezTo>
                    <a:pt x="17423" y="138718"/>
                    <a:pt x="16181" y="141694"/>
                    <a:pt x="16181" y="145910"/>
                  </a:cubicBezTo>
                  <a:cubicBezTo>
                    <a:pt x="16181" y="157565"/>
                    <a:pt x="26117" y="166989"/>
                    <a:pt x="39779" y="166989"/>
                  </a:cubicBezTo>
                  <a:cubicBezTo>
                    <a:pt x="64620" y="166989"/>
                    <a:pt x="75550" y="132766"/>
                    <a:pt x="75550" y="129046"/>
                  </a:cubicBezTo>
                  <a:cubicBezTo>
                    <a:pt x="75550" y="125823"/>
                    <a:pt x="72321" y="125823"/>
                    <a:pt x="71575" y="125823"/>
                  </a:cubicBezTo>
                  <a:cubicBezTo>
                    <a:pt x="68098" y="125823"/>
                    <a:pt x="67849" y="127311"/>
                    <a:pt x="66856" y="130038"/>
                  </a:cubicBezTo>
                  <a:cubicBezTo>
                    <a:pt x="61142" y="149878"/>
                    <a:pt x="50212" y="160045"/>
                    <a:pt x="40525" y="160045"/>
                  </a:cubicBezTo>
                  <a:cubicBezTo>
                    <a:pt x="35556" y="160045"/>
                    <a:pt x="34314" y="156821"/>
                    <a:pt x="34314" y="151366"/>
                  </a:cubicBezTo>
                  <a:cubicBezTo>
                    <a:pt x="34314" y="145662"/>
                    <a:pt x="36053" y="140950"/>
                    <a:pt x="38289" y="135494"/>
                  </a:cubicBezTo>
                  <a:cubicBezTo>
                    <a:pt x="40773" y="128799"/>
                    <a:pt x="43505" y="122103"/>
                    <a:pt x="46238" y="115655"/>
                  </a:cubicBezTo>
                  <a:cubicBezTo>
                    <a:pt x="48474" y="109703"/>
                    <a:pt x="57416" y="87136"/>
                    <a:pt x="58410" y="84160"/>
                  </a:cubicBezTo>
                  <a:cubicBezTo>
                    <a:pt x="59155" y="81680"/>
                    <a:pt x="59900" y="78705"/>
                    <a:pt x="59900" y="76225"/>
                  </a:cubicBezTo>
                  <a:cubicBezTo>
                    <a:pt x="59900" y="64569"/>
                    <a:pt x="49964" y="55145"/>
                    <a:pt x="36302" y="55145"/>
                  </a:cubicBezTo>
                  <a:cubicBezTo>
                    <a:pt x="11709" y="55145"/>
                    <a:pt x="283" y="88872"/>
                    <a:pt x="283" y="93088"/>
                  </a:cubicBezTo>
                  <a:cubicBezTo>
                    <a:pt x="283" y="96312"/>
                    <a:pt x="3760" y="96312"/>
                    <a:pt x="4506" y="96312"/>
                  </a:cubicBezTo>
                  <a:cubicBezTo>
                    <a:pt x="7983" y="96312"/>
                    <a:pt x="8232" y="95072"/>
                    <a:pt x="8977" y="92344"/>
                  </a:cubicBezTo>
                  <a:cubicBezTo>
                    <a:pt x="15436" y="71017"/>
                    <a:pt x="26365" y="62089"/>
                    <a:pt x="35556" y="62089"/>
                  </a:cubicBezTo>
                  <a:cubicBezTo>
                    <a:pt x="39531" y="62089"/>
                    <a:pt x="41767" y="64073"/>
                    <a:pt x="41767" y="70769"/>
                  </a:cubicBezTo>
                  <a:cubicBezTo>
                    <a:pt x="41767" y="76473"/>
                    <a:pt x="40276" y="80192"/>
                    <a:pt x="34066" y="95568"/>
                  </a:cubicBezTo>
                  <a:lnTo>
                    <a:pt x="18416" y="135494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F7CEE10D-30B3-C483-8E99-C1124CC2D2DE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14953820" y="6801746"/>
              <a:ext cx="48616" cy="354271"/>
            </a:xfrm>
            <a:custGeom>
              <a:avLst/>
              <a:gdLst>
                <a:gd name="connsiteX0" fmla="*/ 48903 w 48616"/>
                <a:gd name="connsiteY0" fmla="*/ 90 h 354271"/>
                <a:gd name="connsiteX1" fmla="*/ 286 w 48616"/>
                <a:gd name="connsiteY1" fmla="*/ 90 h 354271"/>
                <a:gd name="connsiteX2" fmla="*/ 286 w 48616"/>
                <a:gd name="connsiteY2" fmla="*/ 14261 h 354271"/>
                <a:gd name="connsiteX3" fmla="*/ 34708 w 48616"/>
                <a:gd name="connsiteY3" fmla="*/ 14261 h 354271"/>
                <a:gd name="connsiteX4" fmla="*/ 34708 w 48616"/>
                <a:gd name="connsiteY4" fmla="*/ 340191 h 354271"/>
                <a:gd name="connsiteX5" fmla="*/ 286 w 48616"/>
                <a:gd name="connsiteY5" fmla="*/ 340191 h 354271"/>
                <a:gd name="connsiteX6" fmla="*/ 286 w 48616"/>
                <a:gd name="connsiteY6" fmla="*/ 354362 h 354271"/>
                <a:gd name="connsiteX7" fmla="*/ 48903 w 48616"/>
                <a:gd name="connsiteY7" fmla="*/ 354362 h 354271"/>
                <a:gd name="connsiteX8" fmla="*/ 48903 w 48616"/>
                <a:gd name="connsiteY8" fmla="*/ 90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16" h="354271">
                  <a:moveTo>
                    <a:pt x="48903" y="90"/>
                  </a:moveTo>
                  <a:lnTo>
                    <a:pt x="286" y="90"/>
                  </a:lnTo>
                  <a:lnTo>
                    <a:pt x="286" y="14261"/>
                  </a:lnTo>
                  <a:lnTo>
                    <a:pt x="34708" y="14261"/>
                  </a:lnTo>
                  <a:lnTo>
                    <a:pt x="34708" y="340191"/>
                  </a:lnTo>
                  <a:lnTo>
                    <a:pt x="286" y="340191"/>
                  </a:lnTo>
                  <a:lnTo>
                    <a:pt x="286" y="354362"/>
                  </a:lnTo>
                  <a:lnTo>
                    <a:pt x="48903" y="354362"/>
                  </a:lnTo>
                  <a:lnTo>
                    <a:pt x="48903" y="90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CBCD4E84-5397-D5E4-72AF-28EF97ADD7D7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15163031" y="6937432"/>
              <a:ext cx="235985" cy="82899"/>
            </a:xfrm>
            <a:custGeom>
              <a:avLst/>
              <a:gdLst>
                <a:gd name="connsiteX0" fmla="*/ 224212 w 235985"/>
                <a:gd name="connsiteY0" fmla="*/ 14261 h 82899"/>
                <a:gd name="connsiteX1" fmla="*/ 236277 w 235985"/>
                <a:gd name="connsiteY1" fmla="*/ 7176 h 82899"/>
                <a:gd name="connsiteX2" fmla="*/ 224567 w 235985"/>
                <a:gd name="connsiteY2" fmla="*/ 90 h 82899"/>
                <a:gd name="connsiteX3" fmla="*/ 12002 w 235985"/>
                <a:gd name="connsiteY3" fmla="*/ 90 h 82899"/>
                <a:gd name="connsiteX4" fmla="*/ 292 w 235985"/>
                <a:gd name="connsiteY4" fmla="*/ 7176 h 82899"/>
                <a:gd name="connsiteX5" fmla="*/ 12357 w 235985"/>
                <a:gd name="connsiteY5" fmla="*/ 14261 h 82899"/>
                <a:gd name="connsiteX6" fmla="*/ 224212 w 235985"/>
                <a:gd name="connsiteY6" fmla="*/ 14261 h 82899"/>
                <a:gd name="connsiteX7" fmla="*/ 224567 w 235985"/>
                <a:gd name="connsiteY7" fmla="*/ 82990 h 82899"/>
                <a:gd name="connsiteX8" fmla="*/ 236277 w 235985"/>
                <a:gd name="connsiteY8" fmla="*/ 75904 h 82899"/>
                <a:gd name="connsiteX9" fmla="*/ 224212 w 235985"/>
                <a:gd name="connsiteY9" fmla="*/ 68819 h 82899"/>
                <a:gd name="connsiteX10" fmla="*/ 12357 w 235985"/>
                <a:gd name="connsiteY10" fmla="*/ 68819 h 82899"/>
                <a:gd name="connsiteX11" fmla="*/ 292 w 235985"/>
                <a:gd name="connsiteY11" fmla="*/ 75904 h 82899"/>
                <a:gd name="connsiteX12" fmla="*/ 12002 w 235985"/>
                <a:gd name="connsiteY12" fmla="*/ 82990 h 82899"/>
                <a:gd name="connsiteX13" fmla="*/ 224567 w 235985"/>
                <a:gd name="connsiteY13" fmla="*/ 82990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985" h="82899">
                  <a:moveTo>
                    <a:pt x="224212" y="14261"/>
                  </a:moveTo>
                  <a:cubicBezTo>
                    <a:pt x="229535" y="14261"/>
                    <a:pt x="236277" y="14261"/>
                    <a:pt x="236277" y="7176"/>
                  </a:cubicBezTo>
                  <a:cubicBezTo>
                    <a:pt x="236277" y="90"/>
                    <a:pt x="229535" y="90"/>
                    <a:pt x="224567" y="90"/>
                  </a:cubicBezTo>
                  <a:lnTo>
                    <a:pt x="12002" y="90"/>
                  </a:lnTo>
                  <a:cubicBezTo>
                    <a:pt x="7034" y="90"/>
                    <a:pt x="292" y="90"/>
                    <a:pt x="292" y="7176"/>
                  </a:cubicBezTo>
                  <a:cubicBezTo>
                    <a:pt x="292" y="14261"/>
                    <a:pt x="7034" y="14261"/>
                    <a:pt x="12357" y="14261"/>
                  </a:cubicBezTo>
                  <a:lnTo>
                    <a:pt x="224212" y="14261"/>
                  </a:lnTo>
                  <a:close/>
                  <a:moveTo>
                    <a:pt x="224567" y="82990"/>
                  </a:moveTo>
                  <a:cubicBezTo>
                    <a:pt x="229535" y="82990"/>
                    <a:pt x="236277" y="82990"/>
                    <a:pt x="236277" y="75904"/>
                  </a:cubicBezTo>
                  <a:cubicBezTo>
                    <a:pt x="236277" y="68819"/>
                    <a:pt x="229535" y="68819"/>
                    <a:pt x="224212" y="68819"/>
                  </a:cubicBezTo>
                  <a:lnTo>
                    <a:pt x="12357" y="68819"/>
                  </a:lnTo>
                  <a:cubicBezTo>
                    <a:pt x="7034" y="68819"/>
                    <a:pt x="292" y="68819"/>
                    <a:pt x="292" y="75904"/>
                  </a:cubicBezTo>
                  <a:cubicBezTo>
                    <a:pt x="292" y="82990"/>
                    <a:pt x="7034" y="82990"/>
                    <a:pt x="12002" y="82990"/>
                  </a:cubicBezTo>
                  <a:lnTo>
                    <a:pt x="224567" y="82990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B839F539-0741-0573-5E8E-D133895F9013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15528029" y="6910862"/>
              <a:ext cx="192337" cy="160484"/>
            </a:xfrm>
            <a:custGeom>
              <a:avLst/>
              <a:gdLst>
                <a:gd name="connsiteX0" fmla="*/ 21239 w 192337"/>
                <a:gd name="connsiteY0" fmla="*/ 135776 h 160484"/>
                <a:gd name="connsiteX1" fmla="*/ 18045 w 192337"/>
                <a:gd name="connsiteY1" fmla="*/ 151010 h 160484"/>
                <a:gd name="connsiteX2" fmla="*/ 28336 w 192337"/>
                <a:gd name="connsiteY2" fmla="*/ 160575 h 160484"/>
                <a:gd name="connsiteX3" fmla="*/ 41467 w 192337"/>
                <a:gd name="connsiteY3" fmla="*/ 150656 h 160484"/>
                <a:gd name="connsiteX4" fmla="*/ 48209 w 192337"/>
                <a:gd name="connsiteY4" fmla="*/ 124439 h 160484"/>
                <a:gd name="connsiteX5" fmla="*/ 56016 w 192337"/>
                <a:gd name="connsiteY5" fmla="*/ 92555 h 160484"/>
                <a:gd name="connsiteX6" fmla="*/ 62049 w 192337"/>
                <a:gd name="connsiteY6" fmla="*/ 68819 h 160484"/>
                <a:gd name="connsiteX7" fmla="*/ 66662 w 192337"/>
                <a:gd name="connsiteY7" fmla="*/ 51105 h 160484"/>
                <a:gd name="connsiteX8" fmla="*/ 124505 w 192337"/>
                <a:gd name="connsiteY8" fmla="*/ 7884 h 160484"/>
                <a:gd name="connsiteX9" fmla="*/ 143668 w 192337"/>
                <a:gd name="connsiteY9" fmla="*/ 32683 h 160484"/>
                <a:gd name="connsiteX10" fmla="*/ 120602 w 192337"/>
                <a:gd name="connsiteY10" fmla="*/ 115228 h 160484"/>
                <a:gd name="connsiteX11" fmla="*/ 117053 w 192337"/>
                <a:gd name="connsiteY11" fmla="*/ 131525 h 160484"/>
                <a:gd name="connsiteX12" fmla="*/ 146152 w 192337"/>
                <a:gd name="connsiteY12" fmla="*/ 160575 h 160484"/>
                <a:gd name="connsiteX13" fmla="*/ 192639 w 192337"/>
                <a:gd name="connsiteY13" fmla="*/ 106017 h 160484"/>
                <a:gd name="connsiteX14" fmla="*/ 188381 w 192337"/>
                <a:gd name="connsiteY14" fmla="*/ 102475 h 160484"/>
                <a:gd name="connsiteX15" fmla="*/ 183058 w 192337"/>
                <a:gd name="connsiteY15" fmla="*/ 108852 h 160484"/>
                <a:gd name="connsiteX16" fmla="*/ 146862 w 192337"/>
                <a:gd name="connsiteY16" fmla="*/ 152781 h 160484"/>
                <a:gd name="connsiteX17" fmla="*/ 138345 w 192337"/>
                <a:gd name="connsiteY17" fmla="*/ 141090 h 160484"/>
                <a:gd name="connsiteX18" fmla="*/ 144733 w 192337"/>
                <a:gd name="connsiteY18" fmla="*/ 115937 h 160484"/>
                <a:gd name="connsiteX19" fmla="*/ 166379 w 192337"/>
                <a:gd name="connsiteY19" fmla="*/ 37997 h 160484"/>
                <a:gd name="connsiteX20" fmla="*/ 125570 w 192337"/>
                <a:gd name="connsiteY20" fmla="*/ 90 h 160484"/>
                <a:gd name="connsiteX21" fmla="*/ 70211 w 192337"/>
                <a:gd name="connsiteY21" fmla="*/ 30912 h 160484"/>
                <a:gd name="connsiteX22" fmla="*/ 37563 w 192337"/>
                <a:gd name="connsiteY22" fmla="*/ 90 h 160484"/>
                <a:gd name="connsiteX23" fmla="*/ 10948 w 192337"/>
                <a:gd name="connsiteY23" fmla="*/ 20284 h 160484"/>
                <a:gd name="connsiteX24" fmla="*/ 302 w 192337"/>
                <a:gd name="connsiteY24" fmla="*/ 54648 h 160484"/>
                <a:gd name="connsiteX25" fmla="*/ 4560 w 192337"/>
                <a:gd name="connsiteY25" fmla="*/ 58191 h 160484"/>
                <a:gd name="connsiteX26" fmla="*/ 10593 w 192337"/>
                <a:gd name="connsiteY26" fmla="*/ 50042 h 160484"/>
                <a:gd name="connsiteX27" fmla="*/ 36498 w 192337"/>
                <a:gd name="connsiteY27" fmla="*/ 7884 h 160484"/>
                <a:gd name="connsiteX28" fmla="*/ 47499 w 192337"/>
                <a:gd name="connsiteY28" fmla="*/ 24181 h 160484"/>
                <a:gd name="connsiteX29" fmla="*/ 41821 w 192337"/>
                <a:gd name="connsiteY29" fmla="*/ 53939 h 160484"/>
                <a:gd name="connsiteX30" fmla="*/ 21239 w 192337"/>
                <a:gd name="connsiteY30" fmla="*/ 135776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2337" h="160484">
                  <a:moveTo>
                    <a:pt x="21239" y="135776"/>
                  </a:moveTo>
                  <a:cubicBezTo>
                    <a:pt x="20175" y="141090"/>
                    <a:pt x="18045" y="149239"/>
                    <a:pt x="18045" y="151010"/>
                  </a:cubicBezTo>
                  <a:cubicBezTo>
                    <a:pt x="18045" y="157387"/>
                    <a:pt x="23014" y="160575"/>
                    <a:pt x="28336" y="160575"/>
                  </a:cubicBezTo>
                  <a:cubicBezTo>
                    <a:pt x="32595" y="160575"/>
                    <a:pt x="38982" y="157741"/>
                    <a:pt x="41467" y="150656"/>
                  </a:cubicBezTo>
                  <a:cubicBezTo>
                    <a:pt x="41821" y="149947"/>
                    <a:pt x="46080" y="133296"/>
                    <a:pt x="48209" y="124439"/>
                  </a:cubicBezTo>
                  <a:lnTo>
                    <a:pt x="56016" y="92555"/>
                  </a:lnTo>
                  <a:cubicBezTo>
                    <a:pt x="58145" y="84761"/>
                    <a:pt x="60274" y="76967"/>
                    <a:pt x="62049" y="68819"/>
                  </a:cubicBezTo>
                  <a:cubicBezTo>
                    <a:pt x="63468" y="62796"/>
                    <a:pt x="66307" y="52522"/>
                    <a:pt x="66662" y="51105"/>
                  </a:cubicBezTo>
                  <a:cubicBezTo>
                    <a:pt x="71985" y="40123"/>
                    <a:pt x="90793" y="7884"/>
                    <a:pt x="124505" y="7884"/>
                  </a:cubicBezTo>
                  <a:cubicBezTo>
                    <a:pt x="140474" y="7884"/>
                    <a:pt x="143668" y="20992"/>
                    <a:pt x="143668" y="32683"/>
                  </a:cubicBezTo>
                  <a:cubicBezTo>
                    <a:pt x="143668" y="54648"/>
                    <a:pt x="126279" y="99995"/>
                    <a:pt x="120602" y="115228"/>
                  </a:cubicBezTo>
                  <a:cubicBezTo>
                    <a:pt x="117408" y="123377"/>
                    <a:pt x="117053" y="127628"/>
                    <a:pt x="117053" y="131525"/>
                  </a:cubicBezTo>
                  <a:cubicBezTo>
                    <a:pt x="117053" y="148176"/>
                    <a:pt x="129473" y="160575"/>
                    <a:pt x="146152" y="160575"/>
                  </a:cubicBezTo>
                  <a:cubicBezTo>
                    <a:pt x="179509" y="160575"/>
                    <a:pt x="192639" y="108852"/>
                    <a:pt x="192639" y="106017"/>
                  </a:cubicBezTo>
                  <a:cubicBezTo>
                    <a:pt x="192639" y="102475"/>
                    <a:pt x="189446" y="102475"/>
                    <a:pt x="188381" y="102475"/>
                  </a:cubicBezTo>
                  <a:cubicBezTo>
                    <a:pt x="184832" y="102475"/>
                    <a:pt x="184832" y="103537"/>
                    <a:pt x="183058" y="108852"/>
                  </a:cubicBezTo>
                  <a:cubicBezTo>
                    <a:pt x="175961" y="132942"/>
                    <a:pt x="164250" y="152781"/>
                    <a:pt x="146862" y="152781"/>
                  </a:cubicBezTo>
                  <a:cubicBezTo>
                    <a:pt x="140829" y="152781"/>
                    <a:pt x="138345" y="149239"/>
                    <a:pt x="138345" y="141090"/>
                  </a:cubicBezTo>
                  <a:cubicBezTo>
                    <a:pt x="138345" y="132233"/>
                    <a:pt x="141539" y="123731"/>
                    <a:pt x="144733" y="115937"/>
                  </a:cubicBezTo>
                  <a:cubicBezTo>
                    <a:pt x="151475" y="97161"/>
                    <a:pt x="166379" y="58191"/>
                    <a:pt x="166379" y="37997"/>
                  </a:cubicBezTo>
                  <a:cubicBezTo>
                    <a:pt x="166379" y="14261"/>
                    <a:pt x="151120" y="90"/>
                    <a:pt x="125570" y="90"/>
                  </a:cubicBezTo>
                  <a:cubicBezTo>
                    <a:pt x="93632" y="90"/>
                    <a:pt x="76243" y="22764"/>
                    <a:pt x="70211" y="30912"/>
                  </a:cubicBezTo>
                  <a:cubicBezTo>
                    <a:pt x="68436" y="11073"/>
                    <a:pt x="53887" y="90"/>
                    <a:pt x="37563" y="90"/>
                  </a:cubicBezTo>
                  <a:cubicBezTo>
                    <a:pt x="21239" y="90"/>
                    <a:pt x="14497" y="13907"/>
                    <a:pt x="10948" y="20284"/>
                  </a:cubicBezTo>
                  <a:cubicBezTo>
                    <a:pt x="5270" y="32329"/>
                    <a:pt x="302" y="53231"/>
                    <a:pt x="302" y="54648"/>
                  </a:cubicBezTo>
                  <a:cubicBezTo>
                    <a:pt x="302" y="58191"/>
                    <a:pt x="3851" y="58191"/>
                    <a:pt x="4560" y="58191"/>
                  </a:cubicBezTo>
                  <a:cubicBezTo>
                    <a:pt x="8109" y="58191"/>
                    <a:pt x="8464" y="57836"/>
                    <a:pt x="10593" y="50042"/>
                  </a:cubicBezTo>
                  <a:cubicBezTo>
                    <a:pt x="16626" y="24889"/>
                    <a:pt x="23723" y="7884"/>
                    <a:pt x="36498" y="7884"/>
                  </a:cubicBezTo>
                  <a:cubicBezTo>
                    <a:pt x="43596" y="7884"/>
                    <a:pt x="47499" y="12490"/>
                    <a:pt x="47499" y="24181"/>
                  </a:cubicBezTo>
                  <a:cubicBezTo>
                    <a:pt x="47499" y="31620"/>
                    <a:pt x="46435" y="35517"/>
                    <a:pt x="41821" y="53939"/>
                  </a:cubicBezTo>
                  <a:lnTo>
                    <a:pt x="21239" y="135776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72" name="Group 71" descr="\documentclass{article}&#10;\usepackage{amsmath,amssymb}&#10;\pagestyle{empty}&#10;\begin{document}&#10;&#10;\newcommand{\score}{\textrm{score}}&#10;\newcommand{\classify}{\textrm{classify}}&#10;\newcommand{\bx}{\mathbf{x}}&#10;&#10;\begin{align*}&#10;\textit{Var}[\sum_{i=1}^n \frac{X_iY_i}{\sqrt{n}}] = \sum_{i=1}^n \textit{Var}[ \frac{X_iY_i}{\sqrt{n}}] = \sum_{i=1}^n \frac1n\textit{Var}[ X_iY_i] = 1&#10;\end{align*}&#10;&#10;&#10;\end{document}" title="IguanaTex Vector Display">
            <a:extLst>
              <a:ext uri="{FF2B5EF4-FFF2-40B4-BE49-F238E27FC236}">
                <a16:creationId xmlns:a16="http://schemas.microsoft.com/office/drawing/2014/main" id="{F2835203-52A2-72A4-6F65-D716DB2F8A49}"/>
              </a:ext>
            </a:extLst>
          </p:cNvPr>
          <p:cNvGrpSpPr>
            <a:grpSpLocks noChangeAspect="1"/>
          </p:cNvGrpSpPr>
          <p:nvPr>
            <p:custDataLst>
              <p:tags r:id="rId6"/>
            </p:custDataLst>
          </p:nvPr>
        </p:nvGrpSpPr>
        <p:grpSpPr>
          <a:xfrm>
            <a:off x="2021223" y="5092700"/>
            <a:ext cx="8149554" cy="972677"/>
            <a:chOff x="8263588" y="7747145"/>
            <a:chExt cx="8149554" cy="972677"/>
          </a:xfrm>
        </p:grpSpPr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C4925900-BA47-6981-07C3-345FFCB9E34D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8263588" y="8057383"/>
              <a:ext cx="232963" cy="249761"/>
            </a:xfrm>
            <a:custGeom>
              <a:avLst/>
              <a:gdLst>
                <a:gd name="connsiteX0" fmla="*/ 186771 w 232963"/>
                <a:gd name="connsiteY0" fmla="*/ 39769 h 249761"/>
                <a:gd name="connsiteX1" fmla="*/ 226365 w 232963"/>
                <a:gd name="connsiteY1" fmla="*/ 11073 h 249761"/>
                <a:gd name="connsiteX2" fmla="*/ 233081 w 232963"/>
                <a:gd name="connsiteY2" fmla="*/ 3987 h 249761"/>
                <a:gd name="connsiteX3" fmla="*/ 228486 w 232963"/>
                <a:gd name="connsiteY3" fmla="*/ 90 h 249761"/>
                <a:gd name="connsiteX4" fmla="*/ 201619 w 232963"/>
                <a:gd name="connsiteY4" fmla="*/ 1153 h 249761"/>
                <a:gd name="connsiteX5" fmla="*/ 169096 w 232963"/>
                <a:gd name="connsiteY5" fmla="*/ 90 h 249761"/>
                <a:gd name="connsiteX6" fmla="*/ 162733 w 232963"/>
                <a:gd name="connsiteY6" fmla="*/ 6821 h 249761"/>
                <a:gd name="connsiteX7" fmla="*/ 168389 w 232963"/>
                <a:gd name="connsiteY7" fmla="*/ 11073 h 249761"/>
                <a:gd name="connsiteX8" fmla="*/ 182529 w 232963"/>
                <a:gd name="connsiteY8" fmla="*/ 22409 h 249761"/>
                <a:gd name="connsiteX9" fmla="*/ 177227 w 232963"/>
                <a:gd name="connsiteY9" fmla="*/ 36580 h 249761"/>
                <a:gd name="connsiteX10" fmla="*/ 75062 w 232963"/>
                <a:gd name="connsiteY10" fmla="*/ 207693 h 249761"/>
                <a:gd name="connsiteX11" fmla="*/ 57033 w 232963"/>
                <a:gd name="connsiteY11" fmla="*/ 22055 h 249761"/>
                <a:gd name="connsiteX12" fmla="*/ 79304 w 232963"/>
                <a:gd name="connsiteY12" fmla="*/ 11073 h 249761"/>
                <a:gd name="connsiteX13" fmla="*/ 88142 w 232963"/>
                <a:gd name="connsiteY13" fmla="*/ 4341 h 249761"/>
                <a:gd name="connsiteX14" fmla="*/ 83192 w 232963"/>
                <a:gd name="connsiteY14" fmla="*/ 90 h 249761"/>
                <a:gd name="connsiteX15" fmla="*/ 42539 w 232963"/>
                <a:gd name="connsiteY15" fmla="*/ 1153 h 249761"/>
                <a:gd name="connsiteX16" fmla="*/ 6481 w 232963"/>
                <a:gd name="connsiteY16" fmla="*/ 90 h 249761"/>
                <a:gd name="connsiteX17" fmla="*/ 117 w 232963"/>
                <a:gd name="connsiteY17" fmla="*/ 6821 h 249761"/>
                <a:gd name="connsiteX18" fmla="*/ 8602 w 232963"/>
                <a:gd name="connsiteY18" fmla="*/ 11073 h 249761"/>
                <a:gd name="connsiteX19" fmla="*/ 27691 w 232963"/>
                <a:gd name="connsiteY19" fmla="*/ 23118 h 249761"/>
                <a:gd name="connsiteX20" fmla="*/ 48902 w 232963"/>
                <a:gd name="connsiteY20" fmla="*/ 241349 h 249761"/>
                <a:gd name="connsiteX21" fmla="*/ 55619 w 232963"/>
                <a:gd name="connsiteY21" fmla="*/ 249852 h 249761"/>
                <a:gd name="connsiteX22" fmla="*/ 65517 w 232963"/>
                <a:gd name="connsiteY22" fmla="*/ 243120 h 249761"/>
                <a:gd name="connsiteX23" fmla="*/ 186771 w 232963"/>
                <a:gd name="connsiteY23" fmla="*/ 39769 h 24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2963" h="249761">
                  <a:moveTo>
                    <a:pt x="186771" y="39769"/>
                  </a:moveTo>
                  <a:cubicBezTo>
                    <a:pt x="200912" y="16032"/>
                    <a:pt x="213285" y="12135"/>
                    <a:pt x="226365" y="11073"/>
                  </a:cubicBezTo>
                  <a:cubicBezTo>
                    <a:pt x="229193" y="10718"/>
                    <a:pt x="233081" y="10718"/>
                    <a:pt x="233081" y="3987"/>
                  </a:cubicBezTo>
                  <a:cubicBezTo>
                    <a:pt x="233081" y="3279"/>
                    <a:pt x="232374" y="90"/>
                    <a:pt x="228486" y="90"/>
                  </a:cubicBezTo>
                  <a:cubicBezTo>
                    <a:pt x="220001" y="90"/>
                    <a:pt x="210457" y="1153"/>
                    <a:pt x="201619" y="1153"/>
                  </a:cubicBezTo>
                  <a:cubicBezTo>
                    <a:pt x="191013" y="1153"/>
                    <a:pt x="179348" y="90"/>
                    <a:pt x="169096" y="90"/>
                  </a:cubicBezTo>
                  <a:cubicBezTo>
                    <a:pt x="166975" y="90"/>
                    <a:pt x="162733" y="90"/>
                    <a:pt x="162733" y="6821"/>
                  </a:cubicBezTo>
                  <a:cubicBezTo>
                    <a:pt x="162733" y="10718"/>
                    <a:pt x="165561" y="10718"/>
                    <a:pt x="168389" y="11073"/>
                  </a:cubicBezTo>
                  <a:cubicBezTo>
                    <a:pt x="174045" y="11427"/>
                    <a:pt x="182529" y="13907"/>
                    <a:pt x="182529" y="22409"/>
                  </a:cubicBezTo>
                  <a:cubicBezTo>
                    <a:pt x="182529" y="27015"/>
                    <a:pt x="178641" y="34100"/>
                    <a:pt x="177227" y="36580"/>
                  </a:cubicBezTo>
                  <a:lnTo>
                    <a:pt x="75062" y="207693"/>
                  </a:lnTo>
                  <a:lnTo>
                    <a:pt x="57033" y="22055"/>
                  </a:lnTo>
                  <a:cubicBezTo>
                    <a:pt x="57033" y="11427"/>
                    <a:pt x="75769" y="11073"/>
                    <a:pt x="79304" y="11073"/>
                  </a:cubicBezTo>
                  <a:cubicBezTo>
                    <a:pt x="84253" y="11073"/>
                    <a:pt x="88142" y="11073"/>
                    <a:pt x="88142" y="4341"/>
                  </a:cubicBezTo>
                  <a:cubicBezTo>
                    <a:pt x="88142" y="90"/>
                    <a:pt x="84253" y="90"/>
                    <a:pt x="83192" y="90"/>
                  </a:cubicBezTo>
                  <a:cubicBezTo>
                    <a:pt x="70113" y="90"/>
                    <a:pt x="55972" y="1153"/>
                    <a:pt x="42539" y="1153"/>
                  </a:cubicBezTo>
                  <a:cubicBezTo>
                    <a:pt x="30519" y="1153"/>
                    <a:pt x="18146" y="90"/>
                    <a:pt x="6481" y="90"/>
                  </a:cubicBezTo>
                  <a:cubicBezTo>
                    <a:pt x="4713" y="90"/>
                    <a:pt x="117" y="90"/>
                    <a:pt x="117" y="6821"/>
                  </a:cubicBezTo>
                  <a:cubicBezTo>
                    <a:pt x="117" y="11073"/>
                    <a:pt x="3652" y="11073"/>
                    <a:pt x="8602" y="11073"/>
                  </a:cubicBezTo>
                  <a:cubicBezTo>
                    <a:pt x="26277" y="11073"/>
                    <a:pt x="26984" y="14261"/>
                    <a:pt x="27691" y="23118"/>
                  </a:cubicBezTo>
                  <a:lnTo>
                    <a:pt x="48902" y="241349"/>
                  </a:lnTo>
                  <a:cubicBezTo>
                    <a:pt x="49609" y="248080"/>
                    <a:pt x="49962" y="249852"/>
                    <a:pt x="55619" y="249852"/>
                  </a:cubicBezTo>
                  <a:cubicBezTo>
                    <a:pt x="59861" y="249852"/>
                    <a:pt x="61628" y="249497"/>
                    <a:pt x="65517" y="243120"/>
                  </a:cubicBezTo>
                  <a:lnTo>
                    <a:pt x="186771" y="39769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61981A58-0B33-39DE-13A5-3A42C521781D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8463556" y="8142762"/>
              <a:ext cx="150949" cy="160484"/>
            </a:xfrm>
            <a:custGeom>
              <a:avLst/>
              <a:gdLst>
                <a:gd name="connsiteX0" fmla="*/ 85320 w 150949"/>
                <a:gd name="connsiteY0" fmla="*/ 135776 h 160484"/>
                <a:gd name="connsiteX1" fmla="*/ 114662 w 150949"/>
                <a:gd name="connsiteY1" fmla="*/ 160575 h 160484"/>
                <a:gd name="connsiteX2" fmla="*/ 140468 w 150949"/>
                <a:gd name="connsiteY2" fmla="*/ 140736 h 160484"/>
                <a:gd name="connsiteX3" fmla="*/ 151073 w 150949"/>
                <a:gd name="connsiteY3" fmla="*/ 106017 h 160484"/>
                <a:gd name="connsiteX4" fmla="*/ 145771 w 150949"/>
                <a:gd name="connsiteY4" fmla="*/ 102475 h 160484"/>
                <a:gd name="connsiteX5" fmla="*/ 139054 w 150949"/>
                <a:gd name="connsiteY5" fmla="*/ 110623 h 160484"/>
                <a:gd name="connsiteX6" fmla="*/ 115369 w 150949"/>
                <a:gd name="connsiteY6" fmla="*/ 152781 h 160484"/>
                <a:gd name="connsiteX7" fmla="*/ 106177 w 150949"/>
                <a:gd name="connsiteY7" fmla="*/ 138256 h 160484"/>
                <a:gd name="connsiteX8" fmla="*/ 108652 w 150949"/>
                <a:gd name="connsiteY8" fmla="*/ 120188 h 160484"/>
                <a:gd name="connsiteX9" fmla="*/ 132691 w 150949"/>
                <a:gd name="connsiteY9" fmla="*/ 23826 h 160484"/>
                <a:gd name="connsiteX10" fmla="*/ 134105 w 150949"/>
                <a:gd name="connsiteY10" fmla="*/ 16387 h 160484"/>
                <a:gd name="connsiteX11" fmla="*/ 124560 w 150949"/>
                <a:gd name="connsiteY11" fmla="*/ 7176 h 160484"/>
                <a:gd name="connsiteX12" fmla="*/ 110420 w 150949"/>
                <a:gd name="connsiteY12" fmla="*/ 20992 h 160484"/>
                <a:gd name="connsiteX13" fmla="*/ 81078 w 150949"/>
                <a:gd name="connsiteY13" fmla="*/ 90 h 160484"/>
                <a:gd name="connsiteX14" fmla="*/ 124 w 150949"/>
                <a:gd name="connsiteY14" fmla="*/ 105663 h 160484"/>
                <a:gd name="connsiteX15" fmla="*/ 42899 w 150949"/>
                <a:gd name="connsiteY15" fmla="*/ 160575 h 160484"/>
                <a:gd name="connsiteX16" fmla="*/ 85320 w 150949"/>
                <a:gd name="connsiteY16" fmla="*/ 135776 h 160484"/>
                <a:gd name="connsiteX17" fmla="*/ 104410 w 150949"/>
                <a:gd name="connsiteY17" fmla="*/ 45791 h 160484"/>
                <a:gd name="connsiteX18" fmla="*/ 87795 w 150949"/>
                <a:gd name="connsiteY18" fmla="*/ 112749 h 160484"/>
                <a:gd name="connsiteX19" fmla="*/ 43606 w 150949"/>
                <a:gd name="connsiteY19" fmla="*/ 152781 h 160484"/>
                <a:gd name="connsiteX20" fmla="*/ 24163 w 150949"/>
                <a:gd name="connsiteY20" fmla="*/ 121251 h 160484"/>
                <a:gd name="connsiteX21" fmla="*/ 41485 w 150949"/>
                <a:gd name="connsiteY21" fmla="*/ 47208 h 160484"/>
                <a:gd name="connsiteX22" fmla="*/ 81078 w 150949"/>
                <a:gd name="connsiteY22" fmla="*/ 7884 h 160484"/>
                <a:gd name="connsiteX23" fmla="*/ 105470 w 150949"/>
                <a:gd name="connsiteY23" fmla="*/ 41186 h 160484"/>
                <a:gd name="connsiteX24" fmla="*/ 104410 w 150949"/>
                <a:gd name="connsiteY24" fmla="*/ 45791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50949" h="160484">
                  <a:moveTo>
                    <a:pt x="85320" y="135776"/>
                  </a:moveTo>
                  <a:cubicBezTo>
                    <a:pt x="89209" y="153135"/>
                    <a:pt x="102289" y="160575"/>
                    <a:pt x="114662" y="160575"/>
                  </a:cubicBezTo>
                  <a:cubicBezTo>
                    <a:pt x="127742" y="160575"/>
                    <a:pt x="135165" y="151718"/>
                    <a:pt x="140468" y="140736"/>
                  </a:cubicBezTo>
                  <a:cubicBezTo>
                    <a:pt x="146831" y="127274"/>
                    <a:pt x="151073" y="106726"/>
                    <a:pt x="151073" y="106017"/>
                  </a:cubicBezTo>
                  <a:cubicBezTo>
                    <a:pt x="151073" y="102475"/>
                    <a:pt x="148245" y="102475"/>
                    <a:pt x="145771" y="102475"/>
                  </a:cubicBezTo>
                  <a:cubicBezTo>
                    <a:pt x="141529" y="102475"/>
                    <a:pt x="141175" y="102829"/>
                    <a:pt x="139054" y="110623"/>
                  </a:cubicBezTo>
                  <a:cubicBezTo>
                    <a:pt x="134105" y="130462"/>
                    <a:pt x="127388" y="152781"/>
                    <a:pt x="115369" y="152781"/>
                  </a:cubicBezTo>
                  <a:cubicBezTo>
                    <a:pt x="106177" y="152781"/>
                    <a:pt x="106177" y="143216"/>
                    <a:pt x="106177" y="138256"/>
                  </a:cubicBezTo>
                  <a:cubicBezTo>
                    <a:pt x="106177" y="135776"/>
                    <a:pt x="106177" y="130108"/>
                    <a:pt x="108652" y="120188"/>
                  </a:cubicBezTo>
                  <a:lnTo>
                    <a:pt x="132691" y="23826"/>
                  </a:lnTo>
                  <a:cubicBezTo>
                    <a:pt x="134105" y="18867"/>
                    <a:pt x="134105" y="18158"/>
                    <a:pt x="134105" y="16387"/>
                  </a:cubicBezTo>
                  <a:cubicBezTo>
                    <a:pt x="134105" y="8947"/>
                    <a:pt x="128095" y="7176"/>
                    <a:pt x="124560" y="7176"/>
                  </a:cubicBezTo>
                  <a:cubicBezTo>
                    <a:pt x="113248" y="7176"/>
                    <a:pt x="110773" y="19221"/>
                    <a:pt x="110420" y="20992"/>
                  </a:cubicBezTo>
                  <a:cubicBezTo>
                    <a:pt x="103703" y="5759"/>
                    <a:pt x="92390" y="90"/>
                    <a:pt x="81078" y="90"/>
                  </a:cubicBezTo>
                  <a:cubicBezTo>
                    <a:pt x="41838" y="90"/>
                    <a:pt x="124" y="53939"/>
                    <a:pt x="124" y="105663"/>
                  </a:cubicBezTo>
                  <a:cubicBezTo>
                    <a:pt x="124" y="135776"/>
                    <a:pt x="16386" y="160575"/>
                    <a:pt x="42899" y="160575"/>
                  </a:cubicBezTo>
                  <a:cubicBezTo>
                    <a:pt x="55625" y="160575"/>
                    <a:pt x="71180" y="153135"/>
                    <a:pt x="85320" y="135776"/>
                  </a:cubicBezTo>
                  <a:close/>
                  <a:moveTo>
                    <a:pt x="104410" y="45791"/>
                  </a:moveTo>
                  <a:lnTo>
                    <a:pt x="87795" y="112749"/>
                  </a:lnTo>
                  <a:cubicBezTo>
                    <a:pt x="84967" y="124085"/>
                    <a:pt x="63049" y="152781"/>
                    <a:pt x="43606" y="152781"/>
                  </a:cubicBezTo>
                  <a:cubicBezTo>
                    <a:pt x="26991" y="152781"/>
                    <a:pt x="24163" y="131879"/>
                    <a:pt x="24163" y="121251"/>
                  </a:cubicBezTo>
                  <a:cubicBezTo>
                    <a:pt x="24163" y="103537"/>
                    <a:pt x="35122" y="62088"/>
                    <a:pt x="41485" y="47208"/>
                  </a:cubicBezTo>
                  <a:cubicBezTo>
                    <a:pt x="50323" y="25598"/>
                    <a:pt x="66584" y="7884"/>
                    <a:pt x="81078" y="7884"/>
                  </a:cubicBezTo>
                  <a:cubicBezTo>
                    <a:pt x="96633" y="7884"/>
                    <a:pt x="105470" y="26306"/>
                    <a:pt x="105470" y="41186"/>
                  </a:cubicBezTo>
                  <a:cubicBezTo>
                    <a:pt x="105470" y="41894"/>
                    <a:pt x="105117" y="43666"/>
                    <a:pt x="104410" y="45791"/>
                  </a:cubicBez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A2A6A878-CF4C-D5C6-3D72-1DB7F2D13F7A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8635401" y="8142762"/>
              <a:ext cx="143525" cy="160484"/>
            </a:xfrm>
            <a:custGeom>
              <a:avLst/>
              <a:gdLst>
                <a:gd name="connsiteX0" fmla="*/ 61994 w 143525"/>
                <a:gd name="connsiteY0" fmla="*/ 54648 h 160484"/>
                <a:gd name="connsiteX1" fmla="*/ 108657 w 143525"/>
                <a:gd name="connsiteY1" fmla="*/ 7884 h 160484"/>
                <a:gd name="connsiteX2" fmla="*/ 127393 w 143525"/>
                <a:gd name="connsiteY2" fmla="*/ 12844 h 160484"/>
                <a:gd name="connsiteX3" fmla="*/ 113960 w 143525"/>
                <a:gd name="connsiteY3" fmla="*/ 29849 h 160484"/>
                <a:gd name="connsiteX4" fmla="*/ 126333 w 143525"/>
                <a:gd name="connsiteY4" fmla="*/ 41186 h 160484"/>
                <a:gd name="connsiteX5" fmla="*/ 143655 w 143525"/>
                <a:gd name="connsiteY5" fmla="*/ 22409 h 160484"/>
                <a:gd name="connsiteX6" fmla="*/ 109011 w 143525"/>
                <a:gd name="connsiteY6" fmla="*/ 90 h 160484"/>
                <a:gd name="connsiteX7" fmla="*/ 66236 w 143525"/>
                <a:gd name="connsiteY7" fmla="*/ 25598 h 160484"/>
                <a:gd name="connsiteX8" fmla="*/ 36894 w 143525"/>
                <a:gd name="connsiteY8" fmla="*/ 90 h 160484"/>
                <a:gd name="connsiteX9" fmla="*/ 11441 w 143525"/>
                <a:gd name="connsiteY9" fmla="*/ 18867 h 160484"/>
                <a:gd name="connsiteX10" fmla="*/ 129 w 143525"/>
                <a:gd name="connsiteY10" fmla="*/ 54648 h 160484"/>
                <a:gd name="connsiteX11" fmla="*/ 5432 w 143525"/>
                <a:gd name="connsiteY11" fmla="*/ 58191 h 160484"/>
                <a:gd name="connsiteX12" fmla="*/ 12148 w 143525"/>
                <a:gd name="connsiteY12" fmla="*/ 50042 h 160484"/>
                <a:gd name="connsiteX13" fmla="*/ 36187 w 143525"/>
                <a:gd name="connsiteY13" fmla="*/ 7884 h 160484"/>
                <a:gd name="connsiteX14" fmla="*/ 45379 w 143525"/>
                <a:gd name="connsiteY14" fmla="*/ 22055 h 160484"/>
                <a:gd name="connsiteX15" fmla="*/ 42904 w 143525"/>
                <a:gd name="connsiteY15" fmla="*/ 40123 h 160484"/>
                <a:gd name="connsiteX16" fmla="*/ 16391 w 143525"/>
                <a:gd name="connsiteY16" fmla="*/ 146404 h 160484"/>
                <a:gd name="connsiteX17" fmla="*/ 15330 w 143525"/>
                <a:gd name="connsiteY17" fmla="*/ 151364 h 160484"/>
                <a:gd name="connsiteX18" fmla="*/ 25228 w 143525"/>
                <a:gd name="connsiteY18" fmla="*/ 160575 h 160484"/>
                <a:gd name="connsiteX19" fmla="*/ 39015 w 143525"/>
                <a:gd name="connsiteY19" fmla="*/ 147467 h 160484"/>
                <a:gd name="connsiteX20" fmla="*/ 61994 w 143525"/>
                <a:gd name="connsiteY20" fmla="*/ 54648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3525" h="160484">
                  <a:moveTo>
                    <a:pt x="61994" y="54648"/>
                  </a:moveTo>
                  <a:cubicBezTo>
                    <a:pt x="62347" y="53585"/>
                    <a:pt x="78255" y="7884"/>
                    <a:pt x="108657" y="7884"/>
                  </a:cubicBezTo>
                  <a:cubicBezTo>
                    <a:pt x="110425" y="7884"/>
                    <a:pt x="120323" y="7884"/>
                    <a:pt x="127393" y="12844"/>
                  </a:cubicBezTo>
                  <a:cubicBezTo>
                    <a:pt x="115020" y="16741"/>
                    <a:pt x="113960" y="28078"/>
                    <a:pt x="113960" y="29849"/>
                  </a:cubicBezTo>
                  <a:cubicBezTo>
                    <a:pt x="113960" y="34455"/>
                    <a:pt x="117141" y="41186"/>
                    <a:pt x="126333" y="41186"/>
                  </a:cubicBezTo>
                  <a:cubicBezTo>
                    <a:pt x="132696" y="41186"/>
                    <a:pt x="143655" y="36226"/>
                    <a:pt x="143655" y="22409"/>
                  </a:cubicBezTo>
                  <a:cubicBezTo>
                    <a:pt x="143655" y="3987"/>
                    <a:pt x="120676" y="90"/>
                    <a:pt x="109011" y="90"/>
                  </a:cubicBezTo>
                  <a:cubicBezTo>
                    <a:pt x="84618" y="90"/>
                    <a:pt x="71892" y="17804"/>
                    <a:pt x="66236" y="25598"/>
                  </a:cubicBezTo>
                  <a:cubicBezTo>
                    <a:pt x="62347" y="6821"/>
                    <a:pt x="48560" y="90"/>
                    <a:pt x="36894" y="90"/>
                  </a:cubicBezTo>
                  <a:cubicBezTo>
                    <a:pt x="24168" y="90"/>
                    <a:pt x="17098" y="8238"/>
                    <a:pt x="11441" y="18867"/>
                  </a:cubicBezTo>
                  <a:cubicBezTo>
                    <a:pt x="4725" y="33037"/>
                    <a:pt x="129" y="53939"/>
                    <a:pt x="129" y="54648"/>
                  </a:cubicBezTo>
                  <a:cubicBezTo>
                    <a:pt x="129" y="58191"/>
                    <a:pt x="3664" y="58191"/>
                    <a:pt x="5432" y="58191"/>
                  </a:cubicBezTo>
                  <a:cubicBezTo>
                    <a:pt x="10027" y="58191"/>
                    <a:pt x="10381" y="57836"/>
                    <a:pt x="12148" y="50042"/>
                  </a:cubicBezTo>
                  <a:cubicBezTo>
                    <a:pt x="18512" y="25243"/>
                    <a:pt x="25228" y="7884"/>
                    <a:pt x="36187" y="7884"/>
                  </a:cubicBezTo>
                  <a:cubicBezTo>
                    <a:pt x="45379" y="7884"/>
                    <a:pt x="45379" y="18158"/>
                    <a:pt x="45379" y="22055"/>
                  </a:cubicBezTo>
                  <a:cubicBezTo>
                    <a:pt x="45379" y="27723"/>
                    <a:pt x="44318" y="34455"/>
                    <a:pt x="42904" y="40123"/>
                  </a:cubicBezTo>
                  <a:lnTo>
                    <a:pt x="16391" y="146404"/>
                  </a:lnTo>
                  <a:cubicBezTo>
                    <a:pt x="15684" y="148530"/>
                    <a:pt x="15330" y="150301"/>
                    <a:pt x="15330" y="151364"/>
                  </a:cubicBezTo>
                  <a:cubicBezTo>
                    <a:pt x="15330" y="155261"/>
                    <a:pt x="18158" y="160575"/>
                    <a:pt x="25228" y="160575"/>
                  </a:cubicBezTo>
                  <a:cubicBezTo>
                    <a:pt x="35834" y="160575"/>
                    <a:pt x="38308" y="150301"/>
                    <a:pt x="39015" y="147467"/>
                  </a:cubicBezTo>
                  <a:lnTo>
                    <a:pt x="61994" y="54648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01DFF20A-0FE7-A240-D12C-486DF58F8977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8796837" y="8033646"/>
              <a:ext cx="48431" cy="354271"/>
            </a:xfrm>
            <a:custGeom>
              <a:avLst/>
              <a:gdLst>
                <a:gd name="connsiteX0" fmla="*/ 48564 w 48431"/>
                <a:gd name="connsiteY0" fmla="*/ 354362 h 354271"/>
                <a:gd name="connsiteX1" fmla="*/ 48564 w 48431"/>
                <a:gd name="connsiteY1" fmla="*/ 340191 h 354271"/>
                <a:gd name="connsiteX2" fmla="*/ 14274 w 48431"/>
                <a:gd name="connsiteY2" fmla="*/ 340191 h 354271"/>
                <a:gd name="connsiteX3" fmla="*/ 14274 w 48431"/>
                <a:gd name="connsiteY3" fmla="*/ 14261 h 354271"/>
                <a:gd name="connsiteX4" fmla="*/ 48564 w 48431"/>
                <a:gd name="connsiteY4" fmla="*/ 14261 h 354271"/>
                <a:gd name="connsiteX5" fmla="*/ 48564 w 48431"/>
                <a:gd name="connsiteY5" fmla="*/ 90 h 354271"/>
                <a:gd name="connsiteX6" fmla="*/ 133 w 48431"/>
                <a:gd name="connsiteY6" fmla="*/ 90 h 354271"/>
                <a:gd name="connsiteX7" fmla="*/ 133 w 48431"/>
                <a:gd name="connsiteY7" fmla="*/ 354362 h 354271"/>
                <a:gd name="connsiteX8" fmla="*/ 48564 w 48431"/>
                <a:gd name="connsiteY8" fmla="*/ 354362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31" h="354271">
                  <a:moveTo>
                    <a:pt x="48564" y="354362"/>
                  </a:moveTo>
                  <a:lnTo>
                    <a:pt x="48564" y="340191"/>
                  </a:lnTo>
                  <a:lnTo>
                    <a:pt x="14274" y="340191"/>
                  </a:lnTo>
                  <a:lnTo>
                    <a:pt x="14274" y="14261"/>
                  </a:lnTo>
                  <a:lnTo>
                    <a:pt x="48564" y="14261"/>
                  </a:lnTo>
                  <a:lnTo>
                    <a:pt x="48564" y="90"/>
                  </a:lnTo>
                  <a:lnTo>
                    <a:pt x="133" y="90"/>
                  </a:lnTo>
                  <a:lnTo>
                    <a:pt x="133" y="354362"/>
                  </a:lnTo>
                  <a:lnTo>
                    <a:pt x="48564" y="354362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F3EACD68-F35B-94FF-CD76-90DE35A7DE36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9032889" y="7747145"/>
              <a:ext cx="151196" cy="111843"/>
            </a:xfrm>
            <a:custGeom>
              <a:avLst/>
              <a:gdLst>
                <a:gd name="connsiteX0" fmla="*/ 18700 w 151196"/>
                <a:gd name="connsiteY0" fmla="*/ 93818 h 111843"/>
                <a:gd name="connsiteX1" fmla="*/ 16226 w 151196"/>
                <a:gd name="connsiteY1" fmla="*/ 103986 h 111843"/>
                <a:gd name="connsiteX2" fmla="*/ 24639 w 151196"/>
                <a:gd name="connsiteY2" fmla="*/ 111921 h 111843"/>
                <a:gd name="connsiteX3" fmla="*/ 34290 w 151196"/>
                <a:gd name="connsiteY3" fmla="*/ 106465 h 111843"/>
                <a:gd name="connsiteX4" fmla="*/ 38744 w 151196"/>
                <a:gd name="connsiteY4" fmla="*/ 91090 h 111843"/>
                <a:gd name="connsiteX5" fmla="*/ 44188 w 151196"/>
                <a:gd name="connsiteY5" fmla="*/ 68771 h 111843"/>
                <a:gd name="connsiteX6" fmla="*/ 48395 w 151196"/>
                <a:gd name="connsiteY6" fmla="*/ 52156 h 111843"/>
                <a:gd name="connsiteX7" fmla="*/ 58788 w 151196"/>
                <a:gd name="connsiteY7" fmla="*/ 29837 h 111843"/>
                <a:gd name="connsiteX8" fmla="*/ 95907 w 151196"/>
                <a:gd name="connsiteY8" fmla="*/ 7021 h 111843"/>
                <a:gd name="connsiteX9" fmla="*/ 110507 w 151196"/>
                <a:gd name="connsiteY9" fmla="*/ 24381 h 111843"/>
                <a:gd name="connsiteX10" fmla="*/ 95907 w 151196"/>
                <a:gd name="connsiteY10" fmla="*/ 77203 h 111843"/>
                <a:gd name="connsiteX11" fmla="*/ 92195 w 151196"/>
                <a:gd name="connsiteY11" fmla="*/ 90594 h 111843"/>
                <a:gd name="connsiteX12" fmla="*/ 115704 w 151196"/>
                <a:gd name="connsiteY12" fmla="*/ 111921 h 111843"/>
                <a:gd name="connsiteX13" fmla="*/ 151338 w 151196"/>
                <a:gd name="connsiteY13" fmla="*/ 73979 h 111843"/>
                <a:gd name="connsiteX14" fmla="*/ 147378 w 151196"/>
                <a:gd name="connsiteY14" fmla="*/ 70755 h 111843"/>
                <a:gd name="connsiteX15" fmla="*/ 142677 w 151196"/>
                <a:gd name="connsiteY15" fmla="*/ 74971 h 111843"/>
                <a:gd name="connsiteX16" fmla="*/ 116446 w 151196"/>
                <a:gd name="connsiteY16" fmla="*/ 104978 h 111843"/>
                <a:gd name="connsiteX17" fmla="*/ 110260 w 151196"/>
                <a:gd name="connsiteY17" fmla="*/ 96298 h 111843"/>
                <a:gd name="connsiteX18" fmla="*/ 115951 w 151196"/>
                <a:gd name="connsiteY18" fmla="*/ 76211 h 111843"/>
                <a:gd name="connsiteX19" fmla="*/ 129066 w 151196"/>
                <a:gd name="connsiteY19" fmla="*/ 28349 h 111843"/>
                <a:gd name="connsiteX20" fmla="*/ 96897 w 151196"/>
                <a:gd name="connsiteY20" fmla="*/ 78 h 111843"/>
                <a:gd name="connsiteX21" fmla="*/ 55076 w 151196"/>
                <a:gd name="connsiteY21" fmla="*/ 22645 h 111843"/>
                <a:gd name="connsiteX22" fmla="*/ 28598 w 151196"/>
                <a:gd name="connsiteY22" fmla="*/ 78 h 111843"/>
                <a:gd name="connsiteX23" fmla="*/ 9049 w 151196"/>
                <a:gd name="connsiteY23" fmla="*/ 13469 h 111843"/>
                <a:gd name="connsiteX24" fmla="*/ 141 w 151196"/>
                <a:gd name="connsiteY24" fmla="*/ 38020 h 111843"/>
                <a:gd name="connsiteX25" fmla="*/ 4348 w 151196"/>
                <a:gd name="connsiteY25" fmla="*/ 41244 h 111843"/>
                <a:gd name="connsiteX26" fmla="*/ 9792 w 151196"/>
                <a:gd name="connsiteY26" fmla="*/ 33804 h 111843"/>
                <a:gd name="connsiteX27" fmla="*/ 27856 w 151196"/>
                <a:gd name="connsiteY27" fmla="*/ 7021 h 111843"/>
                <a:gd name="connsiteX28" fmla="*/ 36022 w 151196"/>
                <a:gd name="connsiteY28" fmla="*/ 19173 h 111843"/>
                <a:gd name="connsiteX29" fmla="*/ 32063 w 151196"/>
                <a:gd name="connsiteY29" fmla="*/ 39756 h 111843"/>
                <a:gd name="connsiteX30" fmla="*/ 26619 w 151196"/>
                <a:gd name="connsiteY30" fmla="*/ 62075 h 111843"/>
                <a:gd name="connsiteX31" fmla="*/ 18700 w 151196"/>
                <a:gd name="connsiteY31" fmla="*/ 93818 h 111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196" h="111843">
                  <a:moveTo>
                    <a:pt x="18700" y="93818"/>
                  </a:moveTo>
                  <a:cubicBezTo>
                    <a:pt x="17710" y="97042"/>
                    <a:pt x="16226" y="103242"/>
                    <a:pt x="16226" y="103986"/>
                  </a:cubicBezTo>
                  <a:cubicBezTo>
                    <a:pt x="16226" y="109441"/>
                    <a:pt x="20680" y="111921"/>
                    <a:pt x="24639" y="111921"/>
                  </a:cubicBezTo>
                  <a:cubicBezTo>
                    <a:pt x="29093" y="111921"/>
                    <a:pt x="33053" y="108697"/>
                    <a:pt x="34290" y="106465"/>
                  </a:cubicBezTo>
                  <a:cubicBezTo>
                    <a:pt x="35527" y="104234"/>
                    <a:pt x="37507" y="96298"/>
                    <a:pt x="38744" y="91090"/>
                  </a:cubicBezTo>
                  <a:cubicBezTo>
                    <a:pt x="39981" y="86378"/>
                    <a:pt x="42704" y="74971"/>
                    <a:pt x="44188" y="68771"/>
                  </a:cubicBezTo>
                  <a:cubicBezTo>
                    <a:pt x="45673" y="63315"/>
                    <a:pt x="47158" y="57859"/>
                    <a:pt x="48395" y="52156"/>
                  </a:cubicBezTo>
                  <a:cubicBezTo>
                    <a:pt x="51117" y="41988"/>
                    <a:pt x="51612" y="40004"/>
                    <a:pt x="58788" y="29837"/>
                  </a:cubicBezTo>
                  <a:cubicBezTo>
                    <a:pt x="65717" y="19917"/>
                    <a:pt x="77348" y="7021"/>
                    <a:pt x="95907" y="7021"/>
                  </a:cubicBezTo>
                  <a:cubicBezTo>
                    <a:pt x="110260" y="7021"/>
                    <a:pt x="110507" y="19669"/>
                    <a:pt x="110507" y="24381"/>
                  </a:cubicBezTo>
                  <a:cubicBezTo>
                    <a:pt x="110507" y="39260"/>
                    <a:pt x="99866" y="66787"/>
                    <a:pt x="95907" y="77203"/>
                  </a:cubicBezTo>
                  <a:cubicBezTo>
                    <a:pt x="93185" y="84146"/>
                    <a:pt x="92195" y="86378"/>
                    <a:pt x="92195" y="90594"/>
                  </a:cubicBezTo>
                  <a:cubicBezTo>
                    <a:pt x="92195" y="103738"/>
                    <a:pt x="103083" y="111921"/>
                    <a:pt x="115704" y="111921"/>
                  </a:cubicBezTo>
                  <a:cubicBezTo>
                    <a:pt x="140449" y="111921"/>
                    <a:pt x="151338" y="77699"/>
                    <a:pt x="151338" y="73979"/>
                  </a:cubicBezTo>
                  <a:cubicBezTo>
                    <a:pt x="151338" y="70755"/>
                    <a:pt x="148121" y="70755"/>
                    <a:pt x="147378" y="70755"/>
                  </a:cubicBezTo>
                  <a:cubicBezTo>
                    <a:pt x="143914" y="70755"/>
                    <a:pt x="143666" y="72243"/>
                    <a:pt x="142677" y="74971"/>
                  </a:cubicBezTo>
                  <a:cubicBezTo>
                    <a:pt x="136985" y="94810"/>
                    <a:pt x="126344" y="104978"/>
                    <a:pt x="116446" y="104978"/>
                  </a:cubicBezTo>
                  <a:cubicBezTo>
                    <a:pt x="111249" y="104978"/>
                    <a:pt x="110260" y="101506"/>
                    <a:pt x="110260" y="96298"/>
                  </a:cubicBezTo>
                  <a:cubicBezTo>
                    <a:pt x="110260" y="90594"/>
                    <a:pt x="111497" y="87370"/>
                    <a:pt x="115951" y="76211"/>
                  </a:cubicBezTo>
                  <a:cubicBezTo>
                    <a:pt x="118921" y="68523"/>
                    <a:pt x="129066" y="42236"/>
                    <a:pt x="129066" y="28349"/>
                  </a:cubicBezTo>
                  <a:cubicBezTo>
                    <a:pt x="129066" y="4294"/>
                    <a:pt x="110012" y="78"/>
                    <a:pt x="96897" y="78"/>
                  </a:cubicBezTo>
                  <a:cubicBezTo>
                    <a:pt x="76358" y="78"/>
                    <a:pt x="62500" y="12725"/>
                    <a:pt x="55076" y="22645"/>
                  </a:cubicBezTo>
                  <a:cubicBezTo>
                    <a:pt x="53344" y="5534"/>
                    <a:pt x="38744" y="78"/>
                    <a:pt x="28598" y="78"/>
                  </a:cubicBezTo>
                  <a:cubicBezTo>
                    <a:pt x="17958" y="78"/>
                    <a:pt x="12266" y="7765"/>
                    <a:pt x="9049" y="13469"/>
                  </a:cubicBezTo>
                  <a:cubicBezTo>
                    <a:pt x="3605" y="22645"/>
                    <a:pt x="141" y="36780"/>
                    <a:pt x="141" y="38020"/>
                  </a:cubicBezTo>
                  <a:cubicBezTo>
                    <a:pt x="141" y="41244"/>
                    <a:pt x="3605" y="41244"/>
                    <a:pt x="4348" y="41244"/>
                  </a:cubicBezTo>
                  <a:cubicBezTo>
                    <a:pt x="7812" y="41244"/>
                    <a:pt x="8059" y="40500"/>
                    <a:pt x="9792" y="33804"/>
                  </a:cubicBezTo>
                  <a:cubicBezTo>
                    <a:pt x="13504" y="19173"/>
                    <a:pt x="18205" y="7021"/>
                    <a:pt x="27856" y="7021"/>
                  </a:cubicBezTo>
                  <a:cubicBezTo>
                    <a:pt x="34290" y="7021"/>
                    <a:pt x="36022" y="12477"/>
                    <a:pt x="36022" y="19173"/>
                  </a:cubicBezTo>
                  <a:cubicBezTo>
                    <a:pt x="36022" y="23885"/>
                    <a:pt x="33795" y="33060"/>
                    <a:pt x="32063" y="39756"/>
                  </a:cubicBezTo>
                  <a:cubicBezTo>
                    <a:pt x="30331" y="46452"/>
                    <a:pt x="27856" y="56619"/>
                    <a:pt x="26619" y="62075"/>
                  </a:cubicBezTo>
                  <a:lnTo>
                    <a:pt x="18700" y="93818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8AB338A3-5454-49AB-A840-0514AB052E57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8873117" y="7962790"/>
              <a:ext cx="470523" cy="495980"/>
            </a:xfrm>
            <a:custGeom>
              <a:avLst/>
              <a:gdLst>
                <a:gd name="connsiteX0" fmla="*/ 427885 w 470523"/>
                <a:gd name="connsiteY0" fmla="*/ 496061 h 495980"/>
                <a:gd name="connsiteX1" fmla="*/ 470660 w 470523"/>
                <a:gd name="connsiteY1" fmla="*/ 382694 h 495980"/>
                <a:gd name="connsiteX2" fmla="*/ 461822 w 470523"/>
                <a:gd name="connsiteY2" fmla="*/ 382694 h 495980"/>
                <a:gd name="connsiteX3" fmla="*/ 369909 w 470523"/>
                <a:gd name="connsiteY3" fmla="*/ 454257 h 495980"/>
                <a:gd name="connsiteX4" fmla="*/ 259967 w 470523"/>
                <a:gd name="connsiteY4" fmla="*/ 465239 h 495980"/>
                <a:gd name="connsiteX5" fmla="*/ 46800 w 470523"/>
                <a:gd name="connsiteY5" fmla="*/ 465239 h 495980"/>
                <a:gd name="connsiteX6" fmla="*/ 226737 w 470523"/>
                <a:gd name="connsiteY6" fmla="*/ 253739 h 495980"/>
                <a:gd name="connsiteX7" fmla="*/ 229918 w 470523"/>
                <a:gd name="connsiteY7" fmla="*/ 248071 h 495980"/>
                <a:gd name="connsiteX8" fmla="*/ 227444 w 470523"/>
                <a:gd name="connsiteY8" fmla="*/ 242757 h 495980"/>
                <a:gd name="connsiteX9" fmla="*/ 62708 w 470523"/>
                <a:gd name="connsiteY9" fmla="*/ 17086 h 495980"/>
                <a:gd name="connsiteX10" fmla="*/ 256432 w 470523"/>
                <a:gd name="connsiteY10" fmla="*/ 17086 h 495980"/>
                <a:gd name="connsiteX11" fmla="*/ 339153 w 470523"/>
                <a:gd name="connsiteY11" fmla="*/ 22754 h 495980"/>
                <a:gd name="connsiteX12" fmla="*/ 416926 w 470523"/>
                <a:gd name="connsiteY12" fmla="*/ 49324 h 495980"/>
                <a:gd name="connsiteX13" fmla="*/ 461822 w 470523"/>
                <a:gd name="connsiteY13" fmla="*/ 99631 h 495980"/>
                <a:gd name="connsiteX14" fmla="*/ 470660 w 470523"/>
                <a:gd name="connsiteY14" fmla="*/ 99631 h 495980"/>
                <a:gd name="connsiteX15" fmla="*/ 427885 w 470523"/>
                <a:gd name="connsiteY15" fmla="*/ 81 h 495980"/>
                <a:gd name="connsiteX16" fmla="*/ 10034 w 470523"/>
                <a:gd name="connsiteY16" fmla="*/ 81 h 495980"/>
                <a:gd name="connsiteX17" fmla="*/ 490 w 470523"/>
                <a:gd name="connsiteY17" fmla="*/ 2561 h 495980"/>
                <a:gd name="connsiteX18" fmla="*/ 136 w 470523"/>
                <a:gd name="connsiteY18" fmla="*/ 14252 h 495980"/>
                <a:gd name="connsiteX19" fmla="*/ 187144 w 470523"/>
                <a:gd name="connsiteY19" fmla="*/ 270744 h 495980"/>
                <a:gd name="connsiteX20" fmla="*/ 4025 w 470523"/>
                <a:gd name="connsiteY20" fmla="*/ 485787 h 495980"/>
                <a:gd name="connsiteX21" fmla="*/ 490 w 470523"/>
                <a:gd name="connsiteY21" fmla="*/ 492164 h 495980"/>
                <a:gd name="connsiteX22" fmla="*/ 10034 w 470523"/>
                <a:gd name="connsiteY22" fmla="*/ 496061 h 495980"/>
                <a:gd name="connsiteX23" fmla="*/ 427885 w 470523"/>
                <a:gd name="connsiteY23" fmla="*/ 496061 h 495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70523" h="495980">
                  <a:moveTo>
                    <a:pt x="427885" y="496061"/>
                  </a:moveTo>
                  <a:lnTo>
                    <a:pt x="470660" y="382694"/>
                  </a:lnTo>
                  <a:lnTo>
                    <a:pt x="461822" y="382694"/>
                  </a:lnTo>
                  <a:cubicBezTo>
                    <a:pt x="448035" y="419538"/>
                    <a:pt x="410563" y="443629"/>
                    <a:pt x="369909" y="454257"/>
                  </a:cubicBezTo>
                  <a:cubicBezTo>
                    <a:pt x="362485" y="456028"/>
                    <a:pt x="327841" y="465239"/>
                    <a:pt x="259967" y="465239"/>
                  </a:cubicBezTo>
                  <a:lnTo>
                    <a:pt x="46800" y="465239"/>
                  </a:lnTo>
                  <a:lnTo>
                    <a:pt x="226737" y="253739"/>
                  </a:lnTo>
                  <a:cubicBezTo>
                    <a:pt x="229211" y="250905"/>
                    <a:pt x="229918" y="249842"/>
                    <a:pt x="229918" y="248071"/>
                  </a:cubicBezTo>
                  <a:cubicBezTo>
                    <a:pt x="229918" y="247362"/>
                    <a:pt x="229918" y="246299"/>
                    <a:pt x="227444" y="242757"/>
                  </a:cubicBezTo>
                  <a:lnTo>
                    <a:pt x="62708" y="17086"/>
                  </a:lnTo>
                  <a:lnTo>
                    <a:pt x="256432" y="17086"/>
                  </a:lnTo>
                  <a:cubicBezTo>
                    <a:pt x="303802" y="17086"/>
                    <a:pt x="335972" y="22046"/>
                    <a:pt x="339153" y="22754"/>
                  </a:cubicBezTo>
                  <a:cubicBezTo>
                    <a:pt x="358243" y="25588"/>
                    <a:pt x="388999" y="31611"/>
                    <a:pt x="416926" y="49324"/>
                  </a:cubicBezTo>
                  <a:cubicBezTo>
                    <a:pt x="425764" y="54993"/>
                    <a:pt x="449802" y="70935"/>
                    <a:pt x="461822" y="99631"/>
                  </a:cubicBezTo>
                  <a:lnTo>
                    <a:pt x="470660" y="99631"/>
                  </a:lnTo>
                  <a:lnTo>
                    <a:pt x="427885" y="81"/>
                  </a:lnTo>
                  <a:lnTo>
                    <a:pt x="10034" y="81"/>
                  </a:lnTo>
                  <a:cubicBezTo>
                    <a:pt x="1904" y="81"/>
                    <a:pt x="1550" y="435"/>
                    <a:pt x="490" y="2561"/>
                  </a:cubicBezTo>
                  <a:cubicBezTo>
                    <a:pt x="136" y="3623"/>
                    <a:pt x="136" y="10355"/>
                    <a:pt x="136" y="14252"/>
                  </a:cubicBezTo>
                  <a:lnTo>
                    <a:pt x="187144" y="270744"/>
                  </a:lnTo>
                  <a:lnTo>
                    <a:pt x="4025" y="485787"/>
                  </a:lnTo>
                  <a:cubicBezTo>
                    <a:pt x="490" y="490038"/>
                    <a:pt x="490" y="491810"/>
                    <a:pt x="490" y="492164"/>
                  </a:cubicBezTo>
                  <a:cubicBezTo>
                    <a:pt x="490" y="496061"/>
                    <a:pt x="3671" y="496061"/>
                    <a:pt x="10034" y="496061"/>
                  </a:cubicBezTo>
                  <a:lnTo>
                    <a:pt x="427885" y="496061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E437E3B6-9160-2DAE-0E01-92FABDD51CFC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8891290" y="8552925"/>
              <a:ext cx="74979" cy="166897"/>
            </a:xfrm>
            <a:custGeom>
              <a:avLst/>
              <a:gdLst>
                <a:gd name="connsiteX0" fmla="*/ 68683 w 74979"/>
                <a:gd name="connsiteY0" fmla="*/ 9526 h 166897"/>
                <a:gd name="connsiteX1" fmla="*/ 58784 w 74979"/>
                <a:gd name="connsiteY1" fmla="*/ 102 h 166897"/>
                <a:gd name="connsiteX2" fmla="*/ 44927 w 74979"/>
                <a:gd name="connsiteY2" fmla="*/ 13741 h 166897"/>
                <a:gd name="connsiteX3" fmla="*/ 54825 w 74979"/>
                <a:gd name="connsiteY3" fmla="*/ 23165 h 166897"/>
                <a:gd name="connsiteX4" fmla="*/ 68683 w 74979"/>
                <a:gd name="connsiteY4" fmla="*/ 9526 h 166897"/>
                <a:gd name="connsiteX5" fmla="*/ 18201 w 74979"/>
                <a:gd name="connsiteY5" fmla="*/ 135504 h 166897"/>
                <a:gd name="connsiteX6" fmla="*/ 15974 w 74979"/>
                <a:gd name="connsiteY6" fmla="*/ 145920 h 166897"/>
                <a:gd name="connsiteX7" fmla="*/ 39483 w 74979"/>
                <a:gd name="connsiteY7" fmla="*/ 166999 h 166897"/>
                <a:gd name="connsiteX8" fmla="*/ 75117 w 74979"/>
                <a:gd name="connsiteY8" fmla="*/ 129057 h 166897"/>
                <a:gd name="connsiteX9" fmla="*/ 71157 w 74979"/>
                <a:gd name="connsiteY9" fmla="*/ 125833 h 166897"/>
                <a:gd name="connsiteX10" fmla="*/ 66456 w 74979"/>
                <a:gd name="connsiteY10" fmla="*/ 130049 h 166897"/>
                <a:gd name="connsiteX11" fmla="*/ 40225 w 74979"/>
                <a:gd name="connsiteY11" fmla="*/ 160056 h 166897"/>
                <a:gd name="connsiteX12" fmla="*/ 34039 w 74979"/>
                <a:gd name="connsiteY12" fmla="*/ 151376 h 166897"/>
                <a:gd name="connsiteX13" fmla="*/ 37998 w 74979"/>
                <a:gd name="connsiteY13" fmla="*/ 135504 h 166897"/>
                <a:gd name="connsiteX14" fmla="*/ 45917 w 74979"/>
                <a:gd name="connsiteY14" fmla="*/ 115665 h 166897"/>
                <a:gd name="connsiteX15" fmla="*/ 58042 w 74979"/>
                <a:gd name="connsiteY15" fmla="*/ 84171 h 166897"/>
                <a:gd name="connsiteX16" fmla="*/ 59527 w 74979"/>
                <a:gd name="connsiteY16" fmla="*/ 76235 h 166897"/>
                <a:gd name="connsiteX17" fmla="*/ 36018 w 74979"/>
                <a:gd name="connsiteY17" fmla="*/ 55156 h 166897"/>
                <a:gd name="connsiteX18" fmla="*/ 137 w 74979"/>
                <a:gd name="connsiteY18" fmla="*/ 93098 h 166897"/>
                <a:gd name="connsiteX19" fmla="*/ 4344 w 74979"/>
                <a:gd name="connsiteY19" fmla="*/ 96322 h 166897"/>
                <a:gd name="connsiteX20" fmla="*/ 8798 w 74979"/>
                <a:gd name="connsiteY20" fmla="*/ 92354 h 166897"/>
                <a:gd name="connsiteX21" fmla="*/ 35276 w 74979"/>
                <a:gd name="connsiteY21" fmla="*/ 62099 h 166897"/>
                <a:gd name="connsiteX22" fmla="*/ 41462 w 74979"/>
                <a:gd name="connsiteY22" fmla="*/ 70779 h 166897"/>
                <a:gd name="connsiteX23" fmla="*/ 33791 w 74979"/>
                <a:gd name="connsiteY23" fmla="*/ 95578 h 166897"/>
                <a:gd name="connsiteX24" fmla="*/ 18201 w 74979"/>
                <a:gd name="connsiteY24" fmla="*/ 135504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979" h="166897">
                  <a:moveTo>
                    <a:pt x="68683" y="9526"/>
                  </a:moveTo>
                  <a:cubicBezTo>
                    <a:pt x="68683" y="5558"/>
                    <a:pt x="65713" y="102"/>
                    <a:pt x="58784" y="102"/>
                  </a:cubicBezTo>
                  <a:cubicBezTo>
                    <a:pt x="52103" y="102"/>
                    <a:pt x="44927" y="6550"/>
                    <a:pt x="44927" y="13741"/>
                  </a:cubicBezTo>
                  <a:cubicBezTo>
                    <a:pt x="44927" y="17957"/>
                    <a:pt x="48144" y="23165"/>
                    <a:pt x="54825" y="23165"/>
                  </a:cubicBezTo>
                  <a:cubicBezTo>
                    <a:pt x="62001" y="23165"/>
                    <a:pt x="68683" y="16221"/>
                    <a:pt x="68683" y="9526"/>
                  </a:cubicBezTo>
                  <a:close/>
                  <a:moveTo>
                    <a:pt x="18201" y="135504"/>
                  </a:moveTo>
                  <a:cubicBezTo>
                    <a:pt x="17211" y="138728"/>
                    <a:pt x="15974" y="141704"/>
                    <a:pt x="15974" y="145920"/>
                  </a:cubicBezTo>
                  <a:cubicBezTo>
                    <a:pt x="15974" y="157576"/>
                    <a:pt x="25872" y="166999"/>
                    <a:pt x="39483" y="166999"/>
                  </a:cubicBezTo>
                  <a:cubicBezTo>
                    <a:pt x="64228" y="166999"/>
                    <a:pt x="75117" y="132777"/>
                    <a:pt x="75117" y="129057"/>
                  </a:cubicBezTo>
                  <a:cubicBezTo>
                    <a:pt x="75117" y="125833"/>
                    <a:pt x="71900" y="125833"/>
                    <a:pt x="71157" y="125833"/>
                  </a:cubicBezTo>
                  <a:cubicBezTo>
                    <a:pt x="67693" y="125833"/>
                    <a:pt x="67445" y="127321"/>
                    <a:pt x="66456" y="130049"/>
                  </a:cubicBezTo>
                  <a:cubicBezTo>
                    <a:pt x="60764" y="149888"/>
                    <a:pt x="49876" y="160056"/>
                    <a:pt x="40225" y="160056"/>
                  </a:cubicBezTo>
                  <a:cubicBezTo>
                    <a:pt x="35276" y="160056"/>
                    <a:pt x="34039" y="156832"/>
                    <a:pt x="34039" y="151376"/>
                  </a:cubicBezTo>
                  <a:cubicBezTo>
                    <a:pt x="34039" y="145672"/>
                    <a:pt x="35771" y="140960"/>
                    <a:pt x="37998" y="135504"/>
                  </a:cubicBezTo>
                  <a:cubicBezTo>
                    <a:pt x="40472" y="128809"/>
                    <a:pt x="43194" y="122113"/>
                    <a:pt x="45917" y="115665"/>
                  </a:cubicBezTo>
                  <a:cubicBezTo>
                    <a:pt x="48144" y="109714"/>
                    <a:pt x="57052" y="87146"/>
                    <a:pt x="58042" y="84171"/>
                  </a:cubicBezTo>
                  <a:cubicBezTo>
                    <a:pt x="58784" y="81691"/>
                    <a:pt x="59527" y="78715"/>
                    <a:pt x="59527" y="76235"/>
                  </a:cubicBezTo>
                  <a:cubicBezTo>
                    <a:pt x="59527" y="64579"/>
                    <a:pt x="49628" y="55156"/>
                    <a:pt x="36018" y="55156"/>
                  </a:cubicBezTo>
                  <a:cubicBezTo>
                    <a:pt x="11520" y="55156"/>
                    <a:pt x="137" y="88882"/>
                    <a:pt x="137" y="93098"/>
                  </a:cubicBezTo>
                  <a:cubicBezTo>
                    <a:pt x="137" y="96322"/>
                    <a:pt x="3601" y="96322"/>
                    <a:pt x="4344" y="96322"/>
                  </a:cubicBezTo>
                  <a:cubicBezTo>
                    <a:pt x="7808" y="96322"/>
                    <a:pt x="8055" y="95082"/>
                    <a:pt x="8798" y="92354"/>
                  </a:cubicBezTo>
                  <a:cubicBezTo>
                    <a:pt x="15232" y="71027"/>
                    <a:pt x="26120" y="62099"/>
                    <a:pt x="35276" y="62099"/>
                  </a:cubicBezTo>
                  <a:cubicBezTo>
                    <a:pt x="39235" y="62099"/>
                    <a:pt x="41462" y="64083"/>
                    <a:pt x="41462" y="70779"/>
                  </a:cubicBezTo>
                  <a:cubicBezTo>
                    <a:pt x="41462" y="76483"/>
                    <a:pt x="39977" y="80203"/>
                    <a:pt x="33791" y="95578"/>
                  </a:cubicBezTo>
                  <a:lnTo>
                    <a:pt x="18201" y="135504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614FC991-D997-1632-52EB-A9F360015881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8997000" y="8621866"/>
              <a:ext cx="182129" cy="66709"/>
            </a:xfrm>
            <a:custGeom>
              <a:avLst/>
              <a:gdLst>
                <a:gd name="connsiteX0" fmla="*/ 172865 w 182129"/>
                <a:gd name="connsiteY0" fmla="*/ 12253 h 66709"/>
                <a:gd name="connsiteX1" fmla="*/ 182269 w 182129"/>
                <a:gd name="connsiteY1" fmla="*/ 6054 h 66709"/>
                <a:gd name="connsiteX2" fmla="*/ 173113 w 182129"/>
                <a:gd name="connsiteY2" fmla="*/ 102 h 66709"/>
                <a:gd name="connsiteX3" fmla="*/ 9296 w 182129"/>
                <a:gd name="connsiteY3" fmla="*/ 102 h 66709"/>
                <a:gd name="connsiteX4" fmla="*/ 140 w 182129"/>
                <a:gd name="connsiteY4" fmla="*/ 6054 h 66709"/>
                <a:gd name="connsiteX5" fmla="*/ 9543 w 182129"/>
                <a:gd name="connsiteY5" fmla="*/ 12253 h 66709"/>
                <a:gd name="connsiteX6" fmla="*/ 172865 w 182129"/>
                <a:gd name="connsiteY6" fmla="*/ 12253 h 66709"/>
                <a:gd name="connsiteX7" fmla="*/ 173113 w 182129"/>
                <a:gd name="connsiteY7" fmla="*/ 66811 h 66709"/>
                <a:gd name="connsiteX8" fmla="*/ 182269 w 182129"/>
                <a:gd name="connsiteY8" fmla="*/ 60859 h 66709"/>
                <a:gd name="connsiteX9" fmla="*/ 172865 w 182129"/>
                <a:gd name="connsiteY9" fmla="*/ 54660 h 66709"/>
                <a:gd name="connsiteX10" fmla="*/ 9543 w 182129"/>
                <a:gd name="connsiteY10" fmla="*/ 54660 h 66709"/>
                <a:gd name="connsiteX11" fmla="*/ 140 w 182129"/>
                <a:gd name="connsiteY11" fmla="*/ 60859 h 66709"/>
                <a:gd name="connsiteX12" fmla="*/ 9296 w 182129"/>
                <a:gd name="connsiteY12" fmla="*/ 66811 h 66709"/>
                <a:gd name="connsiteX13" fmla="*/ 173113 w 182129"/>
                <a:gd name="connsiteY13" fmla="*/ 66811 h 66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2129" h="66709">
                  <a:moveTo>
                    <a:pt x="172865" y="12253"/>
                  </a:moveTo>
                  <a:cubicBezTo>
                    <a:pt x="176577" y="12253"/>
                    <a:pt x="182269" y="12253"/>
                    <a:pt x="182269" y="6054"/>
                  </a:cubicBezTo>
                  <a:cubicBezTo>
                    <a:pt x="182269" y="102"/>
                    <a:pt x="176330" y="102"/>
                    <a:pt x="173113" y="102"/>
                  </a:cubicBezTo>
                  <a:lnTo>
                    <a:pt x="9296" y="102"/>
                  </a:lnTo>
                  <a:cubicBezTo>
                    <a:pt x="6079" y="102"/>
                    <a:pt x="140" y="102"/>
                    <a:pt x="140" y="6054"/>
                  </a:cubicBezTo>
                  <a:cubicBezTo>
                    <a:pt x="140" y="12253"/>
                    <a:pt x="5831" y="12253"/>
                    <a:pt x="9543" y="12253"/>
                  </a:cubicBezTo>
                  <a:lnTo>
                    <a:pt x="172865" y="12253"/>
                  </a:lnTo>
                  <a:close/>
                  <a:moveTo>
                    <a:pt x="173113" y="66811"/>
                  </a:moveTo>
                  <a:cubicBezTo>
                    <a:pt x="176330" y="66811"/>
                    <a:pt x="182269" y="66811"/>
                    <a:pt x="182269" y="60859"/>
                  </a:cubicBezTo>
                  <a:cubicBezTo>
                    <a:pt x="182269" y="54660"/>
                    <a:pt x="176577" y="54660"/>
                    <a:pt x="172865" y="54660"/>
                  </a:cubicBezTo>
                  <a:lnTo>
                    <a:pt x="9543" y="54660"/>
                  </a:lnTo>
                  <a:cubicBezTo>
                    <a:pt x="5831" y="54660"/>
                    <a:pt x="140" y="54660"/>
                    <a:pt x="140" y="60859"/>
                  </a:cubicBezTo>
                  <a:cubicBezTo>
                    <a:pt x="140" y="66811"/>
                    <a:pt x="6079" y="66811"/>
                    <a:pt x="9296" y="66811"/>
                  </a:cubicBezTo>
                  <a:lnTo>
                    <a:pt x="173113" y="66811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2FC803B2-8CD9-9EA2-614C-4942D64CEAE5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9223669" y="8552677"/>
              <a:ext cx="90074" cy="164665"/>
            </a:xfrm>
            <a:custGeom>
              <a:avLst/>
              <a:gdLst>
                <a:gd name="connsiteX0" fmla="*/ 56071 w 90074"/>
                <a:gd name="connsiteY0" fmla="*/ 7046 h 164665"/>
                <a:gd name="connsiteX1" fmla="*/ 48648 w 90074"/>
                <a:gd name="connsiteY1" fmla="*/ 102 h 164665"/>
                <a:gd name="connsiteX2" fmla="*/ 146 w 90074"/>
                <a:gd name="connsiteY2" fmla="*/ 15973 h 164665"/>
                <a:gd name="connsiteX3" fmla="*/ 146 w 90074"/>
                <a:gd name="connsiteY3" fmla="*/ 24901 h 164665"/>
                <a:gd name="connsiteX4" fmla="*/ 36027 w 90074"/>
                <a:gd name="connsiteY4" fmla="*/ 17957 h 164665"/>
                <a:gd name="connsiteX5" fmla="*/ 36027 w 90074"/>
                <a:gd name="connsiteY5" fmla="*/ 144432 h 164665"/>
                <a:gd name="connsiteX6" fmla="*/ 11281 w 90074"/>
                <a:gd name="connsiteY6" fmla="*/ 155840 h 164665"/>
                <a:gd name="connsiteX7" fmla="*/ 1878 w 90074"/>
                <a:gd name="connsiteY7" fmla="*/ 155840 h 164665"/>
                <a:gd name="connsiteX8" fmla="*/ 1878 w 90074"/>
                <a:gd name="connsiteY8" fmla="*/ 164767 h 164665"/>
                <a:gd name="connsiteX9" fmla="*/ 45925 w 90074"/>
                <a:gd name="connsiteY9" fmla="*/ 163775 h 164665"/>
                <a:gd name="connsiteX10" fmla="*/ 90220 w 90074"/>
                <a:gd name="connsiteY10" fmla="*/ 164767 h 164665"/>
                <a:gd name="connsiteX11" fmla="*/ 90220 w 90074"/>
                <a:gd name="connsiteY11" fmla="*/ 155840 h 164665"/>
                <a:gd name="connsiteX12" fmla="*/ 80817 w 90074"/>
                <a:gd name="connsiteY12" fmla="*/ 155840 h 164665"/>
                <a:gd name="connsiteX13" fmla="*/ 56071 w 90074"/>
                <a:gd name="connsiteY13" fmla="*/ 144432 h 164665"/>
                <a:gd name="connsiteX14" fmla="*/ 56071 w 90074"/>
                <a:gd name="connsiteY14" fmla="*/ 7046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074" h="164665">
                  <a:moveTo>
                    <a:pt x="56071" y="7046"/>
                  </a:moveTo>
                  <a:cubicBezTo>
                    <a:pt x="56071" y="350"/>
                    <a:pt x="55576" y="102"/>
                    <a:pt x="48648" y="102"/>
                  </a:cubicBezTo>
                  <a:cubicBezTo>
                    <a:pt x="32810" y="15725"/>
                    <a:pt x="10292" y="15973"/>
                    <a:pt x="146" y="15973"/>
                  </a:cubicBezTo>
                  <a:lnTo>
                    <a:pt x="146" y="24901"/>
                  </a:lnTo>
                  <a:cubicBezTo>
                    <a:pt x="6085" y="24901"/>
                    <a:pt x="22417" y="24901"/>
                    <a:pt x="36027" y="17957"/>
                  </a:cubicBezTo>
                  <a:lnTo>
                    <a:pt x="36027" y="144432"/>
                  </a:lnTo>
                  <a:cubicBezTo>
                    <a:pt x="36027" y="152616"/>
                    <a:pt x="36027" y="155840"/>
                    <a:pt x="11281" y="155840"/>
                  </a:cubicBezTo>
                  <a:lnTo>
                    <a:pt x="1878" y="155840"/>
                  </a:lnTo>
                  <a:lnTo>
                    <a:pt x="1878" y="164767"/>
                  </a:lnTo>
                  <a:cubicBezTo>
                    <a:pt x="6332" y="164519"/>
                    <a:pt x="36770" y="163775"/>
                    <a:pt x="45925" y="163775"/>
                  </a:cubicBezTo>
                  <a:cubicBezTo>
                    <a:pt x="53597" y="163775"/>
                    <a:pt x="84776" y="164519"/>
                    <a:pt x="90220" y="164767"/>
                  </a:cubicBezTo>
                  <a:lnTo>
                    <a:pt x="90220" y="155840"/>
                  </a:lnTo>
                  <a:lnTo>
                    <a:pt x="80817" y="155840"/>
                  </a:lnTo>
                  <a:cubicBezTo>
                    <a:pt x="56071" y="155840"/>
                    <a:pt x="56071" y="152616"/>
                    <a:pt x="56071" y="144432"/>
                  </a:cubicBezTo>
                  <a:lnTo>
                    <a:pt x="56071" y="7046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33254417-B502-1975-24EB-F7CADDB5271C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9474832" y="7817715"/>
              <a:ext cx="291293" cy="241967"/>
            </a:xfrm>
            <a:custGeom>
              <a:avLst/>
              <a:gdLst>
                <a:gd name="connsiteX0" fmla="*/ 162061 w 291293"/>
                <a:gd name="connsiteY0" fmla="*/ 96445 h 241967"/>
                <a:gd name="connsiteX1" fmla="*/ 132367 w 291293"/>
                <a:gd name="connsiteY1" fmla="*/ 25945 h 241967"/>
                <a:gd name="connsiteX2" fmla="*/ 130599 w 291293"/>
                <a:gd name="connsiteY2" fmla="*/ 21340 h 241967"/>
                <a:gd name="connsiteX3" fmla="*/ 151456 w 291293"/>
                <a:gd name="connsiteY3" fmla="*/ 11066 h 241967"/>
                <a:gd name="connsiteX4" fmla="*/ 158526 w 291293"/>
                <a:gd name="connsiteY4" fmla="*/ 4335 h 241967"/>
                <a:gd name="connsiteX5" fmla="*/ 153224 w 291293"/>
                <a:gd name="connsiteY5" fmla="*/ 83 h 241967"/>
                <a:gd name="connsiteX6" fmla="*/ 108681 w 291293"/>
                <a:gd name="connsiteY6" fmla="*/ 1146 h 241967"/>
                <a:gd name="connsiteX7" fmla="*/ 69088 w 291293"/>
                <a:gd name="connsiteY7" fmla="*/ 83 h 241967"/>
                <a:gd name="connsiteX8" fmla="*/ 62725 w 291293"/>
                <a:gd name="connsiteY8" fmla="*/ 7169 h 241967"/>
                <a:gd name="connsiteX9" fmla="*/ 70856 w 291293"/>
                <a:gd name="connsiteY9" fmla="*/ 11066 h 241967"/>
                <a:gd name="connsiteX10" fmla="*/ 97369 w 291293"/>
                <a:gd name="connsiteY10" fmla="*/ 22403 h 241967"/>
                <a:gd name="connsiteX11" fmla="*/ 139083 w 291293"/>
                <a:gd name="connsiteY11" fmla="*/ 121244 h 241967"/>
                <a:gd name="connsiteX12" fmla="*/ 64492 w 291293"/>
                <a:gd name="connsiteY12" fmla="*/ 201664 h 241967"/>
                <a:gd name="connsiteX13" fmla="*/ 59897 w 291293"/>
                <a:gd name="connsiteY13" fmla="*/ 205561 h 241967"/>
                <a:gd name="connsiteX14" fmla="*/ 7931 w 291293"/>
                <a:gd name="connsiteY14" fmla="*/ 231068 h 241967"/>
                <a:gd name="connsiteX15" fmla="*/ 153 w 291293"/>
                <a:gd name="connsiteY15" fmla="*/ 238154 h 241967"/>
                <a:gd name="connsiteX16" fmla="*/ 4749 w 291293"/>
                <a:gd name="connsiteY16" fmla="*/ 242051 h 241967"/>
                <a:gd name="connsiteX17" fmla="*/ 37979 w 291293"/>
                <a:gd name="connsiteY17" fmla="*/ 240988 h 241967"/>
                <a:gd name="connsiteX18" fmla="*/ 77572 w 291293"/>
                <a:gd name="connsiteY18" fmla="*/ 242051 h 241967"/>
                <a:gd name="connsiteX19" fmla="*/ 83935 w 291293"/>
                <a:gd name="connsiteY19" fmla="*/ 234965 h 241967"/>
                <a:gd name="connsiteX20" fmla="*/ 79693 w 291293"/>
                <a:gd name="connsiteY20" fmla="*/ 231068 h 241967"/>
                <a:gd name="connsiteX21" fmla="*/ 65553 w 291293"/>
                <a:gd name="connsiteY21" fmla="*/ 220086 h 241967"/>
                <a:gd name="connsiteX22" fmla="*/ 75098 w 291293"/>
                <a:gd name="connsiteY22" fmla="*/ 204144 h 241967"/>
                <a:gd name="connsiteX23" fmla="*/ 111156 w 291293"/>
                <a:gd name="connsiteY23" fmla="*/ 165882 h 241967"/>
                <a:gd name="connsiteX24" fmla="*/ 142972 w 291293"/>
                <a:gd name="connsiteY24" fmla="*/ 131164 h 241967"/>
                <a:gd name="connsiteX25" fmla="*/ 178677 w 291293"/>
                <a:gd name="connsiteY25" fmla="*/ 215835 h 241967"/>
                <a:gd name="connsiteX26" fmla="*/ 180444 w 291293"/>
                <a:gd name="connsiteY26" fmla="*/ 220795 h 241967"/>
                <a:gd name="connsiteX27" fmla="*/ 159940 w 291293"/>
                <a:gd name="connsiteY27" fmla="*/ 231068 h 241967"/>
                <a:gd name="connsiteX28" fmla="*/ 152870 w 291293"/>
                <a:gd name="connsiteY28" fmla="*/ 237800 h 241967"/>
                <a:gd name="connsiteX29" fmla="*/ 158173 w 291293"/>
                <a:gd name="connsiteY29" fmla="*/ 242051 h 241967"/>
                <a:gd name="connsiteX30" fmla="*/ 202715 w 291293"/>
                <a:gd name="connsiteY30" fmla="*/ 240988 h 241967"/>
                <a:gd name="connsiteX31" fmla="*/ 241955 w 291293"/>
                <a:gd name="connsiteY31" fmla="*/ 242051 h 241967"/>
                <a:gd name="connsiteX32" fmla="*/ 248672 w 291293"/>
                <a:gd name="connsiteY32" fmla="*/ 235320 h 241967"/>
                <a:gd name="connsiteX33" fmla="*/ 242309 w 291293"/>
                <a:gd name="connsiteY33" fmla="*/ 231068 h 241967"/>
                <a:gd name="connsiteX34" fmla="*/ 211907 w 291293"/>
                <a:gd name="connsiteY34" fmla="*/ 215480 h 241967"/>
                <a:gd name="connsiteX35" fmla="*/ 166304 w 291293"/>
                <a:gd name="connsiteY35" fmla="*/ 106011 h 241967"/>
                <a:gd name="connsiteX36" fmla="*/ 238773 w 291293"/>
                <a:gd name="connsiteY36" fmla="*/ 29134 h 241967"/>
                <a:gd name="connsiteX37" fmla="*/ 283669 w 291293"/>
                <a:gd name="connsiteY37" fmla="*/ 11066 h 241967"/>
                <a:gd name="connsiteX38" fmla="*/ 291447 w 291293"/>
                <a:gd name="connsiteY38" fmla="*/ 3980 h 241967"/>
                <a:gd name="connsiteX39" fmla="*/ 286851 w 291293"/>
                <a:gd name="connsiteY39" fmla="*/ 83 h 241967"/>
                <a:gd name="connsiteX40" fmla="*/ 253621 w 291293"/>
                <a:gd name="connsiteY40" fmla="*/ 1146 h 241967"/>
                <a:gd name="connsiteX41" fmla="*/ 214381 w 291293"/>
                <a:gd name="connsiteY41" fmla="*/ 83 h 241967"/>
                <a:gd name="connsiteX42" fmla="*/ 207664 w 291293"/>
                <a:gd name="connsiteY42" fmla="*/ 7169 h 241967"/>
                <a:gd name="connsiteX43" fmla="*/ 211907 w 291293"/>
                <a:gd name="connsiteY43" fmla="*/ 11066 h 241967"/>
                <a:gd name="connsiteX44" fmla="*/ 226047 w 291293"/>
                <a:gd name="connsiteY44" fmla="*/ 22048 h 241967"/>
                <a:gd name="connsiteX45" fmla="*/ 219330 w 291293"/>
                <a:gd name="connsiteY45" fmla="*/ 34802 h 241967"/>
                <a:gd name="connsiteX46" fmla="*/ 162061 w 291293"/>
                <a:gd name="connsiteY46" fmla="*/ 96445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1293" h="241967">
                  <a:moveTo>
                    <a:pt x="162061" y="96445"/>
                  </a:moveTo>
                  <a:lnTo>
                    <a:pt x="132367" y="25945"/>
                  </a:lnTo>
                  <a:cubicBezTo>
                    <a:pt x="131306" y="23111"/>
                    <a:pt x="130599" y="21694"/>
                    <a:pt x="130599" y="21340"/>
                  </a:cubicBezTo>
                  <a:cubicBezTo>
                    <a:pt x="130599" y="19214"/>
                    <a:pt x="136609" y="12483"/>
                    <a:pt x="151456" y="11066"/>
                  </a:cubicBezTo>
                  <a:cubicBezTo>
                    <a:pt x="154991" y="10712"/>
                    <a:pt x="158526" y="10357"/>
                    <a:pt x="158526" y="4335"/>
                  </a:cubicBezTo>
                  <a:cubicBezTo>
                    <a:pt x="158526" y="83"/>
                    <a:pt x="154284" y="83"/>
                    <a:pt x="153224" y="83"/>
                  </a:cubicBezTo>
                  <a:cubicBezTo>
                    <a:pt x="138730" y="83"/>
                    <a:pt x="123529" y="1146"/>
                    <a:pt x="108681" y="1146"/>
                  </a:cubicBezTo>
                  <a:cubicBezTo>
                    <a:pt x="99844" y="1146"/>
                    <a:pt x="77926" y="83"/>
                    <a:pt x="69088" y="83"/>
                  </a:cubicBezTo>
                  <a:cubicBezTo>
                    <a:pt x="66967" y="83"/>
                    <a:pt x="62725" y="83"/>
                    <a:pt x="62725" y="7169"/>
                  </a:cubicBezTo>
                  <a:cubicBezTo>
                    <a:pt x="62725" y="11066"/>
                    <a:pt x="66260" y="11066"/>
                    <a:pt x="70856" y="11066"/>
                  </a:cubicBezTo>
                  <a:cubicBezTo>
                    <a:pt x="92066" y="11066"/>
                    <a:pt x="94187" y="14609"/>
                    <a:pt x="97369" y="22403"/>
                  </a:cubicBezTo>
                  <a:lnTo>
                    <a:pt x="139083" y="121244"/>
                  </a:lnTo>
                  <a:lnTo>
                    <a:pt x="64492" y="201664"/>
                  </a:lnTo>
                  <a:lnTo>
                    <a:pt x="59897" y="205561"/>
                  </a:lnTo>
                  <a:cubicBezTo>
                    <a:pt x="42575" y="224337"/>
                    <a:pt x="25960" y="230006"/>
                    <a:pt x="7931" y="231068"/>
                  </a:cubicBezTo>
                  <a:cubicBezTo>
                    <a:pt x="3335" y="231423"/>
                    <a:pt x="153" y="231423"/>
                    <a:pt x="153" y="238154"/>
                  </a:cubicBezTo>
                  <a:cubicBezTo>
                    <a:pt x="153" y="238508"/>
                    <a:pt x="153" y="242051"/>
                    <a:pt x="4749" y="242051"/>
                  </a:cubicBezTo>
                  <a:cubicBezTo>
                    <a:pt x="15354" y="242051"/>
                    <a:pt x="27020" y="240988"/>
                    <a:pt x="37979" y="240988"/>
                  </a:cubicBezTo>
                  <a:cubicBezTo>
                    <a:pt x="51059" y="240988"/>
                    <a:pt x="64846" y="242051"/>
                    <a:pt x="77572" y="242051"/>
                  </a:cubicBezTo>
                  <a:cubicBezTo>
                    <a:pt x="79693" y="242051"/>
                    <a:pt x="83935" y="242051"/>
                    <a:pt x="83935" y="234965"/>
                  </a:cubicBezTo>
                  <a:cubicBezTo>
                    <a:pt x="83935" y="231423"/>
                    <a:pt x="80400" y="231068"/>
                    <a:pt x="79693" y="231068"/>
                  </a:cubicBezTo>
                  <a:cubicBezTo>
                    <a:pt x="76512" y="230714"/>
                    <a:pt x="65553" y="230006"/>
                    <a:pt x="65553" y="220086"/>
                  </a:cubicBezTo>
                  <a:cubicBezTo>
                    <a:pt x="65553" y="214418"/>
                    <a:pt x="70856" y="208749"/>
                    <a:pt x="75098" y="204144"/>
                  </a:cubicBezTo>
                  <a:lnTo>
                    <a:pt x="111156" y="165882"/>
                  </a:lnTo>
                  <a:lnTo>
                    <a:pt x="142972" y="131164"/>
                  </a:lnTo>
                  <a:lnTo>
                    <a:pt x="178677" y="215835"/>
                  </a:lnTo>
                  <a:cubicBezTo>
                    <a:pt x="180091" y="219732"/>
                    <a:pt x="180444" y="220086"/>
                    <a:pt x="180444" y="220795"/>
                  </a:cubicBezTo>
                  <a:cubicBezTo>
                    <a:pt x="180444" y="223629"/>
                    <a:pt x="173727" y="229651"/>
                    <a:pt x="159940" y="231068"/>
                  </a:cubicBezTo>
                  <a:cubicBezTo>
                    <a:pt x="156052" y="231423"/>
                    <a:pt x="152870" y="231777"/>
                    <a:pt x="152870" y="237800"/>
                  </a:cubicBezTo>
                  <a:cubicBezTo>
                    <a:pt x="152870" y="242051"/>
                    <a:pt x="156759" y="242051"/>
                    <a:pt x="158173" y="242051"/>
                  </a:cubicBezTo>
                  <a:cubicBezTo>
                    <a:pt x="168071" y="242051"/>
                    <a:pt x="192817" y="240988"/>
                    <a:pt x="202715" y="240988"/>
                  </a:cubicBezTo>
                  <a:cubicBezTo>
                    <a:pt x="211553" y="240988"/>
                    <a:pt x="233117" y="242051"/>
                    <a:pt x="241955" y="242051"/>
                  </a:cubicBezTo>
                  <a:cubicBezTo>
                    <a:pt x="244430" y="242051"/>
                    <a:pt x="248672" y="242051"/>
                    <a:pt x="248672" y="235320"/>
                  </a:cubicBezTo>
                  <a:cubicBezTo>
                    <a:pt x="248672" y="231068"/>
                    <a:pt x="245137" y="231068"/>
                    <a:pt x="242309" y="231068"/>
                  </a:cubicBezTo>
                  <a:cubicBezTo>
                    <a:pt x="218623" y="230714"/>
                    <a:pt x="217916" y="229651"/>
                    <a:pt x="211907" y="215480"/>
                  </a:cubicBezTo>
                  <a:cubicBezTo>
                    <a:pt x="198120" y="182533"/>
                    <a:pt x="174434" y="127267"/>
                    <a:pt x="166304" y="106011"/>
                  </a:cubicBezTo>
                  <a:cubicBezTo>
                    <a:pt x="190342" y="81212"/>
                    <a:pt x="227461" y="39053"/>
                    <a:pt x="238773" y="29134"/>
                  </a:cubicBezTo>
                  <a:cubicBezTo>
                    <a:pt x="249025" y="20631"/>
                    <a:pt x="262459" y="12129"/>
                    <a:pt x="283669" y="11066"/>
                  </a:cubicBezTo>
                  <a:cubicBezTo>
                    <a:pt x="288265" y="10712"/>
                    <a:pt x="291447" y="10712"/>
                    <a:pt x="291447" y="3980"/>
                  </a:cubicBezTo>
                  <a:cubicBezTo>
                    <a:pt x="291447" y="3626"/>
                    <a:pt x="291447" y="83"/>
                    <a:pt x="286851" y="83"/>
                  </a:cubicBezTo>
                  <a:cubicBezTo>
                    <a:pt x="276246" y="83"/>
                    <a:pt x="264580" y="1146"/>
                    <a:pt x="253621" y="1146"/>
                  </a:cubicBezTo>
                  <a:cubicBezTo>
                    <a:pt x="240541" y="1146"/>
                    <a:pt x="227108" y="83"/>
                    <a:pt x="214381" y="83"/>
                  </a:cubicBezTo>
                  <a:cubicBezTo>
                    <a:pt x="212260" y="83"/>
                    <a:pt x="207664" y="83"/>
                    <a:pt x="207664" y="7169"/>
                  </a:cubicBezTo>
                  <a:cubicBezTo>
                    <a:pt x="207664" y="9649"/>
                    <a:pt x="209432" y="10712"/>
                    <a:pt x="211907" y="11066"/>
                  </a:cubicBezTo>
                  <a:cubicBezTo>
                    <a:pt x="215088" y="11420"/>
                    <a:pt x="226047" y="12129"/>
                    <a:pt x="226047" y="22048"/>
                  </a:cubicBezTo>
                  <a:cubicBezTo>
                    <a:pt x="226047" y="27008"/>
                    <a:pt x="222158" y="31614"/>
                    <a:pt x="219330" y="34802"/>
                  </a:cubicBezTo>
                  <a:lnTo>
                    <a:pt x="162061" y="96445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5DB2B9-CC00-E425-AD3B-A0A330C676DF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9769792" y="7948405"/>
              <a:ext cx="74979" cy="166897"/>
            </a:xfrm>
            <a:custGeom>
              <a:avLst/>
              <a:gdLst>
                <a:gd name="connsiteX0" fmla="*/ 68707 w 74979"/>
                <a:gd name="connsiteY0" fmla="*/ 9509 h 166897"/>
                <a:gd name="connsiteX1" fmla="*/ 58809 w 74979"/>
                <a:gd name="connsiteY1" fmla="*/ 85 h 166897"/>
                <a:gd name="connsiteX2" fmla="*/ 44951 w 74979"/>
                <a:gd name="connsiteY2" fmla="*/ 13724 h 166897"/>
                <a:gd name="connsiteX3" fmla="*/ 54850 w 74979"/>
                <a:gd name="connsiteY3" fmla="*/ 23148 h 166897"/>
                <a:gd name="connsiteX4" fmla="*/ 68707 w 74979"/>
                <a:gd name="connsiteY4" fmla="*/ 9509 h 166897"/>
                <a:gd name="connsiteX5" fmla="*/ 18226 w 74979"/>
                <a:gd name="connsiteY5" fmla="*/ 135487 h 166897"/>
                <a:gd name="connsiteX6" fmla="*/ 15999 w 74979"/>
                <a:gd name="connsiteY6" fmla="*/ 145903 h 166897"/>
                <a:gd name="connsiteX7" fmla="*/ 39507 w 74979"/>
                <a:gd name="connsiteY7" fmla="*/ 166982 h 166897"/>
                <a:gd name="connsiteX8" fmla="*/ 75141 w 74979"/>
                <a:gd name="connsiteY8" fmla="*/ 129040 h 166897"/>
                <a:gd name="connsiteX9" fmla="*/ 71182 w 74979"/>
                <a:gd name="connsiteY9" fmla="*/ 125816 h 166897"/>
                <a:gd name="connsiteX10" fmla="*/ 66480 w 74979"/>
                <a:gd name="connsiteY10" fmla="*/ 130032 h 166897"/>
                <a:gd name="connsiteX11" fmla="*/ 40250 w 74979"/>
                <a:gd name="connsiteY11" fmla="*/ 160039 h 166897"/>
                <a:gd name="connsiteX12" fmla="*/ 34063 w 74979"/>
                <a:gd name="connsiteY12" fmla="*/ 151359 h 166897"/>
                <a:gd name="connsiteX13" fmla="*/ 38023 w 74979"/>
                <a:gd name="connsiteY13" fmla="*/ 135487 h 166897"/>
                <a:gd name="connsiteX14" fmla="*/ 45941 w 74979"/>
                <a:gd name="connsiteY14" fmla="*/ 115648 h 166897"/>
                <a:gd name="connsiteX15" fmla="*/ 58067 w 74979"/>
                <a:gd name="connsiteY15" fmla="*/ 84154 h 166897"/>
                <a:gd name="connsiteX16" fmla="*/ 59551 w 74979"/>
                <a:gd name="connsiteY16" fmla="*/ 76218 h 166897"/>
                <a:gd name="connsiteX17" fmla="*/ 36043 w 74979"/>
                <a:gd name="connsiteY17" fmla="*/ 55139 h 166897"/>
                <a:gd name="connsiteX18" fmla="*/ 162 w 74979"/>
                <a:gd name="connsiteY18" fmla="*/ 93081 h 166897"/>
                <a:gd name="connsiteX19" fmla="*/ 4368 w 74979"/>
                <a:gd name="connsiteY19" fmla="*/ 96305 h 166897"/>
                <a:gd name="connsiteX20" fmla="*/ 8823 w 74979"/>
                <a:gd name="connsiteY20" fmla="*/ 92337 h 166897"/>
                <a:gd name="connsiteX21" fmla="*/ 35301 w 74979"/>
                <a:gd name="connsiteY21" fmla="*/ 62082 h 166897"/>
                <a:gd name="connsiteX22" fmla="*/ 41487 w 74979"/>
                <a:gd name="connsiteY22" fmla="*/ 70762 h 166897"/>
                <a:gd name="connsiteX23" fmla="*/ 33816 w 74979"/>
                <a:gd name="connsiteY23" fmla="*/ 95561 h 166897"/>
                <a:gd name="connsiteX24" fmla="*/ 18226 w 74979"/>
                <a:gd name="connsiteY24" fmla="*/ 135487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979" h="166897">
                  <a:moveTo>
                    <a:pt x="68707" y="9509"/>
                  </a:moveTo>
                  <a:cubicBezTo>
                    <a:pt x="68707" y="5541"/>
                    <a:pt x="65738" y="85"/>
                    <a:pt x="58809" y="85"/>
                  </a:cubicBezTo>
                  <a:cubicBezTo>
                    <a:pt x="52128" y="85"/>
                    <a:pt x="44951" y="6533"/>
                    <a:pt x="44951" y="13724"/>
                  </a:cubicBezTo>
                  <a:cubicBezTo>
                    <a:pt x="44951" y="17940"/>
                    <a:pt x="48168" y="23148"/>
                    <a:pt x="54850" y="23148"/>
                  </a:cubicBezTo>
                  <a:cubicBezTo>
                    <a:pt x="62026" y="23148"/>
                    <a:pt x="68707" y="16204"/>
                    <a:pt x="68707" y="9509"/>
                  </a:cubicBezTo>
                  <a:close/>
                  <a:moveTo>
                    <a:pt x="18226" y="135487"/>
                  </a:moveTo>
                  <a:cubicBezTo>
                    <a:pt x="17236" y="138711"/>
                    <a:pt x="15999" y="141687"/>
                    <a:pt x="15999" y="145903"/>
                  </a:cubicBezTo>
                  <a:cubicBezTo>
                    <a:pt x="15999" y="157559"/>
                    <a:pt x="25897" y="166982"/>
                    <a:pt x="39507" y="166982"/>
                  </a:cubicBezTo>
                  <a:cubicBezTo>
                    <a:pt x="64253" y="166982"/>
                    <a:pt x="75141" y="132760"/>
                    <a:pt x="75141" y="129040"/>
                  </a:cubicBezTo>
                  <a:cubicBezTo>
                    <a:pt x="75141" y="125816"/>
                    <a:pt x="71924" y="125816"/>
                    <a:pt x="71182" y="125816"/>
                  </a:cubicBezTo>
                  <a:cubicBezTo>
                    <a:pt x="67718" y="125816"/>
                    <a:pt x="67470" y="127304"/>
                    <a:pt x="66480" y="130032"/>
                  </a:cubicBezTo>
                  <a:cubicBezTo>
                    <a:pt x="60789" y="149871"/>
                    <a:pt x="49901" y="160039"/>
                    <a:pt x="40250" y="160039"/>
                  </a:cubicBezTo>
                  <a:cubicBezTo>
                    <a:pt x="35301" y="160039"/>
                    <a:pt x="34063" y="156815"/>
                    <a:pt x="34063" y="151359"/>
                  </a:cubicBezTo>
                  <a:cubicBezTo>
                    <a:pt x="34063" y="145655"/>
                    <a:pt x="35795" y="140943"/>
                    <a:pt x="38023" y="135487"/>
                  </a:cubicBezTo>
                  <a:cubicBezTo>
                    <a:pt x="40497" y="128792"/>
                    <a:pt x="43219" y="122096"/>
                    <a:pt x="45941" y="115648"/>
                  </a:cubicBezTo>
                  <a:cubicBezTo>
                    <a:pt x="48168" y="109697"/>
                    <a:pt x="57077" y="87129"/>
                    <a:pt x="58067" y="84154"/>
                  </a:cubicBezTo>
                  <a:cubicBezTo>
                    <a:pt x="58809" y="81674"/>
                    <a:pt x="59551" y="78698"/>
                    <a:pt x="59551" y="76218"/>
                  </a:cubicBezTo>
                  <a:cubicBezTo>
                    <a:pt x="59551" y="64562"/>
                    <a:pt x="49653" y="55139"/>
                    <a:pt x="36043" y="55139"/>
                  </a:cubicBezTo>
                  <a:cubicBezTo>
                    <a:pt x="11545" y="55139"/>
                    <a:pt x="162" y="88865"/>
                    <a:pt x="162" y="93081"/>
                  </a:cubicBezTo>
                  <a:cubicBezTo>
                    <a:pt x="162" y="96305"/>
                    <a:pt x="3626" y="96305"/>
                    <a:pt x="4368" y="96305"/>
                  </a:cubicBezTo>
                  <a:cubicBezTo>
                    <a:pt x="7833" y="96305"/>
                    <a:pt x="8080" y="95065"/>
                    <a:pt x="8823" y="92337"/>
                  </a:cubicBezTo>
                  <a:cubicBezTo>
                    <a:pt x="15256" y="71010"/>
                    <a:pt x="26145" y="62082"/>
                    <a:pt x="35301" y="62082"/>
                  </a:cubicBezTo>
                  <a:cubicBezTo>
                    <a:pt x="39260" y="62082"/>
                    <a:pt x="41487" y="64066"/>
                    <a:pt x="41487" y="70762"/>
                  </a:cubicBezTo>
                  <a:cubicBezTo>
                    <a:pt x="41487" y="76466"/>
                    <a:pt x="40002" y="80186"/>
                    <a:pt x="33816" y="95561"/>
                  </a:cubicBezTo>
                  <a:lnTo>
                    <a:pt x="18226" y="135487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42B15940-A437-832D-27F7-A0CCF919CA1C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9888229" y="7817715"/>
              <a:ext cx="257002" cy="241967"/>
            </a:xfrm>
            <a:custGeom>
              <a:avLst/>
              <a:gdLst>
                <a:gd name="connsiteX0" fmla="*/ 198838 w 257002"/>
                <a:gd name="connsiteY0" fmla="*/ 40470 h 241967"/>
                <a:gd name="connsiteX1" fmla="*/ 203787 w 257002"/>
                <a:gd name="connsiteY1" fmla="*/ 35511 h 241967"/>
                <a:gd name="connsiteX2" fmla="*/ 250097 w 257002"/>
                <a:gd name="connsiteY2" fmla="*/ 11066 h 241967"/>
                <a:gd name="connsiteX3" fmla="*/ 257168 w 257002"/>
                <a:gd name="connsiteY3" fmla="*/ 4335 h 241967"/>
                <a:gd name="connsiteX4" fmla="*/ 252572 w 257002"/>
                <a:gd name="connsiteY4" fmla="*/ 83 h 241967"/>
                <a:gd name="connsiteX5" fmla="*/ 223584 w 257002"/>
                <a:gd name="connsiteY5" fmla="*/ 1146 h 241967"/>
                <a:gd name="connsiteX6" fmla="*/ 188233 w 257002"/>
                <a:gd name="connsiteY6" fmla="*/ 83 h 241967"/>
                <a:gd name="connsiteX7" fmla="*/ 181516 w 257002"/>
                <a:gd name="connsiteY7" fmla="*/ 6815 h 241967"/>
                <a:gd name="connsiteX8" fmla="*/ 186819 w 257002"/>
                <a:gd name="connsiteY8" fmla="*/ 11066 h 241967"/>
                <a:gd name="connsiteX9" fmla="*/ 199545 w 257002"/>
                <a:gd name="connsiteY9" fmla="*/ 19214 h 241967"/>
                <a:gd name="connsiteX10" fmla="*/ 190000 w 257002"/>
                <a:gd name="connsiteY10" fmla="*/ 36219 h 241967"/>
                <a:gd name="connsiteX11" fmla="*/ 107986 w 257002"/>
                <a:gd name="connsiteY11" fmla="*/ 130810 h 241967"/>
                <a:gd name="connsiteX12" fmla="*/ 69100 w 257002"/>
                <a:gd name="connsiteY12" fmla="*/ 25591 h 241967"/>
                <a:gd name="connsiteX13" fmla="*/ 66979 w 257002"/>
                <a:gd name="connsiteY13" fmla="*/ 19568 h 241967"/>
                <a:gd name="connsiteX14" fmla="*/ 87836 w 257002"/>
                <a:gd name="connsiteY14" fmla="*/ 11066 h 241967"/>
                <a:gd name="connsiteX15" fmla="*/ 96320 w 257002"/>
                <a:gd name="connsiteY15" fmla="*/ 3980 h 241967"/>
                <a:gd name="connsiteX16" fmla="*/ 91017 w 257002"/>
                <a:gd name="connsiteY16" fmla="*/ 83 h 241967"/>
                <a:gd name="connsiteX17" fmla="*/ 46475 w 257002"/>
                <a:gd name="connsiteY17" fmla="*/ 1146 h 241967"/>
                <a:gd name="connsiteX18" fmla="*/ 6882 w 257002"/>
                <a:gd name="connsiteY18" fmla="*/ 83 h 241967"/>
                <a:gd name="connsiteX19" fmla="*/ 165 w 257002"/>
                <a:gd name="connsiteY19" fmla="*/ 7169 h 241967"/>
                <a:gd name="connsiteX20" fmla="*/ 8296 w 257002"/>
                <a:gd name="connsiteY20" fmla="*/ 11066 h 241967"/>
                <a:gd name="connsiteX21" fmla="*/ 34102 w 257002"/>
                <a:gd name="connsiteY21" fmla="*/ 23111 h 241967"/>
                <a:gd name="connsiteX22" fmla="*/ 77584 w 257002"/>
                <a:gd name="connsiteY22" fmla="*/ 139666 h 241967"/>
                <a:gd name="connsiteX23" fmla="*/ 78998 w 257002"/>
                <a:gd name="connsiteY23" fmla="*/ 145689 h 241967"/>
                <a:gd name="connsiteX24" fmla="*/ 63090 w 257002"/>
                <a:gd name="connsiteY24" fmla="*/ 210166 h 241967"/>
                <a:gd name="connsiteX25" fmla="*/ 29860 w 257002"/>
                <a:gd name="connsiteY25" fmla="*/ 231068 h 241967"/>
                <a:gd name="connsiteX26" fmla="*/ 20315 w 257002"/>
                <a:gd name="connsiteY26" fmla="*/ 238154 h 241967"/>
                <a:gd name="connsiteX27" fmla="*/ 25264 w 257002"/>
                <a:gd name="connsiteY27" fmla="*/ 242051 h 241967"/>
                <a:gd name="connsiteX28" fmla="*/ 69807 w 257002"/>
                <a:gd name="connsiteY28" fmla="*/ 240988 h 241967"/>
                <a:gd name="connsiteX29" fmla="*/ 115056 w 257002"/>
                <a:gd name="connsiteY29" fmla="*/ 242051 h 241967"/>
                <a:gd name="connsiteX30" fmla="*/ 121773 w 257002"/>
                <a:gd name="connsiteY30" fmla="*/ 234965 h 241967"/>
                <a:gd name="connsiteX31" fmla="*/ 111874 w 257002"/>
                <a:gd name="connsiteY31" fmla="*/ 231068 h 241967"/>
                <a:gd name="connsiteX32" fmla="*/ 98441 w 257002"/>
                <a:gd name="connsiteY32" fmla="*/ 230360 h 241967"/>
                <a:gd name="connsiteX33" fmla="*/ 88896 w 257002"/>
                <a:gd name="connsiteY33" fmla="*/ 224692 h 241967"/>
                <a:gd name="connsiteX34" fmla="*/ 93845 w 257002"/>
                <a:gd name="connsiteY34" fmla="*/ 202372 h 241967"/>
                <a:gd name="connsiteX35" fmla="*/ 106218 w 257002"/>
                <a:gd name="connsiteY35" fmla="*/ 152420 h 241967"/>
                <a:gd name="connsiteX36" fmla="*/ 111167 w 257002"/>
                <a:gd name="connsiteY36" fmla="*/ 141438 h 241967"/>
                <a:gd name="connsiteX37" fmla="*/ 198838 w 257002"/>
                <a:gd name="connsiteY37" fmla="*/ 40470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7002" h="241967">
                  <a:moveTo>
                    <a:pt x="198838" y="40470"/>
                  </a:moveTo>
                  <a:lnTo>
                    <a:pt x="203787" y="35511"/>
                  </a:lnTo>
                  <a:cubicBezTo>
                    <a:pt x="214393" y="24882"/>
                    <a:pt x="226059" y="12837"/>
                    <a:pt x="250097" y="11066"/>
                  </a:cubicBezTo>
                  <a:cubicBezTo>
                    <a:pt x="253986" y="10712"/>
                    <a:pt x="257168" y="10712"/>
                    <a:pt x="257168" y="4335"/>
                  </a:cubicBezTo>
                  <a:cubicBezTo>
                    <a:pt x="257168" y="1500"/>
                    <a:pt x="255400" y="83"/>
                    <a:pt x="252572" y="83"/>
                  </a:cubicBezTo>
                  <a:cubicBezTo>
                    <a:pt x="243381" y="83"/>
                    <a:pt x="233129" y="1146"/>
                    <a:pt x="223584" y="1146"/>
                  </a:cubicBezTo>
                  <a:cubicBezTo>
                    <a:pt x="211918" y="1146"/>
                    <a:pt x="199545" y="83"/>
                    <a:pt x="188233" y="83"/>
                  </a:cubicBezTo>
                  <a:cubicBezTo>
                    <a:pt x="186112" y="83"/>
                    <a:pt x="181516" y="83"/>
                    <a:pt x="181516" y="6815"/>
                  </a:cubicBezTo>
                  <a:cubicBezTo>
                    <a:pt x="181516" y="10712"/>
                    <a:pt x="185051" y="11066"/>
                    <a:pt x="186819" y="11066"/>
                  </a:cubicBezTo>
                  <a:cubicBezTo>
                    <a:pt x="189293" y="11066"/>
                    <a:pt x="199545" y="11774"/>
                    <a:pt x="199545" y="19214"/>
                  </a:cubicBezTo>
                  <a:cubicBezTo>
                    <a:pt x="199545" y="25237"/>
                    <a:pt x="191415" y="34448"/>
                    <a:pt x="190000" y="36219"/>
                  </a:cubicBezTo>
                  <a:lnTo>
                    <a:pt x="107986" y="130810"/>
                  </a:lnTo>
                  <a:lnTo>
                    <a:pt x="69100" y="25591"/>
                  </a:lnTo>
                  <a:cubicBezTo>
                    <a:pt x="66979" y="20631"/>
                    <a:pt x="66979" y="19923"/>
                    <a:pt x="66979" y="19568"/>
                  </a:cubicBezTo>
                  <a:cubicBezTo>
                    <a:pt x="66979" y="11066"/>
                    <a:pt x="84301" y="11066"/>
                    <a:pt x="87836" y="11066"/>
                  </a:cubicBezTo>
                  <a:cubicBezTo>
                    <a:pt x="92785" y="11066"/>
                    <a:pt x="96320" y="11066"/>
                    <a:pt x="96320" y="3980"/>
                  </a:cubicBezTo>
                  <a:cubicBezTo>
                    <a:pt x="96320" y="83"/>
                    <a:pt x="92078" y="83"/>
                    <a:pt x="91017" y="83"/>
                  </a:cubicBezTo>
                  <a:cubicBezTo>
                    <a:pt x="81119" y="83"/>
                    <a:pt x="56373" y="1146"/>
                    <a:pt x="46475" y="1146"/>
                  </a:cubicBezTo>
                  <a:cubicBezTo>
                    <a:pt x="37637" y="1146"/>
                    <a:pt x="15719" y="83"/>
                    <a:pt x="6882" y="83"/>
                  </a:cubicBezTo>
                  <a:cubicBezTo>
                    <a:pt x="4761" y="83"/>
                    <a:pt x="165" y="83"/>
                    <a:pt x="165" y="7169"/>
                  </a:cubicBezTo>
                  <a:cubicBezTo>
                    <a:pt x="165" y="11066"/>
                    <a:pt x="3700" y="11066"/>
                    <a:pt x="8296" y="11066"/>
                  </a:cubicBezTo>
                  <a:cubicBezTo>
                    <a:pt x="29506" y="11066"/>
                    <a:pt x="30920" y="14254"/>
                    <a:pt x="34102" y="23111"/>
                  </a:cubicBezTo>
                  <a:lnTo>
                    <a:pt x="77584" y="139666"/>
                  </a:lnTo>
                  <a:cubicBezTo>
                    <a:pt x="77937" y="140729"/>
                    <a:pt x="78998" y="144626"/>
                    <a:pt x="78998" y="145689"/>
                  </a:cubicBezTo>
                  <a:cubicBezTo>
                    <a:pt x="78998" y="146752"/>
                    <a:pt x="64857" y="203790"/>
                    <a:pt x="63090" y="210166"/>
                  </a:cubicBezTo>
                  <a:cubicBezTo>
                    <a:pt x="58494" y="229651"/>
                    <a:pt x="58141" y="230714"/>
                    <a:pt x="29860" y="231068"/>
                  </a:cubicBezTo>
                  <a:cubicBezTo>
                    <a:pt x="23143" y="231068"/>
                    <a:pt x="20315" y="231068"/>
                    <a:pt x="20315" y="238154"/>
                  </a:cubicBezTo>
                  <a:cubicBezTo>
                    <a:pt x="20315" y="242051"/>
                    <a:pt x="24557" y="242051"/>
                    <a:pt x="25264" y="242051"/>
                  </a:cubicBezTo>
                  <a:cubicBezTo>
                    <a:pt x="35163" y="242051"/>
                    <a:pt x="59908" y="240988"/>
                    <a:pt x="69807" y="240988"/>
                  </a:cubicBezTo>
                  <a:cubicBezTo>
                    <a:pt x="79705" y="240988"/>
                    <a:pt x="105158" y="242051"/>
                    <a:pt x="115056" y="242051"/>
                  </a:cubicBezTo>
                  <a:cubicBezTo>
                    <a:pt x="117531" y="242051"/>
                    <a:pt x="121773" y="242051"/>
                    <a:pt x="121773" y="234965"/>
                  </a:cubicBezTo>
                  <a:cubicBezTo>
                    <a:pt x="121773" y="231068"/>
                    <a:pt x="118591" y="231068"/>
                    <a:pt x="111874" y="231068"/>
                  </a:cubicBezTo>
                  <a:cubicBezTo>
                    <a:pt x="111167" y="231068"/>
                    <a:pt x="104451" y="231068"/>
                    <a:pt x="98441" y="230360"/>
                  </a:cubicBezTo>
                  <a:cubicBezTo>
                    <a:pt x="91017" y="229651"/>
                    <a:pt x="88896" y="228943"/>
                    <a:pt x="88896" y="224692"/>
                  </a:cubicBezTo>
                  <a:cubicBezTo>
                    <a:pt x="88896" y="222212"/>
                    <a:pt x="92078" y="209812"/>
                    <a:pt x="93845" y="202372"/>
                  </a:cubicBezTo>
                  <a:lnTo>
                    <a:pt x="106218" y="152420"/>
                  </a:lnTo>
                  <a:cubicBezTo>
                    <a:pt x="107986" y="145689"/>
                    <a:pt x="108339" y="144626"/>
                    <a:pt x="111167" y="141438"/>
                  </a:cubicBezTo>
                  <a:lnTo>
                    <a:pt x="198838" y="40470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C049F55-F3D0-79E2-EDD6-9B723AAFC1A0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0092720" y="7948405"/>
              <a:ext cx="74979" cy="166897"/>
            </a:xfrm>
            <a:custGeom>
              <a:avLst/>
              <a:gdLst>
                <a:gd name="connsiteX0" fmla="*/ 68716 w 74979"/>
                <a:gd name="connsiteY0" fmla="*/ 9509 h 166897"/>
                <a:gd name="connsiteX1" fmla="*/ 58818 w 74979"/>
                <a:gd name="connsiteY1" fmla="*/ 85 h 166897"/>
                <a:gd name="connsiteX2" fmla="*/ 44961 w 74979"/>
                <a:gd name="connsiteY2" fmla="*/ 13724 h 166897"/>
                <a:gd name="connsiteX3" fmla="*/ 54859 w 74979"/>
                <a:gd name="connsiteY3" fmla="*/ 23148 h 166897"/>
                <a:gd name="connsiteX4" fmla="*/ 68716 w 74979"/>
                <a:gd name="connsiteY4" fmla="*/ 9509 h 166897"/>
                <a:gd name="connsiteX5" fmla="*/ 18235 w 74979"/>
                <a:gd name="connsiteY5" fmla="*/ 135487 h 166897"/>
                <a:gd name="connsiteX6" fmla="*/ 16008 w 74979"/>
                <a:gd name="connsiteY6" fmla="*/ 145903 h 166897"/>
                <a:gd name="connsiteX7" fmla="*/ 39516 w 74979"/>
                <a:gd name="connsiteY7" fmla="*/ 166982 h 166897"/>
                <a:gd name="connsiteX8" fmla="*/ 75150 w 74979"/>
                <a:gd name="connsiteY8" fmla="*/ 129040 h 166897"/>
                <a:gd name="connsiteX9" fmla="*/ 71191 w 74979"/>
                <a:gd name="connsiteY9" fmla="*/ 125816 h 166897"/>
                <a:gd name="connsiteX10" fmla="*/ 66489 w 74979"/>
                <a:gd name="connsiteY10" fmla="*/ 130032 h 166897"/>
                <a:gd name="connsiteX11" fmla="*/ 40259 w 74979"/>
                <a:gd name="connsiteY11" fmla="*/ 160039 h 166897"/>
                <a:gd name="connsiteX12" fmla="*/ 34072 w 74979"/>
                <a:gd name="connsiteY12" fmla="*/ 151359 h 166897"/>
                <a:gd name="connsiteX13" fmla="*/ 38032 w 74979"/>
                <a:gd name="connsiteY13" fmla="*/ 135487 h 166897"/>
                <a:gd name="connsiteX14" fmla="*/ 45950 w 74979"/>
                <a:gd name="connsiteY14" fmla="*/ 115648 h 166897"/>
                <a:gd name="connsiteX15" fmla="*/ 58076 w 74979"/>
                <a:gd name="connsiteY15" fmla="*/ 84154 h 166897"/>
                <a:gd name="connsiteX16" fmla="*/ 59561 w 74979"/>
                <a:gd name="connsiteY16" fmla="*/ 76218 h 166897"/>
                <a:gd name="connsiteX17" fmla="*/ 36052 w 74979"/>
                <a:gd name="connsiteY17" fmla="*/ 55139 h 166897"/>
                <a:gd name="connsiteX18" fmla="*/ 171 w 74979"/>
                <a:gd name="connsiteY18" fmla="*/ 93081 h 166897"/>
                <a:gd name="connsiteX19" fmla="*/ 4377 w 74979"/>
                <a:gd name="connsiteY19" fmla="*/ 96305 h 166897"/>
                <a:gd name="connsiteX20" fmla="*/ 8832 w 74979"/>
                <a:gd name="connsiteY20" fmla="*/ 92337 h 166897"/>
                <a:gd name="connsiteX21" fmla="*/ 35310 w 74979"/>
                <a:gd name="connsiteY21" fmla="*/ 62082 h 166897"/>
                <a:gd name="connsiteX22" fmla="*/ 41496 w 74979"/>
                <a:gd name="connsiteY22" fmla="*/ 70762 h 166897"/>
                <a:gd name="connsiteX23" fmla="*/ 33825 w 74979"/>
                <a:gd name="connsiteY23" fmla="*/ 95561 h 166897"/>
                <a:gd name="connsiteX24" fmla="*/ 18235 w 74979"/>
                <a:gd name="connsiteY24" fmla="*/ 135487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979" h="166897">
                  <a:moveTo>
                    <a:pt x="68716" y="9509"/>
                  </a:moveTo>
                  <a:cubicBezTo>
                    <a:pt x="68716" y="5541"/>
                    <a:pt x="65747" y="85"/>
                    <a:pt x="58818" y="85"/>
                  </a:cubicBezTo>
                  <a:cubicBezTo>
                    <a:pt x="52137" y="85"/>
                    <a:pt x="44961" y="6533"/>
                    <a:pt x="44961" y="13724"/>
                  </a:cubicBezTo>
                  <a:cubicBezTo>
                    <a:pt x="44961" y="17940"/>
                    <a:pt x="48177" y="23148"/>
                    <a:pt x="54859" y="23148"/>
                  </a:cubicBezTo>
                  <a:cubicBezTo>
                    <a:pt x="62035" y="23148"/>
                    <a:pt x="68716" y="16204"/>
                    <a:pt x="68716" y="9509"/>
                  </a:cubicBezTo>
                  <a:close/>
                  <a:moveTo>
                    <a:pt x="18235" y="135487"/>
                  </a:moveTo>
                  <a:cubicBezTo>
                    <a:pt x="17245" y="138711"/>
                    <a:pt x="16008" y="141687"/>
                    <a:pt x="16008" y="145903"/>
                  </a:cubicBezTo>
                  <a:cubicBezTo>
                    <a:pt x="16008" y="157559"/>
                    <a:pt x="25906" y="166982"/>
                    <a:pt x="39516" y="166982"/>
                  </a:cubicBezTo>
                  <a:cubicBezTo>
                    <a:pt x="64262" y="166982"/>
                    <a:pt x="75150" y="132760"/>
                    <a:pt x="75150" y="129040"/>
                  </a:cubicBezTo>
                  <a:cubicBezTo>
                    <a:pt x="75150" y="125816"/>
                    <a:pt x="71933" y="125816"/>
                    <a:pt x="71191" y="125816"/>
                  </a:cubicBezTo>
                  <a:cubicBezTo>
                    <a:pt x="67727" y="125816"/>
                    <a:pt x="67479" y="127304"/>
                    <a:pt x="66489" y="130032"/>
                  </a:cubicBezTo>
                  <a:cubicBezTo>
                    <a:pt x="60798" y="149871"/>
                    <a:pt x="49910" y="160039"/>
                    <a:pt x="40259" y="160039"/>
                  </a:cubicBezTo>
                  <a:cubicBezTo>
                    <a:pt x="35310" y="160039"/>
                    <a:pt x="34072" y="156815"/>
                    <a:pt x="34072" y="151359"/>
                  </a:cubicBezTo>
                  <a:cubicBezTo>
                    <a:pt x="34072" y="145655"/>
                    <a:pt x="35805" y="140943"/>
                    <a:pt x="38032" y="135487"/>
                  </a:cubicBezTo>
                  <a:cubicBezTo>
                    <a:pt x="40506" y="128792"/>
                    <a:pt x="43228" y="122096"/>
                    <a:pt x="45950" y="115648"/>
                  </a:cubicBezTo>
                  <a:cubicBezTo>
                    <a:pt x="48177" y="109697"/>
                    <a:pt x="57086" y="87129"/>
                    <a:pt x="58076" y="84154"/>
                  </a:cubicBezTo>
                  <a:cubicBezTo>
                    <a:pt x="58818" y="81674"/>
                    <a:pt x="59561" y="78698"/>
                    <a:pt x="59561" y="76218"/>
                  </a:cubicBezTo>
                  <a:cubicBezTo>
                    <a:pt x="59561" y="64562"/>
                    <a:pt x="49662" y="55139"/>
                    <a:pt x="36052" y="55139"/>
                  </a:cubicBezTo>
                  <a:cubicBezTo>
                    <a:pt x="11554" y="55139"/>
                    <a:pt x="171" y="88865"/>
                    <a:pt x="171" y="93081"/>
                  </a:cubicBezTo>
                  <a:cubicBezTo>
                    <a:pt x="171" y="96305"/>
                    <a:pt x="3635" y="96305"/>
                    <a:pt x="4377" y="96305"/>
                  </a:cubicBezTo>
                  <a:cubicBezTo>
                    <a:pt x="7842" y="96305"/>
                    <a:pt x="8089" y="95065"/>
                    <a:pt x="8832" y="92337"/>
                  </a:cubicBezTo>
                  <a:cubicBezTo>
                    <a:pt x="15266" y="71010"/>
                    <a:pt x="26154" y="62082"/>
                    <a:pt x="35310" y="62082"/>
                  </a:cubicBezTo>
                  <a:cubicBezTo>
                    <a:pt x="39269" y="62082"/>
                    <a:pt x="41496" y="64066"/>
                    <a:pt x="41496" y="70762"/>
                  </a:cubicBezTo>
                  <a:cubicBezTo>
                    <a:pt x="41496" y="76466"/>
                    <a:pt x="40011" y="80186"/>
                    <a:pt x="33825" y="95561"/>
                  </a:cubicBezTo>
                  <a:lnTo>
                    <a:pt x="18235" y="135487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0CEA22EF-7E06-A70C-44B9-5C43A479FFF4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9465287" y="8203697"/>
              <a:ext cx="733495" cy="14170"/>
            </a:xfrm>
            <a:custGeom>
              <a:avLst/>
              <a:gdLst>
                <a:gd name="connsiteX0" fmla="*/ 0 w 733495"/>
                <a:gd name="connsiteY0" fmla="*/ 0 h 14170"/>
                <a:gd name="connsiteX1" fmla="*/ 733496 w 733495"/>
                <a:gd name="connsiteY1" fmla="*/ 0 h 14170"/>
                <a:gd name="connsiteX2" fmla="*/ 733496 w 733495"/>
                <a:gd name="connsiteY2" fmla="*/ 14170 h 14170"/>
                <a:gd name="connsiteX3" fmla="*/ 0 w 733495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3495" h="14170">
                  <a:moveTo>
                    <a:pt x="0" y="0"/>
                  </a:moveTo>
                  <a:lnTo>
                    <a:pt x="733496" y="0"/>
                  </a:lnTo>
                  <a:lnTo>
                    <a:pt x="733496" y="14170"/>
                  </a:lnTo>
                  <a:lnTo>
                    <a:pt x="0" y="14170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6A0E30A3-8A2B-5369-19C9-E84E46FF9CAA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9604449" y="8274546"/>
              <a:ext cx="275738" cy="354271"/>
            </a:xfrm>
            <a:custGeom>
              <a:avLst/>
              <a:gdLst>
                <a:gd name="connsiteX0" fmla="*/ 111866 w 275738"/>
                <a:gd name="connsiteY0" fmla="*/ 317163 h 354271"/>
                <a:gd name="connsiteX1" fmla="*/ 49648 w 275738"/>
                <a:gd name="connsiteY1" fmla="*/ 179351 h 354271"/>
                <a:gd name="connsiteX2" fmla="*/ 44345 w 275738"/>
                <a:gd name="connsiteY2" fmla="*/ 173683 h 354271"/>
                <a:gd name="connsiteX3" fmla="*/ 38336 w 275738"/>
                <a:gd name="connsiteY3" fmla="*/ 176517 h 354271"/>
                <a:gd name="connsiteX4" fmla="*/ 4752 w 275738"/>
                <a:gd name="connsiteY4" fmla="*/ 202025 h 354271"/>
                <a:gd name="connsiteX5" fmla="*/ 156 w 275738"/>
                <a:gd name="connsiteY5" fmla="*/ 207693 h 354271"/>
                <a:gd name="connsiteX6" fmla="*/ 3692 w 275738"/>
                <a:gd name="connsiteY6" fmla="*/ 211590 h 354271"/>
                <a:gd name="connsiteX7" fmla="*/ 15711 w 275738"/>
                <a:gd name="connsiteY7" fmla="*/ 203796 h 354271"/>
                <a:gd name="connsiteX8" fmla="*/ 27023 w 275738"/>
                <a:gd name="connsiteY8" fmla="*/ 195293 h 354271"/>
                <a:gd name="connsiteX9" fmla="*/ 96665 w 275738"/>
                <a:gd name="connsiteY9" fmla="*/ 348693 h 354271"/>
                <a:gd name="connsiteX10" fmla="*/ 104089 w 275738"/>
                <a:gd name="connsiteY10" fmla="*/ 354361 h 354271"/>
                <a:gd name="connsiteX11" fmla="*/ 112927 w 275738"/>
                <a:gd name="connsiteY11" fmla="*/ 347276 h 354271"/>
                <a:gd name="connsiteX12" fmla="*/ 273421 w 275738"/>
                <a:gd name="connsiteY12" fmla="*/ 14261 h 354271"/>
                <a:gd name="connsiteX13" fmla="*/ 275895 w 275738"/>
                <a:gd name="connsiteY13" fmla="*/ 7175 h 354271"/>
                <a:gd name="connsiteX14" fmla="*/ 268825 w 275738"/>
                <a:gd name="connsiteY14" fmla="*/ 90 h 354271"/>
                <a:gd name="connsiteX15" fmla="*/ 260694 w 275738"/>
                <a:gd name="connsiteY15" fmla="*/ 7530 h 354271"/>
                <a:gd name="connsiteX16" fmla="*/ 111866 w 275738"/>
                <a:gd name="connsiteY16" fmla="*/ 317163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5738" h="354271">
                  <a:moveTo>
                    <a:pt x="111866" y="317163"/>
                  </a:moveTo>
                  <a:lnTo>
                    <a:pt x="49648" y="179351"/>
                  </a:lnTo>
                  <a:cubicBezTo>
                    <a:pt x="47173" y="173683"/>
                    <a:pt x="45406" y="173683"/>
                    <a:pt x="44345" y="173683"/>
                  </a:cubicBezTo>
                  <a:cubicBezTo>
                    <a:pt x="43992" y="173683"/>
                    <a:pt x="42224" y="173683"/>
                    <a:pt x="38336" y="176517"/>
                  </a:cubicBezTo>
                  <a:lnTo>
                    <a:pt x="4752" y="202025"/>
                  </a:lnTo>
                  <a:cubicBezTo>
                    <a:pt x="156" y="205567"/>
                    <a:pt x="156" y="206630"/>
                    <a:pt x="156" y="207693"/>
                  </a:cubicBezTo>
                  <a:cubicBezTo>
                    <a:pt x="156" y="209464"/>
                    <a:pt x="1217" y="211590"/>
                    <a:pt x="3692" y="211590"/>
                  </a:cubicBezTo>
                  <a:cubicBezTo>
                    <a:pt x="5813" y="211590"/>
                    <a:pt x="11822" y="206630"/>
                    <a:pt x="15711" y="203796"/>
                  </a:cubicBezTo>
                  <a:cubicBezTo>
                    <a:pt x="17832" y="202025"/>
                    <a:pt x="23135" y="198128"/>
                    <a:pt x="27023" y="195293"/>
                  </a:cubicBezTo>
                  <a:lnTo>
                    <a:pt x="96665" y="348693"/>
                  </a:lnTo>
                  <a:cubicBezTo>
                    <a:pt x="99140" y="354361"/>
                    <a:pt x="100907" y="354361"/>
                    <a:pt x="104089" y="354361"/>
                  </a:cubicBezTo>
                  <a:cubicBezTo>
                    <a:pt x="109391" y="354361"/>
                    <a:pt x="110452" y="352236"/>
                    <a:pt x="112927" y="347276"/>
                  </a:cubicBezTo>
                  <a:lnTo>
                    <a:pt x="273421" y="14261"/>
                  </a:lnTo>
                  <a:cubicBezTo>
                    <a:pt x="275895" y="9301"/>
                    <a:pt x="275895" y="7884"/>
                    <a:pt x="275895" y="7175"/>
                  </a:cubicBezTo>
                  <a:cubicBezTo>
                    <a:pt x="275895" y="3633"/>
                    <a:pt x="273067" y="90"/>
                    <a:pt x="268825" y="90"/>
                  </a:cubicBezTo>
                  <a:cubicBezTo>
                    <a:pt x="265997" y="90"/>
                    <a:pt x="263522" y="1861"/>
                    <a:pt x="260694" y="7530"/>
                  </a:cubicBezTo>
                  <a:lnTo>
                    <a:pt x="111866" y="317163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ECF13237-53D1-D3E8-A5C7-BADECB99B102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9873237" y="8274547"/>
              <a:ext cx="212189" cy="14170"/>
            </a:xfrm>
            <a:custGeom>
              <a:avLst/>
              <a:gdLst>
                <a:gd name="connsiteX0" fmla="*/ 0 w 212189"/>
                <a:gd name="connsiteY0" fmla="*/ 0 h 14170"/>
                <a:gd name="connsiteX1" fmla="*/ 212189 w 212189"/>
                <a:gd name="connsiteY1" fmla="*/ 0 h 14170"/>
                <a:gd name="connsiteX2" fmla="*/ 212189 w 212189"/>
                <a:gd name="connsiteY2" fmla="*/ 14170 h 14170"/>
                <a:gd name="connsiteX3" fmla="*/ 0 w 212189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189" h="14170">
                  <a:moveTo>
                    <a:pt x="0" y="0"/>
                  </a:moveTo>
                  <a:lnTo>
                    <a:pt x="212189" y="0"/>
                  </a:lnTo>
                  <a:lnTo>
                    <a:pt x="212189" y="14170"/>
                  </a:lnTo>
                  <a:lnTo>
                    <a:pt x="0" y="14170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A2371E26-3F0E-7219-3157-AF25AFC01B21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9883488" y="8387303"/>
              <a:ext cx="191603" cy="160484"/>
            </a:xfrm>
            <a:custGeom>
              <a:avLst/>
              <a:gdLst>
                <a:gd name="connsiteX0" fmla="*/ 21022 w 191603"/>
                <a:gd name="connsiteY0" fmla="*/ 135783 h 160484"/>
                <a:gd name="connsiteX1" fmla="*/ 17840 w 191603"/>
                <a:gd name="connsiteY1" fmla="*/ 151017 h 160484"/>
                <a:gd name="connsiteX2" fmla="*/ 28092 w 191603"/>
                <a:gd name="connsiteY2" fmla="*/ 160582 h 160484"/>
                <a:gd name="connsiteX3" fmla="*/ 41172 w 191603"/>
                <a:gd name="connsiteY3" fmla="*/ 150662 h 160484"/>
                <a:gd name="connsiteX4" fmla="*/ 47889 w 191603"/>
                <a:gd name="connsiteY4" fmla="*/ 124446 h 160484"/>
                <a:gd name="connsiteX5" fmla="*/ 55666 w 191603"/>
                <a:gd name="connsiteY5" fmla="*/ 92562 h 160484"/>
                <a:gd name="connsiteX6" fmla="*/ 61676 w 191603"/>
                <a:gd name="connsiteY6" fmla="*/ 68826 h 160484"/>
                <a:gd name="connsiteX7" fmla="*/ 66271 w 191603"/>
                <a:gd name="connsiteY7" fmla="*/ 51112 h 160484"/>
                <a:gd name="connsiteX8" fmla="*/ 123894 w 191603"/>
                <a:gd name="connsiteY8" fmla="*/ 7891 h 160484"/>
                <a:gd name="connsiteX9" fmla="*/ 142983 w 191603"/>
                <a:gd name="connsiteY9" fmla="*/ 32690 h 160484"/>
                <a:gd name="connsiteX10" fmla="*/ 120005 w 191603"/>
                <a:gd name="connsiteY10" fmla="*/ 115235 h 160484"/>
                <a:gd name="connsiteX11" fmla="*/ 116470 w 191603"/>
                <a:gd name="connsiteY11" fmla="*/ 131532 h 160484"/>
                <a:gd name="connsiteX12" fmla="*/ 145458 w 191603"/>
                <a:gd name="connsiteY12" fmla="*/ 160582 h 160484"/>
                <a:gd name="connsiteX13" fmla="*/ 191768 w 191603"/>
                <a:gd name="connsiteY13" fmla="*/ 106024 h 160484"/>
                <a:gd name="connsiteX14" fmla="*/ 187526 w 191603"/>
                <a:gd name="connsiteY14" fmla="*/ 102482 h 160484"/>
                <a:gd name="connsiteX15" fmla="*/ 182223 w 191603"/>
                <a:gd name="connsiteY15" fmla="*/ 108858 h 160484"/>
                <a:gd name="connsiteX16" fmla="*/ 146165 w 191603"/>
                <a:gd name="connsiteY16" fmla="*/ 152788 h 160484"/>
                <a:gd name="connsiteX17" fmla="*/ 137681 w 191603"/>
                <a:gd name="connsiteY17" fmla="*/ 141097 h 160484"/>
                <a:gd name="connsiteX18" fmla="*/ 144044 w 191603"/>
                <a:gd name="connsiteY18" fmla="*/ 115944 h 160484"/>
                <a:gd name="connsiteX19" fmla="*/ 165608 w 191603"/>
                <a:gd name="connsiteY19" fmla="*/ 38004 h 160484"/>
                <a:gd name="connsiteX20" fmla="*/ 124954 w 191603"/>
                <a:gd name="connsiteY20" fmla="*/ 97 h 160484"/>
                <a:gd name="connsiteX21" fmla="*/ 69807 w 191603"/>
                <a:gd name="connsiteY21" fmla="*/ 30919 h 160484"/>
                <a:gd name="connsiteX22" fmla="*/ 37283 w 191603"/>
                <a:gd name="connsiteY22" fmla="*/ 97 h 160484"/>
                <a:gd name="connsiteX23" fmla="*/ 10770 w 191603"/>
                <a:gd name="connsiteY23" fmla="*/ 20291 h 160484"/>
                <a:gd name="connsiteX24" fmla="*/ 165 w 191603"/>
                <a:gd name="connsiteY24" fmla="*/ 54655 h 160484"/>
                <a:gd name="connsiteX25" fmla="*/ 4407 w 191603"/>
                <a:gd name="connsiteY25" fmla="*/ 58198 h 160484"/>
                <a:gd name="connsiteX26" fmla="*/ 10417 w 191603"/>
                <a:gd name="connsiteY26" fmla="*/ 50049 h 160484"/>
                <a:gd name="connsiteX27" fmla="*/ 36223 w 191603"/>
                <a:gd name="connsiteY27" fmla="*/ 7891 h 160484"/>
                <a:gd name="connsiteX28" fmla="*/ 47182 w 191603"/>
                <a:gd name="connsiteY28" fmla="*/ 24188 h 160484"/>
                <a:gd name="connsiteX29" fmla="*/ 41526 w 191603"/>
                <a:gd name="connsiteY29" fmla="*/ 53946 h 160484"/>
                <a:gd name="connsiteX30" fmla="*/ 21022 w 191603"/>
                <a:gd name="connsiteY30" fmla="*/ 135783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1603" h="160484">
                  <a:moveTo>
                    <a:pt x="21022" y="135783"/>
                  </a:moveTo>
                  <a:cubicBezTo>
                    <a:pt x="19961" y="141097"/>
                    <a:pt x="17840" y="149245"/>
                    <a:pt x="17840" y="151017"/>
                  </a:cubicBezTo>
                  <a:cubicBezTo>
                    <a:pt x="17840" y="157394"/>
                    <a:pt x="22790" y="160582"/>
                    <a:pt x="28092" y="160582"/>
                  </a:cubicBezTo>
                  <a:cubicBezTo>
                    <a:pt x="32334" y="160582"/>
                    <a:pt x="38697" y="157748"/>
                    <a:pt x="41172" y="150662"/>
                  </a:cubicBezTo>
                  <a:cubicBezTo>
                    <a:pt x="41526" y="149954"/>
                    <a:pt x="45768" y="133303"/>
                    <a:pt x="47889" y="124446"/>
                  </a:cubicBezTo>
                  <a:lnTo>
                    <a:pt x="55666" y="92562"/>
                  </a:lnTo>
                  <a:cubicBezTo>
                    <a:pt x="57787" y="84768"/>
                    <a:pt x="59908" y="76974"/>
                    <a:pt x="61676" y="68826"/>
                  </a:cubicBezTo>
                  <a:cubicBezTo>
                    <a:pt x="63090" y="62803"/>
                    <a:pt x="65918" y="52529"/>
                    <a:pt x="66271" y="51112"/>
                  </a:cubicBezTo>
                  <a:cubicBezTo>
                    <a:pt x="71574" y="40130"/>
                    <a:pt x="90310" y="7891"/>
                    <a:pt x="123894" y="7891"/>
                  </a:cubicBezTo>
                  <a:cubicBezTo>
                    <a:pt x="139802" y="7891"/>
                    <a:pt x="142983" y="20999"/>
                    <a:pt x="142983" y="32690"/>
                  </a:cubicBezTo>
                  <a:cubicBezTo>
                    <a:pt x="142983" y="54655"/>
                    <a:pt x="125661" y="100002"/>
                    <a:pt x="120005" y="115235"/>
                  </a:cubicBezTo>
                  <a:cubicBezTo>
                    <a:pt x="116824" y="123384"/>
                    <a:pt x="116470" y="127635"/>
                    <a:pt x="116470" y="131532"/>
                  </a:cubicBezTo>
                  <a:cubicBezTo>
                    <a:pt x="116470" y="148183"/>
                    <a:pt x="128843" y="160582"/>
                    <a:pt x="145458" y="160582"/>
                  </a:cubicBezTo>
                  <a:cubicBezTo>
                    <a:pt x="178688" y="160582"/>
                    <a:pt x="191768" y="108858"/>
                    <a:pt x="191768" y="106024"/>
                  </a:cubicBezTo>
                  <a:cubicBezTo>
                    <a:pt x="191768" y="102482"/>
                    <a:pt x="188586" y="102482"/>
                    <a:pt x="187526" y="102482"/>
                  </a:cubicBezTo>
                  <a:cubicBezTo>
                    <a:pt x="183991" y="102482"/>
                    <a:pt x="183991" y="103544"/>
                    <a:pt x="182223" y="108858"/>
                  </a:cubicBezTo>
                  <a:cubicBezTo>
                    <a:pt x="175153" y="132949"/>
                    <a:pt x="163487" y="152788"/>
                    <a:pt x="146165" y="152788"/>
                  </a:cubicBezTo>
                  <a:cubicBezTo>
                    <a:pt x="140155" y="152788"/>
                    <a:pt x="137681" y="149245"/>
                    <a:pt x="137681" y="141097"/>
                  </a:cubicBezTo>
                  <a:cubicBezTo>
                    <a:pt x="137681" y="132240"/>
                    <a:pt x="140862" y="123738"/>
                    <a:pt x="144044" y="115944"/>
                  </a:cubicBezTo>
                  <a:cubicBezTo>
                    <a:pt x="150761" y="97167"/>
                    <a:pt x="165608" y="58198"/>
                    <a:pt x="165608" y="38004"/>
                  </a:cubicBezTo>
                  <a:cubicBezTo>
                    <a:pt x="165608" y="14268"/>
                    <a:pt x="150407" y="97"/>
                    <a:pt x="124954" y="97"/>
                  </a:cubicBezTo>
                  <a:cubicBezTo>
                    <a:pt x="93138" y="97"/>
                    <a:pt x="75816" y="22770"/>
                    <a:pt x="69807" y="30919"/>
                  </a:cubicBezTo>
                  <a:cubicBezTo>
                    <a:pt x="68039" y="11079"/>
                    <a:pt x="53545" y="97"/>
                    <a:pt x="37283" y="97"/>
                  </a:cubicBezTo>
                  <a:cubicBezTo>
                    <a:pt x="21022" y="97"/>
                    <a:pt x="14305" y="13914"/>
                    <a:pt x="10770" y="20291"/>
                  </a:cubicBezTo>
                  <a:cubicBezTo>
                    <a:pt x="5114" y="32336"/>
                    <a:pt x="165" y="53238"/>
                    <a:pt x="165" y="54655"/>
                  </a:cubicBezTo>
                  <a:cubicBezTo>
                    <a:pt x="165" y="58198"/>
                    <a:pt x="3700" y="58198"/>
                    <a:pt x="4407" y="58198"/>
                  </a:cubicBezTo>
                  <a:cubicBezTo>
                    <a:pt x="7942" y="58198"/>
                    <a:pt x="8296" y="57843"/>
                    <a:pt x="10417" y="50049"/>
                  </a:cubicBezTo>
                  <a:cubicBezTo>
                    <a:pt x="16426" y="24896"/>
                    <a:pt x="23497" y="7891"/>
                    <a:pt x="36223" y="7891"/>
                  </a:cubicBezTo>
                  <a:cubicBezTo>
                    <a:pt x="43293" y="7891"/>
                    <a:pt x="47182" y="12497"/>
                    <a:pt x="47182" y="24188"/>
                  </a:cubicBezTo>
                  <a:cubicBezTo>
                    <a:pt x="47182" y="31627"/>
                    <a:pt x="46121" y="35524"/>
                    <a:pt x="41526" y="53946"/>
                  </a:cubicBezTo>
                  <a:lnTo>
                    <a:pt x="21022" y="135783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47C986D5-DFAC-AFBC-4797-42C9DD9C1529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0248981" y="8033646"/>
              <a:ext cx="48431" cy="354271"/>
            </a:xfrm>
            <a:custGeom>
              <a:avLst/>
              <a:gdLst>
                <a:gd name="connsiteX0" fmla="*/ 48606 w 48431"/>
                <a:gd name="connsiteY0" fmla="*/ 90 h 354271"/>
                <a:gd name="connsiteX1" fmla="*/ 175 w 48431"/>
                <a:gd name="connsiteY1" fmla="*/ 90 h 354271"/>
                <a:gd name="connsiteX2" fmla="*/ 175 w 48431"/>
                <a:gd name="connsiteY2" fmla="*/ 14261 h 354271"/>
                <a:gd name="connsiteX3" fmla="*/ 34466 w 48431"/>
                <a:gd name="connsiteY3" fmla="*/ 14261 h 354271"/>
                <a:gd name="connsiteX4" fmla="*/ 34466 w 48431"/>
                <a:gd name="connsiteY4" fmla="*/ 340191 h 354271"/>
                <a:gd name="connsiteX5" fmla="*/ 175 w 48431"/>
                <a:gd name="connsiteY5" fmla="*/ 340191 h 354271"/>
                <a:gd name="connsiteX6" fmla="*/ 175 w 48431"/>
                <a:gd name="connsiteY6" fmla="*/ 354362 h 354271"/>
                <a:gd name="connsiteX7" fmla="*/ 48606 w 48431"/>
                <a:gd name="connsiteY7" fmla="*/ 354362 h 354271"/>
                <a:gd name="connsiteX8" fmla="*/ 48606 w 48431"/>
                <a:gd name="connsiteY8" fmla="*/ 90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31" h="354271">
                  <a:moveTo>
                    <a:pt x="48606" y="90"/>
                  </a:moveTo>
                  <a:lnTo>
                    <a:pt x="175" y="90"/>
                  </a:lnTo>
                  <a:lnTo>
                    <a:pt x="175" y="14261"/>
                  </a:lnTo>
                  <a:lnTo>
                    <a:pt x="34466" y="14261"/>
                  </a:lnTo>
                  <a:lnTo>
                    <a:pt x="34466" y="340191"/>
                  </a:lnTo>
                  <a:lnTo>
                    <a:pt x="175" y="340191"/>
                  </a:lnTo>
                  <a:lnTo>
                    <a:pt x="175" y="354362"/>
                  </a:lnTo>
                  <a:lnTo>
                    <a:pt x="48606" y="354362"/>
                  </a:lnTo>
                  <a:lnTo>
                    <a:pt x="48606" y="90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79D8E1BE-5E3D-5DA8-907D-ECE88F8B7673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0457393" y="8169332"/>
              <a:ext cx="235085" cy="82899"/>
            </a:xfrm>
            <a:custGeom>
              <a:avLst/>
              <a:gdLst>
                <a:gd name="connsiteX0" fmla="*/ 223246 w 235085"/>
                <a:gd name="connsiteY0" fmla="*/ 14261 h 82899"/>
                <a:gd name="connsiteX1" fmla="*/ 235266 w 235085"/>
                <a:gd name="connsiteY1" fmla="*/ 7176 h 82899"/>
                <a:gd name="connsiteX2" fmla="*/ 223600 w 235085"/>
                <a:gd name="connsiteY2" fmla="*/ 90 h 82899"/>
                <a:gd name="connsiteX3" fmla="*/ 11847 w 235085"/>
                <a:gd name="connsiteY3" fmla="*/ 90 h 82899"/>
                <a:gd name="connsiteX4" fmla="*/ 181 w 235085"/>
                <a:gd name="connsiteY4" fmla="*/ 7176 h 82899"/>
                <a:gd name="connsiteX5" fmla="*/ 12200 w 235085"/>
                <a:gd name="connsiteY5" fmla="*/ 14261 h 82899"/>
                <a:gd name="connsiteX6" fmla="*/ 223246 w 235085"/>
                <a:gd name="connsiteY6" fmla="*/ 14261 h 82899"/>
                <a:gd name="connsiteX7" fmla="*/ 223600 w 235085"/>
                <a:gd name="connsiteY7" fmla="*/ 82990 h 82899"/>
                <a:gd name="connsiteX8" fmla="*/ 235266 w 235085"/>
                <a:gd name="connsiteY8" fmla="*/ 75904 h 82899"/>
                <a:gd name="connsiteX9" fmla="*/ 223246 w 235085"/>
                <a:gd name="connsiteY9" fmla="*/ 68819 h 82899"/>
                <a:gd name="connsiteX10" fmla="*/ 12200 w 235085"/>
                <a:gd name="connsiteY10" fmla="*/ 68819 h 82899"/>
                <a:gd name="connsiteX11" fmla="*/ 181 w 235085"/>
                <a:gd name="connsiteY11" fmla="*/ 75904 h 82899"/>
                <a:gd name="connsiteX12" fmla="*/ 11847 w 235085"/>
                <a:gd name="connsiteY12" fmla="*/ 82990 h 82899"/>
                <a:gd name="connsiteX13" fmla="*/ 223600 w 235085"/>
                <a:gd name="connsiteY13" fmla="*/ 82990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085" h="82899">
                  <a:moveTo>
                    <a:pt x="223246" y="14261"/>
                  </a:moveTo>
                  <a:cubicBezTo>
                    <a:pt x="228549" y="14261"/>
                    <a:pt x="235266" y="14261"/>
                    <a:pt x="235266" y="7176"/>
                  </a:cubicBezTo>
                  <a:cubicBezTo>
                    <a:pt x="235266" y="90"/>
                    <a:pt x="228549" y="90"/>
                    <a:pt x="223600" y="90"/>
                  </a:cubicBezTo>
                  <a:lnTo>
                    <a:pt x="11847" y="90"/>
                  </a:lnTo>
                  <a:cubicBezTo>
                    <a:pt x="6897" y="90"/>
                    <a:pt x="181" y="90"/>
                    <a:pt x="181" y="7176"/>
                  </a:cubicBezTo>
                  <a:cubicBezTo>
                    <a:pt x="181" y="14261"/>
                    <a:pt x="6897" y="14261"/>
                    <a:pt x="12200" y="14261"/>
                  </a:cubicBezTo>
                  <a:lnTo>
                    <a:pt x="223246" y="14261"/>
                  </a:lnTo>
                  <a:close/>
                  <a:moveTo>
                    <a:pt x="223600" y="82990"/>
                  </a:moveTo>
                  <a:cubicBezTo>
                    <a:pt x="228549" y="82990"/>
                    <a:pt x="235266" y="82990"/>
                    <a:pt x="235266" y="75904"/>
                  </a:cubicBezTo>
                  <a:cubicBezTo>
                    <a:pt x="235266" y="68819"/>
                    <a:pt x="228549" y="68819"/>
                    <a:pt x="223246" y="68819"/>
                  </a:cubicBezTo>
                  <a:lnTo>
                    <a:pt x="12200" y="68819"/>
                  </a:lnTo>
                  <a:cubicBezTo>
                    <a:pt x="6897" y="68819"/>
                    <a:pt x="181" y="68819"/>
                    <a:pt x="181" y="75904"/>
                  </a:cubicBezTo>
                  <a:cubicBezTo>
                    <a:pt x="181" y="82990"/>
                    <a:pt x="6897" y="82990"/>
                    <a:pt x="11847" y="82990"/>
                  </a:cubicBezTo>
                  <a:lnTo>
                    <a:pt x="223600" y="82990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5E998AEA-296E-1ECC-DD80-29102114822F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0990315" y="7747145"/>
              <a:ext cx="151196" cy="111843"/>
            </a:xfrm>
            <a:custGeom>
              <a:avLst/>
              <a:gdLst>
                <a:gd name="connsiteX0" fmla="*/ 18755 w 151196"/>
                <a:gd name="connsiteY0" fmla="*/ 93818 h 111843"/>
                <a:gd name="connsiteX1" fmla="*/ 16281 w 151196"/>
                <a:gd name="connsiteY1" fmla="*/ 103986 h 111843"/>
                <a:gd name="connsiteX2" fmla="*/ 24694 w 151196"/>
                <a:gd name="connsiteY2" fmla="*/ 111921 h 111843"/>
                <a:gd name="connsiteX3" fmla="*/ 34345 w 151196"/>
                <a:gd name="connsiteY3" fmla="*/ 106465 h 111843"/>
                <a:gd name="connsiteX4" fmla="*/ 38799 w 151196"/>
                <a:gd name="connsiteY4" fmla="*/ 91090 h 111843"/>
                <a:gd name="connsiteX5" fmla="*/ 44243 w 151196"/>
                <a:gd name="connsiteY5" fmla="*/ 68771 h 111843"/>
                <a:gd name="connsiteX6" fmla="*/ 48450 w 151196"/>
                <a:gd name="connsiteY6" fmla="*/ 52156 h 111843"/>
                <a:gd name="connsiteX7" fmla="*/ 58843 w 151196"/>
                <a:gd name="connsiteY7" fmla="*/ 29837 h 111843"/>
                <a:gd name="connsiteX8" fmla="*/ 95962 w 151196"/>
                <a:gd name="connsiteY8" fmla="*/ 7021 h 111843"/>
                <a:gd name="connsiteX9" fmla="*/ 110562 w 151196"/>
                <a:gd name="connsiteY9" fmla="*/ 24381 h 111843"/>
                <a:gd name="connsiteX10" fmla="*/ 95962 w 151196"/>
                <a:gd name="connsiteY10" fmla="*/ 77203 h 111843"/>
                <a:gd name="connsiteX11" fmla="*/ 92250 w 151196"/>
                <a:gd name="connsiteY11" fmla="*/ 90594 h 111843"/>
                <a:gd name="connsiteX12" fmla="*/ 115759 w 151196"/>
                <a:gd name="connsiteY12" fmla="*/ 111921 h 111843"/>
                <a:gd name="connsiteX13" fmla="*/ 151393 w 151196"/>
                <a:gd name="connsiteY13" fmla="*/ 73979 h 111843"/>
                <a:gd name="connsiteX14" fmla="*/ 147433 w 151196"/>
                <a:gd name="connsiteY14" fmla="*/ 70755 h 111843"/>
                <a:gd name="connsiteX15" fmla="*/ 142732 w 151196"/>
                <a:gd name="connsiteY15" fmla="*/ 74971 h 111843"/>
                <a:gd name="connsiteX16" fmla="*/ 116501 w 151196"/>
                <a:gd name="connsiteY16" fmla="*/ 104978 h 111843"/>
                <a:gd name="connsiteX17" fmla="*/ 110315 w 151196"/>
                <a:gd name="connsiteY17" fmla="*/ 96298 h 111843"/>
                <a:gd name="connsiteX18" fmla="*/ 116006 w 151196"/>
                <a:gd name="connsiteY18" fmla="*/ 76211 h 111843"/>
                <a:gd name="connsiteX19" fmla="*/ 129122 w 151196"/>
                <a:gd name="connsiteY19" fmla="*/ 28349 h 111843"/>
                <a:gd name="connsiteX20" fmla="*/ 96952 w 151196"/>
                <a:gd name="connsiteY20" fmla="*/ 78 h 111843"/>
                <a:gd name="connsiteX21" fmla="*/ 55132 w 151196"/>
                <a:gd name="connsiteY21" fmla="*/ 22645 h 111843"/>
                <a:gd name="connsiteX22" fmla="*/ 28654 w 151196"/>
                <a:gd name="connsiteY22" fmla="*/ 78 h 111843"/>
                <a:gd name="connsiteX23" fmla="*/ 9104 w 151196"/>
                <a:gd name="connsiteY23" fmla="*/ 13469 h 111843"/>
                <a:gd name="connsiteX24" fmla="*/ 196 w 151196"/>
                <a:gd name="connsiteY24" fmla="*/ 38020 h 111843"/>
                <a:gd name="connsiteX25" fmla="*/ 4403 w 151196"/>
                <a:gd name="connsiteY25" fmla="*/ 41244 h 111843"/>
                <a:gd name="connsiteX26" fmla="*/ 9847 w 151196"/>
                <a:gd name="connsiteY26" fmla="*/ 33804 h 111843"/>
                <a:gd name="connsiteX27" fmla="*/ 27911 w 151196"/>
                <a:gd name="connsiteY27" fmla="*/ 7021 h 111843"/>
                <a:gd name="connsiteX28" fmla="*/ 36077 w 151196"/>
                <a:gd name="connsiteY28" fmla="*/ 19173 h 111843"/>
                <a:gd name="connsiteX29" fmla="*/ 32118 w 151196"/>
                <a:gd name="connsiteY29" fmla="*/ 39756 h 111843"/>
                <a:gd name="connsiteX30" fmla="*/ 26674 w 151196"/>
                <a:gd name="connsiteY30" fmla="*/ 62075 h 111843"/>
                <a:gd name="connsiteX31" fmla="*/ 18755 w 151196"/>
                <a:gd name="connsiteY31" fmla="*/ 93818 h 111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196" h="111843">
                  <a:moveTo>
                    <a:pt x="18755" y="93818"/>
                  </a:moveTo>
                  <a:cubicBezTo>
                    <a:pt x="17765" y="97042"/>
                    <a:pt x="16281" y="103242"/>
                    <a:pt x="16281" y="103986"/>
                  </a:cubicBezTo>
                  <a:cubicBezTo>
                    <a:pt x="16281" y="109441"/>
                    <a:pt x="20735" y="111921"/>
                    <a:pt x="24694" y="111921"/>
                  </a:cubicBezTo>
                  <a:cubicBezTo>
                    <a:pt x="29149" y="111921"/>
                    <a:pt x="33108" y="108697"/>
                    <a:pt x="34345" y="106465"/>
                  </a:cubicBezTo>
                  <a:cubicBezTo>
                    <a:pt x="35582" y="104234"/>
                    <a:pt x="37562" y="96298"/>
                    <a:pt x="38799" y="91090"/>
                  </a:cubicBezTo>
                  <a:cubicBezTo>
                    <a:pt x="40037" y="86378"/>
                    <a:pt x="42759" y="74971"/>
                    <a:pt x="44243" y="68771"/>
                  </a:cubicBezTo>
                  <a:cubicBezTo>
                    <a:pt x="45728" y="63315"/>
                    <a:pt x="47213" y="57859"/>
                    <a:pt x="48450" y="52156"/>
                  </a:cubicBezTo>
                  <a:cubicBezTo>
                    <a:pt x="51172" y="41988"/>
                    <a:pt x="51667" y="40004"/>
                    <a:pt x="58843" y="29837"/>
                  </a:cubicBezTo>
                  <a:cubicBezTo>
                    <a:pt x="65772" y="19917"/>
                    <a:pt x="77403" y="7021"/>
                    <a:pt x="95962" y="7021"/>
                  </a:cubicBezTo>
                  <a:cubicBezTo>
                    <a:pt x="110315" y="7021"/>
                    <a:pt x="110562" y="19669"/>
                    <a:pt x="110562" y="24381"/>
                  </a:cubicBezTo>
                  <a:cubicBezTo>
                    <a:pt x="110562" y="39260"/>
                    <a:pt x="99922" y="66787"/>
                    <a:pt x="95962" y="77203"/>
                  </a:cubicBezTo>
                  <a:cubicBezTo>
                    <a:pt x="93240" y="84146"/>
                    <a:pt x="92250" y="86378"/>
                    <a:pt x="92250" y="90594"/>
                  </a:cubicBezTo>
                  <a:cubicBezTo>
                    <a:pt x="92250" y="103738"/>
                    <a:pt x="103138" y="111921"/>
                    <a:pt x="115759" y="111921"/>
                  </a:cubicBezTo>
                  <a:cubicBezTo>
                    <a:pt x="140505" y="111921"/>
                    <a:pt x="151393" y="77699"/>
                    <a:pt x="151393" y="73979"/>
                  </a:cubicBezTo>
                  <a:cubicBezTo>
                    <a:pt x="151393" y="70755"/>
                    <a:pt x="148176" y="70755"/>
                    <a:pt x="147433" y="70755"/>
                  </a:cubicBezTo>
                  <a:cubicBezTo>
                    <a:pt x="143969" y="70755"/>
                    <a:pt x="143722" y="72243"/>
                    <a:pt x="142732" y="74971"/>
                  </a:cubicBezTo>
                  <a:cubicBezTo>
                    <a:pt x="137040" y="94810"/>
                    <a:pt x="126399" y="104978"/>
                    <a:pt x="116501" y="104978"/>
                  </a:cubicBezTo>
                  <a:cubicBezTo>
                    <a:pt x="111305" y="104978"/>
                    <a:pt x="110315" y="101506"/>
                    <a:pt x="110315" y="96298"/>
                  </a:cubicBezTo>
                  <a:cubicBezTo>
                    <a:pt x="110315" y="90594"/>
                    <a:pt x="111552" y="87370"/>
                    <a:pt x="116006" y="76211"/>
                  </a:cubicBezTo>
                  <a:cubicBezTo>
                    <a:pt x="118976" y="68523"/>
                    <a:pt x="129122" y="42236"/>
                    <a:pt x="129122" y="28349"/>
                  </a:cubicBezTo>
                  <a:cubicBezTo>
                    <a:pt x="129122" y="4294"/>
                    <a:pt x="110067" y="78"/>
                    <a:pt x="96952" y="78"/>
                  </a:cubicBezTo>
                  <a:cubicBezTo>
                    <a:pt x="76413" y="78"/>
                    <a:pt x="62555" y="12725"/>
                    <a:pt x="55132" y="22645"/>
                  </a:cubicBezTo>
                  <a:cubicBezTo>
                    <a:pt x="53399" y="5534"/>
                    <a:pt x="38799" y="78"/>
                    <a:pt x="28654" y="78"/>
                  </a:cubicBezTo>
                  <a:cubicBezTo>
                    <a:pt x="18013" y="78"/>
                    <a:pt x="12321" y="7765"/>
                    <a:pt x="9104" y="13469"/>
                  </a:cubicBezTo>
                  <a:cubicBezTo>
                    <a:pt x="3660" y="22645"/>
                    <a:pt x="196" y="36780"/>
                    <a:pt x="196" y="38020"/>
                  </a:cubicBezTo>
                  <a:cubicBezTo>
                    <a:pt x="196" y="41244"/>
                    <a:pt x="3660" y="41244"/>
                    <a:pt x="4403" y="41244"/>
                  </a:cubicBezTo>
                  <a:cubicBezTo>
                    <a:pt x="7867" y="41244"/>
                    <a:pt x="8115" y="40500"/>
                    <a:pt x="9847" y="33804"/>
                  </a:cubicBezTo>
                  <a:cubicBezTo>
                    <a:pt x="13559" y="19173"/>
                    <a:pt x="18260" y="7021"/>
                    <a:pt x="27911" y="7021"/>
                  </a:cubicBezTo>
                  <a:cubicBezTo>
                    <a:pt x="34345" y="7021"/>
                    <a:pt x="36077" y="12477"/>
                    <a:pt x="36077" y="19173"/>
                  </a:cubicBezTo>
                  <a:cubicBezTo>
                    <a:pt x="36077" y="23885"/>
                    <a:pt x="33850" y="33060"/>
                    <a:pt x="32118" y="39756"/>
                  </a:cubicBezTo>
                  <a:cubicBezTo>
                    <a:pt x="30386" y="46452"/>
                    <a:pt x="27911" y="56619"/>
                    <a:pt x="26674" y="62075"/>
                  </a:cubicBezTo>
                  <a:lnTo>
                    <a:pt x="18755" y="93818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F194F0DA-A340-ACDA-F737-628FE11C8761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0830543" y="7962790"/>
              <a:ext cx="470523" cy="495980"/>
            </a:xfrm>
            <a:custGeom>
              <a:avLst/>
              <a:gdLst>
                <a:gd name="connsiteX0" fmla="*/ 427940 w 470523"/>
                <a:gd name="connsiteY0" fmla="*/ 496061 h 495980"/>
                <a:gd name="connsiteX1" fmla="*/ 470715 w 470523"/>
                <a:gd name="connsiteY1" fmla="*/ 382694 h 495980"/>
                <a:gd name="connsiteX2" fmla="*/ 461877 w 470523"/>
                <a:gd name="connsiteY2" fmla="*/ 382694 h 495980"/>
                <a:gd name="connsiteX3" fmla="*/ 369964 w 470523"/>
                <a:gd name="connsiteY3" fmla="*/ 454257 h 495980"/>
                <a:gd name="connsiteX4" fmla="*/ 260022 w 470523"/>
                <a:gd name="connsiteY4" fmla="*/ 465239 h 495980"/>
                <a:gd name="connsiteX5" fmla="*/ 46855 w 470523"/>
                <a:gd name="connsiteY5" fmla="*/ 465239 h 495980"/>
                <a:gd name="connsiteX6" fmla="*/ 226792 w 470523"/>
                <a:gd name="connsiteY6" fmla="*/ 253739 h 495980"/>
                <a:gd name="connsiteX7" fmla="*/ 229974 w 470523"/>
                <a:gd name="connsiteY7" fmla="*/ 248071 h 495980"/>
                <a:gd name="connsiteX8" fmla="*/ 227499 w 470523"/>
                <a:gd name="connsiteY8" fmla="*/ 242757 h 495980"/>
                <a:gd name="connsiteX9" fmla="*/ 62763 w 470523"/>
                <a:gd name="connsiteY9" fmla="*/ 17086 h 495980"/>
                <a:gd name="connsiteX10" fmla="*/ 256487 w 470523"/>
                <a:gd name="connsiteY10" fmla="*/ 17086 h 495980"/>
                <a:gd name="connsiteX11" fmla="*/ 339209 w 470523"/>
                <a:gd name="connsiteY11" fmla="*/ 22754 h 495980"/>
                <a:gd name="connsiteX12" fmla="*/ 416981 w 470523"/>
                <a:gd name="connsiteY12" fmla="*/ 49324 h 495980"/>
                <a:gd name="connsiteX13" fmla="*/ 461877 w 470523"/>
                <a:gd name="connsiteY13" fmla="*/ 99631 h 495980"/>
                <a:gd name="connsiteX14" fmla="*/ 470715 w 470523"/>
                <a:gd name="connsiteY14" fmla="*/ 99631 h 495980"/>
                <a:gd name="connsiteX15" fmla="*/ 427940 w 470523"/>
                <a:gd name="connsiteY15" fmla="*/ 81 h 495980"/>
                <a:gd name="connsiteX16" fmla="*/ 10090 w 470523"/>
                <a:gd name="connsiteY16" fmla="*/ 81 h 495980"/>
                <a:gd name="connsiteX17" fmla="*/ 545 w 470523"/>
                <a:gd name="connsiteY17" fmla="*/ 2561 h 495980"/>
                <a:gd name="connsiteX18" fmla="*/ 191 w 470523"/>
                <a:gd name="connsiteY18" fmla="*/ 14252 h 495980"/>
                <a:gd name="connsiteX19" fmla="*/ 187199 w 470523"/>
                <a:gd name="connsiteY19" fmla="*/ 270744 h 495980"/>
                <a:gd name="connsiteX20" fmla="*/ 4080 w 470523"/>
                <a:gd name="connsiteY20" fmla="*/ 485787 h 495980"/>
                <a:gd name="connsiteX21" fmla="*/ 545 w 470523"/>
                <a:gd name="connsiteY21" fmla="*/ 492164 h 495980"/>
                <a:gd name="connsiteX22" fmla="*/ 10090 w 470523"/>
                <a:gd name="connsiteY22" fmla="*/ 496061 h 495980"/>
                <a:gd name="connsiteX23" fmla="*/ 427940 w 470523"/>
                <a:gd name="connsiteY23" fmla="*/ 496061 h 495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70523" h="495980">
                  <a:moveTo>
                    <a:pt x="427940" y="496061"/>
                  </a:moveTo>
                  <a:lnTo>
                    <a:pt x="470715" y="382694"/>
                  </a:lnTo>
                  <a:lnTo>
                    <a:pt x="461877" y="382694"/>
                  </a:lnTo>
                  <a:cubicBezTo>
                    <a:pt x="448090" y="419538"/>
                    <a:pt x="410618" y="443629"/>
                    <a:pt x="369964" y="454257"/>
                  </a:cubicBezTo>
                  <a:cubicBezTo>
                    <a:pt x="362540" y="456028"/>
                    <a:pt x="327896" y="465239"/>
                    <a:pt x="260022" y="465239"/>
                  </a:cubicBezTo>
                  <a:lnTo>
                    <a:pt x="46855" y="465239"/>
                  </a:lnTo>
                  <a:lnTo>
                    <a:pt x="226792" y="253739"/>
                  </a:lnTo>
                  <a:cubicBezTo>
                    <a:pt x="229267" y="250905"/>
                    <a:pt x="229974" y="249842"/>
                    <a:pt x="229974" y="248071"/>
                  </a:cubicBezTo>
                  <a:cubicBezTo>
                    <a:pt x="229974" y="247362"/>
                    <a:pt x="229974" y="246299"/>
                    <a:pt x="227499" y="242757"/>
                  </a:cubicBezTo>
                  <a:lnTo>
                    <a:pt x="62763" y="17086"/>
                  </a:lnTo>
                  <a:lnTo>
                    <a:pt x="256487" y="17086"/>
                  </a:lnTo>
                  <a:cubicBezTo>
                    <a:pt x="303857" y="17086"/>
                    <a:pt x="336027" y="22046"/>
                    <a:pt x="339209" y="22754"/>
                  </a:cubicBezTo>
                  <a:cubicBezTo>
                    <a:pt x="358298" y="25588"/>
                    <a:pt x="389054" y="31611"/>
                    <a:pt x="416981" y="49324"/>
                  </a:cubicBezTo>
                  <a:cubicBezTo>
                    <a:pt x="425819" y="54993"/>
                    <a:pt x="449858" y="70935"/>
                    <a:pt x="461877" y="99631"/>
                  </a:cubicBezTo>
                  <a:lnTo>
                    <a:pt x="470715" y="99631"/>
                  </a:lnTo>
                  <a:lnTo>
                    <a:pt x="427940" y="81"/>
                  </a:lnTo>
                  <a:lnTo>
                    <a:pt x="10090" y="81"/>
                  </a:lnTo>
                  <a:cubicBezTo>
                    <a:pt x="1959" y="81"/>
                    <a:pt x="1605" y="435"/>
                    <a:pt x="545" y="2561"/>
                  </a:cubicBezTo>
                  <a:cubicBezTo>
                    <a:pt x="191" y="3623"/>
                    <a:pt x="191" y="10355"/>
                    <a:pt x="191" y="14252"/>
                  </a:cubicBezTo>
                  <a:lnTo>
                    <a:pt x="187199" y="270744"/>
                  </a:lnTo>
                  <a:lnTo>
                    <a:pt x="4080" y="485787"/>
                  </a:lnTo>
                  <a:cubicBezTo>
                    <a:pt x="545" y="490038"/>
                    <a:pt x="545" y="491810"/>
                    <a:pt x="545" y="492164"/>
                  </a:cubicBezTo>
                  <a:cubicBezTo>
                    <a:pt x="545" y="496061"/>
                    <a:pt x="3726" y="496061"/>
                    <a:pt x="10090" y="496061"/>
                  </a:cubicBezTo>
                  <a:lnTo>
                    <a:pt x="427940" y="496061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B7BCD0D6-11D3-1274-676B-4F8527949E47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0848716" y="8552925"/>
              <a:ext cx="74979" cy="166897"/>
            </a:xfrm>
            <a:custGeom>
              <a:avLst/>
              <a:gdLst>
                <a:gd name="connsiteX0" fmla="*/ 68738 w 74979"/>
                <a:gd name="connsiteY0" fmla="*/ 9526 h 166897"/>
                <a:gd name="connsiteX1" fmla="*/ 58839 w 74979"/>
                <a:gd name="connsiteY1" fmla="*/ 102 h 166897"/>
                <a:gd name="connsiteX2" fmla="*/ 44982 w 74979"/>
                <a:gd name="connsiteY2" fmla="*/ 13741 h 166897"/>
                <a:gd name="connsiteX3" fmla="*/ 54880 w 74979"/>
                <a:gd name="connsiteY3" fmla="*/ 23165 h 166897"/>
                <a:gd name="connsiteX4" fmla="*/ 68738 w 74979"/>
                <a:gd name="connsiteY4" fmla="*/ 9526 h 166897"/>
                <a:gd name="connsiteX5" fmla="*/ 18256 w 74979"/>
                <a:gd name="connsiteY5" fmla="*/ 135504 h 166897"/>
                <a:gd name="connsiteX6" fmla="*/ 16029 w 74979"/>
                <a:gd name="connsiteY6" fmla="*/ 145920 h 166897"/>
                <a:gd name="connsiteX7" fmla="*/ 39538 w 74979"/>
                <a:gd name="connsiteY7" fmla="*/ 166999 h 166897"/>
                <a:gd name="connsiteX8" fmla="*/ 75172 w 74979"/>
                <a:gd name="connsiteY8" fmla="*/ 129057 h 166897"/>
                <a:gd name="connsiteX9" fmla="*/ 71212 w 74979"/>
                <a:gd name="connsiteY9" fmla="*/ 125833 h 166897"/>
                <a:gd name="connsiteX10" fmla="*/ 66511 w 74979"/>
                <a:gd name="connsiteY10" fmla="*/ 130049 h 166897"/>
                <a:gd name="connsiteX11" fmla="*/ 40280 w 74979"/>
                <a:gd name="connsiteY11" fmla="*/ 160056 h 166897"/>
                <a:gd name="connsiteX12" fmla="*/ 34094 w 74979"/>
                <a:gd name="connsiteY12" fmla="*/ 151376 h 166897"/>
                <a:gd name="connsiteX13" fmla="*/ 38053 w 74979"/>
                <a:gd name="connsiteY13" fmla="*/ 135504 h 166897"/>
                <a:gd name="connsiteX14" fmla="*/ 45972 w 74979"/>
                <a:gd name="connsiteY14" fmla="*/ 115665 h 166897"/>
                <a:gd name="connsiteX15" fmla="*/ 58097 w 74979"/>
                <a:gd name="connsiteY15" fmla="*/ 84171 h 166897"/>
                <a:gd name="connsiteX16" fmla="*/ 59582 w 74979"/>
                <a:gd name="connsiteY16" fmla="*/ 76235 h 166897"/>
                <a:gd name="connsiteX17" fmla="*/ 36073 w 74979"/>
                <a:gd name="connsiteY17" fmla="*/ 55156 h 166897"/>
                <a:gd name="connsiteX18" fmla="*/ 192 w 74979"/>
                <a:gd name="connsiteY18" fmla="*/ 93098 h 166897"/>
                <a:gd name="connsiteX19" fmla="*/ 4399 w 74979"/>
                <a:gd name="connsiteY19" fmla="*/ 96322 h 166897"/>
                <a:gd name="connsiteX20" fmla="*/ 8853 w 74979"/>
                <a:gd name="connsiteY20" fmla="*/ 92354 h 166897"/>
                <a:gd name="connsiteX21" fmla="*/ 35331 w 74979"/>
                <a:gd name="connsiteY21" fmla="*/ 62099 h 166897"/>
                <a:gd name="connsiteX22" fmla="*/ 41517 w 74979"/>
                <a:gd name="connsiteY22" fmla="*/ 70779 h 166897"/>
                <a:gd name="connsiteX23" fmla="*/ 33846 w 74979"/>
                <a:gd name="connsiteY23" fmla="*/ 95578 h 166897"/>
                <a:gd name="connsiteX24" fmla="*/ 18256 w 74979"/>
                <a:gd name="connsiteY24" fmla="*/ 135504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979" h="166897">
                  <a:moveTo>
                    <a:pt x="68738" y="9526"/>
                  </a:moveTo>
                  <a:cubicBezTo>
                    <a:pt x="68738" y="5558"/>
                    <a:pt x="65768" y="102"/>
                    <a:pt x="58839" y="102"/>
                  </a:cubicBezTo>
                  <a:cubicBezTo>
                    <a:pt x="52158" y="102"/>
                    <a:pt x="44982" y="6550"/>
                    <a:pt x="44982" y="13741"/>
                  </a:cubicBezTo>
                  <a:cubicBezTo>
                    <a:pt x="44982" y="17957"/>
                    <a:pt x="48199" y="23165"/>
                    <a:pt x="54880" y="23165"/>
                  </a:cubicBezTo>
                  <a:cubicBezTo>
                    <a:pt x="62056" y="23165"/>
                    <a:pt x="68738" y="16221"/>
                    <a:pt x="68738" y="9526"/>
                  </a:cubicBezTo>
                  <a:close/>
                  <a:moveTo>
                    <a:pt x="18256" y="135504"/>
                  </a:moveTo>
                  <a:cubicBezTo>
                    <a:pt x="17267" y="138728"/>
                    <a:pt x="16029" y="141704"/>
                    <a:pt x="16029" y="145920"/>
                  </a:cubicBezTo>
                  <a:cubicBezTo>
                    <a:pt x="16029" y="157576"/>
                    <a:pt x="25928" y="166999"/>
                    <a:pt x="39538" y="166999"/>
                  </a:cubicBezTo>
                  <a:cubicBezTo>
                    <a:pt x="64284" y="166999"/>
                    <a:pt x="75172" y="132777"/>
                    <a:pt x="75172" y="129057"/>
                  </a:cubicBezTo>
                  <a:cubicBezTo>
                    <a:pt x="75172" y="125833"/>
                    <a:pt x="71955" y="125833"/>
                    <a:pt x="71212" y="125833"/>
                  </a:cubicBezTo>
                  <a:cubicBezTo>
                    <a:pt x="67748" y="125833"/>
                    <a:pt x="67501" y="127321"/>
                    <a:pt x="66511" y="130049"/>
                  </a:cubicBezTo>
                  <a:cubicBezTo>
                    <a:pt x="60819" y="149888"/>
                    <a:pt x="49931" y="160056"/>
                    <a:pt x="40280" y="160056"/>
                  </a:cubicBezTo>
                  <a:cubicBezTo>
                    <a:pt x="35331" y="160056"/>
                    <a:pt x="34094" y="156832"/>
                    <a:pt x="34094" y="151376"/>
                  </a:cubicBezTo>
                  <a:cubicBezTo>
                    <a:pt x="34094" y="145672"/>
                    <a:pt x="35826" y="140960"/>
                    <a:pt x="38053" y="135504"/>
                  </a:cubicBezTo>
                  <a:cubicBezTo>
                    <a:pt x="40528" y="128809"/>
                    <a:pt x="43250" y="122113"/>
                    <a:pt x="45972" y="115665"/>
                  </a:cubicBezTo>
                  <a:cubicBezTo>
                    <a:pt x="48199" y="109714"/>
                    <a:pt x="57107" y="87146"/>
                    <a:pt x="58097" y="84171"/>
                  </a:cubicBezTo>
                  <a:cubicBezTo>
                    <a:pt x="58839" y="81691"/>
                    <a:pt x="59582" y="78715"/>
                    <a:pt x="59582" y="76235"/>
                  </a:cubicBezTo>
                  <a:cubicBezTo>
                    <a:pt x="59582" y="64579"/>
                    <a:pt x="49684" y="55156"/>
                    <a:pt x="36073" y="55156"/>
                  </a:cubicBezTo>
                  <a:cubicBezTo>
                    <a:pt x="11575" y="55156"/>
                    <a:pt x="192" y="88882"/>
                    <a:pt x="192" y="93098"/>
                  </a:cubicBezTo>
                  <a:cubicBezTo>
                    <a:pt x="192" y="96322"/>
                    <a:pt x="3656" y="96322"/>
                    <a:pt x="4399" y="96322"/>
                  </a:cubicBezTo>
                  <a:cubicBezTo>
                    <a:pt x="7863" y="96322"/>
                    <a:pt x="8111" y="95082"/>
                    <a:pt x="8853" y="92354"/>
                  </a:cubicBezTo>
                  <a:cubicBezTo>
                    <a:pt x="15287" y="71027"/>
                    <a:pt x="26175" y="62099"/>
                    <a:pt x="35331" y="62099"/>
                  </a:cubicBezTo>
                  <a:cubicBezTo>
                    <a:pt x="39290" y="62099"/>
                    <a:pt x="41517" y="64083"/>
                    <a:pt x="41517" y="70779"/>
                  </a:cubicBezTo>
                  <a:cubicBezTo>
                    <a:pt x="41517" y="76483"/>
                    <a:pt x="40033" y="80203"/>
                    <a:pt x="33846" y="95578"/>
                  </a:cubicBezTo>
                  <a:lnTo>
                    <a:pt x="18256" y="135504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959B157B-B9D1-6E16-BD1B-DD50FAF0C5C3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0954426" y="8621866"/>
              <a:ext cx="182129" cy="66709"/>
            </a:xfrm>
            <a:custGeom>
              <a:avLst/>
              <a:gdLst>
                <a:gd name="connsiteX0" fmla="*/ 172920 w 182129"/>
                <a:gd name="connsiteY0" fmla="*/ 12253 h 66709"/>
                <a:gd name="connsiteX1" fmla="*/ 182324 w 182129"/>
                <a:gd name="connsiteY1" fmla="*/ 6054 h 66709"/>
                <a:gd name="connsiteX2" fmla="*/ 173168 w 182129"/>
                <a:gd name="connsiteY2" fmla="*/ 102 h 66709"/>
                <a:gd name="connsiteX3" fmla="*/ 9351 w 182129"/>
                <a:gd name="connsiteY3" fmla="*/ 102 h 66709"/>
                <a:gd name="connsiteX4" fmla="*/ 195 w 182129"/>
                <a:gd name="connsiteY4" fmla="*/ 6054 h 66709"/>
                <a:gd name="connsiteX5" fmla="*/ 9598 w 182129"/>
                <a:gd name="connsiteY5" fmla="*/ 12253 h 66709"/>
                <a:gd name="connsiteX6" fmla="*/ 172920 w 182129"/>
                <a:gd name="connsiteY6" fmla="*/ 12253 h 66709"/>
                <a:gd name="connsiteX7" fmla="*/ 173168 w 182129"/>
                <a:gd name="connsiteY7" fmla="*/ 66811 h 66709"/>
                <a:gd name="connsiteX8" fmla="*/ 182324 w 182129"/>
                <a:gd name="connsiteY8" fmla="*/ 60859 h 66709"/>
                <a:gd name="connsiteX9" fmla="*/ 172920 w 182129"/>
                <a:gd name="connsiteY9" fmla="*/ 54660 h 66709"/>
                <a:gd name="connsiteX10" fmla="*/ 9598 w 182129"/>
                <a:gd name="connsiteY10" fmla="*/ 54660 h 66709"/>
                <a:gd name="connsiteX11" fmla="*/ 195 w 182129"/>
                <a:gd name="connsiteY11" fmla="*/ 60859 h 66709"/>
                <a:gd name="connsiteX12" fmla="*/ 9351 w 182129"/>
                <a:gd name="connsiteY12" fmla="*/ 66811 h 66709"/>
                <a:gd name="connsiteX13" fmla="*/ 173168 w 182129"/>
                <a:gd name="connsiteY13" fmla="*/ 66811 h 66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2129" h="66709">
                  <a:moveTo>
                    <a:pt x="172920" y="12253"/>
                  </a:moveTo>
                  <a:cubicBezTo>
                    <a:pt x="176632" y="12253"/>
                    <a:pt x="182324" y="12253"/>
                    <a:pt x="182324" y="6054"/>
                  </a:cubicBezTo>
                  <a:cubicBezTo>
                    <a:pt x="182324" y="102"/>
                    <a:pt x="176385" y="102"/>
                    <a:pt x="173168" y="102"/>
                  </a:cubicBezTo>
                  <a:lnTo>
                    <a:pt x="9351" y="102"/>
                  </a:lnTo>
                  <a:cubicBezTo>
                    <a:pt x="6134" y="102"/>
                    <a:pt x="195" y="102"/>
                    <a:pt x="195" y="6054"/>
                  </a:cubicBezTo>
                  <a:cubicBezTo>
                    <a:pt x="195" y="12253"/>
                    <a:pt x="5886" y="12253"/>
                    <a:pt x="9598" y="12253"/>
                  </a:cubicBezTo>
                  <a:lnTo>
                    <a:pt x="172920" y="12253"/>
                  </a:lnTo>
                  <a:close/>
                  <a:moveTo>
                    <a:pt x="173168" y="66811"/>
                  </a:moveTo>
                  <a:cubicBezTo>
                    <a:pt x="176385" y="66811"/>
                    <a:pt x="182324" y="66811"/>
                    <a:pt x="182324" y="60859"/>
                  </a:cubicBezTo>
                  <a:cubicBezTo>
                    <a:pt x="182324" y="54660"/>
                    <a:pt x="176632" y="54660"/>
                    <a:pt x="172920" y="54660"/>
                  </a:cubicBezTo>
                  <a:lnTo>
                    <a:pt x="9598" y="54660"/>
                  </a:lnTo>
                  <a:cubicBezTo>
                    <a:pt x="5886" y="54660"/>
                    <a:pt x="195" y="54660"/>
                    <a:pt x="195" y="60859"/>
                  </a:cubicBezTo>
                  <a:cubicBezTo>
                    <a:pt x="195" y="66811"/>
                    <a:pt x="6134" y="66811"/>
                    <a:pt x="9351" y="66811"/>
                  </a:cubicBezTo>
                  <a:lnTo>
                    <a:pt x="173168" y="66811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824D209B-0DA7-2858-25A3-AFA8FF0CC668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1181095" y="8552677"/>
              <a:ext cx="90074" cy="164665"/>
            </a:xfrm>
            <a:custGeom>
              <a:avLst/>
              <a:gdLst>
                <a:gd name="connsiteX0" fmla="*/ 56126 w 90074"/>
                <a:gd name="connsiteY0" fmla="*/ 7046 h 164665"/>
                <a:gd name="connsiteX1" fmla="*/ 48703 w 90074"/>
                <a:gd name="connsiteY1" fmla="*/ 102 h 164665"/>
                <a:gd name="connsiteX2" fmla="*/ 201 w 90074"/>
                <a:gd name="connsiteY2" fmla="*/ 15973 h 164665"/>
                <a:gd name="connsiteX3" fmla="*/ 201 w 90074"/>
                <a:gd name="connsiteY3" fmla="*/ 24901 h 164665"/>
                <a:gd name="connsiteX4" fmla="*/ 36082 w 90074"/>
                <a:gd name="connsiteY4" fmla="*/ 17957 h 164665"/>
                <a:gd name="connsiteX5" fmla="*/ 36082 w 90074"/>
                <a:gd name="connsiteY5" fmla="*/ 144432 h 164665"/>
                <a:gd name="connsiteX6" fmla="*/ 11337 w 90074"/>
                <a:gd name="connsiteY6" fmla="*/ 155840 h 164665"/>
                <a:gd name="connsiteX7" fmla="*/ 1933 w 90074"/>
                <a:gd name="connsiteY7" fmla="*/ 155840 h 164665"/>
                <a:gd name="connsiteX8" fmla="*/ 1933 w 90074"/>
                <a:gd name="connsiteY8" fmla="*/ 164767 h 164665"/>
                <a:gd name="connsiteX9" fmla="*/ 45981 w 90074"/>
                <a:gd name="connsiteY9" fmla="*/ 163775 h 164665"/>
                <a:gd name="connsiteX10" fmla="*/ 90276 w 90074"/>
                <a:gd name="connsiteY10" fmla="*/ 164767 h 164665"/>
                <a:gd name="connsiteX11" fmla="*/ 90276 w 90074"/>
                <a:gd name="connsiteY11" fmla="*/ 155840 h 164665"/>
                <a:gd name="connsiteX12" fmla="*/ 80872 w 90074"/>
                <a:gd name="connsiteY12" fmla="*/ 155840 h 164665"/>
                <a:gd name="connsiteX13" fmla="*/ 56126 w 90074"/>
                <a:gd name="connsiteY13" fmla="*/ 144432 h 164665"/>
                <a:gd name="connsiteX14" fmla="*/ 56126 w 90074"/>
                <a:gd name="connsiteY14" fmla="*/ 7046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074" h="164665">
                  <a:moveTo>
                    <a:pt x="56126" y="7046"/>
                  </a:moveTo>
                  <a:cubicBezTo>
                    <a:pt x="56126" y="350"/>
                    <a:pt x="55631" y="102"/>
                    <a:pt x="48703" y="102"/>
                  </a:cubicBezTo>
                  <a:cubicBezTo>
                    <a:pt x="32865" y="15725"/>
                    <a:pt x="10347" y="15973"/>
                    <a:pt x="201" y="15973"/>
                  </a:cubicBezTo>
                  <a:lnTo>
                    <a:pt x="201" y="24901"/>
                  </a:lnTo>
                  <a:cubicBezTo>
                    <a:pt x="6140" y="24901"/>
                    <a:pt x="22472" y="24901"/>
                    <a:pt x="36082" y="17957"/>
                  </a:cubicBezTo>
                  <a:lnTo>
                    <a:pt x="36082" y="144432"/>
                  </a:lnTo>
                  <a:cubicBezTo>
                    <a:pt x="36082" y="152616"/>
                    <a:pt x="36082" y="155840"/>
                    <a:pt x="11337" y="155840"/>
                  </a:cubicBezTo>
                  <a:lnTo>
                    <a:pt x="1933" y="155840"/>
                  </a:lnTo>
                  <a:lnTo>
                    <a:pt x="1933" y="164767"/>
                  </a:lnTo>
                  <a:cubicBezTo>
                    <a:pt x="6387" y="164519"/>
                    <a:pt x="36825" y="163775"/>
                    <a:pt x="45981" y="163775"/>
                  </a:cubicBezTo>
                  <a:cubicBezTo>
                    <a:pt x="53652" y="163775"/>
                    <a:pt x="84832" y="164519"/>
                    <a:pt x="90276" y="164767"/>
                  </a:cubicBezTo>
                  <a:lnTo>
                    <a:pt x="90276" y="155840"/>
                  </a:lnTo>
                  <a:lnTo>
                    <a:pt x="80872" y="155840"/>
                  </a:lnTo>
                  <a:cubicBezTo>
                    <a:pt x="56126" y="155840"/>
                    <a:pt x="56126" y="152616"/>
                    <a:pt x="56126" y="144432"/>
                  </a:cubicBezTo>
                  <a:lnTo>
                    <a:pt x="56126" y="7046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41A2749-E9DB-AC95-77BE-90E47DB29674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1454176" y="8057383"/>
              <a:ext cx="232963" cy="249761"/>
            </a:xfrm>
            <a:custGeom>
              <a:avLst/>
              <a:gdLst>
                <a:gd name="connsiteX0" fmla="*/ 186861 w 232963"/>
                <a:gd name="connsiteY0" fmla="*/ 39769 h 249761"/>
                <a:gd name="connsiteX1" fmla="*/ 226454 w 232963"/>
                <a:gd name="connsiteY1" fmla="*/ 11073 h 249761"/>
                <a:gd name="connsiteX2" fmla="*/ 233171 w 232963"/>
                <a:gd name="connsiteY2" fmla="*/ 3987 h 249761"/>
                <a:gd name="connsiteX3" fmla="*/ 228576 w 232963"/>
                <a:gd name="connsiteY3" fmla="*/ 90 h 249761"/>
                <a:gd name="connsiteX4" fmla="*/ 201709 w 232963"/>
                <a:gd name="connsiteY4" fmla="*/ 1153 h 249761"/>
                <a:gd name="connsiteX5" fmla="*/ 169186 w 232963"/>
                <a:gd name="connsiteY5" fmla="*/ 90 h 249761"/>
                <a:gd name="connsiteX6" fmla="*/ 162822 w 232963"/>
                <a:gd name="connsiteY6" fmla="*/ 6821 h 249761"/>
                <a:gd name="connsiteX7" fmla="*/ 168479 w 232963"/>
                <a:gd name="connsiteY7" fmla="*/ 11073 h 249761"/>
                <a:gd name="connsiteX8" fmla="*/ 182619 w 232963"/>
                <a:gd name="connsiteY8" fmla="*/ 22409 h 249761"/>
                <a:gd name="connsiteX9" fmla="*/ 177316 w 232963"/>
                <a:gd name="connsiteY9" fmla="*/ 36580 h 249761"/>
                <a:gd name="connsiteX10" fmla="*/ 75152 w 232963"/>
                <a:gd name="connsiteY10" fmla="*/ 207693 h 249761"/>
                <a:gd name="connsiteX11" fmla="*/ 57123 w 232963"/>
                <a:gd name="connsiteY11" fmla="*/ 22055 h 249761"/>
                <a:gd name="connsiteX12" fmla="*/ 79394 w 232963"/>
                <a:gd name="connsiteY12" fmla="*/ 11073 h 249761"/>
                <a:gd name="connsiteX13" fmla="*/ 88232 w 232963"/>
                <a:gd name="connsiteY13" fmla="*/ 4341 h 249761"/>
                <a:gd name="connsiteX14" fmla="*/ 83282 w 232963"/>
                <a:gd name="connsiteY14" fmla="*/ 90 h 249761"/>
                <a:gd name="connsiteX15" fmla="*/ 42629 w 232963"/>
                <a:gd name="connsiteY15" fmla="*/ 1153 h 249761"/>
                <a:gd name="connsiteX16" fmla="*/ 6570 w 232963"/>
                <a:gd name="connsiteY16" fmla="*/ 90 h 249761"/>
                <a:gd name="connsiteX17" fmla="*/ 207 w 232963"/>
                <a:gd name="connsiteY17" fmla="*/ 6821 h 249761"/>
                <a:gd name="connsiteX18" fmla="*/ 8692 w 232963"/>
                <a:gd name="connsiteY18" fmla="*/ 11073 h 249761"/>
                <a:gd name="connsiteX19" fmla="*/ 27781 w 232963"/>
                <a:gd name="connsiteY19" fmla="*/ 23118 h 249761"/>
                <a:gd name="connsiteX20" fmla="*/ 48992 w 232963"/>
                <a:gd name="connsiteY20" fmla="*/ 241349 h 249761"/>
                <a:gd name="connsiteX21" fmla="*/ 55709 w 232963"/>
                <a:gd name="connsiteY21" fmla="*/ 249852 h 249761"/>
                <a:gd name="connsiteX22" fmla="*/ 65607 w 232963"/>
                <a:gd name="connsiteY22" fmla="*/ 243120 h 249761"/>
                <a:gd name="connsiteX23" fmla="*/ 186861 w 232963"/>
                <a:gd name="connsiteY23" fmla="*/ 39769 h 24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2963" h="249761">
                  <a:moveTo>
                    <a:pt x="186861" y="39769"/>
                  </a:moveTo>
                  <a:cubicBezTo>
                    <a:pt x="201002" y="16032"/>
                    <a:pt x="213375" y="12135"/>
                    <a:pt x="226454" y="11073"/>
                  </a:cubicBezTo>
                  <a:cubicBezTo>
                    <a:pt x="229283" y="10718"/>
                    <a:pt x="233171" y="10718"/>
                    <a:pt x="233171" y="3987"/>
                  </a:cubicBezTo>
                  <a:cubicBezTo>
                    <a:pt x="233171" y="3279"/>
                    <a:pt x="232464" y="90"/>
                    <a:pt x="228576" y="90"/>
                  </a:cubicBezTo>
                  <a:cubicBezTo>
                    <a:pt x="220091" y="90"/>
                    <a:pt x="210547" y="1153"/>
                    <a:pt x="201709" y="1153"/>
                  </a:cubicBezTo>
                  <a:cubicBezTo>
                    <a:pt x="191103" y="1153"/>
                    <a:pt x="179438" y="90"/>
                    <a:pt x="169186" y="90"/>
                  </a:cubicBezTo>
                  <a:cubicBezTo>
                    <a:pt x="167065" y="90"/>
                    <a:pt x="162822" y="90"/>
                    <a:pt x="162822" y="6821"/>
                  </a:cubicBezTo>
                  <a:cubicBezTo>
                    <a:pt x="162822" y="10718"/>
                    <a:pt x="165651" y="10718"/>
                    <a:pt x="168479" y="11073"/>
                  </a:cubicBezTo>
                  <a:cubicBezTo>
                    <a:pt x="174135" y="11427"/>
                    <a:pt x="182619" y="13907"/>
                    <a:pt x="182619" y="22409"/>
                  </a:cubicBezTo>
                  <a:cubicBezTo>
                    <a:pt x="182619" y="27015"/>
                    <a:pt x="178730" y="34100"/>
                    <a:pt x="177316" y="36580"/>
                  </a:cubicBezTo>
                  <a:lnTo>
                    <a:pt x="75152" y="207693"/>
                  </a:lnTo>
                  <a:lnTo>
                    <a:pt x="57123" y="22055"/>
                  </a:lnTo>
                  <a:cubicBezTo>
                    <a:pt x="57123" y="11427"/>
                    <a:pt x="75859" y="11073"/>
                    <a:pt x="79394" y="11073"/>
                  </a:cubicBezTo>
                  <a:cubicBezTo>
                    <a:pt x="84343" y="11073"/>
                    <a:pt x="88232" y="11073"/>
                    <a:pt x="88232" y="4341"/>
                  </a:cubicBezTo>
                  <a:cubicBezTo>
                    <a:pt x="88232" y="90"/>
                    <a:pt x="84343" y="90"/>
                    <a:pt x="83282" y="90"/>
                  </a:cubicBezTo>
                  <a:cubicBezTo>
                    <a:pt x="70203" y="90"/>
                    <a:pt x="56062" y="1153"/>
                    <a:pt x="42629" y="1153"/>
                  </a:cubicBezTo>
                  <a:cubicBezTo>
                    <a:pt x="30609" y="1153"/>
                    <a:pt x="18236" y="90"/>
                    <a:pt x="6570" y="90"/>
                  </a:cubicBezTo>
                  <a:cubicBezTo>
                    <a:pt x="4803" y="90"/>
                    <a:pt x="207" y="90"/>
                    <a:pt x="207" y="6821"/>
                  </a:cubicBezTo>
                  <a:cubicBezTo>
                    <a:pt x="207" y="11073"/>
                    <a:pt x="3742" y="11073"/>
                    <a:pt x="8692" y="11073"/>
                  </a:cubicBezTo>
                  <a:cubicBezTo>
                    <a:pt x="26367" y="11073"/>
                    <a:pt x="27074" y="14261"/>
                    <a:pt x="27781" y="23118"/>
                  </a:cubicBezTo>
                  <a:lnTo>
                    <a:pt x="48992" y="241349"/>
                  </a:lnTo>
                  <a:cubicBezTo>
                    <a:pt x="49699" y="248080"/>
                    <a:pt x="50052" y="249852"/>
                    <a:pt x="55709" y="249852"/>
                  </a:cubicBezTo>
                  <a:cubicBezTo>
                    <a:pt x="59951" y="249852"/>
                    <a:pt x="61718" y="249497"/>
                    <a:pt x="65607" y="243120"/>
                  </a:cubicBezTo>
                  <a:lnTo>
                    <a:pt x="186861" y="39769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5C61D8EE-0038-E969-928E-81339E2D864C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1654144" y="8142762"/>
              <a:ext cx="150949" cy="160484"/>
            </a:xfrm>
            <a:custGeom>
              <a:avLst/>
              <a:gdLst>
                <a:gd name="connsiteX0" fmla="*/ 85410 w 150949"/>
                <a:gd name="connsiteY0" fmla="*/ 135776 h 160484"/>
                <a:gd name="connsiteX1" fmla="*/ 114752 w 150949"/>
                <a:gd name="connsiteY1" fmla="*/ 160575 h 160484"/>
                <a:gd name="connsiteX2" fmla="*/ 140558 w 150949"/>
                <a:gd name="connsiteY2" fmla="*/ 140736 h 160484"/>
                <a:gd name="connsiteX3" fmla="*/ 151163 w 150949"/>
                <a:gd name="connsiteY3" fmla="*/ 106017 h 160484"/>
                <a:gd name="connsiteX4" fmla="*/ 145861 w 150949"/>
                <a:gd name="connsiteY4" fmla="*/ 102475 h 160484"/>
                <a:gd name="connsiteX5" fmla="*/ 139144 w 150949"/>
                <a:gd name="connsiteY5" fmla="*/ 110623 h 160484"/>
                <a:gd name="connsiteX6" fmla="*/ 115459 w 150949"/>
                <a:gd name="connsiteY6" fmla="*/ 152781 h 160484"/>
                <a:gd name="connsiteX7" fmla="*/ 106267 w 150949"/>
                <a:gd name="connsiteY7" fmla="*/ 138256 h 160484"/>
                <a:gd name="connsiteX8" fmla="*/ 108742 w 150949"/>
                <a:gd name="connsiteY8" fmla="*/ 120188 h 160484"/>
                <a:gd name="connsiteX9" fmla="*/ 132781 w 150949"/>
                <a:gd name="connsiteY9" fmla="*/ 23826 h 160484"/>
                <a:gd name="connsiteX10" fmla="*/ 134195 w 150949"/>
                <a:gd name="connsiteY10" fmla="*/ 16387 h 160484"/>
                <a:gd name="connsiteX11" fmla="*/ 124650 w 150949"/>
                <a:gd name="connsiteY11" fmla="*/ 7176 h 160484"/>
                <a:gd name="connsiteX12" fmla="*/ 110509 w 150949"/>
                <a:gd name="connsiteY12" fmla="*/ 20992 h 160484"/>
                <a:gd name="connsiteX13" fmla="*/ 81168 w 150949"/>
                <a:gd name="connsiteY13" fmla="*/ 90 h 160484"/>
                <a:gd name="connsiteX14" fmla="*/ 214 w 150949"/>
                <a:gd name="connsiteY14" fmla="*/ 105663 h 160484"/>
                <a:gd name="connsiteX15" fmla="*/ 42989 w 150949"/>
                <a:gd name="connsiteY15" fmla="*/ 160575 h 160484"/>
                <a:gd name="connsiteX16" fmla="*/ 85410 w 150949"/>
                <a:gd name="connsiteY16" fmla="*/ 135776 h 160484"/>
                <a:gd name="connsiteX17" fmla="*/ 104500 w 150949"/>
                <a:gd name="connsiteY17" fmla="*/ 45791 h 160484"/>
                <a:gd name="connsiteX18" fmla="*/ 87885 w 150949"/>
                <a:gd name="connsiteY18" fmla="*/ 112749 h 160484"/>
                <a:gd name="connsiteX19" fmla="*/ 43696 w 150949"/>
                <a:gd name="connsiteY19" fmla="*/ 152781 h 160484"/>
                <a:gd name="connsiteX20" fmla="*/ 24253 w 150949"/>
                <a:gd name="connsiteY20" fmla="*/ 121251 h 160484"/>
                <a:gd name="connsiteX21" fmla="*/ 41575 w 150949"/>
                <a:gd name="connsiteY21" fmla="*/ 47208 h 160484"/>
                <a:gd name="connsiteX22" fmla="*/ 81168 w 150949"/>
                <a:gd name="connsiteY22" fmla="*/ 7884 h 160484"/>
                <a:gd name="connsiteX23" fmla="*/ 105560 w 150949"/>
                <a:gd name="connsiteY23" fmla="*/ 41186 h 160484"/>
                <a:gd name="connsiteX24" fmla="*/ 104500 w 150949"/>
                <a:gd name="connsiteY24" fmla="*/ 45791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50949" h="160484">
                  <a:moveTo>
                    <a:pt x="85410" y="135776"/>
                  </a:moveTo>
                  <a:cubicBezTo>
                    <a:pt x="89299" y="153135"/>
                    <a:pt x="102379" y="160575"/>
                    <a:pt x="114752" y="160575"/>
                  </a:cubicBezTo>
                  <a:cubicBezTo>
                    <a:pt x="127831" y="160575"/>
                    <a:pt x="135255" y="151718"/>
                    <a:pt x="140558" y="140736"/>
                  </a:cubicBezTo>
                  <a:cubicBezTo>
                    <a:pt x="146921" y="127274"/>
                    <a:pt x="151163" y="106726"/>
                    <a:pt x="151163" y="106017"/>
                  </a:cubicBezTo>
                  <a:cubicBezTo>
                    <a:pt x="151163" y="102475"/>
                    <a:pt x="148335" y="102475"/>
                    <a:pt x="145861" y="102475"/>
                  </a:cubicBezTo>
                  <a:cubicBezTo>
                    <a:pt x="141618" y="102475"/>
                    <a:pt x="141265" y="102829"/>
                    <a:pt x="139144" y="110623"/>
                  </a:cubicBezTo>
                  <a:cubicBezTo>
                    <a:pt x="134195" y="130462"/>
                    <a:pt x="127478" y="152781"/>
                    <a:pt x="115459" y="152781"/>
                  </a:cubicBezTo>
                  <a:cubicBezTo>
                    <a:pt x="106267" y="152781"/>
                    <a:pt x="106267" y="143216"/>
                    <a:pt x="106267" y="138256"/>
                  </a:cubicBezTo>
                  <a:cubicBezTo>
                    <a:pt x="106267" y="135776"/>
                    <a:pt x="106267" y="130108"/>
                    <a:pt x="108742" y="120188"/>
                  </a:cubicBezTo>
                  <a:lnTo>
                    <a:pt x="132781" y="23826"/>
                  </a:lnTo>
                  <a:cubicBezTo>
                    <a:pt x="134195" y="18867"/>
                    <a:pt x="134195" y="18158"/>
                    <a:pt x="134195" y="16387"/>
                  </a:cubicBezTo>
                  <a:cubicBezTo>
                    <a:pt x="134195" y="8947"/>
                    <a:pt x="128185" y="7176"/>
                    <a:pt x="124650" y="7176"/>
                  </a:cubicBezTo>
                  <a:cubicBezTo>
                    <a:pt x="113338" y="7176"/>
                    <a:pt x="110863" y="19221"/>
                    <a:pt x="110509" y="20992"/>
                  </a:cubicBezTo>
                  <a:cubicBezTo>
                    <a:pt x="103793" y="5759"/>
                    <a:pt x="92480" y="90"/>
                    <a:pt x="81168" y="90"/>
                  </a:cubicBezTo>
                  <a:cubicBezTo>
                    <a:pt x="41928" y="90"/>
                    <a:pt x="214" y="53939"/>
                    <a:pt x="214" y="105663"/>
                  </a:cubicBezTo>
                  <a:cubicBezTo>
                    <a:pt x="214" y="135776"/>
                    <a:pt x="16475" y="160575"/>
                    <a:pt x="42989" y="160575"/>
                  </a:cubicBezTo>
                  <a:cubicBezTo>
                    <a:pt x="55715" y="160575"/>
                    <a:pt x="71270" y="153135"/>
                    <a:pt x="85410" y="135776"/>
                  </a:cubicBezTo>
                  <a:close/>
                  <a:moveTo>
                    <a:pt x="104500" y="45791"/>
                  </a:moveTo>
                  <a:lnTo>
                    <a:pt x="87885" y="112749"/>
                  </a:lnTo>
                  <a:cubicBezTo>
                    <a:pt x="85057" y="124085"/>
                    <a:pt x="63139" y="152781"/>
                    <a:pt x="43696" y="152781"/>
                  </a:cubicBezTo>
                  <a:cubicBezTo>
                    <a:pt x="27081" y="152781"/>
                    <a:pt x="24253" y="131879"/>
                    <a:pt x="24253" y="121251"/>
                  </a:cubicBezTo>
                  <a:cubicBezTo>
                    <a:pt x="24253" y="103537"/>
                    <a:pt x="35212" y="62088"/>
                    <a:pt x="41575" y="47208"/>
                  </a:cubicBezTo>
                  <a:cubicBezTo>
                    <a:pt x="50413" y="25598"/>
                    <a:pt x="66674" y="7884"/>
                    <a:pt x="81168" y="7884"/>
                  </a:cubicBezTo>
                  <a:cubicBezTo>
                    <a:pt x="96723" y="7884"/>
                    <a:pt x="105560" y="26306"/>
                    <a:pt x="105560" y="41186"/>
                  </a:cubicBezTo>
                  <a:cubicBezTo>
                    <a:pt x="105560" y="41894"/>
                    <a:pt x="105207" y="43666"/>
                    <a:pt x="104500" y="45791"/>
                  </a:cubicBez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5DAF0F1F-8F9B-A22F-01C0-C5A321AC3331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1825989" y="8142762"/>
              <a:ext cx="143525" cy="160484"/>
            </a:xfrm>
            <a:custGeom>
              <a:avLst/>
              <a:gdLst>
                <a:gd name="connsiteX0" fmla="*/ 62083 w 143525"/>
                <a:gd name="connsiteY0" fmla="*/ 54648 h 160484"/>
                <a:gd name="connsiteX1" fmla="*/ 108747 w 143525"/>
                <a:gd name="connsiteY1" fmla="*/ 7884 h 160484"/>
                <a:gd name="connsiteX2" fmla="*/ 127483 w 143525"/>
                <a:gd name="connsiteY2" fmla="*/ 12844 h 160484"/>
                <a:gd name="connsiteX3" fmla="*/ 114050 w 143525"/>
                <a:gd name="connsiteY3" fmla="*/ 29849 h 160484"/>
                <a:gd name="connsiteX4" fmla="*/ 126423 w 143525"/>
                <a:gd name="connsiteY4" fmla="*/ 41186 h 160484"/>
                <a:gd name="connsiteX5" fmla="*/ 143745 w 143525"/>
                <a:gd name="connsiteY5" fmla="*/ 22409 h 160484"/>
                <a:gd name="connsiteX6" fmla="*/ 109100 w 143525"/>
                <a:gd name="connsiteY6" fmla="*/ 90 h 160484"/>
                <a:gd name="connsiteX7" fmla="*/ 66326 w 143525"/>
                <a:gd name="connsiteY7" fmla="*/ 25598 h 160484"/>
                <a:gd name="connsiteX8" fmla="*/ 36984 w 143525"/>
                <a:gd name="connsiteY8" fmla="*/ 90 h 160484"/>
                <a:gd name="connsiteX9" fmla="*/ 11531 w 143525"/>
                <a:gd name="connsiteY9" fmla="*/ 18867 h 160484"/>
                <a:gd name="connsiteX10" fmla="*/ 219 w 143525"/>
                <a:gd name="connsiteY10" fmla="*/ 54648 h 160484"/>
                <a:gd name="connsiteX11" fmla="*/ 5522 w 143525"/>
                <a:gd name="connsiteY11" fmla="*/ 58191 h 160484"/>
                <a:gd name="connsiteX12" fmla="*/ 12238 w 143525"/>
                <a:gd name="connsiteY12" fmla="*/ 50042 h 160484"/>
                <a:gd name="connsiteX13" fmla="*/ 36277 w 143525"/>
                <a:gd name="connsiteY13" fmla="*/ 7884 h 160484"/>
                <a:gd name="connsiteX14" fmla="*/ 45468 w 143525"/>
                <a:gd name="connsiteY14" fmla="*/ 22055 h 160484"/>
                <a:gd name="connsiteX15" fmla="*/ 42994 w 143525"/>
                <a:gd name="connsiteY15" fmla="*/ 40123 h 160484"/>
                <a:gd name="connsiteX16" fmla="*/ 16481 w 143525"/>
                <a:gd name="connsiteY16" fmla="*/ 146404 h 160484"/>
                <a:gd name="connsiteX17" fmla="*/ 15420 w 143525"/>
                <a:gd name="connsiteY17" fmla="*/ 151364 h 160484"/>
                <a:gd name="connsiteX18" fmla="*/ 25318 w 143525"/>
                <a:gd name="connsiteY18" fmla="*/ 160575 h 160484"/>
                <a:gd name="connsiteX19" fmla="*/ 39105 w 143525"/>
                <a:gd name="connsiteY19" fmla="*/ 147467 h 160484"/>
                <a:gd name="connsiteX20" fmla="*/ 62083 w 143525"/>
                <a:gd name="connsiteY20" fmla="*/ 54648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3525" h="160484">
                  <a:moveTo>
                    <a:pt x="62083" y="54648"/>
                  </a:moveTo>
                  <a:cubicBezTo>
                    <a:pt x="62437" y="53585"/>
                    <a:pt x="78345" y="7884"/>
                    <a:pt x="108747" y="7884"/>
                  </a:cubicBezTo>
                  <a:cubicBezTo>
                    <a:pt x="110515" y="7884"/>
                    <a:pt x="120413" y="7884"/>
                    <a:pt x="127483" y="12844"/>
                  </a:cubicBezTo>
                  <a:cubicBezTo>
                    <a:pt x="115110" y="16741"/>
                    <a:pt x="114050" y="28078"/>
                    <a:pt x="114050" y="29849"/>
                  </a:cubicBezTo>
                  <a:cubicBezTo>
                    <a:pt x="114050" y="34455"/>
                    <a:pt x="117231" y="41186"/>
                    <a:pt x="126423" y="41186"/>
                  </a:cubicBezTo>
                  <a:cubicBezTo>
                    <a:pt x="132786" y="41186"/>
                    <a:pt x="143745" y="36226"/>
                    <a:pt x="143745" y="22409"/>
                  </a:cubicBezTo>
                  <a:cubicBezTo>
                    <a:pt x="143745" y="3987"/>
                    <a:pt x="120766" y="90"/>
                    <a:pt x="109100" y="90"/>
                  </a:cubicBezTo>
                  <a:cubicBezTo>
                    <a:pt x="84708" y="90"/>
                    <a:pt x="71982" y="17804"/>
                    <a:pt x="66326" y="25598"/>
                  </a:cubicBezTo>
                  <a:cubicBezTo>
                    <a:pt x="62437" y="6821"/>
                    <a:pt x="48650" y="90"/>
                    <a:pt x="36984" y="90"/>
                  </a:cubicBezTo>
                  <a:cubicBezTo>
                    <a:pt x="24258" y="90"/>
                    <a:pt x="17188" y="8238"/>
                    <a:pt x="11531" y="18867"/>
                  </a:cubicBezTo>
                  <a:cubicBezTo>
                    <a:pt x="4815" y="33037"/>
                    <a:pt x="219" y="53939"/>
                    <a:pt x="219" y="54648"/>
                  </a:cubicBezTo>
                  <a:cubicBezTo>
                    <a:pt x="219" y="58191"/>
                    <a:pt x="3754" y="58191"/>
                    <a:pt x="5522" y="58191"/>
                  </a:cubicBezTo>
                  <a:cubicBezTo>
                    <a:pt x="10117" y="58191"/>
                    <a:pt x="10471" y="57836"/>
                    <a:pt x="12238" y="50042"/>
                  </a:cubicBezTo>
                  <a:cubicBezTo>
                    <a:pt x="18602" y="25243"/>
                    <a:pt x="25318" y="7884"/>
                    <a:pt x="36277" y="7884"/>
                  </a:cubicBezTo>
                  <a:cubicBezTo>
                    <a:pt x="45468" y="7884"/>
                    <a:pt x="45468" y="18158"/>
                    <a:pt x="45468" y="22055"/>
                  </a:cubicBezTo>
                  <a:cubicBezTo>
                    <a:pt x="45468" y="27723"/>
                    <a:pt x="44408" y="34455"/>
                    <a:pt x="42994" y="40123"/>
                  </a:cubicBezTo>
                  <a:lnTo>
                    <a:pt x="16481" y="146404"/>
                  </a:lnTo>
                  <a:cubicBezTo>
                    <a:pt x="15773" y="148530"/>
                    <a:pt x="15420" y="150301"/>
                    <a:pt x="15420" y="151364"/>
                  </a:cubicBezTo>
                  <a:cubicBezTo>
                    <a:pt x="15420" y="155261"/>
                    <a:pt x="18248" y="160575"/>
                    <a:pt x="25318" y="160575"/>
                  </a:cubicBezTo>
                  <a:cubicBezTo>
                    <a:pt x="35924" y="160575"/>
                    <a:pt x="38398" y="150301"/>
                    <a:pt x="39105" y="147467"/>
                  </a:cubicBezTo>
                  <a:lnTo>
                    <a:pt x="62083" y="54648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8FCA95D5-C831-9EEE-3723-A95D68F0437A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1987424" y="8033646"/>
              <a:ext cx="48431" cy="354271"/>
            </a:xfrm>
            <a:custGeom>
              <a:avLst/>
              <a:gdLst>
                <a:gd name="connsiteX0" fmla="*/ 48654 w 48431"/>
                <a:gd name="connsiteY0" fmla="*/ 354362 h 354271"/>
                <a:gd name="connsiteX1" fmla="*/ 48654 w 48431"/>
                <a:gd name="connsiteY1" fmla="*/ 340191 h 354271"/>
                <a:gd name="connsiteX2" fmla="*/ 14364 w 48431"/>
                <a:gd name="connsiteY2" fmla="*/ 340191 h 354271"/>
                <a:gd name="connsiteX3" fmla="*/ 14364 w 48431"/>
                <a:gd name="connsiteY3" fmla="*/ 14261 h 354271"/>
                <a:gd name="connsiteX4" fmla="*/ 48654 w 48431"/>
                <a:gd name="connsiteY4" fmla="*/ 14261 h 354271"/>
                <a:gd name="connsiteX5" fmla="*/ 48654 w 48431"/>
                <a:gd name="connsiteY5" fmla="*/ 90 h 354271"/>
                <a:gd name="connsiteX6" fmla="*/ 223 w 48431"/>
                <a:gd name="connsiteY6" fmla="*/ 90 h 354271"/>
                <a:gd name="connsiteX7" fmla="*/ 223 w 48431"/>
                <a:gd name="connsiteY7" fmla="*/ 354362 h 354271"/>
                <a:gd name="connsiteX8" fmla="*/ 48654 w 48431"/>
                <a:gd name="connsiteY8" fmla="*/ 354362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31" h="354271">
                  <a:moveTo>
                    <a:pt x="48654" y="354362"/>
                  </a:moveTo>
                  <a:lnTo>
                    <a:pt x="48654" y="340191"/>
                  </a:lnTo>
                  <a:lnTo>
                    <a:pt x="14364" y="340191"/>
                  </a:lnTo>
                  <a:lnTo>
                    <a:pt x="14364" y="14261"/>
                  </a:lnTo>
                  <a:lnTo>
                    <a:pt x="48654" y="14261"/>
                  </a:lnTo>
                  <a:lnTo>
                    <a:pt x="48654" y="90"/>
                  </a:lnTo>
                  <a:lnTo>
                    <a:pt x="223" y="90"/>
                  </a:lnTo>
                  <a:lnTo>
                    <a:pt x="223" y="354362"/>
                  </a:lnTo>
                  <a:lnTo>
                    <a:pt x="48654" y="354362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EA52E571-9B83-DB7F-41E3-0C2D57553065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2095874" y="7817715"/>
              <a:ext cx="291293" cy="241967"/>
            </a:xfrm>
            <a:custGeom>
              <a:avLst/>
              <a:gdLst>
                <a:gd name="connsiteX0" fmla="*/ 162135 w 291293"/>
                <a:gd name="connsiteY0" fmla="*/ 96445 h 241967"/>
                <a:gd name="connsiteX1" fmla="*/ 132440 w 291293"/>
                <a:gd name="connsiteY1" fmla="*/ 25945 h 241967"/>
                <a:gd name="connsiteX2" fmla="*/ 130673 w 291293"/>
                <a:gd name="connsiteY2" fmla="*/ 21340 h 241967"/>
                <a:gd name="connsiteX3" fmla="*/ 151530 w 291293"/>
                <a:gd name="connsiteY3" fmla="*/ 11066 h 241967"/>
                <a:gd name="connsiteX4" fmla="*/ 158600 w 291293"/>
                <a:gd name="connsiteY4" fmla="*/ 4335 h 241967"/>
                <a:gd name="connsiteX5" fmla="*/ 153298 w 291293"/>
                <a:gd name="connsiteY5" fmla="*/ 83 h 241967"/>
                <a:gd name="connsiteX6" fmla="*/ 108755 w 291293"/>
                <a:gd name="connsiteY6" fmla="*/ 1146 h 241967"/>
                <a:gd name="connsiteX7" fmla="*/ 69162 w 291293"/>
                <a:gd name="connsiteY7" fmla="*/ 83 h 241967"/>
                <a:gd name="connsiteX8" fmla="*/ 62799 w 291293"/>
                <a:gd name="connsiteY8" fmla="*/ 7169 h 241967"/>
                <a:gd name="connsiteX9" fmla="*/ 70929 w 291293"/>
                <a:gd name="connsiteY9" fmla="*/ 11066 h 241967"/>
                <a:gd name="connsiteX10" fmla="*/ 97443 w 291293"/>
                <a:gd name="connsiteY10" fmla="*/ 22403 h 241967"/>
                <a:gd name="connsiteX11" fmla="*/ 139157 w 291293"/>
                <a:gd name="connsiteY11" fmla="*/ 121244 h 241967"/>
                <a:gd name="connsiteX12" fmla="*/ 64566 w 291293"/>
                <a:gd name="connsiteY12" fmla="*/ 201664 h 241967"/>
                <a:gd name="connsiteX13" fmla="*/ 59971 w 291293"/>
                <a:gd name="connsiteY13" fmla="*/ 205561 h 241967"/>
                <a:gd name="connsiteX14" fmla="*/ 8004 w 291293"/>
                <a:gd name="connsiteY14" fmla="*/ 231068 h 241967"/>
                <a:gd name="connsiteX15" fmla="*/ 227 w 291293"/>
                <a:gd name="connsiteY15" fmla="*/ 238154 h 241967"/>
                <a:gd name="connsiteX16" fmla="*/ 4823 w 291293"/>
                <a:gd name="connsiteY16" fmla="*/ 242051 h 241967"/>
                <a:gd name="connsiteX17" fmla="*/ 38053 w 291293"/>
                <a:gd name="connsiteY17" fmla="*/ 240988 h 241967"/>
                <a:gd name="connsiteX18" fmla="*/ 77646 w 291293"/>
                <a:gd name="connsiteY18" fmla="*/ 242051 h 241967"/>
                <a:gd name="connsiteX19" fmla="*/ 84009 w 291293"/>
                <a:gd name="connsiteY19" fmla="*/ 234965 h 241967"/>
                <a:gd name="connsiteX20" fmla="*/ 79767 w 291293"/>
                <a:gd name="connsiteY20" fmla="*/ 231068 h 241967"/>
                <a:gd name="connsiteX21" fmla="*/ 65627 w 291293"/>
                <a:gd name="connsiteY21" fmla="*/ 220086 h 241967"/>
                <a:gd name="connsiteX22" fmla="*/ 75172 w 291293"/>
                <a:gd name="connsiteY22" fmla="*/ 204144 h 241967"/>
                <a:gd name="connsiteX23" fmla="*/ 111230 w 291293"/>
                <a:gd name="connsiteY23" fmla="*/ 165882 h 241967"/>
                <a:gd name="connsiteX24" fmla="*/ 143046 w 291293"/>
                <a:gd name="connsiteY24" fmla="*/ 131164 h 241967"/>
                <a:gd name="connsiteX25" fmla="*/ 178750 w 291293"/>
                <a:gd name="connsiteY25" fmla="*/ 215835 h 241967"/>
                <a:gd name="connsiteX26" fmla="*/ 180518 w 291293"/>
                <a:gd name="connsiteY26" fmla="*/ 220795 h 241967"/>
                <a:gd name="connsiteX27" fmla="*/ 160014 w 291293"/>
                <a:gd name="connsiteY27" fmla="*/ 231068 h 241967"/>
                <a:gd name="connsiteX28" fmla="*/ 152944 w 291293"/>
                <a:gd name="connsiteY28" fmla="*/ 237800 h 241967"/>
                <a:gd name="connsiteX29" fmla="*/ 158247 w 291293"/>
                <a:gd name="connsiteY29" fmla="*/ 242051 h 241967"/>
                <a:gd name="connsiteX30" fmla="*/ 202789 w 291293"/>
                <a:gd name="connsiteY30" fmla="*/ 240988 h 241967"/>
                <a:gd name="connsiteX31" fmla="*/ 242029 w 291293"/>
                <a:gd name="connsiteY31" fmla="*/ 242051 h 241967"/>
                <a:gd name="connsiteX32" fmla="*/ 248746 w 291293"/>
                <a:gd name="connsiteY32" fmla="*/ 235320 h 241967"/>
                <a:gd name="connsiteX33" fmla="*/ 242382 w 291293"/>
                <a:gd name="connsiteY33" fmla="*/ 231068 h 241967"/>
                <a:gd name="connsiteX34" fmla="*/ 211980 w 291293"/>
                <a:gd name="connsiteY34" fmla="*/ 215480 h 241967"/>
                <a:gd name="connsiteX35" fmla="*/ 166378 w 291293"/>
                <a:gd name="connsiteY35" fmla="*/ 106011 h 241967"/>
                <a:gd name="connsiteX36" fmla="*/ 238847 w 291293"/>
                <a:gd name="connsiteY36" fmla="*/ 29134 h 241967"/>
                <a:gd name="connsiteX37" fmla="*/ 283743 w 291293"/>
                <a:gd name="connsiteY37" fmla="*/ 11066 h 241967"/>
                <a:gd name="connsiteX38" fmla="*/ 291521 w 291293"/>
                <a:gd name="connsiteY38" fmla="*/ 3980 h 241967"/>
                <a:gd name="connsiteX39" fmla="*/ 286925 w 291293"/>
                <a:gd name="connsiteY39" fmla="*/ 83 h 241967"/>
                <a:gd name="connsiteX40" fmla="*/ 253695 w 291293"/>
                <a:gd name="connsiteY40" fmla="*/ 1146 h 241967"/>
                <a:gd name="connsiteX41" fmla="*/ 214455 w 291293"/>
                <a:gd name="connsiteY41" fmla="*/ 83 h 241967"/>
                <a:gd name="connsiteX42" fmla="*/ 207738 w 291293"/>
                <a:gd name="connsiteY42" fmla="*/ 7169 h 241967"/>
                <a:gd name="connsiteX43" fmla="*/ 211980 w 291293"/>
                <a:gd name="connsiteY43" fmla="*/ 11066 h 241967"/>
                <a:gd name="connsiteX44" fmla="*/ 226121 w 291293"/>
                <a:gd name="connsiteY44" fmla="*/ 22048 h 241967"/>
                <a:gd name="connsiteX45" fmla="*/ 219404 w 291293"/>
                <a:gd name="connsiteY45" fmla="*/ 34802 h 241967"/>
                <a:gd name="connsiteX46" fmla="*/ 162135 w 291293"/>
                <a:gd name="connsiteY46" fmla="*/ 96445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1293" h="241967">
                  <a:moveTo>
                    <a:pt x="162135" y="96445"/>
                  </a:moveTo>
                  <a:lnTo>
                    <a:pt x="132440" y="25945"/>
                  </a:lnTo>
                  <a:cubicBezTo>
                    <a:pt x="131380" y="23111"/>
                    <a:pt x="130673" y="21694"/>
                    <a:pt x="130673" y="21340"/>
                  </a:cubicBezTo>
                  <a:cubicBezTo>
                    <a:pt x="130673" y="19214"/>
                    <a:pt x="136683" y="12483"/>
                    <a:pt x="151530" y="11066"/>
                  </a:cubicBezTo>
                  <a:cubicBezTo>
                    <a:pt x="155065" y="10712"/>
                    <a:pt x="158600" y="10357"/>
                    <a:pt x="158600" y="4335"/>
                  </a:cubicBezTo>
                  <a:cubicBezTo>
                    <a:pt x="158600" y="83"/>
                    <a:pt x="154358" y="83"/>
                    <a:pt x="153298" y="83"/>
                  </a:cubicBezTo>
                  <a:cubicBezTo>
                    <a:pt x="138804" y="83"/>
                    <a:pt x="123603" y="1146"/>
                    <a:pt x="108755" y="1146"/>
                  </a:cubicBezTo>
                  <a:cubicBezTo>
                    <a:pt x="99917" y="1146"/>
                    <a:pt x="78000" y="83"/>
                    <a:pt x="69162" y="83"/>
                  </a:cubicBezTo>
                  <a:cubicBezTo>
                    <a:pt x="67041" y="83"/>
                    <a:pt x="62799" y="83"/>
                    <a:pt x="62799" y="7169"/>
                  </a:cubicBezTo>
                  <a:cubicBezTo>
                    <a:pt x="62799" y="11066"/>
                    <a:pt x="66334" y="11066"/>
                    <a:pt x="70929" y="11066"/>
                  </a:cubicBezTo>
                  <a:cubicBezTo>
                    <a:pt x="92140" y="11066"/>
                    <a:pt x="94261" y="14609"/>
                    <a:pt x="97443" y="22403"/>
                  </a:cubicBezTo>
                  <a:lnTo>
                    <a:pt x="139157" y="121244"/>
                  </a:lnTo>
                  <a:lnTo>
                    <a:pt x="64566" y="201664"/>
                  </a:lnTo>
                  <a:lnTo>
                    <a:pt x="59971" y="205561"/>
                  </a:lnTo>
                  <a:cubicBezTo>
                    <a:pt x="42649" y="224337"/>
                    <a:pt x="26033" y="230006"/>
                    <a:pt x="8004" y="231068"/>
                  </a:cubicBezTo>
                  <a:cubicBezTo>
                    <a:pt x="3409" y="231423"/>
                    <a:pt x="227" y="231423"/>
                    <a:pt x="227" y="238154"/>
                  </a:cubicBezTo>
                  <a:cubicBezTo>
                    <a:pt x="227" y="238508"/>
                    <a:pt x="227" y="242051"/>
                    <a:pt x="4823" y="242051"/>
                  </a:cubicBezTo>
                  <a:cubicBezTo>
                    <a:pt x="15428" y="242051"/>
                    <a:pt x="27094" y="240988"/>
                    <a:pt x="38053" y="240988"/>
                  </a:cubicBezTo>
                  <a:cubicBezTo>
                    <a:pt x="51133" y="240988"/>
                    <a:pt x="64920" y="242051"/>
                    <a:pt x="77646" y="242051"/>
                  </a:cubicBezTo>
                  <a:cubicBezTo>
                    <a:pt x="79767" y="242051"/>
                    <a:pt x="84009" y="242051"/>
                    <a:pt x="84009" y="234965"/>
                  </a:cubicBezTo>
                  <a:cubicBezTo>
                    <a:pt x="84009" y="231423"/>
                    <a:pt x="80474" y="231068"/>
                    <a:pt x="79767" y="231068"/>
                  </a:cubicBezTo>
                  <a:cubicBezTo>
                    <a:pt x="76586" y="230714"/>
                    <a:pt x="65627" y="230006"/>
                    <a:pt x="65627" y="220086"/>
                  </a:cubicBezTo>
                  <a:cubicBezTo>
                    <a:pt x="65627" y="214418"/>
                    <a:pt x="70929" y="208749"/>
                    <a:pt x="75172" y="204144"/>
                  </a:cubicBezTo>
                  <a:lnTo>
                    <a:pt x="111230" y="165882"/>
                  </a:lnTo>
                  <a:lnTo>
                    <a:pt x="143046" y="131164"/>
                  </a:lnTo>
                  <a:lnTo>
                    <a:pt x="178750" y="215835"/>
                  </a:lnTo>
                  <a:cubicBezTo>
                    <a:pt x="180164" y="219732"/>
                    <a:pt x="180518" y="220086"/>
                    <a:pt x="180518" y="220795"/>
                  </a:cubicBezTo>
                  <a:cubicBezTo>
                    <a:pt x="180518" y="223629"/>
                    <a:pt x="173801" y="229651"/>
                    <a:pt x="160014" y="231068"/>
                  </a:cubicBezTo>
                  <a:cubicBezTo>
                    <a:pt x="156126" y="231423"/>
                    <a:pt x="152944" y="231777"/>
                    <a:pt x="152944" y="237800"/>
                  </a:cubicBezTo>
                  <a:cubicBezTo>
                    <a:pt x="152944" y="242051"/>
                    <a:pt x="156833" y="242051"/>
                    <a:pt x="158247" y="242051"/>
                  </a:cubicBezTo>
                  <a:cubicBezTo>
                    <a:pt x="168145" y="242051"/>
                    <a:pt x="192891" y="240988"/>
                    <a:pt x="202789" y="240988"/>
                  </a:cubicBezTo>
                  <a:cubicBezTo>
                    <a:pt x="211627" y="240988"/>
                    <a:pt x="233191" y="242051"/>
                    <a:pt x="242029" y="242051"/>
                  </a:cubicBezTo>
                  <a:cubicBezTo>
                    <a:pt x="244504" y="242051"/>
                    <a:pt x="248746" y="242051"/>
                    <a:pt x="248746" y="235320"/>
                  </a:cubicBezTo>
                  <a:cubicBezTo>
                    <a:pt x="248746" y="231068"/>
                    <a:pt x="245211" y="231068"/>
                    <a:pt x="242382" y="231068"/>
                  </a:cubicBezTo>
                  <a:cubicBezTo>
                    <a:pt x="218697" y="230714"/>
                    <a:pt x="217990" y="229651"/>
                    <a:pt x="211980" y="215480"/>
                  </a:cubicBezTo>
                  <a:cubicBezTo>
                    <a:pt x="198194" y="182533"/>
                    <a:pt x="174508" y="127267"/>
                    <a:pt x="166378" y="106011"/>
                  </a:cubicBezTo>
                  <a:cubicBezTo>
                    <a:pt x="190416" y="81212"/>
                    <a:pt x="227535" y="39053"/>
                    <a:pt x="238847" y="29134"/>
                  </a:cubicBezTo>
                  <a:cubicBezTo>
                    <a:pt x="249099" y="20631"/>
                    <a:pt x="262533" y="12129"/>
                    <a:pt x="283743" y="11066"/>
                  </a:cubicBezTo>
                  <a:cubicBezTo>
                    <a:pt x="288339" y="10712"/>
                    <a:pt x="291521" y="10712"/>
                    <a:pt x="291521" y="3980"/>
                  </a:cubicBezTo>
                  <a:cubicBezTo>
                    <a:pt x="291521" y="3626"/>
                    <a:pt x="291521" y="83"/>
                    <a:pt x="286925" y="83"/>
                  </a:cubicBezTo>
                  <a:cubicBezTo>
                    <a:pt x="276320" y="83"/>
                    <a:pt x="264654" y="1146"/>
                    <a:pt x="253695" y="1146"/>
                  </a:cubicBezTo>
                  <a:cubicBezTo>
                    <a:pt x="240615" y="1146"/>
                    <a:pt x="227181" y="83"/>
                    <a:pt x="214455" y="83"/>
                  </a:cubicBezTo>
                  <a:cubicBezTo>
                    <a:pt x="212334" y="83"/>
                    <a:pt x="207738" y="83"/>
                    <a:pt x="207738" y="7169"/>
                  </a:cubicBezTo>
                  <a:cubicBezTo>
                    <a:pt x="207738" y="9649"/>
                    <a:pt x="209506" y="10712"/>
                    <a:pt x="211980" y="11066"/>
                  </a:cubicBezTo>
                  <a:cubicBezTo>
                    <a:pt x="215162" y="11420"/>
                    <a:pt x="226121" y="12129"/>
                    <a:pt x="226121" y="22048"/>
                  </a:cubicBezTo>
                  <a:cubicBezTo>
                    <a:pt x="226121" y="27008"/>
                    <a:pt x="222232" y="31614"/>
                    <a:pt x="219404" y="34802"/>
                  </a:cubicBezTo>
                  <a:lnTo>
                    <a:pt x="162135" y="96445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2DC9E0D8-CBE7-0E20-A9E4-34DD9003D19C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2390835" y="7948405"/>
              <a:ext cx="74979" cy="166897"/>
            </a:xfrm>
            <a:custGeom>
              <a:avLst/>
              <a:gdLst>
                <a:gd name="connsiteX0" fmla="*/ 68781 w 74979"/>
                <a:gd name="connsiteY0" fmla="*/ 9509 h 166897"/>
                <a:gd name="connsiteX1" fmla="*/ 58883 w 74979"/>
                <a:gd name="connsiteY1" fmla="*/ 85 h 166897"/>
                <a:gd name="connsiteX2" fmla="*/ 45025 w 74979"/>
                <a:gd name="connsiteY2" fmla="*/ 13724 h 166897"/>
                <a:gd name="connsiteX3" fmla="*/ 54924 w 74979"/>
                <a:gd name="connsiteY3" fmla="*/ 23148 h 166897"/>
                <a:gd name="connsiteX4" fmla="*/ 68781 w 74979"/>
                <a:gd name="connsiteY4" fmla="*/ 9509 h 166897"/>
                <a:gd name="connsiteX5" fmla="*/ 18300 w 74979"/>
                <a:gd name="connsiteY5" fmla="*/ 135487 h 166897"/>
                <a:gd name="connsiteX6" fmla="*/ 16073 w 74979"/>
                <a:gd name="connsiteY6" fmla="*/ 145903 h 166897"/>
                <a:gd name="connsiteX7" fmla="*/ 39581 w 74979"/>
                <a:gd name="connsiteY7" fmla="*/ 166982 h 166897"/>
                <a:gd name="connsiteX8" fmla="*/ 75215 w 74979"/>
                <a:gd name="connsiteY8" fmla="*/ 129040 h 166897"/>
                <a:gd name="connsiteX9" fmla="*/ 71256 w 74979"/>
                <a:gd name="connsiteY9" fmla="*/ 125816 h 166897"/>
                <a:gd name="connsiteX10" fmla="*/ 66554 w 74979"/>
                <a:gd name="connsiteY10" fmla="*/ 130032 h 166897"/>
                <a:gd name="connsiteX11" fmla="*/ 40324 w 74979"/>
                <a:gd name="connsiteY11" fmla="*/ 160039 h 166897"/>
                <a:gd name="connsiteX12" fmla="*/ 34137 w 74979"/>
                <a:gd name="connsiteY12" fmla="*/ 151359 h 166897"/>
                <a:gd name="connsiteX13" fmla="*/ 38096 w 74979"/>
                <a:gd name="connsiteY13" fmla="*/ 135487 h 166897"/>
                <a:gd name="connsiteX14" fmla="*/ 46015 w 74979"/>
                <a:gd name="connsiteY14" fmla="*/ 115648 h 166897"/>
                <a:gd name="connsiteX15" fmla="*/ 58141 w 74979"/>
                <a:gd name="connsiteY15" fmla="*/ 84154 h 166897"/>
                <a:gd name="connsiteX16" fmla="*/ 59625 w 74979"/>
                <a:gd name="connsiteY16" fmla="*/ 76218 h 166897"/>
                <a:gd name="connsiteX17" fmla="*/ 36117 w 74979"/>
                <a:gd name="connsiteY17" fmla="*/ 55139 h 166897"/>
                <a:gd name="connsiteX18" fmla="*/ 235 w 74979"/>
                <a:gd name="connsiteY18" fmla="*/ 93081 h 166897"/>
                <a:gd name="connsiteX19" fmla="*/ 4442 w 74979"/>
                <a:gd name="connsiteY19" fmla="*/ 96305 h 166897"/>
                <a:gd name="connsiteX20" fmla="*/ 8896 w 74979"/>
                <a:gd name="connsiteY20" fmla="*/ 92337 h 166897"/>
                <a:gd name="connsiteX21" fmla="*/ 35374 w 74979"/>
                <a:gd name="connsiteY21" fmla="*/ 62082 h 166897"/>
                <a:gd name="connsiteX22" fmla="*/ 41561 w 74979"/>
                <a:gd name="connsiteY22" fmla="*/ 70762 h 166897"/>
                <a:gd name="connsiteX23" fmla="*/ 33890 w 74979"/>
                <a:gd name="connsiteY23" fmla="*/ 95561 h 166897"/>
                <a:gd name="connsiteX24" fmla="*/ 18300 w 74979"/>
                <a:gd name="connsiteY24" fmla="*/ 135487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979" h="166897">
                  <a:moveTo>
                    <a:pt x="68781" y="9509"/>
                  </a:moveTo>
                  <a:cubicBezTo>
                    <a:pt x="68781" y="5541"/>
                    <a:pt x="65812" y="85"/>
                    <a:pt x="58883" y="85"/>
                  </a:cubicBezTo>
                  <a:cubicBezTo>
                    <a:pt x="52202" y="85"/>
                    <a:pt x="45025" y="6533"/>
                    <a:pt x="45025" y="13724"/>
                  </a:cubicBezTo>
                  <a:cubicBezTo>
                    <a:pt x="45025" y="17940"/>
                    <a:pt x="48242" y="23148"/>
                    <a:pt x="54924" y="23148"/>
                  </a:cubicBezTo>
                  <a:cubicBezTo>
                    <a:pt x="62100" y="23148"/>
                    <a:pt x="68781" y="16204"/>
                    <a:pt x="68781" y="9509"/>
                  </a:cubicBezTo>
                  <a:close/>
                  <a:moveTo>
                    <a:pt x="18300" y="135487"/>
                  </a:moveTo>
                  <a:cubicBezTo>
                    <a:pt x="17310" y="138711"/>
                    <a:pt x="16073" y="141687"/>
                    <a:pt x="16073" y="145903"/>
                  </a:cubicBezTo>
                  <a:cubicBezTo>
                    <a:pt x="16073" y="157559"/>
                    <a:pt x="25971" y="166982"/>
                    <a:pt x="39581" y="166982"/>
                  </a:cubicBezTo>
                  <a:cubicBezTo>
                    <a:pt x="64327" y="166982"/>
                    <a:pt x="75215" y="132760"/>
                    <a:pt x="75215" y="129040"/>
                  </a:cubicBezTo>
                  <a:cubicBezTo>
                    <a:pt x="75215" y="125816"/>
                    <a:pt x="71998" y="125816"/>
                    <a:pt x="71256" y="125816"/>
                  </a:cubicBezTo>
                  <a:cubicBezTo>
                    <a:pt x="67791" y="125816"/>
                    <a:pt x="67544" y="127304"/>
                    <a:pt x="66554" y="130032"/>
                  </a:cubicBezTo>
                  <a:cubicBezTo>
                    <a:pt x="60863" y="149871"/>
                    <a:pt x="49974" y="160039"/>
                    <a:pt x="40324" y="160039"/>
                  </a:cubicBezTo>
                  <a:cubicBezTo>
                    <a:pt x="35374" y="160039"/>
                    <a:pt x="34137" y="156815"/>
                    <a:pt x="34137" y="151359"/>
                  </a:cubicBezTo>
                  <a:cubicBezTo>
                    <a:pt x="34137" y="145655"/>
                    <a:pt x="35869" y="140943"/>
                    <a:pt x="38096" y="135487"/>
                  </a:cubicBezTo>
                  <a:cubicBezTo>
                    <a:pt x="40571" y="128792"/>
                    <a:pt x="43293" y="122096"/>
                    <a:pt x="46015" y="115648"/>
                  </a:cubicBezTo>
                  <a:cubicBezTo>
                    <a:pt x="48242" y="109697"/>
                    <a:pt x="57151" y="87129"/>
                    <a:pt x="58141" y="84154"/>
                  </a:cubicBezTo>
                  <a:cubicBezTo>
                    <a:pt x="58883" y="81674"/>
                    <a:pt x="59625" y="78698"/>
                    <a:pt x="59625" y="76218"/>
                  </a:cubicBezTo>
                  <a:cubicBezTo>
                    <a:pt x="59625" y="64562"/>
                    <a:pt x="49727" y="55139"/>
                    <a:pt x="36117" y="55139"/>
                  </a:cubicBezTo>
                  <a:cubicBezTo>
                    <a:pt x="11618" y="55139"/>
                    <a:pt x="235" y="88865"/>
                    <a:pt x="235" y="93081"/>
                  </a:cubicBezTo>
                  <a:cubicBezTo>
                    <a:pt x="235" y="96305"/>
                    <a:pt x="3700" y="96305"/>
                    <a:pt x="4442" y="96305"/>
                  </a:cubicBezTo>
                  <a:cubicBezTo>
                    <a:pt x="7907" y="96305"/>
                    <a:pt x="8154" y="95065"/>
                    <a:pt x="8896" y="92337"/>
                  </a:cubicBezTo>
                  <a:cubicBezTo>
                    <a:pt x="15330" y="71010"/>
                    <a:pt x="26218" y="62082"/>
                    <a:pt x="35374" y="62082"/>
                  </a:cubicBezTo>
                  <a:cubicBezTo>
                    <a:pt x="39334" y="62082"/>
                    <a:pt x="41561" y="64066"/>
                    <a:pt x="41561" y="70762"/>
                  </a:cubicBezTo>
                  <a:cubicBezTo>
                    <a:pt x="41561" y="76466"/>
                    <a:pt x="40076" y="80186"/>
                    <a:pt x="33890" y="95561"/>
                  </a:cubicBezTo>
                  <a:lnTo>
                    <a:pt x="18300" y="135487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ED3B85FB-CEAE-C311-DC39-DF43B39E84CD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2509271" y="7817715"/>
              <a:ext cx="257002" cy="241967"/>
            </a:xfrm>
            <a:custGeom>
              <a:avLst/>
              <a:gdLst>
                <a:gd name="connsiteX0" fmla="*/ 198912 w 257002"/>
                <a:gd name="connsiteY0" fmla="*/ 40470 h 241967"/>
                <a:gd name="connsiteX1" fmla="*/ 203861 w 257002"/>
                <a:gd name="connsiteY1" fmla="*/ 35511 h 241967"/>
                <a:gd name="connsiteX2" fmla="*/ 250171 w 257002"/>
                <a:gd name="connsiteY2" fmla="*/ 11066 h 241967"/>
                <a:gd name="connsiteX3" fmla="*/ 257242 w 257002"/>
                <a:gd name="connsiteY3" fmla="*/ 4335 h 241967"/>
                <a:gd name="connsiteX4" fmla="*/ 252646 w 257002"/>
                <a:gd name="connsiteY4" fmla="*/ 83 h 241967"/>
                <a:gd name="connsiteX5" fmla="*/ 223658 w 257002"/>
                <a:gd name="connsiteY5" fmla="*/ 1146 h 241967"/>
                <a:gd name="connsiteX6" fmla="*/ 188307 w 257002"/>
                <a:gd name="connsiteY6" fmla="*/ 83 h 241967"/>
                <a:gd name="connsiteX7" fmla="*/ 181590 w 257002"/>
                <a:gd name="connsiteY7" fmla="*/ 6815 h 241967"/>
                <a:gd name="connsiteX8" fmla="*/ 186893 w 257002"/>
                <a:gd name="connsiteY8" fmla="*/ 11066 h 241967"/>
                <a:gd name="connsiteX9" fmla="*/ 199619 w 257002"/>
                <a:gd name="connsiteY9" fmla="*/ 19214 h 241967"/>
                <a:gd name="connsiteX10" fmla="*/ 190074 w 257002"/>
                <a:gd name="connsiteY10" fmla="*/ 36219 h 241967"/>
                <a:gd name="connsiteX11" fmla="*/ 108060 w 257002"/>
                <a:gd name="connsiteY11" fmla="*/ 130810 h 241967"/>
                <a:gd name="connsiteX12" fmla="*/ 69173 w 257002"/>
                <a:gd name="connsiteY12" fmla="*/ 25591 h 241967"/>
                <a:gd name="connsiteX13" fmla="*/ 67052 w 257002"/>
                <a:gd name="connsiteY13" fmla="*/ 19568 h 241967"/>
                <a:gd name="connsiteX14" fmla="*/ 87910 w 257002"/>
                <a:gd name="connsiteY14" fmla="*/ 11066 h 241967"/>
                <a:gd name="connsiteX15" fmla="*/ 96394 w 257002"/>
                <a:gd name="connsiteY15" fmla="*/ 3980 h 241967"/>
                <a:gd name="connsiteX16" fmla="*/ 91091 w 257002"/>
                <a:gd name="connsiteY16" fmla="*/ 83 h 241967"/>
                <a:gd name="connsiteX17" fmla="*/ 46549 w 257002"/>
                <a:gd name="connsiteY17" fmla="*/ 1146 h 241967"/>
                <a:gd name="connsiteX18" fmla="*/ 6955 w 257002"/>
                <a:gd name="connsiteY18" fmla="*/ 83 h 241967"/>
                <a:gd name="connsiteX19" fmla="*/ 239 w 257002"/>
                <a:gd name="connsiteY19" fmla="*/ 7169 h 241967"/>
                <a:gd name="connsiteX20" fmla="*/ 8370 w 257002"/>
                <a:gd name="connsiteY20" fmla="*/ 11066 h 241967"/>
                <a:gd name="connsiteX21" fmla="*/ 34176 w 257002"/>
                <a:gd name="connsiteY21" fmla="*/ 23111 h 241967"/>
                <a:gd name="connsiteX22" fmla="*/ 77658 w 257002"/>
                <a:gd name="connsiteY22" fmla="*/ 139666 h 241967"/>
                <a:gd name="connsiteX23" fmla="*/ 79072 w 257002"/>
                <a:gd name="connsiteY23" fmla="*/ 145689 h 241967"/>
                <a:gd name="connsiteX24" fmla="*/ 63164 w 257002"/>
                <a:gd name="connsiteY24" fmla="*/ 210166 h 241967"/>
                <a:gd name="connsiteX25" fmla="*/ 29934 w 257002"/>
                <a:gd name="connsiteY25" fmla="*/ 231068 h 241967"/>
                <a:gd name="connsiteX26" fmla="*/ 20389 w 257002"/>
                <a:gd name="connsiteY26" fmla="*/ 238154 h 241967"/>
                <a:gd name="connsiteX27" fmla="*/ 25338 w 257002"/>
                <a:gd name="connsiteY27" fmla="*/ 242051 h 241967"/>
                <a:gd name="connsiteX28" fmla="*/ 69880 w 257002"/>
                <a:gd name="connsiteY28" fmla="*/ 240988 h 241967"/>
                <a:gd name="connsiteX29" fmla="*/ 115130 w 257002"/>
                <a:gd name="connsiteY29" fmla="*/ 242051 h 241967"/>
                <a:gd name="connsiteX30" fmla="*/ 121847 w 257002"/>
                <a:gd name="connsiteY30" fmla="*/ 234965 h 241967"/>
                <a:gd name="connsiteX31" fmla="*/ 111948 w 257002"/>
                <a:gd name="connsiteY31" fmla="*/ 231068 h 241967"/>
                <a:gd name="connsiteX32" fmla="*/ 98515 w 257002"/>
                <a:gd name="connsiteY32" fmla="*/ 230360 h 241967"/>
                <a:gd name="connsiteX33" fmla="*/ 88970 w 257002"/>
                <a:gd name="connsiteY33" fmla="*/ 224692 h 241967"/>
                <a:gd name="connsiteX34" fmla="*/ 93919 w 257002"/>
                <a:gd name="connsiteY34" fmla="*/ 202372 h 241967"/>
                <a:gd name="connsiteX35" fmla="*/ 106292 w 257002"/>
                <a:gd name="connsiteY35" fmla="*/ 152420 h 241967"/>
                <a:gd name="connsiteX36" fmla="*/ 111241 w 257002"/>
                <a:gd name="connsiteY36" fmla="*/ 141438 h 241967"/>
                <a:gd name="connsiteX37" fmla="*/ 198912 w 257002"/>
                <a:gd name="connsiteY37" fmla="*/ 40470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7002" h="241967">
                  <a:moveTo>
                    <a:pt x="198912" y="40470"/>
                  </a:moveTo>
                  <a:lnTo>
                    <a:pt x="203861" y="35511"/>
                  </a:lnTo>
                  <a:cubicBezTo>
                    <a:pt x="214467" y="24882"/>
                    <a:pt x="226132" y="12837"/>
                    <a:pt x="250171" y="11066"/>
                  </a:cubicBezTo>
                  <a:cubicBezTo>
                    <a:pt x="254060" y="10712"/>
                    <a:pt x="257242" y="10712"/>
                    <a:pt x="257242" y="4335"/>
                  </a:cubicBezTo>
                  <a:cubicBezTo>
                    <a:pt x="257242" y="1500"/>
                    <a:pt x="255474" y="83"/>
                    <a:pt x="252646" y="83"/>
                  </a:cubicBezTo>
                  <a:cubicBezTo>
                    <a:pt x="243455" y="83"/>
                    <a:pt x="233203" y="1146"/>
                    <a:pt x="223658" y="1146"/>
                  </a:cubicBezTo>
                  <a:cubicBezTo>
                    <a:pt x="211992" y="1146"/>
                    <a:pt x="199619" y="83"/>
                    <a:pt x="188307" y="83"/>
                  </a:cubicBezTo>
                  <a:cubicBezTo>
                    <a:pt x="186186" y="83"/>
                    <a:pt x="181590" y="83"/>
                    <a:pt x="181590" y="6815"/>
                  </a:cubicBezTo>
                  <a:cubicBezTo>
                    <a:pt x="181590" y="10712"/>
                    <a:pt x="185125" y="11066"/>
                    <a:pt x="186893" y="11066"/>
                  </a:cubicBezTo>
                  <a:cubicBezTo>
                    <a:pt x="189367" y="11066"/>
                    <a:pt x="199619" y="11774"/>
                    <a:pt x="199619" y="19214"/>
                  </a:cubicBezTo>
                  <a:cubicBezTo>
                    <a:pt x="199619" y="25237"/>
                    <a:pt x="191488" y="34448"/>
                    <a:pt x="190074" y="36219"/>
                  </a:cubicBezTo>
                  <a:lnTo>
                    <a:pt x="108060" y="130810"/>
                  </a:lnTo>
                  <a:lnTo>
                    <a:pt x="69173" y="25591"/>
                  </a:lnTo>
                  <a:cubicBezTo>
                    <a:pt x="67052" y="20631"/>
                    <a:pt x="67052" y="19923"/>
                    <a:pt x="67052" y="19568"/>
                  </a:cubicBezTo>
                  <a:cubicBezTo>
                    <a:pt x="67052" y="11066"/>
                    <a:pt x="84374" y="11066"/>
                    <a:pt x="87910" y="11066"/>
                  </a:cubicBezTo>
                  <a:cubicBezTo>
                    <a:pt x="92859" y="11066"/>
                    <a:pt x="96394" y="11066"/>
                    <a:pt x="96394" y="3980"/>
                  </a:cubicBezTo>
                  <a:cubicBezTo>
                    <a:pt x="96394" y="83"/>
                    <a:pt x="92152" y="83"/>
                    <a:pt x="91091" y="83"/>
                  </a:cubicBezTo>
                  <a:cubicBezTo>
                    <a:pt x="81193" y="83"/>
                    <a:pt x="56447" y="1146"/>
                    <a:pt x="46549" y="1146"/>
                  </a:cubicBezTo>
                  <a:cubicBezTo>
                    <a:pt x="37711" y="1146"/>
                    <a:pt x="15793" y="83"/>
                    <a:pt x="6955" y="83"/>
                  </a:cubicBezTo>
                  <a:cubicBezTo>
                    <a:pt x="4834" y="83"/>
                    <a:pt x="239" y="83"/>
                    <a:pt x="239" y="7169"/>
                  </a:cubicBezTo>
                  <a:cubicBezTo>
                    <a:pt x="239" y="11066"/>
                    <a:pt x="3774" y="11066"/>
                    <a:pt x="8370" y="11066"/>
                  </a:cubicBezTo>
                  <a:cubicBezTo>
                    <a:pt x="29580" y="11066"/>
                    <a:pt x="30994" y="14254"/>
                    <a:pt x="34176" y="23111"/>
                  </a:cubicBezTo>
                  <a:lnTo>
                    <a:pt x="77658" y="139666"/>
                  </a:lnTo>
                  <a:cubicBezTo>
                    <a:pt x="78011" y="140729"/>
                    <a:pt x="79072" y="144626"/>
                    <a:pt x="79072" y="145689"/>
                  </a:cubicBezTo>
                  <a:cubicBezTo>
                    <a:pt x="79072" y="146752"/>
                    <a:pt x="64931" y="203790"/>
                    <a:pt x="63164" y="210166"/>
                  </a:cubicBezTo>
                  <a:cubicBezTo>
                    <a:pt x="58568" y="229651"/>
                    <a:pt x="58215" y="230714"/>
                    <a:pt x="29934" y="231068"/>
                  </a:cubicBezTo>
                  <a:cubicBezTo>
                    <a:pt x="23217" y="231068"/>
                    <a:pt x="20389" y="231068"/>
                    <a:pt x="20389" y="238154"/>
                  </a:cubicBezTo>
                  <a:cubicBezTo>
                    <a:pt x="20389" y="242051"/>
                    <a:pt x="24631" y="242051"/>
                    <a:pt x="25338" y="242051"/>
                  </a:cubicBezTo>
                  <a:cubicBezTo>
                    <a:pt x="35236" y="242051"/>
                    <a:pt x="59982" y="240988"/>
                    <a:pt x="69880" y="240988"/>
                  </a:cubicBezTo>
                  <a:cubicBezTo>
                    <a:pt x="79779" y="240988"/>
                    <a:pt x="105232" y="242051"/>
                    <a:pt x="115130" y="242051"/>
                  </a:cubicBezTo>
                  <a:cubicBezTo>
                    <a:pt x="117605" y="242051"/>
                    <a:pt x="121847" y="242051"/>
                    <a:pt x="121847" y="234965"/>
                  </a:cubicBezTo>
                  <a:cubicBezTo>
                    <a:pt x="121847" y="231068"/>
                    <a:pt x="118665" y="231068"/>
                    <a:pt x="111948" y="231068"/>
                  </a:cubicBezTo>
                  <a:cubicBezTo>
                    <a:pt x="111241" y="231068"/>
                    <a:pt x="104525" y="231068"/>
                    <a:pt x="98515" y="230360"/>
                  </a:cubicBezTo>
                  <a:cubicBezTo>
                    <a:pt x="91091" y="229651"/>
                    <a:pt x="88970" y="228943"/>
                    <a:pt x="88970" y="224692"/>
                  </a:cubicBezTo>
                  <a:cubicBezTo>
                    <a:pt x="88970" y="222212"/>
                    <a:pt x="92152" y="209812"/>
                    <a:pt x="93919" y="202372"/>
                  </a:cubicBezTo>
                  <a:lnTo>
                    <a:pt x="106292" y="152420"/>
                  </a:lnTo>
                  <a:cubicBezTo>
                    <a:pt x="108060" y="145689"/>
                    <a:pt x="108413" y="144626"/>
                    <a:pt x="111241" y="141438"/>
                  </a:cubicBezTo>
                  <a:lnTo>
                    <a:pt x="198912" y="40470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40FE4393-965A-4D29-55CB-85528EEBB2DD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2713762" y="7948405"/>
              <a:ext cx="74979" cy="166897"/>
            </a:xfrm>
            <a:custGeom>
              <a:avLst/>
              <a:gdLst>
                <a:gd name="connsiteX0" fmla="*/ 68790 w 74979"/>
                <a:gd name="connsiteY0" fmla="*/ 9509 h 166897"/>
                <a:gd name="connsiteX1" fmla="*/ 58892 w 74979"/>
                <a:gd name="connsiteY1" fmla="*/ 85 h 166897"/>
                <a:gd name="connsiteX2" fmla="*/ 45034 w 74979"/>
                <a:gd name="connsiteY2" fmla="*/ 13724 h 166897"/>
                <a:gd name="connsiteX3" fmla="*/ 54933 w 74979"/>
                <a:gd name="connsiteY3" fmla="*/ 23148 h 166897"/>
                <a:gd name="connsiteX4" fmla="*/ 68790 w 74979"/>
                <a:gd name="connsiteY4" fmla="*/ 9509 h 166897"/>
                <a:gd name="connsiteX5" fmla="*/ 18309 w 74979"/>
                <a:gd name="connsiteY5" fmla="*/ 135487 h 166897"/>
                <a:gd name="connsiteX6" fmla="*/ 16082 w 74979"/>
                <a:gd name="connsiteY6" fmla="*/ 145903 h 166897"/>
                <a:gd name="connsiteX7" fmla="*/ 39590 w 74979"/>
                <a:gd name="connsiteY7" fmla="*/ 166982 h 166897"/>
                <a:gd name="connsiteX8" fmla="*/ 75224 w 74979"/>
                <a:gd name="connsiteY8" fmla="*/ 129040 h 166897"/>
                <a:gd name="connsiteX9" fmla="*/ 71265 w 74979"/>
                <a:gd name="connsiteY9" fmla="*/ 125816 h 166897"/>
                <a:gd name="connsiteX10" fmla="*/ 66563 w 74979"/>
                <a:gd name="connsiteY10" fmla="*/ 130032 h 166897"/>
                <a:gd name="connsiteX11" fmla="*/ 40333 w 74979"/>
                <a:gd name="connsiteY11" fmla="*/ 160039 h 166897"/>
                <a:gd name="connsiteX12" fmla="*/ 34146 w 74979"/>
                <a:gd name="connsiteY12" fmla="*/ 151359 h 166897"/>
                <a:gd name="connsiteX13" fmla="*/ 38106 w 74979"/>
                <a:gd name="connsiteY13" fmla="*/ 135487 h 166897"/>
                <a:gd name="connsiteX14" fmla="*/ 46024 w 74979"/>
                <a:gd name="connsiteY14" fmla="*/ 115648 h 166897"/>
                <a:gd name="connsiteX15" fmla="*/ 58150 w 74979"/>
                <a:gd name="connsiteY15" fmla="*/ 84154 h 166897"/>
                <a:gd name="connsiteX16" fmla="*/ 59634 w 74979"/>
                <a:gd name="connsiteY16" fmla="*/ 76218 h 166897"/>
                <a:gd name="connsiteX17" fmla="*/ 36126 w 74979"/>
                <a:gd name="connsiteY17" fmla="*/ 55139 h 166897"/>
                <a:gd name="connsiteX18" fmla="*/ 245 w 74979"/>
                <a:gd name="connsiteY18" fmla="*/ 93081 h 166897"/>
                <a:gd name="connsiteX19" fmla="*/ 4451 w 74979"/>
                <a:gd name="connsiteY19" fmla="*/ 96305 h 166897"/>
                <a:gd name="connsiteX20" fmla="*/ 8906 w 74979"/>
                <a:gd name="connsiteY20" fmla="*/ 92337 h 166897"/>
                <a:gd name="connsiteX21" fmla="*/ 35384 w 74979"/>
                <a:gd name="connsiteY21" fmla="*/ 62082 h 166897"/>
                <a:gd name="connsiteX22" fmla="*/ 41570 w 74979"/>
                <a:gd name="connsiteY22" fmla="*/ 70762 h 166897"/>
                <a:gd name="connsiteX23" fmla="*/ 33899 w 74979"/>
                <a:gd name="connsiteY23" fmla="*/ 95561 h 166897"/>
                <a:gd name="connsiteX24" fmla="*/ 18309 w 74979"/>
                <a:gd name="connsiteY24" fmla="*/ 135487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979" h="166897">
                  <a:moveTo>
                    <a:pt x="68790" y="9509"/>
                  </a:moveTo>
                  <a:cubicBezTo>
                    <a:pt x="68790" y="5541"/>
                    <a:pt x="65821" y="85"/>
                    <a:pt x="58892" y="85"/>
                  </a:cubicBezTo>
                  <a:cubicBezTo>
                    <a:pt x="52211" y="85"/>
                    <a:pt x="45034" y="6533"/>
                    <a:pt x="45034" y="13724"/>
                  </a:cubicBezTo>
                  <a:cubicBezTo>
                    <a:pt x="45034" y="17940"/>
                    <a:pt x="48251" y="23148"/>
                    <a:pt x="54933" y="23148"/>
                  </a:cubicBezTo>
                  <a:cubicBezTo>
                    <a:pt x="62109" y="23148"/>
                    <a:pt x="68790" y="16204"/>
                    <a:pt x="68790" y="9509"/>
                  </a:cubicBezTo>
                  <a:close/>
                  <a:moveTo>
                    <a:pt x="18309" y="135487"/>
                  </a:moveTo>
                  <a:cubicBezTo>
                    <a:pt x="17319" y="138711"/>
                    <a:pt x="16082" y="141687"/>
                    <a:pt x="16082" y="145903"/>
                  </a:cubicBezTo>
                  <a:cubicBezTo>
                    <a:pt x="16082" y="157559"/>
                    <a:pt x="25980" y="166982"/>
                    <a:pt x="39590" y="166982"/>
                  </a:cubicBezTo>
                  <a:cubicBezTo>
                    <a:pt x="64336" y="166982"/>
                    <a:pt x="75224" y="132760"/>
                    <a:pt x="75224" y="129040"/>
                  </a:cubicBezTo>
                  <a:cubicBezTo>
                    <a:pt x="75224" y="125816"/>
                    <a:pt x="72007" y="125816"/>
                    <a:pt x="71265" y="125816"/>
                  </a:cubicBezTo>
                  <a:cubicBezTo>
                    <a:pt x="67801" y="125816"/>
                    <a:pt x="67553" y="127304"/>
                    <a:pt x="66563" y="130032"/>
                  </a:cubicBezTo>
                  <a:cubicBezTo>
                    <a:pt x="60872" y="149871"/>
                    <a:pt x="49984" y="160039"/>
                    <a:pt x="40333" y="160039"/>
                  </a:cubicBezTo>
                  <a:cubicBezTo>
                    <a:pt x="35384" y="160039"/>
                    <a:pt x="34146" y="156815"/>
                    <a:pt x="34146" y="151359"/>
                  </a:cubicBezTo>
                  <a:cubicBezTo>
                    <a:pt x="34146" y="145655"/>
                    <a:pt x="35878" y="140943"/>
                    <a:pt x="38106" y="135487"/>
                  </a:cubicBezTo>
                  <a:cubicBezTo>
                    <a:pt x="40580" y="128792"/>
                    <a:pt x="43302" y="122096"/>
                    <a:pt x="46024" y="115648"/>
                  </a:cubicBezTo>
                  <a:cubicBezTo>
                    <a:pt x="48251" y="109697"/>
                    <a:pt x="57160" y="87129"/>
                    <a:pt x="58150" y="84154"/>
                  </a:cubicBezTo>
                  <a:cubicBezTo>
                    <a:pt x="58892" y="81674"/>
                    <a:pt x="59634" y="78698"/>
                    <a:pt x="59634" y="76218"/>
                  </a:cubicBezTo>
                  <a:cubicBezTo>
                    <a:pt x="59634" y="64562"/>
                    <a:pt x="49736" y="55139"/>
                    <a:pt x="36126" y="55139"/>
                  </a:cubicBezTo>
                  <a:cubicBezTo>
                    <a:pt x="11628" y="55139"/>
                    <a:pt x="245" y="88865"/>
                    <a:pt x="245" y="93081"/>
                  </a:cubicBezTo>
                  <a:cubicBezTo>
                    <a:pt x="245" y="96305"/>
                    <a:pt x="3709" y="96305"/>
                    <a:pt x="4451" y="96305"/>
                  </a:cubicBezTo>
                  <a:cubicBezTo>
                    <a:pt x="7916" y="96305"/>
                    <a:pt x="8163" y="95065"/>
                    <a:pt x="8906" y="92337"/>
                  </a:cubicBezTo>
                  <a:cubicBezTo>
                    <a:pt x="15339" y="71010"/>
                    <a:pt x="26228" y="62082"/>
                    <a:pt x="35384" y="62082"/>
                  </a:cubicBezTo>
                  <a:cubicBezTo>
                    <a:pt x="39343" y="62082"/>
                    <a:pt x="41570" y="64066"/>
                    <a:pt x="41570" y="70762"/>
                  </a:cubicBezTo>
                  <a:cubicBezTo>
                    <a:pt x="41570" y="76466"/>
                    <a:pt x="40085" y="80186"/>
                    <a:pt x="33899" y="95561"/>
                  </a:cubicBezTo>
                  <a:lnTo>
                    <a:pt x="18309" y="135487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DA656FB1-6BB0-3A37-D86B-643EBDD38E25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2086329" y="8203697"/>
              <a:ext cx="733495" cy="14170"/>
            </a:xfrm>
            <a:custGeom>
              <a:avLst/>
              <a:gdLst>
                <a:gd name="connsiteX0" fmla="*/ 0 w 733495"/>
                <a:gd name="connsiteY0" fmla="*/ 0 h 14170"/>
                <a:gd name="connsiteX1" fmla="*/ 733496 w 733495"/>
                <a:gd name="connsiteY1" fmla="*/ 0 h 14170"/>
                <a:gd name="connsiteX2" fmla="*/ 733496 w 733495"/>
                <a:gd name="connsiteY2" fmla="*/ 14170 h 14170"/>
                <a:gd name="connsiteX3" fmla="*/ 0 w 733495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3495" h="14170">
                  <a:moveTo>
                    <a:pt x="0" y="0"/>
                  </a:moveTo>
                  <a:lnTo>
                    <a:pt x="733496" y="0"/>
                  </a:lnTo>
                  <a:lnTo>
                    <a:pt x="733496" y="14170"/>
                  </a:lnTo>
                  <a:lnTo>
                    <a:pt x="0" y="14170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8F2E1133-186C-7FA5-1A93-F34543AF8BE4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2225491" y="8274546"/>
              <a:ext cx="275738" cy="354271"/>
            </a:xfrm>
            <a:custGeom>
              <a:avLst/>
              <a:gdLst>
                <a:gd name="connsiteX0" fmla="*/ 111940 w 275738"/>
                <a:gd name="connsiteY0" fmla="*/ 317163 h 354271"/>
                <a:gd name="connsiteX1" fmla="*/ 49722 w 275738"/>
                <a:gd name="connsiteY1" fmla="*/ 179351 h 354271"/>
                <a:gd name="connsiteX2" fmla="*/ 44419 w 275738"/>
                <a:gd name="connsiteY2" fmla="*/ 173683 h 354271"/>
                <a:gd name="connsiteX3" fmla="*/ 38410 w 275738"/>
                <a:gd name="connsiteY3" fmla="*/ 176517 h 354271"/>
                <a:gd name="connsiteX4" fmla="*/ 4826 w 275738"/>
                <a:gd name="connsiteY4" fmla="*/ 202025 h 354271"/>
                <a:gd name="connsiteX5" fmla="*/ 230 w 275738"/>
                <a:gd name="connsiteY5" fmla="*/ 207693 h 354271"/>
                <a:gd name="connsiteX6" fmla="*/ 3765 w 275738"/>
                <a:gd name="connsiteY6" fmla="*/ 211590 h 354271"/>
                <a:gd name="connsiteX7" fmla="*/ 15785 w 275738"/>
                <a:gd name="connsiteY7" fmla="*/ 203796 h 354271"/>
                <a:gd name="connsiteX8" fmla="*/ 27097 w 275738"/>
                <a:gd name="connsiteY8" fmla="*/ 195293 h 354271"/>
                <a:gd name="connsiteX9" fmla="*/ 96739 w 275738"/>
                <a:gd name="connsiteY9" fmla="*/ 348693 h 354271"/>
                <a:gd name="connsiteX10" fmla="*/ 104163 w 275738"/>
                <a:gd name="connsiteY10" fmla="*/ 354361 h 354271"/>
                <a:gd name="connsiteX11" fmla="*/ 113000 w 275738"/>
                <a:gd name="connsiteY11" fmla="*/ 347276 h 354271"/>
                <a:gd name="connsiteX12" fmla="*/ 273495 w 275738"/>
                <a:gd name="connsiteY12" fmla="*/ 14261 h 354271"/>
                <a:gd name="connsiteX13" fmla="*/ 275969 w 275738"/>
                <a:gd name="connsiteY13" fmla="*/ 7175 h 354271"/>
                <a:gd name="connsiteX14" fmla="*/ 268899 w 275738"/>
                <a:gd name="connsiteY14" fmla="*/ 90 h 354271"/>
                <a:gd name="connsiteX15" fmla="*/ 260768 w 275738"/>
                <a:gd name="connsiteY15" fmla="*/ 7530 h 354271"/>
                <a:gd name="connsiteX16" fmla="*/ 111940 w 275738"/>
                <a:gd name="connsiteY16" fmla="*/ 317163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5738" h="354271">
                  <a:moveTo>
                    <a:pt x="111940" y="317163"/>
                  </a:moveTo>
                  <a:lnTo>
                    <a:pt x="49722" y="179351"/>
                  </a:lnTo>
                  <a:cubicBezTo>
                    <a:pt x="47247" y="173683"/>
                    <a:pt x="45480" y="173683"/>
                    <a:pt x="44419" y="173683"/>
                  </a:cubicBezTo>
                  <a:cubicBezTo>
                    <a:pt x="44066" y="173683"/>
                    <a:pt x="42298" y="173683"/>
                    <a:pt x="38410" y="176517"/>
                  </a:cubicBezTo>
                  <a:lnTo>
                    <a:pt x="4826" y="202025"/>
                  </a:lnTo>
                  <a:cubicBezTo>
                    <a:pt x="230" y="205567"/>
                    <a:pt x="230" y="206630"/>
                    <a:pt x="230" y="207693"/>
                  </a:cubicBezTo>
                  <a:cubicBezTo>
                    <a:pt x="230" y="209464"/>
                    <a:pt x="1291" y="211590"/>
                    <a:pt x="3765" y="211590"/>
                  </a:cubicBezTo>
                  <a:cubicBezTo>
                    <a:pt x="5887" y="211590"/>
                    <a:pt x="11896" y="206630"/>
                    <a:pt x="15785" y="203796"/>
                  </a:cubicBezTo>
                  <a:cubicBezTo>
                    <a:pt x="17906" y="202025"/>
                    <a:pt x="23209" y="198128"/>
                    <a:pt x="27097" y="195293"/>
                  </a:cubicBezTo>
                  <a:lnTo>
                    <a:pt x="96739" y="348693"/>
                  </a:lnTo>
                  <a:cubicBezTo>
                    <a:pt x="99214" y="354361"/>
                    <a:pt x="100981" y="354361"/>
                    <a:pt x="104163" y="354361"/>
                  </a:cubicBezTo>
                  <a:cubicBezTo>
                    <a:pt x="109465" y="354361"/>
                    <a:pt x="110526" y="352236"/>
                    <a:pt x="113000" y="347276"/>
                  </a:cubicBezTo>
                  <a:lnTo>
                    <a:pt x="273495" y="14261"/>
                  </a:lnTo>
                  <a:cubicBezTo>
                    <a:pt x="275969" y="9301"/>
                    <a:pt x="275969" y="7884"/>
                    <a:pt x="275969" y="7175"/>
                  </a:cubicBezTo>
                  <a:cubicBezTo>
                    <a:pt x="275969" y="3633"/>
                    <a:pt x="273141" y="90"/>
                    <a:pt x="268899" y="90"/>
                  </a:cubicBezTo>
                  <a:cubicBezTo>
                    <a:pt x="266071" y="90"/>
                    <a:pt x="263596" y="1861"/>
                    <a:pt x="260768" y="7530"/>
                  </a:cubicBezTo>
                  <a:lnTo>
                    <a:pt x="111940" y="317163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3FAFBEF7-623A-396A-D380-7ED1014ED1A1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2494279" y="8274547"/>
              <a:ext cx="212189" cy="14170"/>
            </a:xfrm>
            <a:custGeom>
              <a:avLst/>
              <a:gdLst>
                <a:gd name="connsiteX0" fmla="*/ 0 w 212189"/>
                <a:gd name="connsiteY0" fmla="*/ 0 h 14170"/>
                <a:gd name="connsiteX1" fmla="*/ 212190 w 212189"/>
                <a:gd name="connsiteY1" fmla="*/ 0 h 14170"/>
                <a:gd name="connsiteX2" fmla="*/ 212190 w 212189"/>
                <a:gd name="connsiteY2" fmla="*/ 14170 h 14170"/>
                <a:gd name="connsiteX3" fmla="*/ 0 w 212189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189" h="14170">
                  <a:moveTo>
                    <a:pt x="0" y="0"/>
                  </a:moveTo>
                  <a:lnTo>
                    <a:pt x="212190" y="0"/>
                  </a:lnTo>
                  <a:lnTo>
                    <a:pt x="212190" y="14170"/>
                  </a:lnTo>
                  <a:lnTo>
                    <a:pt x="0" y="14170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F5F5B7EE-907F-798A-9D2A-4FA0660C1567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2504531" y="8387303"/>
              <a:ext cx="191603" cy="160484"/>
            </a:xfrm>
            <a:custGeom>
              <a:avLst/>
              <a:gdLst>
                <a:gd name="connsiteX0" fmla="*/ 21096 w 191603"/>
                <a:gd name="connsiteY0" fmla="*/ 135783 h 160484"/>
                <a:gd name="connsiteX1" fmla="*/ 17914 w 191603"/>
                <a:gd name="connsiteY1" fmla="*/ 151017 h 160484"/>
                <a:gd name="connsiteX2" fmla="*/ 28166 w 191603"/>
                <a:gd name="connsiteY2" fmla="*/ 160582 h 160484"/>
                <a:gd name="connsiteX3" fmla="*/ 41246 w 191603"/>
                <a:gd name="connsiteY3" fmla="*/ 150662 h 160484"/>
                <a:gd name="connsiteX4" fmla="*/ 47963 w 191603"/>
                <a:gd name="connsiteY4" fmla="*/ 124446 h 160484"/>
                <a:gd name="connsiteX5" fmla="*/ 55740 w 191603"/>
                <a:gd name="connsiteY5" fmla="*/ 92562 h 160484"/>
                <a:gd name="connsiteX6" fmla="*/ 61750 w 191603"/>
                <a:gd name="connsiteY6" fmla="*/ 68826 h 160484"/>
                <a:gd name="connsiteX7" fmla="*/ 66345 w 191603"/>
                <a:gd name="connsiteY7" fmla="*/ 51112 h 160484"/>
                <a:gd name="connsiteX8" fmla="*/ 123968 w 191603"/>
                <a:gd name="connsiteY8" fmla="*/ 7891 h 160484"/>
                <a:gd name="connsiteX9" fmla="*/ 143057 w 191603"/>
                <a:gd name="connsiteY9" fmla="*/ 32690 h 160484"/>
                <a:gd name="connsiteX10" fmla="*/ 120079 w 191603"/>
                <a:gd name="connsiteY10" fmla="*/ 115235 h 160484"/>
                <a:gd name="connsiteX11" fmla="*/ 116544 w 191603"/>
                <a:gd name="connsiteY11" fmla="*/ 131532 h 160484"/>
                <a:gd name="connsiteX12" fmla="*/ 145532 w 191603"/>
                <a:gd name="connsiteY12" fmla="*/ 160582 h 160484"/>
                <a:gd name="connsiteX13" fmla="*/ 191842 w 191603"/>
                <a:gd name="connsiteY13" fmla="*/ 106024 h 160484"/>
                <a:gd name="connsiteX14" fmla="*/ 187600 w 191603"/>
                <a:gd name="connsiteY14" fmla="*/ 102482 h 160484"/>
                <a:gd name="connsiteX15" fmla="*/ 182297 w 191603"/>
                <a:gd name="connsiteY15" fmla="*/ 108858 h 160484"/>
                <a:gd name="connsiteX16" fmla="*/ 146239 w 191603"/>
                <a:gd name="connsiteY16" fmla="*/ 152788 h 160484"/>
                <a:gd name="connsiteX17" fmla="*/ 137755 w 191603"/>
                <a:gd name="connsiteY17" fmla="*/ 141097 h 160484"/>
                <a:gd name="connsiteX18" fmla="*/ 144118 w 191603"/>
                <a:gd name="connsiteY18" fmla="*/ 115944 h 160484"/>
                <a:gd name="connsiteX19" fmla="*/ 165682 w 191603"/>
                <a:gd name="connsiteY19" fmla="*/ 38004 h 160484"/>
                <a:gd name="connsiteX20" fmla="*/ 125028 w 191603"/>
                <a:gd name="connsiteY20" fmla="*/ 97 h 160484"/>
                <a:gd name="connsiteX21" fmla="*/ 69880 w 191603"/>
                <a:gd name="connsiteY21" fmla="*/ 30919 h 160484"/>
                <a:gd name="connsiteX22" fmla="*/ 37357 w 191603"/>
                <a:gd name="connsiteY22" fmla="*/ 97 h 160484"/>
                <a:gd name="connsiteX23" fmla="*/ 10844 w 191603"/>
                <a:gd name="connsiteY23" fmla="*/ 20291 h 160484"/>
                <a:gd name="connsiteX24" fmla="*/ 239 w 191603"/>
                <a:gd name="connsiteY24" fmla="*/ 54655 h 160484"/>
                <a:gd name="connsiteX25" fmla="*/ 4481 w 191603"/>
                <a:gd name="connsiteY25" fmla="*/ 58198 h 160484"/>
                <a:gd name="connsiteX26" fmla="*/ 10490 w 191603"/>
                <a:gd name="connsiteY26" fmla="*/ 50049 h 160484"/>
                <a:gd name="connsiteX27" fmla="*/ 36297 w 191603"/>
                <a:gd name="connsiteY27" fmla="*/ 7891 h 160484"/>
                <a:gd name="connsiteX28" fmla="*/ 47256 w 191603"/>
                <a:gd name="connsiteY28" fmla="*/ 24188 h 160484"/>
                <a:gd name="connsiteX29" fmla="*/ 41599 w 191603"/>
                <a:gd name="connsiteY29" fmla="*/ 53946 h 160484"/>
                <a:gd name="connsiteX30" fmla="*/ 21096 w 191603"/>
                <a:gd name="connsiteY30" fmla="*/ 135783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1603" h="160484">
                  <a:moveTo>
                    <a:pt x="21096" y="135783"/>
                  </a:moveTo>
                  <a:cubicBezTo>
                    <a:pt x="20035" y="141097"/>
                    <a:pt x="17914" y="149245"/>
                    <a:pt x="17914" y="151017"/>
                  </a:cubicBezTo>
                  <a:cubicBezTo>
                    <a:pt x="17914" y="157394"/>
                    <a:pt x="22863" y="160582"/>
                    <a:pt x="28166" y="160582"/>
                  </a:cubicBezTo>
                  <a:cubicBezTo>
                    <a:pt x="32408" y="160582"/>
                    <a:pt x="38771" y="157748"/>
                    <a:pt x="41246" y="150662"/>
                  </a:cubicBezTo>
                  <a:cubicBezTo>
                    <a:pt x="41599" y="149954"/>
                    <a:pt x="45842" y="133303"/>
                    <a:pt x="47963" y="124446"/>
                  </a:cubicBezTo>
                  <a:lnTo>
                    <a:pt x="55740" y="92562"/>
                  </a:lnTo>
                  <a:cubicBezTo>
                    <a:pt x="57861" y="84768"/>
                    <a:pt x="59982" y="76974"/>
                    <a:pt x="61750" y="68826"/>
                  </a:cubicBezTo>
                  <a:cubicBezTo>
                    <a:pt x="63164" y="62803"/>
                    <a:pt x="65992" y="52529"/>
                    <a:pt x="66345" y="51112"/>
                  </a:cubicBezTo>
                  <a:cubicBezTo>
                    <a:pt x="71648" y="40130"/>
                    <a:pt x="90384" y="7891"/>
                    <a:pt x="123968" y="7891"/>
                  </a:cubicBezTo>
                  <a:cubicBezTo>
                    <a:pt x="139876" y="7891"/>
                    <a:pt x="143057" y="20999"/>
                    <a:pt x="143057" y="32690"/>
                  </a:cubicBezTo>
                  <a:cubicBezTo>
                    <a:pt x="143057" y="54655"/>
                    <a:pt x="125735" y="100002"/>
                    <a:pt x="120079" y="115235"/>
                  </a:cubicBezTo>
                  <a:cubicBezTo>
                    <a:pt x="116897" y="123384"/>
                    <a:pt x="116544" y="127635"/>
                    <a:pt x="116544" y="131532"/>
                  </a:cubicBezTo>
                  <a:cubicBezTo>
                    <a:pt x="116544" y="148183"/>
                    <a:pt x="128917" y="160582"/>
                    <a:pt x="145532" y="160582"/>
                  </a:cubicBezTo>
                  <a:cubicBezTo>
                    <a:pt x="178762" y="160582"/>
                    <a:pt x="191842" y="108858"/>
                    <a:pt x="191842" y="106024"/>
                  </a:cubicBezTo>
                  <a:cubicBezTo>
                    <a:pt x="191842" y="102482"/>
                    <a:pt x="188660" y="102482"/>
                    <a:pt x="187600" y="102482"/>
                  </a:cubicBezTo>
                  <a:cubicBezTo>
                    <a:pt x="184065" y="102482"/>
                    <a:pt x="184065" y="103544"/>
                    <a:pt x="182297" y="108858"/>
                  </a:cubicBezTo>
                  <a:cubicBezTo>
                    <a:pt x="175227" y="132949"/>
                    <a:pt x="163561" y="152788"/>
                    <a:pt x="146239" y="152788"/>
                  </a:cubicBezTo>
                  <a:cubicBezTo>
                    <a:pt x="140229" y="152788"/>
                    <a:pt x="137755" y="149245"/>
                    <a:pt x="137755" y="141097"/>
                  </a:cubicBezTo>
                  <a:cubicBezTo>
                    <a:pt x="137755" y="132240"/>
                    <a:pt x="140936" y="123738"/>
                    <a:pt x="144118" y="115944"/>
                  </a:cubicBezTo>
                  <a:cubicBezTo>
                    <a:pt x="150834" y="97167"/>
                    <a:pt x="165682" y="58198"/>
                    <a:pt x="165682" y="38004"/>
                  </a:cubicBezTo>
                  <a:cubicBezTo>
                    <a:pt x="165682" y="14268"/>
                    <a:pt x="150481" y="97"/>
                    <a:pt x="125028" y="97"/>
                  </a:cubicBezTo>
                  <a:cubicBezTo>
                    <a:pt x="93212" y="97"/>
                    <a:pt x="75890" y="22770"/>
                    <a:pt x="69880" y="30919"/>
                  </a:cubicBezTo>
                  <a:cubicBezTo>
                    <a:pt x="68113" y="11079"/>
                    <a:pt x="53619" y="97"/>
                    <a:pt x="37357" y="97"/>
                  </a:cubicBezTo>
                  <a:cubicBezTo>
                    <a:pt x="21096" y="97"/>
                    <a:pt x="14379" y="13914"/>
                    <a:pt x="10844" y="20291"/>
                  </a:cubicBezTo>
                  <a:cubicBezTo>
                    <a:pt x="5188" y="32336"/>
                    <a:pt x="239" y="53238"/>
                    <a:pt x="239" y="54655"/>
                  </a:cubicBezTo>
                  <a:cubicBezTo>
                    <a:pt x="239" y="58198"/>
                    <a:pt x="3774" y="58198"/>
                    <a:pt x="4481" y="58198"/>
                  </a:cubicBezTo>
                  <a:cubicBezTo>
                    <a:pt x="8016" y="58198"/>
                    <a:pt x="8369" y="57843"/>
                    <a:pt x="10490" y="50049"/>
                  </a:cubicBezTo>
                  <a:cubicBezTo>
                    <a:pt x="16500" y="24896"/>
                    <a:pt x="23570" y="7891"/>
                    <a:pt x="36297" y="7891"/>
                  </a:cubicBezTo>
                  <a:cubicBezTo>
                    <a:pt x="43367" y="7891"/>
                    <a:pt x="47256" y="12497"/>
                    <a:pt x="47256" y="24188"/>
                  </a:cubicBezTo>
                  <a:cubicBezTo>
                    <a:pt x="47256" y="31627"/>
                    <a:pt x="46195" y="35524"/>
                    <a:pt x="41599" y="53946"/>
                  </a:cubicBezTo>
                  <a:lnTo>
                    <a:pt x="21096" y="135783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E2F9905D-146F-9CE4-ACE9-8FBAB3A05542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2870023" y="8033646"/>
              <a:ext cx="48431" cy="354271"/>
            </a:xfrm>
            <a:custGeom>
              <a:avLst/>
              <a:gdLst>
                <a:gd name="connsiteX0" fmla="*/ 48680 w 48431"/>
                <a:gd name="connsiteY0" fmla="*/ 90 h 354271"/>
                <a:gd name="connsiteX1" fmla="*/ 249 w 48431"/>
                <a:gd name="connsiteY1" fmla="*/ 90 h 354271"/>
                <a:gd name="connsiteX2" fmla="*/ 249 w 48431"/>
                <a:gd name="connsiteY2" fmla="*/ 14261 h 354271"/>
                <a:gd name="connsiteX3" fmla="*/ 34540 w 48431"/>
                <a:gd name="connsiteY3" fmla="*/ 14261 h 354271"/>
                <a:gd name="connsiteX4" fmla="*/ 34540 w 48431"/>
                <a:gd name="connsiteY4" fmla="*/ 340191 h 354271"/>
                <a:gd name="connsiteX5" fmla="*/ 249 w 48431"/>
                <a:gd name="connsiteY5" fmla="*/ 340191 h 354271"/>
                <a:gd name="connsiteX6" fmla="*/ 249 w 48431"/>
                <a:gd name="connsiteY6" fmla="*/ 354362 h 354271"/>
                <a:gd name="connsiteX7" fmla="*/ 48680 w 48431"/>
                <a:gd name="connsiteY7" fmla="*/ 354362 h 354271"/>
                <a:gd name="connsiteX8" fmla="*/ 48680 w 48431"/>
                <a:gd name="connsiteY8" fmla="*/ 90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31" h="354271">
                  <a:moveTo>
                    <a:pt x="48680" y="90"/>
                  </a:moveTo>
                  <a:lnTo>
                    <a:pt x="249" y="90"/>
                  </a:lnTo>
                  <a:lnTo>
                    <a:pt x="249" y="14261"/>
                  </a:lnTo>
                  <a:lnTo>
                    <a:pt x="34540" y="14261"/>
                  </a:lnTo>
                  <a:lnTo>
                    <a:pt x="34540" y="340191"/>
                  </a:lnTo>
                  <a:lnTo>
                    <a:pt x="249" y="340191"/>
                  </a:lnTo>
                  <a:lnTo>
                    <a:pt x="249" y="354362"/>
                  </a:lnTo>
                  <a:lnTo>
                    <a:pt x="48680" y="354362"/>
                  </a:lnTo>
                  <a:lnTo>
                    <a:pt x="48680" y="90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50C660F3-4CAA-B937-718A-60F0C56B9AC2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3078436" y="8169332"/>
              <a:ext cx="235085" cy="82899"/>
            </a:xfrm>
            <a:custGeom>
              <a:avLst/>
              <a:gdLst>
                <a:gd name="connsiteX0" fmla="*/ 223320 w 235085"/>
                <a:gd name="connsiteY0" fmla="*/ 14261 h 82899"/>
                <a:gd name="connsiteX1" fmla="*/ 235340 w 235085"/>
                <a:gd name="connsiteY1" fmla="*/ 7176 h 82899"/>
                <a:gd name="connsiteX2" fmla="*/ 223674 w 235085"/>
                <a:gd name="connsiteY2" fmla="*/ 90 h 82899"/>
                <a:gd name="connsiteX3" fmla="*/ 11920 w 235085"/>
                <a:gd name="connsiteY3" fmla="*/ 90 h 82899"/>
                <a:gd name="connsiteX4" fmla="*/ 255 w 235085"/>
                <a:gd name="connsiteY4" fmla="*/ 7176 h 82899"/>
                <a:gd name="connsiteX5" fmla="*/ 12274 w 235085"/>
                <a:gd name="connsiteY5" fmla="*/ 14261 h 82899"/>
                <a:gd name="connsiteX6" fmla="*/ 223320 w 235085"/>
                <a:gd name="connsiteY6" fmla="*/ 14261 h 82899"/>
                <a:gd name="connsiteX7" fmla="*/ 223674 w 235085"/>
                <a:gd name="connsiteY7" fmla="*/ 82990 h 82899"/>
                <a:gd name="connsiteX8" fmla="*/ 235340 w 235085"/>
                <a:gd name="connsiteY8" fmla="*/ 75904 h 82899"/>
                <a:gd name="connsiteX9" fmla="*/ 223320 w 235085"/>
                <a:gd name="connsiteY9" fmla="*/ 68819 h 82899"/>
                <a:gd name="connsiteX10" fmla="*/ 12274 w 235085"/>
                <a:gd name="connsiteY10" fmla="*/ 68819 h 82899"/>
                <a:gd name="connsiteX11" fmla="*/ 255 w 235085"/>
                <a:gd name="connsiteY11" fmla="*/ 75904 h 82899"/>
                <a:gd name="connsiteX12" fmla="*/ 11920 w 235085"/>
                <a:gd name="connsiteY12" fmla="*/ 82990 h 82899"/>
                <a:gd name="connsiteX13" fmla="*/ 223674 w 235085"/>
                <a:gd name="connsiteY13" fmla="*/ 82990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085" h="82899">
                  <a:moveTo>
                    <a:pt x="223320" y="14261"/>
                  </a:moveTo>
                  <a:cubicBezTo>
                    <a:pt x="228623" y="14261"/>
                    <a:pt x="235340" y="14261"/>
                    <a:pt x="235340" y="7176"/>
                  </a:cubicBezTo>
                  <a:cubicBezTo>
                    <a:pt x="235340" y="90"/>
                    <a:pt x="228623" y="90"/>
                    <a:pt x="223674" y="90"/>
                  </a:cubicBezTo>
                  <a:lnTo>
                    <a:pt x="11920" y="90"/>
                  </a:lnTo>
                  <a:cubicBezTo>
                    <a:pt x="6971" y="90"/>
                    <a:pt x="255" y="90"/>
                    <a:pt x="255" y="7176"/>
                  </a:cubicBezTo>
                  <a:cubicBezTo>
                    <a:pt x="255" y="14261"/>
                    <a:pt x="6971" y="14261"/>
                    <a:pt x="12274" y="14261"/>
                  </a:cubicBezTo>
                  <a:lnTo>
                    <a:pt x="223320" y="14261"/>
                  </a:lnTo>
                  <a:close/>
                  <a:moveTo>
                    <a:pt x="223674" y="82990"/>
                  </a:moveTo>
                  <a:cubicBezTo>
                    <a:pt x="228623" y="82990"/>
                    <a:pt x="235340" y="82990"/>
                    <a:pt x="235340" y="75904"/>
                  </a:cubicBezTo>
                  <a:cubicBezTo>
                    <a:pt x="235340" y="68819"/>
                    <a:pt x="228623" y="68819"/>
                    <a:pt x="223320" y="68819"/>
                  </a:cubicBezTo>
                  <a:lnTo>
                    <a:pt x="12274" y="68819"/>
                  </a:lnTo>
                  <a:cubicBezTo>
                    <a:pt x="6971" y="68819"/>
                    <a:pt x="255" y="68819"/>
                    <a:pt x="255" y="75904"/>
                  </a:cubicBezTo>
                  <a:cubicBezTo>
                    <a:pt x="255" y="82990"/>
                    <a:pt x="6971" y="82990"/>
                    <a:pt x="11920" y="82990"/>
                  </a:cubicBezTo>
                  <a:lnTo>
                    <a:pt x="223674" y="82990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CC1FB1B5-F880-D004-8100-2970A2907162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3611357" y="7747145"/>
              <a:ext cx="151196" cy="111843"/>
            </a:xfrm>
            <a:custGeom>
              <a:avLst/>
              <a:gdLst>
                <a:gd name="connsiteX0" fmla="*/ 18829 w 151196"/>
                <a:gd name="connsiteY0" fmla="*/ 93818 h 111843"/>
                <a:gd name="connsiteX1" fmla="*/ 16355 w 151196"/>
                <a:gd name="connsiteY1" fmla="*/ 103986 h 111843"/>
                <a:gd name="connsiteX2" fmla="*/ 24768 w 151196"/>
                <a:gd name="connsiteY2" fmla="*/ 111921 h 111843"/>
                <a:gd name="connsiteX3" fmla="*/ 34419 w 151196"/>
                <a:gd name="connsiteY3" fmla="*/ 106465 h 111843"/>
                <a:gd name="connsiteX4" fmla="*/ 38873 w 151196"/>
                <a:gd name="connsiteY4" fmla="*/ 91090 h 111843"/>
                <a:gd name="connsiteX5" fmla="*/ 44317 w 151196"/>
                <a:gd name="connsiteY5" fmla="*/ 68771 h 111843"/>
                <a:gd name="connsiteX6" fmla="*/ 48524 w 151196"/>
                <a:gd name="connsiteY6" fmla="*/ 52156 h 111843"/>
                <a:gd name="connsiteX7" fmla="*/ 58917 w 151196"/>
                <a:gd name="connsiteY7" fmla="*/ 29837 h 111843"/>
                <a:gd name="connsiteX8" fmla="*/ 96036 w 151196"/>
                <a:gd name="connsiteY8" fmla="*/ 7021 h 111843"/>
                <a:gd name="connsiteX9" fmla="*/ 110636 w 151196"/>
                <a:gd name="connsiteY9" fmla="*/ 24381 h 111843"/>
                <a:gd name="connsiteX10" fmla="*/ 96036 w 151196"/>
                <a:gd name="connsiteY10" fmla="*/ 77203 h 111843"/>
                <a:gd name="connsiteX11" fmla="*/ 92324 w 151196"/>
                <a:gd name="connsiteY11" fmla="*/ 90594 h 111843"/>
                <a:gd name="connsiteX12" fmla="*/ 115833 w 151196"/>
                <a:gd name="connsiteY12" fmla="*/ 111921 h 111843"/>
                <a:gd name="connsiteX13" fmla="*/ 151467 w 151196"/>
                <a:gd name="connsiteY13" fmla="*/ 73979 h 111843"/>
                <a:gd name="connsiteX14" fmla="*/ 147507 w 151196"/>
                <a:gd name="connsiteY14" fmla="*/ 70755 h 111843"/>
                <a:gd name="connsiteX15" fmla="*/ 142806 w 151196"/>
                <a:gd name="connsiteY15" fmla="*/ 74971 h 111843"/>
                <a:gd name="connsiteX16" fmla="*/ 116575 w 151196"/>
                <a:gd name="connsiteY16" fmla="*/ 104978 h 111843"/>
                <a:gd name="connsiteX17" fmla="*/ 110389 w 151196"/>
                <a:gd name="connsiteY17" fmla="*/ 96298 h 111843"/>
                <a:gd name="connsiteX18" fmla="*/ 116080 w 151196"/>
                <a:gd name="connsiteY18" fmla="*/ 76211 h 111843"/>
                <a:gd name="connsiteX19" fmla="*/ 129195 w 151196"/>
                <a:gd name="connsiteY19" fmla="*/ 28349 h 111843"/>
                <a:gd name="connsiteX20" fmla="*/ 97026 w 151196"/>
                <a:gd name="connsiteY20" fmla="*/ 78 h 111843"/>
                <a:gd name="connsiteX21" fmla="*/ 55205 w 151196"/>
                <a:gd name="connsiteY21" fmla="*/ 22645 h 111843"/>
                <a:gd name="connsiteX22" fmla="*/ 28727 w 151196"/>
                <a:gd name="connsiteY22" fmla="*/ 78 h 111843"/>
                <a:gd name="connsiteX23" fmla="*/ 9178 w 151196"/>
                <a:gd name="connsiteY23" fmla="*/ 13469 h 111843"/>
                <a:gd name="connsiteX24" fmla="*/ 270 w 151196"/>
                <a:gd name="connsiteY24" fmla="*/ 38020 h 111843"/>
                <a:gd name="connsiteX25" fmla="*/ 4477 w 151196"/>
                <a:gd name="connsiteY25" fmla="*/ 41244 h 111843"/>
                <a:gd name="connsiteX26" fmla="*/ 9921 w 151196"/>
                <a:gd name="connsiteY26" fmla="*/ 33804 h 111843"/>
                <a:gd name="connsiteX27" fmla="*/ 27985 w 151196"/>
                <a:gd name="connsiteY27" fmla="*/ 7021 h 111843"/>
                <a:gd name="connsiteX28" fmla="*/ 36151 w 151196"/>
                <a:gd name="connsiteY28" fmla="*/ 19173 h 111843"/>
                <a:gd name="connsiteX29" fmla="*/ 32192 w 151196"/>
                <a:gd name="connsiteY29" fmla="*/ 39756 h 111843"/>
                <a:gd name="connsiteX30" fmla="*/ 26748 w 151196"/>
                <a:gd name="connsiteY30" fmla="*/ 62075 h 111843"/>
                <a:gd name="connsiteX31" fmla="*/ 18829 w 151196"/>
                <a:gd name="connsiteY31" fmla="*/ 93818 h 111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196" h="111843">
                  <a:moveTo>
                    <a:pt x="18829" y="93818"/>
                  </a:moveTo>
                  <a:cubicBezTo>
                    <a:pt x="17839" y="97042"/>
                    <a:pt x="16355" y="103242"/>
                    <a:pt x="16355" y="103986"/>
                  </a:cubicBezTo>
                  <a:cubicBezTo>
                    <a:pt x="16355" y="109441"/>
                    <a:pt x="20809" y="111921"/>
                    <a:pt x="24768" y="111921"/>
                  </a:cubicBezTo>
                  <a:cubicBezTo>
                    <a:pt x="29222" y="111921"/>
                    <a:pt x="33182" y="108697"/>
                    <a:pt x="34419" y="106465"/>
                  </a:cubicBezTo>
                  <a:cubicBezTo>
                    <a:pt x="35656" y="104234"/>
                    <a:pt x="37636" y="96298"/>
                    <a:pt x="38873" y="91090"/>
                  </a:cubicBezTo>
                  <a:cubicBezTo>
                    <a:pt x="40111" y="86378"/>
                    <a:pt x="42833" y="74971"/>
                    <a:pt x="44317" y="68771"/>
                  </a:cubicBezTo>
                  <a:cubicBezTo>
                    <a:pt x="45802" y="63315"/>
                    <a:pt x="47287" y="57859"/>
                    <a:pt x="48524" y="52156"/>
                  </a:cubicBezTo>
                  <a:cubicBezTo>
                    <a:pt x="51246" y="41988"/>
                    <a:pt x="51741" y="40004"/>
                    <a:pt x="58917" y="29837"/>
                  </a:cubicBezTo>
                  <a:cubicBezTo>
                    <a:pt x="65846" y="19917"/>
                    <a:pt x="77477" y="7021"/>
                    <a:pt x="96036" y="7021"/>
                  </a:cubicBezTo>
                  <a:cubicBezTo>
                    <a:pt x="110389" y="7021"/>
                    <a:pt x="110636" y="19669"/>
                    <a:pt x="110636" y="24381"/>
                  </a:cubicBezTo>
                  <a:cubicBezTo>
                    <a:pt x="110636" y="39260"/>
                    <a:pt x="99995" y="66787"/>
                    <a:pt x="96036" y="77203"/>
                  </a:cubicBezTo>
                  <a:cubicBezTo>
                    <a:pt x="93314" y="84146"/>
                    <a:pt x="92324" y="86378"/>
                    <a:pt x="92324" y="90594"/>
                  </a:cubicBezTo>
                  <a:cubicBezTo>
                    <a:pt x="92324" y="103738"/>
                    <a:pt x="103212" y="111921"/>
                    <a:pt x="115833" y="111921"/>
                  </a:cubicBezTo>
                  <a:cubicBezTo>
                    <a:pt x="140578" y="111921"/>
                    <a:pt x="151467" y="77699"/>
                    <a:pt x="151467" y="73979"/>
                  </a:cubicBezTo>
                  <a:cubicBezTo>
                    <a:pt x="151467" y="70755"/>
                    <a:pt x="148250" y="70755"/>
                    <a:pt x="147507" y="70755"/>
                  </a:cubicBezTo>
                  <a:cubicBezTo>
                    <a:pt x="144043" y="70755"/>
                    <a:pt x="143795" y="72243"/>
                    <a:pt x="142806" y="74971"/>
                  </a:cubicBezTo>
                  <a:cubicBezTo>
                    <a:pt x="137114" y="94810"/>
                    <a:pt x="126473" y="104978"/>
                    <a:pt x="116575" y="104978"/>
                  </a:cubicBezTo>
                  <a:cubicBezTo>
                    <a:pt x="111378" y="104978"/>
                    <a:pt x="110389" y="101506"/>
                    <a:pt x="110389" y="96298"/>
                  </a:cubicBezTo>
                  <a:cubicBezTo>
                    <a:pt x="110389" y="90594"/>
                    <a:pt x="111626" y="87370"/>
                    <a:pt x="116080" y="76211"/>
                  </a:cubicBezTo>
                  <a:cubicBezTo>
                    <a:pt x="119050" y="68523"/>
                    <a:pt x="129195" y="42236"/>
                    <a:pt x="129195" y="28349"/>
                  </a:cubicBezTo>
                  <a:cubicBezTo>
                    <a:pt x="129195" y="4294"/>
                    <a:pt x="110141" y="78"/>
                    <a:pt x="97026" y="78"/>
                  </a:cubicBezTo>
                  <a:cubicBezTo>
                    <a:pt x="76487" y="78"/>
                    <a:pt x="62629" y="12725"/>
                    <a:pt x="55205" y="22645"/>
                  </a:cubicBezTo>
                  <a:cubicBezTo>
                    <a:pt x="53473" y="5534"/>
                    <a:pt x="38873" y="78"/>
                    <a:pt x="28727" y="78"/>
                  </a:cubicBezTo>
                  <a:cubicBezTo>
                    <a:pt x="18087" y="78"/>
                    <a:pt x="12395" y="7765"/>
                    <a:pt x="9178" y="13469"/>
                  </a:cubicBezTo>
                  <a:cubicBezTo>
                    <a:pt x="3734" y="22645"/>
                    <a:pt x="270" y="36780"/>
                    <a:pt x="270" y="38020"/>
                  </a:cubicBezTo>
                  <a:cubicBezTo>
                    <a:pt x="270" y="41244"/>
                    <a:pt x="3734" y="41244"/>
                    <a:pt x="4477" y="41244"/>
                  </a:cubicBezTo>
                  <a:cubicBezTo>
                    <a:pt x="7941" y="41244"/>
                    <a:pt x="8188" y="40500"/>
                    <a:pt x="9921" y="33804"/>
                  </a:cubicBezTo>
                  <a:cubicBezTo>
                    <a:pt x="13633" y="19173"/>
                    <a:pt x="18334" y="7021"/>
                    <a:pt x="27985" y="7021"/>
                  </a:cubicBezTo>
                  <a:cubicBezTo>
                    <a:pt x="34419" y="7021"/>
                    <a:pt x="36151" y="12477"/>
                    <a:pt x="36151" y="19173"/>
                  </a:cubicBezTo>
                  <a:cubicBezTo>
                    <a:pt x="36151" y="23885"/>
                    <a:pt x="33924" y="33060"/>
                    <a:pt x="32192" y="39756"/>
                  </a:cubicBezTo>
                  <a:cubicBezTo>
                    <a:pt x="30460" y="46452"/>
                    <a:pt x="27985" y="56619"/>
                    <a:pt x="26748" y="62075"/>
                  </a:cubicBezTo>
                  <a:lnTo>
                    <a:pt x="18829" y="93818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484505A-34D0-BA50-EDD6-AA6ABDD1E74B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3451585" y="7962790"/>
              <a:ext cx="470523" cy="495980"/>
            </a:xfrm>
            <a:custGeom>
              <a:avLst/>
              <a:gdLst>
                <a:gd name="connsiteX0" fmla="*/ 428014 w 470523"/>
                <a:gd name="connsiteY0" fmla="*/ 496061 h 495980"/>
                <a:gd name="connsiteX1" fmla="*/ 470789 w 470523"/>
                <a:gd name="connsiteY1" fmla="*/ 382694 h 495980"/>
                <a:gd name="connsiteX2" fmla="*/ 461951 w 470523"/>
                <a:gd name="connsiteY2" fmla="*/ 382694 h 495980"/>
                <a:gd name="connsiteX3" fmla="*/ 370038 w 470523"/>
                <a:gd name="connsiteY3" fmla="*/ 454257 h 495980"/>
                <a:gd name="connsiteX4" fmla="*/ 260096 w 470523"/>
                <a:gd name="connsiteY4" fmla="*/ 465239 h 495980"/>
                <a:gd name="connsiteX5" fmla="*/ 46929 w 470523"/>
                <a:gd name="connsiteY5" fmla="*/ 465239 h 495980"/>
                <a:gd name="connsiteX6" fmla="*/ 226866 w 470523"/>
                <a:gd name="connsiteY6" fmla="*/ 253739 h 495980"/>
                <a:gd name="connsiteX7" fmla="*/ 230047 w 470523"/>
                <a:gd name="connsiteY7" fmla="*/ 248071 h 495980"/>
                <a:gd name="connsiteX8" fmla="*/ 227573 w 470523"/>
                <a:gd name="connsiteY8" fmla="*/ 242757 h 495980"/>
                <a:gd name="connsiteX9" fmla="*/ 62837 w 470523"/>
                <a:gd name="connsiteY9" fmla="*/ 17086 h 495980"/>
                <a:gd name="connsiteX10" fmla="*/ 256561 w 470523"/>
                <a:gd name="connsiteY10" fmla="*/ 17086 h 495980"/>
                <a:gd name="connsiteX11" fmla="*/ 339282 w 470523"/>
                <a:gd name="connsiteY11" fmla="*/ 22754 h 495980"/>
                <a:gd name="connsiteX12" fmla="*/ 417055 w 470523"/>
                <a:gd name="connsiteY12" fmla="*/ 49324 h 495980"/>
                <a:gd name="connsiteX13" fmla="*/ 461951 w 470523"/>
                <a:gd name="connsiteY13" fmla="*/ 99631 h 495980"/>
                <a:gd name="connsiteX14" fmla="*/ 470789 w 470523"/>
                <a:gd name="connsiteY14" fmla="*/ 99631 h 495980"/>
                <a:gd name="connsiteX15" fmla="*/ 428014 w 470523"/>
                <a:gd name="connsiteY15" fmla="*/ 81 h 495980"/>
                <a:gd name="connsiteX16" fmla="*/ 10163 w 470523"/>
                <a:gd name="connsiteY16" fmla="*/ 81 h 495980"/>
                <a:gd name="connsiteX17" fmla="*/ 619 w 470523"/>
                <a:gd name="connsiteY17" fmla="*/ 2561 h 495980"/>
                <a:gd name="connsiteX18" fmla="*/ 265 w 470523"/>
                <a:gd name="connsiteY18" fmla="*/ 14252 h 495980"/>
                <a:gd name="connsiteX19" fmla="*/ 187273 w 470523"/>
                <a:gd name="connsiteY19" fmla="*/ 270744 h 495980"/>
                <a:gd name="connsiteX20" fmla="*/ 4154 w 470523"/>
                <a:gd name="connsiteY20" fmla="*/ 485787 h 495980"/>
                <a:gd name="connsiteX21" fmla="*/ 619 w 470523"/>
                <a:gd name="connsiteY21" fmla="*/ 492164 h 495980"/>
                <a:gd name="connsiteX22" fmla="*/ 10163 w 470523"/>
                <a:gd name="connsiteY22" fmla="*/ 496061 h 495980"/>
                <a:gd name="connsiteX23" fmla="*/ 428014 w 470523"/>
                <a:gd name="connsiteY23" fmla="*/ 496061 h 495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70523" h="495980">
                  <a:moveTo>
                    <a:pt x="428014" y="496061"/>
                  </a:moveTo>
                  <a:lnTo>
                    <a:pt x="470789" y="382694"/>
                  </a:lnTo>
                  <a:lnTo>
                    <a:pt x="461951" y="382694"/>
                  </a:lnTo>
                  <a:cubicBezTo>
                    <a:pt x="448164" y="419538"/>
                    <a:pt x="410692" y="443629"/>
                    <a:pt x="370038" y="454257"/>
                  </a:cubicBezTo>
                  <a:cubicBezTo>
                    <a:pt x="362614" y="456028"/>
                    <a:pt x="327970" y="465239"/>
                    <a:pt x="260096" y="465239"/>
                  </a:cubicBezTo>
                  <a:lnTo>
                    <a:pt x="46929" y="465239"/>
                  </a:lnTo>
                  <a:lnTo>
                    <a:pt x="226866" y="253739"/>
                  </a:lnTo>
                  <a:cubicBezTo>
                    <a:pt x="229340" y="250905"/>
                    <a:pt x="230047" y="249842"/>
                    <a:pt x="230047" y="248071"/>
                  </a:cubicBezTo>
                  <a:cubicBezTo>
                    <a:pt x="230047" y="247362"/>
                    <a:pt x="230047" y="246299"/>
                    <a:pt x="227573" y="242757"/>
                  </a:cubicBezTo>
                  <a:lnTo>
                    <a:pt x="62837" y="17086"/>
                  </a:lnTo>
                  <a:lnTo>
                    <a:pt x="256561" y="17086"/>
                  </a:lnTo>
                  <a:cubicBezTo>
                    <a:pt x="303931" y="17086"/>
                    <a:pt x="336101" y="22046"/>
                    <a:pt x="339282" y="22754"/>
                  </a:cubicBezTo>
                  <a:cubicBezTo>
                    <a:pt x="358372" y="25588"/>
                    <a:pt x="389128" y="31611"/>
                    <a:pt x="417055" y="49324"/>
                  </a:cubicBezTo>
                  <a:cubicBezTo>
                    <a:pt x="425893" y="54993"/>
                    <a:pt x="449931" y="70935"/>
                    <a:pt x="461951" y="99631"/>
                  </a:cubicBezTo>
                  <a:lnTo>
                    <a:pt x="470789" y="99631"/>
                  </a:lnTo>
                  <a:lnTo>
                    <a:pt x="428014" y="81"/>
                  </a:lnTo>
                  <a:lnTo>
                    <a:pt x="10163" y="81"/>
                  </a:lnTo>
                  <a:cubicBezTo>
                    <a:pt x="2033" y="81"/>
                    <a:pt x="1679" y="435"/>
                    <a:pt x="619" y="2561"/>
                  </a:cubicBezTo>
                  <a:cubicBezTo>
                    <a:pt x="265" y="3623"/>
                    <a:pt x="265" y="10355"/>
                    <a:pt x="265" y="14252"/>
                  </a:cubicBezTo>
                  <a:lnTo>
                    <a:pt x="187273" y="270744"/>
                  </a:lnTo>
                  <a:lnTo>
                    <a:pt x="4154" y="485787"/>
                  </a:lnTo>
                  <a:cubicBezTo>
                    <a:pt x="619" y="490038"/>
                    <a:pt x="619" y="491810"/>
                    <a:pt x="619" y="492164"/>
                  </a:cubicBezTo>
                  <a:cubicBezTo>
                    <a:pt x="619" y="496061"/>
                    <a:pt x="3800" y="496061"/>
                    <a:pt x="10163" y="496061"/>
                  </a:cubicBezTo>
                  <a:lnTo>
                    <a:pt x="428014" y="496061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68DF53E-6F57-012B-B925-CC7FBF38EAFE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3469758" y="8552925"/>
              <a:ext cx="74979" cy="166897"/>
            </a:xfrm>
            <a:custGeom>
              <a:avLst/>
              <a:gdLst>
                <a:gd name="connsiteX0" fmla="*/ 68812 w 74979"/>
                <a:gd name="connsiteY0" fmla="*/ 9526 h 166897"/>
                <a:gd name="connsiteX1" fmla="*/ 58913 w 74979"/>
                <a:gd name="connsiteY1" fmla="*/ 102 h 166897"/>
                <a:gd name="connsiteX2" fmla="*/ 45056 w 74979"/>
                <a:gd name="connsiteY2" fmla="*/ 13741 h 166897"/>
                <a:gd name="connsiteX3" fmla="*/ 54954 w 74979"/>
                <a:gd name="connsiteY3" fmla="*/ 23165 h 166897"/>
                <a:gd name="connsiteX4" fmla="*/ 68812 w 74979"/>
                <a:gd name="connsiteY4" fmla="*/ 9526 h 166897"/>
                <a:gd name="connsiteX5" fmla="*/ 18330 w 74979"/>
                <a:gd name="connsiteY5" fmla="*/ 135504 h 166897"/>
                <a:gd name="connsiteX6" fmla="*/ 16103 w 74979"/>
                <a:gd name="connsiteY6" fmla="*/ 145920 h 166897"/>
                <a:gd name="connsiteX7" fmla="*/ 39612 w 74979"/>
                <a:gd name="connsiteY7" fmla="*/ 166999 h 166897"/>
                <a:gd name="connsiteX8" fmla="*/ 75246 w 74979"/>
                <a:gd name="connsiteY8" fmla="*/ 129057 h 166897"/>
                <a:gd name="connsiteX9" fmla="*/ 71286 w 74979"/>
                <a:gd name="connsiteY9" fmla="*/ 125833 h 166897"/>
                <a:gd name="connsiteX10" fmla="*/ 66585 w 74979"/>
                <a:gd name="connsiteY10" fmla="*/ 130049 h 166897"/>
                <a:gd name="connsiteX11" fmla="*/ 40354 w 74979"/>
                <a:gd name="connsiteY11" fmla="*/ 160056 h 166897"/>
                <a:gd name="connsiteX12" fmla="*/ 34168 w 74979"/>
                <a:gd name="connsiteY12" fmla="*/ 151376 h 166897"/>
                <a:gd name="connsiteX13" fmla="*/ 38127 w 74979"/>
                <a:gd name="connsiteY13" fmla="*/ 135504 h 166897"/>
                <a:gd name="connsiteX14" fmla="*/ 46046 w 74979"/>
                <a:gd name="connsiteY14" fmla="*/ 115665 h 166897"/>
                <a:gd name="connsiteX15" fmla="*/ 58171 w 74979"/>
                <a:gd name="connsiteY15" fmla="*/ 84171 h 166897"/>
                <a:gd name="connsiteX16" fmla="*/ 59656 w 74979"/>
                <a:gd name="connsiteY16" fmla="*/ 76235 h 166897"/>
                <a:gd name="connsiteX17" fmla="*/ 36147 w 74979"/>
                <a:gd name="connsiteY17" fmla="*/ 55156 h 166897"/>
                <a:gd name="connsiteX18" fmla="*/ 266 w 74979"/>
                <a:gd name="connsiteY18" fmla="*/ 93098 h 166897"/>
                <a:gd name="connsiteX19" fmla="*/ 4473 w 74979"/>
                <a:gd name="connsiteY19" fmla="*/ 96322 h 166897"/>
                <a:gd name="connsiteX20" fmla="*/ 8927 w 74979"/>
                <a:gd name="connsiteY20" fmla="*/ 92354 h 166897"/>
                <a:gd name="connsiteX21" fmla="*/ 35405 w 74979"/>
                <a:gd name="connsiteY21" fmla="*/ 62099 h 166897"/>
                <a:gd name="connsiteX22" fmla="*/ 41591 w 74979"/>
                <a:gd name="connsiteY22" fmla="*/ 70779 h 166897"/>
                <a:gd name="connsiteX23" fmla="*/ 33920 w 74979"/>
                <a:gd name="connsiteY23" fmla="*/ 95578 h 166897"/>
                <a:gd name="connsiteX24" fmla="*/ 18330 w 74979"/>
                <a:gd name="connsiteY24" fmla="*/ 135504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979" h="166897">
                  <a:moveTo>
                    <a:pt x="68812" y="9526"/>
                  </a:moveTo>
                  <a:cubicBezTo>
                    <a:pt x="68812" y="5558"/>
                    <a:pt x="65842" y="102"/>
                    <a:pt x="58913" y="102"/>
                  </a:cubicBezTo>
                  <a:cubicBezTo>
                    <a:pt x="52232" y="102"/>
                    <a:pt x="45056" y="6550"/>
                    <a:pt x="45056" y="13741"/>
                  </a:cubicBezTo>
                  <a:cubicBezTo>
                    <a:pt x="45056" y="17957"/>
                    <a:pt x="48273" y="23165"/>
                    <a:pt x="54954" y="23165"/>
                  </a:cubicBezTo>
                  <a:cubicBezTo>
                    <a:pt x="62130" y="23165"/>
                    <a:pt x="68812" y="16221"/>
                    <a:pt x="68812" y="9526"/>
                  </a:cubicBezTo>
                  <a:close/>
                  <a:moveTo>
                    <a:pt x="18330" y="135504"/>
                  </a:moveTo>
                  <a:cubicBezTo>
                    <a:pt x="17340" y="138728"/>
                    <a:pt x="16103" y="141704"/>
                    <a:pt x="16103" y="145920"/>
                  </a:cubicBezTo>
                  <a:cubicBezTo>
                    <a:pt x="16103" y="157576"/>
                    <a:pt x="26001" y="166999"/>
                    <a:pt x="39612" y="166999"/>
                  </a:cubicBezTo>
                  <a:cubicBezTo>
                    <a:pt x="64357" y="166999"/>
                    <a:pt x="75246" y="132777"/>
                    <a:pt x="75246" y="129057"/>
                  </a:cubicBezTo>
                  <a:cubicBezTo>
                    <a:pt x="75246" y="125833"/>
                    <a:pt x="72029" y="125833"/>
                    <a:pt x="71286" y="125833"/>
                  </a:cubicBezTo>
                  <a:cubicBezTo>
                    <a:pt x="67822" y="125833"/>
                    <a:pt x="67574" y="127321"/>
                    <a:pt x="66585" y="130049"/>
                  </a:cubicBezTo>
                  <a:cubicBezTo>
                    <a:pt x="60893" y="149888"/>
                    <a:pt x="50005" y="160056"/>
                    <a:pt x="40354" y="160056"/>
                  </a:cubicBezTo>
                  <a:cubicBezTo>
                    <a:pt x="35405" y="160056"/>
                    <a:pt x="34168" y="156832"/>
                    <a:pt x="34168" y="151376"/>
                  </a:cubicBezTo>
                  <a:cubicBezTo>
                    <a:pt x="34168" y="145672"/>
                    <a:pt x="35900" y="140960"/>
                    <a:pt x="38127" y="135504"/>
                  </a:cubicBezTo>
                  <a:cubicBezTo>
                    <a:pt x="40601" y="128809"/>
                    <a:pt x="43323" y="122113"/>
                    <a:pt x="46046" y="115665"/>
                  </a:cubicBezTo>
                  <a:cubicBezTo>
                    <a:pt x="48273" y="109714"/>
                    <a:pt x="57181" y="87146"/>
                    <a:pt x="58171" y="84171"/>
                  </a:cubicBezTo>
                  <a:cubicBezTo>
                    <a:pt x="58913" y="81691"/>
                    <a:pt x="59656" y="78715"/>
                    <a:pt x="59656" y="76235"/>
                  </a:cubicBezTo>
                  <a:cubicBezTo>
                    <a:pt x="59656" y="64579"/>
                    <a:pt x="49757" y="55156"/>
                    <a:pt x="36147" y="55156"/>
                  </a:cubicBezTo>
                  <a:cubicBezTo>
                    <a:pt x="11649" y="55156"/>
                    <a:pt x="266" y="88882"/>
                    <a:pt x="266" y="93098"/>
                  </a:cubicBezTo>
                  <a:cubicBezTo>
                    <a:pt x="266" y="96322"/>
                    <a:pt x="3730" y="96322"/>
                    <a:pt x="4473" y="96322"/>
                  </a:cubicBezTo>
                  <a:cubicBezTo>
                    <a:pt x="7937" y="96322"/>
                    <a:pt x="8184" y="95082"/>
                    <a:pt x="8927" y="92354"/>
                  </a:cubicBezTo>
                  <a:cubicBezTo>
                    <a:pt x="15361" y="71027"/>
                    <a:pt x="26249" y="62099"/>
                    <a:pt x="35405" y="62099"/>
                  </a:cubicBezTo>
                  <a:cubicBezTo>
                    <a:pt x="39364" y="62099"/>
                    <a:pt x="41591" y="64083"/>
                    <a:pt x="41591" y="70779"/>
                  </a:cubicBezTo>
                  <a:cubicBezTo>
                    <a:pt x="41591" y="76483"/>
                    <a:pt x="40107" y="80203"/>
                    <a:pt x="33920" y="95578"/>
                  </a:cubicBezTo>
                  <a:lnTo>
                    <a:pt x="18330" y="135504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B902F4AA-C18B-7144-81AE-D75F2BC73B31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3575468" y="8621866"/>
              <a:ext cx="182129" cy="66709"/>
            </a:xfrm>
            <a:custGeom>
              <a:avLst/>
              <a:gdLst>
                <a:gd name="connsiteX0" fmla="*/ 172994 w 182129"/>
                <a:gd name="connsiteY0" fmla="*/ 12253 h 66709"/>
                <a:gd name="connsiteX1" fmla="*/ 182398 w 182129"/>
                <a:gd name="connsiteY1" fmla="*/ 6054 h 66709"/>
                <a:gd name="connsiteX2" fmla="*/ 173242 w 182129"/>
                <a:gd name="connsiteY2" fmla="*/ 102 h 66709"/>
                <a:gd name="connsiteX3" fmla="*/ 9425 w 182129"/>
                <a:gd name="connsiteY3" fmla="*/ 102 h 66709"/>
                <a:gd name="connsiteX4" fmla="*/ 269 w 182129"/>
                <a:gd name="connsiteY4" fmla="*/ 6054 h 66709"/>
                <a:gd name="connsiteX5" fmla="*/ 9672 w 182129"/>
                <a:gd name="connsiteY5" fmla="*/ 12253 h 66709"/>
                <a:gd name="connsiteX6" fmla="*/ 172994 w 182129"/>
                <a:gd name="connsiteY6" fmla="*/ 12253 h 66709"/>
                <a:gd name="connsiteX7" fmla="*/ 173242 w 182129"/>
                <a:gd name="connsiteY7" fmla="*/ 66811 h 66709"/>
                <a:gd name="connsiteX8" fmla="*/ 182398 w 182129"/>
                <a:gd name="connsiteY8" fmla="*/ 60859 h 66709"/>
                <a:gd name="connsiteX9" fmla="*/ 172994 w 182129"/>
                <a:gd name="connsiteY9" fmla="*/ 54660 h 66709"/>
                <a:gd name="connsiteX10" fmla="*/ 9672 w 182129"/>
                <a:gd name="connsiteY10" fmla="*/ 54660 h 66709"/>
                <a:gd name="connsiteX11" fmla="*/ 269 w 182129"/>
                <a:gd name="connsiteY11" fmla="*/ 60859 h 66709"/>
                <a:gd name="connsiteX12" fmla="*/ 9425 w 182129"/>
                <a:gd name="connsiteY12" fmla="*/ 66811 h 66709"/>
                <a:gd name="connsiteX13" fmla="*/ 173242 w 182129"/>
                <a:gd name="connsiteY13" fmla="*/ 66811 h 66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2129" h="66709">
                  <a:moveTo>
                    <a:pt x="172994" y="12253"/>
                  </a:moveTo>
                  <a:cubicBezTo>
                    <a:pt x="176706" y="12253"/>
                    <a:pt x="182398" y="12253"/>
                    <a:pt x="182398" y="6054"/>
                  </a:cubicBezTo>
                  <a:cubicBezTo>
                    <a:pt x="182398" y="102"/>
                    <a:pt x="176459" y="102"/>
                    <a:pt x="173242" y="102"/>
                  </a:cubicBezTo>
                  <a:lnTo>
                    <a:pt x="9425" y="102"/>
                  </a:lnTo>
                  <a:cubicBezTo>
                    <a:pt x="6208" y="102"/>
                    <a:pt x="269" y="102"/>
                    <a:pt x="269" y="6054"/>
                  </a:cubicBezTo>
                  <a:cubicBezTo>
                    <a:pt x="269" y="12253"/>
                    <a:pt x="5960" y="12253"/>
                    <a:pt x="9672" y="12253"/>
                  </a:cubicBezTo>
                  <a:lnTo>
                    <a:pt x="172994" y="12253"/>
                  </a:lnTo>
                  <a:close/>
                  <a:moveTo>
                    <a:pt x="173242" y="66811"/>
                  </a:moveTo>
                  <a:cubicBezTo>
                    <a:pt x="176459" y="66811"/>
                    <a:pt x="182398" y="66811"/>
                    <a:pt x="182398" y="60859"/>
                  </a:cubicBezTo>
                  <a:cubicBezTo>
                    <a:pt x="182398" y="54660"/>
                    <a:pt x="176706" y="54660"/>
                    <a:pt x="172994" y="54660"/>
                  </a:cubicBezTo>
                  <a:lnTo>
                    <a:pt x="9672" y="54660"/>
                  </a:lnTo>
                  <a:cubicBezTo>
                    <a:pt x="5960" y="54660"/>
                    <a:pt x="269" y="54660"/>
                    <a:pt x="269" y="60859"/>
                  </a:cubicBezTo>
                  <a:cubicBezTo>
                    <a:pt x="269" y="66811"/>
                    <a:pt x="6208" y="66811"/>
                    <a:pt x="9425" y="66811"/>
                  </a:cubicBezTo>
                  <a:lnTo>
                    <a:pt x="173242" y="66811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18CA0BEA-D634-0BF5-9CE5-92DC2FA4D20A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3802137" y="8552677"/>
              <a:ext cx="90074" cy="164665"/>
            </a:xfrm>
            <a:custGeom>
              <a:avLst/>
              <a:gdLst>
                <a:gd name="connsiteX0" fmla="*/ 56200 w 90074"/>
                <a:gd name="connsiteY0" fmla="*/ 7046 h 164665"/>
                <a:gd name="connsiteX1" fmla="*/ 48777 w 90074"/>
                <a:gd name="connsiteY1" fmla="*/ 102 h 164665"/>
                <a:gd name="connsiteX2" fmla="*/ 275 w 90074"/>
                <a:gd name="connsiteY2" fmla="*/ 15973 h 164665"/>
                <a:gd name="connsiteX3" fmla="*/ 275 w 90074"/>
                <a:gd name="connsiteY3" fmla="*/ 24901 h 164665"/>
                <a:gd name="connsiteX4" fmla="*/ 36156 w 90074"/>
                <a:gd name="connsiteY4" fmla="*/ 17957 h 164665"/>
                <a:gd name="connsiteX5" fmla="*/ 36156 w 90074"/>
                <a:gd name="connsiteY5" fmla="*/ 144432 h 164665"/>
                <a:gd name="connsiteX6" fmla="*/ 11410 w 90074"/>
                <a:gd name="connsiteY6" fmla="*/ 155840 h 164665"/>
                <a:gd name="connsiteX7" fmla="*/ 2007 w 90074"/>
                <a:gd name="connsiteY7" fmla="*/ 155840 h 164665"/>
                <a:gd name="connsiteX8" fmla="*/ 2007 w 90074"/>
                <a:gd name="connsiteY8" fmla="*/ 164767 h 164665"/>
                <a:gd name="connsiteX9" fmla="*/ 46054 w 90074"/>
                <a:gd name="connsiteY9" fmla="*/ 163775 h 164665"/>
                <a:gd name="connsiteX10" fmla="*/ 90349 w 90074"/>
                <a:gd name="connsiteY10" fmla="*/ 164767 h 164665"/>
                <a:gd name="connsiteX11" fmla="*/ 90349 w 90074"/>
                <a:gd name="connsiteY11" fmla="*/ 155840 h 164665"/>
                <a:gd name="connsiteX12" fmla="*/ 80946 w 90074"/>
                <a:gd name="connsiteY12" fmla="*/ 155840 h 164665"/>
                <a:gd name="connsiteX13" fmla="*/ 56200 w 90074"/>
                <a:gd name="connsiteY13" fmla="*/ 144432 h 164665"/>
                <a:gd name="connsiteX14" fmla="*/ 56200 w 90074"/>
                <a:gd name="connsiteY14" fmla="*/ 7046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074" h="164665">
                  <a:moveTo>
                    <a:pt x="56200" y="7046"/>
                  </a:moveTo>
                  <a:cubicBezTo>
                    <a:pt x="56200" y="350"/>
                    <a:pt x="55705" y="102"/>
                    <a:pt x="48777" y="102"/>
                  </a:cubicBezTo>
                  <a:cubicBezTo>
                    <a:pt x="32939" y="15725"/>
                    <a:pt x="10421" y="15973"/>
                    <a:pt x="275" y="15973"/>
                  </a:cubicBezTo>
                  <a:lnTo>
                    <a:pt x="275" y="24901"/>
                  </a:lnTo>
                  <a:cubicBezTo>
                    <a:pt x="6214" y="24901"/>
                    <a:pt x="22546" y="24901"/>
                    <a:pt x="36156" y="17957"/>
                  </a:cubicBezTo>
                  <a:lnTo>
                    <a:pt x="36156" y="144432"/>
                  </a:lnTo>
                  <a:cubicBezTo>
                    <a:pt x="36156" y="152616"/>
                    <a:pt x="36156" y="155840"/>
                    <a:pt x="11410" y="155840"/>
                  </a:cubicBezTo>
                  <a:lnTo>
                    <a:pt x="2007" y="155840"/>
                  </a:lnTo>
                  <a:lnTo>
                    <a:pt x="2007" y="164767"/>
                  </a:lnTo>
                  <a:cubicBezTo>
                    <a:pt x="6461" y="164519"/>
                    <a:pt x="36899" y="163775"/>
                    <a:pt x="46054" y="163775"/>
                  </a:cubicBezTo>
                  <a:cubicBezTo>
                    <a:pt x="53726" y="163775"/>
                    <a:pt x="84905" y="164519"/>
                    <a:pt x="90349" y="164767"/>
                  </a:cubicBezTo>
                  <a:lnTo>
                    <a:pt x="90349" y="155840"/>
                  </a:lnTo>
                  <a:lnTo>
                    <a:pt x="80946" y="155840"/>
                  </a:lnTo>
                  <a:cubicBezTo>
                    <a:pt x="56200" y="155840"/>
                    <a:pt x="56200" y="152616"/>
                    <a:pt x="56200" y="144432"/>
                  </a:cubicBezTo>
                  <a:lnTo>
                    <a:pt x="56200" y="7046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E1504A0-CAE7-966D-250F-91FD235A09B3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4092935" y="7823738"/>
              <a:ext cx="116658" cy="235944"/>
            </a:xfrm>
            <a:custGeom>
              <a:avLst/>
              <a:gdLst>
                <a:gd name="connsiteX0" fmla="*/ 72753 w 116658"/>
                <a:gd name="connsiteY0" fmla="*/ 9294 h 235944"/>
                <a:gd name="connsiteX1" fmla="*/ 64622 w 116658"/>
                <a:gd name="connsiteY1" fmla="*/ 83 h 235944"/>
                <a:gd name="connsiteX2" fmla="*/ 283 w 116658"/>
                <a:gd name="connsiteY2" fmla="*/ 22757 h 235944"/>
                <a:gd name="connsiteX3" fmla="*/ 283 w 116658"/>
                <a:gd name="connsiteY3" fmla="*/ 33739 h 235944"/>
                <a:gd name="connsiteX4" fmla="*/ 46593 w 116658"/>
                <a:gd name="connsiteY4" fmla="*/ 24528 h 235944"/>
                <a:gd name="connsiteX5" fmla="*/ 46593 w 116658"/>
                <a:gd name="connsiteY5" fmla="*/ 208041 h 235944"/>
                <a:gd name="connsiteX6" fmla="*/ 13716 w 116658"/>
                <a:gd name="connsiteY6" fmla="*/ 225046 h 235944"/>
                <a:gd name="connsiteX7" fmla="*/ 2404 w 116658"/>
                <a:gd name="connsiteY7" fmla="*/ 225046 h 235944"/>
                <a:gd name="connsiteX8" fmla="*/ 2404 w 116658"/>
                <a:gd name="connsiteY8" fmla="*/ 236028 h 235944"/>
                <a:gd name="connsiteX9" fmla="*/ 59673 w 116658"/>
                <a:gd name="connsiteY9" fmla="*/ 234965 h 235944"/>
                <a:gd name="connsiteX10" fmla="*/ 116942 w 116658"/>
                <a:gd name="connsiteY10" fmla="*/ 236028 h 235944"/>
                <a:gd name="connsiteX11" fmla="*/ 116942 w 116658"/>
                <a:gd name="connsiteY11" fmla="*/ 225046 h 235944"/>
                <a:gd name="connsiteX12" fmla="*/ 105629 w 116658"/>
                <a:gd name="connsiteY12" fmla="*/ 225046 h 235944"/>
                <a:gd name="connsiteX13" fmla="*/ 72753 w 116658"/>
                <a:gd name="connsiteY13" fmla="*/ 208041 h 235944"/>
                <a:gd name="connsiteX14" fmla="*/ 72753 w 116658"/>
                <a:gd name="connsiteY14" fmla="*/ 9294 h 23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6658" h="235944">
                  <a:moveTo>
                    <a:pt x="72753" y="9294"/>
                  </a:moveTo>
                  <a:cubicBezTo>
                    <a:pt x="72753" y="792"/>
                    <a:pt x="72753" y="83"/>
                    <a:pt x="64622" y="83"/>
                  </a:cubicBezTo>
                  <a:cubicBezTo>
                    <a:pt x="42704" y="22757"/>
                    <a:pt x="11595" y="22757"/>
                    <a:pt x="283" y="22757"/>
                  </a:cubicBezTo>
                  <a:lnTo>
                    <a:pt x="283" y="33739"/>
                  </a:lnTo>
                  <a:cubicBezTo>
                    <a:pt x="7353" y="33739"/>
                    <a:pt x="28210" y="33739"/>
                    <a:pt x="46593" y="24528"/>
                  </a:cubicBezTo>
                  <a:lnTo>
                    <a:pt x="46593" y="208041"/>
                  </a:lnTo>
                  <a:cubicBezTo>
                    <a:pt x="46593" y="220795"/>
                    <a:pt x="45532" y="225046"/>
                    <a:pt x="13716" y="225046"/>
                  </a:cubicBezTo>
                  <a:lnTo>
                    <a:pt x="2404" y="225046"/>
                  </a:lnTo>
                  <a:lnTo>
                    <a:pt x="2404" y="236028"/>
                  </a:lnTo>
                  <a:cubicBezTo>
                    <a:pt x="14777" y="234965"/>
                    <a:pt x="45532" y="234965"/>
                    <a:pt x="59673" y="234965"/>
                  </a:cubicBezTo>
                  <a:cubicBezTo>
                    <a:pt x="73813" y="234965"/>
                    <a:pt x="104569" y="234965"/>
                    <a:pt x="116942" y="236028"/>
                  </a:cubicBezTo>
                  <a:lnTo>
                    <a:pt x="116942" y="225046"/>
                  </a:lnTo>
                  <a:lnTo>
                    <a:pt x="105629" y="225046"/>
                  </a:lnTo>
                  <a:cubicBezTo>
                    <a:pt x="73813" y="225046"/>
                    <a:pt x="72753" y="221149"/>
                    <a:pt x="72753" y="208041"/>
                  </a:cubicBezTo>
                  <a:lnTo>
                    <a:pt x="72753" y="9294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2924B5D6-49FF-896C-43AE-715599623C1A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4043755" y="8203697"/>
              <a:ext cx="212189" cy="14170"/>
            </a:xfrm>
            <a:custGeom>
              <a:avLst/>
              <a:gdLst>
                <a:gd name="connsiteX0" fmla="*/ 0 w 212189"/>
                <a:gd name="connsiteY0" fmla="*/ 0 h 14170"/>
                <a:gd name="connsiteX1" fmla="*/ 212190 w 212189"/>
                <a:gd name="connsiteY1" fmla="*/ 0 h 14170"/>
                <a:gd name="connsiteX2" fmla="*/ 212190 w 212189"/>
                <a:gd name="connsiteY2" fmla="*/ 14170 h 14170"/>
                <a:gd name="connsiteX3" fmla="*/ 0 w 212189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189" h="14170">
                  <a:moveTo>
                    <a:pt x="0" y="0"/>
                  </a:moveTo>
                  <a:lnTo>
                    <a:pt x="212190" y="0"/>
                  </a:lnTo>
                  <a:lnTo>
                    <a:pt x="212190" y="14170"/>
                  </a:lnTo>
                  <a:lnTo>
                    <a:pt x="0" y="14170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13D7EBAC-0F19-5FF1-039A-FE9430DB40CA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4054007" y="8385774"/>
              <a:ext cx="191603" cy="160484"/>
            </a:xfrm>
            <a:custGeom>
              <a:avLst/>
              <a:gdLst>
                <a:gd name="connsiteX0" fmla="*/ 21139 w 191603"/>
                <a:gd name="connsiteY0" fmla="*/ 135783 h 160484"/>
                <a:gd name="connsiteX1" fmla="*/ 17958 w 191603"/>
                <a:gd name="connsiteY1" fmla="*/ 151017 h 160484"/>
                <a:gd name="connsiteX2" fmla="*/ 28210 w 191603"/>
                <a:gd name="connsiteY2" fmla="*/ 160582 h 160484"/>
                <a:gd name="connsiteX3" fmla="*/ 41290 w 191603"/>
                <a:gd name="connsiteY3" fmla="*/ 150662 h 160484"/>
                <a:gd name="connsiteX4" fmla="*/ 48006 w 191603"/>
                <a:gd name="connsiteY4" fmla="*/ 124446 h 160484"/>
                <a:gd name="connsiteX5" fmla="*/ 55784 w 191603"/>
                <a:gd name="connsiteY5" fmla="*/ 92562 h 160484"/>
                <a:gd name="connsiteX6" fmla="*/ 61793 w 191603"/>
                <a:gd name="connsiteY6" fmla="*/ 68826 h 160484"/>
                <a:gd name="connsiteX7" fmla="*/ 66389 w 191603"/>
                <a:gd name="connsiteY7" fmla="*/ 51112 h 160484"/>
                <a:gd name="connsiteX8" fmla="*/ 124011 w 191603"/>
                <a:gd name="connsiteY8" fmla="*/ 7891 h 160484"/>
                <a:gd name="connsiteX9" fmla="*/ 143101 w 191603"/>
                <a:gd name="connsiteY9" fmla="*/ 32690 h 160484"/>
                <a:gd name="connsiteX10" fmla="*/ 120123 w 191603"/>
                <a:gd name="connsiteY10" fmla="*/ 115235 h 160484"/>
                <a:gd name="connsiteX11" fmla="*/ 116588 w 191603"/>
                <a:gd name="connsiteY11" fmla="*/ 131532 h 160484"/>
                <a:gd name="connsiteX12" fmla="*/ 145575 w 191603"/>
                <a:gd name="connsiteY12" fmla="*/ 160582 h 160484"/>
                <a:gd name="connsiteX13" fmla="*/ 191885 w 191603"/>
                <a:gd name="connsiteY13" fmla="*/ 106024 h 160484"/>
                <a:gd name="connsiteX14" fmla="*/ 187643 w 191603"/>
                <a:gd name="connsiteY14" fmla="*/ 102481 h 160484"/>
                <a:gd name="connsiteX15" fmla="*/ 182341 w 191603"/>
                <a:gd name="connsiteY15" fmla="*/ 108858 h 160484"/>
                <a:gd name="connsiteX16" fmla="*/ 146283 w 191603"/>
                <a:gd name="connsiteY16" fmla="*/ 152788 h 160484"/>
                <a:gd name="connsiteX17" fmla="*/ 137798 w 191603"/>
                <a:gd name="connsiteY17" fmla="*/ 141097 h 160484"/>
                <a:gd name="connsiteX18" fmla="*/ 144161 w 191603"/>
                <a:gd name="connsiteY18" fmla="*/ 115944 h 160484"/>
                <a:gd name="connsiteX19" fmla="*/ 165726 w 191603"/>
                <a:gd name="connsiteY19" fmla="*/ 38004 h 160484"/>
                <a:gd name="connsiteX20" fmla="*/ 125072 w 191603"/>
                <a:gd name="connsiteY20" fmla="*/ 97 h 160484"/>
                <a:gd name="connsiteX21" fmla="*/ 69924 w 191603"/>
                <a:gd name="connsiteY21" fmla="*/ 30919 h 160484"/>
                <a:gd name="connsiteX22" fmla="*/ 37401 w 191603"/>
                <a:gd name="connsiteY22" fmla="*/ 97 h 160484"/>
                <a:gd name="connsiteX23" fmla="*/ 10888 w 191603"/>
                <a:gd name="connsiteY23" fmla="*/ 20291 h 160484"/>
                <a:gd name="connsiteX24" fmla="*/ 282 w 191603"/>
                <a:gd name="connsiteY24" fmla="*/ 54655 h 160484"/>
                <a:gd name="connsiteX25" fmla="*/ 4524 w 191603"/>
                <a:gd name="connsiteY25" fmla="*/ 58198 h 160484"/>
                <a:gd name="connsiteX26" fmla="*/ 10534 w 191603"/>
                <a:gd name="connsiteY26" fmla="*/ 50049 h 160484"/>
                <a:gd name="connsiteX27" fmla="*/ 36340 w 191603"/>
                <a:gd name="connsiteY27" fmla="*/ 7891 h 160484"/>
                <a:gd name="connsiteX28" fmla="*/ 47299 w 191603"/>
                <a:gd name="connsiteY28" fmla="*/ 24187 h 160484"/>
                <a:gd name="connsiteX29" fmla="*/ 41643 w 191603"/>
                <a:gd name="connsiteY29" fmla="*/ 53946 h 160484"/>
                <a:gd name="connsiteX30" fmla="*/ 21139 w 191603"/>
                <a:gd name="connsiteY30" fmla="*/ 135783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1603" h="160484">
                  <a:moveTo>
                    <a:pt x="21139" y="135783"/>
                  </a:moveTo>
                  <a:cubicBezTo>
                    <a:pt x="20079" y="141097"/>
                    <a:pt x="17958" y="149245"/>
                    <a:pt x="17958" y="151017"/>
                  </a:cubicBezTo>
                  <a:cubicBezTo>
                    <a:pt x="17958" y="157394"/>
                    <a:pt x="22907" y="160582"/>
                    <a:pt x="28210" y="160582"/>
                  </a:cubicBezTo>
                  <a:cubicBezTo>
                    <a:pt x="32452" y="160582"/>
                    <a:pt x="38815" y="157748"/>
                    <a:pt x="41290" y="150662"/>
                  </a:cubicBezTo>
                  <a:cubicBezTo>
                    <a:pt x="41643" y="149954"/>
                    <a:pt x="45885" y="133303"/>
                    <a:pt x="48006" y="124446"/>
                  </a:cubicBezTo>
                  <a:lnTo>
                    <a:pt x="55784" y="92562"/>
                  </a:lnTo>
                  <a:cubicBezTo>
                    <a:pt x="57905" y="84768"/>
                    <a:pt x="60026" y="76974"/>
                    <a:pt x="61793" y="68826"/>
                  </a:cubicBezTo>
                  <a:cubicBezTo>
                    <a:pt x="63207" y="62803"/>
                    <a:pt x="66035" y="52529"/>
                    <a:pt x="66389" y="51112"/>
                  </a:cubicBezTo>
                  <a:cubicBezTo>
                    <a:pt x="71692" y="40130"/>
                    <a:pt x="90428" y="7891"/>
                    <a:pt x="124011" y="7891"/>
                  </a:cubicBezTo>
                  <a:cubicBezTo>
                    <a:pt x="139919" y="7891"/>
                    <a:pt x="143101" y="20999"/>
                    <a:pt x="143101" y="32690"/>
                  </a:cubicBezTo>
                  <a:cubicBezTo>
                    <a:pt x="143101" y="54655"/>
                    <a:pt x="125779" y="100002"/>
                    <a:pt x="120123" y="115235"/>
                  </a:cubicBezTo>
                  <a:cubicBezTo>
                    <a:pt x="116941" y="123384"/>
                    <a:pt x="116588" y="127635"/>
                    <a:pt x="116588" y="131532"/>
                  </a:cubicBezTo>
                  <a:cubicBezTo>
                    <a:pt x="116588" y="148183"/>
                    <a:pt x="128960" y="160582"/>
                    <a:pt x="145575" y="160582"/>
                  </a:cubicBezTo>
                  <a:cubicBezTo>
                    <a:pt x="178806" y="160582"/>
                    <a:pt x="191885" y="108858"/>
                    <a:pt x="191885" y="106024"/>
                  </a:cubicBezTo>
                  <a:cubicBezTo>
                    <a:pt x="191885" y="102481"/>
                    <a:pt x="188704" y="102481"/>
                    <a:pt x="187643" y="102481"/>
                  </a:cubicBezTo>
                  <a:cubicBezTo>
                    <a:pt x="184108" y="102481"/>
                    <a:pt x="184108" y="103544"/>
                    <a:pt x="182341" y="108858"/>
                  </a:cubicBezTo>
                  <a:cubicBezTo>
                    <a:pt x="175270" y="132949"/>
                    <a:pt x="163605" y="152788"/>
                    <a:pt x="146283" y="152788"/>
                  </a:cubicBezTo>
                  <a:cubicBezTo>
                    <a:pt x="140273" y="152788"/>
                    <a:pt x="137798" y="149245"/>
                    <a:pt x="137798" y="141097"/>
                  </a:cubicBezTo>
                  <a:cubicBezTo>
                    <a:pt x="137798" y="132240"/>
                    <a:pt x="140980" y="123738"/>
                    <a:pt x="144161" y="115944"/>
                  </a:cubicBezTo>
                  <a:cubicBezTo>
                    <a:pt x="150878" y="97167"/>
                    <a:pt x="165726" y="58198"/>
                    <a:pt x="165726" y="38004"/>
                  </a:cubicBezTo>
                  <a:cubicBezTo>
                    <a:pt x="165726" y="14268"/>
                    <a:pt x="150525" y="97"/>
                    <a:pt x="125072" y="97"/>
                  </a:cubicBezTo>
                  <a:cubicBezTo>
                    <a:pt x="93256" y="97"/>
                    <a:pt x="75934" y="22770"/>
                    <a:pt x="69924" y="30919"/>
                  </a:cubicBezTo>
                  <a:cubicBezTo>
                    <a:pt x="68156" y="11079"/>
                    <a:pt x="53663" y="97"/>
                    <a:pt x="37401" y="97"/>
                  </a:cubicBezTo>
                  <a:cubicBezTo>
                    <a:pt x="21139" y="97"/>
                    <a:pt x="14423" y="13914"/>
                    <a:pt x="10888" y="20291"/>
                  </a:cubicBezTo>
                  <a:cubicBezTo>
                    <a:pt x="5231" y="32336"/>
                    <a:pt x="282" y="53238"/>
                    <a:pt x="282" y="54655"/>
                  </a:cubicBezTo>
                  <a:cubicBezTo>
                    <a:pt x="282" y="58198"/>
                    <a:pt x="3817" y="58198"/>
                    <a:pt x="4524" y="58198"/>
                  </a:cubicBezTo>
                  <a:cubicBezTo>
                    <a:pt x="8060" y="58198"/>
                    <a:pt x="8413" y="57843"/>
                    <a:pt x="10534" y="50049"/>
                  </a:cubicBezTo>
                  <a:cubicBezTo>
                    <a:pt x="16544" y="24896"/>
                    <a:pt x="23614" y="7891"/>
                    <a:pt x="36340" y="7891"/>
                  </a:cubicBezTo>
                  <a:cubicBezTo>
                    <a:pt x="43411" y="7891"/>
                    <a:pt x="47299" y="12497"/>
                    <a:pt x="47299" y="24187"/>
                  </a:cubicBezTo>
                  <a:cubicBezTo>
                    <a:pt x="47299" y="31627"/>
                    <a:pt x="46239" y="35524"/>
                    <a:pt x="41643" y="53946"/>
                  </a:cubicBezTo>
                  <a:lnTo>
                    <a:pt x="21139" y="135783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1011A0F-B23D-5712-9E83-132B929B3DE3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4372250" y="8057383"/>
              <a:ext cx="232963" cy="249761"/>
            </a:xfrm>
            <a:custGeom>
              <a:avLst/>
              <a:gdLst>
                <a:gd name="connsiteX0" fmla="*/ 186943 w 232963"/>
                <a:gd name="connsiteY0" fmla="*/ 39769 h 249761"/>
                <a:gd name="connsiteX1" fmla="*/ 226537 w 232963"/>
                <a:gd name="connsiteY1" fmla="*/ 11073 h 249761"/>
                <a:gd name="connsiteX2" fmla="*/ 233253 w 232963"/>
                <a:gd name="connsiteY2" fmla="*/ 3987 h 249761"/>
                <a:gd name="connsiteX3" fmla="*/ 228658 w 232963"/>
                <a:gd name="connsiteY3" fmla="*/ 90 h 249761"/>
                <a:gd name="connsiteX4" fmla="*/ 201791 w 232963"/>
                <a:gd name="connsiteY4" fmla="*/ 1153 h 249761"/>
                <a:gd name="connsiteX5" fmla="*/ 169268 w 232963"/>
                <a:gd name="connsiteY5" fmla="*/ 90 h 249761"/>
                <a:gd name="connsiteX6" fmla="*/ 162905 w 232963"/>
                <a:gd name="connsiteY6" fmla="*/ 6821 h 249761"/>
                <a:gd name="connsiteX7" fmla="*/ 168561 w 232963"/>
                <a:gd name="connsiteY7" fmla="*/ 11073 h 249761"/>
                <a:gd name="connsiteX8" fmla="*/ 182701 w 232963"/>
                <a:gd name="connsiteY8" fmla="*/ 22409 h 249761"/>
                <a:gd name="connsiteX9" fmla="*/ 177399 w 232963"/>
                <a:gd name="connsiteY9" fmla="*/ 36580 h 249761"/>
                <a:gd name="connsiteX10" fmla="*/ 75234 w 232963"/>
                <a:gd name="connsiteY10" fmla="*/ 207693 h 249761"/>
                <a:gd name="connsiteX11" fmla="*/ 57205 w 232963"/>
                <a:gd name="connsiteY11" fmla="*/ 22055 h 249761"/>
                <a:gd name="connsiteX12" fmla="*/ 79476 w 232963"/>
                <a:gd name="connsiteY12" fmla="*/ 11073 h 249761"/>
                <a:gd name="connsiteX13" fmla="*/ 88314 w 232963"/>
                <a:gd name="connsiteY13" fmla="*/ 4341 h 249761"/>
                <a:gd name="connsiteX14" fmla="*/ 83365 w 232963"/>
                <a:gd name="connsiteY14" fmla="*/ 90 h 249761"/>
                <a:gd name="connsiteX15" fmla="*/ 42711 w 232963"/>
                <a:gd name="connsiteY15" fmla="*/ 1153 h 249761"/>
                <a:gd name="connsiteX16" fmla="*/ 6653 w 232963"/>
                <a:gd name="connsiteY16" fmla="*/ 90 h 249761"/>
                <a:gd name="connsiteX17" fmla="*/ 289 w 232963"/>
                <a:gd name="connsiteY17" fmla="*/ 6821 h 249761"/>
                <a:gd name="connsiteX18" fmla="*/ 8774 w 232963"/>
                <a:gd name="connsiteY18" fmla="*/ 11073 h 249761"/>
                <a:gd name="connsiteX19" fmla="*/ 27863 w 232963"/>
                <a:gd name="connsiteY19" fmla="*/ 23118 h 249761"/>
                <a:gd name="connsiteX20" fmla="*/ 49074 w 232963"/>
                <a:gd name="connsiteY20" fmla="*/ 241349 h 249761"/>
                <a:gd name="connsiteX21" fmla="*/ 55791 w 232963"/>
                <a:gd name="connsiteY21" fmla="*/ 249852 h 249761"/>
                <a:gd name="connsiteX22" fmla="*/ 65689 w 232963"/>
                <a:gd name="connsiteY22" fmla="*/ 243120 h 249761"/>
                <a:gd name="connsiteX23" fmla="*/ 186943 w 232963"/>
                <a:gd name="connsiteY23" fmla="*/ 39769 h 24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2963" h="249761">
                  <a:moveTo>
                    <a:pt x="186943" y="39769"/>
                  </a:moveTo>
                  <a:cubicBezTo>
                    <a:pt x="201084" y="16032"/>
                    <a:pt x="213457" y="12135"/>
                    <a:pt x="226537" y="11073"/>
                  </a:cubicBezTo>
                  <a:cubicBezTo>
                    <a:pt x="229365" y="10718"/>
                    <a:pt x="233253" y="10718"/>
                    <a:pt x="233253" y="3987"/>
                  </a:cubicBezTo>
                  <a:cubicBezTo>
                    <a:pt x="233253" y="3279"/>
                    <a:pt x="232546" y="90"/>
                    <a:pt x="228658" y="90"/>
                  </a:cubicBezTo>
                  <a:cubicBezTo>
                    <a:pt x="220174" y="90"/>
                    <a:pt x="210629" y="1153"/>
                    <a:pt x="201791" y="1153"/>
                  </a:cubicBezTo>
                  <a:cubicBezTo>
                    <a:pt x="191186" y="1153"/>
                    <a:pt x="179520" y="90"/>
                    <a:pt x="169268" y="90"/>
                  </a:cubicBezTo>
                  <a:cubicBezTo>
                    <a:pt x="167147" y="90"/>
                    <a:pt x="162905" y="90"/>
                    <a:pt x="162905" y="6821"/>
                  </a:cubicBezTo>
                  <a:cubicBezTo>
                    <a:pt x="162905" y="10718"/>
                    <a:pt x="165733" y="10718"/>
                    <a:pt x="168561" y="11073"/>
                  </a:cubicBezTo>
                  <a:cubicBezTo>
                    <a:pt x="174217" y="11427"/>
                    <a:pt x="182701" y="13907"/>
                    <a:pt x="182701" y="22409"/>
                  </a:cubicBezTo>
                  <a:cubicBezTo>
                    <a:pt x="182701" y="27015"/>
                    <a:pt x="178813" y="34100"/>
                    <a:pt x="177399" y="36580"/>
                  </a:cubicBezTo>
                  <a:lnTo>
                    <a:pt x="75234" y="207693"/>
                  </a:lnTo>
                  <a:lnTo>
                    <a:pt x="57205" y="22055"/>
                  </a:lnTo>
                  <a:cubicBezTo>
                    <a:pt x="57205" y="11427"/>
                    <a:pt x="75941" y="11073"/>
                    <a:pt x="79476" y="11073"/>
                  </a:cubicBezTo>
                  <a:cubicBezTo>
                    <a:pt x="84425" y="11073"/>
                    <a:pt x="88314" y="11073"/>
                    <a:pt x="88314" y="4341"/>
                  </a:cubicBezTo>
                  <a:cubicBezTo>
                    <a:pt x="88314" y="90"/>
                    <a:pt x="84425" y="90"/>
                    <a:pt x="83365" y="90"/>
                  </a:cubicBezTo>
                  <a:cubicBezTo>
                    <a:pt x="70285" y="90"/>
                    <a:pt x="56144" y="1153"/>
                    <a:pt x="42711" y="1153"/>
                  </a:cubicBezTo>
                  <a:cubicBezTo>
                    <a:pt x="30691" y="1153"/>
                    <a:pt x="18319" y="90"/>
                    <a:pt x="6653" y="90"/>
                  </a:cubicBezTo>
                  <a:cubicBezTo>
                    <a:pt x="4885" y="90"/>
                    <a:pt x="289" y="90"/>
                    <a:pt x="289" y="6821"/>
                  </a:cubicBezTo>
                  <a:cubicBezTo>
                    <a:pt x="289" y="11073"/>
                    <a:pt x="3825" y="11073"/>
                    <a:pt x="8774" y="11073"/>
                  </a:cubicBezTo>
                  <a:cubicBezTo>
                    <a:pt x="26449" y="11073"/>
                    <a:pt x="27156" y="14261"/>
                    <a:pt x="27863" y="23118"/>
                  </a:cubicBezTo>
                  <a:lnTo>
                    <a:pt x="49074" y="241349"/>
                  </a:lnTo>
                  <a:cubicBezTo>
                    <a:pt x="49781" y="248080"/>
                    <a:pt x="50135" y="249852"/>
                    <a:pt x="55791" y="249852"/>
                  </a:cubicBezTo>
                  <a:cubicBezTo>
                    <a:pt x="60033" y="249852"/>
                    <a:pt x="61800" y="249497"/>
                    <a:pt x="65689" y="243120"/>
                  </a:cubicBezTo>
                  <a:lnTo>
                    <a:pt x="186943" y="39769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AA296F68-BBF2-E335-489B-7B5B6EB15D24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4572218" y="8142762"/>
              <a:ext cx="150949" cy="160484"/>
            </a:xfrm>
            <a:custGeom>
              <a:avLst/>
              <a:gdLst>
                <a:gd name="connsiteX0" fmla="*/ 85492 w 150949"/>
                <a:gd name="connsiteY0" fmla="*/ 135776 h 160484"/>
                <a:gd name="connsiteX1" fmla="*/ 114834 w 150949"/>
                <a:gd name="connsiteY1" fmla="*/ 160575 h 160484"/>
                <a:gd name="connsiteX2" fmla="*/ 140640 w 150949"/>
                <a:gd name="connsiteY2" fmla="*/ 140736 h 160484"/>
                <a:gd name="connsiteX3" fmla="*/ 151245 w 150949"/>
                <a:gd name="connsiteY3" fmla="*/ 106017 h 160484"/>
                <a:gd name="connsiteX4" fmla="*/ 145943 w 150949"/>
                <a:gd name="connsiteY4" fmla="*/ 102475 h 160484"/>
                <a:gd name="connsiteX5" fmla="*/ 139226 w 150949"/>
                <a:gd name="connsiteY5" fmla="*/ 110623 h 160484"/>
                <a:gd name="connsiteX6" fmla="*/ 115541 w 150949"/>
                <a:gd name="connsiteY6" fmla="*/ 152781 h 160484"/>
                <a:gd name="connsiteX7" fmla="*/ 106350 w 150949"/>
                <a:gd name="connsiteY7" fmla="*/ 138256 h 160484"/>
                <a:gd name="connsiteX8" fmla="*/ 108824 w 150949"/>
                <a:gd name="connsiteY8" fmla="*/ 120188 h 160484"/>
                <a:gd name="connsiteX9" fmla="*/ 132863 w 150949"/>
                <a:gd name="connsiteY9" fmla="*/ 23826 h 160484"/>
                <a:gd name="connsiteX10" fmla="*/ 134277 w 150949"/>
                <a:gd name="connsiteY10" fmla="*/ 16387 h 160484"/>
                <a:gd name="connsiteX11" fmla="*/ 124732 w 150949"/>
                <a:gd name="connsiteY11" fmla="*/ 7176 h 160484"/>
                <a:gd name="connsiteX12" fmla="*/ 110592 w 150949"/>
                <a:gd name="connsiteY12" fmla="*/ 20992 h 160484"/>
                <a:gd name="connsiteX13" fmla="*/ 81250 w 150949"/>
                <a:gd name="connsiteY13" fmla="*/ 90 h 160484"/>
                <a:gd name="connsiteX14" fmla="*/ 296 w 150949"/>
                <a:gd name="connsiteY14" fmla="*/ 105663 h 160484"/>
                <a:gd name="connsiteX15" fmla="*/ 43071 w 150949"/>
                <a:gd name="connsiteY15" fmla="*/ 160575 h 160484"/>
                <a:gd name="connsiteX16" fmla="*/ 85492 w 150949"/>
                <a:gd name="connsiteY16" fmla="*/ 135776 h 160484"/>
                <a:gd name="connsiteX17" fmla="*/ 104582 w 150949"/>
                <a:gd name="connsiteY17" fmla="*/ 45791 h 160484"/>
                <a:gd name="connsiteX18" fmla="*/ 87967 w 150949"/>
                <a:gd name="connsiteY18" fmla="*/ 112749 h 160484"/>
                <a:gd name="connsiteX19" fmla="*/ 43778 w 150949"/>
                <a:gd name="connsiteY19" fmla="*/ 152781 h 160484"/>
                <a:gd name="connsiteX20" fmla="*/ 24335 w 150949"/>
                <a:gd name="connsiteY20" fmla="*/ 121251 h 160484"/>
                <a:gd name="connsiteX21" fmla="*/ 41657 w 150949"/>
                <a:gd name="connsiteY21" fmla="*/ 47208 h 160484"/>
                <a:gd name="connsiteX22" fmla="*/ 81250 w 150949"/>
                <a:gd name="connsiteY22" fmla="*/ 7884 h 160484"/>
                <a:gd name="connsiteX23" fmla="*/ 105643 w 150949"/>
                <a:gd name="connsiteY23" fmla="*/ 41186 h 160484"/>
                <a:gd name="connsiteX24" fmla="*/ 104582 w 150949"/>
                <a:gd name="connsiteY24" fmla="*/ 45791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50949" h="160484">
                  <a:moveTo>
                    <a:pt x="85492" y="135776"/>
                  </a:moveTo>
                  <a:cubicBezTo>
                    <a:pt x="89381" y="153135"/>
                    <a:pt x="102461" y="160575"/>
                    <a:pt x="114834" y="160575"/>
                  </a:cubicBezTo>
                  <a:cubicBezTo>
                    <a:pt x="127914" y="160575"/>
                    <a:pt x="135337" y="151718"/>
                    <a:pt x="140640" y="140736"/>
                  </a:cubicBezTo>
                  <a:cubicBezTo>
                    <a:pt x="147003" y="127274"/>
                    <a:pt x="151245" y="106726"/>
                    <a:pt x="151245" y="106017"/>
                  </a:cubicBezTo>
                  <a:cubicBezTo>
                    <a:pt x="151245" y="102475"/>
                    <a:pt x="148417" y="102475"/>
                    <a:pt x="145943" y="102475"/>
                  </a:cubicBezTo>
                  <a:cubicBezTo>
                    <a:pt x="141701" y="102475"/>
                    <a:pt x="141347" y="102829"/>
                    <a:pt x="139226" y="110623"/>
                  </a:cubicBezTo>
                  <a:cubicBezTo>
                    <a:pt x="134277" y="130462"/>
                    <a:pt x="127560" y="152781"/>
                    <a:pt x="115541" y="152781"/>
                  </a:cubicBezTo>
                  <a:cubicBezTo>
                    <a:pt x="106350" y="152781"/>
                    <a:pt x="106350" y="143216"/>
                    <a:pt x="106350" y="138256"/>
                  </a:cubicBezTo>
                  <a:cubicBezTo>
                    <a:pt x="106350" y="135776"/>
                    <a:pt x="106350" y="130108"/>
                    <a:pt x="108824" y="120188"/>
                  </a:cubicBezTo>
                  <a:lnTo>
                    <a:pt x="132863" y="23826"/>
                  </a:lnTo>
                  <a:cubicBezTo>
                    <a:pt x="134277" y="18867"/>
                    <a:pt x="134277" y="18158"/>
                    <a:pt x="134277" y="16387"/>
                  </a:cubicBezTo>
                  <a:cubicBezTo>
                    <a:pt x="134277" y="8947"/>
                    <a:pt x="128267" y="7176"/>
                    <a:pt x="124732" y="7176"/>
                  </a:cubicBezTo>
                  <a:cubicBezTo>
                    <a:pt x="113420" y="7176"/>
                    <a:pt x="110945" y="19221"/>
                    <a:pt x="110592" y="20992"/>
                  </a:cubicBezTo>
                  <a:cubicBezTo>
                    <a:pt x="103875" y="5759"/>
                    <a:pt x="92563" y="90"/>
                    <a:pt x="81250" y="90"/>
                  </a:cubicBezTo>
                  <a:cubicBezTo>
                    <a:pt x="42010" y="90"/>
                    <a:pt x="296" y="53939"/>
                    <a:pt x="296" y="105663"/>
                  </a:cubicBezTo>
                  <a:cubicBezTo>
                    <a:pt x="296" y="135776"/>
                    <a:pt x="16558" y="160575"/>
                    <a:pt x="43071" y="160575"/>
                  </a:cubicBezTo>
                  <a:cubicBezTo>
                    <a:pt x="55797" y="160575"/>
                    <a:pt x="71352" y="153135"/>
                    <a:pt x="85492" y="135776"/>
                  </a:cubicBezTo>
                  <a:close/>
                  <a:moveTo>
                    <a:pt x="104582" y="45791"/>
                  </a:moveTo>
                  <a:lnTo>
                    <a:pt x="87967" y="112749"/>
                  </a:lnTo>
                  <a:cubicBezTo>
                    <a:pt x="85139" y="124085"/>
                    <a:pt x="63221" y="152781"/>
                    <a:pt x="43778" y="152781"/>
                  </a:cubicBezTo>
                  <a:cubicBezTo>
                    <a:pt x="27163" y="152781"/>
                    <a:pt x="24335" y="131879"/>
                    <a:pt x="24335" y="121251"/>
                  </a:cubicBezTo>
                  <a:cubicBezTo>
                    <a:pt x="24335" y="103537"/>
                    <a:pt x="35294" y="62088"/>
                    <a:pt x="41657" y="47208"/>
                  </a:cubicBezTo>
                  <a:cubicBezTo>
                    <a:pt x="50495" y="25598"/>
                    <a:pt x="66756" y="7884"/>
                    <a:pt x="81250" y="7884"/>
                  </a:cubicBezTo>
                  <a:cubicBezTo>
                    <a:pt x="96805" y="7884"/>
                    <a:pt x="105643" y="26306"/>
                    <a:pt x="105643" y="41186"/>
                  </a:cubicBezTo>
                  <a:cubicBezTo>
                    <a:pt x="105643" y="41894"/>
                    <a:pt x="105289" y="43666"/>
                    <a:pt x="104582" y="45791"/>
                  </a:cubicBez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8DDD0A-208B-3DEA-F146-31D469BDA793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4744063" y="8142762"/>
              <a:ext cx="143525" cy="160484"/>
            </a:xfrm>
            <a:custGeom>
              <a:avLst/>
              <a:gdLst>
                <a:gd name="connsiteX0" fmla="*/ 62166 w 143525"/>
                <a:gd name="connsiteY0" fmla="*/ 54648 h 160484"/>
                <a:gd name="connsiteX1" fmla="*/ 108829 w 143525"/>
                <a:gd name="connsiteY1" fmla="*/ 7884 h 160484"/>
                <a:gd name="connsiteX2" fmla="*/ 127565 w 143525"/>
                <a:gd name="connsiteY2" fmla="*/ 12844 h 160484"/>
                <a:gd name="connsiteX3" fmla="*/ 114132 w 143525"/>
                <a:gd name="connsiteY3" fmla="*/ 29849 h 160484"/>
                <a:gd name="connsiteX4" fmla="*/ 126505 w 143525"/>
                <a:gd name="connsiteY4" fmla="*/ 41186 h 160484"/>
                <a:gd name="connsiteX5" fmla="*/ 143827 w 143525"/>
                <a:gd name="connsiteY5" fmla="*/ 22409 h 160484"/>
                <a:gd name="connsiteX6" fmla="*/ 109183 w 143525"/>
                <a:gd name="connsiteY6" fmla="*/ 90 h 160484"/>
                <a:gd name="connsiteX7" fmla="*/ 66408 w 143525"/>
                <a:gd name="connsiteY7" fmla="*/ 25598 h 160484"/>
                <a:gd name="connsiteX8" fmla="*/ 37066 w 143525"/>
                <a:gd name="connsiteY8" fmla="*/ 90 h 160484"/>
                <a:gd name="connsiteX9" fmla="*/ 11614 w 143525"/>
                <a:gd name="connsiteY9" fmla="*/ 18867 h 160484"/>
                <a:gd name="connsiteX10" fmla="*/ 301 w 143525"/>
                <a:gd name="connsiteY10" fmla="*/ 54648 h 160484"/>
                <a:gd name="connsiteX11" fmla="*/ 5604 w 143525"/>
                <a:gd name="connsiteY11" fmla="*/ 58191 h 160484"/>
                <a:gd name="connsiteX12" fmla="*/ 12321 w 143525"/>
                <a:gd name="connsiteY12" fmla="*/ 50042 h 160484"/>
                <a:gd name="connsiteX13" fmla="*/ 36359 w 143525"/>
                <a:gd name="connsiteY13" fmla="*/ 7884 h 160484"/>
                <a:gd name="connsiteX14" fmla="*/ 45551 w 143525"/>
                <a:gd name="connsiteY14" fmla="*/ 22055 h 160484"/>
                <a:gd name="connsiteX15" fmla="*/ 43076 w 143525"/>
                <a:gd name="connsiteY15" fmla="*/ 40123 h 160484"/>
                <a:gd name="connsiteX16" fmla="*/ 16563 w 143525"/>
                <a:gd name="connsiteY16" fmla="*/ 146404 h 160484"/>
                <a:gd name="connsiteX17" fmla="*/ 15502 w 143525"/>
                <a:gd name="connsiteY17" fmla="*/ 151364 h 160484"/>
                <a:gd name="connsiteX18" fmla="*/ 25401 w 143525"/>
                <a:gd name="connsiteY18" fmla="*/ 160575 h 160484"/>
                <a:gd name="connsiteX19" fmla="*/ 39188 w 143525"/>
                <a:gd name="connsiteY19" fmla="*/ 147467 h 160484"/>
                <a:gd name="connsiteX20" fmla="*/ 62166 w 143525"/>
                <a:gd name="connsiteY20" fmla="*/ 54648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3525" h="160484">
                  <a:moveTo>
                    <a:pt x="62166" y="54648"/>
                  </a:moveTo>
                  <a:cubicBezTo>
                    <a:pt x="62519" y="53585"/>
                    <a:pt x="78427" y="7884"/>
                    <a:pt x="108829" y="7884"/>
                  </a:cubicBezTo>
                  <a:cubicBezTo>
                    <a:pt x="110597" y="7884"/>
                    <a:pt x="120495" y="7884"/>
                    <a:pt x="127565" y="12844"/>
                  </a:cubicBezTo>
                  <a:cubicBezTo>
                    <a:pt x="115192" y="16741"/>
                    <a:pt x="114132" y="28078"/>
                    <a:pt x="114132" y="29849"/>
                  </a:cubicBezTo>
                  <a:cubicBezTo>
                    <a:pt x="114132" y="34455"/>
                    <a:pt x="117313" y="41186"/>
                    <a:pt x="126505" y="41186"/>
                  </a:cubicBezTo>
                  <a:cubicBezTo>
                    <a:pt x="132868" y="41186"/>
                    <a:pt x="143827" y="36226"/>
                    <a:pt x="143827" y="22409"/>
                  </a:cubicBezTo>
                  <a:cubicBezTo>
                    <a:pt x="143827" y="3987"/>
                    <a:pt x="120849" y="90"/>
                    <a:pt x="109183" y="90"/>
                  </a:cubicBezTo>
                  <a:cubicBezTo>
                    <a:pt x="84790" y="90"/>
                    <a:pt x="72064" y="17804"/>
                    <a:pt x="66408" y="25598"/>
                  </a:cubicBezTo>
                  <a:cubicBezTo>
                    <a:pt x="62519" y="6821"/>
                    <a:pt x="48732" y="90"/>
                    <a:pt x="37066" y="90"/>
                  </a:cubicBezTo>
                  <a:cubicBezTo>
                    <a:pt x="24340" y="90"/>
                    <a:pt x="17270" y="8238"/>
                    <a:pt x="11614" y="18867"/>
                  </a:cubicBezTo>
                  <a:cubicBezTo>
                    <a:pt x="4897" y="33037"/>
                    <a:pt x="301" y="53939"/>
                    <a:pt x="301" y="54648"/>
                  </a:cubicBezTo>
                  <a:cubicBezTo>
                    <a:pt x="301" y="58191"/>
                    <a:pt x="3836" y="58191"/>
                    <a:pt x="5604" y="58191"/>
                  </a:cubicBezTo>
                  <a:cubicBezTo>
                    <a:pt x="10200" y="58191"/>
                    <a:pt x="10553" y="57836"/>
                    <a:pt x="12321" y="50042"/>
                  </a:cubicBezTo>
                  <a:cubicBezTo>
                    <a:pt x="18684" y="25243"/>
                    <a:pt x="25401" y="7884"/>
                    <a:pt x="36359" y="7884"/>
                  </a:cubicBezTo>
                  <a:cubicBezTo>
                    <a:pt x="45551" y="7884"/>
                    <a:pt x="45551" y="18158"/>
                    <a:pt x="45551" y="22055"/>
                  </a:cubicBezTo>
                  <a:cubicBezTo>
                    <a:pt x="45551" y="27723"/>
                    <a:pt x="44490" y="34455"/>
                    <a:pt x="43076" y="40123"/>
                  </a:cubicBezTo>
                  <a:lnTo>
                    <a:pt x="16563" y="146404"/>
                  </a:lnTo>
                  <a:cubicBezTo>
                    <a:pt x="15856" y="148530"/>
                    <a:pt x="15502" y="150301"/>
                    <a:pt x="15502" y="151364"/>
                  </a:cubicBezTo>
                  <a:cubicBezTo>
                    <a:pt x="15502" y="155261"/>
                    <a:pt x="18330" y="160575"/>
                    <a:pt x="25401" y="160575"/>
                  </a:cubicBezTo>
                  <a:cubicBezTo>
                    <a:pt x="36006" y="160575"/>
                    <a:pt x="38480" y="150301"/>
                    <a:pt x="39188" y="147467"/>
                  </a:cubicBezTo>
                  <a:lnTo>
                    <a:pt x="62166" y="54648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5D2B985-2E6E-D432-EB7B-E05231B2BFF5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4905499" y="8033646"/>
              <a:ext cx="48431" cy="354271"/>
            </a:xfrm>
            <a:custGeom>
              <a:avLst/>
              <a:gdLst>
                <a:gd name="connsiteX0" fmla="*/ 48736 w 48431"/>
                <a:gd name="connsiteY0" fmla="*/ 354362 h 354271"/>
                <a:gd name="connsiteX1" fmla="*/ 48736 w 48431"/>
                <a:gd name="connsiteY1" fmla="*/ 340191 h 354271"/>
                <a:gd name="connsiteX2" fmla="*/ 14446 w 48431"/>
                <a:gd name="connsiteY2" fmla="*/ 340191 h 354271"/>
                <a:gd name="connsiteX3" fmla="*/ 14446 w 48431"/>
                <a:gd name="connsiteY3" fmla="*/ 14261 h 354271"/>
                <a:gd name="connsiteX4" fmla="*/ 48736 w 48431"/>
                <a:gd name="connsiteY4" fmla="*/ 14261 h 354271"/>
                <a:gd name="connsiteX5" fmla="*/ 48736 w 48431"/>
                <a:gd name="connsiteY5" fmla="*/ 90 h 354271"/>
                <a:gd name="connsiteX6" fmla="*/ 305 w 48431"/>
                <a:gd name="connsiteY6" fmla="*/ 90 h 354271"/>
                <a:gd name="connsiteX7" fmla="*/ 305 w 48431"/>
                <a:gd name="connsiteY7" fmla="*/ 354362 h 354271"/>
                <a:gd name="connsiteX8" fmla="*/ 48736 w 48431"/>
                <a:gd name="connsiteY8" fmla="*/ 354362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31" h="354271">
                  <a:moveTo>
                    <a:pt x="48736" y="354362"/>
                  </a:moveTo>
                  <a:lnTo>
                    <a:pt x="48736" y="340191"/>
                  </a:lnTo>
                  <a:lnTo>
                    <a:pt x="14446" y="340191"/>
                  </a:lnTo>
                  <a:lnTo>
                    <a:pt x="14446" y="14261"/>
                  </a:lnTo>
                  <a:lnTo>
                    <a:pt x="48736" y="14261"/>
                  </a:lnTo>
                  <a:lnTo>
                    <a:pt x="48736" y="90"/>
                  </a:lnTo>
                  <a:lnTo>
                    <a:pt x="305" y="90"/>
                  </a:lnTo>
                  <a:lnTo>
                    <a:pt x="305" y="354362"/>
                  </a:lnTo>
                  <a:lnTo>
                    <a:pt x="48736" y="354362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8894DBB8-C863-ADF3-66E5-EFBD9AD41170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14971527" y="8057383"/>
              <a:ext cx="291293" cy="241967"/>
            </a:xfrm>
            <a:custGeom>
              <a:avLst/>
              <a:gdLst>
                <a:gd name="connsiteX0" fmla="*/ 162216 w 291293"/>
                <a:gd name="connsiteY0" fmla="*/ 96452 h 241967"/>
                <a:gd name="connsiteX1" fmla="*/ 132521 w 291293"/>
                <a:gd name="connsiteY1" fmla="*/ 25952 h 241967"/>
                <a:gd name="connsiteX2" fmla="*/ 130754 w 291293"/>
                <a:gd name="connsiteY2" fmla="*/ 21346 h 241967"/>
                <a:gd name="connsiteX3" fmla="*/ 151611 w 291293"/>
                <a:gd name="connsiteY3" fmla="*/ 11073 h 241967"/>
                <a:gd name="connsiteX4" fmla="*/ 158681 w 291293"/>
                <a:gd name="connsiteY4" fmla="*/ 4341 h 241967"/>
                <a:gd name="connsiteX5" fmla="*/ 153379 w 291293"/>
                <a:gd name="connsiteY5" fmla="*/ 90 h 241967"/>
                <a:gd name="connsiteX6" fmla="*/ 108836 w 291293"/>
                <a:gd name="connsiteY6" fmla="*/ 1153 h 241967"/>
                <a:gd name="connsiteX7" fmla="*/ 69243 w 291293"/>
                <a:gd name="connsiteY7" fmla="*/ 90 h 241967"/>
                <a:gd name="connsiteX8" fmla="*/ 62880 w 291293"/>
                <a:gd name="connsiteY8" fmla="*/ 7176 h 241967"/>
                <a:gd name="connsiteX9" fmla="*/ 71010 w 291293"/>
                <a:gd name="connsiteY9" fmla="*/ 11073 h 241967"/>
                <a:gd name="connsiteX10" fmla="*/ 97524 w 291293"/>
                <a:gd name="connsiteY10" fmla="*/ 22409 h 241967"/>
                <a:gd name="connsiteX11" fmla="*/ 139238 w 291293"/>
                <a:gd name="connsiteY11" fmla="*/ 121251 h 241967"/>
                <a:gd name="connsiteX12" fmla="*/ 64647 w 291293"/>
                <a:gd name="connsiteY12" fmla="*/ 201671 h 241967"/>
                <a:gd name="connsiteX13" fmla="*/ 60052 w 291293"/>
                <a:gd name="connsiteY13" fmla="*/ 205568 h 241967"/>
                <a:gd name="connsiteX14" fmla="*/ 8085 w 291293"/>
                <a:gd name="connsiteY14" fmla="*/ 231075 h 241967"/>
                <a:gd name="connsiteX15" fmla="*/ 308 w 291293"/>
                <a:gd name="connsiteY15" fmla="*/ 238161 h 241967"/>
                <a:gd name="connsiteX16" fmla="*/ 4904 w 291293"/>
                <a:gd name="connsiteY16" fmla="*/ 242058 h 241967"/>
                <a:gd name="connsiteX17" fmla="*/ 38134 w 291293"/>
                <a:gd name="connsiteY17" fmla="*/ 240995 h 241967"/>
                <a:gd name="connsiteX18" fmla="*/ 77727 w 291293"/>
                <a:gd name="connsiteY18" fmla="*/ 242058 h 241967"/>
                <a:gd name="connsiteX19" fmla="*/ 84090 w 291293"/>
                <a:gd name="connsiteY19" fmla="*/ 234972 h 241967"/>
                <a:gd name="connsiteX20" fmla="*/ 79848 w 291293"/>
                <a:gd name="connsiteY20" fmla="*/ 231075 h 241967"/>
                <a:gd name="connsiteX21" fmla="*/ 65708 w 291293"/>
                <a:gd name="connsiteY21" fmla="*/ 220093 h 241967"/>
                <a:gd name="connsiteX22" fmla="*/ 75253 w 291293"/>
                <a:gd name="connsiteY22" fmla="*/ 204151 h 241967"/>
                <a:gd name="connsiteX23" fmla="*/ 111311 w 291293"/>
                <a:gd name="connsiteY23" fmla="*/ 165889 h 241967"/>
                <a:gd name="connsiteX24" fmla="*/ 143127 w 291293"/>
                <a:gd name="connsiteY24" fmla="*/ 131171 h 241967"/>
                <a:gd name="connsiteX25" fmla="*/ 178831 w 291293"/>
                <a:gd name="connsiteY25" fmla="*/ 215842 h 241967"/>
                <a:gd name="connsiteX26" fmla="*/ 180599 w 291293"/>
                <a:gd name="connsiteY26" fmla="*/ 220801 h 241967"/>
                <a:gd name="connsiteX27" fmla="*/ 160095 w 291293"/>
                <a:gd name="connsiteY27" fmla="*/ 231075 h 241967"/>
                <a:gd name="connsiteX28" fmla="*/ 153025 w 291293"/>
                <a:gd name="connsiteY28" fmla="*/ 237806 h 241967"/>
                <a:gd name="connsiteX29" fmla="*/ 158328 w 291293"/>
                <a:gd name="connsiteY29" fmla="*/ 242058 h 241967"/>
                <a:gd name="connsiteX30" fmla="*/ 202870 w 291293"/>
                <a:gd name="connsiteY30" fmla="*/ 240995 h 241967"/>
                <a:gd name="connsiteX31" fmla="*/ 242110 w 291293"/>
                <a:gd name="connsiteY31" fmla="*/ 242058 h 241967"/>
                <a:gd name="connsiteX32" fmla="*/ 248827 w 291293"/>
                <a:gd name="connsiteY32" fmla="*/ 235326 h 241967"/>
                <a:gd name="connsiteX33" fmla="*/ 242463 w 291293"/>
                <a:gd name="connsiteY33" fmla="*/ 231075 h 241967"/>
                <a:gd name="connsiteX34" fmla="*/ 212062 w 291293"/>
                <a:gd name="connsiteY34" fmla="*/ 215487 h 241967"/>
                <a:gd name="connsiteX35" fmla="*/ 166459 w 291293"/>
                <a:gd name="connsiteY35" fmla="*/ 106017 h 241967"/>
                <a:gd name="connsiteX36" fmla="*/ 238928 w 291293"/>
                <a:gd name="connsiteY36" fmla="*/ 29140 h 241967"/>
                <a:gd name="connsiteX37" fmla="*/ 283824 w 291293"/>
                <a:gd name="connsiteY37" fmla="*/ 11073 h 241967"/>
                <a:gd name="connsiteX38" fmla="*/ 291602 w 291293"/>
                <a:gd name="connsiteY38" fmla="*/ 3987 h 241967"/>
                <a:gd name="connsiteX39" fmla="*/ 287006 w 291293"/>
                <a:gd name="connsiteY39" fmla="*/ 90 h 241967"/>
                <a:gd name="connsiteX40" fmla="*/ 253776 w 291293"/>
                <a:gd name="connsiteY40" fmla="*/ 1153 h 241967"/>
                <a:gd name="connsiteX41" fmla="*/ 214536 w 291293"/>
                <a:gd name="connsiteY41" fmla="*/ 90 h 241967"/>
                <a:gd name="connsiteX42" fmla="*/ 207819 w 291293"/>
                <a:gd name="connsiteY42" fmla="*/ 7176 h 241967"/>
                <a:gd name="connsiteX43" fmla="*/ 212062 w 291293"/>
                <a:gd name="connsiteY43" fmla="*/ 11073 h 241967"/>
                <a:gd name="connsiteX44" fmla="*/ 226202 w 291293"/>
                <a:gd name="connsiteY44" fmla="*/ 22055 h 241967"/>
                <a:gd name="connsiteX45" fmla="*/ 219485 w 291293"/>
                <a:gd name="connsiteY45" fmla="*/ 34809 h 241967"/>
                <a:gd name="connsiteX46" fmla="*/ 162216 w 291293"/>
                <a:gd name="connsiteY46" fmla="*/ 96452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91293" h="241967">
                  <a:moveTo>
                    <a:pt x="162216" y="96452"/>
                  </a:moveTo>
                  <a:lnTo>
                    <a:pt x="132521" y="25952"/>
                  </a:lnTo>
                  <a:cubicBezTo>
                    <a:pt x="131461" y="23118"/>
                    <a:pt x="130754" y="21701"/>
                    <a:pt x="130754" y="21346"/>
                  </a:cubicBezTo>
                  <a:cubicBezTo>
                    <a:pt x="130754" y="19221"/>
                    <a:pt x="136764" y="12490"/>
                    <a:pt x="151611" y="11073"/>
                  </a:cubicBezTo>
                  <a:cubicBezTo>
                    <a:pt x="155146" y="10718"/>
                    <a:pt x="158681" y="10364"/>
                    <a:pt x="158681" y="4341"/>
                  </a:cubicBezTo>
                  <a:cubicBezTo>
                    <a:pt x="158681" y="90"/>
                    <a:pt x="154439" y="90"/>
                    <a:pt x="153379" y="90"/>
                  </a:cubicBezTo>
                  <a:cubicBezTo>
                    <a:pt x="138885" y="90"/>
                    <a:pt x="123684" y="1153"/>
                    <a:pt x="108836" y="1153"/>
                  </a:cubicBezTo>
                  <a:cubicBezTo>
                    <a:pt x="99998" y="1153"/>
                    <a:pt x="78081" y="90"/>
                    <a:pt x="69243" y="90"/>
                  </a:cubicBezTo>
                  <a:cubicBezTo>
                    <a:pt x="67122" y="90"/>
                    <a:pt x="62880" y="90"/>
                    <a:pt x="62880" y="7176"/>
                  </a:cubicBezTo>
                  <a:cubicBezTo>
                    <a:pt x="62880" y="11073"/>
                    <a:pt x="66415" y="11073"/>
                    <a:pt x="71010" y="11073"/>
                  </a:cubicBezTo>
                  <a:cubicBezTo>
                    <a:pt x="92221" y="11073"/>
                    <a:pt x="94342" y="14615"/>
                    <a:pt x="97524" y="22409"/>
                  </a:cubicBezTo>
                  <a:lnTo>
                    <a:pt x="139238" y="121251"/>
                  </a:lnTo>
                  <a:lnTo>
                    <a:pt x="64647" y="201671"/>
                  </a:lnTo>
                  <a:lnTo>
                    <a:pt x="60052" y="205568"/>
                  </a:lnTo>
                  <a:cubicBezTo>
                    <a:pt x="42730" y="224344"/>
                    <a:pt x="26115" y="230012"/>
                    <a:pt x="8085" y="231075"/>
                  </a:cubicBezTo>
                  <a:cubicBezTo>
                    <a:pt x="3490" y="231429"/>
                    <a:pt x="308" y="231429"/>
                    <a:pt x="308" y="238161"/>
                  </a:cubicBezTo>
                  <a:cubicBezTo>
                    <a:pt x="308" y="238515"/>
                    <a:pt x="308" y="242058"/>
                    <a:pt x="4904" y="242058"/>
                  </a:cubicBezTo>
                  <a:cubicBezTo>
                    <a:pt x="15509" y="242058"/>
                    <a:pt x="27175" y="240995"/>
                    <a:pt x="38134" y="240995"/>
                  </a:cubicBezTo>
                  <a:cubicBezTo>
                    <a:pt x="51214" y="240995"/>
                    <a:pt x="65001" y="242058"/>
                    <a:pt x="77727" y="242058"/>
                  </a:cubicBezTo>
                  <a:cubicBezTo>
                    <a:pt x="79848" y="242058"/>
                    <a:pt x="84090" y="242058"/>
                    <a:pt x="84090" y="234972"/>
                  </a:cubicBezTo>
                  <a:cubicBezTo>
                    <a:pt x="84090" y="231429"/>
                    <a:pt x="80555" y="231075"/>
                    <a:pt x="79848" y="231075"/>
                  </a:cubicBezTo>
                  <a:cubicBezTo>
                    <a:pt x="76667" y="230721"/>
                    <a:pt x="65708" y="230012"/>
                    <a:pt x="65708" y="220093"/>
                  </a:cubicBezTo>
                  <a:cubicBezTo>
                    <a:pt x="65708" y="214424"/>
                    <a:pt x="71010" y="208756"/>
                    <a:pt x="75253" y="204151"/>
                  </a:cubicBezTo>
                  <a:lnTo>
                    <a:pt x="111311" y="165889"/>
                  </a:lnTo>
                  <a:lnTo>
                    <a:pt x="143127" y="131171"/>
                  </a:lnTo>
                  <a:lnTo>
                    <a:pt x="178831" y="215842"/>
                  </a:lnTo>
                  <a:cubicBezTo>
                    <a:pt x="180245" y="219739"/>
                    <a:pt x="180599" y="220093"/>
                    <a:pt x="180599" y="220801"/>
                  </a:cubicBezTo>
                  <a:cubicBezTo>
                    <a:pt x="180599" y="223635"/>
                    <a:pt x="173882" y="229658"/>
                    <a:pt x="160095" y="231075"/>
                  </a:cubicBezTo>
                  <a:cubicBezTo>
                    <a:pt x="156207" y="231429"/>
                    <a:pt x="153025" y="231784"/>
                    <a:pt x="153025" y="237806"/>
                  </a:cubicBezTo>
                  <a:cubicBezTo>
                    <a:pt x="153025" y="242058"/>
                    <a:pt x="156914" y="242058"/>
                    <a:pt x="158328" y="242058"/>
                  </a:cubicBezTo>
                  <a:cubicBezTo>
                    <a:pt x="168226" y="242058"/>
                    <a:pt x="192972" y="240995"/>
                    <a:pt x="202870" y="240995"/>
                  </a:cubicBezTo>
                  <a:cubicBezTo>
                    <a:pt x="211708" y="240995"/>
                    <a:pt x="233272" y="242058"/>
                    <a:pt x="242110" y="242058"/>
                  </a:cubicBezTo>
                  <a:cubicBezTo>
                    <a:pt x="244585" y="242058"/>
                    <a:pt x="248827" y="242058"/>
                    <a:pt x="248827" y="235326"/>
                  </a:cubicBezTo>
                  <a:cubicBezTo>
                    <a:pt x="248827" y="231075"/>
                    <a:pt x="245292" y="231075"/>
                    <a:pt x="242463" y="231075"/>
                  </a:cubicBezTo>
                  <a:cubicBezTo>
                    <a:pt x="218778" y="230721"/>
                    <a:pt x="218071" y="229658"/>
                    <a:pt x="212062" y="215487"/>
                  </a:cubicBezTo>
                  <a:cubicBezTo>
                    <a:pt x="198275" y="182540"/>
                    <a:pt x="174589" y="127274"/>
                    <a:pt x="166459" y="106017"/>
                  </a:cubicBezTo>
                  <a:cubicBezTo>
                    <a:pt x="190497" y="81218"/>
                    <a:pt x="227616" y="39060"/>
                    <a:pt x="238928" y="29140"/>
                  </a:cubicBezTo>
                  <a:cubicBezTo>
                    <a:pt x="249180" y="20638"/>
                    <a:pt x="262614" y="12135"/>
                    <a:pt x="283824" y="11073"/>
                  </a:cubicBezTo>
                  <a:cubicBezTo>
                    <a:pt x="288420" y="10718"/>
                    <a:pt x="291602" y="10718"/>
                    <a:pt x="291602" y="3987"/>
                  </a:cubicBezTo>
                  <a:cubicBezTo>
                    <a:pt x="291602" y="3633"/>
                    <a:pt x="291602" y="90"/>
                    <a:pt x="287006" y="90"/>
                  </a:cubicBezTo>
                  <a:cubicBezTo>
                    <a:pt x="276401" y="90"/>
                    <a:pt x="264735" y="1153"/>
                    <a:pt x="253776" y="1153"/>
                  </a:cubicBezTo>
                  <a:cubicBezTo>
                    <a:pt x="240696" y="1153"/>
                    <a:pt x="227262" y="90"/>
                    <a:pt x="214536" y="90"/>
                  </a:cubicBezTo>
                  <a:cubicBezTo>
                    <a:pt x="212415" y="90"/>
                    <a:pt x="207819" y="90"/>
                    <a:pt x="207819" y="7176"/>
                  </a:cubicBezTo>
                  <a:cubicBezTo>
                    <a:pt x="207819" y="9655"/>
                    <a:pt x="209587" y="10718"/>
                    <a:pt x="212062" y="11073"/>
                  </a:cubicBezTo>
                  <a:cubicBezTo>
                    <a:pt x="215243" y="11427"/>
                    <a:pt x="226202" y="12135"/>
                    <a:pt x="226202" y="22055"/>
                  </a:cubicBezTo>
                  <a:cubicBezTo>
                    <a:pt x="226202" y="27015"/>
                    <a:pt x="222313" y="31620"/>
                    <a:pt x="219485" y="34809"/>
                  </a:cubicBezTo>
                  <a:lnTo>
                    <a:pt x="162216" y="96452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8F1477A6-0A75-6B38-DAA9-683F494A7906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15266488" y="8188073"/>
              <a:ext cx="74979" cy="166897"/>
            </a:xfrm>
            <a:custGeom>
              <a:avLst/>
              <a:gdLst>
                <a:gd name="connsiteX0" fmla="*/ 68862 w 74979"/>
                <a:gd name="connsiteY0" fmla="*/ 9515 h 166897"/>
                <a:gd name="connsiteX1" fmla="*/ 58964 w 74979"/>
                <a:gd name="connsiteY1" fmla="*/ 92 h 166897"/>
                <a:gd name="connsiteX2" fmla="*/ 45106 w 74979"/>
                <a:gd name="connsiteY2" fmla="*/ 13731 h 166897"/>
                <a:gd name="connsiteX3" fmla="*/ 55005 w 74979"/>
                <a:gd name="connsiteY3" fmla="*/ 23155 h 166897"/>
                <a:gd name="connsiteX4" fmla="*/ 68862 w 74979"/>
                <a:gd name="connsiteY4" fmla="*/ 9515 h 166897"/>
                <a:gd name="connsiteX5" fmla="*/ 18381 w 74979"/>
                <a:gd name="connsiteY5" fmla="*/ 135494 h 166897"/>
                <a:gd name="connsiteX6" fmla="*/ 16154 w 74979"/>
                <a:gd name="connsiteY6" fmla="*/ 145910 h 166897"/>
                <a:gd name="connsiteX7" fmla="*/ 39662 w 74979"/>
                <a:gd name="connsiteY7" fmla="*/ 166989 h 166897"/>
                <a:gd name="connsiteX8" fmla="*/ 75296 w 74979"/>
                <a:gd name="connsiteY8" fmla="*/ 129046 h 166897"/>
                <a:gd name="connsiteX9" fmla="*/ 71337 w 74979"/>
                <a:gd name="connsiteY9" fmla="*/ 125823 h 166897"/>
                <a:gd name="connsiteX10" fmla="*/ 66635 w 74979"/>
                <a:gd name="connsiteY10" fmla="*/ 130038 h 166897"/>
                <a:gd name="connsiteX11" fmla="*/ 40405 w 74979"/>
                <a:gd name="connsiteY11" fmla="*/ 160045 h 166897"/>
                <a:gd name="connsiteX12" fmla="*/ 34218 w 74979"/>
                <a:gd name="connsiteY12" fmla="*/ 151366 h 166897"/>
                <a:gd name="connsiteX13" fmla="*/ 38178 w 74979"/>
                <a:gd name="connsiteY13" fmla="*/ 135494 h 166897"/>
                <a:gd name="connsiteX14" fmla="*/ 46096 w 74979"/>
                <a:gd name="connsiteY14" fmla="*/ 115655 h 166897"/>
                <a:gd name="connsiteX15" fmla="*/ 58222 w 74979"/>
                <a:gd name="connsiteY15" fmla="*/ 84160 h 166897"/>
                <a:gd name="connsiteX16" fmla="*/ 59706 w 74979"/>
                <a:gd name="connsiteY16" fmla="*/ 76225 h 166897"/>
                <a:gd name="connsiteX17" fmla="*/ 36198 w 74979"/>
                <a:gd name="connsiteY17" fmla="*/ 55145 h 166897"/>
                <a:gd name="connsiteX18" fmla="*/ 316 w 74979"/>
                <a:gd name="connsiteY18" fmla="*/ 93088 h 166897"/>
                <a:gd name="connsiteX19" fmla="*/ 4523 w 74979"/>
                <a:gd name="connsiteY19" fmla="*/ 96312 h 166897"/>
                <a:gd name="connsiteX20" fmla="*/ 8977 w 74979"/>
                <a:gd name="connsiteY20" fmla="*/ 92344 h 166897"/>
                <a:gd name="connsiteX21" fmla="*/ 35455 w 74979"/>
                <a:gd name="connsiteY21" fmla="*/ 62089 h 166897"/>
                <a:gd name="connsiteX22" fmla="*/ 41642 w 74979"/>
                <a:gd name="connsiteY22" fmla="*/ 70769 h 166897"/>
                <a:gd name="connsiteX23" fmla="*/ 33971 w 74979"/>
                <a:gd name="connsiteY23" fmla="*/ 95568 h 166897"/>
                <a:gd name="connsiteX24" fmla="*/ 18381 w 74979"/>
                <a:gd name="connsiteY24" fmla="*/ 135494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979" h="166897">
                  <a:moveTo>
                    <a:pt x="68862" y="9515"/>
                  </a:moveTo>
                  <a:cubicBezTo>
                    <a:pt x="68862" y="5547"/>
                    <a:pt x="65893" y="92"/>
                    <a:pt x="58964" y="92"/>
                  </a:cubicBezTo>
                  <a:cubicBezTo>
                    <a:pt x="52283" y="92"/>
                    <a:pt x="45106" y="6539"/>
                    <a:pt x="45106" y="13731"/>
                  </a:cubicBezTo>
                  <a:cubicBezTo>
                    <a:pt x="45106" y="17947"/>
                    <a:pt x="48323" y="23155"/>
                    <a:pt x="55005" y="23155"/>
                  </a:cubicBezTo>
                  <a:cubicBezTo>
                    <a:pt x="62181" y="23155"/>
                    <a:pt x="68862" y="16211"/>
                    <a:pt x="68862" y="9515"/>
                  </a:cubicBezTo>
                  <a:close/>
                  <a:moveTo>
                    <a:pt x="18381" y="135494"/>
                  </a:moveTo>
                  <a:cubicBezTo>
                    <a:pt x="17391" y="138718"/>
                    <a:pt x="16154" y="141694"/>
                    <a:pt x="16154" y="145910"/>
                  </a:cubicBezTo>
                  <a:cubicBezTo>
                    <a:pt x="16154" y="157565"/>
                    <a:pt x="26052" y="166989"/>
                    <a:pt x="39662" y="166989"/>
                  </a:cubicBezTo>
                  <a:cubicBezTo>
                    <a:pt x="64408" y="166989"/>
                    <a:pt x="75296" y="132766"/>
                    <a:pt x="75296" y="129046"/>
                  </a:cubicBezTo>
                  <a:cubicBezTo>
                    <a:pt x="75296" y="125823"/>
                    <a:pt x="72079" y="125823"/>
                    <a:pt x="71337" y="125823"/>
                  </a:cubicBezTo>
                  <a:cubicBezTo>
                    <a:pt x="67872" y="125823"/>
                    <a:pt x="67625" y="127311"/>
                    <a:pt x="66635" y="130038"/>
                  </a:cubicBezTo>
                  <a:cubicBezTo>
                    <a:pt x="60944" y="149878"/>
                    <a:pt x="50055" y="160045"/>
                    <a:pt x="40405" y="160045"/>
                  </a:cubicBezTo>
                  <a:cubicBezTo>
                    <a:pt x="35455" y="160045"/>
                    <a:pt x="34218" y="156821"/>
                    <a:pt x="34218" y="151366"/>
                  </a:cubicBezTo>
                  <a:cubicBezTo>
                    <a:pt x="34218" y="145662"/>
                    <a:pt x="35950" y="140950"/>
                    <a:pt x="38178" y="135494"/>
                  </a:cubicBezTo>
                  <a:cubicBezTo>
                    <a:pt x="40652" y="128799"/>
                    <a:pt x="43374" y="122103"/>
                    <a:pt x="46096" y="115655"/>
                  </a:cubicBezTo>
                  <a:cubicBezTo>
                    <a:pt x="48323" y="109703"/>
                    <a:pt x="57232" y="87136"/>
                    <a:pt x="58222" y="84160"/>
                  </a:cubicBezTo>
                  <a:cubicBezTo>
                    <a:pt x="58964" y="81680"/>
                    <a:pt x="59706" y="78705"/>
                    <a:pt x="59706" y="76225"/>
                  </a:cubicBezTo>
                  <a:cubicBezTo>
                    <a:pt x="59706" y="64569"/>
                    <a:pt x="49808" y="55145"/>
                    <a:pt x="36198" y="55145"/>
                  </a:cubicBezTo>
                  <a:cubicBezTo>
                    <a:pt x="11700" y="55145"/>
                    <a:pt x="316" y="88872"/>
                    <a:pt x="316" y="93088"/>
                  </a:cubicBezTo>
                  <a:cubicBezTo>
                    <a:pt x="316" y="96312"/>
                    <a:pt x="3781" y="96312"/>
                    <a:pt x="4523" y="96312"/>
                  </a:cubicBezTo>
                  <a:cubicBezTo>
                    <a:pt x="7988" y="96312"/>
                    <a:pt x="8235" y="95072"/>
                    <a:pt x="8977" y="92344"/>
                  </a:cubicBezTo>
                  <a:cubicBezTo>
                    <a:pt x="15411" y="71017"/>
                    <a:pt x="26300" y="62089"/>
                    <a:pt x="35455" y="62089"/>
                  </a:cubicBezTo>
                  <a:cubicBezTo>
                    <a:pt x="39415" y="62089"/>
                    <a:pt x="41642" y="64073"/>
                    <a:pt x="41642" y="70769"/>
                  </a:cubicBezTo>
                  <a:cubicBezTo>
                    <a:pt x="41642" y="76473"/>
                    <a:pt x="40157" y="80192"/>
                    <a:pt x="33971" y="95568"/>
                  </a:cubicBezTo>
                  <a:lnTo>
                    <a:pt x="18381" y="135494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4EE5F67A-37C6-E33F-F130-3126675B1650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15384924" y="8057383"/>
              <a:ext cx="257002" cy="241967"/>
            </a:xfrm>
            <a:custGeom>
              <a:avLst/>
              <a:gdLst>
                <a:gd name="connsiteX0" fmla="*/ 198993 w 257002"/>
                <a:gd name="connsiteY0" fmla="*/ 40477 h 241967"/>
                <a:gd name="connsiteX1" fmla="*/ 203942 w 257002"/>
                <a:gd name="connsiteY1" fmla="*/ 35517 h 241967"/>
                <a:gd name="connsiteX2" fmla="*/ 250252 w 257002"/>
                <a:gd name="connsiteY2" fmla="*/ 11073 h 241967"/>
                <a:gd name="connsiteX3" fmla="*/ 257323 w 257002"/>
                <a:gd name="connsiteY3" fmla="*/ 4341 h 241967"/>
                <a:gd name="connsiteX4" fmla="*/ 252727 w 257002"/>
                <a:gd name="connsiteY4" fmla="*/ 90 h 241967"/>
                <a:gd name="connsiteX5" fmla="*/ 223739 w 257002"/>
                <a:gd name="connsiteY5" fmla="*/ 1153 h 241967"/>
                <a:gd name="connsiteX6" fmla="*/ 188388 w 257002"/>
                <a:gd name="connsiteY6" fmla="*/ 90 h 241967"/>
                <a:gd name="connsiteX7" fmla="*/ 181671 w 257002"/>
                <a:gd name="connsiteY7" fmla="*/ 6821 h 241967"/>
                <a:gd name="connsiteX8" fmla="*/ 186974 w 257002"/>
                <a:gd name="connsiteY8" fmla="*/ 11073 h 241967"/>
                <a:gd name="connsiteX9" fmla="*/ 199700 w 257002"/>
                <a:gd name="connsiteY9" fmla="*/ 19221 h 241967"/>
                <a:gd name="connsiteX10" fmla="*/ 190155 w 257002"/>
                <a:gd name="connsiteY10" fmla="*/ 36226 h 241967"/>
                <a:gd name="connsiteX11" fmla="*/ 108141 w 257002"/>
                <a:gd name="connsiteY11" fmla="*/ 130816 h 241967"/>
                <a:gd name="connsiteX12" fmla="*/ 69254 w 257002"/>
                <a:gd name="connsiteY12" fmla="*/ 25598 h 241967"/>
                <a:gd name="connsiteX13" fmla="*/ 67133 w 257002"/>
                <a:gd name="connsiteY13" fmla="*/ 19575 h 241967"/>
                <a:gd name="connsiteX14" fmla="*/ 87991 w 257002"/>
                <a:gd name="connsiteY14" fmla="*/ 11073 h 241967"/>
                <a:gd name="connsiteX15" fmla="*/ 96475 w 257002"/>
                <a:gd name="connsiteY15" fmla="*/ 3987 h 241967"/>
                <a:gd name="connsiteX16" fmla="*/ 91172 w 257002"/>
                <a:gd name="connsiteY16" fmla="*/ 90 h 241967"/>
                <a:gd name="connsiteX17" fmla="*/ 46630 w 257002"/>
                <a:gd name="connsiteY17" fmla="*/ 1153 h 241967"/>
                <a:gd name="connsiteX18" fmla="*/ 7037 w 257002"/>
                <a:gd name="connsiteY18" fmla="*/ 90 h 241967"/>
                <a:gd name="connsiteX19" fmla="*/ 320 w 257002"/>
                <a:gd name="connsiteY19" fmla="*/ 7176 h 241967"/>
                <a:gd name="connsiteX20" fmla="*/ 8451 w 257002"/>
                <a:gd name="connsiteY20" fmla="*/ 11073 h 241967"/>
                <a:gd name="connsiteX21" fmla="*/ 34257 w 257002"/>
                <a:gd name="connsiteY21" fmla="*/ 23118 h 241967"/>
                <a:gd name="connsiteX22" fmla="*/ 77739 w 257002"/>
                <a:gd name="connsiteY22" fmla="*/ 139673 h 241967"/>
                <a:gd name="connsiteX23" fmla="*/ 79153 w 257002"/>
                <a:gd name="connsiteY23" fmla="*/ 145696 h 241967"/>
                <a:gd name="connsiteX24" fmla="*/ 63245 w 257002"/>
                <a:gd name="connsiteY24" fmla="*/ 210173 h 241967"/>
                <a:gd name="connsiteX25" fmla="*/ 30015 w 257002"/>
                <a:gd name="connsiteY25" fmla="*/ 231075 h 241967"/>
                <a:gd name="connsiteX26" fmla="*/ 20470 w 257002"/>
                <a:gd name="connsiteY26" fmla="*/ 238161 h 241967"/>
                <a:gd name="connsiteX27" fmla="*/ 25419 w 257002"/>
                <a:gd name="connsiteY27" fmla="*/ 242058 h 241967"/>
                <a:gd name="connsiteX28" fmla="*/ 69962 w 257002"/>
                <a:gd name="connsiteY28" fmla="*/ 240995 h 241967"/>
                <a:gd name="connsiteX29" fmla="*/ 115211 w 257002"/>
                <a:gd name="connsiteY29" fmla="*/ 242058 h 241967"/>
                <a:gd name="connsiteX30" fmla="*/ 121928 w 257002"/>
                <a:gd name="connsiteY30" fmla="*/ 234972 h 241967"/>
                <a:gd name="connsiteX31" fmla="*/ 112029 w 257002"/>
                <a:gd name="connsiteY31" fmla="*/ 231075 h 241967"/>
                <a:gd name="connsiteX32" fmla="*/ 98596 w 257002"/>
                <a:gd name="connsiteY32" fmla="*/ 230367 h 241967"/>
                <a:gd name="connsiteX33" fmla="*/ 89051 w 257002"/>
                <a:gd name="connsiteY33" fmla="*/ 224698 h 241967"/>
                <a:gd name="connsiteX34" fmla="*/ 94000 w 257002"/>
                <a:gd name="connsiteY34" fmla="*/ 202379 h 241967"/>
                <a:gd name="connsiteX35" fmla="*/ 106373 w 257002"/>
                <a:gd name="connsiteY35" fmla="*/ 152427 h 241967"/>
                <a:gd name="connsiteX36" fmla="*/ 111322 w 257002"/>
                <a:gd name="connsiteY36" fmla="*/ 141444 h 241967"/>
                <a:gd name="connsiteX37" fmla="*/ 198993 w 257002"/>
                <a:gd name="connsiteY37" fmla="*/ 40477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7002" h="241967">
                  <a:moveTo>
                    <a:pt x="198993" y="40477"/>
                  </a:moveTo>
                  <a:lnTo>
                    <a:pt x="203942" y="35517"/>
                  </a:lnTo>
                  <a:cubicBezTo>
                    <a:pt x="214548" y="24889"/>
                    <a:pt x="226214" y="12844"/>
                    <a:pt x="250252" y="11073"/>
                  </a:cubicBezTo>
                  <a:cubicBezTo>
                    <a:pt x="254141" y="10718"/>
                    <a:pt x="257323" y="10718"/>
                    <a:pt x="257323" y="4341"/>
                  </a:cubicBezTo>
                  <a:cubicBezTo>
                    <a:pt x="257323" y="1507"/>
                    <a:pt x="255555" y="90"/>
                    <a:pt x="252727" y="90"/>
                  </a:cubicBezTo>
                  <a:cubicBezTo>
                    <a:pt x="243536" y="90"/>
                    <a:pt x="233284" y="1153"/>
                    <a:pt x="223739" y="1153"/>
                  </a:cubicBezTo>
                  <a:cubicBezTo>
                    <a:pt x="212073" y="1153"/>
                    <a:pt x="199700" y="90"/>
                    <a:pt x="188388" y="90"/>
                  </a:cubicBezTo>
                  <a:cubicBezTo>
                    <a:pt x="186267" y="90"/>
                    <a:pt x="181671" y="90"/>
                    <a:pt x="181671" y="6821"/>
                  </a:cubicBezTo>
                  <a:cubicBezTo>
                    <a:pt x="181671" y="10718"/>
                    <a:pt x="185206" y="11073"/>
                    <a:pt x="186974" y="11073"/>
                  </a:cubicBezTo>
                  <a:cubicBezTo>
                    <a:pt x="189448" y="11073"/>
                    <a:pt x="199700" y="11781"/>
                    <a:pt x="199700" y="19221"/>
                  </a:cubicBezTo>
                  <a:cubicBezTo>
                    <a:pt x="199700" y="25243"/>
                    <a:pt x="191569" y="34455"/>
                    <a:pt x="190155" y="36226"/>
                  </a:cubicBezTo>
                  <a:lnTo>
                    <a:pt x="108141" y="130816"/>
                  </a:lnTo>
                  <a:lnTo>
                    <a:pt x="69254" y="25598"/>
                  </a:lnTo>
                  <a:cubicBezTo>
                    <a:pt x="67133" y="20638"/>
                    <a:pt x="67133" y="19929"/>
                    <a:pt x="67133" y="19575"/>
                  </a:cubicBezTo>
                  <a:cubicBezTo>
                    <a:pt x="67133" y="11073"/>
                    <a:pt x="84455" y="11073"/>
                    <a:pt x="87991" y="11073"/>
                  </a:cubicBezTo>
                  <a:cubicBezTo>
                    <a:pt x="92940" y="11073"/>
                    <a:pt x="96475" y="11073"/>
                    <a:pt x="96475" y="3987"/>
                  </a:cubicBezTo>
                  <a:cubicBezTo>
                    <a:pt x="96475" y="90"/>
                    <a:pt x="92233" y="90"/>
                    <a:pt x="91172" y="90"/>
                  </a:cubicBezTo>
                  <a:cubicBezTo>
                    <a:pt x="81274" y="90"/>
                    <a:pt x="56528" y="1153"/>
                    <a:pt x="46630" y="1153"/>
                  </a:cubicBezTo>
                  <a:cubicBezTo>
                    <a:pt x="37792" y="1153"/>
                    <a:pt x="15874" y="90"/>
                    <a:pt x="7037" y="90"/>
                  </a:cubicBezTo>
                  <a:cubicBezTo>
                    <a:pt x="4915" y="90"/>
                    <a:pt x="320" y="90"/>
                    <a:pt x="320" y="7176"/>
                  </a:cubicBezTo>
                  <a:cubicBezTo>
                    <a:pt x="320" y="11073"/>
                    <a:pt x="3855" y="11073"/>
                    <a:pt x="8451" y="11073"/>
                  </a:cubicBezTo>
                  <a:cubicBezTo>
                    <a:pt x="29661" y="11073"/>
                    <a:pt x="31075" y="14261"/>
                    <a:pt x="34257" y="23118"/>
                  </a:cubicBezTo>
                  <a:lnTo>
                    <a:pt x="77739" y="139673"/>
                  </a:lnTo>
                  <a:cubicBezTo>
                    <a:pt x="78092" y="140736"/>
                    <a:pt x="79153" y="144633"/>
                    <a:pt x="79153" y="145696"/>
                  </a:cubicBezTo>
                  <a:cubicBezTo>
                    <a:pt x="79153" y="146759"/>
                    <a:pt x="65012" y="203796"/>
                    <a:pt x="63245" y="210173"/>
                  </a:cubicBezTo>
                  <a:cubicBezTo>
                    <a:pt x="58649" y="229658"/>
                    <a:pt x="58296" y="230721"/>
                    <a:pt x="30015" y="231075"/>
                  </a:cubicBezTo>
                  <a:cubicBezTo>
                    <a:pt x="23298" y="231075"/>
                    <a:pt x="20470" y="231075"/>
                    <a:pt x="20470" y="238161"/>
                  </a:cubicBezTo>
                  <a:cubicBezTo>
                    <a:pt x="20470" y="242058"/>
                    <a:pt x="24712" y="242058"/>
                    <a:pt x="25419" y="242058"/>
                  </a:cubicBezTo>
                  <a:cubicBezTo>
                    <a:pt x="35317" y="242058"/>
                    <a:pt x="60063" y="240995"/>
                    <a:pt x="69962" y="240995"/>
                  </a:cubicBezTo>
                  <a:cubicBezTo>
                    <a:pt x="79860" y="240995"/>
                    <a:pt x="105313" y="242058"/>
                    <a:pt x="115211" y="242058"/>
                  </a:cubicBezTo>
                  <a:cubicBezTo>
                    <a:pt x="117686" y="242058"/>
                    <a:pt x="121928" y="242058"/>
                    <a:pt x="121928" y="234972"/>
                  </a:cubicBezTo>
                  <a:cubicBezTo>
                    <a:pt x="121928" y="231075"/>
                    <a:pt x="118746" y="231075"/>
                    <a:pt x="112029" y="231075"/>
                  </a:cubicBezTo>
                  <a:cubicBezTo>
                    <a:pt x="111322" y="231075"/>
                    <a:pt x="104606" y="231075"/>
                    <a:pt x="98596" y="230367"/>
                  </a:cubicBezTo>
                  <a:cubicBezTo>
                    <a:pt x="91172" y="229658"/>
                    <a:pt x="89051" y="228950"/>
                    <a:pt x="89051" y="224698"/>
                  </a:cubicBezTo>
                  <a:cubicBezTo>
                    <a:pt x="89051" y="222218"/>
                    <a:pt x="92233" y="209819"/>
                    <a:pt x="94000" y="202379"/>
                  </a:cubicBezTo>
                  <a:lnTo>
                    <a:pt x="106373" y="152427"/>
                  </a:lnTo>
                  <a:cubicBezTo>
                    <a:pt x="108141" y="145696"/>
                    <a:pt x="108494" y="144633"/>
                    <a:pt x="111322" y="141444"/>
                  </a:cubicBezTo>
                  <a:lnTo>
                    <a:pt x="198993" y="40477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500B831D-C917-DE61-D8E6-E1311DB1BDCB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15589415" y="8188073"/>
              <a:ext cx="74979" cy="166897"/>
            </a:xfrm>
            <a:custGeom>
              <a:avLst/>
              <a:gdLst>
                <a:gd name="connsiteX0" fmla="*/ 68871 w 74979"/>
                <a:gd name="connsiteY0" fmla="*/ 9515 h 166897"/>
                <a:gd name="connsiteX1" fmla="*/ 58973 w 74979"/>
                <a:gd name="connsiteY1" fmla="*/ 92 h 166897"/>
                <a:gd name="connsiteX2" fmla="*/ 45115 w 74979"/>
                <a:gd name="connsiteY2" fmla="*/ 13731 h 166897"/>
                <a:gd name="connsiteX3" fmla="*/ 55014 w 74979"/>
                <a:gd name="connsiteY3" fmla="*/ 23155 h 166897"/>
                <a:gd name="connsiteX4" fmla="*/ 68871 w 74979"/>
                <a:gd name="connsiteY4" fmla="*/ 9515 h 166897"/>
                <a:gd name="connsiteX5" fmla="*/ 18390 w 74979"/>
                <a:gd name="connsiteY5" fmla="*/ 135494 h 166897"/>
                <a:gd name="connsiteX6" fmla="*/ 16163 w 74979"/>
                <a:gd name="connsiteY6" fmla="*/ 145910 h 166897"/>
                <a:gd name="connsiteX7" fmla="*/ 39671 w 74979"/>
                <a:gd name="connsiteY7" fmla="*/ 166989 h 166897"/>
                <a:gd name="connsiteX8" fmla="*/ 75305 w 74979"/>
                <a:gd name="connsiteY8" fmla="*/ 129046 h 166897"/>
                <a:gd name="connsiteX9" fmla="*/ 71346 w 74979"/>
                <a:gd name="connsiteY9" fmla="*/ 125823 h 166897"/>
                <a:gd name="connsiteX10" fmla="*/ 66644 w 74979"/>
                <a:gd name="connsiteY10" fmla="*/ 130038 h 166897"/>
                <a:gd name="connsiteX11" fmla="*/ 40414 w 74979"/>
                <a:gd name="connsiteY11" fmla="*/ 160045 h 166897"/>
                <a:gd name="connsiteX12" fmla="*/ 34227 w 74979"/>
                <a:gd name="connsiteY12" fmla="*/ 151366 h 166897"/>
                <a:gd name="connsiteX13" fmla="*/ 38187 w 74979"/>
                <a:gd name="connsiteY13" fmla="*/ 135494 h 166897"/>
                <a:gd name="connsiteX14" fmla="*/ 46105 w 74979"/>
                <a:gd name="connsiteY14" fmla="*/ 115655 h 166897"/>
                <a:gd name="connsiteX15" fmla="*/ 58231 w 74979"/>
                <a:gd name="connsiteY15" fmla="*/ 84160 h 166897"/>
                <a:gd name="connsiteX16" fmla="*/ 59715 w 74979"/>
                <a:gd name="connsiteY16" fmla="*/ 76225 h 166897"/>
                <a:gd name="connsiteX17" fmla="*/ 36207 w 74979"/>
                <a:gd name="connsiteY17" fmla="*/ 55145 h 166897"/>
                <a:gd name="connsiteX18" fmla="*/ 326 w 74979"/>
                <a:gd name="connsiteY18" fmla="*/ 93088 h 166897"/>
                <a:gd name="connsiteX19" fmla="*/ 4532 w 74979"/>
                <a:gd name="connsiteY19" fmla="*/ 96312 h 166897"/>
                <a:gd name="connsiteX20" fmla="*/ 8987 w 74979"/>
                <a:gd name="connsiteY20" fmla="*/ 92344 h 166897"/>
                <a:gd name="connsiteX21" fmla="*/ 35465 w 74979"/>
                <a:gd name="connsiteY21" fmla="*/ 62089 h 166897"/>
                <a:gd name="connsiteX22" fmla="*/ 41651 w 74979"/>
                <a:gd name="connsiteY22" fmla="*/ 70769 h 166897"/>
                <a:gd name="connsiteX23" fmla="*/ 33980 w 74979"/>
                <a:gd name="connsiteY23" fmla="*/ 95568 h 166897"/>
                <a:gd name="connsiteX24" fmla="*/ 18390 w 74979"/>
                <a:gd name="connsiteY24" fmla="*/ 135494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979" h="166897">
                  <a:moveTo>
                    <a:pt x="68871" y="9515"/>
                  </a:moveTo>
                  <a:cubicBezTo>
                    <a:pt x="68871" y="5547"/>
                    <a:pt x="65902" y="92"/>
                    <a:pt x="58973" y="92"/>
                  </a:cubicBezTo>
                  <a:cubicBezTo>
                    <a:pt x="52292" y="92"/>
                    <a:pt x="45115" y="6539"/>
                    <a:pt x="45115" y="13731"/>
                  </a:cubicBezTo>
                  <a:cubicBezTo>
                    <a:pt x="45115" y="17947"/>
                    <a:pt x="48332" y="23155"/>
                    <a:pt x="55014" y="23155"/>
                  </a:cubicBezTo>
                  <a:cubicBezTo>
                    <a:pt x="62190" y="23155"/>
                    <a:pt x="68871" y="16211"/>
                    <a:pt x="68871" y="9515"/>
                  </a:cubicBezTo>
                  <a:close/>
                  <a:moveTo>
                    <a:pt x="18390" y="135494"/>
                  </a:moveTo>
                  <a:cubicBezTo>
                    <a:pt x="17400" y="138718"/>
                    <a:pt x="16163" y="141694"/>
                    <a:pt x="16163" y="145910"/>
                  </a:cubicBezTo>
                  <a:cubicBezTo>
                    <a:pt x="16163" y="157565"/>
                    <a:pt x="26061" y="166989"/>
                    <a:pt x="39671" y="166989"/>
                  </a:cubicBezTo>
                  <a:cubicBezTo>
                    <a:pt x="64417" y="166989"/>
                    <a:pt x="75305" y="132766"/>
                    <a:pt x="75305" y="129046"/>
                  </a:cubicBezTo>
                  <a:cubicBezTo>
                    <a:pt x="75305" y="125823"/>
                    <a:pt x="72088" y="125823"/>
                    <a:pt x="71346" y="125823"/>
                  </a:cubicBezTo>
                  <a:cubicBezTo>
                    <a:pt x="67882" y="125823"/>
                    <a:pt x="67634" y="127311"/>
                    <a:pt x="66644" y="130038"/>
                  </a:cubicBezTo>
                  <a:cubicBezTo>
                    <a:pt x="60953" y="149878"/>
                    <a:pt x="50065" y="160045"/>
                    <a:pt x="40414" y="160045"/>
                  </a:cubicBezTo>
                  <a:cubicBezTo>
                    <a:pt x="35465" y="160045"/>
                    <a:pt x="34227" y="156821"/>
                    <a:pt x="34227" y="151366"/>
                  </a:cubicBezTo>
                  <a:cubicBezTo>
                    <a:pt x="34227" y="145662"/>
                    <a:pt x="35959" y="140950"/>
                    <a:pt x="38187" y="135494"/>
                  </a:cubicBezTo>
                  <a:cubicBezTo>
                    <a:pt x="40661" y="128799"/>
                    <a:pt x="43383" y="122103"/>
                    <a:pt x="46105" y="115655"/>
                  </a:cubicBezTo>
                  <a:cubicBezTo>
                    <a:pt x="48332" y="109703"/>
                    <a:pt x="57241" y="87136"/>
                    <a:pt x="58231" y="84160"/>
                  </a:cubicBezTo>
                  <a:cubicBezTo>
                    <a:pt x="58973" y="81680"/>
                    <a:pt x="59715" y="78705"/>
                    <a:pt x="59715" y="76225"/>
                  </a:cubicBezTo>
                  <a:cubicBezTo>
                    <a:pt x="59715" y="64569"/>
                    <a:pt x="49817" y="55145"/>
                    <a:pt x="36207" y="55145"/>
                  </a:cubicBezTo>
                  <a:cubicBezTo>
                    <a:pt x="11709" y="55145"/>
                    <a:pt x="326" y="88872"/>
                    <a:pt x="326" y="93088"/>
                  </a:cubicBezTo>
                  <a:cubicBezTo>
                    <a:pt x="326" y="96312"/>
                    <a:pt x="3790" y="96312"/>
                    <a:pt x="4532" y="96312"/>
                  </a:cubicBezTo>
                  <a:cubicBezTo>
                    <a:pt x="7997" y="96312"/>
                    <a:pt x="8244" y="95072"/>
                    <a:pt x="8987" y="92344"/>
                  </a:cubicBezTo>
                  <a:cubicBezTo>
                    <a:pt x="15420" y="71017"/>
                    <a:pt x="26309" y="62089"/>
                    <a:pt x="35465" y="62089"/>
                  </a:cubicBezTo>
                  <a:cubicBezTo>
                    <a:pt x="39424" y="62089"/>
                    <a:pt x="41651" y="64073"/>
                    <a:pt x="41651" y="70769"/>
                  </a:cubicBezTo>
                  <a:cubicBezTo>
                    <a:pt x="41651" y="76473"/>
                    <a:pt x="40166" y="80192"/>
                    <a:pt x="33980" y="95568"/>
                  </a:cubicBezTo>
                  <a:lnTo>
                    <a:pt x="18390" y="135494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B7329FB-A5BC-4A4D-83A3-5FF22C546DEF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15703256" y="8033646"/>
              <a:ext cx="48431" cy="354271"/>
            </a:xfrm>
            <a:custGeom>
              <a:avLst/>
              <a:gdLst>
                <a:gd name="connsiteX0" fmla="*/ 48760 w 48431"/>
                <a:gd name="connsiteY0" fmla="*/ 90 h 354271"/>
                <a:gd name="connsiteX1" fmla="*/ 329 w 48431"/>
                <a:gd name="connsiteY1" fmla="*/ 90 h 354271"/>
                <a:gd name="connsiteX2" fmla="*/ 329 w 48431"/>
                <a:gd name="connsiteY2" fmla="*/ 14261 h 354271"/>
                <a:gd name="connsiteX3" fmla="*/ 34619 w 48431"/>
                <a:gd name="connsiteY3" fmla="*/ 14261 h 354271"/>
                <a:gd name="connsiteX4" fmla="*/ 34619 w 48431"/>
                <a:gd name="connsiteY4" fmla="*/ 340191 h 354271"/>
                <a:gd name="connsiteX5" fmla="*/ 329 w 48431"/>
                <a:gd name="connsiteY5" fmla="*/ 340191 h 354271"/>
                <a:gd name="connsiteX6" fmla="*/ 329 w 48431"/>
                <a:gd name="connsiteY6" fmla="*/ 354362 h 354271"/>
                <a:gd name="connsiteX7" fmla="*/ 48760 w 48431"/>
                <a:gd name="connsiteY7" fmla="*/ 354362 h 354271"/>
                <a:gd name="connsiteX8" fmla="*/ 48760 w 48431"/>
                <a:gd name="connsiteY8" fmla="*/ 90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431" h="354271">
                  <a:moveTo>
                    <a:pt x="48760" y="90"/>
                  </a:moveTo>
                  <a:lnTo>
                    <a:pt x="329" y="90"/>
                  </a:lnTo>
                  <a:lnTo>
                    <a:pt x="329" y="14261"/>
                  </a:lnTo>
                  <a:lnTo>
                    <a:pt x="34619" y="14261"/>
                  </a:lnTo>
                  <a:lnTo>
                    <a:pt x="34619" y="340191"/>
                  </a:lnTo>
                  <a:lnTo>
                    <a:pt x="329" y="340191"/>
                  </a:lnTo>
                  <a:lnTo>
                    <a:pt x="329" y="354362"/>
                  </a:lnTo>
                  <a:lnTo>
                    <a:pt x="48760" y="354362"/>
                  </a:lnTo>
                  <a:lnTo>
                    <a:pt x="48760" y="90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DD9BF5D7-1370-6D88-6FFC-CED610DD9F44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15911668" y="8169332"/>
              <a:ext cx="235085" cy="82899"/>
            </a:xfrm>
            <a:custGeom>
              <a:avLst/>
              <a:gdLst>
                <a:gd name="connsiteX0" fmla="*/ 223400 w 235085"/>
                <a:gd name="connsiteY0" fmla="*/ 14261 h 82899"/>
                <a:gd name="connsiteX1" fmla="*/ 235419 w 235085"/>
                <a:gd name="connsiteY1" fmla="*/ 7176 h 82899"/>
                <a:gd name="connsiteX2" fmla="*/ 223754 w 235085"/>
                <a:gd name="connsiteY2" fmla="*/ 90 h 82899"/>
                <a:gd name="connsiteX3" fmla="*/ 12000 w 235085"/>
                <a:gd name="connsiteY3" fmla="*/ 90 h 82899"/>
                <a:gd name="connsiteX4" fmla="*/ 334 w 235085"/>
                <a:gd name="connsiteY4" fmla="*/ 7176 h 82899"/>
                <a:gd name="connsiteX5" fmla="*/ 12354 w 235085"/>
                <a:gd name="connsiteY5" fmla="*/ 14261 h 82899"/>
                <a:gd name="connsiteX6" fmla="*/ 223400 w 235085"/>
                <a:gd name="connsiteY6" fmla="*/ 14261 h 82899"/>
                <a:gd name="connsiteX7" fmla="*/ 223754 w 235085"/>
                <a:gd name="connsiteY7" fmla="*/ 82990 h 82899"/>
                <a:gd name="connsiteX8" fmla="*/ 235419 w 235085"/>
                <a:gd name="connsiteY8" fmla="*/ 75904 h 82899"/>
                <a:gd name="connsiteX9" fmla="*/ 223400 w 235085"/>
                <a:gd name="connsiteY9" fmla="*/ 68819 h 82899"/>
                <a:gd name="connsiteX10" fmla="*/ 12354 w 235085"/>
                <a:gd name="connsiteY10" fmla="*/ 68819 h 82899"/>
                <a:gd name="connsiteX11" fmla="*/ 334 w 235085"/>
                <a:gd name="connsiteY11" fmla="*/ 75904 h 82899"/>
                <a:gd name="connsiteX12" fmla="*/ 12000 w 235085"/>
                <a:gd name="connsiteY12" fmla="*/ 82990 h 82899"/>
                <a:gd name="connsiteX13" fmla="*/ 223754 w 235085"/>
                <a:gd name="connsiteY13" fmla="*/ 82990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085" h="82899">
                  <a:moveTo>
                    <a:pt x="223400" y="14261"/>
                  </a:moveTo>
                  <a:cubicBezTo>
                    <a:pt x="228703" y="14261"/>
                    <a:pt x="235419" y="14261"/>
                    <a:pt x="235419" y="7176"/>
                  </a:cubicBezTo>
                  <a:cubicBezTo>
                    <a:pt x="235419" y="90"/>
                    <a:pt x="228703" y="90"/>
                    <a:pt x="223754" y="90"/>
                  </a:cubicBezTo>
                  <a:lnTo>
                    <a:pt x="12000" y="90"/>
                  </a:lnTo>
                  <a:cubicBezTo>
                    <a:pt x="7051" y="90"/>
                    <a:pt x="334" y="90"/>
                    <a:pt x="334" y="7176"/>
                  </a:cubicBezTo>
                  <a:cubicBezTo>
                    <a:pt x="334" y="14261"/>
                    <a:pt x="7051" y="14261"/>
                    <a:pt x="12354" y="14261"/>
                  </a:cubicBezTo>
                  <a:lnTo>
                    <a:pt x="223400" y="14261"/>
                  </a:lnTo>
                  <a:close/>
                  <a:moveTo>
                    <a:pt x="223754" y="82990"/>
                  </a:moveTo>
                  <a:cubicBezTo>
                    <a:pt x="228703" y="82990"/>
                    <a:pt x="235419" y="82990"/>
                    <a:pt x="235419" y="75904"/>
                  </a:cubicBezTo>
                  <a:cubicBezTo>
                    <a:pt x="235419" y="68819"/>
                    <a:pt x="228703" y="68819"/>
                    <a:pt x="223400" y="68819"/>
                  </a:cubicBezTo>
                  <a:lnTo>
                    <a:pt x="12354" y="68819"/>
                  </a:lnTo>
                  <a:cubicBezTo>
                    <a:pt x="7051" y="68819"/>
                    <a:pt x="334" y="68819"/>
                    <a:pt x="334" y="75904"/>
                  </a:cubicBezTo>
                  <a:cubicBezTo>
                    <a:pt x="334" y="82990"/>
                    <a:pt x="7051" y="82990"/>
                    <a:pt x="12000" y="82990"/>
                  </a:cubicBezTo>
                  <a:lnTo>
                    <a:pt x="223754" y="82990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812B0A63-2EF6-9920-2426-A169B726134A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16296484" y="8063405"/>
              <a:ext cx="116658" cy="235944"/>
            </a:xfrm>
            <a:custGeom>
              <a:avLst/>
              <a:gdLst>
                <a:gd name="connsiteX0" fmla="*/ 72815 w 116658"/>
                <a:gd name="connsiteY0" fmla="*/ 9301 h 235944"/>
                <a:gd name="connsiteX1" fmla="*/ 64684 w 116658"/>
                <a:gd name="connsiteY1" fmla="*/ 90 h 235944"/>
                <a:gd name="connsiteX2" fmla="*/ 345 w 116658"/>
                <a:gd name="connsiteY2" fmla="*/ 22764 h 235944"/>
                <a:gd name="connsiteX3" fmla="*/ 345 w 116658"/>
                <a:gd name="connsiteY3" fmla="*/ 33746 h 235944"/>
                <a:gd name="connsiteX4" fmla="*/ 46655 w 116658"/>
                <a:gd name="connsiteY4" fmla="*/ 24535 h 235944"/>
                <a:gd name="connsiteX5" fmla="*/ 46655 w 116658"/>
                <a:gd name="connsiteY5" fmla="*/ 208048 h 235944"/>
                <a:gd name="connsiteX6" fmla="*/ 13778 w 116658"/>
                <a:gd name="connsiteY6" fmla="*/ 225053 h 235944"/>
                <a:gd name="connsiteX7" fmla="*/ 2466 w 116658"/>
                <a:gd name="connsiteY7" fmla="*/ 225053 h 235944"/>
                <a:gd name="connsiteX8" fmla="*/ 2466 w 116658"/>
                <a:gd name="connsiteY8" fmla="*/ 236035 h 235944"/>
                <a:gd name="connsiteX9" fmla="*/ 59735 w 116658"/>
                <a:gd name="connsiteY9" fmla="*/ 234972 h 235944"/>
                <a:gd name="connsiteX10" fmla="*/ 117004 w 116658"/>
                <a:gd name="connsiteY10" fmla="*/ 236035 h 235944"/>
                <a:gd name="connsiteX11" fmla="*/ 117004 w 116658"/>
                <a:gd name="connsiteY11" fmla="*/ 225053 h 235944"/>
                <a:gd name="connsiteX12" fmla="*/ 105691 w 116658"/>
                <a:gd name="connsiteY12" fmla="*/ 225053 h 235944"/>
                <a:gd name="connsiteX13" fmla="*/ 72815 w 116658"/>
                <a:gd name="connsiteY13" fmla="*/ 208048 h 235944"/>
                <a:gd name="connsiteX14" fmla="*/ 72815 w 116658"/>
                <a:gd name="connsiteY14" fmla="*/ 9301 h 23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6658" h="235944">
                  <a:moveTo>
                    <a:pt x="72815" y="9301"/>
                  </a:moveTo>
                  <a:cubicBezTo>
                    <a:pt x="72815" y="799"/>
                    <a:pt x="72815" y="90"/>
                    <a:pt x="64684" y="90"/>
                  </a:cubicBezTo>
                  <a:cubicBezTo>
                    <a:pt x="42766" y="22764"/>
                    <a:pt x="11657" y="22764"/>
                    <a:pt x="345" y="22764"/>
                  </a:cubicBezTo>
                  <a:lnTo>
                    <a:pt x="345" y="33746"/>
                  </a:lnTo>
                  <a:cubicBezTo>
                    <a:pt x="7415" y="33746"/>
                    <a:pt x="28272" y="33746"/>
                    <a:pt x="46655" y="24535"/>
                  </a:cubicBezTo>
                  <a:lnTo>
                    <a:pt x="46655" y="208048"/>
                  </a:lnTo>
                  <a:cubicBezTo>
                    <a:pt x="46655" y="220801"/>
                    <a:pt x="45594" y="225053"/>
                    <a:pt x="13778" y="225053"/>
                  </a:cubicBezTo>
                  <a:lnTo>
                    <a:pt x="2466" y="225053"/>
                  </a:lnTo>
                  <a:lnTo>
                    <a:pt x="2466" y="236035"/>
                  </a:lnTo>
                  <a:cubicBezTo>
                    <a:pt x="14839" y="234972"/>
                    <a:pt x="45594" y="234972"/>
                    <a:pt x="59735" y="234972"/>
                  </a:cubicBezTo>
                  <a:cubicBezTo>
                    <a:pt x="73875" y="234972"/>
                    <a:pt x="104631" y="234972"/>
                    <a:pt x="117004" y="236035"/>
                  </a:cubicBezTo>
                  <a:lnTo>
                    <a:pt x="117004" y="225053"/>
                  </a:lnTo>
                  <a:lnTo>
                    <a:pt x="105691" y="225053"/>
                  </a:lnTo>
                  <a:cubicBezTo>
                    <a:pt x="73875" y="225053"/>
                    <a:pt x="72815" y="221156"/>
                    <a:pt x="72815" y="208048"/>
                  </a:cubicBezTo>
                  <a:lnTo>
                    <a:pt x="72815" y="9301"/>
                  </a:lnTo>
                  <a:close/>
                </a:path>
              </a:pathLst>
            </a:custGeom>
            <a:solidFill>
              <a:srgbClr val="000000"/>
            </a:solidFill>
            <a:ln w="35426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419398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D6912-FDF5-FC92-23D2-282A7D5B2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Transformer Encoder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DFB09-1C75-C4D5-1A81-66B8772A1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38</a:t>
            </a:fld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4">
                <a:extLst>
                  <a:ext uri="{FF2B5EF4-FFF2-40B4-BE49-F238E27FC236}">
                    <a16:creationId xmlns:a16="http://schemas.microsoft.com/office/drawing/2014/main" id="{8A12C085-4032-5376-B40D-ACF66524CC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application of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rad>
                  </m:oMath>
                </a14:m>
                <a:r>
                  <a:rPr lang="en-US" dirty="0"/>
                  <a:t> is theoretically motivated. </a:t>
                </a:r>
              </a:p>
              <a:p>
                <a:pPr marL="0" indent="0">
                  <a:buNone/>
                </a:pPr>
                <a:r>
                  <a:rPr lang="en-US" dirty="0"/>
                  <a:t>See also Xavier initialization: initialize a dot product parameter vector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with values drawn from </a:t>
                </a:r>
              </a:p>
              <a:p>
                <a:pPr marL="0" indent="0">
                  <a:buNone/>
                </a:pPr>
                <a:endParaRPr lang="en-CA" dirty="0"/>
              </a:p>
            </p:txBody>
          </p:sp>
        </mc:Choice>
        <mc:Fallback>
          <p:sp>
            <p:nvSpPr>
              <p:cNvPr id="7" name="Content Placeholder 4">
                <a:extLst>
                  <a:ext uri="{FF2B5EF4-FFF2-40B4-BE49-F238E27FC236}">
                    <a16:creationId xmlns:a16="http://schemas.microsoft.com/office/drawing/2014/main" id="{8A12C085-4032-5376-B40D-ACF66524CC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97"/>
                <a:stretch>
                  <a:fillRect l="-75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021E79E-8F3B-E568-6766-70619950C3C2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2021223" y="2159240"/>
            <a:ext cx="232963" cy="249761"/>
          </a:xfrm>
          <a:custGeom>
            <a:avLst/>
            <a:gdLst>
              <a:gd name="connsiteX0" fmla="*/ 186771 w 232963"/>
              <a:gd name="connsiteY0" fmla="*/ 39769 h 249761"/>
              <a:gd name="connsiteX1" fmla="*/ 226365 w 232963"/>
              <a:gd name="connsiteY1" fmla="*/ 11073 h 249761"/>
              <a:gd name="connsiteX2" fmla="*/ 233081 w 232963"/>
              <a:gd name="connsiteY2" fmla="*/ 3987 h 249761"/>
              <a:gd name="connsiteX3" fmla="*/ 228486 w 232963"/>
              <a:gd name="connsiteY3" fmla="*/ 90 h 249761"/>
              <a:gd name="connsiteX4" fmla="*/ 201619 w 232963"/>
              <a:gd name="connsiteY4" fmla="*/ 1153 h 249761"/>
              <a:gd name="connsiteX5" fmla="*/ 169096 w 232963"/>
              <a:gd name="connsiteY5" fmla="*/ 90 h 249761"/>
              <a:gd name="connsiteX6" fmla="*/ 162733 w 232963"/>
              <a:gd name="connsiteY6" fmla="*/ 6821 h 249761"/>
              <a:gd name="connsiteX7" fmla="*/ 168389 w 232963"/>
              <a:gd name="connsiteY7" fmla="*/ 11073 h 249761"/>
              <a:gd name="connsiteX8" fmla="*/ 182529 w 232963"/>
              <a:gd name="connsiteY8" fmla="*/ 22409 h 249761"/>
              <a:gd name="connsiteX9" fmla="*/ 177227 w 232963"/>
              <a:gd name="connsiteY9" fmla="*/ 36580 h 249761"/>
              <a:gd name="connsiteX10" fmla="*/ 75062 w 232963"/>
              <a:gd name="connsiteY10" fmla="*/ 207693 h 249761"/>
              <a:gd name="connsiteX11" fmla="*/ 57033 w 232963"/>
              <a:gd name="connsiteY11" fmla="*/ 22055 h 249761"/>
              <a:gd name="connsiteX12" fmla="*/ 79304 w 232963"/>
              <a:gd name="connsiteY12" fmla="*/ 11073 h 249761"/>
              <a:gd name="connsiteX13" fmla="*/ 88142 w 232963"/>
              <a:gd name="connsiteY13" fmla="*/ 4341 h 249761"/>
              <a:gd name="connsiteX14" fmla="*/ 83192 w 232963"/>
              <a:gd name="connsiteY14" fmla="*/ 90 h 249761"/>
              <a:gd name="connsiteX15" fmla="*/ 42539 w 232963"/>
              <a:gd name="connsiteY15" fmla="*/ 1153 h 249761"/>
              <a:gd name="connsiteX16" fmla="*/ 6481 w 232963"/>
              <a:gd name="connsiteY16" fmla="*/ 90 h 249761"/>
              <a:gd name="connsiteX17" fmla="*/ 117 w 232963"/>
              <a:gd name="connsiteY17" fmla="*/ 6821 h 249761"/>
              <a:gd name="connsiteX18" fmla="*/ 8602 w 232963"/>
              <a:gd name="connsiteY18" fmla="*/ 11073 h 249761"/>
              <a:gd name="connsiteX19" fmla="*/ 27691 w 232963"/>
              <a:gd name="connsiteY19" fmla="*/ 23118 h 249761"/>
              <a:gd name="connsiteX20" fmla="*/ 48902 w 232963"/>
              <a:gd name="connsiteY20" fmla="*/ 241349 h 249761"/>
              <a:gd name="connsiteX21" fmla="*/ 55619 w 232963"/>
              <a:gd name="connsiteY21" fmla="*/ 249852 h 249761"/>
              <a:gd name="connsiteX22" fmla="*/ 65517 w 232963"/>
              <a:gd name="connsiteY22" fmla="*/ 243120 h 249761"/>
              <a:gd name="connsiteX23" fmla="*/ 186771 w 232963"/>
              <a:gd name="connsiteY23" fmla="*/ 39769 h 249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232963" h="249761">
                <a:moveTo>
                  <a:pt x="186771" y="39769"/>
                </a:moveTo>
                <a:cubicBezTo>
                  <a:pt x="200912" y="16032"/>
                  <a:pt x="213285" y="12135"/>
                  <a:pt x="226365" y="11073"/>
                </a:cubicBezTo>
                <a:cubicBezTo>
                  <a:pt x="229193" y="10718"/>
                  <a:pt x="233081" y="10718"/>
                  <a:pt x="233081" y="3987"/>
                </a:cubicBezTo>
                <a:cubicBezTo>
                  <a:pt x="233081" y="3279"/>
                  <a:pt x="232374" y="90"/>
                  <a:pt x="228486" y="90"/>
                </a:cubicBezTo>
                <a:cubicBezTo>
                  <a:pt x="220001" y="90"/>
                  <a:pt x="210457" y="1153"/>
                  <a:pt x="201619" y="1153"/>
                </a:cubicBezTo>
                <a:cubicBezTo>
                  <a:pt x="191013" y="1153"/>
                  <a:pt x="179348" y="90"/>
                  <a:pt x="169096" y="90"/>
                </a:cubicBezTo>
                <a:cubicBezTo>
                  <a:pt x="166975" y="90"/>
                  <a:pt x="162733" y="90"/>
                  <a:pt x="162733" y="6821"/>
                </a:cubicBezTo>
                <a:cubicBezTo>
                  <a:pt x="162733" y="10718"/>
                  <a:pt x="165561" y="10718"/>
                  <a:pt x="168389" y="11073"/>
                </a:cubicBezTo>
                <a:cubicBezTo>
                  <a:pt x="174045" y="11427"/>
                  <a:pt x="182529" y="13907"/>
                  <a:pt x="182529" y="22409"/>
                </a:cubicBezTo>
                <a:cubicBezTo>
                  <a:pt x="182529" y="27015"/>
                  <a:pt x="178641" y="34100"/>
                  <a:pt x="177227" y="36580"/>
                </a:cubicBezTo>
                <a:lnTo>
                  <a:pt x="75062" y="207693"/>
                </a:lnTo>
                <a:lnTo>
                  <a:pt x="57033" y="22055"/>
                </a:lnTo>
                <a:cubicBezTo>
                  <a:pt x="57033" y="11427"/>
                  <a:pt x="75769" y="11073"/>
                  <a:pt x="79304" y="11073"/>
                </a:cubicBezTo>
                <a:cubicBezTo>
                  <a:pt x="84253" y="11073"/>
                  <a:pt x="88142" y="11073"/>
                  <a:pt x="88142" y="4341"/>
                </a:cubicBezTo>
                <a:cubicBezTo>
                  <a:pt x="88142" y="90"/>
                  <a:pt x="84253" y="90"/>
                  <a:pt x="83192" y="90"/>
                </a:cubicBezTo>
                <a:cubicBezTo>
                  <a:pt x="70113" y="90"/>
                  <a:pt x="55972" y="1153"/>
                  <a:pt x="42539" y="1153"/>
                </a:cubicBezTo>
                <a:cubicBezTo>
                  <a:pt x="30519" y="1153"/>
                  <a:pt x="18146" y="90"/>
                  <a:pt x="6481" y="90"/>
                </a:cubicBezTo>
                <a:cubicBezTo>
                  <a:pt x="4713" y="90"/>
                  <a:pt x="117" y="90"/>
                  <a:pt x="117" y="6821"/>
                </a:cubicBezTo>
                <a:cubicBezTo>
                  <a:pt x="117" y="11073"/>
                  <a:pt x="3652" y="11073"/>
                  <a:pt x="8602" y="11073"/>
                </a:cubicBezTo>
                <a:cubicBezTo>
                  <a:pt x="26277" y="11073"/>
                  <a:pt x="26984" y="14261"/>
                  <a:pt x="27691" y="23118"/>
                </a:cubicBezTo>
                <a:lnTo>
                  <a:pt x="48902" y="241349"/>
                </a:lnTo>
                <a:cubicBezTo>
                  <a:pt x="49609" y="248080"/>
                  <a:pt x="49962" y="249852"/>
                  <a:pt x="55619" y="249852"/>
                </a:cubicBezTo>
                <a:cubicBezTo>
                  <a:pt x="59861" y="249852"/>
                  <a:pt x="61628" y="249497"/>
                  <a:pt x="65517" y="243120"/>
                </a:cubicBezTo>
                <a:lnTo>
                  <a:pt x="186771" y="39769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9852D0D-AE5A-B790-54D0-33E23879789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2221191" y="2244619"/>
            <a:ext cx="150949" cy="160484"/>
          </a:xfrm>
          <a:custGeom>
            <a:avLst/>
            <a:gdLst>
              <a:gd name="connsiteX0" fmla="*/ 85320 w 150949"/>
              <a:gd name="connsiteY0" fmla="*/ 135776 h 160484"/>
              <a:gd name="connsiteX1" fmla="*/ 114662 w 150949"/>
              <a:gd name="connsiteY1" fmla="*/ 160575 h 160484"/>
              <a:gd name="connsiteX2" fmla="*/ 140468 w 150949"/>
              <a:gd name="connsiteY2" fmla="*/ 140736 h 160484"/>
              <a:gd name="connsiteX3" fmla="*/ 151073 w 150949"/>
              <a:gd name="connsiteY3" fmla="*/ 106017 h 160484"/>
              <a:gd name="connsiteX4" fmla="*/ 145771 w 150949"/>
              <a:gd name="connsiteY4" fmla="*/ 102475 h 160484"/>
              <a:gd name="connsiteX5" fmla="*/ 139054 w 150949"/>
              <a:gd name="connsiteY5" fmla="*/ 110623 h 160484"/>
              <a:gd name="connsiteX6" fmla="*/ 115369 w 150949"/>
              <a:gd name="connsiteY6" fmla="*/ 152781 h 160484"/>
              <a:gd name="connsiteX7" fmla="*/ 106177 w 150949"/>
              <a:gd name="connsiteY7" fmla="*/ 138256 h 160484"/>
              <a:gd name="connsiteX8" fmla="*/ 108652 w 150949"/>
              <a:gd name="connsiteY8" fmla="*/ 120188 h 160484"/>
              <a:gd name="connsiteX9" fmla="*/ 132691 w 150949"/>
              <a:gd name="connsiteY9" fmla="*/ 23826 h 160484"/>
              <a:gd name="connsiteX10" fmla="*/ 134105 w 150949"/>
              <a:gd name="connsiteY10" fmla="*/ 16387 h 160484"/>
              <a:gd name="connsiteX11" fmla="*/ 124560 w 150949"/>
              <a:gd name="connsiteY11" fmla="*/ 7176 h 160484"/>
              <a:gd name="connsiteX12" fmla="*/ 110420 w 150949"/>
              <a:gd name="connsiteY12" fmla="*/ 20992 h 160484"/>
              <a:gd name="connsiteX13" fmla="*/ 81078 w 150949"/>
              <a:gd name="connsiteY13" fmla="*/ 90 h 160484"/>
              <a:gd name="connsiteX14" fmla="*/ 124 w 150949"/>
              <a:gd name="connsiteY14" fmla="*/ 105663 h 160484"/>
              <a:gd name="connsiteX15" fmla="*/ 42899 w 150949"/>
              <a:gd name="connsiteY15" fmla="*/ 160575 h 160484"/>
              <a:gd name="connsiteX16" fmla="*/ 85320 w 150949"/>
              <a:gd name="connsiteY16" fmla="*/ 135776 h 160484"/>
              <a:gd name="connsiteX17" fmla="*/ 104410 w 150949"/>
              <a:gd name="connsiteY17" fmla="*/ 45791 h 160484"/>
              <a:gd name="connsiteX18" fmla="*/ 87795 w 150949"/>
              <a:gd name="connsiteY18" fmla="*/ 112749 h 160484"/>
              <a:gd name="connsiteX19" fmla="*/ 43606 w 150949"/>
              <a:gd name="connsiteY19" fmla="*/ 152781 h 160484"/>
              <a:gd name="connsiteX20" fmla="*/ 24163 w 150949"/>
              <a:gd name="connsiteY20" fmla="*/ 121251 h 160484"/>
              <a:gd name="connsiteX21" fmla="*/ 41485 w 150949"/>
              <a:gd name="connsiteY21" fmla="*/ 47208 h 160484"/>
              <a:gd name="connsiteX22" fmla="*/ 81078 w 150949"/>
              <a:gd name="connsiteY22" fmla="*/ 7884 h 160484"/>
              <a:gd name="connsiteX23" fmla="*/ 105470 w 150949"/>
              <a:gd name="connsiteY23" fmla="*/ 41186 h 160484"/>
              <a:gd name="connsiteX24" fmla="*/ 104410 w 150949"/>
              <a:gd name="connsiteY24" fmla="*/ 45791 h 160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50949" h="160484">
                <a:moveTo>
                  <a:pt x="85320" y="135776"/>
                </a:moveTo>
                <a:cubicBezTo>
                  <a:pt x="89209" y="153135"/>
                  <a:pt x="102289" y="160575"/>
                  <a:pt x="114662" y="160575"/>
                </a:cubicBezTo>
                <a:cubicBezTo>
                  <a:pt x="127742" y="160575"/>
                  <a:pt x="135165" y="151718"/>
                  <a:pt x="140468" y="140736"/>
                </a:cubicBezTo>
                <a:cubicBezTo>
                  <a:pt x="146831" y="127274"/>
                  <a:pt x="151073" y="106726"/>
                  <a:pt x="151073" y="106017"/>
                </a:cubicBezTo>
                <a:cubicBezTo>
                  <a:pt x="151073" y="102475"/>
                  <a:pt x="148245" y="102475"/>
                  <a:pt x="145771" y="102475"/>
                </a:cubicBezTo>
                <a:cubicBezTo>
                  <a:pt x="141529" y="102475"/>
                  <a:pt x="141175" y="102829"/>
                  <a:pt x="139054" y="110623"/>
                </a:cubicBezTo>
                <a:cubicBezTo>
                  <a:pt x="134105" y="130462"/>
                  <a:pt x="127388" y="152781"/>
                  <a:pt x="115369" y="152781"/>
                </a:cubicBezTo>
                <a:cubicBezTo>
                  <a:pt x="106177" y="152781"/>
                  <a:pt x="106177" y="143216"/>
                  <a:pt x="106177" y="138256"/>
                </a:cubicBezTo>
                <a:cubicBezTo>
                  <a:pt x="106177" y="135776"/>
                  <a:pt x="106177" y="130108"/>
                  <a:pt x="108652" y="120188"/>
                </a:cubicBezTo>
                <a:lnTo>
                  <a:pt x="132691" y="23826"/>
                </a:lnTo>
                <a:cubicBezTo>
                  <a:pt x="134105" y="18867"/>
                  <a:pt x="134105" y="18158"/>
                  <a:pt x="134105" y="16387"/>
                </a:cubicBezTo>
                <a:cubicBezTo>
                  <a:pt x="134105" y="8947"/>
                  <a:pt x="128095" y="7176"/>
                  <a:pt x="124560" y="7176"/>
                </a:cubicBezTo>
                <a:cubicBezTo>
                  <a:pt x="113248" y="7176"/>
                  <a:pt x="110773" y="19221"/>
                  <a:pt x="110420" y="20992"/>
                </a:cubicBezTo>
                <a:cubicBezTo>
                  <a:pt x="103703" y="5759"/>
                  <a:pt x="92390" y="90"/>
                  <a:pt x="81078" y="90"/>
                </a:cubicBezTo>
                <a:cubicBezTo>
                  <a:pt x="41838" y="90"/>
                  <a:pt x="124" y="53939"/>
                  <a:pt x="124" y="105663"/>
                </a:cubicBezTo>
                <a:cubicBezTo>
                  <a:pt x="124" y="135776"/>
                  <a:pt x="16386" y="160575"/>
                  <a:pt x="42899" y="160575"/>
                </a:cubicBezTo>
                <a:cubicBezTo>
                  <a:pt x="55625" y="160575"/>
                  <a:pt x="71180" y="153135"/>
                  <a:pt x="85320" y="135776"/>
                </a:cubicBezTo>
                <a:close/>
                <a:moveTo>
                  <a:pt x="104410" y="45791"/>
                </a:moveTo>
                <a:lnTo>
                  <a:pt x="87795" y="112749"/>
                </a:lnTo>
                <a:cubicBezTo>
                  <a:pt x="84967" y="124085"/>
                  <a:pt x="63049" y="152781"/>
                  <a:pt x="43606" y="152781"/>
                </a:cubicBezTo>
                <a:cubicBezTo>
                  <a:pt x="26991" y="152781"/>
                  <a:pt x="24163" y="131879"/>
                  <a:pt x="24163" y="121251"/>
                </a:cubicBezTo>
                <a:cubicBezTo>
                  <a:pt x="24163" y="103537"/>
                  <a:pt x="35122" y="62088"/>
                  <a:pt x="41485" y="47208"/>
                </a:cubicBezTo>
                <a:cubicBezTo>
                  <a:pt x="50323" y="25598"/>
                  <a:pt x="66584" y="7884"/>
                  <a:pt x="81078" y="7884"/>
                </a:cubicBezTo>
                <a:cubicBezTo>
                  <a:pt x="96633" y="7884"/>
                  <a:pt x="105470" y="26306"/>
                  <a:pt x="105470" y="41186"/>
                </a:cubicBezTo>
                <a:cubicBezTo>
                  <a:pt x="105470" y="41894"/>
                  <a:pt x="105117" y="43666"/>
                  <a:pt x="104410" y="45791"/>
                </a:cubicBez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073267F-442D-110D-9A42-02F9E5AD32B2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2393036" y="2244619"/>
            <a:ext cx="143525" cy="160484"/>
          </a:xfrm>
          <a:custGeom>
            <a:avLst/>
            <a:gdLst>
              <a:gd name="connsiteX0" fmla="*/ 61994 w 143525"/>
              <a:gd name="connsiteY0" fmla="*/ 54648 h 160484"/>
              <a:gd name="connsiteX1" fmla="*/ 108657 w 143525"/>
              <a:gd name="connsiteY1" fmla="*/ 7884 h 160484"/>
              <a:gd name="connsiteX2" fmla="*/ 127393 w 143525"/>
              <a:gd name="connsiteY2" fmla="*/ 12844 h 160484"/>
              <a:gd name="connsiteX3" fmla="*/ 113960 w 143525"/>
              <a:gd name="connsiteY3" fmla="*/ 29849 h 160484"/>
              <a:gd name="connsiteX4" fmla="*/ 126333 w 143525"/>
              <a:gd name="connsiteY4" fmla="*/ 41186 h 160484"/>
              <a:gd name="connsiteX5" fmla="*/ 143655 w 143525"/>
              <a:gd name="connsiteY5" fmla="*/ 22409 h 160484"/>
              <a:gd name="connsiteX6" fmla="*/ 109011 w 143525"/>
              <a:gd name="connsiteY6" fmla="*/ 90 h 160484"/>
              <a:gd name="connsiteX7" fmla="*/ 66236 w 143525"/>
              <a:gd name="connsiteY7" fmla="*/ 25598 h 160484"/>
              <a:gd name="connsiteX8" fmla="*/ 36894 w 143525"/>
              <a:gd name="connsiteY8" fmla="*/ 90 h 160484"/>
              <a:gd name="connsiteX9" fmla="*/ 11441 w 143525"/>
              <a:gd name="connsiteY9" fmla="*/ 18867 h 160484"/>
              <a:gd name="connsiteX10" fmla="*/ 129 w 143525"/>
              <a:gd name="connsiteY10" fmla="*/ 54648 h 160484"/>
              <a:gd name="connsiteX11" fmla="*/ 5432 w 143525"/>
              <a:gd name="connsiteY11" fmla="*/ 58191 h 160484"/>
              <a:gd name="connsiteX12" fmla="*/ 12148 w 143525"/>
              <a:gd name="connsiteY12" fmla="*/ 50042 h 160484"/>
              <a:gd name="connsiteX13" fmla="*/ 36187 w 143525"/>
              <a:gd name="connsiteY13" fmla="*/ 7884 h 160484"/>
              <a:gd name="connsiteX14" fmla="*/ 45379 w 143525"/>
              <a:gd name="connsiteY14" fmla="*/ 22055 h 160484"/>
              <a:gd name="connsiteX15" fmla="*/ 42904 w 143525"/>
              <a:gd name="connsiteY15" fmla="*/ 40123 h 160484"/>
              <a:gd name="connsiteX16" fmla="*/ 16391 w 143525"/>
              <a:gd name="connsiteY16" fmla="*/ 146404 h 160484"/>
              <a:gd name="connsiteX17" fmla="*/ 15330 w 143525"/>
              <a:gd name="connsiteY17" fmla="*/ 151364 h 160484"/>
              <a:gd name="connsiteX18" fmla="*/ 25228 w 143525"/>
              <a:gd name="connsiteY18" fmla="*/ 160575 h 160484"/>
              <a:gd name="connsiteX19" fmla="*/ 39015 w 143525"/>
              <a:gd name="connsiteY19" fmla="*/ 147467 h 160484"/>
              <a:gd name="connsiteX20" fmla="*/ 61994 w 143525"/>
              <a:gd name="connsiteY20" fmla="*/ 54648 h 160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3525" h="160484">
                <a:moveTo>
                  <a:pt x="61994" y="54648"/>
                </a:moveTo>
                <a:cubicBezTo>
                  <a:pt x="62347" y="53585"/>
                  <a:pt x="78255" y="7884"/>
                  <a:pt x="108657" y="7884"/>
                </a:cubicBezTo>
                <a:cubicBezTo>
                  <a:pt x="110425" y="7884"/>
                  <a:pt x="120323" y="7884"/>
                  <a:pt x="127393" y="12844"/>
                </a:cubicBezTo>
                <a:cubicBezTo>
                  <a:pt x="115020" y="16741"/>
                  <a:pt x="113960" y="28078"/>
                  <a:pt x="113960" y="29849"/>
                </a:cubicBezTo>
                <a:cubicBezTo>
                  <a:pt x="113960" y="34455"/>
                  <a:pt x="117141" y="41186"/>
                  <a:pt x="126333" y="41186"/>
                </a:cubicBezTo>
                <a:cubicBezTo>
                  <a:pt x="132696" y="41186"/>
                  <a:pt x="143655" y="36226"/>
                  <a:pt x="143655" y="22409"/>
                </a:cubicBezTo>
                <a:cubicBezTo>
                  <a:pt x="143655" y="3987"/>
                  <a:pt x="120676" y="90"/>
                  <a:pt x="109011" y="90"/>
                </a:cubicBezTo>
                <a:cubicBezTo>
                  <a:pt x="84618" y="90"/>
                  <a:pt x="71892" y="17804"/>
                  <a:pt x="66236" y="25598"/>
                </a:cubicBezTo>
                <a:cubicBezTo>
                  <a:pt x="62347" y="6821"/>
                  <a:pt x="48560" y="90"/>
                  <a:pt x="36894" y="90"/>
                </a:cubicBezTo>
                <a:cubicBezTo>
                  <a:pt x="24168" y="90"/>
                  <a:pt x="17098" y="8238"/>
                  <a:pt x="11441" y="18867"/>
                </a:cubicBezTo>
                <a:cubicBezTo>
                  <a:pt x="4725" y="33037"/>
                  <a:pt x="129" y="53939"/>
                  <a:pt x="129" y="54648"/>
                </a:cubicBezTo>
                <a:cubicBezTo>
                  <a:pt x="129" y="58191"/>
                  <a:pt x="3664" y="58191"/>
                  <a:pt x="5432" y="58191"/>
                </a:cubicBezTo>
                <a:cubicBezTo>
                  <a:pt x="10027" y="58191"/>
                  <a:pt x="10381" y="57836"/>
                  <a:pt x="12148" y="50042"/>
                </a:cubicBezTo>
                <a:cubicBezTo>
                  <a:pt x="18512" y="25243"/>
                  <a:pt x="25228" y="7884"/>
                  <a:pt x="36187" y="7884"/>
                </a:cubicBezTo>
                <a:cubicBezTo>
                  <a:pt x="45379" y="7884"/>
                  <a:pt x="45379" y="18158"/>
                  <a:pt x="45379" y="22055"/>
                </a:cubicBezTo>
                <a:cubicBezTo>
                  <a:pt x="45379" y="27723"/>
                  <a:pt x="44318" y="34455"/>
                  <a:pt x="42904" y="40123"/>
                </a:cubicBezTo>
                <a:lnTo>
                  <a:pt x="16391" y="146404"/>
                </a:lnTo>
                <a:cubicBezTo>
                  <a:pt x="15684" y="148530"/>
                  <a:pt x="15330" y="150301"/>
                  <a:pt x="15330" y="151364"/>
                </a:cubicBezTo>
                <a:cubicBezTo>
                  <a:pt x="15330" y="155261"/>
                  <a:pt x="18158" y="160575"/>
                  <a:pt x="25228" y="160575"/>
                </a:cubicBezTo>
                <a:cubicBezTo>
                  <a:pt x="35834" y="160575"/>
                  <a:pt x="38308" y="150301"/>
                  <a:pt x="39015" y="147467"/>
                </a:cubicBezTo>
                <a:lnTo>
                  <a:pt x="61994" y="54648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DAC6952-A2C4-8369-D598-BDC1080CA04F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554472" y="2135503"/>
            <a:ext cx="48431" cy="354271"/>
          </a:xfrm>
          <a:custGeom>
            <a:avLst/>
            <a:gdLst>
              <a:gd name="connsiteX0" fmla="*/ 48564 w 48431"/>
              <a:gd name="connsiteY0" fmla="*/ 354362 h 354271"/>
              <a:gd name="connsiteX1" fmla="*/ 48564 w 48431"/>
              <a:gd name="connsiteY1" fmla="*/ 340191 h 354271"/>
              <a:gd name="connsiteX2" fmla="*/ 14274 w 48431"/>
              <a:gd name="connsiteY2" fmla="*/ 340191 h 354271"/>
              <a:gd name="connsiteX3" fmla="*/ 14274 w 48431"/>
              <a:gd name="connsiteY3" fmla="*/ 14261 h 354271"/>
              <a:gd name="connsiteX4" fmla="*/ 48564 w 48431"/>
              <a:gd name="connsiteY4" fmla="*/ 14261 h 354271"/>
              <a:gd name="connsiteX5" fmla="*/ 48564 w 48431"/>
              <a:gd name="connsiteY5" fmla="*/ 90 h 354271"/>
              <a:gd name="connsiteX6" fmla="*/ 133 w 48431"/>
              <a:gd name="connsiteY6" fmla="*/ 90 h 354271"/>
              <a:gd name="connsiteX7" fmla="*/ 133 w 48431"/>
              <a:gd name="connsiteY7" fmla="*/ 354362 h 354271"/>
              <a:gd name="connsiteX8" fmla="*/ 48564 w 48431"/>
              <a:gd name="connsiteY8" fmla="*/ 354362 h 354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431" h="354271">
                <a:moveTo>
                  <a:pt x="48564" y="354362"/>
                </a:moveTo>
                <a:lnTo>
                  <a:pt x="48564" y="340191"/>
                </a:lnTo>
                <a:lnTo>
                  <a:pt x="14274" y="340191"/>
                </a:lnTo>
                <a:lnTo>
                  <a:pt x="14274" y="14261"/>
                </a:lnTo>
                <a:lnTo>
                  <a:pt x="48564" y="14261"/>
                </a:lnTo>
                <a:lnTo>
                  <a:pt x="48564" y="90"/>
                </a:lnTo>
                <a:lnTo>
                  <a:pt x="133" y="90"/>
                </a:lnTo>
                <a:lnTo>
                  <a:pt x="133" y="354362"/>
                </a:lnTo>
                <a:lnTo>
                  <a:pt x="48564" y="354362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9B31A45-C31E-56D3-3307-C2CC061230F2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790524" y="1849002"/>
            <a:ext cx="151196" cy="111843"/>
          </a:xfrm>
          <a:custGeom>
            <a:avLst/>
            <a:gdLst>
              <a:gd name="connsiteX0" fmla="*/ 18700 w 151196"/>
              <a:gd name="connsiteY0" fmla="*/ 93818 h 111843"/>
              <a:gd name="connsiteX1" fmla="*/ 16226 w 151196"/>
              <a:gd name="connsiteY1" fmla="*/ 103986 h 111843"/>
              <a:gd name="connsiteX2" fmla="*/ 24639 w 151196"/>
              <a:gd name="connsiteY2" fmla="*/ 111921 h 111843"/>
              <a:gd name="connsiteX3" fmla="*/ 34290 w 151196"/>
              <a:gd name="connsiteY3" fmla="*/ 106465 h 111843"/>
              <a:gd name="connsiteX4" fmla="*/ 38744 w 151196"/>
              <a:gd name="connsiteY4" fmla="*/ 91090 h 111843"/>
              <a:gd name="connsiteX5" fmla="*/ 44188 w 151196"/>
              <a:gd name="connsiteY5" fmla="*/ 68771 h 111843"/>
              <a:gd name="connsiteX6" fmla="*/ 48395 w 151196"/>
              <a:gd name="connsiteY6" fmla="*/ 52156 h 111843"/>
              <a:gd name="connsiteX7" fmla="*/ 58788 w 151196"/>
              <a:gd name="connsiteY7" fmla="*/ 29837 h 111843"/>
              <a:gd name="connsiteX8" fmla="*/ 95907 w 151196"/>
              <a:gd name="connsiteY8" fmla="*/ 7021 h 111843"/>
              <a:gd name="connsiteX9" fmla="*/ 110507 w 151196"/>
              <a:gd name="connsiteY9" fmla="*/ 24381 h 111843"/>
              <a:gd name="connsiteX10" fmla="*/ 95907 w 151196"/>
              <a:gd name="connsiteY10" fmla="*/ 77203 h 111843"/>
              <a:gd name="connsiteX11" fmla="*/ 92195 w 151196"/>
              <a:gd name="connsiteY11" fmla="*/ 90594 h 111843"/>
              <a:gd name="connsiteX12" fmla="*/ 115704 w 151196"/>
              <a:gd name="connsiteY12" fmla="*/ 111921 h 111843"/>
              <a:gd name="connsiteX13" fmla="*/ 151338 w 151196"/>
              <a:gd name="connsiteY13" fmla="*/ 73979 h 111843"/>
              <a:gd name="connsiteX14" fmla="*/ 147378 w 151196"/>
              <a:gd name="connsiteY14" fmla="*/ 70755 h 111843"/>
              <a:gd name="connsiteX15" fmla="*/ 142677 w 151196"/>
              <a:gd name="connsiteY15" fmla="*/ 74971 h 111843"/>
              <a:gd name="connsiteX16" fmla="*/ 116446 w 151196"/>
              <a:gd name="connsiteY16" fmla="*/ 104978 h 111843"/>
              <a:gd name="connsiteX17" fmla="*/ 110260 w 151196"/>
              <a:gd name="connsiteY17" fmla="*/ 96298 h 111843"/>
              <a:gd name="connsiteX18" fmla="*/ 115951 w 151196"/>
              <a:gd name="connsiteY18" fmla="*/ 76211 h 111843"/>
              <a:gd name="connsiteX19" fmla="*/ 129066 w 151196"/>
              <a:gd name="connsiteY19" fmla="*/ 28349 h 111843"/>
              <a:gd name="connsiteX20" fmla="*/ 96897 w 151196"/>
              <a:gd name="connsiteY20" fmla="*/ 78 h 111843"/>
              <a:gd name="connsiteX21" fmla="*/ 55076 w 151196"/>
              <a:gd name="connsiteY21" fmla="*/ 22645 h 111843"/>
              <a:gd name="connsiteX22" fmla="*/ 28598 w 151196"/>
              <a:gd name="connsiteY22" fmla="*/ 78 h 111843"/>
              <a:gd name="connsiteX23" fmla="*/ 9049 w 151196"/>
              <a:gd name="connsiteY23" fmla="*/ 13469 h 111843"/>
              <a:gd name="connsiteX24" fmla="*/ 141 w 151196"/>
              <a:gd name="connsiteY24" fmla="*/ 38020 h 111843"/>
              <a:gd name="connsiteX25" fmla="*/ 4348 w 151196"/>
              <a:gd name="connsiteY25" fmla="*/ 41244 h 111843"/>
              <a:gd name="connsiteX26" fmla="*/ 9792 w 151196"/>
              <a:gd name="connsiteY26" fmla="*/ 33804 h 111843"/>
              <a:gd name="connsiteX27" fmla="*/ 27856 w 151196"/>
              <a:gd name="connsiteY27" fmla="*/ 7021 h 111843"/>
              <a:gd name="connsiteX28" fmla="*/ 36022 w 151196"/>
              <a:gd name="connsiteY28" fmla="*/ 19173 h 111843"/>
              <a:gd name="connsiteX29" fmla="*/ 32063 w 151196"/>
              <a:gd name="connsiteY29" fmla="*/ 39756 h 111843"/>
              <a:gd name="connsiteX30" fmla="*/ 26619 w 151196"/>
              <a:gd name="connsiteY30" fmla="*/ 62075 h 111843"/>
              <a:gd name="connsiteX31" fmla="*/ 18700 w 151196"/>
              <a:gd name="connsiteY31" fmla="*/ 93818 h 111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51196" h="111843">
                <a:moveTo>
                  <a:pt x="18700" y="93818"/>
                </a:moveTo>
                <a:cubicBezTo>
                  <a:pt x="17710" y="97042"/>
                  <a:pt x="16226" y="103242"/>
                  <a:pt x="16226" y="103986"/>
                </a:cubicBezTo>
                <a:cubicBezTo>
                  <a:pt x="16226" y="109441"/>
                  <a:pt x="20680" y="111921"/>
                  <a:pt x="24639" y="111921"/>
                </a:cubicBezTo>
                <a:cubicBezTo>
                  <a:pt x="29093" y="111921"/>
                  <a:pt x="33053" y="108697"/>
                  <a:pt x="34290" y="106465"/>
                </a:cubicBezTo>
                <a:cubicBezTo>
                  <a:pt x="35527" y="104234"/>
                  <a:pt x="37507" y="96298"/>
                  <a:pt x="38744" y="91090"/>
                </a:cubicBezTo>
                <a:cubicBezTo>
                  <a:pt x="39981" y="86378"/>
                  <a:pt x="42704" y="74971"/>
                  <a:pt x="44188" y="68771"/>
                </a:cubicBezTo>
                <a:cubicBezTo>
                  <a:pt x="45673" y="63315"/>
                  <a:pt x="47158" y="57859"/>
                  <a:pt x="48395" y="52156"/>
                </a:cubicBezTo>
                <a:cubicBezTo>
                  <a:pt x="51117" y="41988"/>
                  <a:pt x="51612" y="40004"/>
                  <a:pt x="58788" y="29837"/>
                </a:cubicBezTo>
                <a:cubicBezTo>
                  <a:pt x="65717" y="19917"/>
                  <a:pt x="77348" y="7021"/>
                  <a:pt x="95907" y="7021"/>
                </a:cubicBezTo>
                <a:cubicBezTo>
                  <a:pt x="110260" y="7021"/>
                  <a:pt x="110507" y="19669"/>
                  <a:pt x="110507" y="24381"/>
                </a:cubicBezTo>
                <a:cubicBezTo>
                  <a:pt x="110507" y="39260"/>
                  <a:pt x="99866" y="66787"/>
                  <a:pt x="95907" y="77203"/>
                </a:cubicBezTo>
                <a:cubicBezTo>
                  <a:pt x="93185" y="84146"/>
                  <a:pt x="92195" y="86378"/>
                  <a:pt x="92195" y="90594"/>
                </a:cubicBezTo>
                <a:cubicBezTo>
                  <a:pt x="92195" y="103738"/>
                  <a:pt x="103083" y="111921"/>
                  <a:pt x="115704" y="111921"/>
                </a:cubicBezTo>
                <a:cubicBezTo>
                  <a:pt x="140449" y="111921"/>
                  <a:pt x="151338" y="77699"/>
                  <a:pt x="151338" y="73979"/>
                </a:cubicBezTo>
                <a:cubicBezTo>
                  <a:pt x="151338" y="70755"/>
                  <a:pt x="148121" y="70755"/>
                  <a:pt x="147378" y="70755"/>
                </a:cubicBezTo>
                <a:cubicBezTo>
                  <a:pt x="143914" y="70755"/>
                  <a:pt x="143666" y="72243"/>
                  <a:pt x="142677" y="74971"/>
                </a:cubicBezTo>
                <a:cubicBezTo>
                  <a:pt x="136985" y="94810"/>
                  <a:pt x="126344" y="104978"/>
                  <a:pt x="116446" y="104978"/>
                </a:cubicBezTo>
                <a:cubicBezTo>
                  <a:pt x="111249" y="104978"/>
                  <a:pt x="110260" y="101506"/>
                  <a:pt x="110260" y="96298"/>
                </a:cubicBezTo>
                <a:cubicBezTo>
                  <a:pt x="110260" y="90594"/>
                  <a:pt x="111497" y="87370"/>
                  <a:pt x="115951" y="76211"/>
                </a:cubicBezTo>
                <a:cubicBezTo>
                  <a:pt x="118921" y="68523"/>
                  <a:pt x="129066" y="42236"/>
                  <a:pt x="129066" y="28349"/>
                </a:cubicBezTo>
                <a:cubicBezTo>
                  <a:pt x="129066" y="4294"/>
                  <a:pt x="110012" y="78"/>
                  <a:pt x="96897" y="78"/>
                </a:cubicBezTo>
                <a:cubicBezTo>
                  <a:pt x="76358" y="78"/>
                  <a:pt x="62500" y="12725"/>
                  <a:pt x="55076" y="22645"/>
                </a:cubicBezTo>
                <a:cubicBezTo>
                  <a:pt x="53344" y="5534"/>
                  <a:pt x="38744" y="78"/>
                  <a:pt x="28598" y="78"/>
                </a:cubicBezTo>
                <a:cubicBezTo>
                  <a:pt x="17958" y="78"/>
                  <a:pt x="12266" y="7765"/>
                  <a:pt x="9049" y="13469"/>
                </a:cubicBezTo>
                <a:cubicBezTo>
                  <a:pt x="3605" y="22645"/>
                  <a:pt x="141" y="36780"/>
                  <a:pt x="141" y="38020"/>
                </a:cubicBezTo>
                <a:cubicBezTo>
                  <a:pt x="141" y="41244"/>
                  <a:pt x="3605" y="41244"/>
                  <a:pt x="4348" y="41244"/>
                </a:cubicBezTo>
                <a:cubicBezTo>
                  <a:pt x="7812" y="41244"/>
                  <a:pt x="8059" y="40500"/>
                  <a:pt x="9792" y="33804"/>
                </a:cubicBezTo>
                <a:cubicBezTo>
                  <a:pt x="13504" y="19173"/>
                  <a:pt x="18205" y="7021"/>
                  <a:pt x="27856" y="7021"/>
                </a:cubicBezTo>
                <a:cubicBezTo>
                  <a:pt x="34290" y="7021"/>
                  <a:pt x="36022" y="12477"/>
                  <a:pt x="36022" y="19173"/>
                </a:cubicBezTo>
                <a:cubicBezTo>
                  <a:pt x="36022" y="23885"/>
                  <a:pt x="33795" y="33060"/>
                  <a:pt x="32063" y="39756"/>
                </a:cubicBezTo>
                <a:cubicBezTo>
                  <a:pt x="30331" y="46452"/>
                  <a:pt x="27856" y="56619"/>
                  <a:pt x="26619" y="62075"/>
                </a:cubicBezTo>
                <a:lnTo>
                  <a:pt x="18700" y="93818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1A92CD8-4768-04C6-6E66-6F13134374E1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2630752" y="2064647"/>
            <a:ext cx="470523" cy="495980"/>
          </a:xfrm>
          <a:custGeom>
            <a:avLst/>
            <a:gdLst>
              <a:gd name="connsiteX0" fmla="*/ 427885 w 470523"/>
              <a:gd name="connsiteY0" fmla="*/ 496061 h 495980"/>
              <a:gd name="connsiteX1" fmla="*/ 470660 w 470523"/>
              <a:gd name="connsiteY1" fmla="*/ 382694 h 495980"/>
              <a:gd name="connsiteX2" fmla="*/ 461822 w 470523"/>
              <a:gd name="connsiteY2" fmla="*/ 382694 h 495980"/>
              <a:gd name="connsiteX3" fmla="*/ 369909 w 470523"/>
              <a:gd name="connsiteY3" fmla="*/ 454257 h 495980"/>
              <a:gd name="connsiteX4" fmla="*/ 259967 w 470523"/>
              <a:gd name="connsiteY4" fmla="*/ 465239 h 495980"/>
              <a:gd name="connsiteX5" fmla="*/ 46800 w 470523"/>
              <a:gd name="connsiteY5" fmla="*/ 465239 h 495980"/>
              <a:gd name="connsiteX6" fmla="*/ 226737 w 470523"/>
              <a:gd name="connsiteY6" fmla="*/ 253739 h 495980"/>
              <a:gd name="connsiteX7" fmla="*/ 229918 w 470523"/>
              <a:gd name="connsiteY7" fmla="*/ 248071 h 495980"/>
              <a:gd name="connsiteX8" fmla="*/ 227444 w 470523"/>
              <a:gd name="connsiteY8" fmla="*/ 242757 h 495980"/>
              <a:gd name="connsiteX9" fmla="*/ 62708 w 470523"/>
              <a:gd name="connsiteY9" fmla="*/ 17086 h 495980"/>
              <a:gd name="connsiteX10" fmla="*/ 256432 w 470523"/>
              <a:gd name="connsiteY10" fmla="*/ 17086 h 495980"/>
              <a:gd name="connsiteX11" fmla="*/ 339153 w 470523"/>
              <a:gd name="connsiteY11" fmla="*/ 22754 h 495980"/>
              <a:gd name="connsiteX12" fmla="*/ 416926 w 470523"/>
              <a:gd name="connsiteY12" fmla="*/ 49324 h 495980"/>
              <a:gd name="connsiteX13" fmla="*/ 461822 w 470523"/>
              <a:gd name="connsiteY13" fmla="*/ 99631 h 495980"/>
              <a:gd name="connsiteX14" fmla="*/ 470660 w 470523"/>
              <a:gd name="connsiteY14" fmla="*/ 99631 h 495980"/>
              <a:gd name="connsiteX15" fmla="*/ 427885 w 470523"/>
              <a:gd name="connsiteY15" fmla="*/ 81 h 495980"/>
              <a:gd name="connsiteX16" fmla="*/ 10034 w 470523"/>
              <a:gd name="connsiteY16" fmla="*/ 81 h 495980"/>
              <a:gd name="connsiteX17" fmla="*/ 490 w 470523"/>
              <a:gd name="connsiteY17" fmla="*/ 2561 h 495980"/>
              <a:gd name="connsiteX18" fmla="*/ 136 w 470523"/>
              <a:gd name="connsiteY18" fmla="*/ 14252 h 495980"/>
              <a:gd name="connsiteX19" fmla="*/ 187144 w 470523"/>
              <a:gd name="connsiteY19" fmla="*/ 270744 h 495980"/>
              <a:gd name="connsiteX20" fmla="*/ 4025 w 470523"/>
              <a:gd name="connsiteY20" fmla="*/ 485787 h 495980"/>
              <a:gd name="connsiteX21" fmla="*/ 490 w 470523"/>
              <a:gd name="connsiteY21" fmla="*/ 492164 h 495980"/>
              <a:gd name="connsiteX22" fmla="*/ 10034 w 470523"/>
              <a:gd name="connsiteY22" fmla="*/ 496061 h 495980"/>
              <a:gd name="connsiteX23" fmla="*/ 427885 w 470523"/>
              <a:gd name="connsiteY23" fmla="*/ 496061 h 495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470523" h="495980">
                <a:moveTo>
                  <a:pt x="427885" y="496061"/>
                </a:moveTo>
                <a:lnTo>
                  <a:pt x="470660" y="382694"/>
                </a:lnTo>
                <a:lnTo>
                  <a:pt x="461822" y="382694"/>
                </a:lnTo>
                <a:cubicBezTo>
                  <a:pt x="448035" y="419538"/>
                  <a:pt x="410563" y="443629"/>
                  <a:pt x="369909" y="454257"/>
                </a:cubicBezTo>
                <a:cubicBezTo>
                  <a:pt x="362485" y="456028"/>
                  <a:pt x="327841" y="465239"/>
                  <a:pt x="259967" y="465239"/>
                </a:cubicBezTo>
                <a:lnTo>
                  <a:pt x="46800" y="465239"/>
                </a:lnTo>
                <a:lnTo>
                  <a:pt x="226737" y="253739"/>
                </a:lnTo>
                <a:cubicBezTo>
                  <a:pt x="229211" y="250905"/>
                  <a:pt x="229918" y="249842"/>
                  <a:pt x="229918" y="248071"/>
                </a:cubicBezTo>
                <a:cubicBezTo>
                  <a:pt x="229918" y="247362"/>
                  <a:pt x="229918" y="246299"/>
                  <a:pt x="227444" y="242757"/>
                </a:cubicBezTo>
                <a:lnTo>
                  <a:pt x="62708" y="17086"/>
                </a:lnTo>
                <a:lnTo>
                  <a:pt x="256432" y="17086"/>
                </a:lnTo>
                <a:cubicBezTo>
                  <a:pt x="303802" y="17086"/>
                  <a:pt x="335972" y="22046"/>
                  <a:pt x="339153" y="22754"/>
                </a:cubicBezTo>
                <a:cubicBezTo>
                  <a:pt x="358243" y="25588"/>
                  <a:pt x="388999" y="31611"/>
                  <a:pt x="416926" y="49324"/>
                </a:cubicBezTo>
                <a:cubicBezTo>
                  <a:pt x="425764" y="54993"/>
                  <a:pt x="449802" y="70935"/>
                  <a:pt x="461822" y="99631"/>
                </a:cubicBezTo>
                <a:lnTo>
                  <a:pt x="470660" y="99631"/>
                </a:lnTo>
                <a:lnTo>
                  <a:pt x="427885" y="81"/>
                </a:lnTo>
                <a:lnTo>
                  <a:pt x="10034" y="81"/>
                </a:lnTo>
                <a:cubicBezTo>
                  <a:pt x="1904" y="81"/>
                  <a:pt x="1550" y="435"/>
                  <a:pt x="490" y="2561"/>
                </a:cubicBezTo>
                <a:cubicBezTo>
                  <a:pt x="136" y="3623"/>
                  <a:pt x="136" y="10355"/>
                  <a:pt x="136" y="14252"/>
                </a:cubicBezTo>
                <a:lnTo>
                  <a:pt x="187144" y="270744"/>
                </a:lnTo>
                <a:lnTo>
                  <a:pt x="4025" y="485787"/>
                </a:lnTo>
                <a:cubicBezTo>
                  <a:pt x="490" y="490038"/>
                  <a:pt x="490" y="491810"/>
                  <a:pt x="490" y="492164"/>
                </a:cubicBezTo>
                <a:cubicBezTo>
                  <a:pt x="490" y="496061"/>
                  <a:pt x="3671" y="496061"/>
                  <a:pt x="10034" y="496061"/>
                </a:cubicBezTo>
                <a:lnTo>
                  <a:pt x="427885" y="496061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273EBE6-ACF9-1145-5686-A0089396CD25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2648925" y="2654782"/>
            <a:ext cx="74979" cy="166897"/>
          </a:xfrm>
          <a:custGeom>
            <a:avLst/>
            <a:gdLst>
              <a:gd name="connsiteX0" fmla="*/ 68683 w 74979"/>
              <a:gd name="connsiteY0" fmla="*/ 9526 h 166897"/>
              <a:gd name="connsiteX1" fmla="*/ 58784 w 74979"/>
              <a:gd name="connsiteY1" fmla="*/ 102 h 166897"/>
              <a:gd name="connsiteX2" fmla="*/ 44927 w 74979"/>
              <a:gd name="connsiteY2" fmla="*/ 13741 h 166897"/>
              <a:gd name="connsiteX3" fmla="*/ 54825 w 74979"/>
              <a:gd name="connsiteY3" fmla="*/ 23165 h 166897"/>
              <a:gd name="connsiteX4" fmla="*/ 68683 w 74979"/>
              <a:gd name="connsiteY4" fmla="*/ 9526 h 166897"/>
              <a:gd name="connsiteX5" fmla="*/ 18201 w 74979"/>
              <a:gd name="connsiteY5" fmla="*/ 135504 h 166897"/>
              <a:gd name="connsiteX6" fmla="*/ 15974 w 74979"/>
              <a:gd name="connsiteY6" fmla="*/ 145920 h 166897"/>
              <a:gd name="connsiteX7" fmla="*/ 39483 w 74979"/>
              <a:gd name="connsiteY7" fmla="*/ 166999 h 166897"/>
              <a:gd name="connsiteX8" fmla="*/ 75117 w 74979"/>
              <a:gd name="connsiteY8" fmla="*/ 129057 h 166897"/>
              <a:gd name="connsiteX9" fmla="*/ 71157 w 74979"/>
              <a:gd name="connsiteY9" fmla="*/ 125833 h 166897"/>
              <a:gd name="connsiteX10" fmla="*/ 66456 w 74979"/>
              <a:gd name="connsiteY10" fmla="*/ 130049 h 166897"/>
              <a:gd name="connsiteX11" fmla="*/ 40225 w 74979"/>
              <a:gd name="connsiteY11" fmla="*/ 160056 h 166897"/>
              <a:gd name="connsiteX12" fmla="*/ 34039 w 74979"/>
              <a:gd name="connsiteY12" fmla="*/ 151376 h 166897"/>
              <a:gd name="connsiteX13" fmla="*/ 37998 w 74979"/>
              <a:gd name="connsiteY13" fmla="*/ 135504 h 166897"/>
              <a:gd name="connsiteX14" fmla="*/ 45917 w 74979"/>
              <a:gd name="connsiteY14" fmla="*/ 115665 h 166897"/>
              <a:gd name="connsiteX15" fmla="*/ 58042 w 74979"/>
              <a:gd name="connsiteY15" fmla="*/ 84171 h 166897"/>
              <a:gd name="connsiteX16" fmla="*/ 59527 w 74979"/>
              <a:gd name="connsiteY16" fmla="*/ 76235 h 166897"/>
              <a:gd name="connsiteX17" fmla="*/ 36018 w 74979"/>
              <a:gd name="connsiteY17" fmla="*/ 55156 h 166897"/>
              <a:gd name="connsiteX18" fmla="*/ 137 w 74979"/>
              <a:gd name="connsiteY18" fmla="*/ 93098 h 166897"/>
              <a:gd name="connsiteX19" fmla="*/ 4344 w 74979"/>
              <a:gd name="connsiteY19" fmla="*/ 96322 h 166897"/>
              <a:gd name="connsiteX20" fmla="*/ 8798 w 74979"/>
              <a:gd name="connsiteY20" fmla="*/ 92354 h 166897"/>
              <a:gd name="connsiteX21" fmla="*/ 35276 w 74979"/>
              <a:gd name="connsiteY21" fmla="*/ 62099 h 166897"/>
              <a:gd name="connsiteX22" fmla="*/ 41462 w 74979"/>
              <a:gd name="connsiteY22" fmla="*/ 70779 h 166897"/>
              <a:gd name="connsiteX23" fmla="*/ 33791 w 74979"/>
              <a:gd name="connsiteY23" fmla="*/ 95578 h 166897"/>
              <a:gd name="connsiteX24" fmla="*/ 18201 w 74979"/>
              <a:gd name="connsiteY24" fmla="*/ 135504 h 166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4979" h="166897">
                <a:moveTo>
                  <a:pt x="68683" y="9526"/>
                </a:moveTo>
                <a:cubicBezTo>
                  <a:pt x="68683" y="5558"/>
                  <a:pt x="65713" y="102"/>
                  <a:pt x="58784" y="102"/>
                </a:cubicBezTo>
                <a:cubicBezTo>
                  <a:pt x="52103" y="102"/>
                  <a:pt x="44927" y="6550"/>
                  <a:pt x="44927" y="13741"/>
                </a:cubicBezTo>
                <a:cubicBezTo>
                  <a:pt x="44927" y="17957"/>
                  <a:pt x="48144" y="23165"/>
                  <a:pt x="54825" y="23165"/>
                </a:cubicBezTo>
                <a:cubicBezTo>
                  <a:pt x="62001" y="23165"/>
                  <a:pt x="68683" y="16221"/>
                  <a:pt x="68683" y="9526"/>
                </a:cubicBezTo>
                <a:close/>
                <a:moveTo>
                  <a:pt x="18201" y="135504"/>
                </a:moveTo>
                <a:cubicBezTo>
                  <a:pt x="17211" y="138728"/>
                  <a:pt x="15974" y="141704"/>
                  <a:pt x="15974" y="145920"/>
                </a:cubicBezTo>
                <a:cubicBezTo>
                  <a:pt x="15974" y="157576"/>
                  <a:pt x="25872" y="166999"/>
                  <a:pt x="39483" y="166999"/>
                </a:cubicBezTo>
                <a:cubicBezTo>
                  <a:pt x="64228" y="166999"/>
                  <a:pt x="75117" y="132777"/>
                  <a:pt x="75117" y="129057"/>
                </a:cubicBezTo>
                <a:cubicBezTo>
                  <a:pt x="75117" y="125833"/>
                  <a:pt x="71900" y="125833"/>
                  <a:pt x="71157" y="125833"/>
                </a:cubicBezTo>
                <a:cubicBezTo>
                  <a:pt x="67693" y="125833"/>
                  <a:pt x="67445" y="127321"/>
                  <a:pt x="66456" y="130049"/>
                </a:cubicBezTo>
                <a:cubicBezTo>
                  <a:pt x="60764" y="149888"/>
                  <a:pt x="49876" y="160056"/>
                  <a:pt x="40225" y="160056"/>
                </a:cubicBezTo>
                <a:cubicBezTo>
                  <a:pt x="35276" y="160056"/>
                  <a:pt x="34039" y="156832"/>
                  <a:pt x="34039" y="151376"/>
                </a:cubicBezTo>
                <a:cubicBezTo>
                  <a:pt x="34039" y="145672"/>
                  <a:pt x="35771" y="140960"/>
                  <a:pt x="37998" y="135504"/>
                </a:cubicBezTo>
                <a:cubicBezTo>
                  <a:pt x="40472" y="128809"/>
                  <a:pt x="43194" y="122113"/>
                  <a:pt x="45917" y="115665"/>
                </a:cubicBezTo>
                <a:cubicBezTo>
                  <a:pt x="48144" y="109714"/>
                  <a:pt x="57052" y="87146"/>
                  <a:pt x="58042" y="84171"/>
                </a:cubicBezTo>
                <a:cubicBezTo>
                  <a:pt x="58784" y="81691"/>
                  <a:pt x="59527" y="78715"/>
                  <a:pt x="59527" y="76235"/>
                </a:cubicBezTo>
                <a:cubicBezTo>
                  <a:pt x="59527" y="64579"/>
                  <a:pt x="49628" y="55156"/>
                  <a:pt x="36018" y="55156"/>
                </a:cubicBezTo>
                <a:cubicBezTo>
                  <a:pt x="11520" y="55156"/>
                  <a:pt x="137" y="88882"/>
                  <a:pt x="137" y="93098"/>
                </a:cubicBezTo>
                <a:cubicBezTo>
                  <a:pt x="137" y="96322"/>
                  <a:pt x="3601" y="96322"/>
                  <a:pt x="4344" y="96322"/>
                </a:cubicBezTo>
                <a:cubicBezTo>
                  <a:pt x="7808" y="96322"/>
                  <a:pt x="8055" y="95082"/>
                  <a:pt x="8798" y="92354"/>
                </a:cubicBezTo>
                <a:cubicBezTo>
                  <a:pt x="15232" y="71027"/>
                  <a:pt x="26120" y="62099"/>
                  <a:pt x="35276" y="62099"/>
                </a:cubicBezTo>
                <a:cubicBezTo>
                  <a:pt x="39235" y="62099"/>
                  <a:pt x="41462" y="64083"/>
                  <a:pt x="41462" y="70779"/>
                </a:cubicBezTo>
                <a:cubicBezTo>
                  <a:pt x="41462" y="76483"/>
                  <a:pt x="39977" y="80203"/>
                  <a:pt x="33791" y="95578"/>
                </a:cubicBezTo>
                <a:lnTo>
                  <a:pt x="18201" y="135504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D6696C6-F751-F01D-D289-0386E05A740B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2754635" y="2723723"/>
            <a:ext cx="182129" cy="66709"/>
          </a:xfrm>
          <a:custGeom>
            <a:avLst/>
            <a:gdLst>
              <a:gd name="connsiteX0" fmla="*/ 172865 w 182129"/>
              <a:gd name="connsiteY0" fmla="*/ 12253 h 66709"/>
              <a:gd name="connsiteX1" fmla="*/ 182269 w 182129"/>
              <a:gd name="connsiteY1" fmla="*/ 6054 h 66709"/>
              <a:gd name="connsiteX2" fmla="*/ 173113 w 182129"/>
              <a:gd name="connsiteY2" fmla="*/ 102 h 66709"/>
              <a:gd name="connsiteX3" fmla="*/ 9296 w 182129"/>
              <a:gd name="connsiteY3" fmla="*/ 102 h 66709"/>
              <a:gd name="connsiteX4" fmla="*/ 140 w 182129"/>
              <a:gd name="connsiteY4" fmla="*/ 6054 h 66709"/>
              <a:gd name="connsiteX5" fmla="*/ 9543 w 182129"/>
              <a:gd name="connsiteY5" fmla="*/ 12253 h 66709"/>
              <a:gd name="connsiteX6" fmla="*/ 172865 w 182129"/>
              <a:gd name="connsiteY6" fmla="*/ 12253 h 66709"/>
              <a:gd name="connsiteX7" fmla="*/ 173113 w 182129"/>
              <a:gd name="connsiteY7" fmla="*/ 66811 h 66709"/>
              <a:gd name="connsiteX8" fmla="*/ 182269 w 182129"/>
              <a:gd name="connsiteY8" fmla="*/ 60859 h 66709"/>
              <a:gd name="connsiteX9" fmla="*/ 172865 w 182129"/>
              <a:gd name="connsiteY9" fmla="*/ 54660 h 66709"/>
              <a:gd name="connsiteX10" fmla="*/ 9543 w 182129"/>
              <a:gd name="connsiteY10" fmla="*/ 54660 h 66709"/>
              <a:gd name="connsiteX11" fmla="*/ 140 w 182129"/>
              <a:gd name="connsiteY11" fmla="*/ 60859 h 66709"/>
              <a:gd name="connsiteX12" fmla="*/ 9296 w 182129"/>
              <a:gd name="connsiteY12" fmla="*/ 66811 h 66709"/>
              <a:gd name="connsiteX13" fmla="*/ 173113 w 182129"/>
              <a:gd name="connsiteY13" fmla="*/ 66811 h 667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2129" h="66709">
                <a:moveTo>
                  <a:pt x="172865" y="12253"/>
                </a:moveTo>
                <a:cubicBezTo>
                  <a:pt x="176577" y="12253"/>
                  <a:pt x="182269" y="12253"/>
                  <a:pt x="182269" y="6054"/>
                </a:cubicBezTo>
                <a:cubicBezTo>
                  <a:pt x="182269" y="102"/>
                  <a:pt x="176330" y="102"/>
                  <a:pt x="173113" y="102"/>
                </a:cubicBezTo>
                <a:lnTo>
                  <a:pt x="9296" y="102"/>
                </a:lnTo>
                <a:cubicBezTo>
                  <a:pt x="6079" y="102"/>
                  <a:pt x="140" y="102"/>
                  <a:pt x="140" y="6054"/>
                </a:cubicBezTo>
                <a:cubicBezTo>
                  <a:pt x="140" y="12253"/>
                  <a:pt x="5831" y="12253"/>
                  <a:pt x="9543" y="12253"/>
                </a:cubicBezTo>
                <a:lnTo>
                  <a:pt x="172865" y="12253"/>
                </a:lnTo>
                <a:close/>
                <a:moveTo>
                  <a:pt x="173113" y="66811"/>
                </a:moveTo>
                <a:cubicBezTo>
                  <a:pt x="176330" y="66811"/>
                  <a:pt x="182269" y="66811"/>
                  <a:pt x="182269" y="60859"/>
                </a:cubicBezTo>
                <a:cubicBezTo>
                  <a:pt x="182269" y="54660"/>
                  <a:pt x="176577" y="54660"/>
                  <a:pt x="172865" y="54660"/>
                </a:cubicBezTo>
                <a:lnTo>
                  <a:pt x="9543" y="54660"/>
                </a:lnTo>
                <a:cubicBezTo>
                  <a:pt x="5831" y="54660"/>
                  <a:pt x="140" y="54660"/>
                  <a:pt x="140" y="60859"/>
                </a:cubicBezTo>
                <a:cubicBezTo>
                  <a:pt x="140" y="66811"/>
                  <a:pt x="6079" y="66811"/>
                  <a:pt x="9296" y="66811"/>
                </a:cubicBezTo>
                <a:lnTo>
                  <a:pt x="173113" y="66811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150BE0C-7CA0-F6D6-53AD-0AA58841E39F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2981304" y="2654534"/>
            <a:ext cx="90074" cy="164665"/>
          </a:xfrm>
          <a:custGeom>
            <a:avLst/>
            <a:gdLst>
              <a:gd name="connsiteX0" fmla="*/ 56071 w 90074"/>
              <a:gd name="connsiteY0" fmla="*/ 7046 h 164665"/>
              <a:gd name="connsiteX1" fmla="*/ 48648 w 90074"/>
              <a:gd name="connsiteY1" fmla="*/ 102 h 164665"/>
              <a:gd name="connsiteX2" fmla="*/ 146 w 90074"/>
              <a:gd name="connsiteY2" fmla="*/ 15973 h 164665"/>
              <a:gd name="connsiteX3" fmla="*/ 146 w 90074"/>
              <a:gd name="connsiteY3" fmla="*/ 24901 h 164665"/>
              <a:gd name="connsiteX4" fmla="*/ 36027 w 90074"/>
              <a:gd name="connsiteY4" fmla="*/ 17957 h 164665"/>
              <a:gd name="connsiteX5" fmla="*/ 36027 w 90074"/>
              <a:gd name="connsiteY5" fmla="*/ 144432 h 164665"/>
              <a:gd name="connsiteX6" fmla="*/ 11281 w 90074"/>
              <a:gd name="connsiteY6" fmla="*/ 155840 h 164665"/>
              <a:gd name="connsiteX7" fmla="*/ 1878 w 90074"/>
              <a:gd name="connsiteY7" fmla="*/ 155840 h 164665"/>
              <a:gd name="connsiteX8" fmla="*/ 1878 w 90074"/>
              <a:gd name="connsiteY8" fmla="*/ 164767 h 164665"/>
              <a:gd name="connsiteX9" fmla="*/ 45925 w 90074"/>
              <a:gd name="connsiteY9" fmla="*/ 163775 h 164665"/>
              <a:gd name="connsiteX10" fmla="*/ 90220 w 90074"/>
              <a:gd name="connsiteY10" fmla="*/ 164767 h 164665"/>
              <a:gd name="connsiteX11" fmla="*/ 90220 w 90074"/>
              <a:gd name="connsiteY11" fmla="*/ 155840 h 164665"/>
              <a:gd name="connsiteX12" fmla="*/ 80817 w 90074"/>
              <a:gd name="connsiteY12" fmla="*/ 155840 h 164665"/>
              <a:gd name="connsiteX13" fmla="*/ 56071 w 90074"/>
              <a:gd name="connsiteY13" fmla="*/ 144432 h 164665"/>
              <a:gd name="connsiteX14" fmla="*/ 56071 w 90074"/>
              <a:gd name="connsiteY14" fmla="*/ 7046 h 164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0074" h="164665">
                <a:moveTo>
                  <a:pt x="56071" y="7046"/>
                </a:moveTo>
                <a:cubicBezTo>
                  <a:pt x="56071" y="350"/>
                  <a:pt x="55576" y="102"/>
                  <a:pt x="48648" y="102"/>
                </a:cubicBezTo>
                <a:cubicBezTo>
                  <a:pt x="32810" y="15725"/>
                  <a:pt x="10292" y="15973"/>
                  <a:pt x="146" y="15973"/>
                </a:cubicBezTo>
                <a:lnTo>
                  <a:pt x="146" y="24901"/>
                </a:lnTo>
                <a:cubicBezTo>
                  <a:pt x="6085" y="24901"/>
                  <a:pt x="22417" y="24901"/>
                  <a:pt x="36027" y="17957"/>
                </a:cubicBezTo>
                <a:lnTo>
                  <a:pt x="36027" y="144432"/>
                </a:lnTo>
                <a:cubicBezTo>
                  <a:pt x="36027" y="152616"/>
                  <a:pt x="36027" y="155840"/>
                  <a:pt x="11281" y="155840"/>
                </a:cubicBezTo>
                <a:lnTo>
                  <a:pt x="1878" y="155840"/>
                </a:lnTo>
                <a:lnTo>
                  <a:pt x="1878" y="164767"/>
                </a:lnTo>
                <a:cubicBezTo>
                  <a:pt x="6332" y="164519"/>
                  <a:pt x="36770" y="163775"/>
                  <a:pt x="45925" y="163775"/>
                </a:cubicBezTo>
                <a:cubicBezTo>
                  <a:pt x="53597" y="163775"/>
                  <a:pt x="84776" y="164519"/>
                  <a:pt x="90220" y="164767"/>
                </a:cubicBezTo>
                <a:lnTo>
                  <a:pt x="90220" y="155840"/>
                </a:lnTo>
                <a:lnTo>
                  <a:pt x="80817" y="155840"/>
                </a:lnTo>
                <a:cubicBezTo>
                  <a:pt x="56071" y="155840"/>
                  <a:pt x="56071" y="152616"/>
                  <a:pt x="56071" y="144432"/>
                </a:cubicBezTo>
                <a:lnTo>
                  <a:pt x="56071" y="7046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5FC57A2-5CD6-82AF-F9D1-ACDD78E8EF82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3232467" y="1919572"/>
            <a:ext cx="291293" cy="241967"/>
          </a:xfrm>
          <a:custGeom>
            <a:avLst/>
            <a:gdLst>
              <a:gd name="connsiteX0" fmla="*/ 162061 w 291293"/>
              <a:gd name="connsiteY0" fmla="*/ 96445 h 241967"/>
              <a:gd name="connsiteX1" fmla="*/ 132367 w 291293"/>
              <a:gd name="connsiteY1" fmla="*/ 25945 h 241967"/>
              <a:gd name="connsiteX2" fmla="*/ 130599 w 291293"/>
              <a:gd name="connsiteY2" fmla="*/ 21340 h 241967"/>
              <a:gd name="connsiteX3" fmla="*/ 151456 w 291293"/>
              <a:gd name="connsiteY3" fmla="*/ 11066 h 241967"/>
              <a:gd name="connsiteX4" fmla="*/ 158526 w 291293"/>
              <a:gd name="connsiteY4" fmla="*/ 4335 h 241967"/>
              <a:gd name="connsiteX5" fmla="*/ 153224 w 291293"/>
              <a:gd name="connsiteY5" fmla="*/ 83 h 241967"/>
              <a:gd name="connsiteX6" fmla="*/ 108681 w 291293"/>
              <a:gd name="connsiteY6" fmla="*/ 1146 h 241967"/>
              <a:gd name="connsiteX7" fmla="*/ 69088 w 291293"/>
              <a:gd name="connsiteY7" fmla="*/ 83 h 241967"/>
              <a:gd name="connsiteX8" fmla="*/ 62725 w 291293"/>
              <a:gd name="connsiteY8" fmla="*/ 7169 h 241967"/>
              <a:gd name="connsiteX9" fmla="*/ 70856 w 291293"/>
              <a:gd name="connsiteY9" fmla="*/ 11066 h 241967"/>
              <a:gd name="connsiteX10" fmla="*/ 97369 w 291293"/>
              <a:gd name="connsiteY10" fmla="*/ 22403 h 241967"/>
              <a:gd name="connsiteX11" fmla="*/ 139083 w 291293"/>
              <a:gd name="connsiteY11" fmla="*/ 121244 h 241967"/>
              <a:gd name="connsiteX12" fmla="*/ 64492 w 291293"/>
              <a:gd name="connsiteY12" fmla="*/ 201664 h 241967"/>
              <a:gd name="connsiteX13" fmla="*/ 59897 w 291293"/>
              <a:gd name="connsiteY13" fmla="*/ 205561 h 241967"/>
              <a:gd name="connsiteX14" fmla="*/ 7931 w 291293"/>
              <a:gd name="connsiteY14" fmla="*/ 231068 h 241967"/>
              <a:gd name="connsiteX15" fmla="*/ 153 w 291293"/>
              <a:gd name="connsiteY15" fmla="*/ 238154 h 241967"/>
              <a:gd name="connsiteX16" fmla="*/ 4749 w 291293"/>
              <a:gd name="connsiteY16" fmla="*/ 242051 h 241967"/>
              <a:gd name="connsiteX17" fmla="*/ 37979 w 291293"/>
              <a:gd name="connsiteY17" fmla="*/ 240988 h 241967"/>
              <a:gd name="connsiteX18" fmla="*/ 77572 w 291293"/>
              <a:gd name="connsiteY18" fmla="*/ 242051 h 241967"/>
              <a:gd name="connsiteX19" fmla="*/ 83935 w 291293"/>
              <a:gd name="connsiteY19" fmla="*/ 234965 h 241967"/>
              <a:gd name="connsiteX20" fmla="*/ 79693 w 291293"/>
              <a:gd name="connsiteY20" fmla="*/ 231068 h 241967"/>
              <a:gd name="connsiteX21" fmla="*/ 65553 w 291293"/>
              <a:gd name="connsiteY21" fmla="*/ 220086 h 241967"/>
              <a:gd name="connsiteX22" fmla="*/ 75098 w 291293"/>
              <a:gd name="connsiteY22" fmla="*/ 204144 h 241967"/>
              <a:gd name="connsiteX23" fmla="*/ 111156 w 291293"/>
              <a:gd name="connsiteY23" fmla="*/ 165882 h 241967"/>
              <a:gd name="connsiteX24" fmla="*/ 142972 w 291293"/>
              <a:gd name="connsiteY24" fmla="*/ 131164 h 241967"/>
              <a:gd name="connsiteX25" fmla="*/ 178677 w 291293"/>
              <a:gd name="connsiteY25" fmla="*/ 215835 h 241967"/>
              <a:gd name="connsiteX26" fmla="*/ 180444 w 291293"/>
              <a:gd name="connsiteY26" fmla="*/ 220795 h 241967"/>
              <a:gd name="connsiteX27" fmla="*/ 159940 w 291293"/>
              <a:gd name="connsiteY27" fmla="*/ 231068 h 241967"/>
              <a:gd name="connsiteX28" fmla="*/ 152870 w 291293"/>
              <a:gd name="connsiteY28" fmla="*/ 237800 h 241967"/>
              <a:gd name="connsiteX29" fmla="*/ 158173 w 291293"/>
              <a:gd name="connsiteY29" fmla="*/ 242051 h 241967"/>
              <a:gd name="connsiteX30" fmla="*/ 202715 w 291293"/>
              <a:gd name="connsiteY30" fmla="*/ 240988 h 241967"/>
              <a:gd name="connsiteX31" fmla="*/ 241955 w 291293"/>
              <a:gd name="connsiteY31" fmla="*/ 242051 h 241967"/>
              <a:gd name="connsiteX32" fmla="*/ 248672 w 291293"/>
              <a:gd name="connsiteY32" fmla="*/ 235320 h 241967"/>
              <a:gd name="connsiteX33" fmla="*/ 242309 w 291293"/>
              <a:gd name="connsiteY33" fmla="*/ 231068 h 241967"/>
              <a:gd name="connsiteX34" fmla="*/ 211907 w 291293"/>
              <a:gd name="connsiteY34" fmla="*/ 215480 h 241967"/>
              <a:gd name="connsiteX35" fmla="*/ 166304 w 291293"/>
              <a:gd name="connsiteY35" fmla="*/ 106011 h 241967"/>
              <a:gd name="connsiteX36" fmla="*/ 238773 w 291293"/>
              <a:gd name="connsiteY36" fmla="*/ 29134 h 241967"/>
              <a:gd name="connsiteX37" fmla="*/ 283669 w 291293"/>
              <a:gd name="connsiteY37" fmla="*/ 11066 h 241967"/>
              <a:gd name="connsiteX38" fmla="*/ 291447 w 291293"/>
              <a:gd name="connsiteY38" fmla="*/ 3980 h 241967"/>
              <a:gd name="connsiteX39" fmla="*/ 286851 w 291293"/>
              <a:gd name="connsiteY39" fmla="*/ 83 h 241967"/>
              <a:gd name="connsiteX40" fmla="*/ 253621 w 291293"/>
              <a:gd name="connsiteY40" fmla="*/ 1146 h 241967"/>
              <a:gd name="connsiteX41" fmla="*/ 214381 w 291293"/>
              <a:gd name="connsiteY41" fmla="*/ 83 h 241967"/>
              <a:gd name="connsiteX42" fmla="*/ 207664 w 291293"/>
              <a:gd name="connsiteY42" fmla="*/ 7169 h 241967"/>
              <a:gd name="connsiteX43" fmla="*/ 211907 w 291293"/>
              <a:gd name="connsiteY43" fmla="*/ 11066 h 241967"/>
              <a:gd name="connsiteX44" fmla="*/ 226047 w 291293"/>
              <a:gd name="connsiteY44" fmla="*/ 22048 h 241967"/>
              <a:gd name="connsiteX45" fmla="*/ 219330 w 291293"/>
              <a:gd name="connsiteY45" fmla="*/ 34802 h 241967"/>
              <a:gd name="connsiteX46" fmla="*/ 162061 w 291293"/>
              <a:gd name="connsiteY46" fmla="*/ 96445 h 241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91293" h="241967">
                <a:moveTo>
                  <a:pt x="162061" y="96445"/>
                </a:moveTo>
                <a:lnTo>
                  <a:pt x="132367" y="25945"/>
                </a:lnTo>
                <a:cubicBezTo>
                  <a:pt x="131306" y="23111"/>
                  <a:pt x="130599" y="21694"/>
                  <a:pt x="130599" y="21340"/>
                </a:cubicBezTo>
                <a:cubicBezTo>
                  <a:pt x="130599" y="19214"/>
                  <a:pt x="136609" y="12483"/>
                  <a:pt x="151456" y="11066"/>
                </a:cubicBezTo>
                <a:cubicBezTo>
                  <a:pt x="154991" y="10712"/>
                  <a:pt x="158526" y="10357"/>
                  <a:pt x="158526" y="4335"/>
                </a:cubicBezTo>
                <a:cubicBezTo>
                  <a:pt x="158526" y="83"/>
                  <a:pt x="154284" y="83"/>
                  <a:pt x="153224" y="83"/>
                </a:cubicBezTo>
                <a:cubicBezTo>
                  <a:pt x="138730" y="83"/>
                  <a:pt x="123529" y="1146"/>
                  <a:pt x="108681" y="1146"/>
                </a:cubicBezTo>
                <a:cubicBezTo>
                  <a:pt x="99844" y="1146"/>
                  <a:pt x="77926" y="83"/>
                  <a:pt x="69088" y="83"/>
                </a:cubicBezTo>
                <a:cubicBezTo>
                  <a:pt x="66967" y="83"/>
                  <a:pt x="62725" y="83"/>
                  <a:pt x="62725" y="7169"/>
                </a:cubicBezTo>
                <a:cubicBezTo>
                  <a:pt x="62725" y="11066"/>
                  <a:pt x="66260" y="11066"/>
                  <a:pt x="70856" y="11066"/>
                </a:cubicBezTo>
                <a:cubicBezTo>
                  <a:pt x="92066" y="11066"/>
                  <a:pt x="94187" y="14609"/>
                  <a:pt x="97369" y="22403"/>
                </a:cubicBezTo>
                <a:lnTo>
                  <a:pt x="139083" y="121244"/>
                </a:lnTo>
                <a:lnTo>
                  <a:pt x="64492" y="201664"/>
                </a:lnTo>
                <a:lnTo>
                  <a:pt x="59897" y="205561"/>
                </a:lnTo>
                <a:cubicBezTo>
                  <a:pt x="42575" y="224337"/>
                  <a:pt x="25960" y="230006"/>
                  <a:pt x="7931" y="231068"/>
                </a:cubicBezTo>
                <a:cubicBezTo>
                  <a:pt x="3335" y="231423"/>
                  <a:pt x="153" y="231423"/>
                  <a:pt x="153" y="238154"/>
                </a:cubicBezTo>
                <a:cubicBezTo>
                  <a:pt x="153" y="238508"/>
                  <a:pt x="153" y="242051"/>
                  <a:pt x="4749" y="242051"/>
                </a:cubicBezTo>
                <a:cubicBezTo>
                  <a:pt x="15354" y="242051"/>
                  <a:pt x="27020" y="240988"/>
                  <a:pt x="37979" y="240988"/>
                </a:cubicBezTo>
                <a:cubicBezTo>
                  <a:pt x="51059" y="240988"/>
                  <a:pt x="64846" y="242051"/>
                  <a:pt x="77572" y="242051"/>
                </a:cubicBezTo>
                <a:cubicBezTo>
                  <a:pt x="79693" y="242051"/>
                  <a:pt x="83935" y="242051"/>
                  <a:pt x="83935" y="234965"/>
                </a:cubicBezTo>
                <a:cubicBezTo>
                  <a:pt x="83935" y="231423"/>
                  <a:pt x="80400" y="231068"/>
                  <a:pt x="79693" y="231068"/>
                </a:cubicBezTo>
                <a:cubicBezTo>
                  <a:pt x="76512" y="230714"/>
                  <a:pt x="65553" y="230006"/>
                  <a:pt x="65553" y="220086"/>
                </a:cubicBezTo>
                <a:cubicBezTo>
                  <a:pt x="65553" y="214418"/>
                  <a:pt x="70856" y="208749"/>
                  <a:pt x="75098" y="204144"/>
                </a:cubicBezTo>
                <a:lnTo>
                  <a:pt x="111156" y="165882"/>
                </a:lnTo>
                <a:lnTo>
                  <a:pt x="142972" y="131164"/>
                </a:lnTo>
                <a:lnTo>
                  <a:pt x="178677" y="215835"/>
                </a:lnTo>
                <a:cubicBezTo>
                  <a:pt x="180091" y="219732"/>
                  <a:pt x="180444" y="220086"/>
                  <a:pt x="180444" y="220795"/>
                </a:cubicBezTo>
                <a:cubicBezTo>
                  <a:pt x="180444" y="223629"/>
                  <a:pt x="173727" y="229651"/>
                  <a:pt x="159940" y="231068"/>
                </a:cubicBezTo>
                <a:cubicBezTo>
                  <a:pt x="156052" y="231423"/>
                  <a:pt x="152870" y="231777"/>
                  <a:pt x="152870" y="237800"/>
                </a:cubicBezTo>
                <a:cubicBezTo>
                  <a:pt x="152870" y="242051"/>
                  <a:pt x="156759" y="242051"/>
                  <a:pt x="158173" y="242051"/>
                </a:cubicBezTo>
                <a:cubicBezTo>
                  <a:pt x="168071" y="242051"/>
                  <a:pt x="192817" y="240988"/>
                  <a:pt x="202715" y="240988"/>
                </a:cubicBezTo>
                <a:cubicBezTo>
                  <a:pt x="211553" y="240988"/>
                  <a:pt x="233117" y="242051"/>
                  <a:pt x="241955" y="242051"/>
                </a:cubicBezTo>
                <a:cubicBezTo>
                  <a:pt x="244430" y="242051"/>
                  <a:pt x="248672" y="242051"/>
                  <a:pt x="248672" y="235320"/>
                </a:cubicBezTo>
                <a:cubicBezTo>
                  <a:pt x="248672" y="231068"/>
                  <a:pt x="245137" y="231068"/>
                  <a:pt x="242309" y="231068"/>
                </a:cubicBezTo>
                <a:cubicBezTo>
                  <a:pt x="218623" y="230714"/>
                  <a:pt x="217916" y="229651"/>
                  <a:pt x="211907" y="215480"/>
                </a:cubicBezTo>
                <a:cubicBezTo>
                  <a:pt x="198120" y="182533"/>
                  <a:pt x="174434" y="127267"/>
                  <a:pt x="166304" y="106011"/>
                </a:cubicBezTo>
                <a:cubicBezTo>
                  <a:pt x="190342" y="81212"/>
                  <a:pt x="227461" y="39053"/>
                  <a:pt x="238773" y="29134"/>
                </a:cubicBezTo>
                <a:cubicBezTo>
                  <a:pt x="249025" y="20631"/>
                  <a:pt x="262459" y="12129"/>
                  <a:pt x="283669" y="11066"/>
                </a:cubicBezTo>
                <a:cubicBezTo>
                  <a:pt x="288265" y="10712"/>
                  <a:pt x="291447" y="10712"/>
                  <a:pt x="291447" y="3980"/>
                </a:cubicBezTo>
                <a:cubicBezTo>
                  <a:pt x="291447" y="3626"/>
                  <a:pt x="291447" y="83"/>
                  <a:pt x="286851" y="83"/>
                </a:cubicBezTo>
                <a:cubicBezTo>
                  <a:pt x="276246" y="83"/>
                  <a:pt x="264580" y="1146"/>
                  <a:pt x="253621" y="1146"/>
                </a:cubicBezTo>
                <a:cubicBezTo>
                  <a:pt x="240541" y="1146"/>
                  <a:pt x="227108" y="83"/>
                  <a:pt x="214381" y="83"/>
                </a:cubicBezTo>
                <a:cubicBezTo>
                  <a:pt x="212260" y="83"/>
                  <a:pt x="207664" y="83"/>
                  <a:pt x="207664" y="7169"/>
                </a:cubicBezTo>
                <a:cubicBezTo>
                  <a:pt x="207664" y="9649"/>
                  <a:pt x="209432" y="10712"/>
                  <a:pt x="211907" y="11066"/>
                </a:cubicBezTo>
                <a:cubicBezTo>
                  <a:pt x="215088" y="11420"/>
                  <a:pt x="226047" y="12129"/>
                  <a:pt x="226047" y="22048"/>
                </a:cubicBezTo>
                <a:cubicBezTo>
                  <a:pt x="226047" y="27008"/>
                  <a:pt x="222158" y="31614"/>
                  <a:pt x="219330" y="34802"/>
                </a:cubicBezTo>
                <a:lnTo>
                  <a:pt x="162061" y="96445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1A11082C-A7A8-20B4-F1F8-7B4C861A0413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3527427" y="2050262"/>
            <a:ext cx="74979" cy="166897"/>
          </a:xfrm>
          <a:custGeom>
            <a:avLst/>
            <a:gdLst>
              <a:gd name="connsiteX0" fmla="*/ 68707 w 74979"/>
              <a:gd name="connsiteY0" fmla="*/ 9509 h 166897"/>
              <a:gd name="connsiteX1" fmla="*/ 58809 w 74979"/>
              <a:gd name="connsiteY1" fmla="*/ 85 h 166897"/>
              <a:gd name="connsiteX2" fmla="*/ 44951 w 74979"/>
              <a:gd name="connsiteY2" fmla="*/ 13724 h 166897"/>
              <a:gd name="connsiteX3" fmla="*/ 54850 w 74979"/>
              <a:gd name="connsiteY3" fmla="*/ 23148 h 166897"/>
              <a:gd name="connsiteX4" fmla="*/ 68707 w 74979"/>
              <a:gd name="connsiteY4" fmla="*/ 9509 h 166897"/>
              <a:gd name="connsiteX5" fmla="*/ 18226 w 74979"/>
              <a:gd name="connsiteY5" fmla="*/ 135487 h 166897"/>
              <a:gd name="connsiteX6" fmla="*/ 15999 w 74979"/>
              <a:gd name="connsiteY6" fmla="*/ 145903 h 166897"/>
              <a:gd name="connsiteX7" fmla="*/ 39507 w 74979"/>
              <a:gd name="connsiteY7" fmla="*/ 166982 h 166897"/>
              <a:gd name="connsiteX8" fmla="*/ 75141 w 74979"/>
              <a:gd name="connsiteY8" fmla="*/ 129040 h 166897"/>
              <a:gd name="connsiteX9" fmla="*/ 71182 w 74979"/>
              <a:gd name="connsiteY9" fmla="*/ 125816 h 166897"/>
              <a:gd name="connsiteX10" fmla="*/ 66480 w 74979"/>
              <a:gd name="connsiteY10" fmla="*/ 130032 h 166897"/>
              <a:gd name="connsiteX11" fmla="*/ 40250 w 74979"/>
              <a:gd name="connsiteY11" fmla="*/ 160039 h 166897"/>
              <a:gd name="connsiteX12" fmla="*/ 34063 w 74979"/>
              <a:gd name="connsiteY12" fmla="*/ 151359 h 166897"/>
              <a:gd name="connsiteX13" fmla="*/ 38023 w 74979"/>
              <a:gd name="connsiteY13" fmla="*/ 135487 h 166897"/>
              <a:gd name="connsiteX14" fmla="*/ 45941 w 74979"/>
              <a:gd name="connsiteY14" fmla="*/ 115648 h 166897"/>
              <a:gd name="connsiteX15" fmla="*/ 58067 w 74979"/>
              <a:gd name="connsiteY15" fmla="*/ 84154 h 166897"/>
              <a:gd name="connsiteX16" fmla="*/ 59551 w 74979"/>
              <a:gd name="connsiteY16" fmla="*/ 76218 h 166897"/>
              <a:gd name="connsiteX17" fmla="*/ 36043 w 74979"/>
              <a:gd name="connsiteY17" fmla="*/ 55139 h 166897"/>
              <a:gd name="connsiteX18" fmla="*/ 162 w 74979"/>
              <a:gd name="connsiteY18" fmla="*/ 93081 h 166897"/>
              <a:gd name="connsiteX19" fmla="*/ 4368 w 74979"/>
              <a:gd name="connsiteY19" fmla="*/ 96305 h 166897"/>
              <a:gd name="connsiteX20" fmla="*/ 8823 w 74979"/>
              <a:gd name="connsiteY20" fmla="*/ 92337 h 166897"/>
              <a:gd name="connsiteX21" fmla="*/ 35301 w 74979"/>
              <a:gd name="connsiteY21" fmla="*/ 62082 h 166897"/>
              <a:gd name="connsiteX22" fmla="*/ 41487 w 74979"/>
              <a:gd name="connsiteY22" fmla="*/ 70762 h 166897"/>
              <a:gd name="connsiteX23" fmla="*/ 33816 w 74979"/>
              <a:gd name="connsiteY23" fmla="*/ 95561 h 166897"/>
              <a:gd name="connsiteX24" fmla="*/ 18226 w 74979"/>
              <a:gd name="connsiteY24" fmla="*/ 135487 h 166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4979" h="166897">
                <a:moveTo>
                  <a:pt x="68707" y="9509"/>
                </a:moveTo>
                <a:cubicBezTo>
                  <a:pt x="68707" y="5541"/>
                  <a:pt x="65738" y="85"/>
                  <a:pt x="58809" y="85"/>
                </a:cubicBezTo>
                <a:cubicBezTo>
                  <a:pt x="52128" y="85"/>
                  <a:pt x="44951" y="6533"/>
                  <a:pt x="44951" y="13724"/>
                </a:cubicBezTo>
                <a:cubicBezTo>
                  <a:pt x="44951" y="17940"/>
                  <a:pt x="48168" y="23148"/>
                  <a:pt x="54850" y="23148"/>
                </a:cubicBezTo>
                <a:cubicBezTo>
                  <a:pt x="62026" y="23148"/>
                  <a:pt x="68707" y="16204"/>
                  <a:pt x="68707" y="9509"/>
                </a:cubicBezTo>
                <a:close/>
                <a:moveTo>
                  <a:pt x="18226" y="135487"/>
                </a:moveTo>
                <a:cubicBezTo>
                  <a:pt x="17236" y="138711"/>
                  <a:pt x="15999" y="141687"/>
                  <a:pt x="15999" y="145903"/>
                </a:cubicBezTo>
                <a:cubicBezTo>
                  <a:pt x="15999" y="157559"/>
                  <a:pt x="25897" y="166982"/>
                  <a:pt x="39507" y="166982"/>
                </a:cubicBezTo>
                <a:cubicBezTo>
                  <a:pt x="64253" y="166982"/>
                  <a:pt x="75141" y="132760"/>
                  <a:pt x="75141" y="129040"/>
                </a:cubicBezTo>
                <a:cubicBezTo>
                  <a:pt x="75141" y="125816"/>
                  <a:pt x="71924" y="125816"/>
                  <a:pt x="71182" y="125816"/>
                </a:cubicBezTo>
                <a:cubicBezTo>
                  <a:pt x="67718" y="125816"/>
                  <a:pt x="67470" y="127304"/>
                  <a:pt x="66480" y="130032"/>
                </a:cubicBezTo>
                <a:cubicBezTo>
                  <a:pt x="60789" y="149871"/>
                  <a:pt x="49901" y="160039"/>
                  <a:pt x="40250" y="160039"/>
                </a:cubicBezTo>
                <a:cubicBezTo>
                  <a:pt x="35301" y="160039"/>
                  <a:pt x="34063" y="156815"/>
                  <a:pt x="34063" y="151359"/>
                </a:cubicBezTo>
                <a:cubicBezTo>
                  <a:pt x="34063" y="145655"/>
                  <a:pt x="35795" y="140943"/>
                  <a:pt x="38023" y="135487"/>
                </a:cubicBezTo>
                <a:cubicBezTo>
                  <a:pt x="40497" y="128792"/>
                  <a:pt x="43219" y="122096"/>
                  <a:pt x="45941" y="115648"/>
                </a:cubicBezTo>
                <a:cubicBezTo>
                  <a:pt x="48168" y="109697"/>
                  <a:pt x="57077" y="87129"/>
                  <a:pt x="58067" y="84154"/>
                </a:cubicBezTo>
                <a:cubicBezTo>
                  <a:pt x="58809" y="81674"/>
                  <a:pt x="59551" y="78698"/>
                  <a:pt x="59551" y="76218"/>
                </a:cubicBezTo>
                <a:cubicBezTo>
                  <a:pt x="59551" y="64562"/>
                  <a:pt x="49653" y="55139"/>
                  <a:pt x="36043" y="55139"/>
                </a:cubicBezTo>
                <a:cubicBezTo>
                  <a:pt x="11545" y="55139"/>
                  <a:pt x="162" y="88865"/>
                  <a:pt x="162" y="93081"/>
                </a:cubicBezTo>
                <a:cubicBezTo>
                  <a:pt x="162" y="96305"/>
                  <a:pt x="3626" y="96305"/>
                  <a:pt x="4368" y="96305"/>
                </a:cubicBezTo>
                <a:cubicBezTo>
                  <a:pt x="7833" y="96305"/>
                  <a:pt x="8080" y="95065"/>
                  <a:pt x="8823" y="92337"/>
                </a:cubicBezTo>
                <a:cubicBezTo>
                  <a:pt x="15256" y="71010"/>
                  <a:pt x="26145" y="62082"/>
                  <a:pt x="35301" y="62082"/>
                </a:cubicBezTo>
                <a:cubicBezTo>
                  <a:pt x="39260" y="62082"/>
                  <a:pt x="41487" y="64066"/>
                  <a:pt x="41487" y="70762"/>
                </a:cubicBezTo>
                <a:cubicBezTo>
                  <a:pt x="41487" y="76466"/>
                  <a:pt x="40002" y="80186"/>
                  <a:pt x="33816" y="95561"/>
                </a:cubicBezTo>
                <a:lnTo>
                  <a:pt x="18226" y="135487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FD9B7BA-3B24-9ED9-FCA4-747766154493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3645864" y="1919572"/>
            <a:ext cx="257002" cy="241967"/>
          </a:xfrm>
          <a:custGeom>
            <a:avLst/>
            <a:gdLst>
              <a:gd name="connsiteX0" fmla="*/ 198838 w 257002"/>
              <a:gd name="connsiteY0" fmla="*/ 40470 h 241967"/>
              <a:gd name="connsiteX1" fmla="*/ 203787 w 257002"/>
              <a:gd name="connsiteY1" fmla="*/ 35511 h 241967"/>
              <a:gd name="connsiteX2" fmla="*/ 250097 w 257002"/>
              <a:gd name="connsiteY2" fmla="*/ 11066 h 241967"/>
              <a:gd name="connsiteX3" fmla="*/ 257168 w 257002"/>
              <a:gd name="connsiteY3" fmla="*/ 4335 h 241967"/>
              <a:gd name="connsiteX4" fmla="*/ 252572 w 257002"/>
              <a:gd name="connsiteY4" fmla="*/ 83 h 241967"/>
              <a:gd name="connsiteX5" fmla="*/ 223584 w 257002"/>
              <a:gd name="connsiteY5" fmla="*/ 1146 h 241967"/>
              <a:gd name="connsiteX6" fmla="*/ 188233 w 257002"/>
              <a:gd name="connsiteY6" fmla="*/ 83 h 241967"/>
              <a:gd name="connsiteX7" fmla="*/ 181516 w 257002"/>
              <a:gd name="connsiteY7" fmla="*/ 6815 h 241967"/>
              <a:gd name="connsiteX8" fmla="*/ 186819 w 257002"/>
              <a:gd name="connsiteY8" fmla="*/ 11066 h 241967"/>
              <a:gd name="connsiteX9" fmla="*/ 199545 w 257002"/>
              <a:gd name="connsiteY9" fmla="*/ 19214 h 241967"/>
              <a:gd name="connsiteX10" fmla="*/ 190000 w 257002"/>
              <a:gd name="connsiteY10" fmla="*/ 36219 h 241967"/>
              <a:gd name="connsiteX11" fmla="*/ 107986 w 257002"/>
              <a:gd name="connsiteY11" fmla="*/ 130810 h 241967"/>
              <a:gd name="connsiteX12" fmla="*/ 69100 w 257002"/>
              <a:gd name="connsiteY12" fmla="*/ 25591 h 241967"/>
              <a:gd name="connsiteX13" fmla="*/ 66979 w 257002"/>
              <a:gd name="connsiteY13" fmla="*/ 19568 h 241967"/>
              <a:gd name="connsiteX14" fmla="*/ 87836 w 257002"/>
              <a:gd name="connsiteY14" fmla="*/ 11066 h 241967"/>
              <a:gd name="connsiteX15" fmla="*/ 96320 w 257002"/>
              <a:gd name="connsiteY15" fmla="*/ 3980 h 241967"/>
              <a:gd name="connsiteX16" fmla="*/ 91017 w 257002"/>
              <a:gd name="connsiteY16" fmla="*/ 83 h 241967"/>
              <a:gd name="connsiteX17" fmla="*/ 46475 w 257002"/>
              <a:gd name="connsiteY17" fmla="*/ 1146 h 241967"/>
              <a:gd name="connsiteX18" fmla="*/ 6882 w 257002"/>
              <a:gd name="connsiteY18" fmla="*/ 83 h 241967"/>
              <a:gd name="connsiteX19" fmla="*/ 165 w 257002"/>
              <a:gd name="connsiteY19" fmla="*/ 7169 h 241967"/>
              <a:gd name="connsiteX20" fmla="*/ 8296 w 257002"/>
              <a:gd name="connsiteY20" fmla="*/ 11066 h 241967"/>
              <a:gd name="connsiteX21" fmla="*/ 34102 w 257002"/>
              <a:gd name="connsiteY21" fmla="*/ 23111 h 241967"/>
              <a:gd name="connsiteX22" fmla="*/ 77584 w 257002"/>
              <a:gd name="connsiteY22" fmla="*/ 139666 h 241967"/>
              <a:gd name="connsiteX23" fmla="*/ 78998 w 257002"/>
              <a:gd name="connsiteY23" fmla="*/ 145689 h 241967"/>
              <a:gd name="connsiteX24" fmla="*/ 63090 w 257002"/>
              <a:gd name="connsiteY24" fmla="*/ 210166 h 241967"/>
              <a:gd name="connsiteX25" fmla="*/ 29860 w 257002"/>
              <a:gd name="connsiteY25" fmla="*/ 231068 h 241967"/>
              <a:gd name="connsiteX26" fmla="*/ 20315 w 257002"/>
              <a:gd name="connsiteY26" fmla="*/ 238154 h 241967"/>
              <a:gd name="connsiteX27" fmla="*/ 25264 w 257002"/>
              <a:gd name="connsiteY27" fmla="*/ 242051 h 241967"/>
              <a:gd name="connsiteX28" fmla="*/ 69807 w 257002"/>
              <a:gd name="connsiteY28" fmla="*/ 240988 h 241967"/>
              <a:gd name="connsiteX29" fmla="*/ 115056 w 257002"/>
              <a:gd name="connsiteY29" fmla="*/ 242051 h 241967"/>
              <a:gd name="connsiteX30" fmla="*/ 121773 w 257002"/>
              <a:gd name="connsiteY30" fmla="*/ 234965 h 241967"/>
              <a:gd name="connsiteX31" fmla="*/ 111874 w 257002"/>
              <a:gd name="connsiteY31" fmla="*/ 231068 h 241967"/>
              <a:gd name="connsiteX32" fmla="*/ 98441 w 257002"/>
              <a:gd name="connsiteY32" fmla="*/ 230360 h 241967"/>
              <a:gd name="connsiteX33" fmla="*/ 88896 w 257002"/>
              <a:gd name="connsiteY33" fmla="*/ 224692 h 241967"/>
              <a:gd name="connsiteX34" fmla="*/ 93845 w 257002"/>
              <a:gd name="connsiteY34" fmla="*/ 202372 h 241967"/>
              <a:gd name="connsiteX35" fmla="*/ 106218 w 257002"/>
              <a:gd name="connsiteY35" fmla="*/ 152420 h 241967"/>
              <a:gd name="connsiteX36" fmla="*/ 111167 w 257002"/>
              <a:gd name="connsiteY36" fmla="*/ 141438 h 241967"/>
              <a:gd name="connsiteX37" fmla="*/ 198838 w 257002"/>
              <a:gd name="connsiteY37" fmla="*/ 40470 h 241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57002" h="241967">
                <a:moveTo>
                  <a:pt x="198838" y="40470"/>
                </a:moveTo>
                <a:lnTo>
                  <a:pt x="203787" y="35511"/>
                </a:lnTo>
                <a:cubicBezTo>
                  <a:pt x="214393" y="24882"/>
                  <a:pt x="226059" y="12837"/>
                  <a:pt x="250097" y="11066"/>
                </a:cubicBezTo>
                <a:cubicBezTo>
                  <a:pt x="253986" y="10712"/>
                  <a:pt x="257168" y="10712"/>
                  <a:pt x="257168" y="4335"/>
                </a:cubicBezTo>
                <a:cubicBezTo>
                  <a:pt x="257168" y="1500"/>
                  <a:pt x="255400" y="83"/>
                  <a:pt x="252572" y="83"/>
                </a:cubicBezTo>
                <a:cubicBezTo>
                  <a:pt x="243381" y="83"/>
                  <a:pt x="233129" y="1146"/>
                  <a:pt x="223584" y="1146"/>
                </a:cubicBezTo>
                <a:cubicBezTo>
                  <a:pt x="211918" y="1146"/>
                  <a:pt x="199545" y="83"/>
                  <a:pt x="188233" y="83"/>
                </a:cubicBezTo>
                <a:cubicBezTo>
                  <a:pt x="186112" y="83"/>
                  <a:pt x="181516" y="83"/>
                  <a:pt x="181516" y="6815"/>
                </a:cubicBezTo>
                <a:cubicBezTo>
                  <a:pt x="181516" y="10712"/>
                  <a:pt x="185051" y="11066"/>
                  <a:pt x="186819" y="11066"/>
                </a:cubicBezTo>
                <a:cubicBezTo>
                  <a:pt x="189293" y="11066"/>
                  <a:pt x="199545" y="11774"/>
                  <a:pt x="199545" y="19214"/>
                </a:cubicBezTo>
                <a:cubicBezTo>
                  <a:pt x="199545" y="25237"/>
                  <a:pt x="191415" y="34448"/>
                  <a:pt x="190000" y="36219"/>
                </a:cubicBezTo>
                <a:lnTo>
                  <a:pt x="107986" y="130810"/>
                </a:lnTo>
                <a:lnTo>
                  <a:pt x="69100" y="25591"/>
                </a:lnTo>
                <a:cubicBezTo>
                  <a:pt x="66979" y="20631"/>
                  <a:pt x="66979" y="19923"/>
                  <a:pt x="66979" y="19568"/>
                </a:cubicBezTo>
                <a:cubicBezTo>
                  <a:pt x="66979" y="11066"/>
                  <a:pt x="84301" y="11066"/>
                  <a:pt x="87836" y="11066"/>
                </a:cubicBezTo>
                <a:cubicBezTo>
                  <a:pt x="92785" y="11066"/>
                  <a:pt x="96320" y="11066"/>
                  <a:pt x="96320" y="3980"/>
                </a:cubicBezTo>
                <a:cubicBezTo>
                  <a:pt x="96320" y="83"/>
                  <a:pt x="92078" y="83"/>
                  <a:pt x="91017" y="83"/>
                </a:cubicBezTo>
                <a:cubicBezTo>
                  <a:pt x="81119" y="83"/>
                  <a:pt x="56373" y="1146"/>
                  <a:pt x="46475" y="1146"/>
                </a:cubicBezTo>
                <a:cubicBezTo>
                  <a:pt x="37637" y="1146"/>
                  <a:pt x="15719" y="83"/>
                  <a:pt x="6882" y="83"/>
                </a:cubicBezTo>
                <a:cubicBezTo>
                  <a:pt x="4761" y="83"/>
                  <a:pt x="165" y="83"/>
                  <a:pt x="165" y="7169"/>
                </a:cubicBezTo>
                <a:cubicBezTo>
                  <a:pt x="165" y="11066"/>
                  <a:pt x="3700" y="11066"/>
                  <a:pt x="8296" y="11066"/>
                </a:cubicBezTo>
                <a:cubicBezTo>
                  <a:pt x="29506" y="11066"/>
                  <a:pt x="30920" y="14254"/>
                  <a:pt x="34102" y="23111"/>
                </a:cubicBezTo>
                <a:lnTo>
                  <a:pt x="77584" y="139666"/>
                </a:lnTo>
                <a:cubicBezTo>
                  <a:pt x="77937" y="140729"/>
                  <a:pt x="78998" y="144626"/>
                  <a:pt x="78998" y="145689"/>
                </a:cubicBezTo>
                <a:cubicBezTo>
                  <a:pt x="78998" y="146752"/>
                  <a:pt x="64857" y="203790"/>
                  <a:pt x="63090" y="210166"/>
                </a:cubicBezTo>
                <a:cubicBezTo>
                  <a:pt x="58494" y="229651"/>
                  <a:pt x="58141" y="230714"/>
                  <a:pt x="29860" y="231068"/>
                </a:cubicBezTo>
                <a:cubicBezTo>
                  <a:pt x="23143" y="231068"/>
                  <a:pt x="20315" y="231068"/>
                  <a:pt x="20315" y="238154"/>
                </a:cubicBezTo>
                <a:cubicBezTo>
                  <a:pt x="20315" y="242051"/>
                  <a:pt x="24557" y="242051"/>
                  <a:pt x="25264" y="242051"/>
                </a:cubicBezTo>
                <a:cubicBezTo>
                  <a:pt x="35163" y="242051"/>
                  <a:pt x="59908" y="240988"/>
                  <a:pt x="69807" y="240988"/>
                </a:cubicBezTo>
                <a:cubicBezTo>
                  <a:pt x="79705" y="240988"/>
                  <a:pt x="105158" y="242051"/>
                  <a:pt x="115056" y="242051"/>
                </a:cubicBezTo>
                <a:cubicBezTo>
                  <a:pt x="117531" y="242051"/>
                  <a:pt x="121773" y="242051"/>
                  <a:pt x="121773" y="234965"/>
                </a:cubicBezTo>
                <a:cubicBezTo>
                  <a:pt x="121773" y="231068"/>
                  <a:pt x="118591" y="231068"/>
                  <a:pt x="111874" y="231068"/>
                </a:cubicBezTo>
                <a:cubicBezTo>
                  <a:pt x="111167" y="231068"/>
                  <a:pt x="104451" y="231068"/>
                  <a:pt x="98441" y="230360"/>
                </a:cubicBezTo>
                <a:cubicBezTo>
                  <a:pt x="91017" y="229651"/>
                  <a:pt x="88896" y="228943"/>
                  <a:pt x="88896" y="224692"/>
                </a:cubicBezTo>
                <a:cubicBezTo>
                  <a:pt x="88896" y="222212"/>
                  <a:pt x="92078" y="209812"/>
                  <a:pt x="93845" y="202372"/>
                </a:cubicBezTo>
                <a:lnTo>
                  <a:pt x="106218" y="152420"/>
                </a:lnTo>
                <a:cubicBezTo>
                  <a:pt x="107986" y="145689"/>
                  <a:pt x="108339" y="144626"/>
                  <a:pt x="111167" y="141438"/>
                </a:cubicBezTo>
                <a:lnTo>
                  <a:pt x="198838" y="40470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91BC751-C20A-0261-DA1F-E4F8F1D95C6D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3850355" y="2050262"/>
            <a:ext cx="74979" cy="166897"/>
          </a:xfrm>
          <a:custGeom>
            <a:avLst/>
            <a:gdLst>
              <a:gd name="connsiteX0" fmla="*/ 68716 w 74979"/>
              <a:gd name="connsiteY0" fmla="*/ 9509 h 166897"/>
              <a:gd name="connsiteX1" fmla="*/ 58818 w 74979"/>
              <a:gd name="connsiteY1" fmla="*/ 85 h 166897"/>
              <a:gd name="connsiteX2" fmla="*/ 44961 w 74979"/>
              <a:gd name="connsiteY2" fmla="*/ 13724 h 166897"/>
              <a:gd name="connsiteX3" fmla="*/ 54859 w 74979"/>
              <a:gd name="connsiteY3" fmla="*/ 23148 h 166897"/>
              <a:gd name="connsiteX4" fmla="*/ 68716 w 74979"/>
              <a:gd name="connsiteY4" fmla="*/ 9509 h 166897"/>
              <a:gd name="connsiteX5" fmla="*/ 18235 w 74979"/>
              <a:gd name="connsiteY5" fmla="*/ 135487 h 166897"/>
              <a:gd name="connsiteX6" fmla="*/ 16008 w 74979"/>
              <a:gd name="connsiteY6" fmla="*/ 145903 h 166897"/>
              <a:gd name="connsiteX7" fmla="*/ 39516 w 74979"/>
              <a:gd name="connsiteY7" fmla="*/ 166982 h 166897"/>
              <a:gd name="connsiteX8" fmla="*/ 75150 w 74979"/>
              <a:gd name="connsiteY8" fmla="*/ 129040 h 166897"/>
              <a:gd name="connsiteX9" fmla="*/ 71191 w 74979"/>
              <a:gd name="connsiteY9" fmla="*/ 125816 h 166897"/>
              <a:gd name="connsiteX10" fmla="*/ 66489 w 74979"/>
              <a:gd name="connsiteY10" fmla="*/ 130032 h 166897"/>
              <a:gd name="connsiteX11" fmla="*/ 40259 w 74979"/>
              <a:gd name="connsiteY11" fmla="*/ 160039 h 166897"/>
              <a:gd name="connsiteX12" fmla="*/ 34072 w 74979"/>
              <a:gd name="connsiteY12" fmla="*/ 151359 h 166897"/>
              <a:gd name="connsiteX13" fmla="*/ 38032 w 74979"/>
              <a:gd name="connsiteY13" fmla="*/ 135487 h 166897"/>
              <a:gd name="connsiteX14" fmla="*/ 45950 w 74979"/>
              <a:gd name="connsiteY14" fmla="*/ 115648 h 166897"/>
              <a:gd name="connsiteX15" fmla="*/ 58076 w 74979"/>
              <a:gd name="connsiteY15" fmla="*/ 84154 h 166897"/>
              <a:gd name="connsiteX16" fmla="*/ 59561 w 74979"/>
              <a:gd name="connsiteY16" fmla="*/ 76218 h 166897"/>
              <a:gd name="connsiteX17" fmla="*/ 36052 w 74979"/>
              <a:gd name="connsiteY17" fmla="*/ 55139 h 166897"/>
              <a:gd name="connsiteX18" fmla="*/ 171 w 74979"/>
              <a:gd name="connsiteY18" fmla="*/ 93081 h 166897"/>
              <a:gd name="connsiteX19" fmla="*/ 4377 w 74979"/>
              <a:gd name="connsiteY19" fmla="*/ 96305 h 166897"/>
              <a:gd name="connsiteX20" fmla="*/ 8832 w 74979"/>
              <a:gd name="connsiteY20" fmla="*/ 92337 h 166897"/>
              <a:gd name="connsiteX21" fmla="*/ 35310 w 74979"/>
              <a:gd name="connsiteY21" fmla="*/ 62082 h 166897"/>
              <a:gd name="connsiteX22" fmla="*/ 41496 w 74979"/>
              <a:gd name="connsiteY22" fmla="*/ 70762 h 166897"/>
              <a:gd name="connsiteX23" fmla="*/ 33825 w 74979"/>
              <a:gd name="connsiteY23" fmla="*/ 95561 h 166897"/>
              <a:gd name="connsiteX24" fmla="*/ 18235 w 74979"/>
              <a:gd name="connsiteY24" fmla="*/ 135487 h 166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4979" h="166897">
                <a:moveTo>
                  <a:pt x="68716" y="9509"/>
                </a:moveTo>
                <a:cubicBezTo>
                  <a:pt x="68716" y="5541"/>
                  <a:pt x="65747" y="85"/>
                  <a:pt x="58818" y="85"/>
                </a:cubicBezTo>
                <a:cubicBezTo>
                  <a:pt x="52137" y="85"/>
                  <a:pt x="44961" y="6533"/>
                  <a:pt x="44961" y="13724"/>
                </a:cubicBezTo>
                <a:cubicBezTo>
                  <a:pt x="44961" y="17940"/>
                  <a:pt x="48177" y="23148"/>
                  <a:pt x="54859" y="23148"/>
                </a:cubicBezTo>
                <a:cubicBezTo>
                  <a:pt x="62035" y="23148"/>
                  <a:pt x="68716" y="16204"/>
                  <a:pt x="68716" y="9509"/>
                </a:cubicBezTo>
                <a:close/>
                <a:moveTo>
                  <a:pt x="18235" y="135487"/>
                </a:moveTo>
                <a:cubicBezTo>
                  <a:pt x="17245" y="138711"/>
                  <a:pt x="16008" y="141687"/>
                  <a:pt x="16008" y="145903"/>
                </a:cubicBezTo>
                <a:cubicBezTo>
                  <a:pt x="16008" y="157559"/>
                  <a:pt x="25906" y="166982"/>
                  <a:pt x="39516" y="166982"/>
                </a:cubicBezTo>
                <a:cubicBezTo>
                  <a:pt x="64262" y="166982"/>
                  <a:pt x="75150" y="132760"/>
                  <a:pt x="75150" y="129040"/>
                </a:cubicBezTo>
                <a:cubicBezTo>
                  <a:pt x="75150" y="125816"/>
                  <a:pt x="71933" y="125816"/>
                  <a:pt x="71191" y="125816"/>
                </a:cubicBezTo>
                <a:cubicBezTo>
                  <a:pt x="67727" y="125816"/>
                  <a:pt x="67479" y="127304"/>
                  <a:pt x="66489" y="130032"/>
                </a:cubicBezTo>
                <a:cubicBezTo>
                  <a:pt x="60798" y="149871"/>
                  <a:pt x="49910" y="160039"/>
                  <a:pt x="40259" y="160039"/>
                </a:cubicBezTo>
                <a:cubicBezTo>
                  <a:pt x="35310" y="160039"/>
                  <a:pt x="34072" y="156815"/>
                  <a:pt x="34072" y="151359"/>
                </a:cubicBezTo>
                <a:cubicBezTo>
                  <a:pt x="34072" y="145655"/>
                  <a:pt x="35805" y="140943"/>
                  <a:pt x="38032" y="135487"/>
                </a:cubicBezTo>
                <a:cubicBezTo>
                  <a:pt x="40506" y="128792"/>
                  <a:pt x="43228" y="122096"/>
                  <a:pt x="45950" y="115648"/>
                </a:cubicBezTo>
                <a:cubicBezTo>
                  <a:pt x="48177" y="109697"/>
                  <a:pt x="57086" y="87129"/>
                  <a:pt x="58076" y="84154"/>
                </a:cubicBezTo>
                <a:cubicBezTo>
                  <a:pt x="58818" y="81674"/>
                  <a:pt x="59561" y="78698"/>
                  <a:pt x="59561" y="76218"/>
                </a:cubicBezTo>
                <a:cubicBezTo>
                  <a:pt x="59561" y="64562"/>
                  <a:pt x="49662" y="55139"/>
                  <a:pt x="36052" y="55139"/>
                </a:cubicBezTo>
                <a:cubicBezTo>
                  <a:pt x="11554" y="55139"/>
                  <a:pt x="171" y="88865"/>
                  <a:pt x="171" y="93081"/>
                </a:cubicBezTo>
                <a:cubicBezTo>
                  <a:pt x="171" y="96305"/>
                  <a:pt x="3635" y="96305"/>
                  <a:pt x="4377" y="96305"/>
                </a:cubicBezTo>
                <a:cubicBezTo>
                  <a:pt x="7842" y="96305"/>
                  <a:pt x="8089" y="95065"/>
                  <a:pt x="8832" y="92337"/>
                </a:cubicBezTo>
                <a:cubicBezTo>
                  <a:pt x="15266" y="71010"/>
                  <a:pt x="26154" y="62082"/>
                  <a:pt x="35310" y="62082"/>
                </a:cubicBezTo>
                <a:cubicBezTo>
                  <a:pt x="39269" y="62082"/>
                  <a:pt x="41496" y="64066"/>
                  <a:pt x="41496" y="70762"/>
                </a:cubicBezTo>
                <a:cubicBezTo>
                  <a:pt x="41496" y="76466"/>
                  <a:pt x="40011" y="80186"/>
                  <a:pt x="33825" y="95561"/>
                </a:cubicBezTo>
                <a:lnTo>
                  <a:pt x="18235" y="135487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07DDECB-9644-46A2-93EA-DDEE56C3ECB5}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3222922" y="2305554"/>
            <a:ext cx="733495" cy="14170"/>
          </a:xfrm>
          <a:custGeom>
            <a:avLst/>
            <a:gdLst>
              <a:gd name="connsiteX0" fmla="*/ 0 w 733495"/>
              <a:gd name="connsiteY0" fmla="*/ 0 h 14170"/>
              <a:gd name="connsiteX1" fmla="*/ 733496 w 733495"/>
              <a:gd name="connsiteY1" fmla="*/ 0 h 14170"/>
              <a:gd name="connsiteX2" fmla="*/ 733496 w 733495"/>
              <a:gd name="connsiteY2" fmla="*/ 14170 h 14170"/>
              <a:gd name="connsiteX3" fmla="*/ 0 w 733495"/>
              <a:gd name="connsiteY3" fmla="*/ 14170 h 14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3495" h="14170">
                <a:moveTo>
                  <a:pt x="0" y="0"/>
                </a:moveTo>
                <a:lnTo>
                  <a:pt x="733496" y="0"/>
                </a:lnTo>
                <a:lnTo>
                  <a:pt x="733496" y="14170"/>
                </a:lnTo>
                <a:lnTo>
                  <a:pt x="0" y="14170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4C1C786B-6B29-15F5-FE0B-2ABBE5C21950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3362084" y="2376403"/>
            <a:ext cx="275738" cy="354271"/>
          </a:xfrm>
          <a:custGeom>
            <a:avLst/>
            <a:gdLst>
              <a:gd name="connsiteX0" fmla="*/ 111866 w 275738"/>
              <a:gd name="connsiteY0" fmla="*/ 317163 h 354271"/>
              <a:gd name="connsiteX1" fmla="*/ 49648 w 275738"/>
              <a:gd name="connsiteY1" fmla="*/ 179351 h 354271"/>
              <a:gd name="connsiteX2" fmla="*/ 44345 w 275738"/>
              <a:gd name="connsiteY2" fmla="*/ 173683 h 354271"/>
              <a:gd name="connsiteX3" fmla="*/ 38336 w 275738"/>
              <a:gd name="connsiteY3" fmla="*/ 176517 h 354271"/>
              <a:gd name="connsiteX4" fmla="*/ 4752 w 275738"/>
              <a:gd name="connsiteY4" fmla="*/ 202025 h 354271"/>
              <a:gd name="connsiteX5" fmla="*/ 156 w 275738"/>
              <a:gd name="connsiteY5" fmla="*/ 207693 h 354271"/>
              <a:gd name="connsiteX6" fmla="*/ 3692 w 275738"/>
              <a:gd name="connsiteY6" fmla="*/ 211590 h 354271"/>
              <a:gd name="connsiteX7" fmla="*/ 15711 w 275738"/>
              <a:gd name="connsiteY7" fmla="*/ 203796 h 354271"/>
              <a:gd name="connsiteX8" fmla="*/ 27023 w 275738"/>
              <a:gd name="connsiteY8" fmla="*/ 195293 h 354271"/>
              <a:gd name="connsiteX9" fmla="*/ 96665 w 275738"/>
              <a:gd name="connsiteY9" fmla="*/ 348693 h 354271"/>
              <a:gd name="connsiteX10" fmla="*/ 104089 w 275738"/>
              <a:gd name="connsiteY10" fmla="*/ 354361 h 354271"/>
              <a:gd name="connsiteX11" fmla="*/ 112927 w 275738"/>
              <a:gd name="connsiteY11" fmla="*/ 347276 h 354271"/>
              <a:gd name="connsiteX12" fmla="*/ 273421 w 275738"/>
              <a:gd name="connsiteY12" fmla="*/ 14261 h 354271"/>
              <a:gd name="connsiteX13" fmla="*/ 275895 w 275738"/>
              <a:gd name="connsiteY13" fmla="*/ 7175 h 354271"/>
              <a:gd name="connsiteX14" fmla="*/ 268825 w 275738"/>
              <a:gd name="connsiteY14" fmla="*/ 90 h 354271"/>
              <a:gd name="connsiteX15" fmla="*/ 260694 w 275738"/>
              <a:gd name="connsiteY15" fmla="*/ 7530 h 354271"/>
              <a:gd name="connsiteX16" fmla="*/ 111866 w 275738"/>
              <a:gd name="connsiteY16" fmla="*/ 317163 h 354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5738" h="354271">
                <a:moveTo>
                  <a:pt x="111866" y="317163"/>
                </a:moveTo>
                <a:lnTo>
                  <a:pt x="49648" y="179351"/>
                </a:lnTo>
                <a:cubicBezTo>
                  <a:pt x="47173" y="173683"/>
                  <a:pt x="45406" y="173683"/>
                  <a:pt x="44345" y="173683"/>
                </a:cubicBezTo>
                <a:cubicBezTo>
                  <a:pt x="43992" y="173683"/>
                  <a:pt x="42224" y="173683"/>
                  <a:pt x="38336" y="176517"/>
                </a:cubicBezTo>
                <a:lnTo>
                  <a:pt x="4752" y="202025"/>
                </a:lnTo>
                <a:cubicBezTo>
                  <a:pt x="156" y="205567"/>
                  <a:pt x="156" y="206630"/>
                  <a:pt x="156" y="207693"/>
                </a:cubicBezTo>
                <a:cubicBezTo>
                  <a:pt x="156" y="209464"/>
                  <a:pt x="1217" y="211590"/>
                  <a:pt x="3692" y="211590"/>
                </a:cubicBezTo>
                <a:cubicBezTo>
                  <a:pt x="5813" y="211590"/>
                  <a:pt x="11822" y="206630"/>
                  <a:pt x="15711" y="203796"/>
                </a:cubicBezTo>
                <a:cubicBezTo>
                  <a:pt x="17832" y="202025"/>
                  <a:pt x="23135" y="198128"/>
                  <a:pt x="27023" y="195293"/>
                </a:cubicBezTo>
                <a:lnTo>
                  <a:pt x="96665" y="348693"/>
                </a:lnTo>
                <a:cubicBezTo>
                  <a:pt x="99140" y="354361"/>
                  <a:pt x="100907" y="354361"/>
                  <a:pt x="104089" y="354361"/>
                </a:cubicBezTo>
                <a:cubicBezTo>
                  <a:pt x="109391" y="354361"/>
                  <a:pt x="110452" y="352236"/>
                  <a:pt x="112927" y="347276"/>
                </a:cubicBezTo>
                <a:lnTo>
                  <a:pt x="273421" y="14261"/>
                </a:lnTo>
                <a:cubicBezTo>
                  <a:pt x="275895" y="9301"/>
                  <a:pt x="275895" y="7884"/>
                  <a:pt x="275895" y="7175"/>
                </a:cubicBezTo>
                <a:cubicBezTo>
                  <a:pt x="275895" y="3633"/>
                  <a:pt x="273067" y="90"/>
                  <a:pt x="268825" y="90"/>
                </a:cubicBezTo>
                <a:cubicBezTo>
                  <a:pt x="265997" y="90"/>
                  <a:pt x="263522" y="1861"/>
                  <a:pt x="260694" y="7530"/>
                </a:cubicBezTo>
                <a:lnTo>
                  <a:pt x="111866" y="317163"/>
                </a:lnTo>
                <a:close/>
              </a:path>
            </a:pathLst>
          </a:custGeom>
          <a:solidFill>
            <a:srgbClr val="2683C6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D92107B-ACC0-2ED8-3D11-BE3108A038EC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3630872" y="2376404"/>
            <a:ext cx="212189" cy="14170"/>
          </a:xfrm>
          <a:custGeom>
            <a:avLst/>
            <a:gdLst>
              <a:gd name="connsiteX0" fmla="*/ 0 w 212189"/>
              <a:gd name="connsiteY0" fmla="*/ 0 h 14170"/>
              <a:gd name="connsiteX1" fmla="*/ 212189 w 212189"/>
              <a:gd name="connsiteY1" fmla="*/ 0 h 14170"/>
              <a:gd name="connsiteX2" fmla="*/ 212189 w 212189"/>
              <a:gd name="connsiteY2" fmla="*/ 14170 h 14170"/>
              <a:gd name="connsiteX3" fmla="*/ 0 w 212189"/>
              <a:gd name="connsiteY3" fmla="*/ 14170 h 14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2189" h="14170">
                <a:moveTo>
                  <a:pt x="0" y="0"/>
                </a:moveTo>
                <a:lnTo>
                  <a:pt x="212189" y="0"/>
                </a:lnTo>
                <a:lnTo>
                  <a:pt x="212189" y="14170"/>
                </a:lnTo>
                <a:lnTo>
                  <a:pt x="0" y="14170"/>
                </a:lnTo>
                <a:close/>
              </a:path>
            </a:pathLst>
          </a:custGeom>
          <a:solidFill>
            <a:srgbClr val="2683C6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5DB6E64-8CC8-DB7A-2C2F-DCC2FDACF4BE}"/>
              </a:ext>
            </a:extLst>
          </p:cNvPr>
          <p:cNvSpPr/>
          <p:nvPr>
            <p:custDataLst>
              <p:tags r:id="rId17"/>
            </p:custDataLst>
          </p:nvPr>
        </p:nvSpPr>
        <p:spPr>
          <a:xfrm>
            <a:off x="3641123" y="2489160"/>
            <a:ext cx="191603" cy="160484"/>
          </a:xfrm>
          <a:custGeom>
            <a:avLst/>
            <a:gdLst>
              <a:gd name="connsiteX0" fmla="*/ 21022 w 191603"/>
              <a:gd name="connsiteY0" fmla="*/ 135783 h 160484"/>
              <a:gd name="connsiteX1" fmla="*/ 17840 w 191603"/>
              <a:gd name="connsiteY1" fmla="*/ 151017 h 160484"/>
              <a:gd name="connsiteX2" fmla="*/ 28092 w 191603"/>
              <a:gd name="connsiteY2" fmla="*/ 160582 h 160484"/>
              <a:gd name="connsiteX3" fmla="*/ 41172 w 191603"/>
              <a:gd name="connsiteY3" fmla="*/ 150662 h 160484"/>
              <a:gd name="connsiteX4" fmla="*/ 47889 w 191603"/>
              <a:gd name="connsiteY4" fmla="*/ 124446 h 160484"/>
              <a:gd name="connsiteX5" fmla="*/ 55666 w 191603"/>
              <a:gd name="connsiteY5" fmla="*/ 92562 h 160484"/>
              <a:gd name="connsiteX6" fmla="*/ 61676 w 191603"/>
              <a:gd name="connsiteY6" fmla="*/ 68826 h 160484"/>
              <a:gd name="connsiteX7" fmla="*/ 66271 w 191603"/>
              <a:gd name="connsiteY7" fmla="*/ 51112 h 160484"/>
              <a:gd name="connsiteX8" fmla="*/ 123894 w 191603"/>
              <a:gd name="connsiteY8" fmla="*/ 7891 h 160484"/>
              <a:gd name="connsiteX9" fmla="*/ 142983 w 191603"/>
              <a:gd name="connsiteY9" fmla="*/ 32690 h 160484"/>
              <a:gd name="connsiteX10" fmla="*/ 120005 w 191603"/>
              <a:gd name="connsiteY10" fmla="*/ 115235 h 160484"/>
              <a:gd name="connsiteX11" fmla="*/ 116470 w 191603"/>
              <a:gd name="connsiteY11" fmla="*/ 131532 h 160484"/>
              <a:gd name="connsiteX12" fmla="*/ 145458 w 191603"/>
              <a:gd name="connsiteY12" fmla="*/ 160582 h 160484"/>
              <a:gd name="connsiteX13" fmla="*/ 191768 w 191603"/>
              <a:gd name="connsiteY13" fmla="*/ 106024 h 160484"/>
              <a:gd name="connsiteX14" fmla="*/ 187526 w 191603"/>
              <a:gd name="connsiteY14" fmla="*/ 102482 h 160484"/>
              <a:gd name="connsiteX15" fmla="*/ 182223 w 191603"/>
              <a:gd name="connsiteY15" fmla="*/ 108858 h 160484"/>
              <a:gd name="connsiteX16" fmla="*/ 146165 w 191603"/>
              <a:gd name="connsiteY16" fmla="*/ 152788 h 160484"/>
              <a:gd name="connsiteX17" fmla="*/ 137681 w 191603"/>
              <a:gd name="connsiteY17" fmla="*/ 141097 h 160484"/>
              <a:gd name="connsiteX18" fmla="*/ 144044 w 191603"/>
              <a:gd name="connsiteY18" fmla="*/ 115944 h 160484"/>
              <a:gd name="connsiteX19" fmla="*/ 165608 w 191603"/>
              <a:gd name="connsiteY19" fmla="*/ 38004 h 160484"/>
              <a:gd name="connsiteX20" fmla="*/ 124954 w 191603"/>
              <a:gd name="connsiteY20" fmla="*/ 97 h 160484"/>
              <a:gd name="connsiteX21" fmla="*/ 69807 w 191603"/>
              <a:gd name="connsiteY21" fmla="*/ 30919 h 160484"/>
              <a:gd name="connsiteX22" fmla="*/ 37283 w 191603"/>
              <a:gd name="connsiteY22" fmla="*/ 97 h 160484"/>
              <a:gd name="connsiteX23" fmla="*/ 10770 w 191603"/>
              <a:gd name="connsiteY23" fmla="*/ 20291 h 160484"/>
              <a:gd name="connsiteX24" fmla="*/ 165 w 191603"/>
              <a:gd name="connsiteY24" fmla="*/ 54655 h 160484"/>
              <a:gd name="connsiteX25" fmla="*/ 4407 w 191603"/>
              <a:gd name="connsiteY25" fmla="*/ 58198 h 160484"/>
              <a:gd name="connsiteX26" fmla="*/ 10417 w 191603"/>
              <a:gd name="connsiteY26" fmla="*/ 50049 h 160484"/>
              <a:gd name="connsiteX27" fmla="*/ 36223 w 191603"/>
              <a:gd name="connsiteY27" fmla="*/ 7891 h 160484"/>
              <a:gd name="connsiteX28" fmla="*/ 47182 w 191603"/>
              <a:gd name="connsiteY28" fmla="*/ 24188 h 160484"/>
              <a:gd name="connsiteX29" fmla="*/ 41526 w 191603"/>
              <a:gd name="connsiteY29" fmla="*/ 53946 h 160484"/>
              <a:gd name="connsiteX30" fmla="*/ 21022 w 191603"/>
              <a:gd name="connsiteY30" fmla="*/ 135783 h 160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91603" h="160484">
                <a:moveTo>
                  <a:pt x="21022" y="135783"/>
                </a:moveTo>
                <a:cubicBezTo>
                  <a:pt x="19961" y="141097"/>
                  <a:pt x="17840" y="149245"/>
                  <a:pt x="17840" y="151017"/>
                </a:cubicBezTo>
                <a:cubicBezTo>
                  <a:pt x="17840" y="157394"/>
                  <a:pt x="22790" y="160582"/>
                  <a:pt x="28092" y="160582"/>
                </a:cubicBezTo>
                <a:cubicBezTo>
                  <a:pt x="32334" y="160582"/>
                  <a:pt x="38697" y="157748"/>
                  <a:pt x="41172" y="150662"/>
                </a:cubicBezTo>
                <a:cubicBezTo>
                  <a:pt x="41526" y="149954"/>
                  <a:pt x="45768" y="133303"/>
                  <a:pt x="47889" y="124446"/>
                </a:cubicBezTo>
                <a:lnTo>
                  <a:pt x="55666" y="92562"/>
                </a:lnTo>
                <a:cubicBezTo>
                  <a:pt x="57787" y="84768"/>
                  <a:pt x="59908" y="76974"/>
                  <a:pt x="61676" y="68826"/>
                </a:cubicBezTo>
                <a:cubicBezTo>
                  <a:pt x="63090" y="62803"/>
                  <a:pt x="65918" y="52529"/>
                  <a:pt x="66271" y="51112"/>
                </a:cubicBezTo>
                <a:cubicBezTo>
                  <a:pt x="71574" y="40130"/>
                  <a:pt x="90310" y="7891"/>
                  <a:pt x="123894" y="7891"/>
                </a:cubicBezTo>
                <a:cubicBezTo>
                  <a:pt x="139802" y="7891"/>
                  <a:pt x="142983" y="20999"/>
                  <a:pt x="142983" y="32690"/>
                </a:cubicBezTo>
                <a:cubicBezTo>
                  <a:pt x="142983" y="54655"/>
                  <a:pt x="125661" y="100002"/>
                  <a:pt x="120005" y="115235"/>
                </a:cubicBezTo>
                <a:cubicBezTo>
                  <a:pt x="116824" y="123384"/>
                  <a:pt x="116470" y="127635"/>
                  <a:pt x="116470" y="131532"/>
                </a:cubicBezTo>
                <a:cubicBezTo>
                  <a:pt x="116470" y="148183"/>
                  <a:pt x="128843" y="160582"/>
                  <a:pt x="145458" y="160582"/>
                </a:cubicBezTo>
                <a:cubicBezTo>
                  <a:pt x="178688" y="160582"/>
                  <a:pt x="191768" y="108858"/>
                  <a:pt x="191768" y="106024"/>
                </a:cubicBezTo>
                <a:cubicBezTo>
                  <a:pt x="191768" y="102482"/>
                  <a:pt x="188586" y="102482"/>
                  <a:pt x="187526" y="102482"/>
                </a:cubicBezTo>
                <a:cubicBezTo>
                  <a:pt x="183991" y="102482"/>
                  <a:pt x="183991" y="103544"/>
                  <a:pt x="182223" y="108858"/>
                </a:cubicBezTo>
                <a:cubicBezTo>
                  <a:pt x="175153" y="132949"/>
                  <a:pt x="163487" y="152788"/>
                  <a:pt x="146165" y="152788"/>
                </a:cubicBezTo>
                <a:cubicBezTo>
                  <a:pt x="140155" y="152788"/>
                  <a:pt x="137681" y="149245"/>
                  <a:pt x="137681" y="141097"/>
                </a:cubicBezTo>
                <a:cubicBezTo>
                  <a:pt x="137681" y="132240"/>
                  <a:pt x="140862" y="123738"/>
                  <a:pt x="144044" y="115944"/>
                </a:cubicBezTo>
                <a:cubicBezTo>
                  <a:pt x="150761" y="97167"/>
                  <a:pt x="165608" y="58198"/>
                  <a:pt x="165608" y="38004"/>
                </a:cubicBezTo>
                <a:cubicBezTo>
                  <a:pt x="165608" y="14268"/>
                  <a:pt x="150407" y="97"/>
                  <a:pt x="124954" y="97"/>
                </a:cubicBezTo>
                <a:cubicBezTo>
                  <a:pt x="93138" y="97"/>
                  <a:pt x="75816" y="22770"/>
                  <a:pt x="69807" y="30919"/>
                </a:cubicBezTo>
                <a:cubicBezTo>
                  <a:pt x="68039" y="11079"/>
                  <a:pt x="53545" y="97"/>
                  <a:pt x="37283" y="97"/>
                </a:cubicBezTo>
                <a:cubicBezTo>
                  <a:pt x="21022" y="97"/>
                  <a:pt x="14305" y="13914"/>
                  <a:pt x="10770" y="20291"/>
                </a:cubicBezTo>
                <a:cubicBezTo>
                  <a:pt x="5114" y="32336"/>
                  <a:pt x="165" y="53238"/>
                  <a:pt x="165" y="54655"/>
                </a:cubicBezTo>
                <a:cubicBezTo>
                  <a:pt x="165" y="58198"/>
                  <a:pt x="3700" y="58198"/>
                  <a:pt x="4407" y="58198"/>
                </a:cubicBezTo>
                <a:cubicBezTo>
                  <a:pt x="7942" y="58198"/>
                  <a:pt x="8296" y="57843"/>
                  <a:pt x="10417" y="50049"/>
                </a:cubicBezTo>
                <a:cubicBezTo>
                  <a:pt x="16426" y="24896"/>
                  <a:pt x="23497" y="7891"/>
                  <a:pt x="36223" y="7891"/>
                </a:cubicBezTo>
                <a:cubicBezTo>
                  <a:pt x="43293" y="7891"/>
                  <a:pt x="47182" y="12497"/>
                  <a:pt x="47182" y="24188"/>
                </a:cubicBezTo>
                <a:cubicBezTo>
                  <a:pt x="47182" y="31627"/>
                  <a:pt x="46121" y="35524"/>
                  <a:pt x="41526" y="53946"/>
                </a:cubicBezTo>
                <a:lnTo>
                  <a:pt x="21022" y="135783"/>
                </a:lnTo>
                <a:close/>
              </a:path>
            </a:pathLst>
          </a:custGeom>
          <a:solidFill>
            <a:srgbClr val="2683C6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5F14CE0-C234-A1C1-28C6-FEEE19BAE59E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>
            <a:off x="4006616" y="2135503"/>
            <a:ext cx="48431" cy="354271"/>
          </a:xfrm>
          <a:custGeom>
            <a:avLst/>
            <a:gdLst>
              <a:gd name="connsiteX0" fmla="*/ 48606 w 48431"/>
              <a:gd name="connsiteY0" fmla="*/ 90 h 354271"/>
              <a:gd name="connsiteX1" fmla="*/ 175 w 48431"/>
              <a:gd name="connsiteY1" fmla="*/ 90 h 354271"/>
              <a:gd name="connsiteX2" fmla="*/ 175 w 48431"/>
              <a:gd name="connsiteY2" fmla="*/ 14261 h 354271"/>
              <a:gd name="connsiteX3" fmla="*/ 34466 w 48431"/>
              <a:gd name="connsiteY3" fmla="*/ 14261 h 354271"/>
              <a:gd name="connsiteX4" fmla="*/ 34466 w 48431"/>
              <a:gd name="connsiteY4" fmla="*/ 340191 h 354271"/>
              <a:gd name="connsiteX5" fmla="*/ 175 w 48431"/>
              <a:gd name="connsiteY5" fmla="*/ 340191 h 354271"/>
              <a:gd name="connsiteX6" fmla="*/ 175 w 48431"/>
              <a:gd name="connsiteY6" fmla="*/ 354362 h 354271"/>
              <a:gd name="connsiteX7" fmla="*/ 48606 w 48431"/>
              <a:gd name="connsiteY7" fmla="*/ 354362 h 354271"/>
              <a:gd name="connsiteX8" fmla="*/ 48606 w 48431"/>
              <a:gd name="connsiteY8" fmla="*/ 90 h 354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431" h="354271">
                <a:moveTo>
                  <a:pt x="48606" y="90"/>
                </a:moveTo>
                <a:lnTo>
                  <a:pt x="175" y="90"/>
                </a:lnTo>
                <a:lnTo>
                  <a:pt x="175" y="14261"/>
                </a:lnTo>
                <a:lnTo>
                  <a:pt x="34466" y="14261"/>
                </a:lnTo>
                <a:lnTo>
                  <a:pt x="34466" y="340191"/>
                </a:lnTo>
                <a:lnTo>
                  <a:pt x="175" y="340191"/>
                </a:lnTo>
                <a:lnTo>
                  <a:pt x="175" y="354362"/>
                </a:lnTo>
                <a:lnTo>
                  <a:pt x="48606" y="354362"/>
                </a:lnTo>
                <a:lnTo>
                  <a:pt x="48606" y="90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A4F28CC-9C69-B6B9-09DD-AADEDEEEE8CC}"/>
              </a:ext>
            </a:extLst>
          </p:cNvPr>
          <p:cNvSpPr/>
          <p:nvPr>
            <p:custDataLst>
              <p:tags r:id="rId19"/>
            </p:custDataLst>
          </p:nvPr>
        </p:nvSpPr>
        <p:spPr>
          <a:xfrm>
            <a:off x="4215028" y="2271189"/>
            <a:ext cx="235085" cy="82899"/>
          </a:xfrm>
          <a:custGeom>
            <a:avLst/>
            <a:gdLst>
              <a:gd name="connsiteX0" fmla="*/ 223246 w 235085"/>
              <a:gd name="connsiteY0" fmla="*/ 14261 h 82899"/>
              <a:gd name="connsiteX1" fmla="*/ 235266 w 235085"/>
              <a:gd name="connsiteY1" fmla="*/ 7176 h 82899"/>
              <a:gd name="connsiteX2" fmla="*/ 223600 w 235085"/>
              <a:gd name="connsiteY2" fmla="*/ 90 h 82899"/>
              <a:gd name="connsiteX3" fmla="*/ 11847 w 235085"/>
              <a:gd name="connsiteY3" fmla="*/ 90 h 82899"/>
              <a:gd name="connsiteX4" fmla="*/ 181 w 235085"/>
              <a:gd name="connsiteY4" fmla="*/ 7176 h 82899"/>
              <a:gd name="connsiteX5" fmla="*/ 12200 w 235085"/>
              <a:gd name="connsiteY5" fmla="*/ 14261 h 82899"/>
              <a:gd name="connsiteX6" fmla="*/ 223246 w 235085"/>
              <a:gd name="connsiteY6" fmla="*/ 14261 h 82899"/>
              <a:gd name="connsiteX7" fmla="*/ 223600 w 235085"/>
              <a:gd name="connsiteY7" fmla="*/ 82990 h 82899"/>
              <a:gd name="connsiteX8" fmla="*/ 235266 w 235085"/>
              <a:gd name="connsiteY8" fmla="*/ 75904 h 82899"/>
              <a:gd name="connsiteX9" fmla="*/ 223246 w 235085"/>
              <a:gd name="connsiteY9" fmla="*/ 68819 h 82899"/>
              <a:gd name="connsiteX10" fmla="*/ 12200 w 235085"/>
              <a:gd name="connsiteY10" fmla="*/ 68819 h 82899"/>
              <a:gd name="connsiteX11" fmla="*/ 181 w 235085"/>
              <a:gd name="connsiteY11" fmla="*/ 75904 h 82899"/>
              <a:gd name="connsiteX12" fmla="*/ 11847 w 235085"/>
              <a:gd name="connsiteY12" fmla="*/ 82990 h 82899"/>
              <a:gd name="connsiteX13" fmla="*/ 223600 w 235085"/>
              <a:gd name="connsiteY13" fmla="*/ 82990 h 82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5085" h="82899">
                <a:moveTo>
                  <a:pt x="223246" y="14261"/>
                </a:moveTo>
                <a:cubicBezTo>
                  <a:pt x="228549" y="14261"/>
                  <a:pt x="235266" y="14261"/>
                  <a:pt x="235266" y="7176"/>
                </a:cubicBezTo>
                <a:cubicBezTo>
                  <a:pt x="235266" y="90"/>
                  <a:pt x="228549" y="90"/>
                  <a:pt x="223600" y="90"/>
                </a:cubicBezTo>
                <a:lnTo>
                  <a:pt x="11847" y="90"/>
                </a:lnTo>
                <a:cubicBezTo>
                  <a:pt x="6897" y="90"/>
                  <a:pt x="181" y="90"/>
                  <a:pt x="181" y="7176"/>
                </a:cubicBezTo>
                <a:cubicBezTo>
                  <a:pt x="181" y="14261"/>
                  <a:pt x="6897" y="14261"/>
                  <a:pt x="12200" y="14261"/>
                </a:cubicBezTo>
                <a:lnTo>
                  <a:pt x="223246" y="14261"/>
                </a:lnTo>
                <a:close/>
                <a:moveTo>
                  <a:pt x="223600" y="82990"/>
                </a:moveTo>
                <a:cubicBezTo>
                  <a:pt x="228549" y="82990"/>
                  <a:pt x="235266" y="82990"/>
                  <a:pt x="235266" y="75904"/>
                </a:cubicBezTo>
                <a:cubicBezTo>
                  <a:pt x="235266" y="68819"/>
                  <a:pt x="228549" y="68819"/>
                  <a:pt x="223246" y="68819"/>
                </a:cubicBezTo>
                <a:lnTo>
                  <a:pt x="12200" y="68819"/>
                </a:lnTo>
                <a:cubicBezTo>
                  <a:pt x="6897" y="68819"/>
                  <a:pt x="181" y="68819"/>
                  <a:pt x="181" y="75904"/>
                </a:cubicBezTo>
                <a:cubicBezTo>
                  <a:pt x="181" y="82990"/>
                  <a:pt x="6897" y="82990"/>
                  <a:pt x="11847" y="82990"/>
                </a:cubicBezTo>
                <a:lnTo>
                  <a:pt x="223600" y="82990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4249418-4284-5E4D-E96F-F3CC3F9BEBD2}"/>
              </a:ext>
            </a:extLst>
          </p:cNvPr>
          <p:cNvSpPr/>
          <p:nvPr>
            <p:custDataLst>
              <p:tags r:id="rId20"/>
            </p:custDataLst>
          </p:nvPr>
        </p:nvSpPr>
        <p:spPr>
          <a:xfrm>
            <a:off x="4747950" y="1849002"/>
            <a:ext cx="151196" cy="111843"/>
          </a:xfrm>
          <a:custGeom>
            <a:avLst/>
            <a:gdLst>
              <a:gd name="connsiteX0" fmla="*/ 18755 w 151196"/>
              <a:gd name="connsiteY0" fmla="*/ 93818 h 111843"/>
              <a:gd name="connsiteX1" fmla="*/ 16281 w 151196"/>
              <a:gd name="connsiteY1" fmla="*/ 103986 h 111843"/>
              <a:gd name="connsiteX2" fmla="*/ 24694 w 151196"/>
              <a:gd name="connsiteY2" fmla="*/ 111921 h 111843"/>
              <a:gd name="connsiteX3" fmla="*/ 34345 w 151196"/>
              <a:gd name="connsiteY3" fmla="*/ 106465 h 111843"/>
              <a:gd name="connsiteX4" fmla="*/ 38799 w 151196"/>
              <a:gd name="connsiteY4" fmla="*/ 91090 h 111843"/>
              <a:gd name="connsiteX5" fmla="*/ 44243 w 151196"/>
              <a:gd name="connsiteY5" fmla="*/ 68771 h 111843"/>
              <a:gd name="connsiteX6" fmla="*/ 48450 w 151196"/>
              <a:gd name="connsiteY6" fmla="*/ 52156 h 111843"/>
              <a:gd name="connsiteX7" fmla="*/ 58843 w 151196"/>
              <a:gd name="connsiteY7" fmla="*/ 29837 h 111843"/>
              <a:gd name="connsiteX8" fmla="*/ 95962 w 151196"/>
              <a:gd name="connsiteY8" fmla="*/ 7021 h 111843"/>
              <a:gd name="connsiteX9" fmla="*/ 110562 w 151196"/>
              <a:gd name="connsiteY9" fmla="*/ 24381 h 111843"/>
              <a:gd name="connsiteX10" fmla="*/ 95962 w 151196"/>
              <a:gd name="connsiteY10" fmla="*/ 77203 h 111843"/>
              <a:gd name="connsiteX11" fmla="*/ 92250 w 151196"/>
              <a:gd name="connsiteY11" fmla="*/ 90594 h 111843"/>
              <a:gd name="connsiteX12" fmla="*/ 115759 w 151196"/>
              <a:gd name="connsiteY12" fmla="*/ 111921 h 111843"/>
              <a:gd name="connsiteX13" fmla="*/ 151393 w 151196"/>
              <a:gd name="connsiteY13" fmla="*/ 73979 h 111843"/>
              <a:gd name="connsiteX14" fmla="*/ 147433 w 151196"/>
              <a:gd name="connsiteY14" fmla="*/ 70755 h 111843"/>
              <a:gd name="connsiteX15" fmla="*/ 142732 w 151196"/>
              <a:gd name="connsiteY15" fmla="*/ 74971 h 111843"/>
              <a:gd name="connsiteX16" fmla="*/ 116501 w 151196"/>
              <a:gd name="connsiteY16" fmla="*/ 104978 h 111843"/>
              <a:gd name="connsiteX17" fmla="*/ 110315 w 151196"/>
              <a:gd name="connsiteY17" fmla="*/ 96298 h 111843"/>
              <a:gd name="connsiteX18" fmla="*/ 116006 w 151196"/>
              <a:gd name="connsiteY18" fmla="*/ 76211 h 111843"/>
              <a:gd name="connsiteX19" fmla="*/ 129122 w 151196"/>
              <a:gd name="connsiteY19" fmla="*/ 28349 h 111843"/>
              <a:gd name="connsiteX20" fmla="*/ 96952 w 151196"/>
              <a:gd name="connsiteY20" fmla="*/ 78 h 111843"/>
              <a:gd name="connsiteX21" fmla="*/ 55132 w 151196"/>
              <a:gd name="connsiteY21" fmla="*/ 22645 h 111843"/>
              <a:gd name="connsiteX22" fmla="*/ 28654 w 151196"/>
              <a:gd name="connsiteY22" fmla="*/ 78 h 111843"/>
              <a:gd name="connsiteX23" fmla="*/ 9104 w 151196"/>
              <a:gd name="connsiteY23" fmla="*/ 13469 h 111843"/>
              <a:gd name="connsiteX24" fmla="*/ 196 w 151196"/>
              <a:gd name="connsiteY24" fmla="*/ 38020 h 111843"/>
              <a:gd name="connsiteX25" fmla="*/ 4403 w 151196"/>
              <a:gd name="connsiteY25" fmla="*/ 41244 h 111843"/>
              <a:gd name="connsiteX26" fmla="*/ 9847 w 151196"/>
              <a:gd name="connsiteY26" fmla="*/ 33804 h 111843"/>
              <a:gd name="connsiteX27" fmla="*/ 27911 w 151196"/>
              <a:gd name="connsiteY27" fmla="*/ 7021 h 111843"/>
              <a:gd name="connsiteX28" fmla="*/ 36077 w 151196"/>
              <a:gd name="connsiteY28" fmla="*/ 19173 h 111843"/>
              <a:gd name="connsiteX29" fmla="*/ 32118 w 151196"/>
              <a:gd name="connsiteY29" fmla="*/ 39756 h 111843"/>
              <a:gd name="connsiteX30" fmla="*/ 26674 w 151196"/>
              <a:gd name="connsiteY30" fmla="*/ 62075 h 111843"/>
              <a:gd name="connsiteX31" fmla="*/ 18755 w 151196"/>
              <a:gd name="connsiteY31" fmla="*/ 93818 h 111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51196" h="111843">
                <a:moveTo>
                  <a:pt x="18755" y="93818"/>
                </a:moveTo>
                <a:cubicBezTo>
                  <a:pt x="17765" y="97042"/>
                  <a:pt x="16281" y="103242"/>
                  <a:pt x="16281" y="103986"/>
                </a:cubicBezTo>
                <a:cubicBezTo>
                  <a:pt x="16281" y="109441"/>
                  <a:pt x="20735" y="111921"/>
                  <a:pt x="24694" y="111921"/>
                </a:cubicBezTo>
                <a:cubicBezTo>
                  <a:pt x="29149" y="111921"/>
                  <a:pt x="33108" y="108697"/>
                  <a:pt x="34345" y="106465"/>
                </a:cubicBezTo>
                <a:cubicBezTo>
                  <a:pt x="35582" y="104234"/>
                  <a:pt x="37562" y="96298"/>
                  <a:pt x="38799" y="91090"/>
                </a:cubicBezTo>
                <a:cubicBezTo>
                  <a:pt x="40037" y="86378"/>
                  <a:pt x="42759" y="74971"/>
                  <a:pt x="44243" y="68771"/>
                </a:cubicBezTo>
                <a:cubicBezTo>
                  <a:pt x="45728" y="63315"/>
                  <a:pt x="47213" y="57859"/>
                  <a:pt x="48450" y="52156"/>
                </a:cubicBezTo>
                <a:cubicBezTo>
                  <a:pt x="51172" y="41988"/>
                  <a:pt x="51667" y="40004"/>
                  <a:pt x="58843" y="29837"/>
                </a:cubicBezTo>
                <a:cubicBezTo>
                  <a:pt x="65772" y="19917"/>
                  <a:pt x="77403" y="7021"/>
                  <a:pt x="95962" y="7021"/>
                </a:cubicBezTo>
                <a:cubicBezTo>
                  <a:pt x="110315" y="7021"/>
                  <a:pt x="110562" y="19669"/>
                  <a:pt x="110562" y="24381"/>
                </a:cubicBezTo>
                <a:cubicBezTo>
                  <a:pt x="110562" y="39260"/>
                  <a:pt x="99922" y="66787"/>
                  <a:pt x="95962" y="77203"/>
                </a:cubicBezTo>
                <a:cubicBezTo>
                  <a:pt x="93240" y="84146"/>
                  <a:pt x="92250" y="86378"/>
                  <a:pt x="92250" y="90594"/>
                </a:cubicBezTo>
                <a:cubicBezTo>
                  <a:pt x="92250" y="103738"/>
                  <a:pt x="103138" y="111921"/>
                  <a:pt x="115759" y="111921"/>
                </a:cubicBezTo>
                <a:cubicBezTo>
                  <a:pt x="140505" y="111921"/>
                  <a:pt x="151393" y="77699"/>
                  <a:pt x="151393" y="73979"/>
                </a:cubicBezTo>
                <a:cubicBezTo>
                  <a:pt x="151393" y="70755"/>
                  <a:pt x="148176" y="70755"/>
                  <a:pt x="147433" y="70755"/>
                </a:cubicBezTo>
                <a:cubicBezTo>
                  <a:pt x="143969" y="70755"/>
                  <a:pt x="143722" y="72243"/>
                  <a:pt x="142732" y="74971"/>
                </a:cubicBezTo>
                <a:cubicBezTo>
                  <a:pt x="137040" y="94810"/>
                  <a:pt x="126399" y="104978"/>
                  <a:pt x="116501" y="104978"/>
                </a:cubicBezTo>
                <a:cubicBezTo>
                  <a:pt x="111305" y="104978"/>
                  <a:pt x="110315" y="101506"/>
                  <a:pt x="110315" y="96298"/>
                </a:cubicBezTo>
                <a:cubicBezTo>
                  <a:pt x="110315" y="90594"/>
                  <a:pt x="111552" y="87370"/>
                  <a:pt x="116006" y="76211"/>
                </a:cubicBezTo>
                <a:cubicBezTo>
                  <a:pt x="118976" y="68523"/>
                  <a:pt x="129122" y="42236"/>
                  <a:pt x="129122" y="28349"/>
                </a:cubicBezTo>
                <a:cubicBezTo>
                  <a:pt x="129122" y="4294"/>
                  <a:pt x="110067" y="78"/>
                  <a:pt x="96952" y="78"/>
                </a:cubicBezTo>
                <a:cubicBezTo>
                  <a:pt x="76413" y="78"/>
                  <a:pt x="62555" y="12725"/>
                  <a:pt x="55132" y="22645"/>
                </a:cubicBezTo>
                <a:cubicBezTo>
                  <a:pt x="53399" y="5534"/>
                  <a:pt x="38799" y="78"/>
                  <a:pt x="28654" y="78"/>
                </a:cubicBezTo>
                <a:cubicBezTo>
                  <a:pt x="18013" y="78"/>
                  <a:pt x="12321" y="7765"/>
                  <a:pt x="9104" y="13469"/>
                </a:cubicBezTo>
                <a:cubicBezTo>
                  <a:pt x="3660" y="22645"/>
                  <a:pt x="196" y="36780"/>
                  <a:pt x="196" y="38020"/>
                </a:cubicBezTo>
                <a:cubicBezTo>
                  <a:pt x="196" y="41244"/>
                  <a:pt x="3660" y="41244"/>
                  <a:pt x="4403" y="41244"/>
                </a:cubicBezTo>
                <a:cubicBezTo>
                  <a:pt x="7867" y="41244"/>
                  <a:pt x="8115" y="40500"/>
                  <a:pt x="9847" y="33804"/>
                </a:cubicBezTo>
                <a:cubicBezTo>
                  <a:pt x="13559" y="19173"/>
                  <a:pt x="18260" y="7021"/>
                  <a:pt x="27911" y="7021"/>
                </a:cubicBezTo>
                <a:cubicBezTo>
                  <a:pt x="34345" y="7021"/>
                  <a:pt x="36077" y="12477"/>
                  <a:pt x="36077" y="19173"/>
                </a:cubicBezTo>
                <a:cubicBezTo>
                  <a:pt x="36077" y="23885"/>
                  <a:pt x="33850" y="33060"/>
                  <a:pt x="32118" y="39756"/>
                </a:cubicBezTo>
                <a:cubicBezTo>
                  <a:pt x="30386" y="46452"/>
                  <a:pt x="27911" y="56619"/>
                  <a:pt x="26674" y="62075"/>
                </a:cubicBezTo>
                <a:lnTo>
                  <a:pt x="18755" y="93818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98C404C-AE47-0B10-BBD2-A53B13FA24B2}"/>
              </a:ext>
            </a:extLst>
          </p:cNvPr>
          <p:cNvSpPr/>
          <p:nvPr>
            <p:custDataLst>
              <p:tags r:id="rId21"/>
            </p:custDataLst>
          </p:nvPr>
        </p:nvSpPr>
        <p:spPr>
          <a:xfrm>
            <a:off x="4588178" y="2064647"/>
            <a:ext cx="470523" cy="495980"/>
          </a:xfrm>
          <a:custGeom>
            <a:avLst/>
            <a:gdLst>
              <a:gd name="connsiteX0" fmla="*/ 427940 w 470523"/>
              <a:gd name="connsiteY0" fmla="*/ 496061 h 495980"/>
              <a:gd name="connsiteX1" fmla="*/ 470715 w 470523"/>
              <a:gd name="connsiteY1" fmla="*/ 382694 h 495980"/>
              <a:gd name="connsiteX2" fmla="*/ 461877 w 470523"/>
              <a:gd name="connsiteY2" fmla="*/ 382694 h 495980"/>
              <a:gd name="connsiteX3" fmla="*/ 369964 w 470523"/>
              <a:gd name="connsiteY3" fmla="*/ 454257 h 495980"/>
              <a:gd name="connsiteX4" fmla="*/ 260022 w 470523"/>
              <a:gd name="connsiteY4" fmla="*/ 465239 h 495980"/>
              <a:gd name="connsiteX5" fmla="*/ 46855 w 470523"/>
              <a:gd name="connsiteY5" fmla="*/ 465239 h 495980"/>
              <a:gd name="connsiteX6" fmla="*/ 226792 w 470523"/>
              <a:gd name="connsiteY6" fmla="*/ 253739 h 495980"/>
              <a:gd name="connsiteX7" fmla="*/ 229974 w 470523"/>
              <a:gd name="connsiteY7" fmla="*/ 248071 h 495980"/>
              <a:gd name="connsiteX8" fmla="*/ 227499 w 470523"/>
              <a:gd name="connsiteY8" fmla="*/ 242757 h 495980"/>
              <a:gd name="connsiteX9" fmla="*/ 62763 w 470523"/>
              <a:gd name="connsiteY9" fmla="*/ 17086 h 495980"/>
              <a:gd name="connsiteX10" fmla="*/ 256487 w 470523"/>
              <a:gd name="connsiteY10" fmla="*/ 17086 h 495980"/>
              <a:gd name="connsiteX11" fmla="*/ 339209 w 470523"/>
              <a:gd name="connsiteY11" fmla="*/ 22754 h 495980"/>
              <a:gd name="connsiteX12" fmla="*/ 416981 w 470523"/>
              <a:gd name="connsiteY12" fmla="*/ 49324 h 495980"/>
              <a:gd name="connsiteX13" fmla="*/ 461877 w 470523"/>
              <a:gd name="connsiteY13" fmla="*/ 99631 h 495980"/>
              <a:gd name="connsiteX14" fmla="*/ 470715 w 470523"/>
              <a:gd name="connsiteY14" fmla="*/ 99631 h 495980"/>
              <a:gd name="connsiteX15" fmla="*/ 427940 w 470523"/>
              <a:gd name="connsiteY15" fmla="*/ 81 h 495980"/>
              <a:gd name="connsiteX16" fmla="*/ 10090 w 470523"/>
              <a:gd name="connsiteY16" fmla="*/ 81 h 495980"/>
              <a:gd name="connsiteX17" fmla="*/ 545 w 470523"/>
              <a:gd name="connsiteY17" fmla="*/ 2561 h 495980"/>
              <a:gd name="connsiteX18" fmla="*/ 191 w 470523"/>
              <a:gd name="connsiteY18" fmla="*/ 14252 h 495980"/>
              <a:gd name="connsiteX19" fmla="*/ 187199 w 470523"/>
              <a:gd name="connsiteY19" fmla="*/ 270744 h 495980"/>
              <a:gd name="connsiteX20" fmla="*/ 4080 w 470523"/>
              <a:gd name="connsiteY20" fmla="*/ 485787 h 495980"/>
              <a:gd name="connsiteX21" fmla="*/ 545 w 470523"/>
              <a:gd name="connsiteY21" fmla="*/ 492164 h 495980"/>
              <a:gd name="connsiteX22" fmla="*/ 10090 w 470523"/>
              <a:gd name="connsiteY22" fmla="*/ 496061 h 495980"/>
              <a:gd name="connsiteX23" fmla="*/ 427940 w 470523"/>
              <a:gd name="connsiteY23" fmla="*/ 496061 h 495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470523" h="495980">
                <a:moveTo>
                  <a:pt x="427940" y="496061"/>
                </a:moveTo>
                <a:lnTo>
                  <a:pt x="470715" y="382694"/>
                </a:lnTo>
                <a:lnTo>
                  <a:pt x="461877" y="382694"/>
                </a:lnTo>
                <a:cubicBezTo>
                  <a:pt x="448090" y="419538"/>
                  <a:pt x="410618" y="443629"/>
                  <a:pt x="369964" y="454257"/>
                </a:cubicBezTo>
                <a:cubicBezTo>
                  <a:pt x="362540" y="456028"/>
                  <a:pt x="327896" y="465239"/>
                  <a:pt x="260022" y="465239"/>
                </a:cubicBezTo>
                <a:lnTo>
                  <a:pt x="46855" y="465239"/>
                </a:lnTo>
                <a:lnTo>
                  <a:pt x="226792" y="253739"/>
                </a:lnTo>
                <a:cubicBezTo>
                  <a:pt x="229267" y="250905"/>
                  <a:pt x="229974" y="249842"/>
                  <a:pt x="229974" y="248071"/>
                </a:cubicBezTo>
                <a:cubicBezTo>
                  <a:pt x="229974" y="247362"/>
                  <a:pt x="229974" y="246299"/>
                  <a:pt x="227499" y="242757"/>
                </a:cubicBezTo>
                <a:lnTo>
                  <a:pt x="62763" y="17086"/>
                </a:lnTo>
                <a:lnTo>
                  <a:pt x="256487" y="17086"/>
                </a:lnTo>
                <a:cubicBezTo>
                  <a:pt x="303857" y="17086"/>
                  <a:pt x="336027" y="22046"/>
                  <a:pt x="339209" y="22754"/>
                </a:cubicBezTo>
                <a:cubicBezTo>
                  <a:pt x="358298" y="25588"/>
                  <a:pt x="389054" y="31611"/>
                  <a:pt x="416981" y="49324"/>
                </a:cubicBezTo>
                <a:cubicBezTo>
                  <a:pt x="425819" y="54993"/>
                  <a:pt x="449858" y="70935"/>
                  <a:pt x="461877" y="99631"/>
                </a:cubicBezTo>
                <a:lnTo>
                  <a:pt x="470715" y="99631"/>
                </a:lnTo>
                <a:lnTo>
                  <a:pt x="427940" y="81"/>
                </a:lnTo>
                <a:lnTo>
                  <a:pt x="10090" y="81"/>
                </a:lnTo>
                <a:cubicBezTo>
                  <a:pt x="1959" y="81"/>
                  <a:pt x="1605" y="435"/>
                  <a:pt x="545" y="2561"/>
                </a:cubicBezTo>
                <a:cubicBezTo>
                  <a:pt x="191" y="3623"/>
                  <a:pt x="191" y="10355"/>
                  <a:pt x="191" y="14252"/>
                </a:cubicBezTo>
                <a:lnTo>
                  <a:pt x="187199" y="270744"/>
                </a:lnTo>
                <a:lnTo>
                  <a:pt x="4080" y="485787"/>
                </a:lnTo>
                <a:cubicBezTo>
                  <a:pt x="545" y="490038"/>
                  <a:pt x="545" y="491810"/>
                  <a:pt x="545" y="492164"/>
                </a:cubicBezTo>
                <a:cubicBezTo>
                  <a:pt x="545" y="496061"/>
                  <a:pt x="3726" y="496061"/>
                  <a:pt x="10090" y="496061"/>
                </a:cubicBezTo>
                <a:lnTo>
                  <a:pt x="427940" y="496061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B6F0BC5-216F-4AA4-1577-91CCC78F676F}"/>
              </a:ext>
            </a:extLst>
          </p:cNvPr>
          <p:cNvSpPr/>
          <p:nvPr>
            <p:custDataLst>
              <p:tags r:id="rId22"/>
            </p:custDataLst>
          </p:nvPr>
        </p:nvSpPr>
        <p:spPr>
          <a:xfrm>
            <a:off x="4606351" y="2654782"/>
            <a:ext cx="74979" cy="166897"/>
          </a:xfrm>
          <a:custGeom>
            <a:avLst/>
            <a:gdLst>
              <a:gd name="connsiteX0" fmla="*/ 68738 w 74979"/>
              <a:gd name="connsiteY0" fmla="*/ 9526 h 166897"/>
              <a:gd name="connsiteX1" fmla="*/ 58839 w 74979"/>
              <a:gd name="connsiteY1" fmla="*/ 102 h 166897"/>
              <a:gd name="connsiteX2" fmla="*/ 44982 w 74979"/>
              <a:gd name="connsiteY2" fmla="*/ 13741 h 166897"/>
              <a:gd name="connsiteX3" fmla="*/ 54880 w 74979"/>
              <a:gd name="connsiteY3" fmla="*/ 23165 h 166897"/>
              <a:gd name="connsiteX4" fmla="*/ 68738 w 74979"/>
              <a:gd name="connsiteY4" fmla="*/ 9526 h 166897"/>
              <a:gd name="connsiteX5" fmla="*/ 18256 w 74979"/>
              <a:gd name="connsiteY5" fmla="*/ 135504 h 166897"/>
              <a:gd name="connsiteX6" fmla="*/ 16029 w 74979"/>
              <a:gd name="connsiteY6" fmla="*/ 145920 h 166897"/>
              <a:gd name="connsiteX7" fmla="*/ 39538 w 74979"/>
              <a:gd name="connsiteY7" fmla="*/ 166999 h 166897"/>
              <a:gd name="connsiteX8" fmla="*/ 75172 w 74979"/>
              <a:gd name="connsiteY8" fmla="*/ 129057 h 166897"/>
              <a:gd name="connsiteX9" fmla="*/ 71212 w 74979"/>
              <a:gd name="connsiteY9" fmla="*/ 125833 h 166897"/>
              <a:gd name="connsiteX10" fmla="*/ 66511 w 74979"/>
              <a:gd name="connsiteY10" fmla="*/ 130049 h 166897"/>
              <a:gd name="connsiteX11" fmla="*/ 40280 w 74979"/>
              <a:gd name="connsiteY11" fmla="*/ 160056 h 166897"/>
              <a:gd name="connsiteX12" fmla="*/ 34094 w 74979"/>
              <a:gd name="connsiteY12" fmla="*/ 151376 h 166897"/>
              <a:gd name="connsiteX13" fmla="*/ 38053 w 74979"/>
              <a:gd name="connsiteY13" fmla="*/ 135504 h 166897"/>
              <a:gd name="connsiteX14" fmla="*/ 45972 w 74979"/>
              <a:gd name="connsiteY14" fmla="*/ 115665 h 166897"/>
              <a:gd name="connsiteX15" fmla="*/ 58097 w 74979"/>
              <a:gd name="connsiteY15" fmla="*/ 84171 h 166897"/>
              <a:gd name="connsiteX16" fmla="*/ 59582 w 74979"/>
              <a:gd name="connsiteY16" fmla="*/ 76235 h 166897"/>
              <a:gd name="connsiteX17" fmla="*/ 36073 w 74979"/>
              <a:gd name="connsiteY17" fmla="*/ 55156 h 166897"/>
              <a:gd name="connsiteX18" fmla="*/ 192 w 74979"/>
              <a:gd name="connsiteY18" fmla="*/ 93098 h 166897"/>
              <a:gd name="connsiteX19" fmla="*/ 4399 w 74979"/>
              <a:gd name="connsiteY19" fmla="*/ 96322 h 166897"/>
              <a:gd name="connsiteX20" fmla="*/ 8853 w 74979"/>
              <a:gd name="connsiteY20" fmla="*/ 92354 h 166897"/>
              <a:gd name="connsiteX21" fmla="*/ 35331 w 74979"/>
              <a:gd name="connsiteY21" fmla="*/ 62099 h 166897"/>
              <a:gd name="connsiteX22" fmla="*/ 41517 w 74979"/>
              <a:gd name="connsiteY22" fmla="*/ 70779 h 166897"/>
              <a:gd name="connsiteX23" fmla="*/ 33846 w 74979"/>
              <a:gd name="connsiteY23" fmla="*/ 95578 h 166897"/>
              <a:gd name="connsiteX24" fmla="*/ 18256 w 74979"/>
              <a:gd name="connsiteY24" fmla="*/ 135504 h 166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4979" h="166897">
                <a:moveTo>
                  <a:pt x="68738" y="9526"/>
                </a:moveTo>
                <a:cubicBezTo>
                  <a:pt x="68738" y="5558"/>
                  <a:pt x="65768" y="102"/>
                  <a:pt x="58839" y="102"/>
                </a:cubicBezTo>
                <a:cubicBezTo>
                  <a:pt x="52158" y="102"/>
                  <a:pt x="44982" y="6550"/>
                  <a:pt x="44982" y="13741"/>
                </a:cubicBezTo>
                <a:cubicBezTo>
                  <a:pt x="44982" y="17957"/>
                  <a:pt x="48199" y="23165"/>
                  <a:pt x="54880" y="23165"/>
                </a:cubicBezTo>
                <a:cubicBezTo>
                  <a:pt x="62056" y="23165"/>
                  <a:pt x="68738" y="16221"/>
                  <a:pt x="68738" y="9526"/>
                </a:cubicBezTo>
                <a:close/>
                <a:moveTo>
                  <a:pt x="18256" y="135504"/>
                </a:moveTo>
                <a:cubicBezTo>
                  <a:pt x="17267" y="138728"/>
                  <a:pt x="16029" y="141704"/>
                  <a:pt x="16029" y="145920"/>
                </a:cubicBezTo>
                <a:cubicBezTo>
                  <a:pt x="16029" y="157576"/>
                  <a:pt x="25928" y="166999"/>
                  <a:pt x="39538" y="166999"/>
                </a:cubicBezTo>
                <a:cubicBezTo>
                  <a:pt x="64284" y="166999"/>
                  <a:pt x="75172" y="132777"/>
                  <a:pt x="75172" y="129057"/>
                </a:cubicBezTo>
                <a:cubicBezTo>
                  <a:pt x="75172" y="125833"/>
                  <a:pt x="71955" y="125833"/>
                  <a:pt x="71212" y="125833"/>
                </a:cubicBezTo>
                <a:cubicBezTo>
                  <a:pt x="67748" y="125833"/>
                  <a:pt x="67501" y="127321"/>
                  <a:pt x="66511" y="130049"/>
                </a:cubicBezTo>
                <a:cubicBezTo>
                  <a:pt x="60819" y="149888"/>
                  <a:pt x="49931" y="160056"/>
                  <a:pt x="40280" y="160056"/>
                </a:cubicBezTo>
                <a:cubicBezTo>
                  <a:pt x="35331" y="160056"/>
                  <a:pt x="34094" y="156832"/>
                  <a:pt x="34094" y="151376"/>
                </a:cubicBezTo>
                <a:cubicBezTo>
                  <a:pt x="34094" y="145672"/>
                  <a:pt x="35826" y="140960"/>
                  <a:pt x="38053" y="135504"/>
                </a:cubicBezTo>
                <a:cubicBezTo>
                  <a:pt x="40528" y="128809"/>
                  <a:pt x="43250" y="122113"/>
                  <a:pt x="45972" y="115665"/>
                </a:cubicBezTo>
                <a:cubicBezTo>
                  <a:pt x="48199" y="109714"/>
                  <a:pt x="57107" y="87146"/>
                  <a:pt x="58097" y="84171"/>
                </a:cubicBezTo>
                <a:cubicBezTo>
                  <a:pt x="58839" y="81691"/>
                  <a:pt x="59582" y="78715"/>
                  <a:pt x="59582" y="76235"/>
                </a:cubicBezTo>
                <a:cubicBezTo>
                  <a:pt x="59582" y="64579"/>
                  <a:pt x="49684" y="55156"/>
                  <a:pt x="36073" y="55156"/>
                </a:cubicBezTo>
                <a:cubicBezTo>
                  <a:pt x="11575" y="55156"/>
                  <a:pt x="192" y="88882"/>
                  <a:pt x="192" y="93098"/>
                </a:cubicBezTo>
                <a:cubicBezTo>
                  <a:pt x="192" y="96322"/>
                  <a:pt x="3656" y="96322"/>
                  <a:pt x="4399" y="96322"/>
                </a:cubicBezTo>
                <a:cubicBezTo>
                  <a:pt x="7863" y="96322"/>
                  <a:pt x="8111" y="95082"/>
                  <a:pt x="8853" y="92354"/>
                </a:cubicBezTo>
                <a:cubicBezTo>
                  <a:pt x="15287" y="71027"/>
                  <a:pt x="26175" y="62099"/>
                  <a:pt x="35331" y="62099"/>
                </a:cubicBezTo>
                <a:cubicBezTo>
                  <a:pt x="39290" y="62099"/>
                  <a:pt x="41517" y="64083"/>
                  <a:pt x="41517" y="70779"/>
                </a:cubicBezTo>
                <a:cubicBezTo>
                  <a:pt x="41517" y="76483"/>
                  <a:pt x="40033" y="80203"/>
                  <a:pt x="33846" y="95578"/>
                </a:cubicBezTo>
                <a:lnTo>
                  <a:pt x="18256" y="135504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9358F46-EA7A-1890-74F0-D961F30587BE}"/>
              </a:ext>
            </a:extLst>
          </p:cNvPr>
          <p:cNvSpPr/>
          <p:nvPr>
            <p:custDataLst>
              <p:tags r:id="rId23"/>
            </p:custDataLst>
          </p:nvPr>
        </p:nvSpPr>
        <p:spPr>
          <a:xfrm>
            <a:off x="4712061" y="2723723"/>
            <a:ext cx="182129" cy="66709"/>
          </a:xfrm>
          <a:custGeom>
            <a:avLst/>
            <a:gdLst>
              <a:gd name="connsiteX0" fmla="*/ 172920 w 182129"/>
              <a:gd name="connsiteY0" fmla="*/ 12253 h 66709"/>
              <a:gd name="connsiteX1" fmla="*/ 182324 w 182129"/>
              <a:gd name="connsiteY1" fmla="*/ 6054 h 66709"/>
              <a:gd name="connsiteX2" fmla="*/ 173168 w 182129"/>
              <a:gd name="connsiteY2" fmla="*/ 102 h 66709"/>
              <a:gd name="connsiteX3" fmla="*/ 9351 w 182129"/>
              <a:gd name="connsiteY3" fmla="*/ 102 h 66709"/>
              <a:gd name="connsiteX4" fmla="*/ 195 w 182129"/>
              <a:gd name="connsiteY4" fmla="*/ 6054 h 66709"/>
              <a:gd name="connsiteX5" fmla="*/ 9598 w 182129"/>
              <a:gd name="connsiteY5" fmla="*/ 12253 h 66709"/>
              <a:gd name="connsiteX6" fmla="*/ 172920 w 182129"/>
              <a:gd name="connsiteY6" fmla="*/ 12253 h 66709"/>
              <a:gd name="connsiteX7" fmla="*/ 173168 w 182129"/>
              <a:gd name="connsiteY7" fmla="*/ 66811 h 66709"/>
              <a:gd name="connsiteX8" fmla="*/ 182324 w 182129"/>
              <a:gd name="connsiteY8" fmla="*/ 60859 h 66709"/>
              <a:gd name="connsiteX9" fmla="*/ 172920 w 182129"/>
              <a:gd name="connsiteY9" fmla="*/ 54660 h 66709"/>
              <a:gd name="connsiteX10" fmla="*/ 9598 w 182129"/>
              <a:gd name="connsiteY10" fmla="*/ 54660 h 66709"/>
              <a:gd name="connsiteX11" fmla="*/ 195 w 182129"/>
              <a:gd name="connsiteY11" fmla="*/ 60859 h 66709"/>
              <a:gd name="connsiteX12" fmla="*/ 9351 w 182129"/>
              <a:gd name="connsiteY12" fmla="*/ 66811 h 66709"/>
              <a:gd name="connsiteX13" fmla="*/ 173168 w 182129"/>
              <a:gd name="connsiteY13" fmla="*/ 66811 h 667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2129" h="66709">
                <a:moveTo>
                  <a:pt x="172920" y="12253"/>
                </a:moveTo>
                <a:cubicBezTo>
                  <a:pt x="176632" y="12253"/>
                  <a:pt x="182324" y="12253"/>
                  <a:pt x="182324" y="6054"/>
                </a:cubicBezTo>
                <a:cubicBezTo>
                  <a:pt x="182324" y="102"/>
                  <a:pt x="176385" y="102"/>
                  <a:pt x="173168" y="102"/>
                </a:cubicBezTo>
                <a:lnTo>
                  <a:pt x="9351" y="102"/>
                </a:lnTo>
                <a:cubicBezTo>
                  <a:pt x="6134" y="102"/>
                  <a:pt x="195" y="102"/>
                  <a:pt x="195" y="6054"/>
                </a:cubicBezTo>
                <a:cubicBezTo>
                  <a:pt x="195" y="12253"/>
                  <a:pt x="5886" y="12253"/>
                  <a:pt x="9598" y="12253"/>
                </a:cubicBezTo>
                <a:lnTo>
                  <a:pt x="172920" y="12253"/>
                </a:lnTo>
                <a:close/>
                <a:moveTo>
                  <a:pt x="173168" y="66811"/>
                </a:moveTo>
                <a:cubicBezTo>
                  <a:pt x="176385" y="66811"/>
                  <a:pt x="182324" y="66811"/>
                  <a:pt x="182324" y="60859"/>
                </a:cubicBezTo>
                <a:cubicBezTo>
                  <a:pt x="182324" y="54660"/>
                  <a:pt x="176632" y="54660"/>
                  <a:pt x="172920" y="54660"/>
                </a:cubicBezTo>
                <a:lnTo>
                  <a:pt x="9598" y="54660"/>
                </a:lnTo>
                <a:cubicBezTo>
                  <a:pt x="5886" y="54660"/>
                  <a:pt x="195" y="54660"/>
                  <a:pt x="195" y="60859"/>
                </a:cubicBezTo>
                <a:cubicBezTo>
                  <a:pt x="195" y="66811"/>
                  <a:pt x="6134" y="66811"/>
                  <a:pt x="9351" y="66811"/>
                </a:cubicBezTo>
                <a:lnTo>
                  <a:pt x="173168" y="66811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AF5642D-A515-5F7E-5FCF-02A0C90C9E1D}"/>
              </a:ext>
            </a:extLst>
          </p:cNvPr>
          <p:cNvSpPr/>
          <p:nvPr>
            <p:custDataLst>
              <p:tags r:id="rId24"/>
            </p:custDataLst>
          </p:nvPr>
        </p:nvSpPr>
        <p:spPr>
          <a:xfrm>
            <a:off x="4938730" y="2654534"/>
            <a:ext cx="90074" cy="164665"/>
          </a:xfrm>
          <a:custGeom>
            <a:avLst/>
            <a:gdLst>
              <a:gd name="connsiteX0" fmla="*/ 56126 w 90074"/>
              <a:gd name="connsiteY0" fmla="*/ 7046 h 164665"/>
              <a:gd name="connsiteX1" fmla="*/ 48703 w 90074"/>
              <a:gd name="connsiteY1" fmla="*/ 102 h 164665"/>
              <a:gd name="connsiteX2" fmla="*/ 201 w 90074"/>
              <a:gd name="connsiteY2" fmla="*/ 15973 h 164665"/>
              <a:gd name="connsiteX3" fmla="*/ 201 w 90074"/>
              <a:gd name="connsiteY3" fmla="*/ 24901 h 164665"/>
              <a:gd name="connsiteX4" fmla="*/ 36082 w 90074"/>
              <a:gd name="connsiteY4" fmla="*/ 17957 h 164665"/>
              <a:gd name="connsiteX5" fmla="*/ 36082 w 90074"/>
              <a:gd name="connsiteY5" fmla="*/ 144432 h 164665"/>
              <a:gd name="connsiteX6" fmla="*/ 11337 w 90074"/>
              <a:gd name="connsiteY6" fmla="*/ 155840 h 164665"/>
              <a:gd name="connsiteX7" fmla="*/ 1933 w 90074"/>
              <a:gd name="connsiteY7" fmla="*/ 155840 h 164665"/>
              <a:gd name="connsiteX8" fmla="*/ 1933 w 90074"/>
              <a:gd name="connsiteY8" fmla="*/ 164767 h 164665"/>
              <a:gd name="connsiteX9" fmla="*/ 45981 w 90074"/>
              <a:gd name="connsiteY9" fmla="*/ 163775 h 164665"/>
              <a:gd name="connsiteX10" fmla="*/ 90276 w 90074"/>
              <a:gd name="connsiteY10" fmla="*/ 164767 h 164665"/>
              <a:gd name="connsiteX11" fmla="*/ 90276 w 90074"/>
              <a:gd name="connsiteY11" fmla="*/ 155840 h 164665"/>
              <a:gd name="connsiteX12" fmla="*/ 80872 w 90074"/>
              <a:gd name="connsiteY12" fmla="*/ 155840 h 164665"/>
              <a:gd name="connsiteX13" fmla="*/ 56126 w 90074"/>
              <a:gd name="connsiteY13" fmla="*/ 144432 h 164665"/>
              <a:gd name="connsiteX14" fmla="*/ 56126 w 90074"/>
              <a:gd name="connsiteY14" fmla="*/ 7046 h 164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0074" h="164665">
                <a:moveTo>
                  <a:pt x="56126" y="7046"/>
                </a:moveTo>
                <a:cubicBezTo>
                  <a:pt x="56126" y="350"/>
                  <a:pt x="55631" y="102"/>
                  <a:pt x="48703" y="102"/>
                </a:cubicBezTo>
                <a:cubicBezTo>
                  <a:pt x="32865" y="15725"/>
                  <a:pt x="10347" y="15973"/>
                  <a:pt x="201" y="15973"/>
                </a:cubicBezTo>
                <a:lnTo>
                  <a:pt x="201" y="24901"/>
                </a:lnTo>
                <a:cubicBezTo>
                  <a:pt x="6140" y="24901"/>
                  <a:pt x="22472" y="24901"/>
                  <a:pt x="36082" y="17957"/>
                </a:cubicBezTo>
                <a:lnTo>
                  <a:pt x="36082" y="144432"/>
                </a:lnTo>
                <a:cubicBezTo>
                  <a:pt x="36082" y="152616"/>
                  <a:pt x="36082" y="155840"/>
                  <a:pt x="11337" y="155840"/>
                </a:cubicBezTo>
                <a:lnTo>
                  <a:pt x="1933" y="155840"/>
                </a:lnTo>
                <a:lnTo>
                  <a:pt x="1933" y="164767"/>
                </a:lnTo>
                <a:cubicBezTo>
                  <a:pt x="6387" y="164519"/>
                  <a:pt x="36825" y="163775"/>
                  <a:pt x="45981" y="163775"/>
                </a:cubicBezTo>
                <a:cubicBezTo>
                  <a:pt x="53652" y="163775"/>
                  <a:pt x="84832" y="164519"/>
                  <a:pt x="90276" y="164767"/>
                </a:cubicBezTo>
                <a:lnTo>
                  <a:pt x="90276" y="155840"/>
                </a:lnTo>
                <a:lnTo>
                  <a:pt x="80872" y="155840"/>
                </a:lnTo>
                <a:cubicBezTo>
                  <a:pt x="56126" y="155840"/>
                  <a:pt x="56126" y="152616"/>
                  <a:pt x="56126" y="144432"/>
                </a:cubicBezTo>
                <a:lnTo>
                  <a:pt x="56126" y="7046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D671A960-1D6B-510E-8015-3E18A8E3744B}"/>
              </a:ext>
            </a:extLst>
          </p:cNvPr>
          <p:cNvSpPr/>
          <p:nvPr>
            <p:custDataLst>
              <p:tags r:id="rId25"/>
            </p:custDataLst>
          </p:nvPr>
        </p:nvSpPr>
        <p:spPr>
          <a:xfrm>
            <a:off x="5211811" y="2159240"/>
            <a:ext cx="232963" cy="249761"/>
          </a:xfrm>
          <a:custGeom>
            <a:avLst/>
            <a:gdLst>
              <a:gd name="connsiteX0" fmla="*/ 186861 w 232963"/>
              <a:gd name="connsiteY0" fmla="*/ 39769 h 249761"/>
              <a:gd name="connsiteX1" fmla="*/ 226454 w 232963"/>
              <a:gd name="connsiteY1" fmla="*/ 11073 h 249761"/>
              <a:gd name="connsiteX2" fmla="*/ 233171 w 232963"/>
              <a:gd name="connsiteY2" fmla="*/ 3987 h 249761"/>
              <a:gd name="connsiteX3" fmla="*/ 228576 w 232963"/>
              <a:gd name="connsiteY3" fmla="*/ 90 h 249761"/>
              <a:gd name="connsiteX4" fmla="*/ 201709 w 232963"/>
              <a:gd name="connsiteY4" fmla="*/ 1153 h 249761"/>
              <a:gd name="connsiteX5" fmla="*/ 169186 w 232963"/>
              <a:gd name="connsiteY5" fmla="*/ 90 h 249761"/>
              <a:gd name="connsiteX6" fmla="*/ 162822 w 232963"/>
              <a:gd name="connsiteY6" fmla="*/ 6821 h 249761"/>
              <a:gd name="connsiteX7" fmla="*/ 168479 w 232963"/>
              <a:gd name="connsiteY7" fmla="*/ 11073 h 249761"/>
              <a:gd name="connsiteX8" fmla="*/ 182619 w 232963"/>
              <a:gd name="connsiteY8" fmla="*/ 22409 h 249761"/>
              <a:gd name="connsiteX9" fmla="*/ 177316 w 232963"/>
              <a:gd name="connsiteY9" fmla="*/ 36580 h 249761"/>
              <a:gd name="connsiteX10" fmla="*/ 75152 w 232963"/>
              <a:gd name="connsiteY10" fmla="*/ 207693 h 249761"/>
              <a:gd name="connsiteX11" fmla="*/ 57123 w 232963"/>
              <a:gd name="connsiteY11" fmla="*/ 22055 h 249761"/>
              <a:gd name="connsiteX12" fmla="*/ 79394 w 232963"/>
              <a:gd name="connsiteY12" fmla="*/ 11073 h 249761"/>
              <a:gd name="connsiteX13" fmla="*/ 88232 w 232963"/>
              <a:gd name="connsiteY13" fmla="*/ 4341 h 249761"/>
              <a:gd name="connsiteX14" fmla="*/ 83282 w 232963"/>
              <a:gd name="connsiteY14" fmla="*/ 90 h 249761"/>
              <a:gd name="connsiteX15" fmla="*/ 42629 w 232963"/>
              <a:gd name="connsiteY15" fmla="*/ 1153 h 249761"/>
              <a:gd name="connsiteX16" fmla="*/ 6570 w 232963"/>
              <a:gd name="connsiteY16" fmla="*/ 90 h 249761"/>
              <a:gd name="connsiteX17" fmla="*/ 207 w 232963"/>
              <a:gd name="connsiteY17" fmla="*/ 6821 h 249761"/>
              <a:gd name="connsiteX18" fmla="*/ 8692 w 232963"/>
              <a:gd name="connsiteY18" fmla="*/ 11073 h 249761"/>
              <a:gd name="connsiteX19" fmla="*/ 27781 w 232963"/>
              <a:gd name="connsiteY19" fmla="*/ 23118 h 249761"/>
              <a:gd name="connsiteX20" fmla="*/ 48992 w 232963"/>
              <a:gd name="connsiteY20" fmla="*/ 241349 h 249761"/>
              <a:gd name="connsiteX21" fmla="*/ 55709 w 232963"/>
              <a:gd name="connsiteY21" fmla="*/ 249852 h 249761"/>
              <a:gd name="connsiteX22" fmla="*/ 65607 w 232963"/>
              <a:gd name="connsiteY22" fmla="*/ 243120 h 249761"/>
              <a:gd name="connsiteX23" fmla="*/ 186861 w 232963"/>
              <a:gd name="connsiteY23" fmla="*/ 39769 h 249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232963" h="249761">
                <a:moveTo>
                  <a:pt x="186861" y="39769"/>
                </a:moveTo>
                <a:cubicBezTo>
                  <a:pt x="201002" y="16032"/>
                  <a:pt x="213375" y="12135"/>
                  <a:pt x="226454" y="11073"/>
                </a:cubicBezTo>
                <a:cubicBezTo>
                  <a:pt x="229283" y="10718"/>
                  <a:pt x="233171" y="10718"/>
                  <a:pt x="233171" y="3987"/>
                </a:cubicBezTo>
                <a:cubicBezTo>
                  <a:pt x="233171" y="3279"/>
                  <a:pt x="232464" y="90"/>
                  <a:pt x="228576" y="90"/>
                </a:cubicBezTo>
                <a:cubicBezTo>
                  <a:pt x="220091" y="90"/>
                  <a:pt x="210547" y="1153"/>
                  <a:pt x="201709" y="1153"/>
                </a:cubicBezTo>
                <a:cubicBezTo>
                  <a:pt x="191103" y="1153"/>
                  <a:pt x="179438" y="90"/>
                  <a:pt x="169186" y="90"/>
                </a:cubicBezTo>
                <a:cubicBezTo>
                  <a:pt x="167065" y="90"/>
                  <a:pt x="162822" y="90"/>
                  <a:pt x="162822" y="6821"/>
                </a:cubicBezTo>
                <a:cubicBezTo>
                  <a:pt x="162822" y="10718"/>
                  <a:pt x="165651" y="10718"/>
                  <a:pt x="168479" y="11073"/>
                </a:cubicBezTo>
                <a:cubicBezTo>
                  <a:pt x="174135" y="11427"/>
                  <a:pt x="182619" y="13907"/>
                  <a:pt x="182619" y="22409"/>
                </a:cubicBezTo>
                <a:cubicBezTo>
                  <a:pt x="182619" y="27015"/>
                  <a:pt x="178730" y="34100"/>
                  <a:pt x="177316" y="36580"/>
                </a:cubicBezTo>
                <a:lnTo>
                  <a:pt x="75152" y="207693"/>
                </a:lnTo>
                <a:lnTo>
                  <a:pt x="57123" y="22055"/>
                </a:lnTo>
                <a:cubicBezTo>
                  <a:pt x="57123" y="11427"/>
                  <a:pt x="75859" y="11073"/>
                  <a:pt x="79394" y="11073"/>
                </a:cubicBezTo>
                <a:cubicBezTo>
                  <a:pt x="84343" y="11073"/>
                  <a:pt x="88232" y="11073"/>
                  <a:pt x="88232" y="4341"/>
                </a:cubicBezTo>
                <a:cubicBezTo>
                  <a:pt x="88232" y="90"/>
                  <a:pt x="84343" y="90"/>
                  <a:pt x="83282" y="90"/>
                </a:cubicBezTo>
                <a:cubicBezTo>
                  <a:pt x="70203" y="90"/>
                  <a:pt x="56062" y="1153"/>
                  <a:pt x="42629" y="1153"/>
                </a:cubicBezTo>
                <a:cubicBezTo>
                  <a:pt x="30609" y="1153"/>
                  <a:pt x="18236" y="90"/>
                  <a:pt x="6570" y="90"/>
                </a:cubicBezTo>
                <a:cubicBezTo>
                  <a:pt x="4803" y="90"/>
                  <a:pt x="207" y="90"/>
                  <a:pt x="207" y="6821"/>
                </a:cubicBezTo>
                <a:cubicBezTo>
                  <a:pt x="207" y="11073"/>
                  <a:pt x="3742" y="11073"/>
                  <a:pt x="8692" y="11073"/>
                </a:cubicBezTo>
                <a:cubicBezTo>
                  <a:pt x="26367" y="11073"/>
                  <a:pt x="27074" y="14261"/>
                  <a:pt x="27781" y="23118"/>
                </a:cubicBezTo>
                <a:lnTo>
                  <a:pt x="48992" y="241349"/>
                </a:lnTo>
                <a:cubicBezTo>
                  <a:pt x="49699" y="248080"/>
                  <a:pt x="50052" y="249852"/>
                  <a:pt x="55709" y="249852"/>
                </a:cubicBezTo>
                <a:cubicBezTo>
                  <a:pt x="59951" y="249852"/>
                  <a:pt x="61718" y="249497"/>
                  <a:pt x="65607" y="243120"/>
                </a:cubicBezTo>
                <a:lnTo>
                  <a:pt x="186861" y="39769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16016DDB-BD6F-2303-05DF-3E4F8A55D289}"/>
              </a:ext>
            </a:extLst>
          </p:cNvPr>
          <p:cNvSpPr/>
          <p:nvPr>
            <p:custDataLst>
              <p:tags r:id="rId26"/>
            </p:custDataLst>
          </p:nvPr>
        </p:nvSpPr>
        <p:spPr>
          <a:xfrm>
            <a:off x="5411779" y="2244619"/>
            <a:ext cx="150949" cy="160484"/>
          </a:xfrm>
          <a:custGeom>
            <a:avLst/>
            <a:gdLst>
              <a:gd name="connsiteX0" fmla="*/ 85410 w 150949"/>
              <a:gd name="connsiteY0" fmla="*/ 135776 h 160484"/>
              <a:gd name="connsiteX1" fmla="*/ 114752 w 150949"/>
              <a:gd name="connsiteY1" fmla="*/ 160575 h 160484"/>
              <a:gd name="connsiteX2" fmla="*/ 140558 w 150949"/>
              <a:gd name="connsiteY2" fmla="*/ 140736 h 160484"/>
              <a:gd name="connsiteX3" fmla="*/ 151163 w 150949"/>
              <a:gd name="connsiteY3" fmla="*/ 106017 h 160484"/>
              <a:gd name="connsiteX4" fmla="*/ 145861 w 150949"/>
              <a:gd name="connsiteY4" fmla="*/ 102475 h 160484"/>
              <a:gd name="connsiteX5" fmla="*/ 139144 w 150949"/>
              <a:gd name="connsiteY5" fmla="*/ 110623 h 160484"/>
              <a:gd name="connsiteX6" fmla="*/ 115459 w 150949"/>
              <a:gd name="connsiteY6" fmla="*/ 152781 h 160484"/>
              <a:gd name="connsiteX7" fmla="*/ 106267 w 150949"/>
              <a:gd name="connsiteY7" fmla="*/ 138256 h 160484"/>
              <a:gd name="connsiteX8" fmla="*/ 108742 w 150949"/>
              <a:gd name="connsiteY8" fmla="*/ 120188 h 160484"/>
              <a:gd name="connsiteX9" fmla="*/ 132781 w 150949"/>
              <a:gd name="connsiteY9" fmla="*/ 23826 h 160484"/>
              <a:gd name="connsiteX10" fmla="*/ 134195 w 150949"/>
              <a:gd name="connsiteY10" fmla="*/ 16387 h 160484"/>
              <a:gd name="connsiteX11" fmla="*/ 124650 w 150949"/>
              <a:gd name="connsiteY11" fmla="*/ 7176 h 160484"/>
              <a:gd name="connsiteX12" fmla="*/ 110509 w 150949"/>
              <a:gd name="connsiteY12" fmla="*/ 20992 h 160484"/>
              <a:gd name="connsiteX13" fmla="*/ 81168 w 150949"/>
              <a:gd name="connsiteY13" fmla="*/ 90 h 160484"/>
              <a:gd name="connsiteX14" fmla="*/ 214 w 150949"/>
              <a:gd name="connsiteY14" fmla="*/ 105663 h 160484"/>
              <a:gd name="connsiteX15" fmla="*/ 42989 w 150949"/>
              <a:gd name="connsiteY15" fmla="*/ 160575 h 160484"/>
              <a:gd name="connsiteX16" fmla="*/ 85410 w 150949"/>
              <a:gd name="connsiteY16" fmla="*/ 135776 h 160484"/>
              <a:gd name="connsiteX17" fmla="*/ 104500 w 150949"/>
              <a:gd name="connsiteY17" fmla="*/ 45791 h 160484"/>
              <a:gd name="connsiteX18" fmla="*/ 87885 w 150949"/>
              <a:gd name="connsiteY18" fmla="*/ 112749 h 160484"/>
              <a:gd name="connsiteX19" fmla="*/ 43696 w 150949"/>
              <a:gd name="connsiteY19" fmla="*/ 152781 h 160484"/>
              <a:gd name="connsiteX20" fmla="*/ 24253 w 150949"/>
              <a:gd name="connsiteY20" fmla="*/ 121251 h 160484"/>
              <a:gd name="connsiteX21" fmla="*/ 41575 w 150949"/>
              <a:gd name="connsiteY21" fmla="*/ 47208 h 160484"/>
              <a:gd name="connsiteX22" fmla="*/ 81168 w 150949"/>
              <a:gd name="connsiteY22" fmla="*/ 7884 h 160484"/>
              <a:gd name="connsiteX23" fmla="*/ 105560 w 150949"/>
              <a:gd name="connsiteY23" fmla="*/ 41186 h 160484"/>
              <a:gd name="connsiteX24" fmla="*/ 104500 w 150949"/>
              <a:gd name="connsiteY24" fmla="*/ 45791 h 160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50949" h="160484">
                <a:moveTo>
                  <a:pt x="85410" y="135776"/>
                </a:moveTo>
                <a:cubicBezTo>
                  <a:pt x="89299" y="153135"/>
                  <a:pt x="102379" y="160575"/>
                  <a:pt x="114752" y="160575"/>
                </a:cubicBezTo>
                <a:cubicBezTo>
                  <a:pt x="127831" y="160575"/>
                  <a:pt x="135255" y="151718"/>
                  <a:pt x="140558" y="140736"/>
                </a:cubicBezTo>
                <a:cubicBezTo>
                  <a:pt x="146921" y="127274"/>
                  <a:pt x="151163" y="106726"/>
                  <a:pt x="151163" y="106017"/>
                </a:cubicBezTo>
                <a:cubicBezTo>
                  <a:pt x="151163" y="102475"/>
                  <a:pt x="148335" y="102475"/>
                  <a:pt x="145861" y="102475"/>
                </a:cubicBezTo>
                <a:cubicBezTo>
                  <a:pt x="141618" y="102475"/>
                  <a:pt x="141265" y="102829"/>
                  <a:pt x="139144" y="110623"/>
                </a:cubicBezTo>
                <a:cubicBezTo>
                  <a:pt x="134195" y="130462"/>
                  <a:pt x="127478" y="152781"/>
                  <a:pt x="115459" y="152781"/>
                </a:cubicBezTo>
                <a:cubicBezTo>
                  <a:pt x="106267" y="152781"/>
                  <a:pt x="106267" y="143216"/>
                  <a:pt x="106267" y="138256"/>
                </a:cubicBezTo>
                <a:cubicBezTo>
                  <a:pt x="106267" y="135776"/>
                  <a:pt x="106267" y="130108"/>
                  <a:pt x="108742" y="120188"/>
                </a:cubicBezTo>
                <a:lnTo>
                  <a:pt x="132781" y="23826"/>
                </a:lnTo>
                <a:cubicBezTo>
                  <a:pt x="134195" y="18867"/>
                  <a:pt x="134195" y="18158"/>
                  <a:pt x="134195" y="16387"/>
                </a:cubicBezTo>
                <a:cubicBezTo>
                  <a:pt x="134195" y="8947"/>
                  <a:pt x="128185" y="7176"/>
                  <a:pt x="124650" y="7176"/>
                </a:cubicBezTo>
                <a:cubicBezTo>
                  <a:pt x="113338" y="7176"/>
                  <a:pt x="110863" y="19221"/>
                  <a:pt x="110509" y="20992"/>
                </a:cubicBezTo>
                <a:cubicBezTo>
                  <a:pt x="103793" y="5759"/>
                  <a:pt x="92480" y="90"/>
                  <a:pt x="81168" y="90"/>
                </a:cubicBezTo>
                <a:cubicBezTo>
                  <a:pt x="41928" y="90"/>
                  <a:pt x="214" y="53939"/>
                  <a:pt x="214" y="105663"/>
                </a:cubicBezTo>
                <a:cubicBezTo>
                  <a:pt x="214" y="135776"/>
                  <a:pt x="16475" y="160575"/>
                  <a:pt x="42989" y="160575"/>
                </a:cubicBezTo>
                <a:cubicBezTo>
                  <a:pt x="55715" y="160575"/>
                  <a:pt x="71270" y="153135"/>
                  <a:pt x="85410" y="135776"/>
                </a:cubicBezTo>
                <a:close/>
                <a:moveTo>
                  <a:pt x="104500" y="45791"/>
                </a:moveTo>
                <a:lnTo>
                  <a:pt x="87885" y="112749"/>
                </a:lnTo>
                <a:cubicBezTo>
                  <a:pt x="85057" y="124085"/>
                  <a:pt x="63139" y="152781"/>
                  <a:pt x="43696" y="152781"/>
                </a:cubicBezTo>
                <a:cubicBezTo>
                  <a:pt x="27081" y="152781"/>
                  <a:pt x="24253" y="131879"/>
                  <a:pt x="24253" y="121251"/>
                </a:cubicBezTo>
                <a:cubicBezTo>
                  <a:pt x="24253" y="103537"/>
                  <a:pt x="35212" y="62088"/>
                  <a:pt x="41575" y="47208"/>
                </a:cubicBezTo>
                <a:cubicBezTo>
                  <a:pt x="50413" y="25598"/>
                  <a:pt x="66674" y="7884"/>
                  <a:pt x="81168" y="7884"/>
                </a:cubicBezTo>
                <a:cubicBezTo>
                  <a:pt x="96723" y="7884"/>
                  <a:pt x="105560" y="26306"/>
                  <a:pt x="105560" y="41186"/>
                </a:cubicBezTo>
                <a:cubicBezTo>
                  <a:pt x="105560" y="41894"/>
                  <a:pt x="105207" y="43666"/>
                  <a:pt x="104500" y="45791"/>
                </a:cubicBez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30AC5F61-E8EC-676B-CA4A-F14EF943BEB6}"/>
              </a:ext>
            </a:extLst>
          </p:cNvPr>
          <p:cNvSpPr/>
          <p:nvPr>
            <p:custDataLst>
              <p:tags r:id="rId27"/>
            </p:custDataLst>
          </p:nvPr>
        </p:nvSpPr>
        <p:spPr>
          <a:xfrm>
            <a:off x="5583624" y="2244619"/>
            <a:ext cx="143525" cy="160484"/>
          </a:xfrm>
          <a:custGeom>
            <a:avLst/>
            <a:gdLst>
              <a:gd name="connsiteX0" fmla="*/ 62083 w 143525"/>
              <a:gd name="connsiteY0" fmla="*/ 54648 h 160484"/>
              <a:gd name="connsiteX1" fmla="*/ 108747 w 143525"/>
              <a:gd name="connsiteY1" fmla="*/ 7884 h 160484"/>
              <a:gd name="connsiteX2" fmla="*/ 127483 w 143525"/>
              <a:gd name="connsiteY2" fmla="*/ 12844 h 160484"/>
              <a:gd name="connsiteX3" fmla="*/ 114050 w 143525"/>
              <a:gd name="connsiteY3" fmla="*/ 29849 h 160484"/>
              <a:gd name="connsiteX4" fmla="*/ 126423 w 143525"/>
              <a:gd name="connsiteY4" fmla="*/ 41186 h 160484"/>
              <a:gd name="connsiteX5" fmla="*/ 143745 w 143525"/>
              <a:gd name="connsiteY5" fmla="*/ 22409 h 160484"/>
              <a:gd name="connsiteX6" fmla="*/ 109100 w 143525"/>
              <a:gd name="connsiteY6" fmla="*/ 90 h 160484"/>
              <a:gd name="connsiteX7" fmla="*/ 66326 w 143525"/>
              <a:gd name="connsiteY7" fmla="*/ 25598 h 160484"/>
              <a:gd name="connsiteX8" fmla="*/ 36984 w 143525"/>
              <a:gd name="connsiteY8" fmla="*/ 90 h 160484"/>
              <a:gd name="connsiteX9" fmla="*/ 11531 w 143525"/>
              <a:gd name="connsiteY9" fmla="*/ 18867 h 160484"/>
              <a:gd name="connsiteX10" fmla="*/ 219 w 143525"/>
              <a:gd name="connsiteY10" fmla="*/ 54648 h 160484"/>
              <a:gd name="connsiteX11" fmla="*/ 5522 w 143525"/>
              <a:gd name="connsiteY11" fmla="*/ 58191 h 160484"/>
              <a:gd name="connsiteX12" fmla="*/ 12238 w 143525"/>
              <a:gd name="connsiteY12" fmla="*/ 50042 h 160484"/>
              <a:gd name="connsiteX13" fmla="*/ 36277 w 143525"/>
              <a:gd name="connsiteY13" fmla="*/ 7884 h 160484"/>
              <a:gd name="connsiteX14" fmla="*/ 45468 w 143525"/>
              <a:gd name="connsiteY14" fmla="*/ 22055 h 160484"/>
              <a:gd name="connsiteX15" fmla="*/ 42994 w 143525"/>
              <a:gd name="connsiteY15" fmla="*/ 40123 h 160484"/>
              <a:gd name="connsiteX16" fmla="*/ 16481 w 143525"/>
              <a:gd name="connsiteY16" fmla="*/ 146404 h 160484"/>
              <a:gd name="connsiteX17" fmla="*/ 15420 w 143525"/>
              <a:gd name="connsiteY17" fmla="*/ 151364 h 160484"/>
              <a:gd name="connsiteX18" fmla="*/ 25318 w 143525"/>
              <a:gd name="connsiteY18" fmla="*/ 160575 h 160484"/>
              <a:gd name="connsiteX19" fmla="*/ 39105 w 143525"/>
              <a:gd name="connsiteY19" fmla="*/ 147467 h 160484"/>
              <a:gd name="connsiteX20" fmla="*/ 62083 w 143525"/>
              <a:gd name="connsiteY20" fmla="*/ 54648 h 160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3525" h="160484">
                <a:moveTo>
                  <a:pt x="62083" y="54648"/>
                </a:moveTo>
                <a:cubicBezTo>
                  <a:pt x="62437" y="53585"/>
                  <a:pt x="78345" y="7884"/>
                  <a:pt x="108747" y="7884"/>
                </a:cubicBezTo>
                <a:cubicBezTo>
                  <a:pt x="110515" y="7884"/>
                  <a:pt x="120413" y="7884"/>
                  <a:pt x="127483" y="12844"/>
                </a:cubicBezTo>
                <a:cubicBezTo>
                  <a:pt x="115110" y="16741"/>
                  <a:pt x="114050" y="28078"/>
                  <a:pt x="114050" y="29849"/>
                </a:cubicBezTo>
                <a:cubicBezTo>
                  <a:pt x="114050" y="34455"/>
                  <a:pt x="117231" y="41186"/>
                  <a:pt x="126423" y="41186"/>
                </a:cubicBezTo>
                <a:cubicBezTo>
                  <a:pt x="132786" y="41186"/>
                  <a:pt x="143745" y="36226"/>
                  <a:pt x="143745" y="22409"/>
                </a:cubicBezTo>
                <a:cubicBezTo>
                  <a:pt x="143745" y="3987"/>
                  <a:pt x="120766" y="90"/>
                  <a:pt x="109100" y="90"/>
                </a:cubicBezTo>
                <a:cubicBezTo>
                  <a:pt x="84708" y="90"/>
                  <a:pt x="71982" y="17804"/>
                  <a:pt x="66326" y="25598"/>
                </a:cubicBezTo>
                <a:cubicBezTo>
                  <a:pt x="62437" y="6821"/>
                  <a:pt x="48650" y="90"/>
                  <a:pt x="36984" y="90"/>
                </a:cubicBezTo>
                <a:cubicBezTo>
                  <a:pt x="24258" y="90"/>
                  <a:pt x="17188" y="8238"/>
                  <a:pt x="11531" y="18867"/>
                </a:cubicBezTo>
                <a:cubicBezTo>
                  <a:pt x="4815" y="33037"/>
                  <a:pt x="219" y="53939"/>
                  <a:pt x="219" y="54648"/>
                </a:cubicBezTo>
                <a:cubicBezTo>
                  <a:pt x="219" y="58191"/>
                  <a:pt x="3754" y="58191"/>
                  <a:pt x="5522" y="58191"/>
                </a:cubicBezTo>
                <a:cubicBezTo>
                  <a:pt x="10117" y="58191"/>
                  <a:pt x="10471" y="57836"/>
                  <a:pt x="12238" y="50042"/>
                </a:cubicBezTo>
                <a:cubicBezTo>
                  <a:pt x="18602" y="25243"/>
                  <a:pt x="25318" y="7884"/>
                  <a:pt x="36277" y="7884"/>
                </a:cubicBezTo>
                <a:cubicBezTo>
                  <a:pt x="45468" y="7884"/>
                  <a:pt x="45468" y="18158"/>
                  <a:pt x="45468" y="22055"/>
                </a:cubicBezTo>
                <a:cubicBezTo>
                  <a:pt x="45468" y="27723"/>
                  <a:pt x="44408" y="34455"/>
                  <a:pt x="42994" y="40123"/>
                </a:cubicBezTo>
                <a:lnTo>
                  <a:pt x="16481" y="146404"/>
                </a:lnTo>
                <a:cubicBezTo>
                  <a:pt x="15773" y="148530"/>
                  <a:pt x="15420" y="150301"/>
                  <a:pt x="15420" y="151364"/>
                </a:cubicBezTo>
                <a:cubicBezTo>
                  <a:pt x="15420" y="155261"/>
                  <a:pt x="18248" y="160575"/>
                  <a:pt x="25318" y="160575"/>
                </a:cubicBezTo>
                <a:cubicBezTo>
                  <a:pt x="35924" y="160575"/>
                  <a:pt x="38398" y="150301"/>
                  <a:pt x="39105" y="147467"/>
                </a:cubicBezTo>
                <a:lnTo>
                  <a:pt x="62083" y="54648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B543A204-1857-7EC1-DAB4-A28B406EED0D}"/>
              </a:ext>
            </a:extLst>
          </p:cNvPr>
          <p:cNvSpPr/>
          <p:nvPr>
            <p:custDataLst>
              <p:tags r:id="rId28"/>
            </p:custDataLst>
          </p:nvPr>
        </p:nvSpPr>
        <p:spPr>
          <a:xfrm>
            <a:off x="5745059" y="2135503"/>
            <a:ext cx="48431" cy="354271"/>
          </a:xfrm>
          <a:custGeom>
            <a:avLst/>
            <a:gdLst>
              <a:gd name="connsiteX0" fmla="*/ 48654 w 48431"/>
              <a:gd name="connsiteY0" fmla="*/ 354362 h 354271"/>
              <a:gd name="connsiteX1" fmla="*/ 48654 w 48431"/>
              <a:gd name="connsiteY1" fmla="*/ 340191 h 354271"/>
              <a:gd name="connsiteX2" fmla="*/ 14364 w 48431"/>
              <a:gd name="connsiteY2" fmla="*/ 340191 h 354271"/>
              <a:gd name="connsiteX3" fmla="*/ 14364 w 48431"/>
              <a:gd name="connsiteY3" fmla="*/ 14261 h 354271"/>
              <a:gd name="connsiteX4" fmla="*/ 48654 w 48431"/>
              <a:gd name="connsiteY4" fmla="*/ 14261 h 354271"/>
              <a:gd name="connsiteX5" fmla="*/ 48654 w 48431"/>
              <a:gd name="connsiteY5" fmla="*/ 90 h 354271"/>
              <a:gd name="connsiteX6" fmla="*/ 223 w 48431"/>
              <a:gd name="connsiteY6" fmla="*/ 90 h 354271"/>
              <a:gd name="connsiteX7" fmla="*/ 223 w 48431"/>
              <a:gd name="connsiteY7" fmla="*/ 354362 h 354271"/>
              <a:gd name="connsiteX8" fmla="*/ 48654 w 48431"/>
              <a:gd name="connsiteY8" fmla="*/ 354362 h 354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431" h="354271">
                <a:moveTo>
                  <a:pt x="48654" y="354362"/>
                </a:moveTo>
                <a:lnTo>
                  <a:pt x="48654" y="340191"/>
                </a:lnTo>
                <a:lnTo>
                  <a:pt x="14364" y="340191"/>
                </a:lnTo>
                <a:lnTo>
                  <a:pt x="14364" y="14261"/>
                </a:lnTo>
                <a:lnTo>
                  <a:pt x="48654" y="14261"/>
                </a:lnTo>
                <a:lnTo>
                  <a:pt x="48654" y="90"/>
                </a:lnTo>
                <a:lnTo>
                  <a:pt x="223" y="90"/>
                </a:lnTo>
                <a:lnTo>
                  <a:pt x="223" y="354362"/>
                </a:lnTo>
                <a:lnTo>
                  <a:pt x="48654" y="354362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9000542A-D616-CD63-9749-FFECE7F8B199}"/>
              </a:ext>
            </a:extLst>
          </p:cNvPr>
          <p:cNvSpPr/>
          <p:nvPr>
            <p:custDataLst>
              <p:tags r:id="rId29"/>
            </p:custDataLst>
          </p:nvPr>
        </p:nvSpPr>
        <p:spPr>
          <a:xfrm>
            <a:off x="5853509" y="1919572"/>
            <a:ext cx="291293" cy="241967"/>
          </a:xfrm>
          <a:custGeom>
            <a:avLst/>
            <a:gdLst>
              <a:gd name="connsiteX0" fmla="*/ 162135 w 291293"/>
              <a:gd name="connsiteY0" fmla="*/ 96445 h 241967"/>
              <a:gd name="connsiteX1" fmla="*/ 132440 w 291293"/>
              <a:gd name="connsiteY1" fmla="*/ 25945 h 241967"/>
              <a:gd name="connsiteX2" fmla="*/ 130673 w 291293"/>
              <a:gd name="connsiteY2" fmla="*/ 21340 h 241967"/>
              <a:gd name="connsiteX3" fmla="*/ 151530 w 291293"/>
              <a:gd name="connsiteY3" fmla="*/ 11066 h 241967"/>
              <a:gd name="connsiteX4" fmla="*/ 158600 w 291293"/>
              <a:gd name="connsiteY4" fmla="*/ 4335 h 241967"/>
              <a:gd name="connsiteX5" fmla="*/ 153298 w 291293"/>
              <a:gd name="connsiteY5" fmla="*/ 83 h 241967"/>
              <a:gd name="connsiteX6" fmla="*/ 108755 w 291293"/>
              <a:gd name="connsiteY6" fmla="*/ 1146 h 241967"/>
              <a:gd name="connsiteX7" fmla="*/ 69162 w 291293"/>
              <a:gd name="connsiteY7" fmla="*/ 83 h 241967"/>
              <a:gd name="connsiteX8" fmla="*/ 62799 w 291293"/>
              <a:gd name="connsiteY8" fmla="*/ 7169 h 241967"/>
              <a:gd name="connsiteX9" fmla="*/ 70929 w 291293"/>
              <a:gd name="connsiteY9" fmla="*/ 11066 h 241967"/>
              <a:gd name="connsiteX10" fmla="*/ 97443 w 291293"/>
              <a:gd name="connsiteY10" fmla="*/ 22403 h 241967"/>
              <a:gd name="connsiteX11" fmla="*/ 139157 w 291293"/>
              <a:gd name="connsiteY11" fmla="*/ 121244 h 241967"/>
              <a:gd name="connsiteX12" fmla="*/ 64566 w 291293"/>
              <a:gd name="connsiteY12" fmla="*/ 201664 h 241967"/>
              <a:gd name="connsiteX13" fmla="*/ 59971 w 291293"/>
              <a:gd name="connsiteY13" fmla="*/ 205561 h 241967"/>
              <a:gd name="connsiteX14" fmla="*/ 8004 w 291293"/>
              <a:gd name="connsiteY14" fmla="*/ 231068 h 241967"/>
              <a:gd name="connsiteX15" fmla="*/ 227 w 291293"/>
              <a:gd name="connsiteY15" fmla="*/ 238154 h 241967"/>
              <a:gd name="connsiteX16" fmla="*/ 4823 w 291293"/>
              <a:gd name="connsiteY16" fmla="*/ 242051 h 241967"/>
              <a:gd name="connsiteX17" fmla="*/ 38053 w 291293"/>
              <a:gd name="connsiteY17" fmla="*/ 240988 h 241967"/>
              <a:gd name="connsiteX18" fmla="*/ 77646 w 291293"/>
              <a:gd name="connsiteY18" fmla="*/ 242051 h 241967"/>
              <a:gd name="connsiteX19" fmla="*/ 84009 w 291293"/>
              <a:gd name="connsiteY19" fmla="*/ 234965 h 241967"/>
              <a:gd name="connsiteX20" fmla="*/ 79767 w 291293"/>
              <a:gd name="connsiteY20" fmla="*/ 231068 h 241967"/>
              <a:gd name="connsiteX21" fmla="*/ 65627 w 291293"/>
              <a:gd name="connsiteY21" fmla="*/ 220086 h 241967"/>
              <a:gd name="connsiteX22" fmla="*/ 75172 w 291293"/>
              <a:gd name="connsiteY22" fmla="*/ 204144 h 241967"/>
              <a:gd name="connsiteX23" fmla="*/ 111230 w 291293"/>
              <a:gd name="connsiteY23" fmla="*/ 165882 h 241967"/>
              <a:gd name="connsiteX24" fmla="*/ 143046 w 291293"/>
              <a:gd name="connsiteY24" fmla="*/ 131164 h 241967"/>
              <a:gd name="connsiteX25" fmla="*/ 178750 w 291293"/>
              <a:gd name="connsiteY25" fmla="*/ 215835 h 241967"/>
              <a:gd name="connsiteX26" fmla="*/ 180518 w 291293"/>
              <a:gd name="connsiteY26" fmla="*/ 220795 h 241967"/>
              <a:gd name="connsiteX27" fmla="*/ 160014 w 291293"/>
              <a:gd name="connsiteY27" fmla="*/ 231068 h 241967"/>
              <a:gd name="connsiteX28" fmla="*/ 152944 w 291293"/>
              <a:gd name="connsiteY28" fmla="*/ 237800 h 241967"/>
              <a:gd name="connsiteX29" fmla="*/ 158247 w 291293"/>
              <a:gd name="connsiteY29" fmla="*/ 242051 h 241967"/>
              <a:gd name="connsiteX30" fmla="*/ 202789 w 291293"/>
              <a:gd name="connsiteY30" fmla="*/ 240988 h 241967"/>
              <a:gd name="connsiteX31" fmla="*/ 242029 w 291293"/>
              <a:gd name="connsiteY31" fmla="*/ 242051 h 241967"/>
              <a:gd name="connsiteX32" fmla="*/ 248746 w 291293"/>
              <a:gd name="connsiteY32" fmla="*/ 235320 h 241967"/>
              <a:gd name="connsiteX33" fmla="*/ 242382 w 291293"/>
              <a:gd name="connsiteY33" fmla="*/ 231068 h 241967"/>
              <a:gd name="connsiteX34" fmla="*/ 211980 w 291293"/>
              <a:gd name="connsiteY34" fmla="*/ 215480 h 241967"/>
              <a:gd name="connsiteX35" fmla="*/ 166378 w 291293"/>
              <a:gd name="connsiteY35" fmla="*/ 106011 h 241967"/>
              <a:gd name="connsiteX36" fmla="*/ 238847 w 291293"/>
              <a:gd name="connsiteY36" fmla="*/ 29134 h 241967"/>
              <a:gd name="connsiteX37" fmla="*/ 283743 w 291293"/>
              <a:gd name="connsiteY37" fmla="*/ 11066 h 241967"/>
              <a:gd name="connsiteX38" fmla="*/ 291521 w 291293"/>
              <a:gd name="connsiteY38" fmla="*/ 3980 h 241967"/>
              <a:gd name="connsiteX39" fmla="*/ 286925 w 291293"/>
              <a:gd name="connsiteY39" fmla="*/ 83 h 241967"/>
              <a:gd name="connsiteX40" fmla="*/ 253695 w 291293"/>
              <a:gd name="connsiteY40" fmla="*/ 1146 h 241967"/>
              <a:gd name="connsiteX41" fmla="*/ 214455 w 291293"/>
              <a:gd name="connsiteY41" fmla="*/ 83 h 241967"/>
              <a:gd name="connsiteX42" fmla="*/ 207738 w 291293"/>
              <a:gd name="connsiteY42" fmla="*/ 7169 h 241967"/>
              <a:gd name="connsiteX43" fmla="*/ 211980 w 291293"/>
              <a:gd name="connsiteY43" fmla="*/ 11066 h 241967"/>
              <a:gd name="connsiteX44" fmla="*/ 226121 w 291293"/>
              <a:gd name="connsiteY44" fmla="*/ 22048 h 241967"/>
              <a:gd name="connsiteX45" fmla="*/ 219404 w 291293"/>
              <a:gd name="connsiteY45" fmla="*/ 34802 h 241967"/>
              <a:gd name="connsiteX46" fmla="*/ 162135 w 291293"/>
              <a:gd name="connsiteY46" fmla="*/ 96445 h 241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91293" h="241967">
                <a:moveTo>
                  <a:pt x="162135" y="96445"/>
                </a:moveTo>
                <a:lnTo>
                  <a:pt x="132440" y="25945"/>
                </a:lnTo>
                <a:cubicBezTo>
                  <a:pt x="131380" y="23111"/>
                  <a:pt x="130673" y="21694"/>
                  <a:pt x="130673" y="21340"/>
                </a:cubicBezTo>
                <a:cubicBezTo>
                  <a:pt x="130673" y="19214"/>
                  <a:pt x="136683" y="12483"/>
                  <a:pt x="151530" y="11066"/>
                </a:cubicBezTo>
                <a:cubicBezTo>
                  <a:pt x="155065" y="10712"/>
                  <a:pt x="158600" y="10357"/>
                  <a:pt x="158600" y="4335"/>
                </a:cubicBezTo>
                <a:cubicBezTo>
                  <a:pt x="158600" y="83"/>
                  <a:pt x="154358" y="83"/>
                  <a:pt x="153298" y="83"/>
                </a:cubicBezTo>
                <a:cubicBezTo>
                  <a:pt x="138804" y="83"/>
                  <a:pt x="123603" y="1146"/>
                  <a:pt x="108755" y="1146"/>
                </a:cubicBezTo>
                <a:cubicBezTo>
                  <a:pt x="99917" y="1146"/>
                  <a:pt x="78000" y="83"/>
                  <a:pt x="69162" y="83"/>
                </a:cubicBezTo>
                <a:cubicBezTo>
                  <a:pt x="67041" y="83"/>
                  <a:pt x="62799" y="83"/>
                  <a:pt x="62799" y="7169"/>
                </a:cubicBezTo>
                <a:cubicBezTo>
                  <a:pt x="62799" y="11066"/>
                  <a:pt x="66334" y="11066"/>
                  <a:pt x="70929" y="11066"/>
                </a:cubicBezTo>
                <a:cubicBezTo>
                  <a:pt x="92140" y="11066"/>
                  <a:pt x="94261" y="14609"/>
                  <a:pt x="97443" y="22403"/>
                </a:cubicBezTo>
                <a:lnTo>
                  <a:pt x="139157" y="121244"/>
                </a:lnTo>
                <a:lnTo>
                  <a:pt x="64566" y="201664"/>
                </a:lnTo>
                <a:lnTo>
                  <a:pt x="59971" y="205561"/>
                </a:lnTo>
                <a:cubicBezTo>
                  <a:pt x="42649" y="224337"/>
                  <a:pt x="26033" y="230006"/>
                  <a:pt x="8004" y="231068"/>
                </a:cubicBezTo>
                <a:cubicBezTo>
                  <a:pt x="3409" y="231423"/>
                  <a:pt x="227" y="231423"/>
                  <a:pt x="227" y="238154"/>
                </a:cubicBezTo>
                <a:cubicBezTo>
                  <a:pt x="227" y="238508"/>
                  <a:pt x="227" y="242051"/>
                  <a:pt x="4823" y="242051"/>
                </a:cubicBezTo>
                <a:cubicBezTo>
                  <a:pt x="15428" y="242051"/>
                  <a:pt x="27094" y="240988"/>
                  <a:pt x="38053" y="240988"/>
                </a:cubicBezTo>
                <a:cubicBezTo>
                  <a:pt x="51133" y="240988"/>
                  <a:pt x="64920" y="242051"/>
                  <a:pt x="77646" y="242051"/>
                </a:cubicBezTo>
                <a:cubicBezTo>
                  <a:pt x="79767" y="242051"/>
                  <a:pt x="84009" y="242051"/>
                  <a:pt x="84009" y="234965"/>
                </a:cubicBezTo>
                <a:cubicBezTo>
                  <a:pt x="84009" y="231423"/>
                  <a:pt x="80474" y="231068"/>
                  <a:pt x="79767" y="231068"/>
                </a:cubicBezTo>
                <a:cubicBezTo>
                  <a:pt x="76586" y="230714"/>
                  <a:pt x="65627" y="230006"/>
                  <a:pt x="65627" y="220086"/>
                </a:cubicBezTo>
                <a:cubicBezTo>
                  <a:pt x="65627" y="214418"/>
                  <a:pt x="70929" y="208749"/>
                  <a:pt x="75172" y="204144"/>
                </a:cubicBezTo>
                <a:lnTo>
                  <a:pt x="111230" y="165882"/>
                </a:lnTo>
                <a:lnTo>
                  <a:pt x="143046" y="131164"/>
                </a:lnTo>
                <a:lnTo>
                  <a:pt x="178750" y="215835"/>
                </a:lnTo>
                <a:cubicBezTo>
                  <a:pt x="180164" y="219732"/>
                  <a:pt x="180518" y="220086"/>
                  <a:pt x="180518" y="220795"/>
                </a:cubicBezTo>
                <a:cubicBezTo>
                  <a:pt x="180518" y="223629"/>
                  <a:pt x="173801" y="229651"/>
                  <a:pt x="160014" y="231068"/>
                </a:cubicBezTo>
                <a:cubicBezTo>
                  <a:pt x="156126" y="231423"/>
                  <a:pt x="152944" y="231777"/>
                  <a:pt x="152944" y="237800"/>
                </a:cubicBezTo>
                <a:cubicBezTo>
                  <a:pt x="152944" y="242051"/>
                  <a:pt x="156833" y="242051"/>
                  <a:pt x="158247" y="242051"/>
                </a:cubicBezTo>
                <a:cubicBezTo>
                  <a:pt x="168145" y="242051"/>
                  <a:pt x="192891" y="240988"/>
                  <a:pt x="202789" y="240988"/>
                </a:cubicBezTo>
                <a:cubicBezTo>
                  <a:pt x="211627" y="240988"/>
                  <a:pt x="233191" y="242051"/>
                  <a:pt x="242029" y="242051"/>
                </a:cubicBezTo>
                <a:cubicBezTo>
                  <a:pt x="244504" y="242051"/>
                  <a:pt x="248746" y="242051"/>
                  <a:pt x="248746" y="235320"/>
                </a:cubicBezTo>
                <a:cubicBezTo>
                  <a:pt x="248746" y="231068"/>
                  <a:pt x="245211" y="231068"/>
                  <a:pt x="242382" y="231068"/>
                </a:cubicBezTo>
                <a:cubicBezTo>
                  <a:pt x="218697" y="230714"/>
                  <a:pt x="217990" y="229651"/>
                  <a:pt x="211980" y="215480"/>
                </a:cubicBezTo>
                <a:cubicBezTo>
                  <a:pt x="198194" y="182533"/>
                  <a:pt x="174508" y="127267"/>
                  <a:pt x="166378" y="106011"/>
                </a:cubicBezTo>
                <a:cubicBezTo>
                  <a:pt x="190416" y="81212"/>
                  <a:pt x="227535" y="39053"/>
                  <a:pt x="238847" y="29134"/>
                </a:cubicBezTo>
                <a:cubicBezTo>
                  <a:pt x="249099" y="20631"/>
                  <a:pt x="262533" y="12129"/>
                  <a:pt x="283743" y="11066"/>
                </a:cubicBezTo>
                <a:cubicBezTo>
                  <a:pt x="288339" y="10712"/>
                  <a:pt x="291521" y="10712"/>
                  <a:pt x="291521" y="3980"/>
                </a:cubicBezTo>
                <a:cubicBezTo>
                  <a:pt x="291521" y="3626"/>
                  <a:pt x="291521" y="83"/>
                  <a:pt x="286925" y="83"/>
                </a:cubicBezTo>
                <a:cubicBezTo>
                  <a:pt x="276320" y="83"/>
                  <a:pt x="264654" y="1146"/>
                  <a:pt x="253695" y="1146"/>
                </a:cubicBezTo>
                <a:cubicBezTo>
                  <a:pt x="240615" y="1146"/>
                  <a:pt x="227181" y="83"/>
                  <a:pt x="214455" y="83"/>
                </a:cubicBezTo>
                <a:cubicBezTo>
                  <a:pt x="212334" y="83"/>
                  <a:pt x="207738" y="83"/>
                  <a:pt x="207738" y="7169"/>
                </a:cubicBezTo>
                <a:cubicBezTo>
                  <a:pt x="207738" y="9649"/>
                  <a:pt x="209506" y="10712"/>
                  <a:pt x="211980" y="11066"/>
                </a:cubicBezTo>
                <a:cubicBezTo>
                  <a:pt x="215162" y="11420"/>
                  <a:pt x="226121" y="12129"/>
                  <a:pt x="226121" y="22048"/>
                </a:cubicBezTo>
                <a:cubicBezTo>
                  <a:pt x="226121" y="27008"/>
                  <a:pt x="222232" y="31614"/>
                  <a:pt x="219404" y="34802"/>
                </a:cubicBezTo>
                <a:lnTo>
                  <a:pt x="162135" y="96445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B08474C-DB4A-EB58-F55A-96DBDBFB1EE7}"/>
              </a:ext>
            </a:extLst>
          </p:cNvPr>
          <p:cNvSpPr/>
          <p:nvPr>
            <p:custDataLst>
              <p:tags r:id="rId30"/>
            </p:custDataLst>
          </p:nvPr>
        </p:nvSpPr>
        <p:spPr>
          <a:xfrm>
            <a:off x="6148470" y="2050262"/>
            <a:ext cx="74979" cy="166897"/>
          </a:xfrm>
          <a:custGeom>
            <a:avLst/>
            <a:gdLst>
              <a:gd name="connsiteX0" fmla="*/ 68781 w 74979"/>
              <a:gd name="connsiteY0" fmla="*/ 9509 h 166897"/>
              <a:gd name="connsiteX1" fmla="*/ 58883 w 74979"/>
              <a:gd name="connsiteY1" fmla="*/ 85 h 166897"/>
              <a:gd name="connsiteX2" fmla="*/ 45025 w 74979"/>
              <a:gd name="connsiteY2" fmla="*/ 13724 h 166897"/>
              <a:gd name="connsiteX3" fmla="*/ 54924 w 74979"/>
              <a:gd name="connsiteY3" fmla="*/ 23148 h 166897"/>
              <a:gd name="connsiteX4" fmla="*/ 68781 w 74979"/>
              <a:gd name="connsiteY4" fmla="*/ 9509 h 166897"/>
              <a:gd name="connsiteX5" fmla="*/ 18300 w 74979"/>
              <a:gd name="connsiteY5" fmla="*/ 135487 h 166897"/>
              <a:gd name="connsiteX6" fmla="*/ 16073 w 74979"/>
              <a:gd name="connsiteY6" fmla="*/ 145903 h 166897"/>
              <a:gd name="connsiteX7" fmla="*/ 39581 w 74979"/>
              <a:gd name="connsiteY7" fmla="*/ 166982 h 166897"/>
              <a:gd name="connsiteX8" fmla="*/ 75215 w 74979"/>
              <a:gd name="connsiteY8" fmla="*/ 129040 h 166897"/>
              <a:gd name="connsiteX9" fmla="*/ 71256 w 74979"/>
              <a:gd name="connsiteY9" fmla="*/ 125816 h 166897"/>
              <a:gd name="connsiteX10" fmla="*/ 66554 w 74979"/>
              <a:gd name="connsiteY10" fmla="*/ 130032 h 166897"/>
              <a:gd name="connsiteX11" fmla="*/ 40324 w 74979"/>
              <a:gd name="connsiteY11" fmla="*/ 160039 h 166897"/>
              <a:gd name="connsiteX12" fmla="*/ 34137 w 74979"/>
              <a:gd name="connsiteY12" fmla="*/ 151359 h 166897"/>
              <a:gd name="connsiteX13" fmla="*/ 38096 w 74979"/>
              <a:gd name="connsiteY13" fmla="*/ 135487 h 166897"/>
              <a:gd name="connsiteX14" fmla="*/ 46015 w 74979"/>
              <a:gd name="connsiteY14" fmla="*/ 115648 h 166897"/>
              <a:gd name="connsiteX15" fmla="*/ 58141 w 74979"/>
              <a:gd name="connsiteY15" fmla="*/ 84154 h 166897"/>
              <a:gd name="connsiteX16" fmla="*/ 59625 w 74979"/>
              <a:gd name="connsiteY16" fmla="*/ 76218 h 166897"/>
              <a:gd name="connsiteX17" fmla="*/ 36117 w 74979"/>
              <a:gd name="connsiteY17" fmla="*/ 55139 h 166897"/>
              <a:gd name="connsiteX18" fmla="*/ 235 w 74979"/>
              <a:gd name="connsiteY18" fmla="*/ 93081 h 166897"/>
              <a:gd name="connsiteX19" fmla="*/ 4442 w 74979"/>
              <a:gd name="connsiteY19" fmla="*/ 96305 h 166897"/>
              <a:gd name="connsiteX20" fmla="*/ 8896 w 74979"/>
              <a:gd name="connsiteY20" fmla="*/ 92337 h 166897"/>
              <a:gd name="connsiteX21" fmla="*/ 35374 w 74979"/>
              <a:gd name="connsiteY21" fmla="*/ 62082 h 166897"/>
              <a:gd name="connsiteX22" fmla="*/ 41561 w 74979"/>
              <a:gd name="connsiteY22" fmla="*/ 70762 h 166897"/>
              <a:gd name="connsiteX23" fmla="*/ 33890 w 74979"/>
              <a:gd name="connsiteY23" fmla="*/ 95561 h 166897"/>
              <a:gd name="connsiteX24" fmla="*/ 18300 w 74979"/>
              <a:gd name="connsiteY24" fmla="*/ 135487 h 166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4979" h="166897">
                <a:moveTo>
                  <a:pt x="68781" y="9509"/>
                </a:moveTo>
                <a:cubicBezTo>
                  <a:pt x="68781" y="5541"/>
                  <a:pt x="65812" y="85"/>
                  <a:pt x="58883" y="85"/>
                </a:cubicBezTo>
                <a:cubicBezTo>
                  <a:pt x="52202" y="85"/>
                  <a:pt x="45025" y="6533"/>
                  <a:pt x="45025" y="13724"/>
                </a:cubicBezTo>
                <a:cubicBezTo>
                  <a:pt x="45025" y="17940"/>
                  <a:pt x="48242" y="23148"/>
                  <a:pt x="54924" y="23148"/>
                </a:cubicBezTo>
                <a:cubicBezTo>
                  <a:pt x="62100" y="23148"/>
                  <a:pt x="68781" y="16204"/>
                  <a:pt x="68781" y="9509"/>
                </a:cubicBezTo>
                <a:close/>
                <a:moveTo>
                  <a:pt x="18300" y="135487"/>
                </a:moveTo>
                <a:cubicBezTo>
                  <a:pt x="17310" y="138711"/>
                  <a:pt x="16073" y="141687"/>
                  <a:pt x="16073" y="145903"/>
                </a:cubicBezTo>
                <a:cubicBezTo>
                  <a:pt x="16073" y="157559"/>
                  <a:pt x="25971" y="166982"/>
                  <a:pt x="39581" y="166982"/>
                </a:cubicBezTo>
                <a:cubicBezTo>
                  <a:pt x="64327" y="166982"/>
                  <a:pt x="75215" y="132760"/>
                  <a:pt x="75215" y="129040"/>
                </a:cubicBezTo>
                <a:cubicBezTo>
                  <a:pt x="75215" y="125816"/>
                  <a:pt x="71998" y="125816"/>
                  <a:pt x="71256" y="125816"/>
                </a:cubicBezTo>
                <a:cubicBezTo>
                  <a:pt x="67791" y="125816"/>
                  <a:pt x="67544" y="127304"/>
                  <a:pt x="66554" y="130032"/>
                </a:cubicBezTo>
                <a:cubicBezTo>
                  <a:pt x="60863" y="149871"/>
                  <a:pt x="49974" y="160039"/>
                  <a:pt x="40324" y="160039"/>
                </a:cubicBezTo>
                <a:cubicBezTo>
                  <a:pt x="35374" y="160039"/>
                  <a:pt x="34137" y="156815"/>
                  <a:pt x="34137" y="151359"/>
                </a:cubicBezTo>
                <a:cubicBezTo>
                  <a:pt x="34137" y="145655"/>
                  <a:pt x="35869" y="140943"/>
                  <a:pt x="38096" y="135487"/>
                </a:cubicBezTo>
                <a:cubicBezTo>
                  <a:pt x="40571" y="128792"/>
                  <a:pt x="43293" y="122096"/>
                  <a:pt x="46015" y="115648"/>
                </a:cubicBezTo>
                <a:cubicBezTo>
                  <a:pt x="48242" y="109697"/>
                  <a:pt x="57151" y="87129"/>
                  <a:pt x="58141" y="84154"/>
                </a:cubicBezTo>
                <a:cubicBezTo>
                  <a:pt x="58883" y="81674"/>
                  <a:pt x="59625" y="78698"/>
                  <a:pt x="59625" y="76218"/>
                </a:cubicBezTo>
                <a:cubicBezTo>
                  <a:pt x="59625" y="64562"/>
                  <a:pt x="49727" y="55139"/>
                  <a:pt x="36117" y="55139"/>
                </a:cubicBezTo>
                <a:cubicBezTo>
                  <a:pt x="11618" y="55139"/>
                  <a:pt x="235" y="88865"/>
                  <a:pt x="235" y="93081"/>
                </a:cubicBezTo>
                <a:cubicBezTo>
                  <a:pt x="235" y="96305"/>
                  <a:pt x="3700" y="96305"/>
                  <a:pt x="4442" y="96305"/>
                </a:cubicBezTo>
                <a:cubicBezTo>
                  <a:pt x="7907" y="96305"/>
                  <a:pt x="8154" y="95065"/>
                  <a:pt x="8896" y="92337"/>
                </a:cubicBezTo>
                <a:cubicBezTo>
                  <a:pt x="15330" y="71010"/>
                  <a:pt x="26218" y="62082"/>
                  <a:pt x="35374" y="62082"/>
                </a:cubicBezTo>
                <a:cubicBezTo>
                  <a:pt x="39334" y="62082"/>
                  <a:pt x="41561" y="64066"/>
                  <a:pt x="41561" y="70762"/>
                </a:cubicBezTo>
                <a:cubicBezTo>
                  <a:pt x="41561" y="76466"/>
                  <a:pt x="40076" y="80186"/>
                  <a:pt x="33890" y="95561"/>
                </a:cubicBezTo>
                <a:lnTo>
                  <a:pt x="18300" y="135487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9FAC05C7-F02F-01D2-D646-DB6630C08AD6}"/>
              </a:ext>
            </a:extLst>
          </p:cNvPr>
          <p:cNvSpPr/>
          <p:nvPr>
            <p:custDataLst>
              <p:tags r:id="rId31"/>
            </p:custDataLst>
          </p:nvPr>
        </p:nvSpPr>
        <p:spPr>
          <a:xfrm>
            <a:off x="6266906" y="1919572"/>
            <a:ext cx="257002" cy="241967"/>
          </a:xfrm>
          <a:custGeom>
            <a:avLst/>
            <a:gdLst>
              <a:gd name="connsiteX0" fmla="*/ 198912 w 257002"/>
              <a:gd name="connsiteY0" fmla="*/ 40470 h 241967"/>
              <a:gd name="connsiteX1" fmla="*/ 203861 w 257002"/>
              <a:gd name="connsiteY1" fmla="*/ 35511 h 241967"/>
              <a:gd name="connsiteX2" fmla="*/ 250171 w 257002"/>
              <a:gd name="connsiteY2" fmla="*/ 11066 h 241967"/>
              <a:gd name="connsiteX3" fmla="*/ 257242 w 257002"/>
              <a:gd name="connsiteY3" fmla="*/ 4335 h 241967"/>
              <a:gd name="connsiteX4" fmla="*/ 252646 w 257002"/>
              <a:gd name="connsiteY4" fmla="*/ 83 h 241967"/>
              <a:gd name="connsiteX5" fmla="*/ 223658 w 257002"/>
              <a:gd name="connsiteY5" fmla="*/ 1146 h 241967"/>
              <a:gd name="connsiteX6" fmla="*/ 188307 w 257002"/>
              <a:gd name="connsiteY6" fmla="*/ 83 h 241967"/>
              <a:gd name="connsiteX7" fmla="*/ 181590 w 257002"/>
              <a:gd name="connsiteY7" fmla="*/ 6815 h 241967"/>
              <a:gd name="connsiteX8" fmla="*/ 186893 w 257002"/>
              <a:gd name="connsiteY8" fmla="*/ 11066 h 241967"/>
              <a:gd name="connsiteX9" fmla="*/ 199619 w 257002"/>
              <a:gd name="connsiteY9" fmla="*/ 19214 h 241967"/>
              <a:gd name="connsiteX10" fmla="*/ 190074 w 257002"/>
              <a:gd name="connsiteY10" fmla="*/ 36219 h 241967"/>
              <a:gd name="connsiteX11" fmla="*/ 108060 w 257002"/>
              <a:gd name="connsiteY11" fmla="*/ 130810 h 241967"/>
              <a:gd name="connsiteX12" fmla="*/ 69173 w 257002"/>
              <a:gd name="connsiteY12" fmla="*/ 25591 h 241967"/>
              <a:gd name="connsiteX13" fmla="*/ 67052 w 257002"/>
              <a:gd name="connsiteY13" fmla="*/ 19568 h 241967"/>
              <a:gd name="connsiteX14" fmla="*/ 87910 w 257002"/>
              <a:gd name="connsiteY14" fmla="*/ 11066 h 241967"/>
              <a:gd name="connsiteX15" fmla="*/ 96394 w 257002"/>
              <a:gd name="connsiteY15" fmla="*/ 3980 h 241967"/>
              <a:gd name="connsiteX16" fmla="*/ 91091 w 257002"/>
              <a:gd name="connsiteY16" fmla="*/ 83 h 241967"/>
              <a:gd name="connsiteX17" fmla="*/ 46549 w 257002"/>
              <a:gd name="connsiteY17" fmla="*/ 1146 h 241967"/>
              <a:gd name="connsiteX18" fmla="*/ 6955 w 257002"/>
              <a:gd name="connsiteY18" fmla="*/ 83 h 241967"/>
              <a:gd name="connsiteX19" fmla="*/ 239 w 257002"/>
              <a:gd name="connsiteY19" fmla="*/ 7169 h 241967"/>
              <a:gd name="connsiteX20" fmla="*/ 8370 w 257002"/>
              <a:gd name="connsiteY20" fmla="*/ 11066 h 241967"/>
              <a:gd name="connsiteX21" fmla="*/ 34176 w 257002"/>
              <a:gd name="connsiteY21" fmla="*/ 23111 h 241967"/>
              <a:gd name="connsiteX22" fmla="*/ 77658 w 257002"/>
              <a:gd name="connsiteY22" fmla="*/ 139666 h 241967"/>
              <a:gd name="connsiteX23" fmla="*/ 79072 w 257002"/>
              <a:gd name="connsiteY23" fmla="*/ 145689 h 241967"/>
              <a:gd name="connsiteX24" fmla="*/ 63164 w 257002"/>
              <a:gd name="connsiteY24" fmla="*/ 210166 h 241967"/>
              <a:gd name="connsiteX25" fmla="*/ 29934 w 257002"/>
              <a:gd name="connsiteY25" fmla="*/ 231068 h 241967"/>
              <a:gd name="connsiteX26" fmla="*/ 20389 w 257002"/>
              <a:gd name="connsiteY26" fmla="*/ 238154 h 241967"/>
              <a:gd name="connsiteX27" fmla="*/ 25338 w 257002"/>
              <a:gd name="connsiteY27" fmla="*/ 242051 h 241967"/>
              <a:gd name="connsiteX28" fmla="*/ 69880 w 257002"/>
              <a:gd name="connsiteY28" fmla="*/ 240988 h 241967"/>
              <a:gd name="connsiteX29" fmla="*/ 115130 w 257002"/>
              <a:gd name="connsiteY29" fmla="*/ 242051 h 241967"/>
              <a:gd name="connsiteX30" fmla="*/ 121847 w 257002"/>
              <a:gd name="connsiteY30" fmla="*/ 234965 h 241967"/>
              <a:gd name="connsiteX31" fmla="*/ 111948 w 257002"/>
              <a:gd name="connsiteY31" fmla="*/ 231068 h 241967"/>
              <a:gd name="connsiteX32" fmla="*/ 98515 w 257002"/>
              <a:gd name="connsiteY32" fmla="*/ 230360 h 241967"/>
              <a:gd name="connsiteX33" fmla="*/ 88970 w 257002"/>
              <a:gd name="connsiteY33" fmla="*/ 224692 h 241967"/>
              <a:gd name="connsiteX34" fmla="*/ 93919 w 257002"/>
              <a:gd name="connsiteY34" fmla="*/ 202372 h 241967"/>
              <a:gd name="connsiteX35" fmla="*/ 106292 w 257002"/>
              <a:gd name="connsiteY35" fmla="*/ 152420 h 241967"/>
              <a:gd name="connsiteX36" fmla="*/ 111241 w 257002"/>
              <a:gd name="connsiteY36" fmla="*/ 141438 h 241967"/>
              <a:gd name="connsiteX37" fmla="*/ 198912 w 257002"/>
              <a:gd name="connsiteY37" fmla="*/ 40470 h 241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57002" h="241967">
                <a:moveTo>
                  <a:pt x="198912" y="40470"/>
                </a:moveTo>
                <a:lnTo>
                  <a:pt x="203861" y="35511"/>
                </a:lnTo>
                <a:cubicBezTo>
                  <a:pt x="214467" y="24882"/>
                  <a:pt x="226132" y="12837"/>
                  <a:pt x="250171" y="11066"/>
                </a:cubicBezTo>
                <a:cubicBezTo>
                  <a:pt x="254060" y="10712"/>
                  <a:pt x="257242" y="10712"/>
                  <a:pt x="257242" y="4335"/>
                </a:cubicBezTo>
                <a:cubicBezTo>
                  <a:pt x="257242" y="1500"/>
                  <a:pt x="255474" y="83"/>
                  <a:pt x="252646" y="83"/>
                </a:cubicBezTo>
                <a:cubicBezTo>
                  <a:pt x="243455" y="83"/>
                  <a:pt x="233203" y="1146"/>
                  <a:pt x="223658" y="1146"/>
                </a:cubicBezTo>
                <a:cubicBezTo>
                  <a:pt x="211992" y="1146"/>
                  <a:pt x="199619" y="83"/>
                  <a:pt x="188307" y="83"/>
                </a:cubicBezTo>
                <a:cubicBezTo>
                  <a:pt x="186186" y="83"/>
                  <a:pt x="181590" y="83"/>
                  <a:pt x="181590" y="6815"/>
                </a:cubicBezTo>
                <a:cubicBezTo>
                  <a:pt x="181590" y="10712"/>
                  <a:pt x="185125" y="11066"/>
                  <a:pt x="186893" y="11066"/>
                </a:cubicBezTo>
                <a:cubicBezTo>
                  <a:pt x="189367" y="11066"/>
                  <a:pt x="199619" y="11774"/>
                  <a:pt x="199619" y="19214"/>
                </a:cubicBezTo>
                <a:cubicBezTo>
                  <a:pt x="199619" y="25237"/>
                  <a:pt x="191488" y="34448"/>
                  <a:pt x="190074" y="36219"/>
                </a:cubicBezTo>
                <a:lnTo>
                  <a:pt x="108060" y="130810"/>
                </a:lnTo>
                <a:lnTo>
                  <a:pt x="69173" y="25591"/>
                </a:lnTo>
                <a:cubicBezTo>
                  <a:pt x="67052" y="20631"/>
                  <a:pt x="67052" y="19923"/>
                  <a:pt x="67052" y="19568"/>
                </a:cubicBezTo>
                <a:cubicBezTo>
                  <a:pt x="67052" y="11066"/>
                  <a:pt x="84374" y="11066"/>
                  <a:pt x="87910" y="11066"/>
                </a:cubicBezTo>
                <a:cubicBezTo>
                  <a:pt x="92859" y="11066"/>
                  <a:pt x="96394" y="11066"/>
                  <a:pt x="96394" y="3980"/>
                </a:cubicBezTo>
                <a:cubicBezTo>
                  <a:pt x="96394" y="83"/>
                  <a:pt x="92152" y="83"/>
                  <a:pt x="91091" y="83"/>
                </a:cubicBezTo>
                <a:cubicBezTo>
                  <a:pt x="81193" y="83"/>
                  <a:pt x="56447" y="1146"/>
                  <a:pt x="46549" y="1146"/>
                </a:cubicBezTo>
                <a:cubicBezTo>
                  <a:pt x="37711" y="1146"/>
                  <a:pt x="15793" y="83"/>
                  <a:pt x="6955" y="83"/>
                </a:cubicBezTo>
                <a:cubicBezTo>
                  <a:pt x="4834" y="83"/>
                  <a:pt x="239" y="83"/>
                  <a:pt x="239" y="7169"/>
                </a:cubicBezTo>
                <a:cubicBezTo>
                  <a:pt x="239" y="11066"/>
                  <a:pt x="3774" y="11066"/>
                  <a:pt x="8370" y="11066"/>
                </a:cubicBezTo>
                <a:cubicBezTo>
                  <a:pt x="29580" y="11066"/>
                  <a:pt x="30994" y="14254"/>
                  <a:pt x="34176" y="23111"/>
                </a:cubicBezTo>
                <a:lnTo>
                  <a:pt x="77658" y="139666"/>
                </a:lnTo>
                <a:cubicBezTo>
                  <a:pt x="78011" y="140729"/>
                  <a:pt x="79072" y="144626"/>
                  <a:pt x="79072" y="145689"/>
                </a:cubicBezTo>
                <a:cubicBezTo>
                  <a:pt x="79072" y="146752"/>
                  <a:pt x="64931" y="203790"/>
                  <a:pt x="63164" y="210166"/>
                </a:cubicBezTo>
                <a:cubicBezTo>
                  <a:pt x="58568" y="229651"/>
                  <a:pt x="58215" y="230714"/>
                  <a:pt x="29934" y="231068"/>
                </a:cubicBezTo>
                <a:cubicBezTo>
                  <a:pt x="23217" y="231068"/>
                  <a:pt x="20389" y="231068"/>
                  <a:pt x="20389" y="238154"/>
                </a:cubicBezTo>
                <a:cubicBezTo>
                  <a:pt x="20389" y="242051"/>
                  <a:pt x="24631" y="242051"/>
                  <a:pt x="25338" y="242051"/>
                </a:cubicBezTo>
                <a:cubicBezTo>
                  <a:pt x="35236" y="242051"/>
                  <a:pt x="59982" y="240988"/>
                  <a:pt x="69880" y="240988"/>
                </a:cubicBezTo>
                <a:cubicBezTo>
                  <a:pt x="79779" y="240988"/>
                  <a:pt x="105232" y="242051"/>
                  <a:pt x="115130" y="242051"/>
                </a:cubicBezTo>
                <a:cubicBezTo>
                  <a:pt x="117605" y="242051"/>
                  <a:pt x="121847" y="242051"/>
                  <a:pt x="121847" y="234965"/>
                </a:cubicBezTo>
                <a:cubicBezTo>
                  <a:pt x="121847" y="231068"/>
                  <a:pt x="118665" y="231068"/>
                  <a:pt x="111948" y="231068"/>
                </a:cubicBezTo>
                <a:cubicBezTo>
                  <a:pt x="111241" y="231068"/>
                  <a:pt x="104525" y="231068"/>
                  <a:pt x="98515" y="230360"/>
                </a:cubicBezTo>
                <a:cubicBezTo>
                  <a:pt x="91091" y="229651"/>
                  <a:pt x="88970" y="228943"/>
                  <a:pt x="88970" y="224692"/>
                </a:cubicBezTo>
                <a:cubicBezTo>
                  <a:pt x="88970" y="222212"/>
                  <a:pt x="92152" y="209812"/>
                  <a:pt x="93919" y="202372"/>
                </a:cubicBezTo>
                <a:lnTo>
                  <a:pt x="106292" y="152420"/>
                </a:lnTo>
                <a:cubicBezTo>
                  <a:pt x="108060" y="145689"/>
                  <a:pt x="108413" y="144626"/>
                  <a:pt x="111241" y="141438"/>
                </a:cubicBezTo>
                <a:lnTo>
                  <a:pt x="198912" y="40470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C8E2D32-59C8-B7E7-2301-DBFCD669FC54}"/>
              </a:ext>
            </a:extLst>
          </p:cNvPr>
          <p:cNvSpPr/>
          <p:nvPr>
            <p:custDataLst>
              <p:tags r:id="rId32"/>
            </p:custDataLst>
          </p:nvPr>
        </p:nvSpPr>
        <p:spPr>
          <a:xfrm>
            <a:off x="6471397" y="2050262"/>
            <a:ext cx="74979" cy="166897"/>
          </a:xfrm>
          <a:custGeom>
            <a:avLst/>
            <a:gdLst>
              <a:gd name="connsiteX0" fmla="*/ 68790 w 74979"/>
              <a:gd name="connsiteY0" fmla="*/ 9509 h 166897"/>
              <a:gd name="connsiteX1" fmla="*/ 58892 w 74979"/>
              <a:gd name="connsiteY1" fmla="*/ 85 h 166897"/>
              <a:gd name="connsiteX2" fmla="*/ 45034 w 74979"/>
              <a:gd name="connsiteY2" fmla="*/ 13724 h 166897"/>
              <a:gd name="connsiteX3" fmla="*/ 54933 w 74979"/>
              <a:gd name="connsiteY3" fmla="*/ 23148 h 166897"/>
              <a:gd name="connsiteX4" fmla="*/ 68790 w 74979"/>
              <a:gd name="connsiteY4" fmla="*/ 9509 h 166897"/>
              <a:gd name="connsiteX5" fmla="*/ 18309 w 74979"/>
              <a:gd name="connsiteY5" fmla="*/ 135487 h 166897"/>
              <a:gd name="connsiteX6" fmla="*/ 16082 w 74979"/>
              <a:gd name="connsiteY6" fmla="*/ 145903 h 166897"/>
              <a:gd name="connsiteX7" fmla="*/ 39590 w 74979"/>
              <a:gd name="connsiteY7" fmla="*/ 166982 h 166897"/>
              <a:gd name="connsiteX8" fmla="*/ 75224 w 74979"/>
              <a:gd name="connsiteY8" fmla="*/ 129040 h 166897"/>
              <a:gd name="connsiteX9" fmla="*/ 71265 w 74979"/>
              <a:gd name="connsiteY9" fmla="*/ 125816 h 166897"/>
              <a:gd name="connsiteX10" fmla="*/ 66563 w 74979"/>
              <a:gd name="connsiteY10" fmla="*/ 130032 h 166897"/>
              <a:gd name="connsiteX11" fmla="*/ 40333 w 74979"/>
              <a:gd name="connsiteY11" fmla="*/ 160039 h 166897"/>
              <a:gd name="connsiteX12" fmla="*/ 34146 w 74979"/>
              <a:gd name="connsiteY12" fmla="*/ 151359 h 166897"/>
              <a:gd name="connsiteX13" fmla="*/ 38106 w 74979"/>
              <a:gd name="connsiteY13" fmla="*/ 135487 h 166897"/>
              <a:gd name="connsiteX14" fmla="*/ 46024 w 74979"/>
              <a:gd name="connsiteY14" fmla="*/ 115648 h 166897"/>
              <a:gd name="connsiteX15" fmla="*/ 58150 w 74979"/>
              <a:gd name="connsiteY15" fmla="*/ 84154 h 166897"/>
              <a:gd name="connsiteX16" fmla="*/ 59634 w 74979"/>
              <a:gd name="connsiteY16" fmla="*/ 76218 h 166897"/>
              <a:gd name="connsiteX17" fmla="*/ 36126 w 74979"/>
              <a:gd name="connsiteY17" fmla="*/ 55139 h 166897"/>
              <a:gd name="connsiteX18" fmla="*/ 245 w 74979"/>
              <a:gd name="connsiteY18" fmla="*/ 93081 h 166897"/>
              <a:gd name="connsiteX19" fmla="*/ 4451 w 74979"/>
              <a:gd name="connsiteY19" fmla="*/ 96305 h 166897"/>
              <a:gd name="connsiteX20" fmla="*/ 8906 w 74979"/>
              <a:gd name="connsiteY20" fmla="*/ 92337 h 166897"/>
              <a:gd name="connsiteX21" fmla="*/ 35384 w 74979"/>
              <a:gd name="connsiteY21" fmla="*/ 62082 h 166897"/>
              <a:gd name="connsiteX22" fmla="*/ 41570 w 74979"/>
              <a:gd name="connsiteY22" fmla="*/ 70762 h 166897"/>
              <a:gd name="connsiteX23" fmla="*/ 33899 w 74979"/>
              <a:gd name="connsiteY23" fmla="*/ 95561 h 166897"/>
              <a:gd name="connsiteX24" fmla="*/ 18309 w 74979"/>
              <a:gd name="connsiteY24" fmla="*/ 135487 h 166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4979" h="166897">
                <a:moveTo>
                  <a:pt x="68790" y="9509"/>
                </a:moveTo>
                <a:cubicBezTo>
                  <a:pt x="68790" y="5541"/>
                  <a:pt x="65821" y="85"/>
                  <a:pt x="58892" y="85"/>
                </a:cubicBezTo>
                <a:cubicBezTo>
                  <a:pt x="52211" y="85"/>
                  <a:pt x="45034" y="6533"/>
                  <a:pt x="45034" y="13724"/>
                </a:cubicBezTo>
                <a:cubicBezTo>
                  <a:pt x="45034" y="17940"/>
                  <a:pt x="48251" y="23148"/>
                  <a:pt x="54933" y="23148"/>
                </a:cubicBezTo>
                <a:cubicBezTo>
                  <a:pt x="62109" y="23148"/>
                  <a:pt x="68790" y="16204"/>
                  <a:pt x="68790" y="9509"/>
                </a:cubicBezTo>
                <a:close/>
                <a:moveTo>
                  <a:pt x="18309" y="135487"/>
                </a:moveTo>
                <a:cubicBezTo>
                  <a:pt x="17319" y="138711"/>
                  <a:pt x="16082" y="141687"/>
                  <a:pt x="16082" y="145903"/>
                </a:cubicBezTo>
                <a:cubicBezTo>
                  <a:pt x="16082" y="157559"/>
                  <a:pt x="25980" y="166982"/>
                  <a:pt x="39590" y="166982"/>
                </a:cubicBezTo>
                <a:cubicBezTo>
                  <a:pt x="64336" y="166982"/>
                  <a:pt x="75224" y="132760"/>
                  <a:pt x="75224" y="129040"/>
                </a:cubicBezTo>
                <a:cubicBezTo>
                  <a:pt x="75224" y="125816"/>
                  <a:pt x="72007" y="125816"/>
                  <a:pt x="71265" y="125816"/>
                </a:cubicBezTo>
                <a:cubicBezTo>
                  <a:pt x="67801" y="125816"/>
                  <a:pt x="67553" y="127304"/>
                  <a:pt x="66563" y="130032"/>
                </a:cubicBezTo>
                <a:cubicBezTo>
                  <a:pt x="60872" y="149871"/>
                  <a:pt x="49984" y="160039"/>
                  <a:pt x="40333" y="160039"/>
                </a:cubicBezTo>
                <a:cubicBezTo>
                  <a:pt x="35384" y="160039"/>
                  <a:pt x="34146" y="156815"/>
                  <a:pt x="34146" y="151359"/>
                </a:cubicBezTo>
                <a:cubicBezTo>
                  <a:pt x="34146" y="145655"/>
                  <a:pt x="35878" y="140943"/>
                  <a:pt x="38106" y="135487"/>
                </a:cubicBezTo>
                <a:cubicBezTo>
                  <a:pt x="40580" y="128792"/>
                  <a:pt x="43302" y="122096"/>
                  <a:pt x="46024" y="115648"/>
                </a:cubicBezTo>
                <a:cubicBezTo>
                  <a:pt x="48251" y="109697"/>
                  <a:pt x="57160" y="87129"/>
                  <a:pt x="58150" y="84154"/>
                </a:cubicBezTo>
                <a:cubicBezTo>
                  <a:pt x="58892" y="81674"/>
                  <a:pt x="59634" y="78698"/>
                  <a:pt x="59634" y="76218"/>
                </a:cubicBezTo>
                <a:cubicBezTo>
                  <a:pt x="59634" y="64562"/>
                  <a:pt x="49736" y="55139"/>
                  <a:pt x="36126" y="55139"/>
                </a:cubicBezTo>
                <a:cubicBezTo>
                  <a:pt x="11628" y="55139"/>
                  <a:pt x="245" y="88865"/>
                  <a:pt x="245" y="93081"/>
                </a:cubicBezTo>
                <a:cubicBezTo>
                  <a:pt x="245" y="96305"/>
                  <a:pt x="3709" y="96305"/>
                  <a:pt x="4451" y="96305"/>
                </a:cubicBezTo>
                <a:cubicBezTo>
                  <a:pt x="7916" y="96305"/>
                  <a:pt x="8163" y="95065"/>
                  <a:pt x="8906" y="92337"/>
                </a:cubicBezTo>
                <a:cubicBezTo>
                  <a:pt x="15339" y="71010"/>
                  <a:pt x="26228" y="62082"/>
                  <a:pt x="35384" y="62082"/>
                </a:cubicBezTo>
                <a:cubicBezTo>
                  <a:pt x="39343" y="62082"/>
                  <a:pt x="41570" y="64066"/>
                  <a:pt x="41570" y="70762"/>
                </a:cubicBezTo>
                <a:cubicBezTo>
                  <a:pt x="41570" y="76466"/>
                  <a:pt x="40085" y="80186"/>
                  <a:pt x="33899" y="95561"/>
                </a:cubicBezTo>
                <a:lnTo>
                  <a:pt x="18309" y="135487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6BFFD9A3-F2E6-1198-88FA-051C18E9B0B4}"/>
              </a:ext>
            </a:extLst>
          </p:cNvPr>
          <p:cNvSpPr/>
          <p:nvPr>
            <p:custDataLst>
              <p:tags r:id="rId33"/>
            </p:custDataLst>
          </p:nvPr>
        </p:nvSpPr>
        <p:spPr>
          <a:xfrm>
            <a:off x="5843964" y="2305554"/>
            <a:ext cx="733495" cy="14170"/>
          </a:xfrm>
          <a:custGeom>
            <a:avLst/>
            <a:gdLst>
              <a:gd name="connsiteX0" fmla="*/ 0 w 733495"/>
              <a:gd name="connsiteY0" fmla="*/ 0 h 14170"/>
              <a:gd name="connsiteX1" fmla="*/ 733496 w 733495"/>
              <a:gd name="connsiteY1" fmla="*/ 0 h 14170"/>
              <a:gd name="connsiteX2" fmla="*/ 733496 w 733495"/>
              <a:gd name="connsiteY2" fmla="*/ 14170 h 14170"/>
              <a:gd name="connsiteX3" fmla="*/ 0 w 733495"/>
              <a:gd name="connsiteY3" fmla="*/ 14170 h 14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3495" h="14170">
                <a:moveTo>
                  <a:pt x="0" y="0"/>
                </a:moveTo>
                <a:lnTo>
                  <a:pt x="733496" y="0"/>
                </a:lnTo>
                <a:lnTo>
                  <a:pt x="733496" y="14170"/>
                </a:lnTo>
                <a:lnTo>
                  <a:pt x="0" y="14170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9798C2DE-B521-257C-B532-28B8B4CF1AFC}"/>
              </a:ext>
            </a:extLst>
          </p:cNvPr>
          <p:cNvSpPr/>
          <p:nvPr>
            <p:custDataLst>
              <p:tags r:id="rId34"/>
            </p:custDataLst>
          </p:nvPr>
        </p:nvSpPr>
        <p:spPr>
          <a:xfrm>
            <a:off x="5983126" y="2376403"/>
            <a:ext cx="275738" cy="354271"/>
          </a:xfrm>
          <a:custGeom>
            <a:avLst/>
            <a:gdLst>
              <a:gd name="connsiteX0" fmla="*/ 111940 w 275738"/>
              <a:gd name="connsiteY0" fmla="*/ 317163 h 354271"/>
              <a:gd name="connsiteX1" fmla="*/ 49722 w 275738"/>
              <a:gd name="connsiteY1" fmla="*/ 179351 h 354271"/>
              <a:gd name="connsiteX2" fmla="*/ 44419 w 275738"/>
              <a:gd name="connsiteY2" fmla="*/ 173683 h 354271"/>
              <a:gd name="connsiteX3" fmla="*/ 38410 w 275738"/>
              <a:gd name="connsiteY3" fmla="*/ 176517 h 354271"/>
              <a:gd name="connsiteX4" fmla="*/ 4826 w 275738"/>
              <a:gd name="connsiteY4" fmla="*/ 202025 h 354271"/>
              <a:gd name="connsiteX5" fmla="*/ 230 w 275738"/>
              <a:gd name="connsiteY5" fmla="*/ 207693 h 354271"/>
              <a:gd name="connsiteX6" fmla="*/ 3765 w 275738"/>
              <a:gd name="connsiteY6" fmla="*/ 211590 h 354271"/>
              <a:gd name="connsiteX7" fmla="*/ 15785 w 275738"/>
              <a:gd name="connsiteY7" fmla="*/ 203796 h 354271"/>
              <a:gd name="connsiteX8" fmla="*/ 27097 w 275738"/>
              <a:gd name="connsiteY8" fmla="*/ 195293 h 354271"/>
              <a:gd name="connsiteX9" fmla="*/ 96739 w 275738"/>
              <a:gd name="connsiteY9" fmla="*/ 348693 h 354271"/>
              <a:gd name="connsiteX10" fmla="*/ 104163 w 275738"/>
              <a:gd name="connsiteY10" fmla="*/ 354361 h 354271"/>
              <a:gd name="connsiteX11" fmla="*/ 113000 w 275738"/>
              <a:gd name="connsiteY11" fmla="*/ 347276 h 354271"/>
              <a:gd name="connsiteX12" fmla="*/ 273495 w 275738"/>
              <a:gd name="connsiteY12" fmla="*/ 14261 h 354271"/>
              <a:gd name="connsiteX13" fmla="*/ 275969 w 275738"/>
              <a:gd name="connsiteY13" fmla="*/ 7175 h 354271"/>
              <a:gd name="connsiteX14" fmla="*/ 268899 w 275738"/>
              <a:gd name="connsiteY14" fmla="*/ 90 h 354271"/>
              <a:gd name="connsiteX15" fmla="*/ 260768 w 275738"/>
              <a:gd name="connsiteY15" fmla="*/ 7530 h 354271"/>
              <a:gd name="connsiteX16" fmla="*/ 111940 w 275738"/>
              <a:gd name="connsiteY16" fmla="*/ 317163 h 354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5738" h="354271">
                <a:moveTo>
                  <a:pt x="111940" y="317163"/>
                </a:moveTo>
                <a:lnTo>
                  <a:pt x="49722" y="179351"/>
                </a:lnTo>
                <a:cubicBezTo>
                  <a:pt x="47247" y="173683"/>
                  <a:pt x="45480" y="173683"/>
                  <a:pt x="44419" y="173683"/>
                </a:cubicBezTo>
                <a:cubicBezTo>
                  <a:pt x="44066" y="173683"/>
                  <a:pt x="42298" y="173683"/>
                  <a:pt x="38410" y="176517"/>
                </a:cubicBezTo>
                <a:lnTo>
                  <a:pt x="4826" y="202025"/>
                </a:lnTo>
                <a:cubicBezTo>
                  <a:pt x="230" y="205567"/>
                  <a:pt x="230" y="206630"/>
                  <a:pt x="230" y="207693"/>
                </a:cubicBezTo>
                <a:cubicBezTo>
                  <a:pt x="230" y="209464"/>
                  <a:pt x="1291" y="211590"/>
                  <a:pt x="3765" y="211590"/>
                </a:cubicBezTo>
                <a:cubicBezTo>
                  <a:pt x="5887" y="211590"/>
                  <a:pt x="11896" y="206630"/>
                  <a:pt x="15785" y="203796"/>
                </a:cubicBezTo>
                <a:cubicBezTo>
                  <a:pt x="17906" y="202025"/>
                  <a:pt x="23209" y="198128"/>
                  <a:pt x="27097" y="195293"/>
                </a:cubicBezTo>
                <a:lnTo>
                  <a:pt x="96739" y="348693"/>
                </a:lnTo>
                <a:cubicBezTo>
                  <a:pt x="99214" y="354361"/>
                  <a:pt x="100981" y="354361"/>
                  <a:pt x="104163" y="354361"/>
                </a:cubicBezTo>
                <a:cubicBezTo>
                  <a:pt x="109465" y="354361"/>
                  <a:pt x="110526" y="352236"/>
                  <a:pt x="113000" y="347276"/>
                </a:cubicBezTo>
                <a:lnTo>
                  <a:pt x="273495" y="14261"/>
                </a:lnTo>
                <a:cubicBezTo>
                  <a:pt x="275969" y="9301"/>
                  <a:pt x="275969" y="7884"/>
                  <a:pt x="275969" y="7175"/>
                </a:cubicBezTo>
                <a:cubicBezTo>
                  <a:pt x="275969" y="3633"/>
                  <a:pt x="273141" y="90"/>
                  <a:pt x="268899" y="90"/>
                </a:cubicBezTo>
                <a:cubicBezTo>
                  <a:pt x="266071" y="90"/>
                  <a:pt x="263596" y="1861"/>
                  <a:pt x="260768" y="7530"/>
                </a:cubicBezTo>
                <a:lnTo>
                  <a:pt x="111940" y="317163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91C8624-9217-7682-5C02-EC12172E6CD0}"/>
              </a:ext>
            </a:extLst>
          </p:cNvPr>
          <p:cNvSpPr/>
          <p:nvPr>
            <p:custDataLst>
              <p:tags r:id="rId35"/>
            </p:custDataLst>
          </p:nvPr>
        </p:nvSpPr>
        <p:spPr>
          <a:xfrm>
            <a:off x="6251914" y="2376404"/>
            <a:ext cx="212189" cy="14170"/>
          </a:xfrm>
          <a:custGeom>
            <a:avLst/>
            <a:gdLst>
              <a:gd name="connsiteX0" fmla="*/ 0 w 212189"/>
              <a:gd name="connsiteY0" fmla="*/ 0 h 14170"/>
              <a:gd name="connsiteX1" fmla="*/ 212190 w 212189"/>
              <a:gd name="connsiteY1" fmla="*/ 0 h 14170"/>
              <a:gd name="connsiteX2" fmla="*/ 212190 w 212189"/>
              <a:gd name="connsiteY2" fmla="*/ 14170 h 14170"/>
              <a:gd name="connsiteX3" fmla="*/ 0 w 212189"/>
              <a:gd name="connsiteY3" fmla="*/ 14170 h 14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2189" h="14170">
                <a:moveTo>
                  <a:pt x="0" y="0"/>
                </a:moveTo>
                <a:lnTo>
                  <a:pt x="212190" y="0"/>
                </a:lnTo>
                <a:lnTo>
                  <a:pt x="212190" y="14170"/>
                </a:lnTo>
                <a:lnTo>
                  <a:pt x="0" y="14170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85747F7-C546-D107-2D46-D981ED8F0A0B}"/>
              </a:ext>
            </a:extLst>
          </p:cNvPr>
          <p:cNvSpPr/>
          <p:nvPr>
            <p:custDataLst>
              <p:tags r:id="rId36"/>
            </p:custDataLst>
          </p:nvPr>
        </p:nvSpPr>
        <p:spPr>
          <a:xfrm>
            <a:off x="6262166" y="2489160"/>
            <a:ext cx="191603" cy="160484"/>
          </a:xfrm>
          <a:custGeom>
            <a:avLst/>
            <a:gdLst>
              <a:gd name="connsiteX0" fmla="*/ 21096 w 191603"/>
              <a:gd name="connsiteY0" fmla="*/ 135783 h 160484"/>
              <a:gd name="connsiteX1" fmla="*/ 17914 w 191603"/>
              <a:gd name="connsiteY1" fmla="*/ 151017 h 160484"/>
              <a:gd name="connsiteX2" fmla="*/ 28166 w 191603"/>
              <a:gd name="connsiteY2" fmla="*/ 160582 h 160484"/>
              <a:gd name="connsiteX3" fmla="*/ 41246 w 191603"/>
              <a:gd name="connsiteY3" fmla="*/ 150662 h 160484"/>
              <a:gd name="connsiteX4" fmla="*/ 47963 w 191603"/>
              <a:gd name="connsiteY4" fmla="*/ 124446 h 160484"/>
              <a:gd name="connsiteX5" fmla="*/ 55740 w 191603"/>
              <a:gd name="connsiteY5" fmla="*/ 92562 h 160484"/>
              <a:gd name="connsiteX6" fmla="*/ 61750 w 191603"/>
              <a:gd name="connsiteY6" fmla="*/ 68826 h 160484"/>
              <a:gd name="connsiteX7" fmla="*/ 66345 w 191603"/>
              <a:gd name="connsiteY7" fmla="*/ 51112 h 160484"/>
              <a:gd name="connsiteX8" fmla="*/ 123968 w 191603"/>
              <a:gd name="connsiteY8" fmla="*/ 7891 h 160484"/>
              <a:gd name="connsiteX9" fmla="*/ 143057 w 191603"/>
              <a:gd name="connsiteY9" fmla="*/ 32690 h 160484"/>
              <a:gd name="connsiteX10" fmla="*/ 120079 w 191603"/>
              <a:gd name="connsiteY10" fmla="*/ 115235 h 160484"/>
              <a:gd name="connsiteX11" fmla="*/ 116544 w 191603"/>
              <a:gd name="connsiteY11" fmla="*/ 131532 h 160484"/>
              <a:gd name="connsiteX12" fmla="*/ 145532 w 191603"/>
              <a:gd name="connsiteY12" fmla="*/ 160582 h 160484"/>
              <a:gd name="connsiteX13" fmla="*/ 191842 w 191603"/>
              <a:gd name="connsiteY13" fmla="*/ 106024 h 160484"/>
              <a:gd name="connsiteX14" fmla="*/ 187600 w 191603"/>
              <a:gd name="connsiteY14" fmla="*/ 102482 h 160484"/>
              <a:gd name="connsiteX15" fmla="*/ 182297 w 191603"/>
              <a:gd name="connsiteY15" fmla="*/ 108858 h 160484"/>
              <a:gd name="connsiteX16" fmla="*/ 146239 w 191603"/>
              <a:gd name="connsiteY16" fmla="*/ 152788 h 160484"/>
              <a:gd name="connsiteX17" fmla="*/ 137755 w 191603"/>
              <a:gd name="connsiteY17" fmla="*/ 141097 h 160484"/>
              <a:gd name="connsiteX18" fmla="*/ 144118 w 191603"/>
              <a:gd name="connsiteY18" fmla="*/ 115944 h 160484"/>
              <a:gd name="connsiteX19" fmla="*/ 165682 w 191603"/>
              <a:gd name="connsiteY19" fmla="*/ 38004 h 160484"/>
              <a:gd name="connsiteX20" fmla="*/ 125028 w 191603"/>
              <a:gd name="connsiteY20" fmla="*/ 97 h 160484"/>
              <a:gd name="connsiteX21" fmla="*/ 69880 w 191603"/>
              <a:gd name="connsiteY21" fmla="*/ 30919 h 160484"/>
              <a:gd name="connsiteX22" fmla="*/ 37357 w 191603"/>
              <a:gd name="connsiteY22" fmla="*/ 97 h 160484"/>
              <a:gd name="connsiteX23" fmla="*/ 10844 w 191603"/>
              <a:gd name="connsiteY23" fmla="*/ 20291 h 160484"/>
              <a:gd name="connsiteX24" fmla="*/ 239 w 191603"/>
              <a:gd name="connsiteY24" fmla="*/ 54655 h 160484"/>
              <a:gd name="connsiteX25" fmla="*/ 4481 w 191603"/>
              <a:gd name="connsiteY25" fmla="*/ 58198 h 160484"/>
              <a:gd name="connsiteX26" fmla="*/ 10490 w 191603"/>
              <a:gd name="connsiteY26" fmla="*/ 50049 h 160484"/>
              <a:gd name="connsiteX27" fmla="*/ 36297 w 191603"/>
              <a:gd name="connsiteY27" fmla="*/ 7891 h 160484"/>
              <a:gd name="connsiteX28" fmla="*/ 47256 w 191603"/>
              <a:gd name="connsiteY28" fmla="*/ 24188 h 160484"/>
              <a:gd name="connsiteX29" fmla="*/ 41599 w 191603"/>
              <a:gd name="connsiteY29" fmla="*/ 53946 h 160484"/>
              <a:gd name="connsiteX30" fmla="*/ 21096 w 191603"/>
              <a:gd name="connsiteY30" fmla="*/ 135783 h 160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91603" h="160484">
                <a:moveTo>
                  <a:pt x="21096" y="135783"/>
                </a:moveTo>
                <a:cubicBezTo>
                  <a:pt x="20035" y="141097"/>
                  <a:pt x="17914" y="149245"/>
                  <a:pt x="17914" y="151017"/>
                </a:cubicBezTo>
                <a:cubicBezTo>
                  <a:pt x="17914" y="157394"/>
                  <a:pt x="22863" y="160582"/>
                  <a:pt x="28166" y="160582"/>
                </a:cubicBezTo>
                <a:cubicBezTo>
                  <a:pt x="32408" y="160582"/>
                  <a:pt x="38771" y="157748"/>
                  <a:pt x="41246" y="150662"/>
                </a:cubicBezTo>
                <a:cubicBezTo>
                  <a:pt x="41599" y="149954"/>
                  <a:pt x="45842" y="133303"/>
                  <a:pt x="47963" y="124446"/>
                </a:cubicBezTo>
                <a:lnTo>
                  <a:pt x="55740" y="92562"/>
                </a:lnTo>
                <a:cubicBezTo>
                  <a:pt x="57861" y="84768"/>
                  <a:pt x="59982" y="76974"/>
                  <a:pt x="61750" y="68826"/>
                </a:cubicBezTo>
                <a:cubicBezTo>
                  <a:pt x="63164" y="62803"/>
                  <a:pt x="65992" y="52529"/>
                  <a:pt x="66345" y="51112"/>
                </a:cubicBezTo>
                <a:cubicBezTo>
                  <a:pt x="71648" y="40130"/>
                  <a:pt x="90384" y="7891"/>
                  <a:pt x="123968" y="7891"/>
                </a:cubicBezTo>
                <a:cubicBezTo>
                  <a:pt x="139876" y="7891"/>
                  <a:pt x="143057" y="20999"/>
                  <a:pt x="143057" y="32690"/>
                </a:cubicBezTo>
                <a:cubicBezTo>
                  <a:pt x="143057" y="54655"/>
                  <a:pt x="125735" y="100002"/>
                  <a:pt x="120079" y="115235"/>
                </a:cubicBezTo>
                <a:cubicBezTo>
                  <a:pt x="116897" y="123384"/>
                  <a:pt x="116544" y="127635"/>
                  <a:pt x="116544" y="131532"/>
                </a:cubicBezTo>
                <a:cubicBezTo>
                  <a:pt x="116544" y="148183"/>
                  <a:pt x="128917" y="160582"/>
                  <a:pt x="145532" y="160582"/>
                </a:cubicBezTo>
                <a:cubicBezTo>
                  <a:pt x="178762" y="160582"/>
                  <a:pt x="191842" y="108858"/>
                  <a:pt x="191842" y="106024"/>
                </a:cubicBezTo>
                <a:cubicBezTo>
                  <a:pt x="191842" y="102482"/>
                  <a:pt x="188660" y="102482"/>
                  <a:pt x="187600" y="102482"/>
                </a:cubicBezTo>
                <a:cubicBezTo>
                  <a:pt x="184065" y="102482"/>
                  <a:pt x="184065" y="103544"/>
                  <a:pt x="182297" y="108858"/>
                </a:cubicBezTo>
                <a:cubicBezTo>
                  <a:pt x="175227" y="132949"/>
                  <a:pt x="163561" y="152788"/>
                  <a:pt x="146239" y="152788"/>
                </a:cubicBezTo>
                <a:cubicBezTo>
                  <a:pt x="140229" y="152788"/>
                  <a:pt x="137755" y="149245"/>
                  <a:pt x="137755" y="141097"/>
                </a:cubicBezTo>
                <a:cubicBezTo>
                  <a:pt x="137755" y="132240"/>
                  <a:pt x="140936" y="123738"/>
                  <a:pt x="144118" y="115944"/>
                </a:cubicBezTo>
                <a:cubicBezTo>
                  <a:pt x="150834" y="97167"/>
                  <a:pt x="165682" y="58198"/>
                  <a:pt x="165682" y="38004"/>
                </a:cubicBezTo>
                <a:cubicBezTo>
                  <a:pt x="165682" y="14268"/>
                  <a:pt x="150481" y="97"/>
                  <a:pt x="125028" y="97"/>
                </a:cubicBezTo>
                <a:cubicBezTo>
                  <a:pt x="93212" y="97"/>
                  <a:pt x="75890" y="22770"/>
                  <a:pt x="69880" y="30919"/>
                </a:cubicBezTo>
                <a:cubicBezTo>
                  <a:pt x="68113" y="11079"/>
                  <a:pt x="53619" y="97"/>
                  <a:pt x="37357" y="97"/>
                </a:cubicBezTo>
                <a:cubicBezTo>
                  <a:pt x="21096" y="97"/>
                  <a:pt x="14379" y="13914"/>
                  <a:pt x="10844" y="20291"/>
                </a:cubicBezTo>
                <a:cubicBezTo>
                  <a:pt x="5188" y="32336"/>
                  <a:pt x="239" y="53238"/>
                  <a:pt x="239" y="54655"/>
                </a:cubicBezTo>
                <a:cubicBezTo>
                  <a:pt x="239" y="58198"/>
                  <a:pt x="3774" y="58198"/>
                  <a:pt x="4481" y="58198"/>
                </a:cubicBezTo>
                <a:cubicBezTo>
                  <a:pt x="8016" y="58198"/>
                  <a:pt x="8369" y="57843"/>
                  <a:pt x="10490" y="50049"/>
                </a:cubicBezTo>
                <a:cubicBezTo>
                  <a:pt x="16500" y="24896"/>
                  <a:pt x="23570" y="7891"/>
                  <a:pt x="36297" y="7891"/>
                </a:cubicBezTo>
                <a:cubicBezTo>
                  <a:pt x="43367" y="7891"/>
                  <a:pt x="47256" y="12497"/>
                  <a:pt x="47256" y="24188"/>
                </a:cubicBezTo>
                <a:cubicBezTo>
                  <a:pt x="47256" y="31627"/>
                  <a:pt x="46195" y="35524"/>
                  <a:pt x="41599" y="53946"/>
                </a:cubicBezTo>
                <a:lnTo>
                  <a:pt x="21096" y="135783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3963B07E-947E-0596-5CB4-17809FCDD72D}"/>
              </a:ext>
            </a:extLst>
          </p:cNvPr>
          <p:cNvSpPr/>
          <p:nvPr>
            <p:custDataLst>
              <p:tags r:id="rId37"/>
            </p:custDataLst>
          </p:nvPr>
        </p:nvSpPr>
        <p:spPr>
          <a:xfrm>
            <a:off x="6627658" y="2135503"/>
            <a:ext cx="48431" cy="354271"/>
          </a:xfrm>
          <a:custGeom>
            <a:avLst/>
            <a:gdLst>
              <a:gd name="connsiteX0" fmla="*/ 48680 w 48431"/>
              <a:gd name="connsiteY0" fmla="*/ 90 h 354271"/>
              <a:gd name="connsiteX1" fmla="*/ 249 w 48431"/>
              <a:gd name="connsiteY1" fmla="*/ 90 h 354271"/>
              <a:gd name="connsiteX2" fmla="*/ 249 w 48431"/>
              <a:gd name="connsiteY2" fmla="*/ 14261 h 354271"/>
              <a:gd name="connsiteX3" fmla="*/ 34540 w 48431"/>
              <a:gd name="connsiteY3" fmla="*/ 14261 h 354271"/>
              <a:gd name="connsiteX4" fmla="*/ 34540 w 48431"/>
              <a:gd name="connsiteY4" fmla="*/ 340191 h 354271"/>
              <a:gd name="connsiteX5" fmla="*/ 249 w 48431"/>
              <a:gd name="connsiteY5" fmla="*/ 340191 h 354271"/>
              <a:gd name="connsiteX6" fmla="*/ 249 w 48431"/>
              <a:gd name="connsiteY6" fmla="*/ 354362 h 354271"/>
              <a:gd name="connsiteX7" fmla="*/ 48680 w 48431"/>
              <a:gd name="connsiteY7" fmla="*/ 354362 h 354271"/>
              <a:gd name="connsiteX8" fmla="*/ 48680 w 48431"/>
              <a:gd name="connsiteY8" fmla="*/ 90 h 354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431" h="354271">
                <a:moveTo>
                  <a:pt x="48680" y="90"/>
                </a:moveTo>
                <a:lnTo>
                  <a:pt x="249" y="90"/>
                </a:lnTo>
                <a:lnTo>
                  <a:pt x="249" y="14261"/>
                </a:lnTo>
                <a:lnTo>
                  <a:pt x="34540" y="14261"/>
                </a:lnTo>
                <a:lnTo>
                  <a:pt x="34540" y="340191"/>
                </a:lnTo>
                <a:lnTo>
                  <a:pt x="249" y="340191"/>
                </a:lnTo>
                <a:lnTo>
                  <a:pt x="249" y="354362"/>
                </a:lnTo>
                <a:lnTo>
                  <a:pt x="48680" y="354362"/>
                </a:lnTo>
                <a:lnTo>
                  <a:pt x="48680" y="90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14B97F38-7B6B-D180-48BD-2CD10B5D2D90}"/>
              </a:ext>
            </a:extLst>
          </p:cNvPr>
          <p:cNvSpPr/>
          <p:nvPr>
            <p:custDataLst>
              <p:tags r:id="rId38"/>
            </p:custDataLst>
          </p:nvPr>
        </p:nvSpPr>
        <p:spPr>
          <a:xfrm>
            <a:off x="6836071" y="2271189"/>
            <a:ext cx="235085" cy="82899"/>
          </a:xfrm>
          <a:custGeom>
            <a:avLst/>
            <a:gdLst>
              <a:gd name="connsiteX0" fmla="*/ 223320 w 235085"/>
              <a:gd name="connsiteY0" fmla="*/ 14261 h 82899"/>
              <a:gd name="connsiteX1" fmla="*/ 235340 w 235085"/>
              <a:gd name="connsiteY1" fmla="*/ 7176 h 82899"/>
              <a:gd name="connsiteX2" fmla="*/ 223674 w 235085"/>
              <a:gd name="connsiteY2" fmla="*/ 90 h 82899"/>
              <a:gd name="connsiteX3" fmla="*/ 11920 w 235085"/>
              <a:gd name="connsiteY3" fmla="*/ 90 h 82899"/>
              <a:gd name="connsiteX4" fmla="*/ 255 w 235085"/>
              <a:gd name="connsiteY4" fmla="*/ 7176 h 82899"/>
              <a:gd name="connsiteX5" fmla="*/ 12274 w 235085"/>
              <a:gd name="connsiteY5" fmla="*/ 14261 h 82899"/>
              <a:gd name="connsiteX6" fmla="*/ 223320 w 235085"/>
              <a:gd name="connsiteY6" fmla="*/ 14261 h 82899"/>
              <a:gd name="connsiteX7" fmla="*/ 223674 w 235085"/>
              <a:gd name="connsiteY7" fmla="*/ 82990 h 82899"/>
              <a:gd name="connsiteX8" fmla="*/ 235340 w 235085"/>
              <a:gd name="connsiteY8" fmla="*/ 75904 h 82899"/>
              <a:gd name="connsiteX9" fmla="*/ 223320 w 235085"/>
              <a:gd name="connsiteY9" fmla="*/ 68819 h 82899"/>
              <a:gd name="connsiteX10" fmla="*/ 12274 w 235085"/>
              <a:gd name="connsiteY10" fmla="*/ 68819 h 82899"/>
              <a:gd name="connsiteX11" fmla="*/ 255 w 235085"/>
              <a:gd name="connsiteY11" fmla="*/ 75904 h 82899"/>
              <a:gd name="connsiteX12" fmla="*/ 11920 w 235085"/>
              <a:gd name="connsiteY12" fmla="*/ 82990 h 82899"/>
              <a:gd name="connsiteX13" fmla="*/ 223674 w 235085"/>
              <a:gd name="connsiteY13" fmla="*/ 82990 h 82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5085" h="82899">
                <a:moveTo>
                  <a:pt x="223320" y="14261"/>
                </a:moveTo>
                <a:cubicBezTo>
                  <a:pt x="228623" y="14261"/>
                  <a:pt x="235340" y="14261"/>
                  <a:pt x="235340" y="7176"/>
                </a:cubicBezTo>
                <a:cubicBezTo>
                  <a:pt x="235340" y="90"/>
                  <a:pt x="228623" y="90"/>
                  <a:pt x="223674" y="90"/>
                </a:cubicBezTo>
                <a:lnTo>
                  <a:pt x="11920" y="90"/>
                </a:lnTo>
                <a:cubicBezTo>
                  <a:pt x="6971" y="90"/>
                  <a:pt x="255" y="90"/>
                  <a:pt x="255" y="7176"/>
                </a:cubicBezTo>
                <a:cubicBezTo>
                  <a:pt x="255" y="14261"/>
                  <a:pt x="6971" y="14261"/>
                  <a:pt x="12274" y="14261"/>
                </a:cubicBezTo>
                <a:lnTo>
                  <a:pt x="223320" y="14261"/>
                </a:lnTo>
                <a:close/>
                <a:moveTo>
                  <a:pt x="223674" y="82990"/>
                </a:moveTo>
                <a:cubicBezTo>
                  <a:pt x="228623" y="82990"/>
                  <a:pt x="235340" y="82990"/>
                  <a:pt x="235340" y="75904"/>
                </a:cubicBezTo>
                <a:cubicBezTo>
                  <a:pt x="235340" y="68819"/>
                  <a:pt x="228623" y="68819"/>
                  <a:pt x="223320" y="68819"/>
                </a:cubicBezTo>
                <a:lnTo>
                  <a:pt x="12274" y="68819"/>
                </a:lnTo>
                <a:cubicBezTo>
                  <a:pt x="6971" y="68819"/>
                  <a:pt x="255" y="68819"/>
                  <a:pt x="255" y="75904"/>
                </a:cubicBezTo>
                <a:cubicBezTo>
                  <a:pt x="255" y="82990"/>
                  <a:pt x="6971" y="82990"/>
                  <a:pt x="11920" y="82990"/>
                </a:cubicBezTo>
                <a:lnTo>
                  <a:pt x="223674" y="82990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206822FF-FE51-789A-2E19-B759CF7C2E46}"/>
              </a:ext>
            </a:extLst>
          </p:cNvPr>
          <p:cNvSpPr/>
          <p:nvPr>
            <p:custDataLst>
              <p:tags r:id="rId39"/>
            </p:custDataLst>
          </p:nvPr>
        </p:nvSpPr>
        <p:spPr>
          <a:xfrm>
            <a:off x="7368992" y="1849002"/>
            <a:ext cx="151196" cy="111843"/>
          </a:xfrm>
          <a:custGeom>
            <a:avLst/>
            <a:gdLst>
              <a:gd name="connsiteX0" fmla="*/ 18829 w 151196"/>
              <a:gd name="connsiteY0" fmla="*/ 93818 h 111843"/>
              <a:gd name="connsiteX1" fmla="*/ 16355 w 151196"/>
              <a:gd name="connsiteY1" fmla="*/ 103986 h 111843"/>
              <a:gd name="connsiteX2" fmla="*/ 24768 w 151196"/>
              <a:gd name="connsiteY2" fmla="*/ 111921 h 111843"/>
              <a:gd name="connsiteX3" fmla="*/ 34419 w 151196"/>
              <a:gd name="connsiteY3" fmla="*/ 106465 h 111843"/>
              <a:gd name="connsiteX4" fmla="*/ 38873 w 151196"/>
              <a:gd name="connsiteY4" fmla="*/ 91090 h 111843"/>
              <a:gd name="connsiteX5" fmla="*/ 44317 w 151196"/>
              <a:gd name="connsiteY5" fmla="*/ 68771 h 111843"/>
              <a:gd name="connsiteX6" fmla="*/ 48524 w 151196"/>
              <a:gd name="connsiteY6" fmla="*/ 52156 h 111843"/>
              <a:gd name="connsiteX7" fmla="*/ 58917 w 151196"/>
              <a:gd name="connsiteY7" fmla="*/ 29837 h 111843"/>
              <a:gd name="connsiteX8" fmla="*/ 96036 w 151196"/>
              <a:gd name="connsiteY8" fmla="*/ 7021 h 111843"/>
              <a:gd name="connsiteX9" fmla="*/ 110636 w 151196"/>
              <a:gd name="connsiteY9" fmla="*/ 24381 h 111843"/>
              <a:gd name="connsiteX10" fmla="*/ 96036 w 151196"/>
              <a:gd name="connsiteY10" fmla="*/ 77203 h 111843"/>
              <a:gd name="connsiteX11" fmla="*/ 92324 w 151196"/>
              <a:gd name="connsiteY11" fmla="*/ 90594 h 111843"/>
              <a:gd name="connsiteX12" fmla="*/ 115833 w 151196"/>
              <a:gd name="connsiteY12" fmla="*/ 111921 h 111843"/>
              <a:gd name="connsiteX13" fmla="*/ 151467 w 151196"/>
              <a:gd name="connsiteY13" fmla="*/ 73979 h 111843"/>
              <a:gd name="connsiteX14" fmla="*/ 147507 w 151196"/>
              <a:gd name="connsiteY14" fmla="*/ 70755 h 111843"/>
              <a:gd name="connsiteX15" fmla="*/ 142806 w 151196"/>
              <a:gd name="connsiteY15" fmla="*/ 74971 h 111843"/>
              <a:gd name="connsiteX16" fmla="*/ 116575 w 151196"/>
              <a:gd name="connsiteY16" fmla="*/ 104978 h 111843"/>
              <a:gd name="connsiteX17" fmla="*/ 110389 w 151196"/>
              <a:gd name="connsiteY17" fmla="*/ 96298 h 111843"/>
              <a:gd name="connsiteX18" fmla="*/ 116080 w 151196"/>
              <a:gd name="connsiteY18" fmla="*/ 76211 h 111843"/>
              <a:gd name="connsiteX19" fmla="*/ 129195 w 151196"/>
              <a:gd name="connsiteY19" fmla="*/ 28349 h 111843"/>
              <a:gd name="connsiteX20" fmla="*/ 97026 w 151196"/>
              <a:gd name="connsiteY20" fmla="*/ 78 h 111843"/>
              <a:gd name="connsiteX21" fmla="*/ 55205 w 151196"/>
              <a:gd name="connsiteY21" fmla="*/ 22645 h 111843"/>
              <a:gd name="connsiteX22" fmla="*/ 28727 w 151196"/>
              <a:gd name="connsiteY22" fmla="*/ 78 h 111843"/>
              <a:gd name="connsiteX23" fmla="*/ 9178 w 151196"/>
              <a:gd name="connsiteY23" fmla="*/ 13469 h 111843"/>
              <a:gd name="connsiteX24" fmla="*/ 270 w 151196"/>
              <a:gd name="connsiteY24" fmla="*/ 38020 h 111843"/>
              <a:gd name="connsiteX25" fmla="*/ 4477 w 151196"/>
              <a:gd name="connsiteY25" fmla="*/ 41244 h 111843"/>
              <a:gd name="connsiteX26" fmla="*/ 9921 w 151196"/>
              <a:gd name="connsiteY26" fmla="*/ 33804 h 111843"/>
              <a:gd name="connsiteX27" fmla="*/ 27985 w 151196"/>
              <a:gd name="connsiteY27" fmla="*/ 7021 h 111843"/>
              <a:gd name="connsiteX28" fmla="*/ 36151 w 151196"/>
              <a:gd name="connsiteY28" fmla="*/ 19173 h 111843"/>
              <a:gd name="connsiteX29" fmla="*/ 32192 w 151196"/>
              <a:gd name="connsiteY29" fmla="*/ 39756 h 111843"/>
              <a:gd name="connsiteX30" fmla="*/ 26748 w 151196"/>
              <a:gd name="connsiteY30" fmla="*/ 62075 h 111843"/>
              <a:gd name="connsiteX31" fmla="*/ 18829 w 151196"/>
              <a:gd name="connsiteY31" fmla="*/ 93818 h 111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51196" h="111843">
                <a:moveTo>
                  <a:pt x="18829" y="93818"/>
                </a:moveTo>
                <a:cubicBezTo>
                  <a:pt x="17839" y="97042"/>
                  <a:pt x="16355" y="103242"/>
                  <a:pt x="16355" y="103986"/>
                </a:cubicBezTo>
                <a:cubicBezTo>
                  <a:pt x="16355" y="109441"/>
                  <a:pt x="20809" y="111921"/>
                  <a:pt x="24768" y="111921"/>
                </a:cubicBezTo>
                <a:cubicBezTo>
                  <a:pt x="29222" y="111921"/>
                  <a:pt x="33182" y="108697"/>
                  <a:pt x="34419" y="106465"/>
                </a:cubicBezTo>
                <a:cubicBezTo>
                  <a:pt x="35656" y="104234"/>
                  <a:pt x="37636" y="96298"/>
                  <a:pt x="38873" y="91090"/>
                </a:cubicBezTo>
                <a:cubicBezTo>
                  <a:pt x="40111" y="86378"/>
                  <a:pt x="42833" y="74971"/>
                  <a:pt x="44317" y="68771"/>
                </a:cubicBezTo>
                <a:cubicBezTo>
                  <a:pt x="45802" y="63315"/>
                  <a:pt x="47287" y="57859"/>
                  <a:pt x="48524" y="52156"/>
                </a:cubicBezTo>
                <a:cubicBezTo>
                  <a:pt x="51246" y="41988"/>
                  <a:pt x="51741" y="40004"/>
                  <a:pt x="58917" y="29837"/>
                </a:cubicBezTo>
                <a:cubicBezTo>
                  <a:pt x="65846" y="19917"/>
                  <a:pt x="77477" y="7021"/>
                  <a:pt x="96036" y="7021"/>
                </a:cubicBezTo>
                <a:cubicBezTo>
                  <a:pt x="110389" y="7021"/>
                  <a:pt x="110636" y="19669"/>
                  <a:pt x="110636" y="24381"/>
                </a:cubicBezTo>
                <a:cubicBezTo>
                  <a:pt x="110636" y="39260"/>
                  <a:pt x="99995" y="66787"/>
                  <a:pt x="96036" y="77203"/>
                </a:cubicBezTo>
                <a:cubicBezTo>
                  <a:pt x="93314" y="84146"/>
                  <a:pt x="92324" y="86378"/>
                  <a:pt x="92324" y="90594"/>
                </a:cubicBezTo>
                <a:cubicBezTo>
                  <a:pt x="92324" y="103738"/>
                  <a:pt x="103212" y="111921"/>
                  <a:pt x="115833" y="111921"/>
                </a:cubicBezTo>
                <a:cubicBezTo>
                  <a:pt x="140578" y="111921"/>
                  <a:pt x="151467" y="77699"/>
                  <a:pt x="151467" y="73979"/>
                </a:cubicBezTo>
                <a:cubicBezTo>
                  <a:pt x="151467" y="70755"/>
                  <a:pt x="148250" y="70755"/>
                  <a:pt x="147507" y="70755"/>
                </a:cubicBezTo>
                <a:cubicBezTo>
                  <a:pt x="144043" y="70755"/>
                  <a:pt x="143795" y="72243"/>
                  <a:pt x="142806" y="74971"/>
                </a:cubicBezTo>
                <a:cubicBezTo>
                  <a:pt x="137114" y="94810"/>
                  <a:pt x="126473" y="104978"/>
                  <a:pt x="116575" y="104978"/>
                </a:cubicBezTo>
                <a:cubicBezTo>
                  <a:pt x="111378" y="104978"/>
                  <a:pt x="110389" y="101506"/>
                  <a:pt x="110389" y="96298"/>
                </a:cubicBezTo>
                <a:cubicBezTo>
                  <a:pt x="110389" y="90594"/>
                  <a:pt x="111626" y="87370"/>
                  <a:pt x="116080" y="76211"/>
                </a:cubicBezTo>
                <a:cubicBezTo>
                  <a:pt x="119050" y="68523"/>
                  <a:pt x="129195" y="42236"/>
                  <a:pt x="129195" y="28349"/>
                </a:cubicBezTo>
                <a:cubicBezTo>
                  <a:pt x="129195" y="4294"/>
                  <a:pt x="110141" y="78"/>
                  <a:pt x="97026" y="78"/>
                </a:cubicBezTo>
                <a:cubicBezTo>
                  <a:pt x="76487" y="78"/>
                  <a:pt x="62629" y="12725"/>
                  <a:pt x="55205" y="22645"/>
                </a:cubicBezTo>
                <a:cubicBezTo>
                  <a:pt x="53473" y="5534"/>
                  <a:pt x="38873" y="78"/>
                  <a:pt x="28727" y="78"/>
                </a:cubicBezTo>
                <a:cubicBezTo>
                  <a:pt x="18087" y="78"/>
                  <a:pt x="12395" y="7765"/>
                  <a:pt x="9178" y="13469"/>
                </a:cubicBezTo>
                <a:cubicBezTo>
                  <a:pt x="3734" y="22645"/>
                  <a:pt x="270" y="36780"/>
                  <a:pt x="270" y="38020"/>
                </a:cubicBezTo>
                <a:cubicBezTo>
                  <a:pt x="270" y="41244"/>
                  <a:pt x="3734" y="41244"/>
                  <a:pt x="4477" y="41244"/>
                </a:cubicBezTo>
                <a:cubicBezTo>
                  <a:pt x="7941" y="41244"/>
                  <a:pt x="8188" y="40500"/>
                  <a:pt x="9921" y="33804"/>
                </a:cubicBezTo>
                <a:cubicBezTo>
                  <a:pt x="13633" y="19173"/>
                  <a:pt x="18334" y="7021"/>
                  <a:pt x="27985" y="7021"/>
                </a:cubicBezTo>
                <a:cubicBezTo>
                  <a:pt x="34419" y="7021"/>
                  <a:pt x="36151" y="12477"/>
                  <a:pt x="36151" y="19173"/>
                </a:cubicBezTo>
                <a:cubicBezTo>
                  <a:pt x="36151" y="23885"/>
                  <a:pt x="33924" y="33060"/>
                  <a:pt x="32192" y="39756"/>
                </a:cubicBezTo>
                <a:cubicBezTo>
                  <a:pt x="30460" y="46452"/>
                  <a:pt x="27985" y="56619"/>
                  <a:pt x="26748" y="62075"/>
                </a:cubicBezTo>
                <a:lnTo>
                  <a:pt x="18829" y="93818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E88346FA-004B-2BDF-F947-FD4A8CB239E9}"/>
              </a:ext>
            </a:extLst>
          </p:cNvPr>
          <p:cNvSpPr/>
          <p:nvPr>
            <p:custDataLst>
              <p:tags r:id="rId40"/>
            </p:custDataLst>
          </p:nvPr>
        </p:nvSpPr>
        <p:spPr>
          <a:xfrm>
            <a:off x="7209220" y="2064647"/>
            <a:ext cx="470523" cy="495980"/>
          </a:xfrm>
          <a:custGeom>
            <a:avLst/>
            <a:gdLst>
              <a:gd name="connsiteX0" fmla="*/ 428014 w 470523"/>
              <a:gd name="connsiteY0" fmla="*/ 496061 h 495980"/>
              <a:gd name="connsiteX1" fmla="*/ 470789 w 470523"/>
              <a:gd name="connsiteY1" fmla="*/ 382694 h 495980"/>
              <a:gd name="connsiteX2" fmla="*/ 461951 w 470523"/>
              <a:gd name="connsiteY2" fmla="*/ 382694 h 495980"/>
              <a:gd name="connsiteX3" fmla="*/ 370038 w 470523"/>
              <a:gd name="connsiteY3" fmla="*/ 454257 h 495980"/>
              <a:gd name="connsiteX4" fmla="*/ 260096 w 470523"/>
              <a:gd name="connsiteY4" fmla="*/ 465239 h 495980"/>
              <a:gd name="connsiteX5" fmla="*/ 46929 w 470523"/>
              <a:gd name="connsiteY5" fmla="*/ 465239 h 495980"/>
              <a:gd name="connsiteX6" fmla="*/ 226866 w 470523"/>
              <a:gd name="connsiteY6" fmla="*/ 253739 h 495980"/>
              <a:gd name="connsiteX7" fmla="*/ 230047 w 470523"/>
              <a:gd name="connsiteY7" fmla="*/ 248071 h 495980"/>
              <a:gd name="connsiteX8" fmla="*/ 227573 w 470523"/>
              <a:gd name="connsiteY8" fmla="*/ 242757 h 495980"/>
              <a:gd name="connsiteX9" fmla="*/ 62837 w 470523"/>
              <a:gd name="connsiteY9" fmla="*/ 17086 h 495980"/>
              <a:gd name="connsiteX10" fmla="*/ 256561 w 470523"/>
              <a:gd name="connsiteY10" fmla="*/ 17086 h 495980"/>
              <a:gd name="connsiteX11" fmla="*/ 339282 w 470523"/>
              <a:gd name="connsiteY11" fmla="*/ 22754 h 495980"/>
              <a:gd name="connsiteX12" fmla="*/ 417055 w 470523"/>
              <a:gd name="connsiteY12" fmla="*/ 49324 h 495980"/>
              <a:gd name="connsiteX13" fmla="*/ 461951 w 470523"/>
              <a:gd name="connsiteY13" fmla="*/ 99631 h 495980"/>
              <a:gd name="connsiteX14" fmla="*/ 470789 w 470523"/>
              <a:gd name="connsiteY14" fmla="*/ 99631 h 495980"/>
              <a:gd name="connsiteX15" fmla="*/ 428014 w 470523"/>
              <a:gd name="connsiteY15" fmla="*/ 81 h 495980"/>
              <a:gd name="connsiteX16" fmla="*/ 10163 w 470523"/>
              <a:gd name="connsiteY16" fmla="*/ 81 h 495980"/>
              <a:gd name="connsiteX17" fmla="*/ 619 w 470523"/>
              <a:gd name="connsiteY17" fmla="*/ 2561 h 495980"/>
              <a:gd name="connsiteX18" fmla="*/ 265 w 470523"/>
              <a:gd name="connsiteY18" fmla="*/ 14252 h 495980"/>
              <a:gd name="connsiteX19" fmla="*/ 187273 w 470523"/>
              <a:gd name="connsiteY19" fmla="*/ 270744 h 495980"/>
              <a:gd name="connsiteX20" fmla="*/ 4154 w 470523"/>
              <a:gd name="connsiteY20" fmla="*/ 485787 h 495980"/>
              <a:gd name="connsiteX21" fmla="*/ 619 w 470523"/>
              <a:gd name="connsiteY21" fmla="*/ 492164 h 495980"/>
              <a:gd name="connsiteX22" fmla="*/ 10163 w 470523"/>
              <a:gd name="connsiteY22" fmla="*/ 496061 h 495980"/>
              <a:gd name="connsiteX23" fmla="*/ 428014 w 470523"/>
              <a:gd name="connsiteY23" fmla="*/ 496061 h 495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470523" h="495980">
                <a:moveTo>
                  <a:pt x="428014" y="496061"/>
                </a:moveTo>
                <a:lnTo>
                  <a:pt x="470789" y="382694"/>
                </a:lnTo>
                <a:lnTo>
                  <a:pt x="461951" y="382694"/>
                </a:lnTo>
                <a:cubicBezTo>
                  <a:pt x="448164" y="419538"/>
                  <a:pt x="410692" y="443629"/>
                  <a:pt x="370038" y="454257"/>
                </a:cubicBezTo>
                <a:cubicBezTo>
                  <a:pt x="362614" y="456028"/>
                  <a:pt x="327970" y="465239"/>
                  <a:pt x="260096" y="465239"/>
                </a:cubicBezTo>
                <a:lnTo>
                  <a:pt x="46929" y="465239"/>
                </a:lnTo>
                <a:lnTo>
                  <a:pt x="226866" y="253739"/>
                </a:lnTo>
                <a:cubicBezTo>
                  <a:pt x="229340" y="250905"/>
                  <a:pt x="230047" y="249842"/>
                  <a:pt x="230047" y="248071"/>
                </a:cubicBezTo>
                <a:cubicBezTo>
                  <a:pt x="230047" y="247362"/>
                  <a:pt x="230047" y="246299"/>
                  <a:pt x="227573" y="242757"/>
                </a:cubicBezTo>
                <a:lnTo>
                  <a:pt x="62837" y="17086"/>
                </a:lnTo>
                <a:lnTo>
                  <a:pt x="256561" y="17086"/>
                </a:lnTo>
                <a:cubicBezTo>
                  <a:pt x="303931" y="17086"/>
                  <a:pt x="336101" y="22046"/>
                  <a:pt x="339282" y="22754"/>
                </a:cubicBezTo>
                <a:cubicBezTo>
                  <a:pt x="358372" y="25588"/>
                  <a:pt x="389128" y="31611"/>
                  <a:pt x="417055" y="49324"/>
                </a:cubicBezTo>
                <a:cubicBezTo>
                  <a:pt x="425893" y="54993"/>
                  <a:pt x="449931" y="70935"/>
                  <a:pt x="461951" y="99631"/>
                </a:cubicBezTo>
                <a:lnTo>
                  <a:pt x="470789" y="99631"/>
                </a:lnTo>
                <a:lnTo>
                  <a:pt x="428014" y="81"/>
                </a:lnTo>
                <a:lnTo>
                  <a:pt x="10163" y="81"/>
                </a:lnTo>
                <a:cubicBezTo>
                  <a:pt x="2033" y="81"/>
                  <a:pt x="1679" y="435"/>
                  <a:pt x="619" y="2561"/>
                </a:cubicBezTo>
                <a:cubicBezTo>
                  <a:pt x="265" y="3623"/>
                  <a:pt x="265" y="10355"/>
                  <a:pt x="265" y="14252"/>
                </a:cubicBezTo>
                <a:lnTo>
                  <a:pt x="187273" y="270744"/>
                </a:lnTo>
                <a:lnTo>
                  <a:pt x="4154" y="485787"/>
                </a:lnTo>
                <a:cubicBezTo>
                  <a:pt x="619" y="490038"/>
                  <a:pt x="619" y="491810"/>
                  <a:pt x="619" y="492164"/>
                </a:cubicBezTo>
                <a:cubicBezTo>
                  <a:pt x="619" y="496061"/>
                  <a:pt x="3800" y="496061"/>
                  <a:pt x="10163" y="496061"/>
                </a:cubicBezTo>
                <a:lnTo>
                  <a:pt x="428014" y="496061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50BA3B6-3713-B440-E15A-5EF0F29564ED}"/>
              </a:ext>
            </a:extLst>
          </p:cNvPr>
          <p:cNvSpPr/>
          <p:nvPr>
            <p:custDataLst>
              <p:tags r:id="rId41"/>
            </p:custDataLst>
          </p:nvPr>
        </p:nvSpPr>
        <p:spPr>
          <a:xfrm>
            <a:off x="7227393" y="2654782"/>
            <a:ext cx="74979" cy="166897"/>
          </a:xfrm>
          <a:custGeom>
            <a:avLst/>
            <a:gdLst>
              <a:gd name="connsiteX0" fmla="*/ 68812 w 74979"/>
              <a:gd name="connsiteY0" fmla="*/ 9526 h 166897"/>
              <a:gd name="connsiteX1" fmla="*/ 58913 w 74979"/>
              <a:gd name="connsiteY1" fmla="*/ 102 h 166897"/>
              <a:gd name="connsiteX2" fmla="*/ 45056 w 74979"/>
              <a:gd name="connsiteY2" fmla="*/ 13741 h 166897"/>
              <a:gd name="connsiteX3" fmla="*/ 54954 w 74979"/>
              <a:gd name="connsiteY3" fmla="*/ 23165 h 166897"/>
              <a:gd name="connsiteX4" fmla="*/ 68812 w 74979"/>
              <a:gd name="connsiteY4" fmla="*/ 9526 h 166897"/>
              <a:gd name="connsiteX5" fmla="*/ 18330 w 74979"/>
              <a:gd name="connsiteY5" fmla="*/ 135504 h 166897"/>
              <a:gd name="connsiteX6" fmla="*/ 16103 w 74979"/>
              <a:gd name="connsiteY6" fmla="*/ 145920 h 166897"/>
              <a:gd name="connsiteX7" fmla="*/ 39612 w 74979"/>
              <a:gd name="connsiteY7" fmla="*/ 166999 h 166897"/>
              <a:gd name="connsiteX8" fmla="*/ 75246 w 74979"/>
              <a:gd name="connsiteY8" fmla="*/ 129057 h 166897"/>
              <a:gd name="connsiteX9" fmla="*/ 71286 w 74979"/>
              <a:gd name="connsiteY9" fmla="*/ 125833 h 166897"/>
              <a:gd name="connsiteX10" fmla="*/ 66585 w 74979"/>
              <a:gd name="connsiteY10" fmla="*/ 130049 h 166897"/>
              <a:gd name="connsiteX11" fmla="*/ 40354 w 74979"/>
              <a:gd name="connsiteY11" fmla="*/ 160056 h 166897"/>
              <a:gd name="connsiteX12" fmla="*/ 34168 w 74979"/>
              <a:gd name="connsiteY12" fmla="*/ 151376 h 166897"/>
              <a:gd name="connsiteX13" fmla="*/ 38127 w 74979"/>
              <a:gd name="connsiteY13" fmla="*/ 135504 h 166897"/>
              <a:gd name="connsiteX14" fmla="*/ 46046 w 74979"/>
              <a:gd name="connsiteY14" fmla="*/ 115665 h 166897"/>
              <a:gd name="connsiteX15" fmla="*/ 58171 w 74979"/>
              <a:gd name="connsiteY15" fmla="*/ 84171 h 166897"/>
              <a:gd name="connsiteX16" fmla="*/ 59656 w 74979"/>
              <a:gd name="connsiteY16" fmla="*/ 76235 h 166897"/>
              <a:gd name="connsiteX17" fmla="*/ 36147 w 74979"/>
              <a:gd name="connsiteY17" fmla="*/ 55156 h 166897"/>
              <a:gd name="connsiteX18" fmla="*/ 266 w 74979"/>
              <a:gd name="connsiteY18" fmla="*/ 93098 h 166897"/>
              <a:gd name="connsiteX19" fmla="*/ 4473 w 74979"/>
              <a:gd name="connsiteY19" fmla="*/ 96322 h 166897"/>
              <a:gd name="connsiteX20" fmla="*/ 8927 w 74979"/>
              <a:gd name="connsiteY20" fmla="*/ 92354 h 166897"/>
              <a:gd name="connsiteX21" fmla="*/ 35405 w 74979"/>
              <a:gd name="connsiteY21" fmla="*/ 62099 h 166897"/>
              <a:gd name="connsiteX22" fmla="*/ 41591 w 74979"/>
              <a:gd name="connsiteY22" fmla="*/ 70779 h 166897"/>
              <a:gd name="connsiteX23" fmla="*/ 33920 w 74979"/>
              <a:gd name="connsiteY23" fmla="*/ 95578 h 166897"/>
              <a:gd name="connsiteX24" fmla="*/ 18330 w 74979"/>
              <a:gd name="connsiteY24" fmla="*/ 135504 h 166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4979" h="166897">
                <a:moveTo>
                  <a:pt x="68812" y="9526"/>
                </a:moveTo>
                <a:cubicBezTo>
                  <a:pt x="68812" y="5558"/>
                  <a:pt x="65842" y="102"/>
                  <a:pt x="58913" y="102"/>
                </a:cubicBezTo>
                <a:cubicBezTo>
                  <a:pt x="52232" y="102"/>
                  <a:pt x="45056" y="6550"/>
                  <a:pt x="45056" y="13741"/>
                </a:cubicBezTo>
                <a:cubicBezTo>
                  <a:pt x="45056" y="17957"/>
                  <a:pt x="48273" y="23165"/>
                  <a:pt x="54954" y="23165"/>
                </a:cubicBezTo>
                <a:cubicBezTo>
                  <a:pt x="62130" y="23165"/>
                  <a:pt x="68812" y="16221"/>
                  <a:pt x="68812" y="9526"/>
                </a:cubicBezTo>
                <a:close/>
                <a:moveTo>
                  <a:pt x="18330" y="135504"/>
                </a:moveTo>
                <a:cubicBezTo>
                  <a:pt x="17340" y="138728"/>
                  <a:pt x="16103" y="141704"/>
                  <a:pt x="16103" y="145920"/>
                </a:cubicBezTo>
                <a:cubicBezTo>
                  <a:pt x="16103" y="157576"/>
                  <a:pt x="26001" y="166999"/>
                  <a:pt x="39612" y="166999"/>
                </a:cubicBezTo>
                <a:cubicBezTo>
                  <a:pt x="64357" y="166999"/>
                  <a:pt x="75246" y="132777"/>
                  <a:pt x="75246" y="129057"/>
                </a:cubicBezTo>
                <a:cubicBezTo>
                  <a:pt x="75246" y="125833"/>
                  <a:pt x="72029" y="125833"/>
                  <a:pt x="71286" y="125833"/>
                </a:cubicBezTo>
                <a:cubicBezTo>
                  <a:pt x="67822" y="125833"/>
                  <a:pt x="67574" y="127321"/>
                  <a:pt x="66585" y="130049"/>
                </a:cubicBezTo>
                <a:cubicBezTo>
                  <a:pt x="60893" y="149888"/>
                  <a:pt x="50005" y="160056"/>
                  <a:pt x="40354" y="160056"/>
                </a:cubicBezTo>
                <a:cubicBezTo>
                  <a:pt x="35405" y="160056"/>
                  <a:pt x="34168" y="156832"/>
                  <a:pt x="34168" y="151376"/>
                </a:cubicBezTo>
                <a:cubicBezTo>
                  <a:pt x="34168" y="145672"/>
                  <a:pt x="35900" y="140960"/>
                  <a:pt x="38127" y="135504"/>
                </a:cubicBezTo>
                <a:cubicBezTo>
                  <a:pt x="40601" y="128809"/>
                  <a:pt x="43323" y="122113"/>
                  <a:pt x="46046" y="115665"/>
                </a:cubicBezTo>
                <a:cubicBezTo>
                  <a:pt x="48273" y="109714"/>
                  <a:pt x="57181" y="87146"/>
                  <a:pt x="58171" y="84171"/>
                </a:cubicBezTo>
                <a:cubicBezTo>
                  <a:pt x="58913" y="81691"/>
                  <a:pt x="59656" y="78715"/>
                  <a:pt x="59656" y="76235"/>
                </a:cubicBezTo>
                <a:cubicBezTo>
                  <a:pt x="59656" y="64579"/>
                  <a:pt x="49757" y="55156"/>
                  <a:pt x="36147" y="55156"/>
                </a:cubicBezTo>
                <a:cubicBezTo>
                  <a:pt x="11649" y="55156"/>
                  <a:pt x="266" y="88882"/>
                  <a:pt x="266" y="93098"/>
                </a:cubicBezTo>
                <a:cubicBezTo>
                  <a:pt x="266" y="96322"/>
                  <a:pt x="3730" y="96322"/>
                  <a:pt x="4473" y="96322"/>
                </a:cubicBezTo>
                <a:cubicBezTo>
                  <a:pt x="7937" y="96322"/>
                  <a:pt x="8184" y="95082"/>
                  <a:pt x="8927" y="92354"/>
                </a:cubicBezTo>
                <a:cubicBezTo>
                  <a:pt x="15361" y="71027"/>
                  <a:pt x="26249" y="62099"/>
                  <a:pt x="35405" y="62099"/>
                </a:cubicBezTo>
                <a:cubicBezTo>
                  <a:pt x="39364" y="62099"/>
                  <a:pt x="41591" y="64083"/>
                  <a:pt x="41591" y="70779"/>
                </a:cubicBezTo>
                <a:cubicBezTo>
                  <a:pt x="41591" y="76483"/>
                  <a:pt x="40107" y="80203"/>
                  <a:pt x="33920" y="95578"/>
                </a:cubicBezTo>
                <a:lnTo>
                  <a:pt x="18330" y="135504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09990BC-8BD2-A0C9-31DB-55115B7B9609}"/>
              </a:ext>
            </a:extLst>
          </p:cNvPr>
          <p:cNvSpPr/>
          <p:nvPr>
            <p:custDataLst>
              <p:tags r:id="rId42"/>
            </p:custDataLst>
          </p:nvPr>
        </p:nvSpPr>
        <p:spPr>
          <a:xfrm>
            <a:off x="7333103" y="2723723"/>
            <a:ext cx="182129" cy="66709"/>
          </a:xfrm>
          <a:custGeom>
            <a:avLst/>
            <a:gdLst>
              <a:gd name="connsiteX0" fmla="*/ 172994 w 182129"/>
              <a:gd name="connsiteY0" fmla="*/ 12253 h 66709"/>
              <a:gd name="connsiteX1" fmla="*/ 182398 w 182129"/>
              <a:gd name="connsiteY1" fmla="*/ 6054 h 66709"/>
              <a:gd name="connsiteX2" fmla="*/ 173242 w 182129"/>
              <a:gd name="connsiteY2" fmla="*/ 102 h 66709"/>
              <a:gd name="connsiteX3" fmla="*/ 9425 w 182129"/>
              <a:gd name="connsiteY3" fmla="*/ 102 h 66709"/>
              <a:gd name="connsiteX4" fmla="*/ 269 w 182129"/>
              <a:gd name="connsiteY4" fmla="*/ 6054 h 66709"/>
              <a:gd name="connsiteX5" fmla="*/ 9672 w 182129"/>
              <a:gd name="connsiteY5" fmla="*/ 12253 h 66709"/>
              <a:gd name="connsiteX6" fmla="*/ 172994 w 182129"/>
              <a:gd name="connsiteY6" fmla="*/ 12253 h 66709"/>
              <a:gd name="connsiteX7" fmla="*/ 173242 w 182129"/>
              <a:gd name="connsiteY7" fmla="*/ 66811 h 66709"/>
              <a:gd name="connsiteX8" fmla="*/ 182398 w 182129"/>
              <a:gd name="connsiteY8" fmla="*/ 60859 h 66709"/>
              <a:gd name="connsiteX9" fmla="*/ 172994 w 182129"/>
              <a:gd name="connsiteY9" fmla="*/ 54660 h 66709"/>
              <a:gd name="connsiteX10" fmla="*/ 9672 w 182129"/>
              <a:gd name="connsiteY10" fmla="*/ 54660 h 66709"/>
              <a:gd name="connsiteX11" fmla="*/ 269 w 182129"/>
              <a:gd name="connsiteY11" fmla="*/ 60859 h 66709"/>
              <a:gd name="connsiteX12" fmla="*/ 9425 w 182129"/>
              <a:gd name="connsiteY12" fmla="*/ 66811 h 66709"/>
              <a:gd name="connsiteX13" fmla="*/ 173242 w 182129"/>
              <a:gd name="connsiteY13" fmla="*/ 66811 h 667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2129" h="66709">
                <a:moveTo>
                  <a:pt x="172994" y="12253"/>
                </a:moveTo>
                <a:cubicBezTo>
                  <a:pt x="176706" y="12253"/>
                  <a:pt x="182398" y="12253"/>
                  <a:pt x="182398" y="6054"/>
                </a:cubicBezTo>
                <a:cubicBezTo>
                  <a:pt x="182398" y="102"/>
                  <a:pt x="176459" y="102"/>
                  <a:pt x="173242" y="102"/>
                </a:cubicBezTo>
                <a:lnTo>
                  <a:pt x="9425" y="102"/>
                </a:lnTo>
                <a:cubicBezTo>
                  <a:pt x="6208" y="102"/>
                  <a:pt x="269" y="102"/>
                  <a:pt x="269" y="6054"/>
                </a:cubicBezTo>
                <a:cubicBezTo>
                  <a:pt x="269" y="12253"/>
                  <a:pt x="5960" y="12253"/>
                  <a:pt x="9672" y="12253"/>
                </a:cubicBezTo>
                <a:lnTo>
                  <a:pt x="172994" y="12253"/>
                </a:lnTo>
                <a:close/>
                <a:moveTo>
                  <a:pt x="173242" y="66811"/>
                </a:moveTo>
                <a:cubicBezTo>
                  <a:pt x="176459" y="66811"/>
                  <a:pt x="182398" y="66811"/>
                  <a:pt x="182398" y="60859"/>
                </a:cubicBezTo>
                <a:cubicBezTo>
                  <a:pt x="182398" y="54660"/>
                  <a:pt x="176706" y="54660"/>
                  <a:pt x="172994" y="54660"/>
                </a:cubicBezTo>
                <a:lnTo>
                  <a:pt x="9672" y="54660"/>
                </a:lnTo>
                <a:cubicBezTo>
                  <a:pt x="5960" y="54660"/>
                  <a:pt x="269" y="54660"/>
                  <a:pt x="269" y="60859"/>
                </a:cubicBezTo>
                <a:cubicBezTo>
                  <a:pt x="269" y="66811"/>
                  <a:pt x="6208" y="66811"/>
                  <a:pt x="9425" y="66811"/>
                </a:cubicBezTo>
                <a:lnTo>
                  <a:pt x="173242" y="66811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A813F575-E626-D59A-ACD4-A4762AA13809}"/>
              </a:ext>
            </a:extLst>
          </p:cNvPr>
          <p:cNvSpPr/>
          <p:nvPr>
            <p:custDataLst>
              <p:tags r:id="rId43"/>
            </p:custDataLst>
          </p:nvPr>
        </p:nvSpPr>
        <p:spPr>
          <a:xfrm>
            <a:off x="7559772" y="2654534"/>
            <a:ext cx="90074" cy="164665"/>
          </a:xfrm>
          <a:custGeom>
            <a:avLst/>
            <a:gdLst>
              <a:gd name="connsiteX0" fmla="*/ 56200 w 90074"/>
              <a:gd name="connsiteY0" fmla="*/ 7046 h 164665"/>
              <a:gd name="connsiteX1" fmla="*/ 48777 w 90074"/>
              <a:gd name="connsiteY1" fmla="*/ 102 h 164665"/>
              <a:gd name="connsiteX2" fmla="*/ 275 w 90074"/>
              <a:gd name="connsiteY2" fmla="*/ 15973 h 164665"/>
              <a:gd name="connsiteX3" fmla="*/ 275 w 90074"/>
              <a:gd name="connsiteY3" fmla="*/ 24901 h 164665"/>
              <a:gd name="connsiteX4" fmla="*/ 36156 w 90074"/>
              <a:gd name="connsiteY4" fmla="*/ 17957 h 164665"/>
              <a:gd name="connsiteX5" fmla="*/ 36156 w 90074"/>
              <a:gd name="connsiteY5" fmla="*/ 144432 h 164665"/>
              <a:gd name="connsiteX6" fmla="*/ 11410 w 90074"/>
              <a:gd name="connsiteY6" fmla="*/ 155840 h 164665"/>
              <a:gd name="connsiteX7" fmla="*/ 2007 w 90074"/>
              <a:gd name="connsiteY7" fmla="*/ 155840 h 164665"/>
              <a:gd name="connsiteX8" fmla="*/ 2007 w 90074"/>
              <a:gd name="connsiteY8" fmla="*/ 164767 h 164665"/>
              <a:gd name="connsiteX9" fmla="*/ 46054 w 90074"/>
              <a:gd name="connsiteY9" fmla="*/ 163775 h 164665"/>
              <a:gd name="connsiteX10" fmla="*/ 90349 w 90074"/>
              <a:gd name="connsiteY10" fmla="*/ 164767 h 164665"/>
              <a:gd name="connsiteX11" fmla="*/ 90349 w 90074"/>
              <a:gd name="connsiteY11" fmla="*/ 155840 h 164665"/>
              <a:gd name="connsiteX12" fmla="*/ 80946 w 90074"/>
              <a:gd name="connsiteY12" fmla="*/ 155840 h 164665"/>
              <a:gd name="connsiteX13" fmla="*/ 56200 w 90074"/>
              <a:gd name="connsiteY13" fmla="*/ 144432 h 164665"/>
              <a:gd name="connsiteX14" fmla="*/ 56200 w 90074"/>
              <a:gd name="connsiteY14" fmla="*/ 7046 h 164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0074" h="164665">
                <a:moveTo>
                  <a:pt x="56200" y="7046"/>
                </a:moveTo>
                <a:cubicBezTo>
                  <a:pt x="56200" y="350"/>
                  <a:pt x="55705" y="102"/>
                  <a:pt x="48777" y="102"/>
                </a:cubicBezTo>
                <a:cubicBezTo>
                  <a:pt x="32939" y="15725"/>
                  <a:pt x="10421" y="15973"/>
                  <a:pt x="275" y="15973"/>
                </a:cubicBezTo>
                <a:lnTo>
                  <a:pt x="275" y="24901"/>
                </a:lnTo>
                <a:cubicBezTo>
                  <a:pt x="6214" y="24901"/>
                  <a:pt x="22546" y="24901"/>
                  <a:pt x="36156" y="17957"/>
                </a:cubicBezTo>
                <a:lnTo>
                  <a:pt x="36156" y="144432"/>
                </a:lnTo>
                <a:cubicBezTo>
                  <a:pt x="36156" y="152616"/>
                  <a:pt x="36156" y="155840"/>
                  <a:pt x="11410" y="155840"/>
                </a:cubicBezTo>
                <a:lnTo>
                  <a:pt x="2007" y="155840"/>
                </a:lnTo>
                <a:lnTo>
                  <a:pt x="2007" y="164767"/>
                </a:lnTo>
                <a:cubicBezTo>
                  <a:pt x="6461" y="164519"/>
                  <a:pt x="36899" y="163775"/>
                  <a:pt x="46054" y="163775"/>
                </a:cubicBezTo>
                <a:cubicBezTo>
                  <a:pt x="53726" y="163775"/>
                  <a:pt x="84905" y="164519"/>
                  <a:pt x="90349" y="164767"/>
                </a:cubicBezTo>
                <a:lnTo>
                  <a:pt x="90349" y="155840"/>
                </a:lnTo>
                <a:lnTo>
                  <a:pt x="80946" y="155840"/>
                </a:lnTo>
                <a:cubicBezTo>
                  <a:pt x="56200" y="155840"/>
                  <a:pt x="56200" y="152616"/>
                  <a:pt x="56200" y="144432"/>
                </a:cubicBezTo>
                <a:lnTo>
                  <a:pt x="56200" y="7046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357983B2-10CC-2021-E93C-5AA1C6BF45F3}"/>
              </a:ext>
            </a:extLst>
          </p:cNvPr>
          <p:cNvSpPr/>
          <p:nvPr>
            <p:custDataLst>
              <p:tags r:id="rId44"/>
            </p:custDataLst>
          </p:nvPr>
        </p:nvSpPr>
        <p:spPr>
          <a:xfrm>
            <a:off x="7850570" y="1925595"/>
            <a:ext cx="116658" cy="235944"/>
          </a:xfrm>
          <a:custGeom>
            <a:avLst/>
            <a:gdLst>
              <a:gd name="connsiteX0" fmla="*/ 72753 w 116658"/>
              <a:gd name="connsiteY0" fmla="*/ 9294 h 235944"/>
              <a:gd name="connsiteX1" fmla="*/ 64622 w 116658"/>
              <a:gd name="connsiteY1" fmla="*/ 83 h 235944"/>
              <a:gd name="connsiteX2" fmla="*/ 283 w 116658"/>
              <a:gd name="connsiteY2" fmla="*/ 22757 h 235944"/>
              <a:gd name="connsiteX3" fmla="*/ 283 w 116658"/>
              <a:gd name="connsiteY3" fmla="*/ 33739 h 235944"/>
              <a:gd name="connsiteX4" fmla="*/ 46593 w 116658"/>
              <a:gd name="connsiteY4" fmla="*/ 24528 h 235944"/>
              <a:gd name="connsiteX5" fmla="*/ 46593 w 116658"/>
              <a:gd name="connsiteY5" fmla="*/ 208041 h 235944"/>
              <a:gd name="connsiteX6" fmla="*/ 13716 w 116658"/>
              <a:gd name="connsiteY6" fmla="*/ 225046 h 235944"/>
              <a:gd name="connsiteX7" fmla="*/ 2404 w 116658"/>
              <a:gd name="connsiteY7" fmla="*/ 225046 h 235944"/>
              <a:gd name="connsiteX8" fmla="*/ 2404 w 116658"/>
              <a:gd name="connsiteY8" fmla="*/ 236028 h 235944"/>
              <a:gd name="connsiteX9" fmla="*/ 59673 w 116658"/>
              <a:gd name="connsiteY9" fmla="*/ 234965 h 235944"/>
              <a:gd name="connsiteX10" fmla="*/ 116942 w 116658"/>
              <a:gd name="connsiteY10" fmla="*/ 236028 h 235944"/>
              <a:gd name="connsiteX11" fmla="*/ 116942 w 116658"/>
              <a:gd name="connsiteY11" fmla="*/ 225046 h 235944"/>
              <a:gd name="connsiteX12" fmla="*/ 105629 w 116658"/>
              <a:gd name="connsiteY12" fmla="*/ 225046 h 235944"/>
              <a:gd name="connsiteX13" fmla="*/ 72753 w 116658"/>
              <a:gd name="connsiteY13" fmla="*/ 208041 h 235944"/>
              <a:gd name="connsiteX14" fmla="*/ 72753 w 116658"/>
              <a:gd name="connsiteY14" fmla="*/ 9294 h 235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16658" h="235944">
                <a:moveTo>
                  <a:pt x="72753" y="9294"/>
                </a:moveTo>
                <a:cubicBezTo>
                  <a:pt x="72753" y="792"/>
                  <a:pt x="72753" y="83"/>
                  <a:pt x="64622" y="83"/>
                </a:cubicBezTo>
                <a:cubicBezTo>
                  <a:pt x="42704" y="22757"/>
                  <a:pt x="11595" y="22757"/>
                  <a:pt x="283" y="22757"/>
                </a:cubicBezTo>
                <a:lnTo>
                  <a:pt x="283" y="33739"/>
                </a:lnTo>
                <a:cubicBezTo>
                  <a:pt x="7353" y="33739"/>
                  <a:pt x="28210" y="33739"/>
                  <a:pt x="46593" y="24528"/>
                </a:cubicBezTo>
                <a:lnTo>
                  <a:pt x="46593" y="208041"/>
                </a:lnTo>
                <a:cubicBezTo>
                  <a:pt x="46593" y="220795"/>
                  <a:pt x="45532" y="225046"/>
                  <a:pt x="13716" y="225046"/>
                </a:cubicBezTo>
                <a:lnTo>
                  <a:pt x="2404" y="225046"/>
                </a:lnTo>
                <a:lnTo>
                  <a:pt x="2404" y="236028"/>
                </a:lnTo>
                <a:cubicBezTo>
                  <a:pt x="14777" y="234965"/>
                  <a:pt x="45532" y="234965"/>
                  <a:pt x="59673" y="234965"/>
                </a:cubicBezTo>
                <a:cubicBezTo>
                  <a:pt x="73813" y="234965"/>
                  <a:pt x="104569" y="234965"/>
                  <a:pt x="116942" y="236028"/>
                </a:cubicBezTo>
                <a:lnTo>
                  <a:pt x="116942" y="225046"/>
                </a:lnTo>
                <a:lnTo>
                  <a:pt x="105629" y="225046"/>
                </a:lnTo>
                <a:cubicBezTo>
                  <a:pt x="73813" y="225046"/>
                  <a:pt x="72753" y="221149"/>
                  <a:pt x="72753" y="208041"/>
                </a:cubicBezTo>
                <a:lnTo>
                  <a:pt x="72753" y="9294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85DC2D8-65D0-89C1-ED20-06C58A14BED9}"/>
              </a:ext>
            </a:extLst>
          </p:cNvPr>
          <p:cNvSpPr/>
          <p:nvPr>
            <p:custDataLst>
              <p:tags r:id="rId45"/>
            </p:custDataLst>
          </p:nvPr>
        </p:nvSpPr>
        <p:spPr>
          <a:xfrm>
            <a:off x="7801390" y="2305554"/>
            <a:ext cx="212189" cy="14170"/>
          </a:xfrm>
          <a:custGeom>
            <a:avLst/>
            <a:gdLst>
              <a:gd name="connsiteX0" fmla="*/ 0 w 212189"/>
              <a:gd name="connsiteY0" fmla="*/ 0 h 14170"/>
              <a:gd name="connsiteX1" fmla="*/ 212190 w 212189"/>
              <a:gd name="connsiteY1" fmla="*/ 0 h 14170"/>
              <a:gd name="connsiteX2" fmla="*/ 212190 w 212189"/>
              <a:gd name="connsiteY2" fmla="*/ 14170 h 14170"/>
              <a:gd name="connsiteX3" fmla="*/ 0 w 212189"/>
              <a:gd name="connsiteY3" fmla="*/ 14170 h 14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2189" h="14170">
                <a:moveTo>
                  <a:pt x="0" y="0"/>
                </a:moveTo>
                <a:lnTo>
                  <a:pt x="212190" y="0"/>
                </a:lnTo>
                <a:lnTo>
                  <a:pt x="212190" y="14170"/>
                </a:lnTo>
                <a:lnTo>
                  <a:pt x="0" y="14170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50605A97-B6B2-33A2-E989-FBEE0DEA239C}"/>
              </a:ext>
            </a:extLst>
          </p:cNvPr>
          <p:cNvSpPr/>
          <p:nvPr>
            <p:custDataLst>
              <p:tags r:id="rId46"/>
            </p:custDataLst>
          </p:nvPr>
        </p:nvSpPr>
        <p:spPr>
          <a:xfrm>
            <a:off x="7811642" y="2487631"/>
            <a:ext cx="191603" cy="160484"/>
          </a:xfrm>
          <a:custGeom>
            <a:avLst/>
            <a:gdLst>
              <a:gd name="connsiteX0" fmla="*/ 21139 w 191603"/>
              <a:gd name="connsiteY0" fmla="*/ 135783 h 160484"/>
              <a:gd name="connsiteX1" fmla="*/ 17958 w 191603"/>
              <a:gd name="connsiteY1" fmla="*/ 151017 h 160484"/>
              <a:gd name="connsiteX2" fmla="*/ 28210 w 191603"/>
              <a:gd name="connsiteY2" fmla="*/ 160582 h 160484"/>
              <a:gd name="connsiteX3" fmla="*/ 41290 w 191603"/>
              <a:gd name="connsiteY3" fmla="*/ 150662 h 160484"/>
              <a:gd name="connsiteX4" fmla="*/ 48006 w 191603"/>
              <a:gd name="connsiteY4" fmla="*/ 124446 h 160484"/>
              <a:gd name="connsiteX5" fmla="*/ 55784 w 191603"/>
              <a:gd name="connsiteY5" fmla="*/ 92562 h 160484"/>
              <a:gd name="connsiteX6" fmla="*/ 61793 w 191603"/>
              <a:gd name="connsiteY6" fmla="*/ 68826 h 160484"/>
              <a:gd name="connsiteX7" fmla="*/ 66389 w 191603"/>
              <a:gd name="connsiteY7" fmla="*/ 51112 h 160484"/>
              <a:gd name="connsiteX8" fmla="*/ 124011 w 191603"/>
              <a:gd name="connsiteY8" fmla="*/ 7891 h 160484"/>
              <a:gd name="connsiteX9" fmla="*/ 143101 w 191603"/>
              <a:gd name="connsiteY9" fmla="*/ 32690 h 160484"/>
              <a:gd name="connsiteX10" fmla="*/ 120123 w 191603"/>
              <a:gd name="connsiteY10" fmla="*/ 115235 h 160484"/>
              <a:gd name="connsiteX11" fmla="*/ 116588 w 191603"/>
              <a:gd name="connsiteY11" fmla="*/ 131532 h 160484"/>
              <a:gd name="connsiteX12" fmla="*/ 145575 w 191603"/>
              <a:gd name="connsiteY12" fmla="*/ 160582 h 160484"/>
              <a:gd name="connsiteX13" fmla="*/ 191885 w 191603"/>
              <a:gd name="connsiteY13" fmla="*/ 106024 h 160484"/>
              <a:gd name="connsiteX14" fmla="*/ 187643 w 191603"/>
              <a:gd name="connsiteY14" fmla="*/ 102481 h 160484"/>
              <a:gd name="connsiteX15" fmla="*/ 182341 w 191603"/>
              <a:gd name="connsiteY15" fmla="*/ 108858 h 160484"/>
              <a:gd name="connsiteX16" fmla="*/ 146283 w 191603"/>
              <a:gd name="connsiteY16" fmla="*/ 152788 h 160484"/>
              <a:gd name="connsiteX17" fmla="*/ 137798 w 191603"/>
              <a:gd name="connsiteY17" fmla="*/ 141097 h 160484"/>
              <a:gd name="connsiteX18" fmla="*/ 144161 w 191603"/>
              <a:gd name="connsiteY18" fmla="*/ 115944 h 160484"/>
              <a:gd name="connsiteX19" fmla="*/ 165726 w 191603"/>
              <a:gd name="connsiteY19" fmla="*/ 38004 h 160484"/>
              <a:gd name="connsiteX20" fmla="*/ 125072 w 191603"/>
              <a:gd name="connsiteY20" fmla="*/ 97 h 160484"/>
              <a:gd name="connsiteX21" fmla="*/ 69924 w 191603"/>
              <a:gd name="connsiteY21" fmla="*/ 30919 h 160484"/>
              <a:gd name="connsiteX22" fmla="*/ 37401 w 191603"/>
              <a:gd name="connsiteY22" fmla="*/ 97 h 160484"/>
              <a:gd name="connsiteX23" fmla="*/ 10888 w 191603"/>
              <a:gd name="connsiteY23" fmla="*/ 20291 h 160484"/>
              <a:gd name="connsiteX24" fmla="*/ 282 w 191603"/>
              <a:gd name="connsiteY24" fmla="*/ 54655 h 160484"/>
              <a:gd name="connsiteX25" fmla="*/ 4524 w 191603"/>
              <a:gd name="connsiteY25" fmla="*/ 58198 h 160484"/>
              <a:gd name="connsiteX26" fmla="*/ 10534 w 191603"/>
              <a:gd name="connsiteY26" fmla="*/ 50049 h 160484"/>
              <a:gd name="connsiteX27" fmla="*/ 36340 w 191603"/>
              <a:gd name="connsiteY27" fmla="*/ 7891 h 160484"/>
              <a:gd name="connsiteX28" fmla="*/ 47299 w 191603"/>
              <a:gd name="connsiteY28" fmla="*/ 24187 h 160484"/>
              <a:gd name="connsiteX29" fmla="*/ 41643 w 191603"/>
              <a:gd name="connsiteY29" fmla="*/ 53946 h 160484"/>
              <a:gd name="connsiteX30" fmla="*/ 21139 w 191603"/>
              <a:gd name="connsiteY30" fmla="*/ 135783 h 160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91603" h="160484">
                <a:moveTo>
                  <a:pt x="21139" y="135783"/>
                </a:moveTo>
                <a:cubicBezTo>
                  <a:pt x="20079" y="141097"/>
                  <a:pt x="17958" y="149245"/>
                  <a:pt x="17958" y="151017"/>
                </a:cubicBezTo>
                <a:cubicBezTo>
                  <a:pt x="17958" y="157394"/>
                  <a:pt x="22907" y="160582"/>
                  <a:pt x="28210" y="160582"/>
                </a:cubicBezTo>
                <a:cubicBezTo>
                  <a:pt x="32452" y="160582"/>
                  <a:pt x="38815" y="157748"/>
                  <a:pt x="41290" y="150662"/>
                </a:cubicBezTo>
                <a:cubicBezTo>
                  <a:pt x="41643" y="149954"/>
                  <a:pt x="45885" y="133303"/>
                  <a:pt x="48006" y="124446"/>
                </a:cubicBezTo>
                <a:lnTo>
                  <a:pt x="55784" y="92562"/>
                </a:lnTo>
                <a:cubicBezTo>
                  <a:pt x="57905" y="84768"/>
                  <a:pt x="60026" y="76974"/>
                  <a:pt x="61793" y="68826"/>
                </a:cubicBezTo>
                <a:cubicBezTo>
                  <a:pt x="63207" y="62803"/>
                  <a:pt x="66035" y="52529"/>
                  <a:pt x="66389" y="51112"/>
                </a:cubicBezTo>
                <a:cubicBezTo>
                  <a:pt x="71692" y="40130"/>
                  <a:pt x="90428" y="7891"/>
                  <a:pt x="124011" y="7891"/>
                </a:cubicBezTo>
                <a:cubicBezTo>
                  <a:pt x="139919" y="7891"/>
                  <a:pt x="143101" y="20999"/>
                  <a:pt x="143101" y="32690"/>
                </a:cubicBezTo>
                <a:cubicBezTo>
                  <a:pt x="143101" y="54655"/>
                  <a:pt x="125779" y="100002"/>
                  <a:pt x="120123" y="115235"/>
                </a:cubicBezTo>
                <a:cubicBezTo>
                  <a:pt x="116941" y="123384"/>
                  <a:pt x="116588" y="127635"/>
                  <a:pt x="116588" y="131532"/>
                </a:cubicBezTo>
                <a:cubicBezTo>
                  <a:pt x="116588" y="148183"/>
                  <a:pt x="128960" y="160582"/>
                  <a:pt x="145575" y="160582"/>
                </a:cubicBezTo>
                <a:cubicBezTo>
                  <a:pt x="178806" y="160582"/>
                  <a:pt x="191885" y="108858"/>
                  <a:pt x="191885" y="106024"/>
                </a:cubicBezTo>
                <a:cubicBezTo>
                  <a:pt x="191885" y="102481"/>
                  <a:pt x="188704" y="102481"/>
                  <a:pt x="187643" y="102481"/>
                </a:cubicBezTo>
                <a:cubicBezTo>
                  <a:pt x="184108" y="102481"/>
                  <a:pt x="184108" y="103544"/>
                  <a:pt x="182341" y="108858"/>
                </a:cubicBezTo>
                <a:cubicBezTo>
                  <a:pt x="175270" y="132949"/>
                  <a:pt x="163605" y="152788"/>
                  <a:pt x="146283" y="152788"/>
                </a:cubicBezTo>
                <a:cubicBezTo>
                  <a:pt x="140273" y="152788"/>
                  <a:pt x="137798" y="149245"/>
                  <a:pt x="137798" y="141097"/>
                </a:cubicBezTo>
                <a:cubicBezTo>
                  <a:pt x="137798" y="132240"/>
                  <a:pt x="140980" y="123738"/>
                  <a:pt x="144161" y="115944"/>
                </a:cubicBezTo>
                <a:cubicBezTo>
                  <a:pt x="150878" y="97167"/>
                  <a:pt x="165726" y="58198"/>
                  <a:pt x="165726" y="38004"/>
                </a:cubicBezTo>
                <a:cubicBezTo>
                  <a:pt x="165726" y="14268"/>
                  <a:pt x="150525" y="97"/>
                  <a:pt x="125072" y="97"/>
                </a:cubicBezTo>
                <a:cubicBezTo>
                  <a:pt x="93256" y="97"/>
                  <a:pt x="75934" y="22770"/>
                  <a:pt x="69924" y="30919"/>
                </a:cubicBezTo>
                <a:cubicBezTo>
                  <a:pt x="68156" y="11079"/>
                  <a:pt x="53663" y="97"/>
                  <a:pt x="37401" y="97"/>
                </a:cubicBezTo>
                <a:cubicBezTo>
                  <a:pt x="21139" y="97"/>
                  <a:pt x="14423" y="13914"/>
                  <a:pt x="10888" y="20291"/>
                </a:cubicBezTo>
                <a:cubicBezTo>
                  <a:pt x="5231" y="32336"/>
                  <a:pt x="282" y="53238"/>
                  <a:pt x="282" y="54655"/>
                </a:cubicBezTo>
                <a:cubicBezTo>
                  <a:pt x="282" y="58198"/>
                  <a:pt x="3817" y="58198"/>
                  <a:pt x="4524" y="58198"/>
                </a:cubicBezTo>
                <a:cubicBezTo>
                  <a:pt x="8060" y="58198"/>
                  <a:pt x="8413" y="57843"/>
                  <a:pt x="10534" y="50049"/>
                </a:cubicBezTo>
                <a:cubicBezTo>
                  <a:pt x="16544" y="24896"/>
                  <a:pt x="23614" y="7891"/>
                  <a:pt x="36340" y="7891"/>
                </a:cubicBezTo>
                <a:cubicBezTo>
                  <a:pt x="43411" y="7891"/>
                  <a:pt x="47299" y="12497"/>
                  <a:pt x="47299" y="24187"/>
                </a:cubicBezTo>
                <a:cubicBezTo>
                  <a:pt x="47299" y="31627"/>
                  <a:pt x="46239" y="35524"/>
                  <a:pt x="41643" y="53946"/>
                </a:cubicBezTo>
                <a:lnTo>
                  <a:pt x="21139" y="135783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0B4A168B-4E8E-8957-6CF4-0A71F192056C}"/>
              </a:ext>
            </a:extLst>
          </p:cNvPr>
          <p:cNvSpPr/>
          <p:nvPr>
            <p:custDataLst>
              <p:tags r:id="rId47"/>
            </p:custDataLst>
          </p:nvPr>
        </p:nvSpPr>
        <p:spPr>
          <a:xfrm>
            <a:off x="8129885" y="2159240"/>
            <a:ext cx="232963" cy="249761"/>
          </a:xfrm>
          <a:custGeom>
            <a:avLst/>
            <a:gdLst>
              <a:gd name="connsiteX0" fmla="*/ 186943 w 232963"/>
              <a:gd name="connsiteY0" fmla="*/ 39769 h 249761"/>
              <a:gd name="connsiteX1" fmla="*/ 226537 w 232963"/>
              <a:gd name="connsiteY1" fmla="*/ 11073 h 249761"/>
              <a:gd name="connsiteX2" fmla="*/ 233253 w 232963"/>
              <a:gd name="connsiteY2" fmla="*/ 3987 h 249761"/>
              <a:gd name="connsiteX3" fmla="*/ 228658 w 232963"/>
              <a:gd name="connsiteY3" fmla="*/ 90 h 249761"/>
              <a:gd name="connsiteX4" fmla="*/ 201791 w 232963"/>
              <a:gd name="connsiteY4" fmla="*/ 1153 h 249761"/>
              <a:gd name="connsiteX5" fmla="*/ 169268 w 232963"/>
              <a:gd name="connsiteY5" fmla="*/ 90 h 249761"/>
              <a:gd name="connsiteX6" fmla="*/ 162905 w 232963"/>
              <a:gd name="connsiteY6" fmla="*/ 6821 h 249761"/>
              <a:gd name="connsiteX7" fmla="*/ 168561 w 232963"/>
              <a:gd name="connsiteY7" fmla="*/ 11073 h 249761"/>
              <a:gd name="connsiteX8" fmla="*/ 182701 w 232963"/>
              <a:gd name="connsiteY8" fmla="*/ 22409 h 249761"/>
              <a:gd name="connsiteX9" fmla="*/ 177399 w 232963"/>
              <a:gd name="connsiteY9" fmla="*/ 36580 h 249761"/>
              <a:gd name="connsiteX10" fmla="*/ 75234 w 232963"/>
              <a:gd name="connsiteY10" fmla="*/ 207693 h 249761"/>
              <a:gd name="connsiteX11" fmla="*/ 57205 w 232963"/>
              <a:gd name="connsiteY11" fmla="*/ 22055 h 249761"/>
              <a:gd name="connsiteX12" fmla="*/ 79476 w 232963"/>
              <a:gd name="connsiteY12" fmla="*/ 11073 h 249761"/>
              <a:gd name="connsiteX13" fmla="*/ 88314 w 232963"/>
              <a:gd name="connsiteY13" fmla="*/ 4341 h 249761"/>
              <a:gd name="connsiteX14" fmla="*/ 83365 w 232963"/>
              <a:gd name="connsiteY14" fmla="*/ 90 h 249761"/>
              <a:gd name="connsiteX15" fmla="*/ 42711 w 232963"/>
              <a:gd name="connsiteY15" fmla="*/ 1153 h 249761"/>
              <a:gd name="connsiteX16" fmla="*/ 6653 w 232963"/>
              <a:gd name="connsiteY16" fmla="*/ 90 h 249761"/>
              <a:gd name="connsiteX17" fmla="*/ 289 w 232963"/>
              <a:gd name="connsiteY17" fmla="*/ 6821 h 249761"/>
              <a:gd name="connsiteX18" fmla="*/ 8774 w 232963"/>
              <a:gd name="connsiteY18" fmla="*/ 11073 h 249761"/>
              <a:gd name="connsiteX19" fmla="*/ 27863 w 232963"/>
              <a:gd name="connsiteY19" fmla="*/ 23118 h 249761"/>
              <a:gd name="connsiteX20" fmla="*/ 49074 w 232963"/>
              <a:gd name="connsiteY20" fmla="*/ 241349 h 249761"/>
              <a:gd name="connsiteX21" fmla="*/ 55791 w 232963"/>
              <a:gd name="connsiteY21" fmla="*/ 249852 h 249761"/>
              <a:gd name="connsiteX22" fmla="*/ 65689 w 232963"/>
              <a:gd name="connsiteY22" fmla="*/ 243120 h 249761"/>
              <a:gd name="connsiteX23" fmla="*/ 186943 w 232963"/>
              <a:gd name="connsiteY23" fmla="*/ 39769 h 249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232963" h="249761">
                <a:moveTo>
                  <a:pt x="186943" y="39769"/>
                </a:moveTo>
                <a:cubicBezTo>
                  <a:pt x="201084" y="16032"/>
                  <a:pt x="213457" y="12135"/>
                  <a:pt x="226537" y="11073"/>
                </a:cubicBezTo>
                <a:cubicBezTo>
                  <a:pt x="229365" y="10718"/>
                  <a:pt x="233253" y="10718"/>
                  <a:pt x="233253" y="3987"/>
                </a:cubicBezTo>
                <a:cubicBezTo>
                  <a:pt x="233253" y="3279"/>
                  <a:pt x="232546" y="90"/>
                  <a:pt x="228658" y="90"/>
                </a:cubicBezTo>
                <a:cubicBezTo>
                  <a:pt x="220174" y="90"/>
                  <a:pt x="210629" y="1153"/>
                  <a:pt x="201791" y="1153"/>
                </a:cubicBezTo>
                <a:cubicBezTo>
                  <a:pt x="191186" y="1153"/>
                  <a:pt x="179520" y="90"/>
                  <a:pt x="169268" y="90"/>
                </a:cubicBezTo>
                <a:cubicBezTo>
                  <a:pt x="167147" y="90"/>
                  <a:pt x="162905" y="90"/>
                  <a:pt x="162905" y="6821"/>
                </a:cubicBezTo>
                <a:cubicBezTo>
                  <a:pt x="162905" y="10718"/>
                  <a:pt x="165733" y="10718"/>
                  <a:pt x="168561" y="11073"/>
                </a:cubicBezTo>
                <a:cubicBezTo>
                  <a:pt x="174217" y="11427"/>
                  <a:pt x="182701" y="13907"/>
                  <a:pt x="182701" y="22409"/>
                </a:cubicBezTo>
                <a:cubicBezTo>
                  <a:pt x="182701" y="27015"/>
                  <a:pt x="178813" y="34100"/>
                  <a:pt x="177399" y="36580"/>
                </a:cubicBezTo>
                <a:lnTo>
                  <a:pt x="75234" y="207693"/>
                </a:lnTo>
                <a:lnTo>
                  <a:pt x="57205" y="22055"/>
                </a:lnTo>
                <a:cubicBezTo>
                  <a:pt x="57205" y="11427"/>
                  <a:pt x="75941" y="11073"/>
                  <a:pt x="79476" y="11073"/>
                </a:cubicBezTo>
                <a:cubicBezTo>
                  <a:pt x="84425" y="11073"/>
                  <a:pt x="88314" y="11073"/>
                  <a:pt x="88314" y="4341"/>
                </a:cubicBezTo>
                <a:cubicBezTo>
                  <a:pt x="88314" y="90"/>
                  <a:pt x="84425" y="90"/>
                  <a:pt x="83365" y="90"/>
                </a:cubicBezTo>
                <a:cubicBezTo>
                  <a:pt x="70285" y="90"/>
                  <a:pt x="56144" y="1153"/>
                  <a:pt x="42711" y="1153"/>
                </a:cubicBezTo>
                <a:cubicBezTo>
                  <a:pt x="30691" y="1153"/>
                  <a:pt x="18319" y="90"/>
                  <a:pt x="6653" y="90"/>
                </a:cubicBezTo>
                <a:cubicBezTo>
                  <a:pt x="4885" y="90"/>
                  <a:pt x="289" y="90"/>
                  <a:pt x="289" y="6821"/>
                </a:cubicBezTo>
                <a:cubicBezTo>
                  <a:pt x="289" y="11073"/>
                  <a:pt x="3825" y="11073"/>
                  <a:pt x="8774" y="11073"/>
                </a:cubicBezTo>
                <a:cubicBezTo>
                  <a:pt x="26449" y="11073"/>
                  <a:pt x="27156" y="14261"/>
                  <a:pt x="27863" y="23118"/>
                </a:cubicBezTo>
                <a:lnTo>
                  <a:pt x="49074" y="241349"/>
                </a:lnTo>
                <a:cubicBezTo>
                  <a:pt x="49781" y="248080"/>
                  <a:pt x="50135" y="249852"/>
                  <a:pt x="55791" y="249852"/>
                </a:cubicBezTo>
                <a:cubicBezTo>
                  <a:pt x="60033" y="249852"/>
                  <a:pt x="61800" y="249497"/>
                  <a:pt x="65689" y="243120"/>
                </a:cubicBezTo>
                <a:lnTo>
                  <a:pt x="186943" y="39769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E73D444F-E267-8460-E9BC-C09434107A21}"/>
              </a:ext>
            </a:extLst>
          </p:cNvPr>
          <p:cNvSpPr/>
          <p:nvPr>
            <p:custDataLst>
              <p:tags r:id="rId48"/>
            </p:custDataLst>
          </p:nvPr>
        </p:nvSpPr>
        <p:spPr>
          <a:xfrm>
            <a:off x="8329853" y="2244619"/>
            <a:ext cx="150949" cy="160484"/>
          </a:xfrm>
          <a:custGeom>
            <a:avLst/>
            <a:gdLst>
              <a:gd name="connsiteX0" fmla="*/ 85492 w 150949"/>
              <a:gd name="connsiteY0" fmla="*/ 135776 h 160484"/>
              <a:gd name="connsiteX1" fmla="*/ 114834 w 150949"/>
              <a:gd name="connsiteY1" fmla="*/ 160575 h 160484"/>
              <a:gd name="connsiteX2" fmla="*/ 140640 w 150949"/>
              <a:gd name="connsiteY2" fmla="*/ 140736 h 160484"/>
              <a:gd name="connsiteX3" fmla="*/ 151245 w 150949"/>
              <a:gd name="connsiteY3" fmla="*/ 106017 h 160484"/>
              <a:gd name="connsiteX4" fmla="*/ 145943 w 150949"/>
              <a:gd name="connsiteY4" fmla="*/ 102475 h 160484"/>
              <a:gd name="connsiteX5" fmla="*/ 139226 w 150949"/>
              <a:gd name="connsiteY5" fmla="*/ 110623 h 160484"/>
              <a:gd name="connsiteX6" fmla="*/ 115541 w 150949"/>
              <a:gd name="connsiteY6" fmla="*/ 152781 h 160484"/>
              <a:gd name="connsiteX7" fmla="*/ 106350 w 150949"/>
              <a:gd name="connsiteY7" fmla="*/ 138256 h 160484"/>
              <a:gd name="connsiteX8" fmla="*/ 108824 w 150949"/>
              <a:gd name="connsiteY8" fmla="*/ 120188 h 160484"/>
              <a:gd name="connsiteX9" fmla="*/ 132863 w 150949"/>
              <a:gd name="connsiteY9" fmla="*/ 23826 h 160484"/>
              <a:gd name="connsiteX10" fmla="*/ 134277 w 150949"/>
              <a:gd name="connsiteY10" fmla="*/ 16387 h 160484"/>
              <a:gd name="connsiteX11" fmla="*/ 124732 w 150949"/>
              <a:gd name="connsiteY11" fmla="*/ 7176 h 160484"/>
              <a:gd name="connsiteX12" fmla="*/ 110592 w 150949"/>
              <a:gd name="connsiteY12" fmla="*/ 20992 h 160484"/>
              <a:gd name="connsiteX13" fmla="*/ 81250 w 150949"/>
              <a:gd name="connsiteY13" fmla="*/ 90 h 160484"/>
              <a:gd name="connsiteX14" fmla="*/ 296 w 150949"/>
              <a:gd name="connsiteY14" fmla="*/ 105663 h 160484"/>
              <a:gd name="connsiteX15" fmla="*/ 43071 w 150949"/>
              <a:gd name="connsiteY15" fmla="*/ 160575 h 160484"/>
              <a:gd name="connsiteX16" fmla="*/ 85492 w 150949"/>
              <a:gd name="connsiteY16" fmla="*/ 135776 h 160484"/>
              <a:gd name="connsiteX17" fmla="*/ 104582 w 150949"/>
              <a:gd name="connsiteY17" fmla="*/ 45791 h 160484"/>
              <a:gd name="connsiteX18" fmla="*/ 87967 w 150949"/>
              <a:gd name="connsiteY18" fmla="*/ 112749 h 160484"/>
              <a:gd name="connsiteX19" fmla="*/ 43778 w 150949"/>
              <a:gd name="connsiteY19" fmla="*/ 152781 h 160484"/>
              <a:gd name="connsiteX20" fmla="*/ 24335 w 150949"/>
              <a:gd name="connsiteY20" fmla="*/ 121251 h 160484"/>
              <a:gd name="connsiteX21" fmla="*/ 41657 w 150949"/>
              <a:gd name="connsiteY21" fmla="*/ 47208 h 160484"/>
              <a:gd name="connsiteX22" fmla="*/ 81250 w 150949"/>
              <a:gd name="connsiteY22" fmla="*/ 7884 h 160484"/>
              <a:gd name="connsiteX23" fmla="*/ 105643 w 150949"/>
              <a:gd name="connsiteY23" fmla="*/ 41186 h 160484"/>
              <a:gd name="connsiteX24" fmla="*/ 104582 w 150949"/>
              <a:gd name="connsiteY24" fmla="*/ 45791 h 160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50949" h="160484">
                <a:moveTo>
                  <a:pt x="85492" y="135776"/>
                </a:moveTo>
                <a:cubicBezTo>
                  <a:pt x="89381" y="153135"/>
                  <a:pt x="102461" y="160575"/>
                  <a:pt x="114834" y="160575"/>
                </a:cubicBezTo>
                <a:cubicBezTo>
                  <a:pt x="127914" y="160575"/>
                  <a:pt x="135337" y="151718"/>
                  <a:pt x="140640" y="140736"/>
                </a:cubicBezTo>
                <a:cubicBezTo>
                  <a:pt x="147003" y="127274"/>
                  <a:pt x="151245" y="106726"/>
                  <a:pt x="151245" y="106017"/>
                </a:cubicBezTo>
                <a:cubicBezTo>
                  <a:pt x="151245" y="102475"/>
                  <a:pt x="148417" y="102475"/>
                  <a:pt x="145943" y="102475"/>
                </a:cubicBezTo>
                <a:cubicBezTo>
                  <a:pt x="141701" y="102475"/>
                  <a:pt x="141347" y="102829"/>
                  <a:pt x="139226" y="110623"/>
                </a:cubicBezTo>
                <a:cubicBezTo>
                  <a:pt x="134277" y="130462"/>
                  <a:pt x="127560" y="152781"/>
                  <a:pt x="115541" y="152781"/>
                </a:cubicBezTo>
                <a:cubicBezTo>
                  <a:pt x="106350" y="152781"/>
                  <a:pt x="106350" y="143216"/>
                  <a:pt x="106350" y="138256"/>
                </a:cubicBezTo>
                <a:cubicBezTo>
                  <a:pt x="106350" y="135776"/>
                  <a:pt x="106350" y="130108"/>
                  <a:pt x="108824" y="120188"/>
                </a:cubicBezTo>
                <a:lnTo>
                  <a:pt x="132863" y="23826"/>
                </a:lnTo>
                <a:cubicBezTo>
                  <a:pt x="134277" y="18867"/>
                  <a:pt x="134277" y="18158"/>
                  <a:pt x="134277" y="16387"/>
                </a:cubicBezTo>
                <a:cubicBezTo>
                  <a:pt x="134277" y="8947"/>
                  <a:pt x="128267" y="7176"/>
                  <a:pt x="124732" y="7176"/>
                </a:cubicBezTo>
                <a:cubicBezTo>
                  <a:pt x="113420" y="7176"/>
                  <a:pt x="110945" y="19221"/>
                  <a:pt x="110592" y="20992"/>
                </a:cubicBezTo>
                <a:cubicBezTo>
                  <a:pt x="103875" y="5759"/>
                  <a:pt x="92563" y="90"/>
                  <a:pt x="81250" y="90"/>
                </a:cubicBezTo>
                <a:cubicBezTo>
                  <a:pt x="42010" y="90"/>
                  <a:pt x="296" y="53939"/>
                  <a:pt x="296" y="105663"/>
                </a:cubicBezTo>
                <a:cubicBezTo>
                  <a:pt x="296" y="135776"/>
                  <a:pt x="16558" y="160575"/>
                  <a:pt x="43071" y="160575"/>
                </a:cubicBezTo>
                <a:cubicBezTo>
                  <a:pt x="55797" y="160575"/>
                  <a:pt x="71352" y="153135"/>
                  <a:pt x="85492" y="135776"/>
                </a:cubicBezTo>
                <a:close/>
                <a:moveTo>
                  <a:pt x="104582" y="45791"/>
                </a:moveTo>
                <a:lnTo>
                  <a:pt x="87967" y="112749"/>
                </a:lnTo>
                <a:cubicBezTo>
                  <a:pt x="85139" y="124085"/>
                  <a:pt x="63221" y="152781"/>
                  <a:pt x="43778" y="152781"/>
                </a:cubicBezTo>
                <a:cubicBezTo>
                  <a:pt x="27163" y="152781"/>
                  <a:pt x="24335" y="131879"/>
                  <a:pt x="24335" y="121251"/>
                </a:cubicBezTo>
                <a:cubicBezTo>
                  <a:pt x="24335" y="103537"/>
                  <a:pt x="35294" y="62088"/>
                  <a:pt x="41657" y="47208"/>
                </a:cubicBezTo>
                <a:cubicBezTo>
                  <a:pt x="50495" y="25598"/>
                  <a:pt x="66756" y="7884"/>
                  <a:pt x="81250" y="7884"/>
                </a:cubicBezTo>
                <a:cubicBezTo>
                  <a:pt x="96805" y="7884"/>
                  <a:pt x="105643" y="26306"/>
                  <a:pt x="105643" y="41186"/>
                </a:cubicBezTo>
                <a:cubicBezTo>
                  <a:pt x="105643" y="41894"/>
                  <a:pt x="105289" y="43666"/>
                  <a:pt x="104582" y="45791"/>
                </a:cubicBez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90672C9-5625-342D-3AF6-E073E6D7A631}"/>
              </a:ext>
            </a:extLst>
          </p:cNvPr>
          <p:cNvSpPr/>
          <p:nvPr>
            <p:custDataLst>
              <p:tags r:id="rId49"/>
            </p:custDataLst>
          </p:nvPr>
        </p:nvSpPr>
        <p:spPr>
          <a:xfrm>
            <a:off x="8501698" y="2244619"/>
            <a:ext cx="143525" cy="160484"/>
          </a:xfrm>
          <a:custGeom>
            <a:avLst/>
            <a:gdLst>
              <a:gd name="connsiteX0" fmla="*/ 62166 w 143525"/>
              <a:gd name="connsiteY0" fmla="*/ 54648 h 160484"/>
              <a:gd name="connsiteX1" fmla="*/ 108829 w 143525"/>
              <a:gd name="connsiteY1" fmla="*/ 7884 h 160484"/>
              <a:gd name="connsiteX2" fmla="*/ 127565 w 143525"/>
              <a:gd name="connsiteY2" fmla="*/ 12844 h 160484"/>
              <a:gd name="connsiteX3" fmla="*/ 114132 w 143525"/>
              <a:gd name="connsiteY3" fmla="*/ 29849 h 160484"/>
              <a:gd name="connsiteX4" fmla="*/ 126505 w 143525"/>
              <a:gd name="connsiteY4" fmla="*/ 41186 h 160484"/>
              <a:gd name="connsiteX5" fmla="*/ 143827 w 143525"/>
              <a:gd name="connsiteY5" fmla="*/ 22409 h 160484"/>
              <a:gd name="connsiteX6" fmla="*/ 109183 w 143525"/>
              <a:gd name="connsiteY6" fmla="*/ 90 h 160484"/>
              <a:gd name="connsiteX7" fmla="*/ 66408 w 143525"/>
              <a:gd name="connsiteY7" fmla="*/ 25598 h 160484"/>
              <a:gd name="connsiteX8" fmla="*/ 37066 w 143525"/>
              <a:gd name="connsiteY8" fmla="*/ 90 h 160484"/>
              <a:gd name="connsiteX9" fmla="*/ 11614 w 143525"/>
              <a:gd name="connsiteY9" fmla="*/ 18867 h 160484"/>
              <a:gd name="connsiteX10" fmla="*/ 301 w 143525"/>
              <a:gd name="connsiteY10" fmla="*/ 54648 h 160484"/>
              <a:gd name="connsiteX11" fmla="*/ 5604 w 143525"/>
              <a:gd name="connsiteY11" fmla="*/ 58191 h 160484"/>
              <a:gd name="connsiteX12" fmla="*/ 12321 w 143525"/>
              <a:gd name="connsiteY12" fmla="*/ 50042 h 160484"/>
              <a:gd name="connsiteX13" fmla="*/ 36359 w 143525"/>
              <a:gd name="connsiteY13" fmla="*/ 7884 h 160484"/>
              <a:gd name="connsiteX14" fmla="*/ 45551 w 143525"/>
              <a:gd name="connsiteY14" fmla="*/ 22055 h 160484"/>
              <a:gd name="connsiteX15" fmla="*/ 43076 w 143525"/>
              <a:gd name="connsiteY15" fmla="*/ 40123 h 160484"/>
              <a:gd name="connsiteX16" fmla="*/ 16563 w 143525"/>
              <a:gd name="connsiteY16" fmla="*/ 146404 h 160484"/>
              <a:gd name="connsiteX17" fmla="*/ 15502 w 143525"/>
              <a:gd name="connsiteY17" fmla="*/ 151364 h 160484"/>
              <a:gd name="connsiteX18" fmla="*/ 25401 w 143525"/>
              <a:gd name="connsiteY18" fmla="*/ 160575 h 160484"/>
              <a:gd name="connsiteX19" fmla="*/ 39188 w 143525"/>
              <a:gd name="connsiteY19" fmla="*/ 147467 h 160484"/>
              <a:gd name="connsiteX20" fmla="*/ 62166 w 143525"/>
              <a:gd name="connsiteY20" fmla="*/ 54648 h 160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43525" h="160484">
                <a:moveTo>
                  <a:pt x="62166" y="54648"/>
                </a:moveTo>
                <a:cubicBezTo>
                  <a:pt x="62519" y="53585"/>
                  <a:pt x="78427" y="7884"/>
                  <a:pt x="108829" y="7884"/>
                </a:cubicBezTo>
                <a:cubicBezTo>
                  <a:pt x="110597" y="7884"/>
                  <a:pt x="120495" y="7884"/>
                  <a:pt x="127565" y="12844"/>
                </a:cubicBezTo>
                <a:cubicBezTo>
                  <a:pt x="115192" y="16741"/>
                  <a:pt x="114132" y="28078"/>
                  <a:pt x="114132" y="29849"/>
                </a:cubicBezTo>
                <a:cubicBezTo>
                  <a:pt x="114132" y="34455"/>
                  <a:pt x="117313" y="41186"/>
                  <a:pt x="126505" y="41186"/>
                </a:cubicBezTo>
                <a:cubicBezTo>
                  <a:pt x="132868" y="41186"/>
                  <a:pt x="143827" y="36226"/>
                  <a:pt x="143827" y="22409"/>
                </a:cubicBezTo>
                <a:cubicBezTo>
                  <a:pt x="143827" y="3987"/>
                  <a:pt x="120849" y="90"/>
                  <a:pt x="109183" y="90"/>
                </a:cubicBezTo>
                <a:cubicBezTo>
                  <a:pt x="84790" y="90"/>
                  <a:pt x="72064" y="17804"/>
                  <a:pt x="66408" y="25598"/>
                </a:cubicBezTo>
                <a:cubicBezTo>
                  <a:pt x="62519" y="6821"/>
                  <a:pt x="48732" y="90"/>
                  <a:pt x="37066" y="90"/>
                </a:cubicBezTo>
                <a:cubicBezTo>
                  <a:pt x="24340" y="90"/>
                  <a:pt x="17270" y="8238"/>
                  <a:pt x="11614" y="18867"/>
                </a:cubicBezTo>
                <a:cubicBezTo>
                  <a:pt x="4897" y="33037"/>
                  <a:pt x="301" y="53939"/>
                  <a:pt x="301" y="54648"/>
                </a:cubicBezTo>
                <a:cubicBezTo>
                  <a:pt x="301" y="58191"/>
                  <a:pt x="3836" y="58191"/>
                  <a:pt x="5604" y="58191"/>
                </a:cubicBezTo>
                <a:cubicBezTo>
                  <a:pt x="10200" y="58191"/>
                  <a:pt x="10553" y="57836"/>
                  <a:pt x="12321" y="50042"/>
                </a:cubicBezTo>
                <a:cubicBezTo>
                  <a:pt x="18684" y="25243"/>
                  <a:pt x="25401" y="7884"/>
                  <a:pt x="36359" y="7884"/>
                </a:cubicBezTo>
                <a:cubicBezTo>
                  <a:pt x="45551" y="7884"/>
                  <a:pt x="45551" y="18158"/>
                  <a:pt x="45551" y="22055"/>
                </a:cubicBezTo>
                <a:cubicBezTo>
                  <a:pt x="45551" y="27723"/>
                  <a:pt x="44490" y="34455"/>
                  <a:pt x="43076" y="40123"/>
                </a:cubicBezTo>
                <a:lnTo>
                  <a:pt x="16563" y="146404"/>
                </a:lnTo>
                <a:cubicBezTo>
                  <a:pt x="15856" y="148530"/>
                  <a:pt x="15502" y="150301"/>
                  <a:pt x="15502" y="151364"/>
                </a:cubicBezTo>
                <a:cubicBezTo>
                  <a:pt x="15502" y="155261"/>
                  <a:pt x="18330" y="160575"/>
                  <a:pt x="25401" y="160575"/>
                </a:cubicBezTo>
                <a:cubicBezTo>
                  <a:pt x="36006" y="160575"/>
                  <a:pt x="38480" y="150301"/>
                  <a:pt x="39188" y="147467"/>
                </a:cubicBezTo>
                <a:lnTo>
                  <a:pt x="62166" y="54648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70E4191-5E1C-DAA8-EE1D-E04B0D4663CF}"/>
              </a:ext>
            </a:extLst>
          </p:cNvPr>
          <p:cNvSpPr/>
          <p:nvPr>
            <p:custDataLst>
              <p:tags r:id="rId50"/>
            </p:custDataLst>
          </p:nvPr>
        </p:nvSpPr>
        <p:spPr>
          <a:xfrm>
            <a:off x="8663134" y="2135503"/>
            <a:ext cx="48431" cy="354271"/>
          </a:xfrm>
          <a:custGeom>
            <a:avLst/>
            <a:gdLst>
              <a:gd name="connsiteX0" fmla="*/ 48736 w 48431"/>
              <a:gd name="connsiteY0" fmla="*/ 354362 h 354271"/>
              <a:gd name="connsiteX1" fmla="*/ 48736 w 48431"/>
              <a:gd name="connsiteY1" fmla="*/ 340191 h 354271"/>
              <a:gd name="connsiteX2" fmla="*/ 14446 w 48431"/>
              <a:gd name="connsiteY2" fmla="*/ 340191 h 354271"/>
              <a:gd name="connsiteX3" fmla="*/ 14446 w 48431"/>
              <a:gd name="connsiteY3" fmla="*/ 14261 h 354271"/>
              <a:gd name="connsiteX4" fmla="*/ 48736 w 48431"/>
              <a:gd name="connsiteY4" fmla="*/ 14261 h 354271"/>
              <a:gd name="connsiteX5" fmla="*/ 48736 w 48431"/>
              <a:gd name="connsiteY5" fmla="*/ 90 h 354271"/>
              <a:gd name="connsiteX6" fmla="*/ 305 w 48431"/>
              <a:gd name="connsiteY6" fmla="*/ 90 h 354271"/>
              <a:gd name="connsiteX7" fmla="*/ 305 w 48431"/>
              <a:gd name="connsiteY7" fmla="*/ 354362 h 354271"/>
              <a:gd name="connsiteX8" fmla="*/ 48736 w 48431"/>
              <a:gd name="connsiteY8" fmla="*/ 354362 h 354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431" h="354271">
                <a:moveTo>
                  <a:pt x="48736" y="354362"/>
                </a:moveTo>
                <a:lnTo>
                  <a:pt x="48736" y="340191"/>
                </a:lnTo>
                <a:lnTo>
                  <a:pt x="14446" y="340191"/>
                </a:lnTo>
                <a:lnTo>
                  <a:pt x="14446" y="14261"/>
                </a:lnTo>
                <a:lnTo>
                  <a:pt x="48736" y="14261"/>
                </a:lnTo>
                <a:lnTo>
                  <a:pt x="48736" y="90"/>
                </a:lnTo>
                <a:lnTo>
                  <a:pt x="305" y="90"/>
                </a:lnTo>
                <a:lnTo>
                  <a:pt x="305" y="354362"/>
                </a:lnTo>
                <a:lnTo>
                  <a:pt x="48736" y="354362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313C885F-523C-E2DB-6EE3-ED631BB63368}"/>
              </a:ext>
            </a:extLst>
          </p:cNvPr>
          <p:cNvSpPr/>
          <p:nvPr>
            <p:custDataLst>
              <p:tags r:id="rId51"/>
            </p:custDataLst>
          </p:nvPr>
        </p:nvSpPr>
        <p:spPr>
          <a:xfrm>
            <a:off x="8729162" y="2159240"/>
            <a:ext cx="291293" cy="241967"/>
          </a:xfrm>
          <a:custGeom>
            <a:avLst/>
            <a:gdLst>
              <a:gd name="connsiteX0" fmla="*/ 162216 w 291293"/>
              <a:gd name="connsiteY0" fmla="*/ 96452 h 241967"/>
              <a:gd name="connsiteX1" fmla="*/ 132521 w 291293"/>
              <a:gd name="connsiteY1" fmla="*/ 25952 h 241967"/>
              <a:gd name="connsiteX2" fmla="*/ 130754 w 291293"/>
              <a:gd name="connsiteY2" fmla="*/ 21346 h 241967"/>
              <a:gd name="connsiteX3" fmla="*/ 151611 w 291293"/>
              <a:gd name="connsiteY3" fmla="*/ 11073 h 241967"/>
              <a:gd name="connsiteX4" fmla="*/ 158681 w 291293"/>
              <a:gd name="connsiteY4" fmla="*/ 4341 h 241967"/>
              <a:gd name="connsiteX5" fmla="*/ 153379 w 291293"/>
              <a:gd name="connsiteY5" fmla="*/ 90 h 241967"/>
              <a:gd name="connsiteX6" fmla="*/ 108836 w 291293"/>
              <a:gd name="connsiteY6" fmla="*/ 1153 h 241967"/>
              <a:gd name="connsiteX7" fmla="*/ 69243 w 291293"/>
              <a:gd name="connsiteY7" fmla="*/ 90 h 241967"/>
              <a:gd name="connsiteX8" fmla="*/ 62880 w 291293"/>
              <a:gd name="connsiteY8" fmla="*/ 7176 h 241967"/>
              <a:gd name="connsiteX9" fmla="*/ 71010 w 291293"/>
              <a:gd name="connsiteY9" fmla="*/ 11073 h 241967"/>
              <a:gd name="connsiteX10" fmla="*/ 97524 w 291293"/>
              <a:gd name="connsiteY10" fmla="*/ 22409 h 241967"/>
              <a:gd name="connsiteX11" fmla="*/ 139238 w 291293"/>
              <a:gd name="connsiteY11" fmla="*/ 121251 h 241967"/>
              <a:gd name="connsiteX12" fmla="*/ 64647 w 291293"/>
              <a:gd name="connsiteY12" fmla="*/ 201671 h 241967"/>
              <a:gd name="connsiteX13" fmla="*/ 60052 w 291293"/>
              <a:gd name="connsiteY13" fmla="*/ 205568 h 241967"/>
              <a:gd name="connsiteX14" fmla="*/ 8085 w 291293"/>
              <a:gd name="connsiteY14" fmla="*/ 231075 h 241967"/>
              <a:gd name="connsiteX15" fmla="*/ 308 w 291293"/>
              <a:gd name="connsiteY15" fmla="*/ 238161 h 241967"/>
              <a:gd name="connsiteX16" fmla="*/ 4904 w 291293"/>
              <a:gd name="connsiteY16" fmla="*/ 242058 h 241967"/>
              <a:gd name="connsiteX17" fmla="*/ 38134 w 291293"/>
              <a:gd name="connsiteY17" fmla="*/ 240995 h 241967"/>
              <a:gd name="connsiteX18" fmla="*/ 77727 w 291293"/>
              <a:gd name="connsiteY18" fmla="*/ 242058 h 241967"/>
              <a:gd name="connsiteX19" fmla="*/ 84090 w 291293"/>
              <a:gd name="connsiteY19" fmla="*/ 234972 h 241967"/>
              <a:gd name="connsiteX20" fmla="*/ 79848 w 291293"/>
              <a:gd name="connsiteY20" fmla="*/ 231075 h 241967"/>
              <a:gd name="connsiteX21" fmla="*/ 65708 w 291293"/>
              <a:gd name="connsiteY21" fmla="*/ 220093 h 241967"/>
              <a:gd name="connsiteX22" fmla="*/ 75253 w 291293"/>
              <a:gd name="connsiteY22" fmla="*/ 204151 h 241967"/>
              <a:gd name="connsiteX23" fmla="*/ 111311 w 291293"/>
              <a:gd name="connsiteY23" fmla="*/ 165889 h 241967"/>
              <a:gd name="connsiteX24" fmla="*/ 143127 w 291293"/>
              <a:gd name="connsiteY24" fmla="*/ 131171 h 241967"/>
              <a:gd name="connsiteX25" fmla="*/ 178831 w 291293"/>
              <a:gd name="connsiteY25" fmla="*/ 215842 h 241967"/>
              <a:gd name="connsiteX26" fmla="*/ 180599 w 291293"/>
              <a:gd name="connsiteY26" fmla="*/ 220801 h 241967"/>
              <a:gd name="connsiteX27" fmla="*/ 160095 w 291293"/>
              <a:gd name="connsiteY27" fmla="*/ 231075 h 241967"/>
              <a:gd name="connsiteX28" fmla="*/ 153025 w 291293"/>
              <a:gd name="connsiteY28" fmla="*/ 237806 h 241967"/>
              <a:gd name="connsiteX29" fmla="*/ 158328 w 291293"/>
              <a:gd name="connsiteY29" fmla="*/ 242058 h 241967"/>
              <a:gd name="connsiteX30" fmla="*/ 202870 w 291293"/>
              <a:gd name="connsiteY30" fmla="*/ 240995 h 241967"/>
              <a:gd name="connsiteX31" fmla="*/ 242110 w 291293"/>
              <a:gd name="connsiteY31" fmla="*/ 242058 h 241967"/>
              <a:gd name="connsiteX32" fmla="*/ 248827 w 291293"/>
              <a:gd name="connsiteY32" fmla="*/ 235326 h 241967"/>
              <a:gd name="connsiteX33" fmla="*/ 242463 w 291293"/>
              <a:gd name="connsiteY33" fmla="*/ 231075 h 241967"/>
              <a:gd name="connsiteX34" fmla="*/ 212062 w 291293"/>
              <a:gd name="connsiteY34" fmla="*/ 215487 h 241967"/>
              <a:gd name="connsiteX35" fmla="*/ 166459 w 291293"/>
              <a:gd name="connsiteY35" fmla="*/ 106017 h 241967"/>
              <a:gd name="connsiteX36" fmla="*/ 238928 w 291293"/>
              <a:gd name="connsiteY36" fmla="*/ 29140 h 241967"/>
              <a:gd name="connsiteX37" fmla="*/ 283824 w 291293"/>
              <a:gd name="connsiteY37" fmla="*/ 11073 h 241967"/>
              <a:gd name="connsiteX38" fmla="*/ 291602 w 291293"/>
              <a:gd name="connsiteY38" fmla="*/ 3987 h 241967"/>
              <a:gd name="connsiteX39" fmla="*/ 287006 w 291293"/>
              <a:gd name="connsiteY39" fmla="*/ 90 h 241967"/>
              <a:gd name="connsiteX40" fmla="*/ 253776 w 291293"/>
              <a:gd name="connsiteY40" fmla="*/ 1153 h 241967"/>
              <a:gd name="connsiteX41" fmla="*/ 214536 w 291293"/>
              <a:gd name="connsiteY41" fmla="*/ 90 h 241967"/>
              <a:gd name="connsiteX42" fmla="*/ 207819 w 291293"/>
              <a:gd name="connsiteY42" fmla="*/ 7176 h 241967"/>
              <a:gd name="connsiteX43" fmla="*/ 212062 w 291293"/>
              <a:gd name="connsiteY43" fmla="*/ 11073 h 241967"/>
              <a:gd name="connsiteX44" fmla="*/ 226202 w 291293"/>
              <a:gd name="connsiteY44" fmla="*/ 22055 h 241967"/>
              <a:gd name="connsiteX45" fmla="*/ 219485 w 291293"/>
              <a:gd name="connsiteY45" fmla="*/ 34809 h 241967"/>
              <a:gd name="connsiteX46" fmla="*/ 162216 w 291293"/>
              <a:gd name="connsiteY46" fmla="*/ 96452 h 241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91293" h="241967">
                <a:moveTo>
                  <a:pt x="162216" y="96452"/>
                </a:moveTo>
                <a:lnTo>
                  <a:pt x="132521" y="25952"/>
                </a:lnTo>
                <a:cubicBezTo>
                  <a:pt x="131461" y="23118"/>
                  <a:pt x="130754" y="21701"/>
                  <a:pt x="130754" y="21346"/>
                </a:cubicBezTo>
                <a:cubicBezTo>
                  <a:pt x="130754" y="19221"/>
                  <a:pt x="136764" y="12490"/>
                  <a:pt x="151611" y="11073"/>
                </a:cubicBezTo>
                <a:cubicBezTo>
                  <a:pt x="155146" y="10718"/>
                  <a:pt x="158681" y="10364"/>
                  <a:pt x="158681" y="4341"/>
                </a:cubicBezTo>
                <a:cubicBezTo>
                  <a:pt x="158681" y="90"/>
                  <a:pt x="154439" y="90"/>
                  <a:pt x="153379" y="90"/>
                </a:cubicBezTo>
                <a:cubicBezTo>
                  <a:pt x="138885" y="90"/>
                  <a:pt x="123684" y="1153"/>
                  <a:pt x="108836" y="1153"/>
                </a:cubicBezTo>
                <a:cubicBezTo>
                  <a:pt x="99998" y="1153"/>
                  <a:pt x="78081" y="90"/>
                  <a:pt x="69243" y="90"/>
                </a:cubicBezTo>
                <a:cubicBezTo>
                  <a:pt x="67122" y="90"/>
                  <a:pt x="62880" y="90"/>
                  <a:pt x="62880" y="7176"/>
                </a:cubicBezTo>
                <a:cubicBezTo>
                  <a:pt x="62880" y="11073"/>
                  <a:pt x="66415" y="11073"/>
                  <a:pt x="71010" y="11073"/>
                </a:cubicBezTo>
                <a:cubicBezTo>
                  <a:pt x="92221" y="11073"/>
                  <a:pt x="94342" y="14615"/>
                  <a:pt x="97524" y="22409"/>
                </a:cubicBezTo>
                <a:lnTo>
                  <a:pt x="139238" y="121251"/>
                </a:lnTo>
                <a:lnTo>
                  <a:pt x="64647" y="201671"/>
                </a:lnTo>
                <a:lnTo>
                  <a:pt x="60052" y="205568"/>
                </a:lnTo>
                <a:cubicBezTo>
                  <a:pt x="42730" y="224344"/>
                  <a:pt x="26115" y="230012"/>
                  <a:pt x="8085" y="231075"/>
                </a:cubicBezTo>
                <a:cubicBezTo>
                  <a:pt x="3490" y="231429"/>
                  <a:pt x="308" y="231429"/>
                  <a:pt x="308" y="238161"/>
                </a:cubicBezTo>
                <a:cubicBezTo>
                  <a:pt x="308" y="238515"/>
                  <a:pt x="308" y="242058"/>
                  <a:pt x="4904" y="242058"/>
                </a:cubicBezTo>
                <a:cubicBezTo>
                  <a:pt x="15509" y="242058"/>
                  <a:pt x="27175" y="240995"/>
                  <a:pt x="38134" y="240995"/>
                </a:cubicBezTo>
                <a:cubicBezTo>
                  <a:pt x="51214" y="240995"/>
                  <a:pt x="65001" y="242058"/>
                  <a:pt x="77727" y="242058"/>
                </a:cubicBezTo>
                <a:cubicBezTo>
                  <a:pt x="79848" y="242058"/>
                  <a:pt x="84090" y="242058"/>
                  <a:pt x="84090" y="234972"/>
                </a:cubicBezTo>
                <a:cubicBezTo>
                  <a:pt x="84090" y="231429"/>
                  <a:pt x="80555" y="231075"/>
                  <a:pt x="79848" y="231075"/>
                </a:cubicBezTo>
                <a:cubicBezTo>
                  <a:pt x="76667" y="230721"/>
                  <a:pt x="65708" y="230012"/>
                  <a:pt x="65708" y="220093"/>
                </a:cubicBezTo>
                <a:cubicBezTo>
                  <a:pt x="65708" y="214424"/>
                  <a:pt x="71010" y="208756"/>
                  <a:pt x="75253" y="204151"/>
                </a:cubicBezTo>
                <a:lnTo>
                  <a:pt x="111311" y="165889"/>
                </a:lnTo>
                <a:lnTo>
                  <a:pt x="143127" y="131171"/>
                </a:lnTo>
                <a:lnTo>
                  <a:pt x="178831" y="215842"/>
                </a:lnTo>
                <a:cubicBezTo>
                  <a:pt x="180245" y="219739"/>
                  <a:pt x="180599" y="220093"/>
                  <a:pt x="180599" y="220801"/>
                </a:cubicBezTo>
                <a:cubicBezTo>
                  <a:pt x="180599" y="223635"/>
                  <a:pt x="173882" y="229658"/>
                  <a:pt x="160095" y="231075"/>
                </a:cubicBezTo>
                <a:cubicBezTo>
                  <a:pt x="156207" y="231429"/>
                  <a:pt x="153025" y="231784"/>
                  <a:pt x="153025" y="237806"/>
                </a:cubicBezTo>
                <a:cubicBezTo>
                  <a:pt x="153025" y="242058"/>
                  <a:pt x="156914" y="242058"/>
                  <a:pt x="158328" y="242058"/>
                </a:cubicBezTo>
                <a:cubicBezTo>
                  <a:pt x="168226" y="242058"/>
                  <a:pt x="192972" y="240995"/>
                  <a:pt x="202870" y="240995"/>
                </a:cubicBezTo>
                <a:cubicBezTo>
                  <a:pt x="211708" y="240995"/>
                  <a:pt x="233272" y="242058"/>
                  <a:pt x="242110" y="242058"/>
                </a:cubicBezTo>
                <a:cubicBezTo>
                  <a:pt x="244585" y="242058"/>
                  <a:pt x="248827" y="242058"/>
                  <a:pt x="248827" y="235326"/>
                </a:cubicBezTo>
                <a:cubicBezTo>
                  <a:pt x="248827" y="231075"/>
                  <a:pt x="245292" y="231075"/>
                  <a:pt x="242463" y="231075"/>
                </a:cubicBezTo>
                <a:cubicBezTo>
                  <a:pt x="218778" y="230721"/>
                  <a:pt x="218071" y="229658"/>
                  <a:pt x="212062" y="215487"/>
                </a:cubicBezTo>
                <a:cubicBezTo>
                  <a:pt x="198275" y="182540"/>
                  <a:pt x="174589" y="127274"/>
                  <a:pt x="166459" y="106017"/>
                </a:cubicBezTo>
                <a:cubicBezTo>
                  <a:pt x="190497" y="81218"/>
                  <a:pt x="227616" y="39060"/>
                  <a:pt x="238928" y="29140"/>
                </a:cubicBezTo>
                <a:cubicBezTo>
                  <a:pt x="249180" y="20638"/>
                  <a:pt x="262614" y="12135"/>
                  <a:pt x="283824" y="11073"/>
                </a:cubicBezTo>
                <a:cubicBezTo>
                  <a:pt x="288420" y="10718"/>
                  <a:pt x="291602" y="10718"/>
                  <a:pt x="291602" y="3987"/>
                </a:cubicBezTo>
                <a:cubicBezTo>
                  <a:pt x="291602" y="3633"/>
                  <a:pt x="291602" y="90"/>
                  <a:pt x="287006" y="90"/>
                </a:cubicBezTo>
                <a:cubicBezTo>
                  <a:pt x="276401" y="90"/>
                  <a:pt x="264735" y="1153"/>
                  <a:pt x="253776" y="1153"/>
                </a:cubicBezTo>
                <a:cubicBezTo>
                  <a:pt x="240696" y="1153"/>
                  <a:pt x="227262" y="90"/>
                  <a:pt x="214536" y="90"/>
                </a:cubicBezTo>
                <a:cubicBezTo>
                  <a:pt x="212415" y="90"/>
                  <a:pt x="207819" y="90"/>
                  <a:pt x="207819" y="7176"/>
                </a:cubicBezTo>
                <a:cubicBezTo>
                  <a:pt x="207819" y="9655"/>
                  <a:pt x="209587" y="10718"/>
                  <a:pt x="212062" y="11073"/>
                </a:cubicBezTo>
                <a:cubicBezTo>
                  <a:pt x="215243" y="11427"/>
                  <a:pt x="226202" y="12135"/>
                  <a:pt x="226202" y="22055"/>
                </a:cubicBezTo>
                <a:cubicBezTo>
                  <a:pt x="226202" y="27015"/>
                  <a:pt x="222313" y="31620"/>
                  <a:pt x="219485" y="34809"/>
                </a:cubicBezTo>
                <a:lnTo>
                  <a:pt x="162216" y="96452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9A7FA8A-261C-27F1-6A02-5388621D9A5F}"/>
              </a:ext>
            </a:extLst>
          </p:cNvPr>
          <p:cNvSpPr/>
          <p:nvPr>
            <p:custDataLst>
              <p:tags r:id="rId52"/>
            </p:custDataLst>
          </p:nvPr>
        </p:nvSpPr>
        <p:spPr>
          <a:xfrm>
            <a:off x="9024123" y="2289930"/>
            <a:ext cx="74979" cy="166897"/>
          </a:xfrm>
          <a:custGeom>
            <a:avLst/>
            <a:gdLst>
              <a:gd name="connsiteX0" fmla="*/ 68862 w 74979"/>
              <a:gd name="connsiteY0" fmla="*/ 9515 h 166897"/>
              <a:gd name="connsiteX1" fmla="*/ 58964 w 74979"/>
              <a:gd name="connsiteY1" fmla="*/ 92 h 166897"/>
              <a:gd name="connsiteX2" fmla="*/ 45106 w 74979"/>
              <a:gd name="connsiteY2" fmla="*/ 13731 h 166897"/>
              <a:gd name="connsiteX3" fmla="*/ 55005 w 74979"/>
              <a:gd name="connsiteY3" fmla="*/ 23155 h 166897"/>
              <a:gd name="connsiteX4" fmla="*/ 68862 w 74979"/>
              <a:gd name="connsiteY4" fmla="*/ 9515 h 166897"/>
              <a:gd name="connsiteX5" fmla="*/ 18381 w 74979"/>
              <a:gd name="connsiteY5" fmla="*/ 135494 h 166897"/>
              <a:gd name="connsiteX6" fmla="*/ 16154 w 74979"/>
              <a:gd name="connsiteY6" fmla="*/ 145910 h 166897"/>
              <a:gd name="connsiteX7" fmla="*/ 39662 w 74979"/>
              <a:gd name="connsiteY7" fmla="*/ 166989 h 166897"/>
              <a:gd name="connsiteX8" fmla="*/ 75296 w 74979"/>
              <a:gd name="connsiteY8" fmla="*/ 129046 h 166897"/>
              <a:gd name="connsiteX9" fmla="*/ 71337 w 74979"/>
              <a:gd name="connsiteY9" fmla="*/ 125823 h 166897"/>
              <a:gd name="connsiteX10" fmla="*/ 66635 w 74979"/>
              <a:gd name="connsiteY10" fmla="*/ 130038 h 166897"/>
              <a:gd name="connsiteX11" fmla="*/ 40405 w 74979"/>
              <a:gd name="connsiteY11" fmla="*/ 160045 h 166897"/>
              <a:gd name="connsiteX12" fmla="*/ 34218 w 74979"/>
              <a:gd name="connsiteY12" fmla="*/ 151366 h 166897"/>
              <a:gd name="connsiteX13" fmla="*/ 38178 w 74979"/>
              <a:gd name="connsiteY13" fmla="*/ 135494 h 166897"/>
              <a:gd name="connsiteX14" fmla="*/ 46096 w 74979"/>
              <a:gd name="connsiteY14" fmla="*/ 115655 h 166897"/>
              <a:gd name="connsiteX15" fmla="*/ 58222 w 74979"/>
              <a:gd name="connsiteY15" fmla="*/ 84160 h 166897"/>
              <a:gd name="connsiteX16" fmla="*/ 59706 w 74979"/>
              <a:gd name="connsiteY16" fmla="*/ 76225 h 166897"/>
              <a:gd name="connsiteX17" fmla="*/ 36198 w 74979"/>
              <a:gd name="connsiteY17" fmla="*/ 55145 h 166897"/>
              <a:gd name="connsiteX18" fmla="*/ 316 w 74979"/>
              <a:gd name="connsiteY18" fmla="*/ 93088 h 166897"/>
              <a:gd name="connsiteX19" fmla="*/ 4523 w 74979"/>
              <a:gd name="connsiteY19" fmla="*/ 96312 h 166897"/>
              <a:gd name="connsiteX20" fmla="*/ 8977 w 74979"/>
              <a:gd name="connsiteY20" fmla="*/ 92344 h 166897"/>
              <a:gd name="connsiteX21" fmla="*/ 35455 w 74979"/>
              <a:gd name="connsiteY21" fmla="*/ 62089 h 166897"/>
              <a:gd name="connsiteX22" fmla="*/ 41642 w 74979"/>
              <a:gd name="connsiteY22" fmla="*/ 70769 h 166897"/>
              <a:gd name="connsiteX23" fmla="*/ 33971 w 74979"/>
              <a:gd name="connsiteY23" fmla="*/ 95568 h 166897"/>
              <a:gd name="connsiteX24" fmla="*/ 18381 w 74979"/>
              <a:gd name="connsiteY24" fmla="*/ 135494 h 166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4979" h="166897">
                <a:moveTo>
                  <a:pt x="68862" y="9515"/>
                </a:moveTo>
                <a:cubicBezTo>
                  <a:pt x="68862" y="5547"/>
                  <a:pt x="65893" y="92"/>
                  <a:pt x="58964" y="92"/>
                </a:cubicBezTo>
                <a:cubicBezTo>
                  <a:pt x="52283" y="92"/>
                  <a:pt x="45106" y="6539"/>
                  <a:pt x="45106" y="13731"/>
                </a:cubicBezTo>
                <a:cubicBezTo>
                  <a:pt x="45106" y="17947"/>
                  <a:pt x="48323" y="23155"/>
                  <a:pt x="55005" y="23155"/>
                </a:cubicBezTo>
                <a:cubicBezTo>
                  <a:pt x="62181" y="23155"/>
                  <a:pt x="68862" y="16211"/>
                  <a:pt x="68862" y="9515"/>
                </a:cubicBezTo>
                <a:close/>
                <a:moveTo>
                  <a:pt x="18381" y="135494"/>
                </a:moveTo>
                <a:cubicBezTo>
                  <a:pt x="17391" y="138718"/>
                  <a:pt x="16154" y="141694"/>
                  <a:pt x="16154" y="145910"/>
                </a:cubicBezTo>
                <a:cubicBezTo>
                  <a:pt x="16154" y="157565"/>
                  <a:pt x="26052" y="166989"/>
                  <a:pt x="39662" y="166989"/>
                </a:cubicBezTo>
                <a:cubicBezTo>
                  <a:pt x="64408" y="166989"/>
                  <a:pt x="75296" y="132766"/>
                  <a:pt x="75296" y="129046"/>
                </a:cubicBezTo>
                <a:cubicBezTo>
                  <a:pt x="75296" y="125823"/>
                  <a:pt x="72079" y="125823"/>
                  <a:pt x="71337" y="125823"/>
                </a:cubicBezTo>
                <a:cubicBezTo>
                  <a:pt x="67872" y="125823"/>
                  <a:pt x="67625" y="127311"/>
                  <a:pt x="66635" y="130038"/>
                </a:cubicBezTo>
                <a:cubicBezTo>
                  <a:pt x="60944" y="149878"/>
                  <a:pt x="50055" y="160045"/>
                  <a:pt x="40405" y="160045"/>
                </a:cubicBezTo>
                <a:cubicBezTo>
                  <a:pt x="35455" y="160045"/>
                  <a:pt x="34218" y="156821"/>
                  <a:pt x="34218" y="151366"/>
                </a:cubicBezTo>
                <a:cubicBezTo>
                  <a:pt x="34218" y="145662"/>
                  <a:pt x="35950" y="140950"/>
                  <a:pt x="38178" y="135494"/>
                </a:cubicBezTo>
                <a:cubicBezTo>
                  <a:pt x="40652" y="128799"/>
                  <a:pt x="43374" y="122103"/>
                  <a:pt x="46096" y="115655"/>
                </a:cubicBezTo>
                <a:cubicBezTo>
                  <a:pt x="48323" y="109703"/>
                  <a:pt x="57232" y="87136"/>
                  <a:pt x="58222" y="84160"/>
                </a:cubicBezTo>
                <a:cubicBezTo>
                  <a:pt x="58964" y="81680"/>
                  <a:pt x="59706" y="78705"/>
                  <a:pt x="59706" y="76225"/>
                </a:cubicBezTo>
                <a:cubicBezTo>
                  <a:pt x="59706" y="64569"/>
                  <a:pt x="49808" y="55145"/>
                  <a:pt x="36198" y="55145"/>
                </a:cubicBezTo>
                <a:cubicBezTo>
                  <a:pt x="11700" y="55145"/>
                  <a:pt x="316" y="88872"/>
                  <a:pt x="316" y="93088"/>
                </a:cubicBezTo>
                <a:cubicBezTo>
                  <a:pt x="316" y="96312"/>
                  <a:pt x="3781" y="96312"/>
                  <a:pt x="4523" y="96312"/>
                </a:cubicBezTo>
                <a:cubicBezTo>
                  <a:pt x="7988" y="96312"/>
                  <a:pt x="8235" y="95072"/>
                  <a:pt x="8977" y="92344"/>
                </a:cubicBezTo>
                <a:cubicBezTo>
                  <a:pt x="15411" y="71017"/>
                  <a:pt x="26300" y="62089"/>
                  <a:pt x="35455" y="62089"/>
                </a:cubicBezTo>
                <a:cubicBezTo>
                  <a:pt x="39415" y="62089"/>
                  <a:pt x="41642" y="64073"/>
                  <a:pt x="41642" y="70769"/>
                </a:cubicBezTo>
                <a:cubicBezTo>
                  <a:pt x="41642" y="76473"/>
                  <a:pt x="40157" y="80192"/>
                  <a:pt x="33971" y="95568"/>
                </a:cubicBezTo>
                <a:lnTo>
                  <a:pt x="18381" y="135494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217BA0A-360F-4F3B-1DB5-938D2A2326C4}"/>
              </a:ext>
            </a:extLst>
          </p:cNvPr>
          <p:cNvSpPr/>
          <p:nvPr>
            <p:custDataLst>
              <p:tags r:id="rId53"/>
            </p:custDataLst>
          </p:nvPr>
        </p:nvSpPr>
        <p:spPr>
          <a:xfrm>
            <a:off x="9142559" y="2159240"/>
            <a:ext cx="257002" cy="241967"/>
          </a:xfrm>
          <a:custGeom>
            <a:avLst/>
            <a:gdLst>
              <a:gd name="connsiteX0" fmla="*/ 198993 w 257002"/>
              <a:gd name="connsiteY0" fmla="*/ 40477 h 241967"/>
              <a:gd name="connsiteX1" fmla="*/ 203942 w 257002"/>
              <a:gd name="connsiteY1" fmla="*/ 35517 h 241967"/>
              <a:gd name="connsiteX2" fmla="*/ 250252 w 257002"/>
              <a:gd name="connsiteY2" fmla="*/ 11073 h 241967"/>
              <a:gd name="connsiteX3" fmla="*/ 257323 w 257002"/>
              <a:gd name="connsiteY3" fmla="*/ 4341 h 241967"/>
              <a:gd name="connsiteX4" fmla="*/ 252727 w 257002"/>
              <a:gd name="connsiteY4" fmla="*/ 90 h 241967"/>
              <a:gd name="connsiteX5" fmla="*/ 223739 w 257002"/>
              <a:gd name="connsiteY5" fmla="*/ 1153 h 241967"/>
              <a:gd name="connsiteX6" fmla="*/ 188388 w 257002"/>
              <a:gd name="connsiteY6" fmla="*/ 90 h 241967"/>
              <a:gd name="connsiteX7" fmla="*/ 181671 w 257002"/>
              <a:gd name="connsiteY7" fmla="*/ 6821 h 241967"/>
              <a:gd name="connsiteX8" fmla="*/ 186974 w 257002"/>
              <a:gd name="connsiteY8" fmla="*/ 11073 h 241967"/>
              <a:gd name="connsiteX9" fmla="*/ 199700 w 257002"/>
              <a:gd name="connsiteY9" fmla="*/ 19221 h 241967"/>
              <a:gd name="connsiteX10" fmla="*/ 190155 w 257002"/>
              <a:gd name="connsiteY10" fmla="*/ 36226 h 241967"/>
              <a:gd name="connsiteX11" fmla="*/ 108141 w 257002"/>
              <a:gd name="connsiteY11" fmla="*/ 130816 h 241967"/>
              <a:gd name="connsiteX12" fmla="*/ 69254 w 257002"/>
              <a:gd name="connsiteY12" fmla="*/ 25598 h 241967"/>
              <a:gd name="connsiteX13" fmla="*/ 67133 w 257002"/>
              <a:gd name="connsiteY13" fmla="*/ 19575 h 241967"/>
              <a:gd name="connsiteX14" fmla="*/ 87991 w 257002"/>
              <a:gd name="connsiteY14" fmla="*/ 11073 h 241967"/>
              <a:gd name="connsiteX15" fmla="*/ 96475 w 257002"/>
              <a:gd name="connsiteY15" fmla="*/ 3987 h 241967"/>
              <a:gd name="connsiteX16" fmla="*/ 91172 w 257002"/>
              <a:gd name="connsiteY16" fmla="*/ 90 h 241967"/>
              <a:gd name="connsiteX17" fmla="*/ 46630 w 257002"/>
              <a:gd name="connsiteY17" fmla="*/ 1153 h 241967"/>
              <a:gd name="connsiteX18" fmla="*/ 7037 w 257002"/>
              <a:gd name="connsiteY18" fmla="*/ 90 h 241967"/>
              <a:gd name="connsiteX19" fmla="*/ 320 w 257002"/>
              <a:gd name="connsiteY19" fmla="*/ 7176 h 241967"/>
              <a:gd name="connsiteX20" fmla="*/ 8451 w 257002"/>
              <a:gd name="connsiteY20" fmla="*/ 11073 h 241967"/>
              <a:gd name="connsiteX21" fmla="*/ 34257 w 257002"/>
              <a:gd name="connsiteY21" fmla="*/ 23118 h 241967"/>
              <a:gd name="connsiteX22" fmla="*/ 77739 w 257002"/>
              <a:gd name="connsiteY22" fmla="*/ 139673 h 241967"/>
              <a:gd name="connsiteX23" fmla="*/ 79153 w 257002"/>
              <a:gd name="connsiteY23" fmla="*/ 145696 h 241967"/>
              <a:gd name="connsiteX24" fmla="*/ 63245 w 257002"/>
              <a:gd name="connsiteY24" fmla="*/ 210173 h 241967"/>
              <a:gd name="connsiteX25" fmla="*/ 30015 w 257002"/>
              <a:gd name="connsiteY25" fmla="*/ 231075 h 241967"/>
              <a:gd name="connsiteX26" fmla="*/ 20470 w 257002"/>
              <a:gd name="connsiteY26" fmla="*/ 238161 h 241967"/>
              <a:gd name="connsiteX27" fmla="*/ 25419 w 257002"/>
              <a:gd name="connsiteY27" fmla="*/ 242058 h 241967"/>
              <a:gd name="connsiteX28" fmla="*/ 69962 w 257002"/>
              <a:gd name="connsiteY28" fmla="*/ 240995 h 241967"/>
              <a:gd name="connsiteX29" fmla="*/ 115211 w 257002"/>
              <a:gd name="connsiteY29" fmla="*/ 242058 h 241967"/>
              <a:gd name="connsiteX30" fmla="*/ 121928 w 257002"/>
              <a:gd name="connsiteY30" fmla="*/ 234972 h 241967"/>
              <a:gd name="connsiteX31" fmla="*/ 112029 w 257002"/>
              <a:gd name="connsiteY31" fmla="*/ 231075 h 241967"/>
              <a:gd name="connsiteX32" fmla="*/ 98596 w 257002"/>
              <a:gd name="connsiteY32" fmla="*/ 230367 h 241967"/>
              <a:gd name="connsiteX33" fmla="*/ 89051 w 257002"/>
              <a:gd name="connsiteY33" fmla="*/ 224698 h 241967"/>
              <a:gd name="connsiteX34" fmla="*/ 94000 w 257002"/>
              <a:gd name="connsiteY34" fmla="*/ 202379 h 241967"/>
              <a:gd name="connsiteX35" fmla="*/ 106373 w 257002"/>
              <a:gd name="connsiteY35" fmla="*/ 152427 h 241967"/>
              <a:gd name="connsiteX36" fmla="*/ 111322 w 257002"/>
              <a:gd name="connsiteY36" fmla="*/ 141444 h 241967"/>
              <a:gd name="connsiteX37" fmla="*/ 198993 w 257002"/>
              <a:gd name="connsiteY37" fmla="*/ 40477 h 241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57002" h="241967">
                <a:moveTo>
                  <a:pt x="198993" y="40477"/>
                </a:moveTo>
                <a:lnTo>
                  <a:pt x="203942" y="35517"/>
                </a:lnTo>
                <a:cubicBezTo>
                  <a:pt x="214548" y="24889"/>
                  <a:pt x="226214" y="12844"/>
                  <a:pt x="250252" y="11073"/>
                </a:cubicBezTo>
                <a:cubicBezTo>
                  <a:pt x="254141" y="10718"/>
                  <a:pt x="257323" y="10718"/>
                  <a:pt x="257323" y="4341"/>
                </a:cubicBezTo>
                <a:cubicBezTo>
                  <a:pt x="257323" y="1507"/>
                  <a:pt x="255555" y="90"/>
                  <a:pt x="252727" y="90"/>
                </a:cubicBezTo>
                <a:cubicBezTo>
                  <a:pt x="243536" y="90"/>
                  <a:pt x="233284" y="1153"/>
                  <a:pt x="223739" y="1153"/>
                </a:cubicBezTo>
                <a:cubicBezTo>
                  <a:pt x="212073" y="1153"/>
                  <a:pt x="199700" y="90"/>
                  <a:pt x="188388" y="90"/>
                </a:cubicBezTo>
                <a:cubicBezTo>
                  <a:pt x="186267" y="90"/>
                  <a:pt x="181671" y="90"/>
                  <a:pt x="181671" y="6821"/>
                </a:cubicBezTo>
                <a:cubicBezTo>
                  <a:pt x="181671" y="10718"/>
                  <a:pt x="185206" y="11073"/>
                  <a:pt x="186974" y="11073"/>
                </a:cubicBezTo>
                <a:cubicBezTo>
                  <a:pt x="189448" y="11073"/>
                  <a:pt x="199700" y="11781"/>
                  <a:pt x="199700" y="19221"/>
                </a:cubicBezTo>
                <a:cubicBezTo>
                  <a:pt x="199700" y="25243"/>
                  <a:pt x="191569" y="34455"/>
                  <a:pt x="190155" y="36226"/>
                </a:cubicBezTo>
                <a:lnTo>
                  <a:pt x="108141" y="130816"/>
                </a:lnTo>
                <a:lnTo>
                  <a:pt x="69254" y="25598"/>
                </a:lnTo>
                <a:cubicBezTo>
                  <a:pt x="67133" y="20638"/>
                  <a:pt x="67133" y="19929"/>
                  <a:pt x="67133" y="19575"/>
                </a:cubicBezTo>
                <a:cubicBezTo>
                  <a:pt x="67133" y="11073"/>
                  <a:pt x="84455" y="11073"/>
                  <a:pt x="87991" y="11073"/>
                </a:cubicBezTo>
                <a:cubicBezTo>
                  <a:pt x="92940" y="11073"/>
                  <a:pt x="96475" y="11073"/>
                  <a:pt x="96475" y="3987"/>
                </a:cubicBezTo>
                <a:cubicBezTo>
                  <a:pt x="96475" y="90"/>
                  <a:pt x="92233" y="90"/>
                  <a:pt x="91172" y="90"/>
                </a:cubicBezTo>
                <a:cubicBezTo>
                  <a:pt x="81274" y="90"/>
                  <a:pt x="56528" y="1153"/>
                  <a:pt x="46630" y="1153"/>
                </a:cubicBezTo>
                <a:cubicBezTo>
                  <a:pt x="37792" y="1153"/>
                  <a:pt x="15874" y="90"/>
                  <a:pt x="7037" y="90"/>
                </a:cubicBezTo>
                <a:cubicBezTo>
                  <a:pt x="4915" y="90"/>
                  <a:pt x="320" y="90"/>
                  <a:pt x="320" y="7176"/>
                </a:cubicBezTo>
                <a:cubicBezTo>
                  <a:pt x="320" y="11073"/>
                  <a:pt x="3855" y="11073"/>
                  <a:pt x="8451" y="11073"/>
                </a:cubicBezTo>
                <a:cubicBezTo>
                  <a:pt x="29661" y="11073"/>
                  <a:pt x="31075" y="14261"/>
                  <a:pt x="34257" y="23118"/>
                </a:cubicBezTo>
                <a:lnTo>
                  <a:pt x="77739" y="139673"/>
                </a:lnTo>
                <a:cubicBezTo>
                  <a:pt x="78092" y="140736"/>
                  <a:pt x="79153" y="144633"/>
                  <a:pt x="79153" y="145696"/>
                </a:cubicBezTo>
                <a:cubicBezTo>
                  <a:pt x="79153" y="146759"/>
                  <a:pt x="65012" y="203796"/>
                  <a:pt x="63245" y="210173"/>
                </a:cubicBezTo>
                <a:cubicBezTo>
                  <a:pt x="58649" y="229658"/>
                  <a:pt x="58296" y="230721"/>
                  <a:pt x="30015" y="231075"/>
                </a:cubicBezTo>
                <a:cubicBezTo>
                  <a:pt x="23298" y="231075"/>
                  <a:pt x="20470" y="231075"/>
                  <a:pt x="20470" y="238161"/>
                </a:cubicBezTo>
                <a:cubicBezTo>
                  <a:pt x="20470" y="242058"/>
                  <a:pt x="24712" y="242058"/>
                  <a:pt x="25419" y="242058"/>
                </a:cubicBezTo>
                <a:cubicBezTo>
                  <a:pt x="35317" y="242058"/>
                  <a:pt x="60063" y="240995"/>
                  <a:pt x="69962" y="240995"/>
                </a:cubicBezTo>
                <a:cubicBezTo>
                  <a:pt x="79860" y="240995"/>
                  <a:pt x="105313" y="242058"/>
                  <a:pt x="115211" y="242058"/>
                </a:cubicBezTo>
                <a:cubicBezTo>
                  <a:pt x="117686" y="242058"/>
                  <a:pt x="121928" y="242058"/>
                  <a:pt x="121928" y="234972"/>
                </a:cubicBezTo>
                <a:cubicBezTo>
                  <a:pt x="121928" y="231075"/>
                  <a:pt x="118746" y="231075"/>
                  <a:pt x="112029" y="231075"/>
                </a:cubicBezTo>
                <a:cubicBezTo>
                  <a:pt x="111322" y="231075"/>
                  <a:pt x="104606" y="231075"/>
                  <a:pt x="98596" y="230367"/>
                </a:cubicBezTo>
                <a:cubicBezTo>
                  <a:pt x="91172" y="229658"/>
                  <a:pt x="89051" y="228950"/>
                  <a:pt x="89051" y="224698"/>
                </a:cubicBezTo>
                <a:cubicBezTo>
                  <a:pt x="89051" y="222218"/>
                  <a:pt x="92233" y="209819"/>
                  <a:pt x="94000" y="202379"/>
                </a:cubicBezTo>
                <a:lnTo>
                  <a:pt x="106373" y="152427"/>
                </a:lnTo>
                <a:cubicBezTo>
                  <a:pt x="108141" y="145696"/>
                  <a:pt x="108494" y="144633"/>
                  <a:pt x="111322" y="141444"/>
                </a:cubicBezTo>
                <a:lnTo>
                  <a:pt x="198993" y="40477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99700681-AE12-4EFF-6804-6F3265E87E26}"/>
              </a:ext>
            </a:extLst>
          </p:cNvPr>
          <p:cNvSpPr/>
          <p:nvPr>
            <p:custDataLst>
              <p:tags r:id="rId54"/>
            </p:custDataLst>
          </p:nvPr>
        </p:nvSpPr>
        <p:spPr>
          <a:xfrm>
            <a:off x="9347050" y="2289930"/>
            <a:ext cx="74979" cy="166897"/>
          </a:xfrm>
          <a:custGeom>
            <a:avLst/>
            <a:gdLst>
              <a:gd name="connsiteX0" fmla="*/ 68871 w 74979"/>
              <a:gd name="connsiteY0" fmla="*/ 9515 h 166897"/>
              <a:gd name="connsiteX1" fmla="*/ 58973 w 74979"/>
              <a:gd name="connsiteY1" fmla="*/ 92 h 166897"/>
              <a:gd name="connsiteX2" fmla="*/ 45115 w 74979"/>
              <a:gd name="connsiteY2" fmla="*/ 13731 h 166897"/>
              <a:gd name="connsiteX3" fmla="*/ 55014 w 74979"/>
              <a:gd name="connsiteY3" fmla="*/ 23155 h 166897"/>
              <a:gd name="connsiteX4" fmla="*/ 68871 w 74979"/>
              <a:gd name="connsiteY4" fmla="*/ 9515 h 166897"/>
              <a:gd name="connsiteX5" fmla="*/ 18390 w 74979"/>
              <a:gd name="connsiteY5" fmla="*/ 135494 h 166897"/>
              <a:gd name="connsiteX6" fmla="*/ 16163 w 74979"/>
              <a:gd name="connsiteY6" fmla="*/ 145910 h 166897"/>
              <a:gd name="connsiteX7" fmla="*/ 39671 w 74979"/>
              <a:gd name="connsiteY7" fmla="*/ 166989 h 166897"/>
              <a:gd name="connsiteX8" fmla="*/ 75305 w 74979"/>
              <a:gd name="connsiteY8" fmla="*/ 129046 h 166897"/>
              <a:gd name="connsiteX9" fmla="*/ 71346 w 74979"/>
              <a:gd name="connsiteY9" fmla="*/ 125823 h 166897"/>
              <a:gd name="connsiteX10" fmla="*/ 66644 w 74979"/>
              <a:gd name="connsiteY10" fmla="*/ 130038 h 166897"/>
              <a:gd name="connsiteX11" fmla="*/ 40414 w 74979"/>
              <a:gd name="connsiteY11" fmla="*/ 160045 h 166897"/>
              <a:gd name="connsiteX12" fmla="*/ 34227 w 74979"/>
              <a:gd name="connsiteY12" fmla="*/ 151366 h 166897"/>
              <a:gd name="connsiteX13" fmla="*/ 38187 w 74979"/>
              <a:gd name="connsiteY13" fmla="*/ 135494 h 166897"/>
              <a:gd name="connsiteX14" fmla="*/ 46105 w 74979"/>
              <a:gd name="connsiteY14" fmla="*/ 115655 h 166897"/>
              <a:gd name="connsiteX15" fmla="*/ 58231 w 74979"/>
              <a:gd name="connsiteY15" fmla="*/ 84160 h 166897"/>
              <a:gd name="connsiteX16" fmla="*/ 59715 w 74979"/>
              <a:gd name="connsiteY16" fmla="*/ 76225 h 166897"/>
              <a:gd name="connsiteX17" fmla="*/ 36207 w 74979"/>
              <a:gd name="connsiteY17" fmla="*/ 55145 h 166897"/>
              <a:gd name="connsiteX18" fmla="*/ 326 w 74979"/>
              <a:gd name="connsiteY18" fmla="*/ 93088 h 166897"/>
              <a:gd name="connsiteX19" fmla="*/ 4532 w 74979"/>
              <a:gd name="connsiteY19" fmla="*/ 96312 h 166897"/>
              <a:gd name="connsiteX20" fmla="*/ 8987 w 74979"/>
              <a:gd name="connsiteY20" fmla="*/ 92344 h 166897"/>
              <a:gd name="connsiteX21" fmla="*/ 35465 w 74979"/>
              <a:gd name="connsiteY21" fmla="*/ 62089 h 166897"/>
              <a:gd name="connsiteX22" fmla="*/ 41651 w 74979"/>
              <a:gd name="connsiteY22" fmla="*/ 70769 h 166897"/>
              <a:gd name="connsiteX23" fmla="*/ 33980 w 74979"/>
              <a:gd name="connsiteY23" fmla="*/ 95568 h 166897"/>
              <a:gd name="connsiteX24" fmla="*/ 18390 w 74979"/>
              <a:gd name="connsiteY24" fmla="*/ 135494 h 166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4979" h="166897">
                <a:moveTo>
                  <a:pt x="68871" y="9515"/>
                </a:moveTo>
                <a:cubicBezTo>
                  <a:pt x="68871" y="5547"/>
                  <a:pt x="65902" y="92"/>
                  <a:pt x="58973" y="92"/>
                </a:cubicBezTo>
                <a:cubicBezTo>
                  <a:pt x="52292" y="92"/>
                  <a:pt x="45115" y="6539"/>
                  <a:pt x="45115" y="13731"/>
                </a:cubicBezTo>
                <a:cubicBezTo>
                  <a:pt x="45115" y="17947"/>
                  <a:pt x="48332" y="23155"/>
                  <a:pt x="55014" y="23155"/>
                </a:cubicBezTo>
                <a:cubicBezTo>
                  <a:pt x="62190" y="23155"/>
                  <a:pt x="68871" y="16211"/>
                  <a:pt x="68871" y="9515"/>
                </a:cubicBezTo>
                <a:close/>
                <a:moveTo>
                  <a:pt x="18390" y="135494"/>
                </a:moveTo>
                <a:cubicBezTo>
                  <a:pt x="17400" y="138718"/>
                  <a:pt x="16163" y="141694"/>
                  <a:pt x="16163" y="145910"/>
                </a:cubicBezTo>
                <a:cubicBezTo>
                  <a:pt x="16163" y="157565"/>
                  <a:pt x="26061" y="166989"/>
                  <a:pt x="39671" y="166989"/>
                </a:cubicBezTo>
                <a:cubicBezTo>
                  <a:pt x="64417" y="166989"/>
                  <a:pt x="75305" y="132766"/>
                  <a:pt x="75305" y="129046"/>
                </a:cubicBezTo>
                <a:cubicBezTo>
                  <a:pt x="75305" y="125823"/>
                  <a:pt x="72088" y="125823"/>
                  <a:pt x="71346" y="125823"/>
                </a:cubicBezTo>
                <a:cubicBezTo>
                  <a:pt x="67882" y="125823"/>
                  <a:pt x="67634" y="127311"/>
                  <a:pt x="66644" y="130038"/>
                </a:cubicBezTo>
                <a:cubicBezTo>
                  <a:pt x="60953" y="149878"/>
                  <a:pt x="50065" y="160045"/>
                  <a:pt x="40414" y="160045"/>
                </a:cubicBezTo>
                <a:cubicBezTo>
                  <a:pt x="35465" y="160045"/>
                  <a:pt x="34227" y="156821"/>
                  <a:pt x="34227" y="151366"/>
                </a:cubicBezTo>
                <a:cubicBezTo>
                  <a:pt x="34227" y="145662"/>
                  <a:pt x="35959" y="140950"/>
                  <a:pt x="38187" y="135494"/>
                </a:cubicBezTo>
                <a:cubicBezTo>
                  <a:pt x="40661" y="128799"/>
                  <a:pt x="43383" y="122103"/>
                  <a:pt x="46105" y="115655"/>
                </a:cubicBezTo>
                <a:cubicBezTo>
                  <a:pt x="48332" y="109703"/>
                  <a:pt x="57241" y="87136"/>
                  <a:pt x="58231" y="84160"/>
                </a:cubicBezTo>
                <a:cubicBezTo>
                  <a:pt x="58973" y="81680"/>
                  <a:pt x="59715" y="78705"/>
                  <a:pt x="59715" y="76225"/>
                </a:cubicBezTo>
                <a:cubicBezTo>
                  <a:pt x="59715" y="64569"/>
                  <a:pt x="49817" y="55145"/>
                  <a:pt x="36207" y="55145"/>
                </a:cubicBezTo>
                <a:cubicBezTo>
                  <a:pt x="11709" y="55145"/>
                  <a:pt x="326" y="88872"/>
                  <a:pt x="326" y="93088"/>
                </a:cubicBezTo>
                <a:cubicBezTo>
                  <a:pt x="326" y="96312"/>
                  <a:pt x="3790" y="96312"/>
                  <a:pt x="4532" y="96312"/>
                </a:cubicBezTo>
                <a:cubicBezTo>
                  <a:pt x="7997" y="96312"/>
                  <a:pt x="8244" y="95072"/>
                  <a:pt x="8987" y="92344"/>
                </a:cubicBezTo>
                <a:cubicBezTo>
                  <a:pt x="15420" y="71017"/>
                  <a:pt x="26309" y="62089"/>
                  <a:pt x="35465" y="62089"/>
                </a:cubicBezTo>
                <a:cubicBezTo>
                  <a:pt x="39424" y="62089"/>
                  <a:pt x="41651" y="64073"/>
                  <a:pt x="41651" y="70769"/>
                </a:cubicBezTo>
                <a:cubicBezTo>
                  <a:pt x="41651" y="76473"/>
                  <a:pt x="40166" y="80192"/>
                  <a:pt x="33980" y="95568"/>
                </a:cubicBezTo>
                <a:lnTo>
                  <a:pt x="18390" y="135494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D2667EE-63DF-6967-7CF2-3079FB92FB59}"/>
              </a:ext>
            </a:extLst>
          </p:cNvPr>
          <p:cNvSpPr/>
          <p:nvPr>
            <p:custDataLst>
              <p:tags r:id="rId55"/>
            </p:custDataLst>
          </p:nvPr>
        </p:nvSpPr>
        <p:spPr>
          <a:xfrm>
            <a:off x="9460891" y="2135503"/>
            <a:ext cx="48431" cy="354271"/>
          </a:xfrm>
          <a:custGeom>
            <a:avLst/>
            <a:gdLst>
              <a:gd name="connsiteX0" fmla="*/ 48760 w 48431"/>
              <a:gd name="connsiteY0" fmla="*/ 90 h 354271"/>
              <a:gd name="connsiteX1" fmla="*/ 329 w 48431"/>
              <a:gd name="connsiteY1" fmla="*/ 90 h 354271"/>
              <a:gd name="connsiteX2" fmla="*/ 329 w 48431"/>
              <a:gd name="connsiteY2" fmla="*/ 14261 h 354271"/>
              <a:gd name="connsiteX3" fmla="*/ 34619 w 48431"/>
              <a:gd name="connsiteY3" fmla="*/ 14261 h 354271"/>
              <a:gd name="connsiteX4" fmla="*/ 34619 w 48431"/>
              <a:gd name="connsiteY4" fmla="*/ 340191 h 354271"/>
              <a:gd name="connsiteX5" fmla="*/ 329 w 48431"/>
              <a:gd name="connsiteY5" fmla="*/ 340191 h 354271"/>
              <a:gd name="connsiteX6" fmla="*/ 329 w 48431"/>
              <a:gd name="connsiteY6" fmla="*/ 354362 h 354271"/>
              <a:gd name="connsiteX7" fmla="*/ 48760 w 48431"/>
              <a:gd name="connsiteY7" fmla="*/ 354362 h 354271"/>
              <a:gd name="connsiteX8" fmla="*/ 48760 w 48431"/>
              <a:gd name="connsiteY8" fmla="*/ 90 h 354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431" h="354271">
                <a:moveTo>
                  <a:pt x="48760" y="90"/>
                </a:moveTo>
                <a:lnTo>
                  <a:pt x="329" y="90"/>
                </a:lnTo>
                <a:lnTo>
                  <a:pt x="329" y="14261"/>
                </a:lnTo>
                <a:lnTo>
                  <a:pt x="34619" y="14261"/>
                </a:lnTo>
                <a:lnTo>
                  <a:pt x="34619" y="340191"/>
                </a:lnTo>
                <a:lnTo>
                  <a:pt x="329" y="340191"/>
                </a:lnTo>
                <a:lnTo>
                  <a:pt x="329" y="354362"/>
                </a:lnTo>
                <a:lnTo>
                  <a:pt x="48760" y="354362"/>
                </a:lnTo>
                <a:lnTo>
                  <a:pt x="48760" y="90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CA3022C-7430-4175-2605-72E714668376}"/>
              </a:ext>
            </a:extLst>
          </p:cNvPr>
          <p:cNvSpPr/>
          <p:nvPr>
            <p:custDataLst>
              <p:tags r:id="rId56"/>
            </p:custDataLst>
          </p:nvPr>
        </p:nvSpPr>
        <p:spPr>
          <a:xfrm>
            <a:off x="9669303" y="2271189"/>
            <a:ext cx="235085" cy="82899"/>
          </a:xfrm>
          <a:custGeom>
            <a:avLst/>
            <a:gdLst>
              <a:gd name="connsiteX0" fmla="*/ 223400 w 235085"/>
              <a:gd name="connsiteY0" fmla="*/ 14261 h 82899"/>
              <a:gd name="connsiteX1" fmla="*/ 235419 w 235085"/>
              <a:gd name="connsiteY1" fmla="*/ 7176 h 82899"/>
              <a:gd name="connsiteX2" fmla="*/ 223754 w 235085"/>
              <a:gd name="connsiteY2" fmla="*/ 90 h 82899"/>
              <a:gd name="connsiteX3" fmla="*/ 12000 w 235085"/>
              <a:gd name="connsiteY3" fmla="*/ 90 h 82899"/>
              <a:gd name="connsiteX4" fmla="*/ 334 w 235085"/>
              <a:gd name="connsiteY4" fmla="*/ 7176 h 82899"/>
              <a:gd name="connsiteX5" fmla="*/ 12354 w 235085"/>
              <a:gd name="connsiteY5" fmla="*/ 14261 h 82899"/>
              <a:gd name="connsiteX6" fmla="*/ 223400 w 235085"/>
              <a:gd name="connsiteY6" fmla="*/ 14261 h 82899"/>
              <a:gd name="connsiteX7" fmla="*/ 223754 w 235085"/>
              <a:gd name="connsiteY7" fmla="*/ 82990 h 82899"/>
              <a:gd name="connsiteX8" fmla="*/ 235419 w 235085"/>
              <a:gd name="connsiteY8" fmla="*/ 75904 h 82899"/>
              <a:gd name="connsiteX9" fmla="*/ 223400 w 235085"/>
              <a:gd name="connsiteY9" fmla="*/ 68819 h 82899"/>
              <a:gd name="connsiteX10" fmla="*/ 12354 w 235085"/>
              <a:gd name="connsiteY10" fmla="*/ 68819 h 82899"/>
              <a:gd name="connsiteX11" fmla="*/ 334 w 235085"/>
              <a:gd name="connsiteY11" fmla="*/ 75904 h 82899"/>
              <a:gd name="connsiteX12" fmla="*/ 12000 w 235085"/>
              <a:gd name="connsiteY12" fmla="*/ 82990 h 82899"/>
              <a:gd name="connsiteX13" fmla="*/ 223754 w 235085"/>
              <a:gd name="connsiteY13" fmla="*/ 82990 h 82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5085" h="82899">
                <a:moveTo>
                  <a:pt x="223400" y="14261"/>
                </a:moveTo>
                <a:cubicBezTo>
                  <a:pt x="228703" y="14261"/>
                  <a:pt x="235419" y="14261"/>
                  <a:pt x="235419" y="7176"/>
                </a:cubicBezTo>
                <a:cubicBezTo>
                  <a:pt x="235419" y="90"/>
                  <a:pt x="228703" y="90"/>
                  <a:pt x="223754" y="90"/>
                </a:cubicBezTo>
                <a:lnTo>
                  <a:pt x="12000" y="90"/>
                </a:lnTo>
                <a:cubicBezTo>
                  <a:pt x="7051" y="90"/>
                  <a:pt x="334" y="90"/>
                  <a:pt x="334" y="7176"/>
                </a:cubicBezTo>
                <a:cubicBezTo>
                  <a:pt x="334" y="14261"/>
                  <a:pt x="7051" y="14261"/>
                  <a:pt x="12354" y="14261"/>
                </a:cubicBezTo>
                <a:lnTo>
                  <a:pt x="223400" y="14261"/>
                </a:lnTo>
                <a:close/>
                <a:moveTo>
                  <a:pt x="223754" y="82990"/>
                </a:moveTo>
                <a:cubicBezTo>
                  <a:pt x="228703" y="82990"/>
                  <a:pt x="235419" y="82990"/>
                  <a:pt x="235419" y="75904"/>
                </a:cubicBezTo>
                <a:cubicBezTo>
                  <a:pt x="235419" y="68819"/>
                  <a:pt x="228703" y="68819"/>
                  <a:pt x="223400" y="68819"/>
                </a:cubicBezTo>
                <a:lnTo>
                  <a:pt x="12354" y="68819"/>
                </a:lnTo>
                <a:cubicBezTo>
                  <a:pt x="7051" y="68819"/>
                  <a:pt x="334" y="68819"/>
                  <a:pt x="334" y="75904"/>
                </a:cubicBezTo>
                <a:cubicBezTo>
                  <a:pt x="334" y="82990"/>
                  <a:pt x="7051" y="82990"/>
                  <a:pt x="12000" y="82990"/>
                </a:cubicBezTo>
                <a:lnTo>
                  <a:pt x="223754" y="82990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683C440-4854-E270-4FE1-665209C57FE1}"/>
              </a:ext>
            </a:extLst>
          </p:cNvPr>
          <p:cNvSpPr/>
          <p:nvPr>
            <p:custDataLst>
              <p:tags r:id="rId57"/>
            </p:custDataLst>
          </p:nvPr>
        </p:nvSpPr>
        <p:spPr>
          <a:xfrm>
            <a:off x="10054119" y="2165262"/>
            <a:ext cx="116658" cy="235944"/>
          </a:xfrm>
          <a:custGeom>
            <a:avLst/>
            <a:gdLst>
              <a:gd name="connsiteX0" fmla="*/ 72815 w 116658"/>
              <a:gd name="connsiteY0" fmla="*/ 9301 h 235944"/>
              <a:gd name="connsiteX1" fmla="*/ 64684 w 116658"/>
              <a:gd name="connsiteY1" fmla="*/ 90 h 235944"/>
              <a:gd name="connsiteX2" fmla="*/ 345 w 116658"/>
              <a:gd name="connsiteY2" fmla="*/ 22764 h 235944"/>
              <a:gd name="connsiteX3" fmla="*/ 345 w 116658"/>
              <a:gd name="connsiteY3" fmla="*/ 33746 h 235944"/>
              <a:gd name="connsiteX4" fmla="*/ 46655 w 116658"/>
              <a:gd name="connsiteY4" fmla="*/ 24535 h 235944"/>
              <a:gd name="connsiteX5" fmla="*/ 46655 w 116658"/>
              <a:gd name="connsiteY5" fmla="*/ 208048 h 235944"/>
              <a:gd name="connsiteX6" fmla="*/ 13778 w 116658"/>
              <a:gd name="connsiteY6" fmla="*/ 225053 h 235944"/>
              <a:gd name="connsiteX7" fmla="*/ 2466 w 116658"/>
              <a:gd name="connsiteY7" fmla="*/ 225053 h 235944"/>
              <a:gd name="connsiteX8" fmla="*/ 2466 w 116658"/>
              <a:gd name="connsiteY8" fmla="*/ 236035 h 235944"/>
              <a:gd name="connsiteX9" fmla="*/ 59735 w 116658"/>
              <a:gd name="connsiteY9" fmla="*/ 234972 h 235944"/>
              <a:gd name="connsiteX10" fmla="*/ 117004 w 116658"/>
              <a:gd name="connsiteY10" fmla="*/ 236035 h 235944"/>
              <a:gd name="connsiteX11" fmla="*/ 117004 w 116658"/>
              <a:gd name="connsiteY11" fmla="*/ 225053 h 235944"/>
              <a:gd name="connsiteX12" fmla="*/ 105691 w 116658"/>
              <a:gd name="connsiteY12" fmla="*/ 225053 h 235944"/>
              <a:gd name="connsiteX13" fmla="*/ 72815 w 116658"/>
              <a:gd name="connsiteY13" fmla="*/ 208048 h 235944"/>
              <a:gd name="connsiteX14" fmla="*/ 72815 w 116658"/>
              <a:gd name="connsiteY14" fmla="*/ 9301 h 235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16658" h="235944">
                <a:moveTo>
                  <a:pt x="72815" y="9301"/>
                </a:moveTo>
                <a:cubicBezTo>
                  <a:pt x="72815" y="799"/>
                  <a:pt x="72815" y="90"/>
                  <a:pt x="64684" y="90"/>
                </a:cubicBezTo>
                <a:cubicBezTo>
                  <a:pt x="42766" y="22764"/>
                  <a:pt x="11657" y="22764"/>
                  <a:pt x="345" y="22764"/>
                </a:cubicBezTo>
                <a:lnTo>
                  <a:pt x="345" y="33746"/>
                </a:lnTo>
                <a:cubicBezTo>
                  <a:pt x="7415" y="33746"/>
                  <a:pt x="28272" y="33746"/>
                  <a:pt x="46655" y="24535"/>
                </a:cubicBezTo>
                <a:lnTo>
                  <a:pt x="46655" y="208048"/>
                </a:lnTo>
                <a:cubicBezTo>
                  <a:pt x="46655" y="220801"/>
                  <a:pt x="45594" y="225053"/>
                  <a:pt x="13778" y="225053"/>
                </a:cubicBezTo>
                <a:lnTo>
                  <a:pt x="2466" y="225053"/>
                </a:lnTo>
                <a:lnTo>
                  <a:pt x="2466" y="236035"/>
                </a:lnTo>
                <a:cubicBezTo>
                  <a:pt x="14839" y="234972"/>
                  <a:pt x="45594" y="234972"/>
                  <a:pt x="59735" y="234972"/>
                </a:cubicBezTo>
                <a:cubicBezTo>
                  <a:pt x="73875" y="234972"/>
                  <a:pt x="104631" y="234972"/>
                  <a:pt x="117004" y="236035"/>
                </a:cubicBezTo>
                <a:lnTo>
                  <a:pt x="117004" y="225053"/>
                </a:lnTo>
                <a:lnTo>
                  <a:pt x="105691" y="225053"/>
                </a:lnTo>
                <a:cubicBezTo>
                  <a:pt x="73875" y="225053"/>
                  <a:pt x="72815" y="221156"/>
                  <a:pt x="72815" y="208048"/>
                </a:cubicBezTo>
                <a:lnTo>
                  <a:pt x="72815" y="9301"/>
                </a:lnTo>
                <a:close/>
              </a:path>
            </a:pathLst>
          </a:custGeom>
          <a:solidFill>
            <a:srgbClr val="000000"/>
          </a:solidFill>
          <a:ln w="35426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CA"/>
          </a:p>
        </p:txBody>
      </p:sp>
      <p:grpSp>
        <p:nvGrpSpPr>
          <p:cNvPr id="65" name="Group 64" descr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55759B3A-47EC-1B2E-2B84-64B52B91535F}"/>
              </a:ext>
            </a:extLst>
          </p:cNvPr>
          <p:cNvGrpSpPr>
            <a:grpSpLocks noChangeAspect="1"/>
          </p:cNvGrpSpPr>
          <p:nvPr>
            <p:custDataLst>
              <p:tags r:id="rId58"/>
            </p:custDataLst>
          </p:nvPr>
        </p:nvGrpSpPr>
        <p:grpSpPr>
          <a:xfrm>
            <a:off x="4232556" y="3015380"/>
            <a:ext cx="3726888" cy="867767"/>
            <a:chOff x="9969390" y="4471220"/>
            <a:chExt cx="3726888" cy="867767"/>
          </a:xfrm>
        </p:grpSpPr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F4949EBF-E588-D980-08FA-2BC7F2834EE5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10030388" y="4682233"/>
              <a:ext cx="118248" cy="32617"/>
            </a:xfrm>
            <a:custGeom>
              <a:avLst/>
              <a:gdLst>
                <a:gd name="connsiteX0" fmla="*/ 118429 w 118248"/>
                <a:gd name="connsiteY0" fmla="*/ 5347 h 32617"/>
                <a:gd name="connsiteX1" fmla="*/ 112748 w 118248"/>
                <a:gd name="connsiteY1" fmla="*/ 86 h 32617"/>
                <a:gd name="connsiteX2" fmla="*/ 83630 w 118248"/>
                <a:gd name="connsiteY2" fmla="*/ 16921 h 32617"/>
                <a:gd name="connsiteX3" fmla="*/ 60548 w 118248"/>
                <a:gd name="connsiteY3" fmla="*/ 8153 h 32617"/>
                <a:gd name="connsiteX4" fmla="*/ 38532 w 118248"/>
                <a:gd name="connsiteY4" fmla="*/ 86 h 32617"/>
                <a:gd name="connsiteX5" fmla="*/ 181 w 118248"/>
                <a:gd name="connsiteY5" fmla="*/ 27443 h 32617"/>
                <a:gd name="connsiteX6" fmla="*/ 5863 w 118248"/>
                <a:gd name="connsiteY6" fmla="*/ 32704 h 32617"/>
                <a:gd name="connsiteX7" fmla="*/ 34981 w 118248"/>
                <a:gd name="connsiteY7" fmla="*/ 15869 h 32617"/>
                <a:gd name="connsiteX8" fmla="*/ 58063 w 118248"/>
                <a:gd name="connsiteY8" fmla="*/ 24637 h 32617"/>
                <a:gd name="connsiteX9" fmla="*/ 80079 w 118248"/>
                <a:gd name="connsiteY9" fmla="*/ 32704 h 32617"/>
                <a:gd name="connsiteX10" fmla="*/ 118429 w 118248"/>
                <a:gd name="connsiteY10" fmla="*/ 5347 h 32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48" h="32617">
                  <a:moveTo>
                    <a:pt x="118429" y="5347"/>
                  </a:moveTo>
                  <a:lnTo>
                    <a:pt x="112748" y="86"/>
                  </a:lnTo>
                  <a:cubicBezTo>
                    <a:pt x="112748" y="437"/>
                    <a:pt x="99254" y="16921"/>
                    <a:pt x="83630" y="16921"/>
                  </a:cubicBezTo>
                  <a:cubicBezTo>
                    <a:pt x="75462" y="16921"/>
                    <a:pt x="66585" y="11660"/>
                    <a:pt x="60548" y="8153"/>
                  </a:cubicBezTo>
                  <a:cubicBezTo>
                    <a:pt x="50961" y="2541"/>
                    <a:pt x="44569" y="86"/>
                    <a:pt x="38532" y="86"/>
                  </a:cubicBezTo>
                  <a:cubicBezTo>
                    <a:pt x="25038" y="86"/>
                    <a:pt x="18291" y="7802"/>
                    <a:pt x="181" y="27443"/>
                  </a:cubicBezTo>
                  <a:lnTo>
                    <a:pt x="5863" y="32704"/>
                  </a:lnTo>
                  <a:cubicBezTo>
                    <a:pt x="5863" y="32353"/>
                    <a:pt x="19357" y="15869"/>
                    <a:pt x="34981" y="15869"/>
                  </a:cubicBezTo>
                  <a:cubicBezTo>
                    <a:pt x="43148" y="15869"/>
                    <a:pt x="52026" y="21130"/>
                    <a:pt x="58063" y="24637"/>
                  </a:cubicBezTo>
                  <a:cubicBezTo>
                    <a:pt x="67650" y="30249"/>
                    <a:pt x="74042" y="32704"/>
                    <a:pt x="80079" y="32704"/>
                  </a:cubicBezTo>
                  <a:cubicBezTo>
                    <a:pt x="93572" y="32704"/>
                    <a:pt x="100319" y="24988"/>
                    <a:pt x="118429" y="534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0CADCD58-7A4C-944F-10A9-0595D5305533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9969390" y="4767656"/>
              <a:ext cx="242887" cy="238495"/>
            </a:xfrm>
            <a:custGeom>
              <a:avLst/>
              <a:gdLst>
                <a:gd name="connsiteX0" fmla="*/ 243068 w 242887"/>
                <a:gd name="connsiteY0" fmla="*/ 142485 h 238495"/>
                <a:gd name="connsiteX1" fmla="*/ 226378 w 242887"/>
                <a:gd name="connsiteY1" fmla="*/ 142485 h 238495"/>
                <a:gd name="connsiteX2" fmla="*/ 142930 w 242887"/>
                <a:gd name="connsiteY2" fmla="*/ 222100 h 238495"/>
                <a:gd name="connsiteX3" fmla="*/ 88955 w 242887"/>
                <a:gd name="connsiteY3" fmla="*/ 222100 h 238495"/>
                <a:gd name="connsiteX4" fmla="*/ 88955 w 242887"/>
                <a:gd name="connsiteY4" fmla="*/ 123195 h 238495"/>
                <a:gd name="connsiteX5" fmla="*/ 108485 w 242887"/>
                <a:gd name="connsiteY5" fmla="*/ 123195 h 238495"/>
                <a:gd name="connsiteX6" fmla="*/ 146126 w 242887"/>
                <a:gd name="connsiteY6" fmla="*/ 164230 h 238495"/>
                <a:gd name="connsiteX7" fmla="*/ 162816 w 242887"/>
                <a:gd name="connsiteY7" fmla="*/ 164230 h 238495"/>
                <a:gd name="connsiteX8" fmla="*/ 162816 w 242887"/>
                <a:gd name="connsiteY8" fmla="*/ 65675 h 238495"/>
                <a:gd name="connsiteX9" fmla="*/ 146126 w 242887"/>
                <a:gd name="connsiteY9" fmla="*/ 65675 h 238495"/>
                <a:gd name="connsiteX10" fmla="*/ 108485 w 242887"/>
                <a:gd name="connsiteY10" fmla="*/ 106710 h 238495"/>
                <a:gd name="connsiteX11" fmla="*/ 88955 w 242887"/>
                <a:gd name="connsiteY11" fmla="*/ 106710 h 238495"/>
                <a:gd name="connsiteX12" fmla="*/ 88955 w 242887"/>
                <a:gd name="connsiteY12" fmla="*/ 16573 h 238495"/>
                <a:gd name="connsiteX13" fmla="*/ 142930 w 242887"/>
                <a:gd name="connsiteY13" fmla="*/ 16573 h 238495"/>
                <a:gd name="connsiteX14" fmla="*/ 215015 w 242887"/>
                <a:gd name="connsiteY14" fmla="*/ 84614 h 238495"/>
                <a:gd name="connsiteX15" fmla="*/ 231705 w 242887"/>
                <a:gd name="connsiteY15" fmla="*/ 84614 h 238495"/>
                <a:gd name="connsiteX16" fmla="*/ 220697 w 242887"/>
                <a:gd name="connsiteY16" fmla="*/ 89 h 238495"/>
                <a:gd name="connsiteX17" fmla="*/ 180 w 242887"/>
                <a:gd name="connsiteY17" fmla="*/ 89 h 238495"/>
                <a:gd name="connsiteX18" fmla="*/ 180 w 242887"/>
                <a:gd name="connsiteY18" fmla="*/ 16573 h 238495"/>
                <a:gd name="connsiteX19" fmla="*/ 38531 w 242887"/>
                <a:gd name="connsiteY19" fmla="*/ 16573 h 238495"/>
                <a:gd name="connsiteX20" fmla="*/ 38531 w 242887"/>
                <a:gd name="connsiteY20" fmla="*/ 222100 h 238495"/>
                <a:gd name="connsiteX21" fmla="*/ 180 w 242887"/>
                <a:gd name="connsiteY21" fmla="*/ 222100 h 238495"/>
                <a:gd name="connsiteX22" fmla="*/ 180 w 242887"/>
                <a:gd name="connsiteY22" fmla="*/ 238584 h 238495"/>
                <a:gd name="connsiteX23" fmla="*/ 226733 w 242887"/>
                <a:gd name="connsiteY23" fmla="*/ 238584 h 238495"/>
                <a:gd name="connsiteX24" fmla="*/ 243068 w 242887"/>
                <a:gd name="connsiteY24" fmla="*/ 142485 h 238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2887" h="238495">
                  <a:moveTo>
                    <a:pt x="243068" y="142485"/>
                  </a:moveTo>
                  <a:lnTo>
                    <a:pt x="226378" y="142485"/>
                  </a:lnTo>
                  <a:cubicBezTo>
                    <a:pt x="218566" y="190885"/>
                    <a:pt x="208623" y="222100"/>
                    <a:pt x="142930" y="222100"/>
                  </a:cubicBezTo>
                  <a:lnTo>
                    <a:pt x="88955" y="222100"/>
                  </a:lnTo>
                  <a:lnTo>
                    <a:pt x="88955" y="123195"/>
                  </a:lnTo>
                  <a:lnTo>
                    <a:pt x="108485" y="123195"/>
                  </a:lnTo>
                  <a:cubicBezTo>
                    <a:pt x="142575" y="123195"/>
                    <a:pt x="146126" y="138276"/>
                    <a:pt x="146126" y="164230"/>
                  </a:cubicBezTo>
                  <a:lnTo>
                    <a:pt x="162816" y="164230"/>
                  </a:lnTo>
                  <a:lnTo>
                    <a:pt x="162816" y="65675"/>
                  </a:lnTo>
                  <a:lnTo>
                    <a:pt x="146126" y="65675"/>
                  </a:lnTo>
                  <a:cubicBezTo>
                    <a:pt x="146126" y="91629"/>
                    <a:pt x="142930" y="106710"/>
                    <a:pt x="108485" y="106710"/>
                  </a:cubicBezTo>
                  <a:lnTo>
                    <a:pt x="88955" y="106710"/>
                  </a:lnTo>
                  <a:lnTo>
                    <a:pt x="88955" y="16573"/>
                  </a:lnTo>
                  <a:lnTo>
                    <a:pt x="142930" y="16573"/>
                  </a:lnTo>
                  <a:cubicBezTo>
                    <a:pt x="200101" y="16573"/>
                    <a:pt x="209334" y="42176"/>
                    <a:pt x="215015" y="84614"/>
                  </a:cubicBezTo>
                  <a:lnTo>
                    <a:pt x="231705" y="84614"/>
                  </a:lnTo>
                  <a:lnTo>
                    <a:pt x="220697" y="89"/>
                  </a:lnTo>
                  <a:lnTo>
                    <a:pt x="180" y="89"/>
                  </a:lnTo>
                  <a:lnTo>
                    <a:pt x="180" y="16573"/>
                  </a:lnTo>
                  <a:lnTo>
                    <a:pt x="38531" y="16573"/>
                  </a:lnTo>
                  <a:lnTo>
                    <a:pt x="38531" y="222100"/>
                  </a:lnTo>
                  <a:lnTo>
                    <a:pt x="180" y="222100"/>
                  </a:lnTo>
                  <a:lnTo>
                    <a:pt x="180" y="238584"/>
                  </a:lnTo>
                  <a:lnTo>
                    <a:pt x="226733" y="238584"/>
                  </a:lnTo>
                  <a:lnTo>
                    <a:pt x="243068" y="14248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00EB5529-37E7-1D74-D060-436547340065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10342359" y="4877434"/>
              <a:ext cx="236140" cy="82070"/>
            </a:xfrm>
            <a:custGeom>
              <a:avLst/>
              <a:gdLst>
                <a:gd name="connsiteX0" fmla="*/ 224258 w 236140"/>
                <a:gd name="connsiteY0" fmla="*/ 14118 h 82070"/>
                <a:gd name="connsiteX1" fmla="*/ 236331 w 236140"/>
                <a:gd name="connsiteY1" fmla="*/ 7103 h 82070"/>
                <a:gd name="connsiteX2" fmla="*/ 224613 w 236140"/>
                <a:gd name="connsiteY2" fmla="*/ 89 h 82070"/>
                <a:gd name="connsiteX3" fmla="*/ 11909 w 236140"/>
                <a:gd name="connsiteY3" fmla="*/ 89 h 82070"/>
                <a:gd name="connsiteX4" fmla="*/ 190 w 236140"/>
                <a:gd name="connsiteY4" fmla="*/ 7103 h 82070"/>
                <a:gd name="connsiteX5" fmla="*/ 12264 w 236140"/>
                <a:gd name="connsiteY5" fmla="*/ 14118 h 82070"/>
                <a:gd name="connsiteX6" fmla="*/ 224258 w 236140"/>
                <a:gd name="connsiteY6" fmla="*/ 14118 h 82070"/>
                <a:gd name="connsiteX7" fmla="*/ 224613 w 236140"/>
                <a:gd name="connsiteY7" fmla="*/ 82159 h 82070"/>
                <a:gd name="connsiteX8" fmla="*/ 236331 w 236140"/>
                <a:gd name="connsiteY8" fmla="*/ 75145 h 82070"/>
                <a:gd name="connsiteX9" fmla="*/ 224258 w 236140"/>
                <a:gd name="connsiteY9" fmla="*/ 68130 h 82070"/>
                <a:gd name="connsiteX10" fmla="*/ 12264 w 236140"/>
                <a:gd name="connsiteY10" fmla="*/ 68130 h 82070"/>
                <a:gd name="connsiteX11" fmla="*/ 190 w 236140"/>
                <a:gd name="connsiteY11" fmla="*/ 75145 h 82070"/>
                <a:gd name="connsiteX12" fmla="*/ 11909 w 236140"/>
                <a:gd name="connsiteY12" fmla="*/ 82159 h 82070"/>
                <a:gd name="connsiteX13" fmla="*/ 224613 w 236140"/>
                <a:gd name="connsiteY13" fmla="*/ 82159 h 8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140" h="82070">
                  <a:moveTo>
                    <a:pt x="224258" y="14118"/>
                  </a:moveTo>
                  <a:cubicBezTo>
                    <a:pt x="229584" y="14118"/>
                    <a:pt x="236331" y="14118"/>
                    <a:pt x="236331" y="7103"/>
                  </a:cubicBezTo>
                  <a:cubicBezTo>
                    <a:pt x="236331" y="89"/>
                    <a:pt x="229584" y="89"/>
                    <a:pt x="224613" y="89"/>
                  </a:cubicBezTo>
                  <a:lnTo>
                    <a:pt x="11909" y="89"/>
                  </a:lnTo>
                  <a:cubicBezTo>
                    <a:pt x="6937" y="89"/>
                    <a:pt x="190" y="89"/>
                    <a:pt x="190" y="7103"/>
                  </a:cubicBezTo>
                  <a:cubicBezTo>
                    <a:pt x="190" y="14118"/>
                    <a:pt x="6937" y="14118"/>
                    <a:pt x="12264" y="14118"/>
                  </a:cubicBezTo>
                  <a:lnTo>
                    <a:pt x="224258" y="14118"/>
                  </a:lnTo>
                  <a:close/>
                  <a:moveTo>
                    <a:pt x="224613" y="82159"/>
                  </a:moveTo>
                  <a:cubicBezTo>
                    <a:pt x="229584" y="82159"/>
                    <a:pt x="236331" y="82159"/>
                    <a:pt x="236331" y="75145"/>
                  </a:cubicBezTo>
                  <a:cubicBezTo>
                    <a:pt x="236331" y="68130"/>
                    <a:pt x="229584" y="68130"/>
                    <a:pt x="224258" y="68130"/>
                  </a:cubicBezTo>
                  <a:lnTo>
                    <a:pt x="12264" y="68130"/>
                  </a:lnTo>
                  <a:cubicBezTo>
                    <a:pt x="6937" y="68130"/>
                    <a:pt x="190" y="68130"/>
                    <a:pt x="190" y="75145"/>
                  </a:cubicBezTo>
                  <a:cubicBezTo>
                    <a:pt x="190" y="82159"/>
                    <a:pt x="6937" y="82159"/>
                    <a:pt x="11909" y="82159"/>
                  </a:cubicBezTo>
                  <a:lnTo>
                    <a:pt x="224613" y="8215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4AD082EE-BE17-8B8E-5836-08D01E390EC5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10706532" y="4765551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193DF097-8298-3F69-0B2F-AC0BB388819C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1023427" y="4849025"/>
              <a:ext cx="116117" cy="160984"/>
            </a:xfrm>
            <a:custGeom>
              <a:avLst/>
              <a:gdLst>
                <a:gd name="connsiteX0" fmla="*/ 62352 w 116117"/>
                <a:gd name="connsiteY0" fmla="*/ 89174 h 160984"/>
                <a:gd name="connsiteX1" fmla="*/ 99282 w 116117"/>
                <a:gd name="connsiteY1" fmla="*/ 121441 h 160984"/>
                <a:gd name="connsiteX2" fmla="*/ 59156 w 116117"/>
                <a:gd name="connsiteY2" fmla="*/ 153357 h 160984"/>
                <a:gd name="connsiteX3" fmla="*/ 9797 w 116117"/>
                <a:gd name="connsiteY3" fmla="*/ 103554 h 160984"/>
                <a:gd name="connsiteX4" fmla="*/ 4826 w 116117"/>
                <a:gd name="connsiteY4" fmla="*/ 97591 h 160984"/>
                <a:gd name="connsiteX5" fmla="*/ 210 w 116117"/>
                <a:gd name="connsiteY5" fmla="*/ 106360 h 160984"/>
                <a:gd name="connsiteX6" fmla="*/ 210 w 116117"/>
                <a:gd name="connsiteY6" fmla="*/ 152656 h 160984"/>
                <a:gd name="connsiteX7" fmla="*/ 4116 w 116117"/>
                <a:gd name="connsiteY7" fmla="*/ 161073 h 160984"/>
                <a:gd name="connsiteX8" fmla="*/ 12993 w 116117"/>
                <a:gd name="connsiteY8" fmla="*/ 154059 h 160984"/>
                <a:gd name="connsiteX9" fmla="*/ 20095 w 116117"/>
                <a:gd name="connsiteY9" fmla="*/ 145992 h 160984"/>
                <a:gd name="connsiteX10" fmla="*/ 59156 w 116117"/>
                <a:gd name="connsiteY10" fmla="*/ 161073 h 160984"/>
                <a:gd name="connsiteX11" fmla="*/ 116327 w 116117"/>
                <a:gd name="connsiteY11" fmla="*/ 112322 h 160984"/>
                <a:gd name="connsiteX12" fmla="*/ 101413 w 116117"/>
                <a:gd name="connsiteY12" fmla="*/ 79003 h 160984"/>
                <a:gd name="connsiteX13" fmla="*/ 60932 w 116117"/>
                <a:gd name="connsiteY13" fmla="*/ 62168 h 160984"/>
                <a:gd name="connsiteX14" fmla="*/ 17255 w 116117"/>
                <a:gd name="connsiteY14" fmla="*/ 33408 h 160984"/>
                <a:gd name="connsiteX15" fmla="*/ 57026 w 116117"/>
                <a:gd name="connsiteY15" fmla="*/ 6753 h 160984"/>
                <a:gd name="connsiteX16" fmla="*/ 98572 w 116117"/>
                <a:gd name="connsiteY16" fmla="*/ 49191 h 160984"/>
                <a:gd name="connsiteX17" fmla="*/ 102833 w 116117"/>
                <a:gd name="connsiteY17" fmla="*/ 52347 h 160984"/>
                <a:gd name="connsiteX18" fmla="*/ 107450 w 116117"/>
                <a:gd name="connsiteY18" fmla="*/ 43930 h 160984"/>
                <a:gd name="connsiteX19" fmla="*/ 107450 w 116117"/>
                <a:gd name="connsiteY19" fmla="*/ 8506 h 160984"/>
                <a:gd name="connsiteX20" fmla="*/ 103544 w 116117"/>
                <a:gd name="connsiteY20" fmla="*/ 89 h 160984"/>
                <a:gd name="connsiteX21" fmla="*/ 96442 w 116117"/>
                <a:gd name="connsiteY21" fmla="*/ 4298 h 160984"/>
                <a:gd name="connsiteX22" fmla="*/ 90405 w 116117"/>
                <a:gd name="connsiteY22" fmla="*/ 9909 h 160984"/>
                <a:gd name="connsiteX23" fmla="*/ 57026 w 116117"/>
                <a:gd name="connsiteY23" fmla="*/ 89 h 160984"/>
                <a:gd name="connsiteX24" fmla="*/ 210 w 116117"/>
                <a:gd name="connsiteY24" fmla="*/ 43229 h 160984"/>
                <a:gd name="connsiteX25" fmla="*/ 15479 w 116117"/>
                <a:gd name="connsiteY25" fmla="*/ 73040 h 160984"/>
                <a:gd name="connsiteX26" fmla="*/ 62352 w 116117"/>
                <a:gd name="connsiteY26" fmla="*/ 89174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6117" h="160984">
                  <a:moveTo>
                    <a:pt x="62352" y="89174"/>
                  </a:moveTo>
                  <a:cubicBezTo>
                    <a:pt x="70164" y="90577"/>
                    <a:pt x="99282" y="96189"/>
                    <a:pt x="99282" y="121441"/>
                  </a:cubicBezTo>
                  <a:cubicBezTo>
                    <a:pt x="99282" y="139328"/>
                    <a:pt x="86854" y="153357"/>
                    <a:pt x="59156" y="153357"/>
                  </a:cubicBezTo>
                  <a:cubicBezTo>
                    <a:pt x="29328" y="153357"/>
                    <a:pt x="16544" y="133366"/>
                    <a:pt x="9797" y="103554"/>
                  </a:cubicBezTo>
                  <a:cubicBezTo>
                    <a:pt x="8732" y="98994"/>
                    <a:pt x="8377" y="97591"/>
                    <a:pt x="4826" y="97591"/>
                  </a:cubicBezTo>
                  <a:cubicBezTo>
                    <a:pt x="210" y="97591"/>
                    <a:pt x="210" y="100047"/>
                    <a:pt x="210" y="106360"/>
                  </a:cubicBezTo>
                  <a:lnTo>
                    <a:pt x="210" y="152656"/>
                  </a:lnTo>
                  <a:cubicBezTo>
                    <a:pt x="210" y="158618"/>
                    <a:pt x="210" y="161073"/>
                    <a:pt x="4116" y="161073"/>
                  </a:cubicBezTo>
                  <a:cubicBezTo>
                    <a:pt x="5891" y="161073"/>
                    <a:pt x="6246" y="160723"/>
                    <a:pt x="12993" y="154059"/>
                  </a:cubicBezTo>
                  <a:cubicBezTo>
                    <a:pt x="13703" y="153357"/>
                    <a:pt x="13703" y="152656"/>
                    <a:pt x="20095" y="145992"/>
                  </a:cubicBezTo>
                  <a:cubicBezTo>
                    <a:pt x="35720" y="160723"/>
                    <a:pt x="51699" y="161073"/>
                    <a:pt x="59156" y="161073"/>
                  </a:cubicBezTo>
                  <a:cubicBezTo>
                    <a:pt x="99993" y="161073"/>
                    <a:pt x="116327" y="137574"/>
                    <a:pt x="116327" y="112322"/>
                  </a:cubicBezTo>
                  <a:cubicBezTo>
                    <a:pt x="116327" y="93733"/>
                    <a:pt x="105674" y="83212"/>
                    <a:pt x="101413" y="79003"/>
                  </a:cubicBezTo>
                  <a:cubicBezTo>
                    <a:pt x="89695" y="67780"/>
                    <a:pt x="75846" y="64974"/>
                    <a:pt x="60932" y="62168"/>
                  </a:cubicBezTo>
                  <a:cubicBezTo>
                    <a:pt x="41046" y="58310"/>
                    <a:pt x="17255" y="53750"/>
                    <a:pt x="17255" y="33408"/>
                  </a:cubicBezTo>
                  <a:cubicBezTo>
                    <a:pt x="17255" y="21133"/>
                    <a:pt x="26487" y="6753"/>
                    <a:pt x="57026" y="6753"/>
                  </a:cubicBezTo>
                  <a:cubicBezTo>
                    <a:pt x="96087" y="6753"/>
                    <a:pt x="97862" y="38318"/>
                    <a:pt x="98572" y="49191"/>
                  </a:cubicBezTo>
                  <a:cubicBezTo>
                    <a:pt x="98927" y="52347"/>
                    <a:pt x="102123" y="52347"/>
                    <a:pt x="102833" y="52347"/>
                  </a:cubicBezTo>
                  <a:cubicBezTo>
                    <a:pt x="107450" y="52347"/>
                    <a:pt x="107450" y="50594"/>
                    <a:pt x="107450" y="43930"/>
                  </a:cubicBezTo>
                  <a:lnTo>
                    <a:pt x="107450" y="8506"/>
                  </a:lnTo>
                  <a:cubicBezTo>
                    <a:pt x="107450" y="2544"/>
                    <a:pt x="107450" y="89"/>
                    <a:pt x="103544" y="89"/>
                  </a:cubicBezTo>
                  <a:cubicBezTo>
                    <a:pt x="101768" y="89"/>
                    <a:pt x="101058" y="89"/>
                    <a:pt x="96442" y="4298"/>
                  </a:cubicBezTo>
                  <a:cubicBezTo>
                    <a:pt x="95376" y="5701"/>
                    <a:pt x="91825" y="8857"/>
                    <a:pt x="90405" y="9909"/>
                  </a:cubicBezTo>
                  <a:cubicBezTo>
                    <a:pt x="76911" y="89"/>
                    <a:pt x="62352" y="89"/>
                    <a:pt x="57026" y="89"/>
                  </a:cubicBezTo>
                  <a:cubicBezTo>
                    <a:pt x="13703" y="89"/>
                    <a:pt x="210" y="23588"/>
                    <a:pt x="210" y="43229"/>
                  </a:cubicBezTo>
                  <a:cubicBezTo>
                    <a:pt x="210" y="55504"/>
                    <a:pt x="5891" y="65324"/>
                    <a:pt x="15479" y="73040"/>
                  </a:cubicBezTo>
                  <a:cubicBezTo>
                    <a:pt x="26842" y="82159"/>
                    <a:pt x="36785" y="84264"/>
                    <a:pt x="62352" y="89174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7188C8E-A896-CF81-2026-6895D55A89D1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11161719" y="4849025"/>
              <a:ext cx="157308" cy="160984"/>
            </a:xfrm>
            <a:custGeom>
              <a:avLst/>
              <a:gdLst>
                <a:gd name="connsiteX0" fmla="*/ 157523 w 157308"/>
                <a:gd name="connsiteY0" fmla="*/ 82159 h 160984"/>
                <a:gd name="connsiteX1" fmla="*/ 79046 w 157308"/>
                <a:gd name="connsiteY1" fmla="*/ 89 h 160984"/>
                <a:gd name="connsiteX2" fmla="*/ 214 w 157308"/>
                <a:gd name="connsiteY2" fmla="*/ 82159 h 160984"/>
                <a:gd name="connsiteX3" fmla="*/ 78691 w 157308"/>
                <a:gd name="connsiteY3" fmla="*/ 161073 h 160984"/>
                <a:gd name="connsiteX4" fmla="*/ 157523 w 157308"/>
                <a:gd name="connsiteY4" fmla="*/ 82159 h 160984"/>
                <a:gd name="connsiteX5" fmla="*/ 79046 w 157308"/>
                <a:gd name="connsiteY5" fmla="*/ 152305 h 160984"/>
                <a:gd name="connsiteX6" fmla="*/ 38564 w 157308"/>
                <a:gd name="connsiteY6" fmla="*/ 128806 h 160984"/>
                <a:gd name="connsiteX7" fmla="*/ 29687 w 157308"/>
                <a:gd name="connsiteY7" fmla="*/ 79354 h 160984"/>
                <a:gd name="connsiteX8" fmla="*/ 38209 w 157308"/>
                <a:gd name="connsiteY8" fmla="*/ 31304 h 160984"/>
                <a:gd name="connsiteX9" fmla="*/ 78691 w 157308"/>
                <a:gd name="connsiteY9" fmla="*/ 7805 h 160984"/>
                <a:gd name="connsiteX10" fmla="*/ 118817 w 157308"/>
                <a:gd name="connsiteY10" fmla="*/ 30602 h 160984"/>
                <a:gd name="connsiteX11" fmla="*/ 128049 w 157308"/>
                <a:gd name="connsiteY11" fmla="*/ 79354 h 160984"/>
                <a:gd name="connsiteX12" fmla="*/ 120237 w 157308"/>
                <a:gd name="connsiteY12" fmla="*/ 126351 h 160984"/>
                <a:gd name="connsiteX13" fmla="*/ 79046 w 157308"/>
                <a:gd name="connsiteY13" fmla="*/ 15230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308" h="160984">
                  <a:moveTo>
                    <a:pt x="157523" y="82159"/>
                  </a:moveTo>
                  <a:cubicBezTo>
                    <a:pt x="157523" y="37266"/>
                    <a:pt x="122013" y="89"/>
                    <a:pt x="79046" y="89"/>
                  </a:cubicBezTo>
                  <a:cubicBezTo>
                    <a:pt x="34658" y="89"/>
                    <a:pt x="214" y="38318"/>
                    <a:pt x="214" y="82159"/>
                  </a:cubicBezTo>
                  <a:cubicBezTo>
                    <a:pt x="214" y="127403"/>
                    <a:pt x="37144" y="161073"/>
                    <a:pt x="78691" y="161073"/>
                  </a:cubicBezTo>
                  <a:cubicBezTo>
                    <a:pt x="121658" y="161073"/>
                    <a:pt x="157523" y="126702"/>
                    <a:pt x="157523" y="82159"/>
                  </a:cubicBezTo>
                  <a:close/>
                  <a:moveTo>
                    <a:pt x="79046" y="152305"/>
                  </a:moveTo>
                  <a:cubicBezTo>
                    <a:pt x="63776" y="152305"/>
                    <a:pt x="48152" y="144940"/>
                    <a:pt x="38564" y="128806"/>
                  </a:cubicBezTo>
                  <a:cubicBezTo>
                    <a:pt x="29687" y="113374"/>
                    <a:pt x="29687" y="91980"/>
                    <a:pt x="29687" y="79354"/>
                  </a:cubicBezTo>
                  <a:cubicBezTo>
                    <a:pt x="29687" y="65675"/>
                    <a:pt x="29687" y="46736"/>
                    <a:pt x="38209" y="31304"/>
                  </a:cubicBezTo>
                  <a:cubicBezTo>
                    <a:pt x="47797" y="15170"/>
                    <a:pt x="64487" y="7805"/>
                    <a:pt x="78691" y="7805"/>
                  </a:cubicBezTo>
                  <a:cubicBezTo>
                    <a:pt x="94315" y="7805"/>
                    <a:pt x="109584" y="15521"/>
                    <a:pt x="118817" y="30602"/>
                  </a:cubicBezTo>
                  <a:cubicBezTo>
                    <a:pt x="128049" y="45684"/>
                    <a:pt x="128049" y="66026"/>
                    <a:pt x="128049" y="79354"/>
                  </a:cubicBezTo>
                  <a:cubicBezTo>
                    <a:pt x="128049" y="91980"/>
                    <a:pt x="128049" y="110919"/>
                    <a:pt x="120237" y="126351"/>
                  </a:cubicBezTo>
                  <a:cubicBezTo>
                    <a:pt x="112425" y="142134"/>
                    <a:pt x="96801" y="152305"/>
                    <a:pt x="79046" y="15230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F73BF49C-3DAA-82CC-EC92-ADB6D6D960F7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11341044" y="4758887"/>
              <a:ext cx="115052" cy="247263"/>
            </a:xfrm>
            <a:custGeom>
              <a:avLst/>
              <a:gdLst>
                <a:gd name="connsiteX0" fmla="*/ 50643 w 115052"/>
                <a:gd name="connsiteY0" fmla="*/ 96188 h 247263"/>
                <a:gd name="connsiteX1" fmla="*/ 50643 w 115052"/>
                <a:gd name="connsiteY1" fmla="*/ 55504 h 247263"/>
                <a:gd name="connsiteX2" fmla="*/ 83312 w 115052"/>
                <a:gd name="connsiteY2" fmla="*/ 7805 h 247263"/>
                <a:gd name="connsiteX3" fmla="*/ 95030 w 115052"/>
                <a:gd name="connsiteY3" fmla="*/ 10260 h 247263"/>
                <a:gd name="connsiteX4" fmla="*/ 84377 w 115052"/>
                <a:gd name="connsiteY4" fmla="*/ 24991 h 247263"/>
                <a:gd name="connsiteX5" fmla="*/ 99646 w 115052"/>
                <a:gd name="connsiteY5" fmla="*/ 40072 h 247263"/>
                <a:gd name="connsiteX6" fmla="*/ 115271 w 115052"/>
                <a:gd name="connsiteY6" fmla="*/ 24640 h 247263"/>
                <a:gd name="connsiteX7" fmla="*/ 83312 w 115052"/>
                <a:gd name="connsiteY7" fmla="*/ 89 h 247263"/>
                <a:gd name="connsiteX8" fmla="*/ 28272 w 115052"/>
                <a:gd name="connsiteY8" fmla="*/ 55855 h 247263"/>
                <a:gd name="connsiteX9" fmla="*/ 28272 w 115052"/>
                <a:gd name="connsiteY9" fmla="*/ 96188 h 247263"/>
                <a:gd name="connsiteX10" fmla="*/ 219 w 115052"/>
                <a:gd name="connsiteY10" fmla="*/ 96188 h 247263"/>
                <a:gd name="connsiteX11" fmla="*/ 219 w 115052"/>
                <a:gd name="connsiteY11" fmla="*/ 107061 h 247263"/>
                <a:gd name="connsiteX12" fmla="*/ 28272 w 115052"/>
                <a:gd name="connsiteY12" fmla="*/ 107061 h 247263"/>
                <a:gd name="connsiteX13" fmla="*/ 28272 w 115052"/>
                <a:gd name="connsiteY13" fmla="*/ 220697 h 247263"/>
                <a:gd name="connsiteX14" fmla="*/ 574 w 115052"/>
                <a:gd name="connsiteY14" fmla="*/ 236480 h 247263"/>
                <a:gd name="connsiteX15" fmla="*/ 574 w 115052"/>
                <a:gd name="connsiteY15" fmla="*/ 247352 h 247263"/>
                <a:gd name="connsiteX16" fmla="*/ 41055 w 115052"/>
                <a:gd name="connsiteY16" fmla="*/ 246300 h 247263"/>
                <a:gd name="connsiteX17" fmla="*/ 86153 w 115052"/>
                <a:gd name="connsiteY17" fmla="*/ 247352 h 247263"/>
                <a:gd name="connsiteX18" fmla="*/ 86153 w 115052"/>
                <a:gd name="connsiteY18" fmla="*/ 236480 h 247263"/>
                <a:gd name="connsiteX19" fmla="*/ 78696 w 115052"/>
                <a:gd name="connsiteY19" fmla="*/ 236480 h 247263"/>
                <a:gd name="connsiteX20" fmla="*/ 51708 w 115052"/>
                <a:gd name="connsiteY20" fmla="*/ 219996 h 247263"/>
                <a:gd name="connsiteX21" fmla="*/ 51708 w 115052"/>
                <a:gd name="connsiteY21" fmla="*/ 107061 h 247263"/>
                <a:gd name="connsiteX22" fmla="*/ 92189 w 115052"/>
                <a:gd name="connsiteY22" fmla="*/ 107061 h 247263"/>
                <a:gd name="connsiteX23" fmla="*/ 92189 w 115052"/>
                <a:gd name="connsiteY23" fmla="*/ 96188 h 247263"/>
                <a:gd name="connsiteX24" fmla="*/ 50643 w 115052"/>
                <a:gd name="connsiteY24" fmla="*/ 96188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52" h="247263">
                  <a:moveTo>
                    <a:pt x="50643" y="96188"/>
                  </a:moveTo>
                  <a:lnTo>
                    <a:pt x="50643" y="55504"/>
                  </a:lnTo>
                  <a:cubicBezTo>
                    <a:pt x="50643" y="24640"/>
                    <a:pt x="67688" y="7805"/>
                    <a:pt x="83312" y="7805"/>
                  </a:cubicBezTo>
                  <a:cubicBezTo>
                    <a:pt x="84377" y="7805"/>
                    <a:pt x="89704" y="7805"/>
                    <a:pt x="95030" y="10260"/>
                  </a:cubicBezTo>
                  <a:cubicBezTo>
                    <a:pt x="90769" y="11663"/>
                    <a:pt x="84377" y="16222"/>
                    <a:pt x="84377" y="24991"/>
                  </a:cubicBezTo>
                  <a:cubicBezTo>
                    <a:pt x="84377" y="33057"/>
                    <a:pt x="90059" y="40072"/>
                    <a:pt x="99646" y="40072"/>
                  </a:cubicBezTo>
                  <a:cubicBezTo>
                    <a:pt x="109944" y="40072"/>
                    <a:pt x="115271" y="33057"/>
                    <a:pt x="115271" y="24640"/>
                  </a:cubicBezTo>
                  <a:cubicBezTo>
                    <a:pt x="115271" y="11663"/>
                    <a:pt x="102132" y="89"/>
                    <a:pt x="83312" y="89"/>
                  </a:cubicBezTo>
                  <a:cubicBezTo>
                    <a:pt x="58455" y="89"/>
                    <a:pt x="28272" y="18678"/>
                    <a:pt x="28272" y="55855"/>
                  </a:cubicBezTo>
                  <a:lnTo>
                    <a:pt x="28272" y="96188"/>
                  </a:lnTo>
                  <a:lnTo>
                    <a:pt x="219" y="96188"/>
                  </a:lnTo>
                  <a:lnTo>
                    <a:pt x="219" y="107061"/>
                  </a:lnTo>
                  <a:lnTo>
                    <a:pt x="28272" y="107061"/>
                  </a:lnTo>
                  <a:lnTo>
                    <a:pt x="28272" y="220697"/>
                  </a:lnTo>
                  <a:cubicBezTo>
                    <a:pt x="28272" y="236480"/>
                    <a:pt x="24365" y="236480"/>
                    <a:pt x="574" y="236480"/>
                  </a:cubicBezTo>
                  <a:lnTo>
                    <a:pt x="574" y="247352"/>
                  </a:lnTo>
                  <a:cubicBezTo>
                    <a:pt x="14423" y="247002"/>
                    <a:pt x="31112" y="246300"/>
                    <a:pt x="41055" y="246300"/>
                  </a:cubicBezTo>
                  <a:cubicBezTo>
                    <a:pt x="55259" y="246300"/>
                    <a:pt x="71949" y="246300"/>
                    <a:pt x="86153" y="247352"/>
                  </a:cubicBezTo>
                  <a:lnTo>
                    <a:pt x="86153" y="236480"/>
                  </a:lnTo>
                  <a:lnTo>
                    <a:pt x="78696" y="236480"/>
                  </a:lnTo>
                  <a:cubicBezTo>
                    <a:pt x="52418" y="236480"/>
                    <a:pt x="51708" y="232622"/>
                    <a:pt x="51708" y="219996"/>
                  </a:cubicBezTo>
                  <a:lnTo>
                    <a:pt x="51708" y="107061"/>
                  </a:lnTo>
                  <a:lnTo>
                    <a:pt x="92189" y="107061"/>
                  </a:lnTo>
                  <a:lnTo>
                    <a:pt x="92189" y="96188"/>
                  </a:lnTo>
                  <a:lnTo>
                    <a:pt x="50643" y="9618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4A3BA36E-1C26-5437-6685-F15D65954EBB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11444576" y="4790453"/>
              <a:ext cx="111146" cy="219555"/>
            </a:xfrm>
            <a:custGeom>
              <a:avLst/>
              <a:gdLst>
                <a:gd name="connsiteX0" fmla="*/ 54907 w 111146"/>
                <a:gd name="connsiteY0" fmla="*/ 75496 h 219555"/>
                <a:gd name="connsiteX1" fmla="*/ 105686 w 111146"/>
                <a:gd name="connsiteY1" fmla="*/ 75496 h 219555"/>
                <a:gd name="connsiteX2" fmla="*/ 105686 w 111146"/>
                <a:gd name="connsiteY2" fmla="*/ 64623 h 219555"/>
                <a:gd name="connsiteX3" fmla="*/ 54907 w 111146"/>
                <a:gd name="connsiteY3" fmla="*/ 64623 h 219555"/>
                <a:gd name="connsiteX4" fmla="*/ 54907 w 111146"/>
                <a:gd name="connsiteY4" fmla="*/ 89 h 219555"/>
                <a:gd name="connsiteX5" fmla="*/ 46030 w 111146"/>
                <a:gd name="connsiteY5" fmla="*/ 89 h 219555"/>
                <a:gd name="connsiteX6" fmla="*/ 222 w 111146"/>
                <a:gd name="connsiteY6" fmla="*/ 67780 h 219555"/>
                <a:gd name="connsiteX7" fmla="*/ 222 w 111146"/>
                <a:gd name="connsiteY7" fmla="*/ 75496 h 219555"/>
                <a:gd name="connsiteX8" fmla="*/ 30405 w 111146"/>
                <a:gd name="connsiteY8" fmla="*/ 75496 h 219555"/>
                <a:gd name="connsiteX9" fmla="*/ 30405 w 111146"/>
                <a:gd name="connsiteY9" fmla="*/ 172297 h 219555"/>
                <a:gd name="connsiteX10" fmla="*/ 76213 w 111146"/>
                <a:gd name="connsiteY10" fmla="*/ 219645 h 219555"/>
                <a:gd name="connsiteX11" fmla="*/ 111368 w 111146"/>
                <a:gd name="connsiteY11" fmla="*/ 172297 h 219555"/>
                <a:gd name="connsiteX12" fmla="*/ 111368 w 111146"/>
                <a:gd name="connsiteY12" fmla="*/ 152305 h 219555"/>
                <a:gd name="connsiteX13" fmla="*/ 102490 w 111146"/>
                <a:gd name="connsiteY13" fmla="*/ 152305 h 219555"/>
                <a:gd name="connsiteX14" fmla="*/ 102490 w 111146"/>
                <a:gd name="connsiteY14" fmla="*/ 171595 h 219555"/>
                <a:gd name="connsiteX15" fmla="*/ 78699 w 111146"/>
                <a:gd name="connsiteY15" fmla="*/ 210877 h 219555"/>
                <a:gd name="connsiteX16" fmla="*/ 54907 w 111146"/>
                <a:gd name="connsiteY16" fmla="*/ 172998 h 219555"/>
                <a:gd name="connsiteX17" fmla="*/ 54907 w 111146"/>
                <a:gd name="connsiteY17" fmla="*/ 75496 h 219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146" h="219555">
                  <a:moveTo>
                    <a:pt x="54907" y="75496"/>
                  </a:moveTo>
                  <a:lnTo>
                    <a:pt x="105686" y="75496"/>
                  </a:lnTo>
                  <a:lnTo>
                    <a:pt x="105686" y="64623"/>
                  </a:lnTo>
                  <a:lnTo>
                    <a:pt x="54907" y="64623"/>
                  </a:lnTo>
                  <a:lnTo>
                    <a:pt x="54907" y="89"/>
                  </a:lnTo>
                  <a:lnTo>
                    <a:pt x="46030" y="89"/>
                  </a:lnTo>
                  <a:cubicBezTo>
                    <a:pt x="45674" y="28849"/>
                    <a:pt x="35021" y="66377"/>
                    <a:pt x="222" y="67780"/>
                  </a:cubicBezTo>
                  <a:lnTo>
                    <a:pt x="222" y="75496"/>
                  </a:lnTo>
                  <a:lnTo>
                    <a:pt x="30405" y="75496"/>
                  </a:lnTo>
                  <a:lnTo>
                    <a:pt x="30405" y="172297"/>
                  </a:lnTo>
                  <a:cubicBezTo>
                    <a:pt x="30405" y="215436"/>
                    <a:pt x="63429" y="219645"/>
                    <a:pt x="76213" y="219645"/>
                  </a:cubicBezTo>
                  <a:cubicBezTo>
                    <a:pt x="101425" y="219645"/>
                    <a:pt x="111368" y="194743"/>
                    <a:pt x="111368" y="172297"/>
                  </a:cubicBezTo>
                  <a:lnTo>
                    <a:pt x="111368" y="152305"/>
                  </a:lnTo>
                  <a:lnTo>
                    <a:pt x="102490" y="152305"/>
                  </a:lnTo>
                  <a:lnTo>
                    <a:pt x="102490" y="171595"/>
                  </a:lnTo>
                  <a:cubicBezTo>
                    <a:pt x="102490" y="197549"/>
                    <a:pt x="91837" y="210877"/>
                    <a:pt x="78699" y="210877"/>
                  </a:cubicBezTo>
                  <a:cubicBezTo>
                    <a:pt x="54907" y="210877"/>
                    <a:pt x="54907" y="178960"/>
                    <a:pt x="54907" y="172998"/>
                  </a:cubicBezTo>
                  <a:lnTo>
                    <a:pt x="54907" y="75496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1DEE21C5-1F63-3720-5A18-56E7C490404D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11587287" y="4851129"/>
              <a:ext cx="277332" cy="155021"/>
            </a:xfrm>
            <a:custGeom>
              <a:avLst/>
              <a:gdLst>
                <a:gd name="connsiteX0" fmla="*/ 27923 w 277332"/>
                <a:gd name="connsiteY0" fmla="*/ 34460 h 155021"/>
                <a:gd name="connsiteX1" fmla="*/ 27923 w 277332"/>
                <a:gd name="connsiteY1" fmla="*/ 128456 h 155021"/>
                <a:gd name="connsiteX2" fmla="*/ 226 w 277332"/>
                <a:gd name="connsiteY2" fmla="*/ 144238 h 155021"/>
                <a:gd name="connsiteX3" fmla="*/ 226 w 277332"/>
                <a:gd name="connsiteY3" fmla="*/ 155111 h 155021"/>
                <a:gd name="connsiteX4" fmla="*/ 40352 w 277332"/>
                <a:gd name="connsiteY4" fmla="*/ 154059 h 155021"/>
                <a:gd name="connsiteX5" fmla="*/ 80123 w 277332"/>
                <a:gd name="connsiteY5" fmla="*/ 155111 h 155021"/>
                <a:gd name="connsiteX6" fmla="*/ 80123 w 277332"/>
                <a:gd name="connsiteY6" fmla="*/ 144238 h 155021"/>
                <a:gd name="connsiteX7" fmla="*/ 52425 w 277332"/>
                <a:gd name="connsiteY7" fmla="*/ 128456 h 155021"/>
                <a:gd name="connsiteX8" fmla="*/ 52425 w 277332"/>
                <a:gd name="connsiteY8" fmla="*/ 63922 h 155021"/>
                <a:gd name="connsiteX9" fmla="*/ 100364 w 277332"/>
                <a:gd name="connsiteY9" fmla="*/ 7805 h 155021"/>
                <a:gd name="connsiteX10" fmla="*/ 126641 w 277332"/>
                <a:gd name="connsiteY10" fmla="*/ 46736 h 155021"/>
                <a:gd name="connsiteX11" fmla="*/ 126641 w 277332"/>
                <a:gd name="connsiteY11" fmla="*/ 128456 h 155021"/>
                <a:gd name="connsiteX12" fmla="*/ 98943 w 277332"/>
                <a:gd name="connsiteY12" fmla="*/ 144238 h 155021"/>
                <a:gd name="connsiteX13" fmla="*/ 98943 w 277332"/>
                <a:gd name="connsiteY13" fmla="*/ 155111 h 155021"/>
                <a:gd name="connsiteX14" fmla="*/ 139069 w 277332"/>
                <a:gd name="connsiteY14" fmla="*/ 154059 h 155021"/>
                <a:gd name="connsiteX15" fmla="*/ 178840 w 277332"/>
                <a:gd name="connsiteY15" fmla="*/ 155111 h 155021"/>
                <a:gd name="connsiteX16" fmla="*/ 178840 w 277332"/>
                <a:gd name="connsiteY16" fmla="*/ 144238 h 155021"/>
                <a:gd name="connsiteX17" fmla="*/ 151143 w 277332"/>
                <a:gd name="connsiteY17" fmla="*/ 128456 h 155021"/>
                <a:gd name="connsiteX18" fmla="*/ 151143 w 277332"/>
                <a:gd name="connsiteY18" fmla="*/ 63922 h 155021"/>
                <a:gd name="connsiteX19" fmla="*/ 199081 w 277332"/>
                <a:gd name="connsiteY19" fmla="*/ 7805 h 155021"/>
                <a:gd name="connsiteX20" fmla="*/ 225358 w 277332"/>
                <a:gd name="connsiteY20" fmla="*/ 46736 h 155021"/>
                <a:gd name="connsiteX21" fmla="*/ 225358 w 277332"/>
                <a:gd name="connsiteY21" fmla="*/ 128456 h 155021"/>
                <a:gd name="connsiteX22" fmla="*/ 197661 w 277332"/>
                <a:gd name="connsiteY22" fmla="*/ 144238 h 155021"/>
                <a:gd name="connsiteX23" fmla="*/ 197661 w 277332"/>
                <a:gd name="connsiteY23" fmla="*/ 155111 h 155021"/>
                <a:gd name="connsiteX24" fmla="*/ 237787 w 277332"/>
                <a:gd name="connsiteY24" fmla="*/ 154059 h 155021"/>
                <a:gd name="connsiteX25" fmla="*/ 277558 w 277332"/>
                <a:gd name="connsiteY25" fmla="*/ 155111 h 155021"/>
                <a:gd name="connsiteX26" fmla="*/ 277558 w 277332"/>
                <a:gd name="connsiteY26" fmla="*/ 144238 h 155021"/>
                <a:gd name="connsiteX27" fmla="*/ 249860 w 277332"/>
                <a:gd name="connsiteY27" fmla="*/ 133716 h 155021"/>
                <a:gd name="connsiteX28" fmla="*/ 249860 w 277332"/>
                <a:gd name="connsiteY28" fmla="*/ 66727 h 155021"/>
                <a:gd name="connsiteX29" fmla="*/ 238852 w 277332"/>
                <a:gd name="connsiteY29" fmla="*/ 13066 h 155021"/>
                <a:gd name="connsiteX30" fmla="*/ 201567 w 277332"/>
                <a:gd name="connsiteY30" fmla="*/ 89 h 155021"/>
                <a:gd name="connsiteX31" fmla="*/ 150077 w 277332"/>
                <a:gd name="connsiteY31" fmla="*/ 34460 h 155021"/>
                <a:gd name="connsiteX32" fmla="*/ 102849 w 277332"/>
                <a:gd name="connsiteY32" fmla="*/ 89 h 155021"/>
                <a:gd name="connsiteX33" fmla="*/ 50295 w 277332"/>
                <a:gd name="connsiteY33" fmla="*/ 36915 h 155021"/>
                <a:gd name="connsiteX34" fmla="*/ 50295 w 277332"/>
                <a:gd name="connsiteY34" fmla="*/ 89 h 155021"/>
                <a:gd name="connsiteX35" fmla="*/ 226 w 277332"/>
                <a:gd name="connsiteY35" fmla="*/ 3947 h 155021"/>
                <a:gd name="connsiteX36" fmla="*/ 226 w 277332"/>
                <a:gd name="connsiteY36" fmla="*/ 14820 h 155021"/>
                <a:gd name="connsiteX37" fmla="*/ 27923 w 277332"/>
                <a:gd name="connsiteY37" fmla="*/ 34460 h 15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7332" h="155021">
                  <a:moveTo>
                    <a:pt x="27923" y="34460"/>
                  </a:moveTo>
                  <a:lnTo>
                    <a:pt x="27923" y="128456"/>
                  </a:lnTo>
                  <a:cubicBezTo>
                    <a:pt x="27923" y="144238"/>
                    <a:pt x="24017" y="144238"/>
                    <a:pt x="226" y="144238"/>
                  </a:cubicBezTo>
                  <a:lnTo>
                    <a:pt x="226" y="155111"/>
                  </a:lnTo>
                  <a:cubicBezTo>
                    <a:pt x="12654" y="154760"/>
                    <a:pt x="30764" y="154059"/>
                    <a:pt x="40352" y="154059"/>
                  </a:cubicBezTo>
                  <a:cubicBezTo>
                    <a:pt x="49584" y="154059"/>
                    <a:pt x="68050" y="154760"/>
                    <a:pt x="80123" y="155111"/>
                  </a:cubicBezTo>
                  <a:lnTo>
                    <a:pt x="80123" y="144238"/>
                  </a:lnTo>
                  <a:cubicBezTo>
                    <a:pt x="56331" y="144238"/>
                    <a:pt x="52425" y="144238"/>
                    <a:pt x="52425" y="128456"/>
                  </a:cubicBezTo>
                  <a:lnTo>
                    <a:pt x="52425" y="63922"/>
                  </a:lnTo>
                  <a:cubicBezTo>
                    <a:pt x="52425" y="27446"/>
                    <a:pt x="77637" y="7805"/>
                    <a:pt x="100364" y="7805"/>
                  </a:cubicBezTo>
                  <a:cubicBezTo>
                    <a:pt x="122735" y="7805"/>
                    <a:pt x="126641" y="26744"/>
                    <a:pt x="126641" y="46736"/>
                  </a:cubicBezTo>
                  <a:lnTo>
                    <a:pt x="126641" y="128456"/>
                  </a:lnTo>
                  <a:cubicBezTo>
                    <a:pt x="126641" y="144238"/>
                    <a:pt x="122735" y="144238"/>
                    <a:pt x="98943" y="144238"/>
                  </a:cubicBezTo>
                  <a:lnTo>
                    <a:pt x="98943" y="155111"/>
                  </a:lnTo>
                  <a:cubicBezTo>
                    <a:pt x="111372" y="154760"/>
                    <a:pt x="129482" y="154059"/>
                    <a:pt x="139069" y="154059"/>
                  </a:cubicBezTo>
                  <a:cubicBezTo>
                    <a:pt x="148302" y="154059"/>
                    <a:pt x="166767" y="154760"/>
                    <a:pt x="178840" y="155111"/>
                  </a:cubicBezTo>
                  <a:lnTo>
                    <a:pt x="178840" y="144238"/>
                  </a:lnTo>
                  <a:cubicBezTo>
                    <a:pt x="155049" y="144238"/>
                    <a:pt x="151143" y="144238"/>
                    <a:pt x="151143" y="128456"/>
                  </a:cubicBezTo>
                  <a:lnTo>
                    <a:pt x="151143" y="63922"/>
                  </a:lnTo>
                  <a:cubicBezTo>
                    <a:pt x="151143" y="27446"/>
                    <a:pt x="176355" y="7805"/>
                    <a:pt x="199081" y="7805"/>
                  </a:cubicBezTo>
                  <a:cubicBezTo>
                    <a:pt x="221452" y="7805"/>
                    <a:pt x="225358" y="26744"/>
                    <a:pt x="225358" y="46736"/>
                  </a:cubicBezTo>
                  <a:lnTo>
                    <a:pt x="225358" y="128456"/>
                  </a:lnTo>
                  <a:cubicBezTo>
                    <a:pt x="225358" y="144238"/>
                    <a:pt x="221452" y="144238"/>
                    <a:pt x="197661" y="144238"/>
                  </a:cubicBezTo>
                  <a:lnTo>
                    <a:pt x="197661" y="155111"/>
                  </a:lnTo>
                  <a:cubicBezTo>
                    <a:pt x="210089" y="154760"/>
                    <a:pt x="228199" y="154059"/>
                    <a:pt x="237787" y="154059"/>
                  </a:cubicBezTo>
                  <a:cubicBezTo>
                    <a:pt x="247020" y="154059"/>
                    <a:pt x="265485" y="154760"/>
                    <a:pt x="277558" y="155111"/>
                  </a:cubicBezTo>
                  <a:lnTo>
                    <a:pt x="277558" y="144238"/>
                  </a:lnTo>
                  <a:cubicBezTo>
                    <a:pt x="259093" y="144238"/>
                    <a:pt x="250215" y="144238"/>
                    <a:pt x="249860" y="133716"/>
                  </a:cubicBezTo>
                  <a:lnTo>
                    <a:pt x="249860" y="66727"/>
                  </a:lnTo>
                  <a:cubicBezTo>
                    <a:pt x="249860" y="36565"/>
                    <a:pt x="249860" y="25692"/>
                    <a:pt x="238852" y="13066"/>
                  </a:cubicBezTo>
                  <a:cubicBezTo>
                    <a:pt x="233881" y="7103"/>
                    <a:pt x="222163" y="89"/>
                    <a:pt x="201567" y="89"/>
                  </a:cubicBezTo>
                  <a:cubicBezTo>
                    <a:pt x="171739" y="89"/>
                    <a:pt x="156114" y="21133"/>
                    <a:pt x="150077" y="34460"/>
                  </a:cubicBezTo>
                  <a:cubicBezTo>
                    <a:pt x="145106" y="3947"/>
                    <a:pt x="118829" y="89"/>
                    <a:pt x="102849" y="89"/>
                  </a:cubicBezTo>
                  <a:cubicBezTo>
                    <a:pt x="76927" y="89"/>
                    <a:pt x="60237" y="15170"/>
                    <a:pt x="50295" y="36915"/>
                  </a:cubicBezTo>
                  <a:lnTo>
                    <a:pt x="50295" y="89"/>
                  </a:lnTo>
                  <a:lnTo>
                    <a:pt x="226" y="3947"/>
                  </a:lnTo>
                  <a:lnTo>
                    <a:pt x="226" y="14820"/>
                  </a:lnTo>
                  <a:cubicBezTo>
                    <a:pt x="25083" y="14820"/>
                    <a:pt x="27923" y="17275"/>
                    <a:pt x="27923" y="3446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94A4D182-A67C-F513-3695-22F0EAEF2079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11886755" y="4849025"/>
              <a:ext cx="160149" cy="160984"/>
            </a:xfrm>
            <a:custGeom>
              <a:avLst/>
              <a:gdLst>
                <a:gd name="connsiteX0" fmla="*/ 103568 w 160149"/>
                <a:gd name="connsiteY0" fmla="*/ 130560 h 160984"/>
                <a:gd name="connsiteX1" fmla="*/ 131265 w 160149"/>
                <a:gd name="connsiteY1" fmla="*/ 159320 h 160984"/>
                <a:gd name="connsiteX2" fmla="*/ 160384 w 160149"/>
                <a:gd name="connsiteY2" fmla="*/ 126000 h 160984"/>
                <a:gd name="connsiteX3" fmla="*/ 160384 w 160149"/>
                <a:gd name="connsiteY3" fmla="*/ 106360 h 160984"/>
                <a:gd name="connsiteX4" fmla="*/ 151506 w 160149"/>
                <a:gd name="connsiteY4" fmla="*/ 106360 h 160984"/>
                <a:gd name="connsiteX5" fmla="*/ 151506 w 160149"/>
                <a:gd name="connsiteY5" fmla="*/ 126000 h 160984"/>
                <a:gd name="connsiteX6" fmla="*/ 138723 w 160149"/>
                <a:gd name="connsiteY6" fmla="*/ 148447 h 160984"/>
                <a:gd name="connsiteX7" fmla="*/ 125584 w 160149"/>
                <a:gd name="connsiteY7" fmla="*/ 130911 h 160984"/>
                <a:gd name="connsiteX8" fmla="*/ 125584 w 160149"/>
                <a:gd name="connsiteY8" fmla="*/ 60765 h 160984"/>
                <a:gd name="connsiteX9" fmla="*/ 112800 w 160149"/>
                <a:gd name="connsiteY9" fmla="*/ 19379 h 160984"/>
                <a:gd name="connsiteX10" fmla="*/ 64152 w 160149"/>
                <a:gd name="connsiteY10" fmla="*/ 89 h 160984"/>
                <a:gd name="connsiteX11" fmla="*/ 10532 w 160149"/>
                <a:gd name="connsiteY11" fmla="*/ 39721 h 160984"/>
                <a:gd name="connsiteX12" fmla="*/ 26866 w 160149"/>
                <a:gd name="connsiteY12" fmla="*/ 56205 h 160984"/>
                <a:gd name="connsiteX13" fmla="*/ 43201 w 160149"/>
                <a:gd name="connsiteY13" fmla="*/ 40072 h 160984"/>
                <a:gd name="connsiteX14" fmla="*/ 25091 w 160149"/>
                <a:gd name="connsiteY14" fmla="*/ 23938 h 160984"/>
                <a:gd name="connsiteX15" fmla="*/ 63442 w 160149"/>
                <a:gd name="connsiteY15" fmla="*/ 7805 h 160984"/>
                <a:gd name="connsiteX16" fmla="*/ 101082 w 160149"/>
                <a:gd name="connsiteY16" fmla="*/ 52698 h 160984"/>
                <a:gd name="connsiteX17" fmla="*/ 101082 w 160149"/>
                <a:gd name="connsiteY17" fmla="*/ 65675 h 160984"/>
                <a:gd name="connsiteX18" fmla="*/ 35744 w 160149"/>
                <a:gd name="connsiteY18" fmla="*/ 78301 h 160984"/>
                <a:gd name="connsiteX19" fmla="*/ 234 w 160149"/>
                <a:gd name="connsiteY19" fmla="*/ 123896 h 160984"/>
                <a:gd name="connsiteX20" fmla="*/ 57050 w 160149"/>
                <a:gd name="connsiteY20" fmla="*/ 161073 h 160984"/>
                <a:gd name="connsiteX21" fmla="*/ 103568 w 160149"/>
                <a:gd name="connsiteY21" fmla="*/ 130560 h 160984"/>
                <a:gd name="connsiteX22" fmla="*/ 101082 w 160149"/>
                <a:gd name="connsiteY22" fmla="*/ 73040 h 160984"/>
                <a:gd name="connsiteX23" fmla="*/ 101082 w 160149"/>
                <a:gd name="connsiteY23" fmla="*/ 108113 h 160984"/>
                <a:gd name="connsiteX24" fmla="*/ 59535 w 160149"/>
                <a:gd name="connsiteY24" fmla="*/ 153357 h 160984"/>
                <a:gd name="connsiteX25" fmla="*/ 27577 w 160149"/>
                <a:gd name="connsiteY25" fmla="*/ 123545 h 160984"/>
                <a:gd name="connsiteX26" fmla="*/ 101082 w 160149"/>
                <a:gd name="connsiteY26" fmla="*/ 73040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0149" h="160984">
                  <a:moveTo>
                    <a:pt x="103568" y="130560"/>
                  </a:moveTo>
                  <a:cubicBezTo>
                    <a:pt x="104988" y="144589"/>
                    <a:pt x="114576" y="159320"/>
                    <a:pt x="131265" y="159320"/>
                  </a:cubicBezTo>
                  <a:cubicBezTo>
                    <a:pt x="138723" y="159320"/>
                    <a:pt x="160384" y="154409"/>
                    <a:pt x="160384" y="126000"/>
                  </a:cubicBezTo>
                  <a:lnTo>
                    <a:pt x="160384" y="106360"/>
                  </a:lnTo>
                  <a:lnTo>
                    <a:pt x="151506" y="106360"/>
                  </a:lnTo>
                  <a:lnTo>
                    <a:pt x="151506" y="126000"/>
                  </a:lnTo>
                  <a:cubicBezTo>
                    <a:pt x="151506" y="146343"/>
                    <a:pt x="142629" y="148447"/>
                    <a:pt x="138723" y="148447"/>
                  </a:cubicBezTo>
                  <a:cubicBezTo>
                    <a:pt x="127004" y="148447"/>
                    <a:pt x="125584" y="132664"/>
                    <a:pt x="125584" y="130911"/>
                  </a:cubicBezTo>
                  <a:lnTo>
                    <a:pt x="125584" y="60765"/>
                  </a:lnTo>
                  <a:cubicBezTo>
                    <a:pt x="125584" y="46034"/>
                    <a:pt x="125584" y="32356"/>
                    <a:pt x="112800" y="19379"/>
                  </a:cubicBezTo>
                  <a:cubicBezTo>
                    <a:pt x="98951" y="5701"/>
                    <a:pt x="81196" y="89"/>
                    <a:pt x="64152" y="89"/>
                  </a:cubicBezTo>
                  <a:cubicBezTo>
                    <a:pt x="35034" y="89"/>
                    <a:pt x="10532" y="16573"/>
                    <a:pt x="10532" y="39721"/>
                  </a:cubicBezTo>
                  <a:cubicBezTo>
                    <a:pt x="10532" y="50243"/>
                    <a:pt x="17634" y="56205"/>
                    <a:pt x="26866" y="56205"/>
                  </a:cubicBezTo>
                  <a:cubicBezTo>
                    <a:pt x="36809" y="56205"/>
                    <a:pt x="43201" y="49191"/>
                    <a:pt x="43201" y="40072"/>
                  </a:cubicBezTo>
                  <a:cubicBezTo>
                    <a:pt x="43201" y="35863"/>
                    <a:pt x="41425" y="24289"/>
                    <a:pt x="25091" y="23938"/>
                  </a:cubicBezTo>
                  <a:cubicBezTo>
                    <a:pt x="34678" y="11663"/>
                    <a:pt x="52078" y="7805"/>
                    <a:pt x="63442" y="7805"/>
                  </a:cubicBezTo>
                  <a:cubicBezTo>
                    <a:pt x="80841" y="7805"/>
                    <a:pt x="101082" y="21483"/>
                    <a:pt x="101082" y="52698"/>
                  </a:cubicBezTo>
                  <a:lnTo>
                    <a:pt x="101082" y="65675"/>
                  </a:lnTo>
                  <a:cubicBezTo>
                    <a:pt x="82972" y="66727"/>
                    <a:pt x="58115" y="67780"/>
                    <a:pt x="35744" y="78301"/>
                  </a:cubicBezTo>
                  <a:cubicBezTo>
                    <a:pt x="9111" y="90226"/>
                    <a:pt x="234" y="108464"/>
                    <a:pt x="234" y="123896"/>
                  </a:cubicBezTo>
                  <a:cubicBezTo>
                    <a:pt x="234" y="152305"/>
                    <a:pt x="34678" y="161073"/>
                    <a:pt x="57050" y="161073"/>
                  </a:cubicBezTo>
                  <a:cubicBezTo>
                    <a:pt x="80486" y="161073"/>
                    <a:pt x="96821" y="147044"/>
                    <a:pt x="103568" y="130560"/>
                  </a:cubicBezTo>
                  <a:close/>
                  <a:moveTo>
                    <a:pt x="101082" y="73040"/>
                  </a:moveTo>
                  <a:lnTo>
                    <a:pt x="101082" y="108113"/>
                  </a:lnTo>
                  <a:cubicBezTo>
                    <a:pt x="101082" y="141432"/>
                    <a:pt x="75515" y="153357"/>
                    <a:pt x="59535" y="153357"/>
                  </a:cubicBezTo>
                  <a:cubicBezTo>
                    <a:pt x="42136" y="153357"/>
                    <a:pt x="27577" y="141082"/>
                    <a:pt x="27577" y="123545"/>
                  </a:cubicBezTo>
                  <a:cubicBezTo>
                    <a:pt x="27577" y="104255"/>
                    <a:pt x="42491" y="75145"/>
                    <a:pt x="101082" y="7304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11DE3C36-87D4-AF63-B142-FC9BF5069970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12053652" y="4854987"/>
              <a:ext cx="178969" cy="151163"/>
            </a:xfrm>
            <a:custGeom>
              <a:avLst/>
              <a:gdLst>
                <a:gd name="connsiteX0" fmla="*/ 97891 w 178969"/>
                <a:gd name="connsiteY0" fmla="*/ 68832 h 151163"/>
                <a:gd name="connsiteX1" fmla="*/ 130560 w 178969"/>
                <a:gd name="connsiteY1" fmla="*/ 29199 h 151163"/>
                <a:gd name="connsiteX2" fmla="*/ 172817 w 178969"/>
                <a:gd name="connsiteY2" fmla="*/ 10962 h 151163"/>
                <a:gd name="connsiteX3" fmla="*/ 172817 w 178969"/>
                <a:gd name="connsiteY3" fmla="*/ 89 h 151163"/>
                <a:gd name="connsiteX4" fmla="*/ 143699 w 178969"/>
                <a:gd name="connsiteY4" fmla="*/ 1141 h 151163"/>
                <a:gd name="connsiteX5" fmla="*/ 109609 w 178969"/>
                <a:gd name="connsiteY5" fmla="*/ 89 h 151163"/>
                <a:gd name="connsiteX6" fmla="*/ 109609 w 178969"/>
                <a:gd name="connsiteY6" fmla="*/ 10962 h 151163"/>
                <a:gd name="connsiteX7" fmla="*/ 119907 w 178969"/>
                <a:gd name="connsiteY7" fmla="*/ 21834 h 151163"/>
                <a:gd name="connsiteX8" fmla="*/ 114581 w 178969"/>
                <a:gd name="connsiteY8" fmla="*/ 34110 h 151163"/>
                <a:gd name="connsiteX9" fmla="*/ 92565 w 178969"/>
                <a:gd name="connsiteY9" fmla="*/ 61466 h 151163"/>
                <a:gd name="connsiteX10" fmla="*/ 64867 w 178969"/>
                <a:gd name="connsiteY10" fmla="*/ 26043 h 151163"/>
                <a:gd name="connsiteX11" fmla="*/ 61671 w 178969"/>
                <a:gd name="connsiteY11" fmla="*/ 19730 h 151163"/>
                <a:gd name="connsiteX12" fmla="*/ 74099 w 178969"/>
                <a:gd name="connsiteY12" fmla="*/ 10962 h 151163"/>
                <a:gd name="connsiteX13" fmla="*/ 74099 w 178969"/>
                <a:gd name="connsiteY13" fmla="*/ 89 h 151163"/>
                <a:gd name="connsiteX14" fmla="*/ 35749 w 178969"/>
                <a:gd name="connsiteY14" fmla="*/ 1141 h 151163"/>
                <a:gd name="connsiteX15" fmla="*/ 2014 w 178969"/>
                <a:gd name="connsiteY15" fmla="*/ 89 h 151163"/>
                <a:gd name="connsiteX16" fmla="*/ 2014 w 178969"/>
                <a:gd name="connsiteY16" fmla="*/ 10962 h 151163"/>
                <a:gd name="connsiteX17" fmla="*/ 43916 w 178969"/>
                <a:gd name="connsiteY17" fmla="*/ 32356 h 151163"/>
                <a:gd name="connsiteX18" fmla="*/ 79071 w 178969"/>
                <a:gd name="connsiteY18" fmla="*/ 77600 h 151163"/>
                <a:gd name="connsiteX19" fmla="*/ 45692 w 178969"/>
                <a:gd name="connsiteY19" fmla="*/ 119337 h 151163"/>
                <a:gd name="connsiteX20" fmla="*/ 239 w 178969"/>
                <a:gd name="connsiteY20" fmla="*/ 140380 h 151163"/>
                <a:gd name="connsiteX21" fmla="*/ 239 w 178969"/>
                <a:gd name="connsiteY21" fmla="*/ 151253 h 151163"/>
                <a:gd name="connsiteX22" fmla="*/ 29712 w 178969"/>
                <a:gd name="connsiteY22" fmla="*/ 150201 h 151163"/>
                <a:gd name="connsiteX23" fmla="*/ 63447 w 178969"/>
                <a:gd name="connsiteY23" fmla="*/ 151253 h 151163"/>
                <a:gd name="connsiteX24" fmla="*/ 63447 w 178969"/>
                <a:gd name="connsiteY24" fmla="*/ 140380 h 151163"/>
                <a:gd name="connsiteX25" fmla="*/ 53149 w 178969"/>
                <a:gd name="connsiteY25" fmla="*/ 129508 h 151163"/>
                <a:gd name="connsiteX26" fmla="*/ 85108 w 178969"/>
                <a:gd name="connsiteY26" fmla="*/ 84965 h 151163"/>
                <a:gd name="connsiteX27" fmla="*/ 112095 w 178969"/>
                <a:gd name="connsiteY27" fmla="*/ 120038 h 151163"/>
                <a:gd name="connsiteX28" fmla="*/ 119552 w 178969"/>
                <a:gd name="connsiteY28" fmla="*/ 131612 h 151163"/>
                <a:gd name="connsiteX29" fmla="*/ 106769 w 178969"/>
                <a:gd name="connsiteY29" fmla="*/ 140380 h 151163"/>
                <a:gd name="connsiteX30" fmla="*/ 106769 w 178969"/>
                <a:gd name="connsiteY30" fmla="*/ 151253 h 151163"/>
                <a:gd name="connsiteX31" fmla="*/ 145119 w 178969"/>
                <a:gd name="connsiteY31" fmla="*/ 150201 h 151163"/>
                <a:gd name="connsiteX32" fmla="*/ 179209 w 178969"/>
                <a:gd name="connsiteY32" fmla="*/ 151253 h 151163"/>
                <a:gd name="connsiteX33" fmla="*/ 179209 w 178969"/>
                <a:gd name="connsiteY33" fmla="*/ 140380 h 151163"/>
                <a:gd name="connsiteX34" fmla="*/ 145474 w 178969"/>
                <a:gd name="connsiteY34" fmla="*/ 129508 h 151163"/>
                <a:gd name="connsiteX35" fmla="*/ 97891 w 178969"/>
                <a:gd name="connsiteY35" fmla="*/ 68832 h 151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969" h="151163">
                  <a:moveTo>
                    <a:pt x="97891" y="68832"/>
                  </a:moveTo>
                  <a:cubicBezTo>
                    <a:pt x="108544" y="55504"/>
                    <a:pt x="122038" y="38318"/>
                    <a:pt x="130560" y="29199"/>
                  </a:cubicBezTo>
                  <a:cubicBezTo>
                    <a:pt x="141568" y="16573"/>
                    <a:pt x="156127" y="11312"/>
                    <a:pt x="172817" y="10962"/>
                  </a:cubicBezTo>
                  <a:lnTo>
                    <a:pt x="172817" y="89"/>
                  </a:lnTo>
                  <a:cubicBezTo>
                    <a:pt x="163584" y="790"/>
                    <a:pt x="152932" y="1141"/>
                    <a:pt x="143699" y="1141"/>
                  </a:cubicBezTo>
                  <a:cubicBezTo>
                    <a:pt x="133046" y="1141"/>
                    <a:pt x="114226" y="440"/>
                    <a:pt x="109609" y="89"/>
                  </a:cubicBezTo>
                  <a:lnTo>
                    <a:pt x="109609" y="10962"/>
                  </a:lnTo>
                  <a:cubicBezTo>
                    <a:pt x="117066" y="11663"/>
                    <a:pt x="119907" y="16222"/>
                    <a:pt x="119907" y="21834"/>
                  </a:cubicBezTo>
                  <a:cubicBezTo>
                    <a:pt x="119907" y="27446"/>
                    <a:pt x="116356" y="32005"/>
                    <a:pt x="114581" y="34110"/>
                  </a:cubicBezTo>
                  <a:lnTo>
                    <a:pt x="92565" y="61466"/>
                  </a:lnTo>
                  <a:lnTo>
                    <a:pt x="64867" y="26043"/>
                  </a:lnTo>
                  <a:cubicBezTo>
                    <a:pt x="61671" y="22536"/>
                    <a:pt x="61671" y="21834"/>
                    <a:pt x="61671" y="19730"/>
                  </a:cubicBezTo>
                  <a:cubicBezTo>
                    <a:pt x="61671" y="14469"/>
                    <a:pt x="66997" y="11312"/>
                    <a:pt x="74099" y="10962"/>
                  </a:cubicBezTo>
                  <a:lnTo>
                    <a:pt x="74099" y="89"/>
                  </a:lnTo>
                  <a:cubicBezTo>
                    <a:pt x="64867" y="440"/>
                    <a:pt x="41430" y="1141"/>
                    <a:pt x="35749" y="1141"/>
                  </a:cubicBezTo>
                  <a:cubicBezTo>
                    <a:pt x="28292" y="1141"/>
                    <a:pt x="11602" y="790"/>
                    <a:pt x="2014" y="89"/>
                  </a:cubicBezTo>
                  <a:lnTo>
                    <a:pt x="2014" y="10962"/>
                  </a:lnTo>
                  <a:cubicBezTo>
                    <a:pt x="26871" y="10962"/>
                    <a:pt x="27226" y="11312"/>
                    <a:pt x="43916" y="32356"/>
                  </a:cubicBezTo>
                  <a:lnTo>
                    <a:pt x="79071" y="77600"/>
                  </a:lnTo>
                  <a:lnTo>
                    <a:pt x="45692" y="119337"/>
                  </a:lnTo>
                  <a:cubicBezTo>
                    <a:pt x="28647" y="139679"/>
                    <a:pt x="7696" y="140380"/>
                    <a:pt x="239" y="140380"/>
                  </a:cubicBezTo>
                  <a:lnTo>
                    <a:pt x="239" y="151253"/>
                  </a:lnTo>
                  <a:cubicBezTo>
                    <a:pt x="9471" y="150551"/>
                    <a:pt x="20479" y="150201"/>
                    <a:pt x="29712" y="150201"/>
                  </a:cubicBezTo>
                  <a:cubicBezTo>
                    <a:pt x="40010" y="150201"/>
                    <a:pt x="54924" y="150902"/>
                    <a:pt x="63447" y="151253"/>
                  </a:cubicBezTo>
                  <a:lnTo>
                    <a:pt x="63447" y="140380"/>
                  </a:lnTo>
                  <a:cubicBezTo>
                    <a:pt x="55634" y="139328"/>
                    <a:pt x="53149" y="134769"/>
                    <a:pt x="53149" y="129508"/>
                  </a:cubicBezTo>
                  <a:cubicBezTo>
                    <a:pt x="53149" y="121792"/>
                    <a:pt x="63447" y="110218"/>
                    <a:pt x="85108" y="84965"/>
                  </a:cubicBezTo>
                  <a:lnTo>
                    <a:pt x="112095" y="120038"/>
                  </a:lnTo>
                  <a:cubicBezTo>
                    <a:pt x="114936" y="123896"/>
                    <a:pt x="119552" y="129508"/>
                    <a:pt x="119552" y="131612"/>
                  </a:cubicBezTo>
                  <a:cubicBezTo>
                    <a:pt x="119552" y="134769"/>
                    <a:pt x="116356" y="140030"/>
                    <a:pt x="106769" y="140380"/>
                  </a:cubicBezTo>
                  <a:lnTo>
                    <a:pt x="106769" y="151253"/>
                  </a:lnTo>
                  <a:cubicBezTo>
                    <a:pt x="117422" y="150902"/>
                    <a:pt x="137307" y="150201"/>
                    <a:pt x="145119" y="150201"/>
                  </a:cubicBezTo>
                  <a:cubicBezTo>
                    <a:pt x="154707" y="150201"/>
                    <a:pt x="168556" y="150551"/>
                    <a:pt x="179209" y="151253"/>
                  </a:cubicBezTo>
                  <a:lnTo>
                    <a:pt x="179209" y="140380"/>
                  </a:lnTo>
                  <a:cubicBezTo>
                    <a:pt x="160034" y="140380"/>
                    <a:pt x="153642" y="139679"/>
                    <a:pt x="145474" y="129508"/>
                  </a:cubicBezTo>
                  <a:lnTo>
                    <a:pt x="97891" y="68832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2D555EDE-A9EB-A1CF-1F72-9A0591CB8975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12369847" y="4497590"/>
              <a:ext cx="174708" cy="841397"/>
            </a:xfrm>
            <a:custGeom>
              <a:avLst/>
              <a:gdLst>
                <a:gd name="connsiteX0" fmla="*/ 174955 w 174708"/>
                <a:gd name="connsiteY0" fmla="*/ 837965 h 841397"/>
                <a:gd name="connsiteX1" fmla="*/ 173534 w 174708"/>
                <a:gd name="connsiteY1" fmla="*/ 834808 h 841397"/>
                <a:gd name="connsiteX2" fmla="*/ 112812 w 174708"/>
                <a:gd name="connsiteY2" fmla="*/ 760454 h 841397"/>
                <a:gd name="connsiteX3" fmla="*/ 29719 w 174708"/>
                <a:gd name="connsiteY3" fmla="*/ 420949 h 841397"/>
                <a:gd name="connsiteX4" fmla="*/ 101094 w 174708"/>
                <a:gd name="connsiteY4" fmla="*/ 100383 h 841397"/>
                <a:gd name="connsiteX5" fmla="*/ 173889 w 174708"/>
                <a:gd name="connsiteY5" fmla="*/ 6388 h 841397"/>
                <a:gd name="connsiteX6" fmla="*/ 174955 w 174708"/>
                <a:gd name="connsiteY6" fmla="*/ 3582 h 841397"/>
                <a:gd name="connsiteX7" fmla="*/ 167498 w 174708"/>
                <a:gd name="connsiteY7" fmla="*/ 75 h 841397"/>
                <a:gd name="connsiteX8" fmla="*/ 156489 w 174708"/>
                <a:gd name="connsiteY8" fmla="*/ 5336 h 841397"/>
                <a:gd name="connsiteX9" fmla="*/ 246 w 174708"/>
                <a:gd name="connsiteY9" fmla="*/ 420598 h 841397"/>
                <a:gd name="connsiteX10" fmla="*/ 122400 w 174708"/>
                <a:gd name="connsiteY10" fmla="*/ 802191 h 841397"/>
                <a:gd name="connsiteX11" fmla="*/ 157555 w 174708"/>
                <a:gd name="connsiteY11" fmla="*/ 837264 h 841397"/>
                <a:gd name="connsiteX12" fmla="*/ 167498 w 174708"/>
                <a:gd name="connsiteY12" fmla="*/ 841472 h 841397"/>
                <a:gd name="connsiteX13" fmla="*/ 174955 w 174708"/>
                <a:gd name="connsiteY13" fmla="*/ 837965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55" y="837965"/>
                  </a:moveTo>
                  <a:cubicBezTo>
                    <a:pt x="174955" y="836562"/>
                    <a:pt x="174244" y="835861"/>
                    <a:pt x="173534" y="834808"/>
                  </a:cubicBezTo>
                  <a:cubicBezTo>
                    <a:pt x="160396" y="821831"/>
                    <a:pt x="136604" y="798333"/>
                    <a:pt x="112812" y="760454"/>
                  </a:cubicBezTo>
                  <a:cubicBezTo>
                    <a:pt x="55641" y="669966"/>
                    <a:pt x="29719" y="555979"/>
                    <a:pt x="29719" y="420949"/>
                  </a:cubicBezTo>
                  <a:cubicBezTo>
                    <a:pt x="29719" y="326603"/>
                    <a:pt x="42503" y="204900"/>
                    <a:pt x="101094" y="100383"/>
                  </a:cubicBezTo>
                  <a:cubicBezTo>
                    <a:pt x="129147" y="50580"/>
                    <a:pt x="158265" y="21820"/>
                    <a:pt x="173889" y="6388"/>
                  </a:cubicBezTo>
                  <a:cubicBezTo>
                    <a:pt x="174955" y="5336"/>
                    <a:pt x="174955" y="4634"/>
                    <a:pt x="174955" y="3582"/>
                  </a:cubicBezTo>
                  <a:cubicBezTo>
                    <a:pt x="174955" y="75"/>
                    <a:pt x="172469" y="75"/>
                    <a:pt x="167498" y="75"/>
                  </a:cubicBezTo>
                  <a:cubicBezTo>
                    <a:pt x="162526" y="75"/>
                    <a:pt x="161816" y="75"/>
                    <a:pt x="156489" y="5336"/>
                  </a:cubicBezTo>
                  <a:cubicBezTo>
                    <a:pt x="37531" y="112308"/>
                    <a:pt x="246" y="272942"/>
                    <a:pt x="246" y="420598"/>
                  </a:cubicBezTo>
                  <a:cubicBezTo>
                    <a:pt x="246" y="558434"/>
                    <a:pt x="32205" y="697323"/>
                    <a:pt x="122400" y="802191"/>
                  </a:cubicBezTo>
                  <a:cubicBezTo>
                    <a:pt x="129502" y="810257"/>
                    <a:pt x="142996" y="824637"/>
                    <a:pt x="157555" y="837264"/>
                  </a:cubicBezTo>
                  <a:cubicBezTo>
                    <a:pt x="161816" y="841472"/>
                    <a:pt x="162526" y="841472"/>
                    <a:pt x="167498" y="841472"/>
                  </a:cubicBezTo>
                  <a:cubicBezTo>
                    <a:pt x="172469" y="841472"/>
                    <a:pt x="174955" y="841472"/>
                    <a:pt x="174955" y="83796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265E21AA-28CE-65A7-0ACB-57E0EAFB70DA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12613841" y="4528281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1DB7C27-33F1-31DD-0058-D01C33C57AC3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12939213" y="4471220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8A35FAE4-0008-5A7D-F0CC-17FCC9E76D02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13182492" y="4524423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E3AFED4E-CBAA-0CCE-FF18-5BDF07496FDE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12599992" y="4911454"/>
              <a:ext cx="866537" cy="14028"/>
            </a:xfrm>
            <a:custGeom>
              <a:avLst/>
              <a:gdLst>
                <a:gd name="connsiteX0" fmla="*/ 0 w 866537"/>
                <a:gd name="connsiteY0" fmla="*/ 0 h 14028"/>
                <a:gd name="connsiteX1" fmla="*/ 866538 w 866537"/>
                <a:gd name="connsiteY1" fmla="*/ 0 h 14028"/>
                <a:gd name="connsiteX2" fmla="*/ 866538 w 866537"/>
                <a:gd name="connsiteY2" fmla="*/ 14028 h 14028"/>
                <a:gd name="connsiteX3" fmla="*/ 0 w 866537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6537" h="14028">
                  <a:moveTo>
                    <a:pt x="0" y="0"/>
                  </a:moveTo>
                  <a:lnTo>
                    <a:pt x="866538" y="0"/>
                  </a:lnTo>
                  <a:lnTo>
                    <a:pt x="866538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7A536CD-CB5A-205B-CA11-D69FFA3C963B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12739162" y="4981596"/>
              <a:ext cx="276977" cy="350728"/>
            </a:xfrm>
            <a:custGeom>
              <a:avLst/>
              <a:gdLst>
                <a:gd name="connsiteX0" fmla="*/ 112469 w 276977"/>
                <a:gd name="connsiteY0" fmla="*/ 313991 h 350728"/>
                <a:gd name="connsiteX1" fmla="*/ 49971 w 276977"/>
                <a:gd name="connsiteY1" fmla="*/ 177557 h 350728"/>
                <a:gd name="connsiteX2" fmla="*/ 44645 w 276977"/>
                <a:gd name="connsiteY2" fmla="*/ 171946 h 350728"/>
                <a:gd name="connsiteX3" fmla="*/ 38608 w 276977"/>
                <a:gd name="connsiteY3" fmla="*/ 174751 h 350728"/>
                <a:gd name="connsiteX4" fmla="*/ 4874 w 276977"/>
                <a:gd name="connsiteY4" fmla="*/ 200004 h 350728"/>
                <a:gd name="connsiteX5" fmla="*/ 257 w 276977"/>
                <a:gd name="connsiteY5" fmla="*/ 205615 h 350728"/>
                <a:gd name="connsiteX6" fmla="*/ 3808 w 276977"/>
                <a:gd name="connsiteY6" fmla="*/ 209473 h 350728"/>
                <a:gd name="connsiteX7" fmla="*/ 15882 w 276977"/>
                <a:gd name="connsiteY7" fmla="*/ 201757 h 350728"/>
                <a:gd name="connsiteX8" fmla="*/ 27245 w 276977"/>
                <a:gd name="connsiteY8" fmla="*/ 193340 h 350728"/>
                <a:gd name="connsiteX9" fmla="*/ 97200 w 276977"/>
                <a:gd name="connsiteY9" fmla="*/ 345205 h 350728"/>
                <a:gd name="connsiteX10" fmla="*/ 104657 w 276977"/>
                <a:gd name="connsiteY10" fmla="*/ 350817 h 350728"/>
                <a:gd name="connsiteX11" fmla="*/ 113534 w 276977"/>
                <a:gd name="connsiteY11" fmla="*/ 343802 h 350728"/>
                <a:gd name="connsiteX12" fmla="*/ 274749 w 276977"/>
                <a:gd name="connsiteY12" fmla="*/ 14118 h 350728"/>
                <a:gd name="connsiteX13" fmla="*/ 277235 w 276977"/>
                <a:gd name="connsiteY13" fmla="*/ 7103 h 350728"/>
                <a:gd name="connsiteX14" fmla="*/ 270133 w 276977"/>
                <a:gd name="connsiteY14" fmla="*/ 89 h 350728"/>
                <a:gd name="connsiteX15" fmla="*/ 261966 w 276977"/>
                <a:gd name="connsiteY15" fmla="*/ 7454 h 350728"/>
                <a:gd name="connsiteX16" fmla="*/ 112469 w 276977"/>
                <a:gd name="connsiteY16" fmla="*/ 313991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6977" h="350728">
                  <a:moveTo>
                    <a:pt x="112469" y="313991"/>
                  </a:moveTo>
                  <a:lnTo>
                    <a:pt x="49971" y="177557"/>
                  </a:lnTo>
                  <a:cubicBezTo>
                    <a:pt x="47486" y="171946"/>
                    <a:pt x="45710" y="171946"/>
                    <a:pt x="44645" y="171946"/>
                  </a:cubicBezTo>
                  <a:cubicBezTo>
                    <a:pt x="44290" y="171946"/>
                    <a:pt x="42514" y="171946"/>
                    <a:pt x="38608" y="174751"/>
                  </a:cubicBezTo>
                  <a:lnTo>
                    <a:pt x="4874" y="200004"/>
                  </a:lnTo>
                  <a:cubicBezTo>
                    <a:pt x="257" y="203511"/>
                    <a:pt x="257" y="204563"/>
                    <a:pt x="257" y="205615"/>
                  </a:cubicBezTo>
                  <a:cubicBezTo>
                    <a:pt x="257" y="207369"/>
                    <a:pt x="1323" y="209473"/>
                    <a:pt x="3808" y="209473"/>
                  </a:cubicBezTo>
                  <a:cubicBezTo>
                    <a:pt x="5939" y="209473"/>
                    <a:pt x="11976" y="204563"/>
                    <a:pt x="15882" y="201757"/>
                  </a:cubicBezTo>
                  <a:cubicBezTo>
                    <a:pt x="18012" y="200004"/>
                    <a:pt x="23339" y="196146"/>
                    <a:pt x="27245" y="193340"/>
                  </a:cubicBezTo>
                  <a:lnTo>
                    <a:pt x="97200" y="345205"/>
                  </a:lnTo>
                  <a:cubicBezTo>
                    <a:pt x="99685" y="350817"/>
                    <a:pt x="101461" y="350817"/>
                    <a:pt x="104657" y="350817"/>
                  </a:cubicBezTo>
                  <a:cubicBezTo>
                    <a:pt x="109983" y="350817"/>
                    <a:pt x="111048" y="348713"/>
                    <a:pt x="113534" y="343802"/>
                  </a:cubicBezTo>
                  <a:lnTo>
                    <a:pt x="274749" y="14118"/>
                  </a:lnTo>
                  <a:cubicBezTo>
                    <a:pt x="277235" y="9208"/>
                    <a:pt x="277235" y="7805"/>
                    <a:pt x="277235" y="7103"/>
                  </a:cubicBezTo>
                  <a:cubicBezTo>
                    <a:pt x="277235" y="3596"/>
                    <a:pt x="274394" y="89"/>
                    <a:pt x="270133" y="89"/>
                  </a:cubicBezTo>
                  <a:cubicBezTo>
                    <a:pt x="267292" y="89"/>
                    <a:pt x="264806" y="1842"/>
                    <a:pt x="261966" y="7454"/>
                  </a:cubicBezTo>
                  <a:lnTo>
                    <a:pt x="112469" y="313991"/>
                  </a:lnTo>
                  <a:close/>
                </a:path>
              </a:pathLst>
            </a:custGeom>
            <a:solidFill>
              <a:srgbClr val="2683C6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D4AD2FCD-1DF9-12CE-A116-F2B1FA94A1EA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13009156" y="4981596"/>
              <a:ext cx="344126" cy="14028"/>
            </a:xfrm>
            <a:custGeom>
              <a:avLst/>
              <a:gdLst>
                <a:gd name="connsiteX0" fmla="*/ 0 w 344126"/>
                <a:gd name="connsiteY0" fmla="*/ 0 h 14028"/>
                <a:gd name="connsiteX1" fmla="*/ 344127 w 344126"/>
                <a:gd name="connsiteY1" fmla="*/ 0 h 14028"/>
                <a:gd name="connsiteX2" fmla="*/ 344127 w 344126"/>
                <a:gd name="connsiteY2" fmla="*/ 14028 h 14028"/>
                <a:gd name="connsiteX3" fmla="*/ 0 w 344126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126" h="14028">
                  <a:moveTo>
                    <a:pt x="0" y="0"/>
                  </a:moveTo>
                  <a:lnTo>
                    <a:pt x="344127" y="0"/>
                  </a:lnTo>
                  <a:lnTo>
                    <a:pt x="344127" y="14028"/>
                  </a:lnTo>
                  <a:lnTo>
                    <a:pt x="0" y="14028"/>
                  </a:lnTo>
                  <a:close/>
                </a:path>
              </a:pathLst>
            </a:custGeom>
            <a:solidFill>
              <a:srgbClr val="2683C6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6654A0D2-08D1-63A3-49CF-C104E2FB857C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13023360" y="5024813"/>
              <a:ext cx="169027" cy="247263"/>
            </a:xfrm>
            <a:custGeom>
              <a:avLst/>
              <a:gdLst>
                <a:gd name="connsiteX0" fmla="*/ 169293 w 169027"/>
                <a:gd name="connsiteY0" fmla="*/ 3954 h 247263"/>
                <a:gd name="connsiteX1" fmla="*/ 164677 w 169027"/>
                <a:gd name="connsiteY1" fmla="*/ 96 h 247263"/>
                <a:gd name="connsiteX2" fmla="*/ 119579 w 169027"/>
                <a:gd name="connsiteY2" fmla="*/ 3954 h 247263"/>
                <a:gd name="connsiteX3" fmla="*/ 114608 w 169027"/>
                <a:gd name="connsiteY3" fmla="*/ 10618 h 247263"/>
                <a:gd name="connsiteX4" fmla="*/ 123130 w 169027"/>
                <a:gd name="connsiteY4" fmla="*/ 14827 h 247263"/>
                <a:gd name="connsiteX5" fmla="*/ 140885 w 169027"/>
                <a:gd name="connsiteY5" fmla="*/ 20789 h 247263"/>
                <a:gd name="connsiteX6" fmla="*/ 139820 w 169027"/>
                <a:gd name="connsiteY6" fmla="*/ 27804 h 247263"/>
                <a:gd name="connsiteX7" fmla="*/ 118514 w 169027"/>
                <a:gd name="connsiteY7" fmla="*/ 110927 h 247263"/>
                <a:gd name="connsiteX8" fmla="*/ 85845 w 169027"/>
                <a:gd name="connsiteY8" fmla="*/ 88480 h 247263"/>
                <a:gd name="connsiteX9" fmla="*/ 266 w 169027"/>
                <a:gd name="connsiteY9" fmla="*/ 191243 h 247263"/>
                <a:gd name="connsiteX10" fmla="*/ 47494 w 169027"/>
                <a:gd name="connsiteY10" fmla="*/ 247360 h 247263"/>
                <a:gd name="connsiteX11" fmla="*/ 93657 w 169027"/>
                <a:gd name="connsiteY11" fmla="*/ 221055 h 247263"/>
                <a:gd name="connsiteX12" fmla="*/ 125971 w 169027"/>
                <a:gd name="connsiteY12" fmla="*/ 247360 h 247263"/>
                <a:gd name="connsiteX13" fmla="*/ 152248 w 169027"/>
                <a:gd name="connsiteY13" fmla="*/ 228070 h 247263"/>
                <a:gd name="connsiteX14" fmla="*/ 162901 w 169027"/>
                <a:gd name="connsiteY14" fmla="*/ 193348 h 247263"/>
                <a:gd name="connsiteX15" fmla="*/ 158640 w 169027"/>
                <a:gd name="connsiteY15" fmla="*/ 189840 h 247263"/>
                <a:gd name="connsiteX16" fmla="*/ 153669 w 169027"/>
                <a:gd name="connsiteY16" fmla="*/ 196154 h 247263"/>
                <a:gd name="connsiteX17" fmla="*/ 126681 w 169027"/>
                <a:gd name="connsiteY17" fmla="*/ 239644 h 247263"/>
                <a:gd name="connsiteX18" fmla="*/ 116028 w 169027"/>
                <a:gd name="connsiteY18" fmla="*/ 223510 h 247263"/>
                <a:gd name="connsiteX19" fmla="*/ 118159 w 169027"/>
                <a:gd name="connsiteY19" fmla="*/ 206675 h 247263"/>
                <a:gd name="connsiteX20" fmla="*/ 169293 w 169027"/>
                <a:gd name="connsiteY20" fmla="*/ 3954 h 247263"/>
                <a:gd name="connsiteX21" fmla="*/ 95432 w 169027"/>
                <a:gd name="connsiteY21" fmla="*/ 201765 h 247263"/>
                <a:gd name="connsiteX22" fmla="*/ 88330 w 169027"/>
                <a:gd name="connsiteY22" fmla="*/ 214742 h 247263"/>
                <a:gd name="connsiteX23" fmla="*/ 48204 w 169027"/>
                <a:gd name="connsiteY23" fmla="*/ 239644 h 247263"/>
                <a:gd name="connsiteX24" fmla="*/ 25478 w 169027"/>
                <a:gd name="connsiteY24" fmla="*/ 206675 h 247263"/>
                <a:gd name="connsiteX25" fmla="*/ 45008 w 169027"/>
                <a:gd name="connsiteY25" fmla="*/ 129866 h 247263"/>
                <a:gd name="connsiteX26" fmla="*/ 86200 w 169027"/>
                <a:gd name="connsiteY26" fmla="*/ 96196 h 247263"/>
                <a:gd name="connsiteX27" fmla="*/ 114253 w 169027"/>
                <a:gd name="connsiteY27" fmla="*/ 127060 h 247263"/>
                <a:gd name="connsiteX28" fmla="*/ 113187 w 169027"/>
                <a:gd name="connsiteY28" fmla="*/ 133022 h 247263"/>
                <a:gd name="connsiteX29" fmla="*/ 95432 w 169027"/>
                <a:gd name="connsiteY29" fmla="*/ 201765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69027" h="247263">
                  <a:moveTo>
                    <a:pt x="169293" y="3954"/>
                  </a:moveTo>
                  <a:cubicBezTo>
                    <a:pt x="169293" y="3604"/>
                    <a:pt x="169293" y="96"/>
                    <a:pt x="164677" y="96"/>
                  </a:cubicBezTo>
                  <a:cubicBezTo>
                    <a:pt x="159350" y="96"/>
                    <a:pt x="125616" y="3253"/>
                    <a:pt x="119579" y="3954"/>
                  </a:cubicBezTo>
                  <a:cubicBezTo>
                    <a:pt x="116738" y="4305"/>
                    <a:pt x="114608" y="6059"/>
                    <a:pt x="114608" y="10618"/>
                  </a:cubicBezTo>
                  <a:cubicBezTo>
                    <a:pt x="114608" y="14827"/>
                    <a:pt x="117804" y="14827"/>
                    <a:pt x="123130" y="14827"/>
                  </a:cubicBezTo>
                  <a:cubicBezTo>
                    <a:pt x="140175" y="14827"/>
                    <a:pt x="140885" y="17282"/>
                    <a:pt x="140885" y="20789"/>
                  </a:cubicBezTo>
                  <a:lnTo>
                    <a:pt x="139820" y="27804"/>
                  </a:lnTo>
                  <a:lnTo>
                    <a:pt x="118514" y="110927"/>
                  </a:lnTo>
                  <a:cubicBezTo>
                    <a:pt x="112122" y="97950"/>
                    <a:pt x="101824" y="88480"/>
                    <a:pt x="85845" y="88480"/>
                  </a:cubicBezTo>
                  <a:cubicBezTo>
                    <a:pt x="44298" y="88480"/>
                    <a:pt x="266" y="140037"/>
                    <a:pt x="266" y="191243"/>
                  </a:cubicBezTo>
                  <a:cubicBezTo>
                    <a:pt x="266" y="224212"/>
                    <a:pt x="19796" y="247360"/>
                    <a:pt x="47494" y="247360"/>
                  </a:cubicBezTo>
                  <a:cubicBezTo>
                    <a:pt x="54596" y="247360"/>
                    <a:pt x="72351" y="245957"/>
                    <a:pt x="93657" y="221055"/>
                  </a:cubicBezTo>
                  <a:cubicBezTo>
                    <a:pt x="96498" y="235786"/>
                    <a:pt x="108926" y="247360"/>
                    <a:pt x="125971" y="247360"/>
                  </a:cubicBezTo>
                  <a:cubicBezTo>
                    <a:pt x="138399" y="247360"/>
                    <a:pt x="146567" y="239293"/>
                    <a:pt x="152248" y="228070"/>
                  </a:cubicBezTo>
                  <a:cubicBezTo>
                    <a:pt x="158285" y="215444"/>
                    <a:pt x="162901" y="194049"/>
                    <a:pt x="162901" y="193348"/>
                  </a:cubicBezTo>
                  <a:cubicBezTo>
                    <a:pt x="162901" y="189840"/>
                    <a:pt x="159705" y="189840"/>
                    <a:pt x="158640" y="189840"/>
                  </a:cubicBezTo>
                  <a:cubicBezTo>
                    <a:pt x="155089" y="189840"/>
                    <a:pt x="154734" y="191243"/>
                    <a:pt x="153669" y="196154"/>
                  </a:cubicBezTo>
                  <a:cubicBezTo>
                    <a:pt x="147632" y="218951"/>
                    <a:pt x="141240" y="239644"/>
                    <a:pt x="126681" y="239644"/>
                  </a:cubicBezTo>
                  <a:cubicBezTo>
                    <a:pt x="117093" y="239644"/>
                    <a:pt x="116028" y="230525"/>
                    <a:pt x="116028" y="223510"/>
                  </a:cubicBezTo>
                  <a:cubicBezTo>
                    <a:pt x="116028" y="215093"/>
                    <a:pt x="116738" y="212638"/>
                    <a:pt x="118159" y="206675"/>
                  </a:cubicBezTo>
                  <a:lnTo>
                    <a:pt x="169293" y="3954"/>
                  </a:lnTo>
                  <a:close/>
                  <a:moveTo>
                    <a:pt x="95432" y="201765"/>
                  </a:moveTo>
                  <a:cubicBezTo>
                    <a:pt x="93657" y="208078"/>
                    <a:pt x="93657" y="208780"/>
                    <a:pt x="88330" y="214742"/>
                  </a:cubicBezTo>
                  <a:cubicBezTo>
                    <a:pt x="72706" y="234032"/>
                    <a:pt x="58147" y="239644"/>
                    <a:pt x="48204" y="239644"/>
                  </a:cubicBezTo>
                  <a:cubicBezTo>
                    <a:pt x="30449" y="239644"/>
                    <a:pt x="25478" y="220354"/>
                    <a:pt x="25478" y="206675"/>
                  </a:cubicBezTo>
                  <a:cubicBezTo>
                    <a:pt x="25478" y="189139"/>
                    <a:pt x="36841" y="145999"/>
                    <a:pt x="45008" y="129866"/>
                  </a:cubicBezTo>
                  <a:cubicBezTo>
                    <a:pt x="56016" y="109173"/>
                    <a:pt x="71996" y="96196"/>
                    <a:pt x="86200" y="96196"/>
                  </a:cubicBezTo>
                  <a:cubicBezTo>
                    <a:pt x="109281" y="96196"/>
                    <a:pt x="114253" y="124956"/>
                    <a:pt x="114253" y="127060"/>
                  </a:cubicBezTo>
                  <a:cubicBezTo>
                    <a:pt x="114253" y="129164"/>
                    <a:pt x="113542" y="131269"/>
                    <a:pt x="113187" y="133022"/>
                  </a:cubicBezTo>
                  <a:lnTo>
                    <a:pt x="95432" y="201765"/>
                  </a:lnTo>
                  <a:close/>
                </a:path>
              </a:pathLst>
            </a:custGeom>
            <a:solidFill>
              <a:srgbClr val="2683C6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B3FF8C6-A51D-B1B6-A303-F8FA08A587CB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13209641" y="5157809"/>
              <a:ext cx="109867" cy="163018"/>
            </a:xfrm>
            <a:custGeom>
              <a:avLst/>
              <a:gdLst>
                <a:gd name="connsiteX0" fmla="*/ 110139 w 109867"/>
                <a:gd name="connsiteY0" fmla="*/ 118434 h 163018"/>
                <a:gd name="connsiteX1" fmla="*/ 101687 w 109867"/>
                <a:gd name="connsiteY1" fmla="*/ 118434 h 163018"/>
                <a:gd name="connsiteX2" fmla="*/ 95225 w 109867"/>
                <a:gd name="connsiteY2" fmla="*/ 140775 h 163018"/>
                <a:gd name="connsiteX3" fmla="*/ 70616 w 109867"/>
                <a:gd name="connsiteY3" fmla="*/ 142248 h 163018"/>
                <a:gd name="connsiteX4" fmla="*/ 24879 w 109867"/>
                <a:gd name="connsiteY4" fmla="*/ 142248 h 163018"/>
                <a:gd name="connsiteX5" fmla="*/ 74593 w 109867"/>
                <a:gd name="connsiteY5" fmla="*/ 101002 h 163018"/>
                <a:gd name="connsiteX6" fmla="*/ 110139 w 109867"/>
                <a:gd name="connsiteY6" fmla="*/ 47972 h 163018"/>
                <a:gd name="connsiteX7" fmla="*/ 51973 w 109867"/>
                <a:gd name="connsiteY7" fmla="*/ 98 h 163018"/>
                <a:gd name="connsiteX8" fmla="*/ 271 w 109867"/>
                <a:gd name="connsiteY8" fmla="*/ 44044 h 163018"/>
                <a:gd name="connsiteX9" fmla="*/ 13445 w 109867"/>
                <a:gd name="connsiteY9" fmla="*/ 57793 h 163018"/>
                <a:gd name="connsiteX10" fmla="*/ 26619 w 109867"/>
                <a:gd name="connsiteY10" fmla="*/ 44781 h 163018"/>
                <a:gd name="connsiteX11" fmla="*/ 11954 w 109867"/>
                <a:gd name="connsiteY11" fmla="*/ 31769 h 163018"/>
                <a:gd name="connsiteX12" fmla="*/ 48245 w 109867"/>
                <a:gd name="connsiteY12" fmla="*/ 8936 h 163018"/>
                <a:gd name="connsiteX13" fmla="*/ 86027 w 109867"/>
                <a:gd name="connsiteY13" fmla="*/ 47972 h 163018"/>
                <a:gd name="connsiteX14" fmla="*/ 62662 w 109867"/>
                <a:gd name="connsiteY14" fmla="*/ 95110 h 163018"/>
                <a:gd name="connsiteX15" fmla="*/ 2757 w 109867"/>
                <a:gd name="connsiteY15" fmla="*/ 153542 h 163018"/>
                <a:gd name="connsiteX16" fmla="*/ 271 w 109867"/>
                <a:gd name="connsiteY16" fmla="*/ 163116 h 163018"/>
                <a:gd name="connsiteX17" fmla="*/ 102682 w 109867"/>
                <a:gd name="connsiteY17" fmla="*/ 163116 h 163018"/>
                <a:gd name="connsiteX18" fmla="*/ 110139 w 109867"/>
                <a:gd name="connsiteY18" fmla="*/ 118434 h 16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867" h="163018">
                  <a:moveTo>
                    <a:pt x="110139" y="118434"/>
                  </a:moveTo>
                  <a:lnTo>
                    <a:pt x="101687" y="118434"/>
                  </a:lnTo>
                  <a:cubicBezTo>
                    <a:pt x="100942" y="123835"/>
                    <a:pt x="98456" y="138320"/>
                    <a:pt x="95225" y="140775"/>
                  </a:cubicBezTo>
                  <a:cubicBezTo>
                    <a:pt x="93236" y="142248"/>
                    <a:pt x="74096" y="142248"/>
                    <a:pt x="70616" y="142248"/>
                  </a:cubicBezTo>
                  <a:lnTo>
                    <a:pt x="24879" y="142248"/>
                  </a:lnTo>
                  <a:cubicBezTo>
                    <a:pt x="50979" y="119416"/>
                    <a:pt x="59679" y="112541"/>
                    <a:pt x="74593" y="101002"/>
                  </a:cubicBezTo>
                  <a:cubicBezTo>
                    <a:pt x="92987" y="86517"/>
                    <a:pt x="110139" y="71296"/>
                    <a:pt x="110139" y="47972"/>
                  </a:cubicBezTo>
                  <a:cubicBezTo>
                    <a:pt x="110139" y="18266"/>
                    <a:pt x="83790" y="98"/>
                    <a:pt x="51973" y="98"/>
                  </a:cubicBezTo>
                  <a:cubicBezTo>
                    <a:pt x="21151" y="98"/>
                    <a:pt x="271" y="21457"/>
                    <a:pt x="271" y="44044"/>
                  </a:cubicBezTo>
                  <a:cubicBezTo>
                    <a:pt x="271" y="56565"/>
                    <a:pt x="10959" y="57793"/>
                    <a:pt x="13445" y="57793"/>
                  </a:cubicBezTo>
                  <a:cubicBezTo>
                    <a:pt x="19411" y="57793"/>
                    <a:pt x="26619" y="53619"/>
                    <a:pt x="26619" y="44781"/>
                  </a:cubicBezTo>
                  <a:cubicBezTo>
                    <a:pt x="26619" y="40361"/>
                    <a:pt x="24879" y="31769"/>
                    <a:pt x="11954" y="31769"/>
                  </a:cubicBezTo>
                  <a:cubicBezTo>
                    <a:pt x="19659" y="14337"/>
                    <a:pt x="36562" y="8936"/>
                    <a:pt x="48245" y="8936"/>
                  </a:cubicBezTo>
                  <a:cubicBezTo>
                    <a:pt x="73102" y="8936"/>
                    <a:pt x="86027" y="28086"/>
                    <a:pt x="86027" y="47972"/>
                  </a:cubicBezTo>
                  <a:cubicBezTo>
                    <a:pt x="86027" y="69332"/>
                    <a:pt x="70616" y="86272"/>
                    <a:pt x="62662" y="95110"/>
                  </a:cubicBezTo>
                  <a:lnTo>
                    <a:pt x="2757" y="153542"/>
                  </a:lnTo>
                  <a:cubicBezTo>
                    <a:pt x="271" y="155751"/>
                    <a:pt x="271" y="156242"/>
                    <a:pt x="271" y="163116"/>
                  </a:cubicBezTo>
                  <a:lnTo>
                    <a:pt x="102682" y="163116"/>
                  </a:lnTo>
                  <a:lnTo>
                    <a:pt x="110139" y="118434"/>
                  </a:lnTo>
                  <a:close/>
                </a:path>
              </a:pathLst>
            </a:custGeom>
            <a:solidFill>
              <a:srgbClr val="2683C6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2DE4EA1F-63A8-43B8-B8D7-15609FEFE1EA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13521570" y="4497590"/>
              <a:ext cx="174708" cy="841397"/>
            </a:xfrm>
            <a:custGeom>
              <a:avLst/>
              <a:gdLst>
                <a:gd name="connsiteX0" fmla="*/ 174989 w 174708"/>
                <a:gd name="connsiteY0" fmla="*/ 420949 h 841397"/>
                <a:gd name="connsiteX1" fmla="*/ 52835 w 174708"/>
                <a:gd name="connsiteY1" fmla="*/ 39356 h 841397"/>
                <a:gd name="connsiteX2" fmla="*/ 17680 w 174708"/>
                <a:gd name="connsiteY2" fmla="*/ 4284 h 841397"/>
                <a:gd name="connsiteX3" fmla="*/ 7737 w 174708"/>
                <a:gd name="connsiteY3" fmla="*/ 75 h 841397"/>
                <a:gd name="connsiteX4" fmla="*/ 280 w 174708"/>
                <a:gd name="connsiteY4" fmla="*/ 3582 h 841397"/>
                <a:gd name="connsiteX5" fmla="*/ 2410 w 174708"/>
                <a:gd name="connsiteY5" fmla="*/ 7089 h 841397"/>
                <a:gd name="connsiteX6" fmla="*/ 62422 w 174708"/>
                <a:gd name="connsiteY6" fmla="*/ 81093 h 841397"/>
                <a:gd name="connsiteX7" fmla="*/ 145515 w 174708"/>
                <a:gd name="connsiteY7" fmla="*/ 420598 h 841397"/>
                <a:gd name="connsiteX8" fmla="*/ 74140 w 174708"/>
                <a:gd name="connsiteY8" fmla="*/ 741164 h 841397"/>
                <a:gd name="connsiteX9" fmla="*/ 1700 w 174708"/>
                <a:gd name="connsiteY9" fmla="*/ 834808 h 841397"/>
                <a:gd name="connsiteX10" fmla="*/ 280 w 174708"/>
                <a:gd name="connsiteY10" fmla="*/ 837965 h 841397"/>
                <a:gd name="connsiteX11" fmla="*/ 7737 w 174708"/>
                <a:gd name="connsiteY11" fmla="*/ 841472 h 841397"/>
                <a:gd name="connsiteX12" fmla="*/ 18745 w 174708"/>
                <a:gd name="connsiteY12" fmla="*/ 836211 h 841397"/>
                <a:gd name="connsiteX13" fmla="*/ 174989 w 174708"/>
                <a:gd name="connsiteY13" fmla="*/ 420949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89" y="420949"/>
                  </a:moveTo>
                  <a:cubicBezTo>
                    <a:pt x="174989" y="283113"/>
                    <a:pt x="143030" y="144224"/>
                    <a:pt x="52835" y="39356"/>
                  </a:cubicBezTo>
                  <a:cubicBezTo>
                    <a:pt x="45733" y="31290"/>
                    <a:pt x="32239" y="16910"/>
                    <a:pt x="17680" y="4284"/>
                  </a:cubicBezTo>
                  <a:cubicBezTo>
                    <a:pt x="13418" y="75"/>
                    <a:pt x="12708" y="75"/>
                    <a:pt x="7737" y="75"/>
                  </a:cubicBezTo>
                  <a:cubicBezTo>
                    <a:pt x="3476" y="75"/>
                    <a:pt x="280" y="75"/>
                    <a:pt x="280" y="3582"/>
                  </a:cubicBezTo>
                  <a:cubicBezTo>
                    <a:pt x="280" y="4985"/>
                    <a:pt x="1700" y="6388"/>
                    <a:pt x="2410" y="7089"/>
                  </a:cubicBezTo>
                  <a:cubicBezTo>
                    <a:pt x="14839" y="19716"/>
                    <a:pt x="38631" y="43214"/>
                    <a:pt x="62422" y="81093"/>
                  </a:cubicBezTo>
                  <a:cubicBezTo>
                    <a:pt x="119593" y="171581"/>
                    <a:pt x="145515" y="285568"/>
                    <a:pt x="145515" y="420598"/>
                  </a:cubicBezTo>
                  <a:cubicBezTo>
                    <a:pt x="145515" y="514944"/>
                    <a:pt x="132732" y="636647"/>
                    <a:pt x="74140" y="741164"/>
                  </a:cubicBezTo>
                  <a:cubicBezTo>
                    <a:pt x="46088" y="790967"/>
                    <a:pt x="16614" y="820078"/>
                    <a:pt x="1700" y="834808"/>
                  </a:cubicBezTo>
                  <a:cubicBezTo>
                    <a:pt x="990" y="835861"/>
                    <a:pt x="280" y="836913"/>
                    <a:pt x="280" y="837965"/>
                  </a:cubicBezTo>
                  <a:cubicBezTo>
                    <a:pt x="280" y="841472"/>
                    <a:pt x="3476" y="841472"/>
                    <a:pt x="7737" y="841472"/>
                  </a:cubicBezTo>
                  <a:cubicBezTo>
                    <a:pt x="12708" y="841472"/>
                    <a:pt x="13418" y="841472"/>
                    <a:pt x="18745" y="836211"/>
                  </a:cubicBezTo>
                  <a:cubicBezTo>
                    <a:pt x="137703" y="729239"/>
                    <a:pt x="174989" y="568606"/>
                    <a:pt x="174989" y="420949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87" name="Group 86" descr="\documentclass{article}&#10;\usepackage{amsmath,amssymb}&#10;\pagestyle{empty}&#10;\begin{document}&#10;&#10;\newcommand{\score}{\textrm{score}}&#10;\newcommand{\classify}{\textrm{classify}}&#10;\newcommand{\bx}{\mathbf{x}}&#10;&#10;\begin{align*}&#10;U\left(-\sqrt{\frac{3}{d}}, \sqrt{\frac{3}{d}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B895E8CF-B545-4A75-BBF7-733911FB3251}"/>
              </a:ext>
            </a:extLst>
          </p:cNvPr>
          <p:cNvGrpSpPr>
            <a:grpSpLocks noChangeAspect="1"/>
          </p:cNvGrpSpPr>
          <p:nvPr>
            <p:custDataLst>
              <p:tags r:id="rId59"/>
            </p:custDataLst>
          </p:nvPr>
        </p:nvGrpSpPr>
        <p:grpSpPr>
          <a:xfrm>
            <a:off x="4155479" y="5308618"/>
            <a:ext cx="2464816" cy="1062460"/>
            <a:chOff x="9556854" y="5161608"/>
            <a:chExt cx="2464816" cy="1062460"/>
          </a:xfrm>
        </p:grpSpPr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B5CBEC8E-9986-154D-5CF5-1B89B2B290FB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9556854" y="5539621"/>
              <a:ext cx="244669" cy="249761"/>
            </a:xfrm>
            <a:custGeom>
              <a:avLst/>
              <a:gdLst>
                <a:gd name="connsiteX0" fmla="*/ 200734 w 244669"/>
                <a:gd name="connsiteY0" fmla="*/ 37290 h 249761"/>
                <a:gd name="connsiteX1" fmla="*/ 238865 w 244669"/>
                <a:gd name="connsiteY1" fmla="*/ 11074 h 249761"/>
                <a:gd name="connsiteX2" fmla="*/ 244867 w 244669"/>
                <a:gd name="connsiteY2" fmla="*/ 3988 h 249761"/>
                <a:gd name="connsiteX3" fmla="*/ 240277 w 244669"/>
                <a:gd name="connsiteY3" fmla="*/ 91 h 249761"/>
                <a:gd name="connsiteX4" fmla="*/ 204265 w 244669"/>
                <a:gd name="connsiteY4" fmla="*/ 1154 h 249761"/>
                <a:gd name="connsiteX5" fmla="*/ 167547 w 244669"/>
                <a:gd name="connsiteY5" fmla="*/ 91 h 249761"/>
                <a:gd name="connsiteX6" fmla="*/ 161192 w 244669"/>
                <a:gd name="connsiteY6" fmla="*/ 7177 h 249761"/>
                <a:gd name="connsiteX7" fmla="*/ 167547 w 244669"/>
                <a:gd name="connsiteY7" fmla="*/ 11074 h 249761"/>
                <a:gd name="connsiteX8" fmla="*/ 191555 w 244669"/>
                <a:gd name="connsiteY8" fmla="*/ 26662 h 249761"/>
                <a:gd name="connsiteX9" fmla="*/ 190496 w 244669"/>
                <a:gd name="connsiteY9" fmla="*/ 34101 h 249761"/>
                <a:gd name="connsiteX10" fmla="*/ 158720 w 244669"/>
                <a:gd name="connsiteY10" fmla="*/ 160576 h 249761"/>
                <a:gd name="connsiteX11" fmla="*/ 70809 w 244669"/>
                <a:gd name="connsiteY11" fmla="*/ 238870 h 249761"/>
                <a:gd name="connsiteX12" fmla="*/ 27736 w 244669"/>
                <a:gd name="connsiteY12" fmla="*/ 192815 h 249761"/>
                <a:gd name="connsiteX13" fmla="*/ 31620 w 244669"/>
                <a:gd name="connsiteY13" fmla="*/ 165182 h 249761"/>
                <a:gd name="connsiteX14" fmla="*/ 65866 w 244669"/>
                <a:gd name="connsiteY14" fmla="*/ 27370 h 249761"/>
                <a:gd name="connsiteX15" fmla="*/ 95523 w 244669"/>
                <a:gd name="connsiteY15" fmla="*/ 11074 h 249761"/>
                <a:gd name="connsiteX16" fmla="*/ 107527 w 244669"/>
                <a:gd name="connsiteY16" fmla="*/ 3988 h 249761"/>
                <a:gd name="connsiteX17" fmla="*/ 102584 w 244669"/>
                <a:gd name="connsiteY17" fmla="*/ 91 h 249761"/>
                <a:gd name="connsiteX18" fmla="*/ 57393 w 244669"/>
                <a:gd name="connsiteY18" fmla="*/ 1154 h 249761"/>
                <a:gd name="connsiteX19" fmla="*/ 11848 w 244669"/>
                <a:gd name="connsiteY19" fmla="*/ 91 h 249761"/>
                <a:gd name="connsiteX20" fmla="*/ 5140 w 244669"/>
                <a:gd name="connsiteY20" fmla="*/ 7177 h 249761"/>
                <a:gd name="connsiteX21" fmla="*/ 15026 w 244669"/>
                <a:gd name="connsiteY21" fmla="*/ 11074 h 249761"/>
                <a:gd name="connsiteX22" fmla="*/ 28442 w 244669"/>
                <a:gd name="connsiteY22" fmla="*/ 11782 h 249761"/>
                <a:gd name="connsiteX23" fmla="*/ 37975 w 244669"/>
                <a:gd name="connsiteY23" fmla="*/ 17450 h 249761"/>
                <a:gd name="connsiteX24" fmla="*/ 31973 w 244669"/>
                <a:gd name="connsiteY24" fmla="*/ 42604 h 249761"/>
                <a:gd name="connsiteX25" fmla="*/ 24205 w 244669"/>
                <a:gd name="connsiteY25" fmla="*/ 73780 h 249761"/>
                <a:gd name="connsiteX26" fmla="*/ 2669 w 244669"/>
                <a:gd name="connsiteY26" fmla="*/ 161285 h 249761"/>
                <a:gd name="connsiteX27" fmla="*/ 197 w 244669"/>
                <a:gd name="connsiteY27" fmla="*/ 181832 h 249761"/>
                <a:gd name="connsiteX28" fmla="*/ 69397 w 244669"/>
                <a:gd name="connsiteY28" fmla="*/ 249853 h 249761"/>
                <a:gd name="connsiteX29" fmla="*/ 169312 w 244669"/>
                <a:gd name="connsiteY29" fmla="*/ 163056 h 249761"/>
                <a:gd name="connsiteX30" fmla="*/ 200734 w 244669"/>
                <a:gd name="connsiteY30" fmla="*/ 37290 h 24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44669" h="249761">
                  <a:moveTo>
                    <a:pt x="200734" y="37290"/>
                  </a:moveTo>
                  <a:cubicBezTo>
                    <a:pt x="204265" y="22765"/>
                    <a:pt x="210620" y="12136"/>
                    <a:pt x="238865" y="11074"/>
                  </a:cubicBezTo>
                  <a:cubicBezTo>
                    <a:pt x="240630" y="11074"/>
                    <a:pt x="244867" y="10719"/>
                    <a:pt x="244867" y="3988"/>
                  </a:cubicBezTo>
                  <a:cubicBezTo>
                    <a:pt x="244867" y="3634"/>
                    <a:pt x="244867" y="91"/>
                    <a:pt x="240277" y="91"/>
                  </a:cubicBezTo>
                  <a:cubicBezTo>
                    <a:pt x="228626" y="91"/>
                    <a:pt x="216269" y="1154"/>
                    <a:pt x="204265" y="1154"/>
                  </a:cubicBezTo>
                  <a:cubicBezTo>
                    <a:pt x="192261" y="1154"/>
                    <a:pt x="179198" y="91"/>
                    <a:pt x="167547" y="91"/>
                  </a:cubicBezTo>
                  <a:cubicBezTo>
                    <a:pt x="165429" y="91"/>
                    <a:pt x="161192" y="91"/>
                    <a:pt x="161192" y="7177"/>
                  </a:cubicBezTo>
                  <a:cubicBezTo>
                    <a:pt x="161192" y="11074"/>
                    <a:pt x="164722" y="11074"/>
                    <a:pt x="167547" y="11074"/>
                  </a:cubicBezTo>
                  <a:cubicBezTo>
                    <a:pt x="187671" y="11428"/>
                    <a:pt x="191555" y="18868"/>
                    <a:pt x="191555" y="26662"/>
                  </a:cubicBezTo>
                  <a:cubicBezTo>
                    <a:pt x="191555" y="27724"/>
                    <a:pt x="190849" y="33038"/>
                    <a:pt x="190496" y="34101"/>
                  </a:cubicBezTo>
                  <a:lnTo>
                    <a:pt x="158720" y="160576"/>
                  </a:lnTo>
                  <a:cubicBezTo>
                    <a:pt x="146717" y="208049"/>
                    <a:pt x="106115" y="238870"/>
                    <a:pt x="70809" y="238870"/>
                  </a:cubicBezTo>
                  <a:cubicBezTo>
                    <a:pt x="46801" y="238870"/>
                    <a:pt x="27736" y="223282"/>
                    <a:pt x="27736" y="192815"/>
                  </a:cubicBezTo>
                  <a:cubicBezTo>
                    <a:pt x="27736" y="192106"/>
                    <a:pt x="27736" y="180770"/>
                    <a:pt x="31620" y="165182"/>
                  </a:cubicBezTo>
                  <a:lnTo>
                    <a:pt x="65866" y="27370"/>
                  </a:lnTo>
                  <a:cubicBezTo>
                    <a:pt x="69044" y="14616"/>
                    <a:pt x="69750" y="11074"/>
                    <a:pt x="95523" y="11074"/>
                  </a:cubicBezTo>
                  <a:cubicBezTo>
                    <a:pt x="104703" y="11074"/>
                    <a:pt x="107527" y="11074"/>
                    <a:pt x="107527" y="3988"/>
                  </a:cubicBezTo>
                  <a:cubicBezTo>
                    <a:pt x="107527" y="91"/>
                    <a:pt x="103643" y="91"/>
                    <a:pt x="102584" y="91"/>
                  </a:cubicBezTo>
                  <a:cubicBezTo>
                    <a:pt x="92699" y="91"/>
                    <a:pt x="67278" y="1154"/>
                    <a:pt x="57393" y="1154"/>
                  </a:cubicBezTo>
                  <a:cubicBezTo>
                    <a:pt x="47154" y="1154"/>
                    <a:pt x="22087" y="91"/>
                    <a:pt x="11848" y="91"/>
                  </a:cubicBezTo>
                  <a:cubicBezTo>
                    <a:pt x="9024" y="91"/>
                    <a:pt x="5140" y="91"/>
                    <a:pt x="5140" y="7177"/>
                  </a:cubicBezTo>
                  <a:cubicBezTo>
                    <a:pt x="5140" y="11074"/>
                    <a:pt x="8318" y="11074"/>
                    <a:pt x="15026" y="11074"/>
                  </a:cubicBezTo>
                  <a:cubicBezTo>
                    <a:pt x="15732" y="11074"/>
                    <a:pt x="22440" y="11074"/>
                    <a:pt x="28442" y="11782"/>
                  </a:cubicBezTo>
                  <a:cubicBezTo>
                    <a:pt x="34797" y="12491"/>
                    <a:pt x="37975" y="12845"/>
                    <a:pt x="37975" y="17450"/>
                  </a:cubicBezTo>
                  <a:cubicBezTo>
                    <a:pt x="37975" y="19576"/>
                    <a:pt x="34091" y="34455"/>
                    <a:pt x="31973" y="42604"/>
                  </a:cubicBezTo>
                  <a:lnTo>
                    <a:pt x="24205" y="73780"/>
                  </a:lnTo>
                  <a:cubicBezTo>
                    <a:pt x="21028" y="87596"/>
                    <a:pt x="4081" y="154554"/>
                    <a:pt x="2669" y="161285"/>
                  </a:cubicBezTo>
                  <a:cubicBezTo>
                    <a:pt x="197" y="171204"/>
                    <a:pt x="197" y="176518"/>
                    <a:pt x="197" y="181832"/>
                  </a:cubicBezTo>
                  <a:cubicBezTo>
                    <a:pt x="197" y="225054"/>
                    <a:pt x="32326" y="249853"/>
                    <a:pt x="69397" y="249853"/>
                  </a:cubicBezTo>
                  <a:cubicBezTo>
                    <a:pt x="113882" y="249853"/>
                    <a:pt x="157661" y="209820"/>
                    <a:pt x="169312" y="163056"/>
                  </a:cubicBezTo>
                  <a:lnTo>
                    <a:pt x="200734" y="37290"/>
                  </a:lnTo>
                  <a:close/>
                </a:path>
              </a:pathLst>
            </a:custGeom>
            <a:solidFill>
              <a:srgbClr val="000000"/>
            </a:solidFill>
            <a:ln w="3553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60D5EBAC-40CC-F7E2-3453-4DACE19EEC62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9954915" y="5161608"/>
              <a:ext cx="183943" cy="1062460"/>
            </a:xfrm>
            <a:custGeom>
              <a:avLst/>
              <a:gdLst>
                <a:gd name="connsiteX0" fmla="*/ 184150 w 183943"/>
                <a:gd name="connsiteY0" fmla="*/ 1058992 h 1062460"/>
                <a:gd name="connsiteX1" fmla="*/ 182032 w 183943"/>
                <a:gd name="connsiteY1" fmla="*/ 1054740 h 1062460"/>
                <a:gd name="connsiteX2" fmla="*/ 99063 w 183943"/>
                <a:gd name="connsiteY2" fmla="*/ 919054 h 1062460"/>
                <a:gd name="connsiteX3" fmla="*/ 34454 w 183943"/>
                <a:gd name="connsiteY3" fmla="*/ 531481 h 1062460"/>
                <a:gd name="connsiteX4" fmla="*/ 104006 w 183943"/>
                <a:gd name="connsiteY4" fmla="*/ 131863 h 1062460"/>
                <a:gd name="connsiteX5" fmla="*/ 182738 w 183943"/>
                <a:gd name="connsiteY5" fmla="*/ 6805 h 1062460"/>
                <a:gd name="connsiteX6" fmla="*/ 184150 w 183943"/>
                <a:gd name="connsiteY6" fmla="*/ 3617 h 1062460"/>
                <a:gd name="connsiteX7" fmla="*/ 176383 w 183943"/>
                <a:gd name="connsiteY7" fmla="*/ 74 h 1062460"/>
                <a:gd name="connsiteX8" fmla="*/ 169675 w 183943"/>
                <a:gd name="connsiteY8" fmla="*/ 783 h 1062460"/>
                <a:gd name="connsiteX9" fmla="*/ 119894 w 183943"/>
                <a:gd name="connsiteY9" fmla="*/ 61363 h 1062460"/>
                <a:gd name="connsiteX10" fmla="*/ 11505 w 183943"/>
                <a:gd name="connsiteY10" fmla="*/ 358243 h 1062460"/>
                <a:gd name="connsiteX11" fmla="*/ 207 w 183943"/>
                <a:gd name="connsiteY11" fmla="*/ 531127 h 1062460"/>
                <a:gd name="connsiteX12" fmla="*/ 73290 w 183943"/>
                <a:gd name="connsiteY12" fmla="*/ 920117 h 1062460"/>
                <a:gd name="connsiteX13" fmla="*/ 166850 w 183943"/>
                <a:gd name="connsiteY13" fmla="*/ 1059346 h 1062460"/>
                <a:gd name="connsiteX14" fmla="*/ 176383 w 183943"/>
                <a:gd name="connsiteY14" fmla="*/ 1062534 h 1062460"/>
                <a:gd name="connsiteX15" fmla="*/ 184150 w 183943"/>
                <a:gd name="connsiteY15" fmla="*/ 1058992 h 1062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3943" h="1062460">
                  <a:moveTo>
                    <a:pt x="184150" y="1058992"/>
                  </a:moveTo>
                  <a:cubicBezTo>
                    <a:pt x="184150" y="1057929"/>
                    <a:pt x="184150" y="1057220"/>
                    <a:pt x="182032" y="1054740"/>
                  </a:cubicBezTo>
                  <a:cubicBezTo>
                    <a:pt x="148138" y="1013645"/>
                    <a:pt x="119894" y="968298"/>
                    <a:pt x="99063" y="919054"/>
                  </a:cubicBezTo>
                  <a:cubicBezTo>
                    <a:pt x="52813" y="810647"/>
                    <a:pt x="34454" y="683818"/>
                    <a:pt x="34454" y="531481"/>
                  </a:cubicBezTo>
                  <a:cubicBezTo>
                    <a:pt x="34454" y="380562"/>
                    <a:pt x="51753" y="248064"/>
                    <a:pt x="104006" y="131863"/>
                  </a:cubicBezTo>
                  <a:cubicBezTo>
                    <a:pt x="124483" y="86871"/>
                    <a:pt x="151316" y="45067"/>
                    <a:pt x="182738" y="6805"/>
                  </a:cubicBezTo>
                  <a:cubicBezTo>
                    <a:pt x="183444" y="5742"/>
                    <a:pt x="184150" y="5034"/>
                    <a:pt x="184150" y="3617"/>
                  </a:cubicBezTo>
                  <a:cubicBezTo>
                    <a:pt x="184150" y="74"/>
                    <a:pt x="181679" y="74"/>
                    <a:pt x="176383" y="74"/>
                  </a:cubicBezTo>
                  <a:cubicBezTo>
                    <a:pt x="171087" y="74"/>
                    <a:pt x="170381" y="74"/>
                    <a:pt x="169675" y="783"/>
                  </a:cubicBezTo>
                  <a:cubicBezTo>
                    <a:pt x="169322" y="1137"/>
                    <a:pt x="147432" y="22393"/>
                    <a:pt x="119894" y="61363"/>
                  </a:cubicBezTo>
                  <a:cubicBezTo>
                    <a:pt x="58462" y="148514"/>
                    <a:pt x="27392" y="252670"/>
                    <a:pt x="11505" y="358243"/>
                  </a:cubicBezTo>
                  <a:cubicBezTo>
                    <a:pt x="3031" y="415280"/>
                    <a:pt x="207" y="473381"/>
                    <a:pt x="207" y="531127"/>
                  </a:cubicBezTo>
                  <a:cubicBezTo>
                    <a:pt x="207" y="663625"/>
                    <a:pt x="16801" y="798956"/>
                    <a:pt x="73290" y="920117"/>
                  </a:cubicBezTo>
                  <a:cubicBezTo>
                    <a:pt x="98357" y="973966"/>
                    <a:pt x="131898" y="1022502"/>
                    <a:pt x="166850" y="1059346"/>
                  </a:cubicBezTo>
                  <a:cubicBezTo>
                    <a:pt x="170028" y="1062180"/>
                    <a:pt x="170381" y="1062534"/>
                    <a:pt x="176383" y="1062534"/>
                  </a:cubicBezTo>
                  <a:cubicBezTo>
                    <a:pt x="181679" y="1062534"/>
                    <a:pt x="184150" y="1062534"/>
                    <a:pt x="184150" y="1058992"/>
                  </a:cubicBezTo>
                  <a:close/>
                </a:path>
              </a:pathLst>
            </a:custGeom>
            <a:solidFill>
              <a:srgbClr val="000000"/>
            </a:solidFill>
            <a:ln w="3553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6EC44D0E-FED0-FD1F-8E4D-86EDB6535D78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10180402" y="5685935"/>
              <a:ext cx="215718" cy="14170"/>
            </a:xfrm>
            <a:custGeom>
              <a:avLst/>
              <a:gdLst>
                <a:gd name="connsiteX0" fmla="*/ 203576 w 215718"/>
                <a:gd name="connsiteY0" fmla="*/ 14262 h 14170"/>
                <a:gd name="connsiteX1" fmla="*/ 215933 w 215718"/>
                <a:gd name="connsiteY1" fmla="*/ 7177 h 14170"/>
                <a:gd name="connsiteX2" fmla="*/ 203576 w 215718"/>
                <a:gd name="connsiteY2" fmla="*/ 91 h 14170"/>
                <a:gd name="connsiteX3" fmla="*/ 12572 w 215718"/>
                <a:gd name="connsiteY3" fmla="*/ 91 h 14170"/>
                <a:gd name="connsiteX4" fmla="*/ 215 w 215718"/>
                <a:gd name="connsiteY4" fmla="*/ 7177 h 14170"/>
                <a:gd name="connsiteX5" fmla="*/ 12572 w 215718"/>
                <a:gd name="connsiteY5" fmla="*/ 14262 h 14170"/>
                <a:gd name="connsiteX6" fmla="*/ 203576 w 215718"/>
                <a:gd name="connsiteY6" fmla="*/ 14262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718" h="14170">
                  <a:moveTo>
                    <a:pt x="203576" y="14262"/>
                  </a:moveTo>
                  <a:cubicBezTo>
                    <a:pt x="209578" y="14262"/>
                    <a:pt x="215933" y="14262"/>
                    <a:pt x="215933" y="7177"/>
                  </a:cubicBezTo>
                  <a:cubicBezTo>
                    <a:pt x="215933" y="91"/>
                    <a:pt x="209578" y="91"/>
                    <a:pt x="203576" y="91"/>
                  </a:cubicBezTo>
                  <a:lnTo>
                    <a:pt x="12572" y="91"/>
                  </a:lnTo>
                  <a:cubicBezTo>
                    <a:pt x="6570" y="91"/>
                    <a:pt x="215" y="91"/>
                    <a:pt x="215" y="7177"/>
                  </a:cubicBezTo>
                  <a:cubicBezTo>
                    <a:pt x="215" y="14262"/>
                    <a:pt x="6570" y="14262"/>
                    <a:pt x="12572" y="14262"/>
                  </a:cubicBezTo>
                  <a:lnTo>
                    <a:pt x="203576" y="14262"/>
                  </a:lnTo>
                  <a:close/>
                </a:path>
              </a:pathLst>
            </a:custGeom>
            <a:solidFill>
              <a:srgbClr val="000000"/>
            </a:solidFill>
            <a:ln w="3553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3E661B71-39F8-DAAA-773E-A63391EB3EC1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10464890" y="5210740"/>
              <a:ext cx="320929" cy="850251"/>
            </a:xfrm>
            <a:custGeom>
              <a:avLst/>
              <a:gdLst>
                <a:gd name="connsiteX0" fmla="*/ 125558 w 320929"/>
                <a:gd name="connsiteY0" fmla="*/ 780181 h 850251"/>
                <a:gd name="connsiteX1" fmla="*/ 125205 w 320929"/>
                <a:gd name="connsiteY1" fmla="*/ 780181 h 850251"/>
                <a:gd name="connsiteX2" fmla="*/ 48945 w 320929"/>
                <a:gd name="connsiteY2" fmla="*/ 425201 h 850251"/>
                <a:gd name="connsiteX3" fmla="*/ 2694 w 320929"/>
                <a:gd name="connsiteY3" fmla="*/ 498181 h 850251"/>
                <a:gd name="connsiteX4" fmla="*/ 223 w 320929"/>
                <a:gd name="connsiteY4" fmla="*/ 502432 h 850251"/>
                <a:gd name="connsiteX5" fmla="*/ 5165 w 320929"/>
                <a:gd name="connsiteY5" fmla="*/ 508101 h 850251"/>
                <a:gd name="connsiteX6" fmla="*/ 29173 w 320929"/>
                <a:gd name="connsiteY6" fmla="*/ 470194 h 850251"/>
                <a:gd name="connsiteX7" fmla="*/ 110730 w 320929"/>
                <a:gd name="connsiteY7" fmla="*/ 850327 h 850251"/>
                <a:gd name="connsiteX8" fmla="*/ 125558 w 320929"/>
                <a:gd name="connsiteY8" fmla="*/ 841116 h 850251"/>
                <a:gd name="connsiteX9" fmla="*/ 319740 w 320929"/>
                <a:gd name="connsiteY9" fmla="*/ 14601 h 850251"/>
                <a:gd name="connsiteX10" fmla="*/ 321152 w 320929"/>
                <a:gd name="connsiteY10" fmla="*/ 7161 h 850251"/>
                <a:gd name="connsiteX11" fmla="*/ 314091 w 320929"/>
                <a:gd name="connsiteY11" fmla="*/ 76 h 850251"/>
                <a:gd name="connsiteX12" fmla="*/ 306324 w 320929"/>
                <a:gd name="connsiteY12" fmla="*/ 9641 h 850251"/>
                <a:gd name="connsiteX13" fmla="*/ 125558 w 320929"/>
                <a:gd name="connsiteY13" fmla="*/ 780181 h 850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20929" h="850251">
                  <a:moveTo>
                    <a:pt x="125558" y="780181"/>
                  </a:moveTo>
                  <a:lnTo>
                    <a:pt x="125205" y="780181"/>
                  </a:lnTo>
                  <a:lnTo>
                    <a:pt x="48945" y="425201"/>
                  </a:lnTo>
                  <a:lnTo>
                    <a:pt x="2694" y="498181"/>
                  </a:lnTo>
                  <a:cubicBezTo>
                    <a:pt x="223" y="501370"/>
                    <a:pt x="223" y="502078"/>
                    <a:pt x="223" y="502432"/>
                  </a:cubicBezTo>
                  <a:cubicBezTo>
                    <a:pt x="223" y="503850"/>
                    <a:pt x="4812" y="507747"/>
                    <a:pt x="5165" y="508101"/>
                  </a:cubicBezTo>
                  <a:lnTo>
                    <a:pt x="29173" y="470194"/>
                  </a:lnTo>
                  <a:lnTo>
                    <a:pt x="110730" y="850327"/>
                  </a:lnTo>
                  <a:cubicBezTo>
                    <a:pt x="122381" y="850327"/>
                    <a:pt x="123440" y="850327"/>
                    <a:pt x="125558" y="841116"/>
                  </a:cubicBezTo>
                  <a:lnTo>
                    <a:pt x="319740" y="14601"/>
                  </a:lnTo>
                  <a:cubicBezTo>
                    <a:pt x="320446" y="12121"/>
                    <a:pt x="321152" y="8932"/>
                    <a:pt x="321152" y="7161"/>
                  </a:cubicBezTo>
                  <a:cubicBezTo>
                    <a:pt x="321152" y="3264"/>
                    <a:pt x="318328" y="76"/>
                    <a:pt x="314091" y="76"/>
                  </a:cubicBezTo>
                  <a:cubicBezTo>
                    <a:pt x="308442" y="76"/>
                    <a:pt x="307383" y="4681"/>
                    <a:pt x="306324" y="9641"/>
                  </a:cubicBezTo>
                  <a:lnTo>
                    <a:pt x="125558" y="780181"/>
                  </a:lnTo>
                  <a:close/>
                </a:path>
              </a:pathLst>
            </a:custGeom>
            <a:solidFill>
              <a:srgbClr val="000000"/>
            </a:solidFill>
            <a:ln w="3553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D720EB1F-71B0-B704-79CF-1E64C532BF3D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10778759" y="5210740"/>
              <a:ext cx="268495" cy="14170"/>
            </a:xfrm>
            <a:custGeom>
              <a:avLst/>
              <a:gdLst>
                <a:gd name="connsiteX0" fmla="*/ 0 w 268495"/>
                <a:gd name="connsiteY0" fmla="*/ 0 h 14170"/>
                <a:gd name="connsiteX1" fmla="*/ 268496 w 268495"/>
                <a:gd name="connsiteY1" fmla="*/ 0 h 14170"/>
                <a:gd name="connsiteX2" fmla="*/ 268496 w 268495"/>
                <a:gd name="connsiteY2" fmla="*/ 14170 h 14170"/>
                <a:gd name="connsiteX3" fmla="*/ 0 w 268495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495" h="14170">
                  <a:moveTo>
                    <a:pt x="0" y="0"/>
                  </a:moveTo>
                  <a:lnTo>
                    <a:pt x="268496" y="0"/>
                  </a:lnTo>
                  <a:lnTo>
                    <a:pt x="268496" y="14170"/>
                  </a:lnTo>
                  <a:lnTo>
                    <a:pt x="0" y="14170"/>
                  </a:lnTo>
                  <a:close/>
                </a:path>
              </a:pathLst>
            </a:custGeom>
            <a:solidFill>
              <a:srgbClr val="000000"/>
            </a:solidFill>
            <a:ln w="3553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BF86F1C2-4B63-ECDC-99C6-72F62C0AD772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0839571" y="5305976"/>
              <a:ext cx="146519" cy="243738"/>
            </a:xfrm>
            <a:custGeom>
              <a:avLst/>
              <a:gdLst>
                <a:gd name="connsiteX0" fmla="*/ 87792 w 146519"/>
                <a:gd name="connsiteY0" fmla="*/ 111326 h 243738"/>
                <a:gd name="connsiteX1" fmla="*/ 137220 w 146519"/>
                <a:gd name="connsiteY1" fmla="*/ 48974 h 243738"/>
                <a:gd name="connsiteX2" fmla="*/ 72258 w 146519"/>
                <a:gd name="connsiteY2" fmla="*/ 84 h 243738"/>
                <a:gd name="connsiteX3" fmla="*/ 9766 w 146519"/>
                <a:gd name="connsiteY3" fmla="*/ 48265 h 243738"/>
                <a:gd name="connsiteX4" fmla="*/ 27772 w 146519"/>
                <a:gd name="connsiteY4" fmla="*/ 66687 h 243738"/>
                <a:gd name="connsiteX5" fmla="*/ 45778 w 146519"/>
                <a:gd name="connsiteY5" fmla="*/ 48620 h 243738"/>
                <a:gd name="connsiteX6" fmla="*/ 23889 w 146519"/>
                <a:gd name="connsiteY6" fmla="*/ 30906 h 243738"/>
                <a:gd name="connsiteX7" fmla="*/ 70845 w 146519"/>
                <a:gd name="connsiteY7" fmla="*/ 8941 h 243738"/>
                <a:gd name="connsiteX8" fmla="*/ 104739 w 146519"/>
                <a:gd name="connsiteY8" fmla="*/ 48620 h 243738"/>
                <a:gd name="connsiteX9" fmla="*/ 94853 w 146519"/>
                <a:gd name="connsiteY9" fmla="*/ 89007 h 243738"/>
                <a:gd name="connsiteX10" fmla="*/ 63431 w 146519"/>
                <a:gd name="connsiteY10" fmla="*/ 107429 h 243738"/>
                <a:gd name="connsiteX11" fmla="*/ 49662 w 146519"/>
                <a:gd name="connsiteY11" fmla="*/ 108492 h 243738"/>
                <a:gd name="connsiteX12" fmla="*/ 44366 w 146519"/>
                <a:gd name="connsiteY12" fmla="*/ 112743 h 243738"/>
                <a:gd name="connsiteX13" fmla="*/ 52839 w 146519"/>
                <a:gd name="connsiteY13" fmla="*/ 116640 h 243738"/>
                <a:gd name="connsiteX14" fmla="*/ 68374 w 146519"/>
                <a:gd name="connsiteY14" fmla="*/ 116640 h 243738"/>
                <a:gd name="connsiteX15" fmla="*/ 110388 w 146519"/>
                <a:gd name="connsiteY15" fmla="*/ 175449 h 243738"/>
                <a:gd name="connsiteX16" fmla="*/ 70492 w 146519"/>
                <a:gd name="connsiteY16" fmla="*/ 233904 h 243738"/>
                <a:gd name="connsiteX17" fmla="*/ 16474 w 146519"/>
                <a:gd name="connsiteY17" fmla="*/ 206979 h 243738"/>
                <a:gd name="connsiteX18" fmla="*/ 39776 w 146519"/>
                <a:gd name="connsiteY18" fmla="*/ 187494 h 243738"/>
                <a:gd name="connsiteX19" fmla="*/ 20005 w 146519"/>
                <a:gd name="connsiteY19" fmla="*/ 167655 h 243738"/>
                <a:gd name="connsiteX20" fmla="*/ 234 w 146519"/>
                <a:gd name="connsiteY20" fmla="*/ 188203 h 243738"/>
                <a:gd name="connsiteX21" fmla="*/ 71552 w 146519"/>
                <a:gd name="connsiteY21" fmla="*/ 243823 h 243738"/>
                <a:gd name="connsiteX22" fmla="*/ 146753 w 146519"/>
                <a:gd name="connsiteY22" fmla="*/ 175449 h 243738"/>
                <a:gd name="connsiteX23" fmla="*/ 87792 w 146519"/>
                <a:gd name="connsiteY23" fmla="*/ 111326 h 243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46519" h="243738">
                  <a:moveTo>
                    <a:pt x="87792" y="111326"/>
                  </a:moveTo>
                  <a:cubicBezTo>
                    <a:pt x="116743" y="101760"/>
                    <a:pt x="137220" y="76961"/>
                    <a:pt x="137220" y="48974"/>
                  </a:cubicBezTo>
                  <a:cubicBezTo>
                    <a:pt x="137220" y="19924"/>
                    <a:pt x="106151" y="84"/>
                    <a:pt x="72258" y="84"/>
                  </a:cubicBezTo>
                  <a:cubicBezTo>
                    <a:pt x="36599" y="84"/>
                    <a:pt x="9766" y="21341"/>
                    <a:pt x="9766" y="48265"/>
                  </a:cubicBezTo>
                  <a:cubicBezTo>
                    <a:pt x="9766" y="59956"/>
                    <a:pt x="17534" y="66687"/>
                    <a:pt x="27772" y="66687"/>
                  </a:cubicBezTo>
                  <a:cubicBezTo>
                    <a:pt x="38717" y="66687"/>
                    <a:pt x="45778" y="58893"/>
                    <a:pt x="45778" y="48620"/>
                  </a:cubicBezTo>
                  <a:cubicBezTo>
                    <a:pt x="45778" y="30906"/>
                    <a:pt x="29185" y="30906"/>
                    <a:pt x="23889" y="30906"/>
                  </a:cubicBezTo>
                  <a:cubicBezTo>
                    <a:pt x="34833" y="13547"/>
                    <a:pt x="58135" y="8941"/>
                    <a:pt x="70845" y="8941"/>
                  </a:cubicBezTo>
                  <a:cubicBezTo>
                    <a:pt x="85321" y="8941"/>
                    <a:pt x="104739" y="16735"/>
                    <a:pt x="104739" y="48620"/>
                  </a:cubicBezTo>
                  <a:cubicBezTo>
                    <a:pt x="104739" y="52871"/>
                    <a:pt x="104033" y="73419"/>
                    <a:pt x="94853" y="89007"/>
                  </a:cubicBezTo>
                  <a:cubicBezTo>
                    <a:pt x="84262" y="106012"/>
                    <a:pt x="72258" y="107074"/>
                    <a:pt x="63431" y="107429"/>
                  </a:cubicBezTo>
                  <a:cubicBezTo>
                    <a:pt x="60607" y="107783"/>
                    <a:pt x="52133" y="108492"/>
                    <a:pt x="49662" y="108492"/>
                  </a:cubicBezTo>
                  <a:cubicBezTo>
                    <a:pt x="46837" y="108846"/>
                    <a:pt x="44366" y="109200"/>
                    <a:pt x="44366" y="112743"/>
                  </a:cubicBezTo>
                  <a:cubicBezTo>
                    <a:pt x="44366" y="116640"/>
                    <a:pt x="46837" y="116640"/>
                    <a:pt x="52839" y="116640"/>
                  </a:cubicBezTo>
                  <a:lnTo>
                    <a:pt x="68374" y="116640"/>
                  </a:lnTo>
                  <a:cubicBezTo>
                    <a:pt x="97325" y="116640"/>
                    <a:pt x="110388" y="140730"/>
                    <a:pt x="110388" y="175449"/>
                  </a:cubicBezTo>
                  <a:cubicBezTo>
                    <a:pt x="110388" y="223630"/>
                    <a:pt x="86027" y="233904"/>
                    <a:pt x="70492" y="233904"/>
                  </a:cubicBezTo>
                  <a:cubicBezTo>
                    <a:pt x="55311" y="233904"/>
                    <a:pt x="28832" y="227881"/>
                    <a:pt x="16474" y="206979"/>
                  </a:cubicBezTo>
                  <a:cubicBezTo>
                    <a:pt x="28832" y="208750"/>
                    <a:pt x="39776" y="200956"/>
                    <a:pt x="39776" y="187494"/>
                  </a:cubicBezTo>
                  <a:cubicBezTo>
                    <a:pt x="39776" y="174740"/>
                    <a:pt x="30244" y="167655"/>
                    <a:pt x="20005" y="167655"/>
                  </a:cubicBezTo>
                  <a:cubicBezTo>
                    <a:pt x="11532" y="167655"/>
                    <a:pt x="234" y="172615"/>
                    <a:pt x="234" y="188203"/>
                  </a:cubicBezTo>
                  <a:cubicBezTo>
                    <a:pt x="234" y="220441"/>
                    <a:pt x="33068" y="243823"/>
                    <a:pt x="71552" y="243823"/>
                  </a:cubicBezTo>
                  <a:cubicBezTo>
                    <a:pt x="114625" y="243823"/>
                    <a:pt x="146753" y="211584"/>
                    <a:pt x="146753" y="175449"/>
                  </a:cubicBezTo>
                  <a:cubicBezTo>
                    <a:pt x="146753" y="146399"/>
                    <a:pt x="124510" y="118765"/>
                    <a:pt x="87792" y="111326"/>
                  </a:cubicBezTo>
                  <a:close/>
                </a:path>
              </a:pathLst>
            </a:custGeom>
            <a:solidFill>
              <a:srgbClr val="000000"/>
            </a:solidFill>
            <a:ln w="3553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F8DEF9FF-70E6-5FB5-9828-D384DF15B64C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0821126" y="5685935"/>
              <a:ext cx="183762" cy="14170"/>
            </a:xfrm>
            <a:custGeom>
              <a:avLst/>
              <a:gdLst>
                <a:gd name="connsiteX0" fmla="*/ 0 w 183762"/>
                <a:gd name="connsiteY0" fmla="*/ 0 h 14170"/>
                <a:gd name="connsiteX1" fmla="*/ 183762 w 183762"/>
                <a:gd name="connsiteY1" fmla="*/ 0 h 14170"/>
                <a:gd name="connsiteX2" fmla="*/ 183762 w 183762"/>
                <a:gd name="connsiteY2" fmla="*/ 14170 h 14170"/>
                <a:gd name="connsiteX3" fmla="*/ 0 w 183762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3762" h="14170">
                  <a:moveTo>
                    <a:pt x="0" y="0"/>
                  </a:moveTo>
                  <a:lnTo>
                    <a:pt x="183762" y="0"/>
                  </a:lnTo>
                  <a:lnTo>
                    <a:pt x="183762" y="14170"/>
                  </a:lnTo>
                  <a:lnTo>
                    <a:pt x="0" y="14170"/>
                  </a:lnTo>
                  <a:close/>
                </a:path>
              </a:pathLst>
            </a:custGeom>
            <a:solidFill>
              <a:srgbClr val="000000"/>
            </a:solidFill>
            <a:ln w="3553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BBE4C44-B8D8-44CF-DDF2-0CEF34602632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10835248" y="5778736"/>
              <a:ext cx="168055" cy="249761"/>
            </a:xfrm>
            <a:custGeom>
              <a:avLst/>
              <a:gdLst>
                <a:gd name="connsiteX0" fmla="*/ 168289 w 168055"/>
                <a:gd name="connsiteY0" fmla="*/ 3995 h 249761"/>
                <a:gd name="connsiteX1" fmla="*/ 163700 w 168055"/>
                <a:gd name="connsiteY1" fmla="*/ 98 h 249761"/>
                <a:gd name="connsiteX2" fmla="*/ 118861 w 168055"/>
                <a:gd name="connsiteY2" fmla="*/ 3995 h 249761"/>
                <a:gd name="connsiteX3" fmla="*/ 113918 w 168055"/>
                <a:gd name="connsiteY3" fmla="*/ 10726 h 249761"/>
                <a:gd name="connsiteX4" fmla="*/ 122392 w 168055"/>
                <a:gd name="connsiteY4" fmla="*/ 14977 h 249761"/>
                <a:gd name="connsiteX5" fmla="*/ 140045 w 168055"/>
                <a:gd name="connsiteY5" fmla="*/ 21000 h 249761"/>
                <a:gd name="connsiteX6" fmla="*/ 138986 w 168055"/>
                <a:gd name="connsiteY6" fmla="*/ 28085 h 249761"/>
                <a:gd name="connsiteX7" fmla="*/ 117802 w 168055"/>
                <a:gd name="connsiteY7" fmla="*/ 112048 h 249761"/>
                <a:gd name="connsiteX8" fmla="*/ 85321 w 168055"/>
                <a:gd name="connsiteY8" fmla="*/ 89374 h 249761"/>
                <a:gd name="connsiteX9" fmla="*/ 234 w 168055"/>
                <a:gd name="connsiteY9" fmla="*/ 193176 h 249761"/>
                <a:gd name="connsiteX10" fmla="*/ 47190 w 168055"/>
                <a:gd name="connsiteY10" fmla="*/ 249859 h 249761"/>
                <a:gd name="connsiteX11" fmla="*/ 93088 w 168055"/>
                <a:gd name="connsiteY11" fmla="*/ 223289 h 249761"/>
                <a:gd name="connsiteX12" fmla="*/ 125216 w 168055"/>
                <a:gd name="connsiteY12" fmla="*/ 249859 h 249761"/>
                <a:gd name="connsiteX13" fmla="*/ 151343 w 168055"/>
                <a:gd name="connsiteY13" fmla="*/ 230374 h 249761"/>
                <a:gd name="connsiteX14" fmla="*/ 161934 w 168055"/>
                <a:gd name="connsiteY14" fmla="*/ 195302 h 249761"/>
                <a:gd name="connsiteX15" fmla="*/ 157698 w 168055"/>
                <a:gd name="connsiteY15" fmla="*/ 191759 h 249761"/>
                <a:gd name="connsiteX16" fmla="*/ 152755 w 168055"/>
                <a:gd name="connsiteY16" fmla="*/ 198136 h 249761"/>
                <a:gd name="connsiteX17" fmla="*/ 125922 w 168055"/>
                <a:gd name="connsiteY17" fmla="*/ 242065 h 249761"/>
                <a:gd name="connsiteX18" fmla="*/ 115331 w 168055"/>
                <a:gd name="connsiteY18" fmla="*/ 225769 h 249761"/>
                <a:gd name="connsiteX19" fmla="*/ 117449 w 168055"/>
                <a:gd name="connsiteY19" fmla="*/ 208764 h 249761"/>
                <a:gd name="connsiteX20" fmla="*/ 168289 w 168055"/>
                <a:gd name="connsiteY20" fmla="*/ 3995 h 249761"/>
                <a:gd name="connsiteX21" fmla="*/ 94853 w 168055"/>
                <a:gd name="connsiteY21" fmla="*/ 203804 h 249761"/>
                <a:gd name="connsiteX22" fmla="*/ 87792 w 168055"/>
                <a:gd name="connsiteY22" fmla="*/ 216912 h 249761"/>
                <a:gd name="connsiteX23" fmla="*/ 47897 w 168055"/>
                <a:gd name="connsiteY23" fmla="*/ 242065 h 249761"/>
                <a:gd name="connsiteX24" fmla="*/ 25301 w 168055"/>
                <a:gd name="connsiteY24" fmla="*/ 208764 h 249761"/>
                <a:gd name="connsiteX25" fmla="*/ 44719 w 168055"/>
                <a:gd name="connsiteY25" fmla="*/ 131178 h 249761"/>
                <a:gd name="connsiteX26" fmla="*/ 85674 w 168055"/>
                <a:gd name="connsiteY26" fmla="*/ 97168 h 249761"/>
                <a:gd name="connsiteX27" fmla="*/ 113565 w 168055"/>
                <a:gd name="connsiteY27" fmla="*/ 128344 h 249761"/>
                <a:gd name="connsiteX28" fmla="*/ 112506 w 168055"/>
                <a:gd name="connsiteY28" fmla="*/ 134367 h 249761"/>
                <a:gd name="connsiteX29" fmla="*/ 94853 w 168055"/>
                <a:gd name="connsiteY29" fmla="*/ 203804 h 24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68055" h="249761">
                  <a:moveTo>
                    <a:pt x="168289" y="3995"/>
                  </a:moveTo>
                  <a:cubicBezTo>
                    <a:pt x="168289" y="3641"/>
                    <a:pt x="168289" y="98"/>
                    <a:pt x="163700" y="98"/>
                  </a:cubicBezTo>
                  <a:cubicBezTo>
                    <a:pt x="158404" y="98"/>
                    <a:pt x="124863" y="3286"/>
                    <a:pt x="118861" y="3995"/>
                  </a:cubicBezTo>
                  <a:cubicBezTo>
                    <a:pt x="116037" y="4349"/>
                    <a:pt x="113918" y="6121"/>
                    <a:pt x="113918" y="10726"/>
                  </a:cubicBezTo>
                  <a:cubicBezTo>
                    <a:pt x="113918" y="14977"/>
                    <a:pt x="117096" y="14977"/>
                    <a:pt x="122392" y="14977"/>
                  </a:cubicBezTo>
                  <a:cubicBezTo>
                    <a:pt x="139339" y="14977"/>
                    <a:pt x="140045" y="17457"/>
                    <a:pt x="140045" y="21000"/>
                  </a:cubicBezTo>
                  <a:lnTo>
                    <a:pt x="138986" y="28085"/>
                  </a:lnTo>
                  <a:lnTo>
                    <a:pt x="117802" y="112048"/>
                  </a:lnTo>
                  <a:cubicBezTo>
                    <a:pt x="111447" y="98940"/>
                    <a:pt x="101208" y="89374"/>
                    <a:pt x="85321" y="89374"/>
                  </a:cubicBezTo>
                  <a:cubicBezTo>
                    <a:pt x="44013" y="89374"/>
                    <a:pt x="234" y="141452"/>
                    <a:pt x="234" y="193176"/>
                  </a:cubicBezTo>
                  <a:cubicBezTo>
                    <a:pt x="234" y="226477"/>
                    <a:pt x="19652" y="249859"/>
                    <a:pt x="47190" y="249859"/>
                  </a:cubicBezTo>
                  <a:cubicBezTo>
                    <a:pt x="54252" y="249859"/>
                    <a:pt x="71905" y="248442"/>
                    <a:pt x="93088" y="223289"/>
                  </a:cubicBezTo>
                  <a:cubicBezTo>
                    <a:pt x="95912" y="238168"/>
                    <a:pt x="108269" y="249859"/>
                    <a:pt x="125216" y="249859"/>
                  </a:cubicBezTo>
                  <a:cubicBezTo>
                    <a:pt x="137573" y="249859"/>
                    <a:pt x="145694" y="241711"/>
                    <a:pt x="151343" y="230374"/>
                  </a:cubicBezTo>
                  <a:cubicBezTo>
                    <a:pt x="157345" y="217621"/>
                    <a:pt x="161934" y="196010"/>
                    <a:pt x="161934" y="195302"/>
                  </a:cubicBezTo>
                  <a:cubicBezTo>
                    <a:pt x="161934" y="191759"/>
                    <a:pt x="158757" y="191759"/>
                    <a:pt x="157698" y="191759"/>
                  </a:cubicBezTo>
                  <a:cubicBezTo>
                    <a:pt x="154167" y="191759"/>
                    <a:pt x="153814" y="193176"/>
                    <a:pt x="152755" y="198136"/>
                  </a:cubicBezTo>
                  <a:cubicBezTo>
                    <a:pt x="146753" y="221163"/>
                    <a:pt x="140398" y="242065"/>
                    <a:pt x="125922" y="242065"/>
                  </a:cubicBezTo>
                  <a:cubicBezTo>
                    <a:pt x="116390" y="242065"/>
                    <a:pt x="115331" y="232854"/>
                    <a:pt x="115331" y="225769"/>
                  </a:cubicBezTo>
                  <a:cubicBezTo>
                    <a:pt x="115331" y="217266"/>
                    <a:pt x="116037" y="214787"/>
                    <a:pt x="117449" y="208764"/>
                  </a:cubicBezTo>
                  <a:lnTo>
                    <a:pt x="168289" y="3995"/>
                  </a:lnTo>
                  <a:close/>
                  <a:moveTo>
                    <a:pt x="94853" y="203804"/>
                  </a:moveTo>
                  <a:cubicBezTo>
                    <a:pt x="93088" y="210181"/>
                    <a:pt x="93088" y="210890"/>
                    <a:pt x="87792" y="216912"/>
                  </a:cubicBezTo>
                  <a:cubicBezTo>
                    <a:pt x="72258" y="236397"/>
                    <a:pt x="57782" y="242065"/>
                    <a:pt x="47897" y="242065"/>
                  </a:cubicBezTo>
                  <a:cubicBezTo>
                    <a:pt x="30244" y="242065"/>
                    <a:pt x="25301" y="222580"/>
                    <a:pt x="25301" y="208764"/>
                  </a:cubicBezTo>
                  <a:cubicBezTo>
                    <a:pt x="25301" y="191050"/>
                    <a:pt x="36599" y="147475"/>
                    <a:pt x="44719" y="131178"/>
                  </a:cubicBezTo>
                  <a:cubicBezTo>
                    <a:pt x="55664" y="110276"/>
                    <a:pt x="71551" y="97168"/>
                    <a:pt x="85674" y="97168"/>
                  </a:cubicBezTo>
                  <a:cubicBezTo>
                    <a:pt x="108623" y="97168"/>
                    <a:pt x="113565" y="126219"/>
                    <a:pt x="113565" y="128344"/>
                  </a:cubicBezTo>
                  <a:cubicBezTo>
                    <a:pt x="113565" y="130470"/>
                    <a:pt x="112859" y="132596"/>
                    <a:pt x="112506" y="134367"/>
                  </a:cubicBezTo>
                  <a:lnTo>
                    <a:pt x="94853" y="203804"/>
                  </a:lnTo>
                  <a:close/>
                </a:path>
              </a:pathLst>
            </a:custGeom>
            <a:solidFill>
              <a:srgbClr val="000000"/>
            </a:solidFill>
            <a:ln w="3553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855B1F8-1007-F717-DF48-8BAF23F4D3B2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11077618" y="5744036"/>
              <a:ext cx="41307" cy="105927"/>
            </a:xfrm>
            <a:custGeom>
              <a:avLst/>
              <a:gdLst>
                <a:gd name="connsiteX0" fmla="*/ 41548 w 41307"/>
                <a:gd name="connsiteY0" fmla="*/ 37290 h 105927"/>
                <a:gd name="connsiteX1" fmla="*/ 18952 w 41307"/>
                <a:gd name="connsiteY1" fmla="*/ 91 h 105927"/>
                <a:gd name="connsiteX2" fmla="*/ 240 w 41307"/>
                <a:gd name="connsiteY2" fmla="*/ 18868 h 105927"/>
                <a:gd name="connsiteX3" fmla="*/ 18952 w 41307"/>
                <a:gd name="connsiteY3" fmla="*/ 37644 h 105927"/>
                <a:gd name="connsiteX4" fmla="*/ 31309 w 41307"/>
                <a:gd name="connsiteY4" fmla="*/ 33038 h 105927"/>
                <a:gd name="connsiteX5" fmla="*/ 33074 w 41307"/>
                <a:gd name="connsiteY5" fmla="*/ 31976 h 105927"/>
                <a:gd name="connsiteX6" fmla="*/ 33781 w 41307"/>
                <a:gd name="connsiteY6" fmla="*/ 37290 h 105927"/>
                <a:gd name="connsiteX7" fmla="*/ 9773 w 41307"/>
                <a:gd name="connsiteY7" fmla="*/ 96453 h 105927"/>
                <a:gd name="connsiteX8" fmla="*/ 5889 w 41307"/>
                <a:gd name="connsiteY8" fmla="*/ 102121 h 105927"/>
                <a:gd name="connsiteX9" fmla="*/ 9420 w 41307"/>
                <a:gd name="connsiteY9" fmla="*/ 106018 h 105927"/>
                <a:gd name="connsiteX10" fmla="*/ 41548 w 41307"/>
                <a:gd name="connsiteY10" fmla="*/ 37290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07" h="105927">
                  <a:moveTo>
                    <a:pt x="41548" y="37290"/>
                  </a:moveTo>
                  <a:cubicBezTo>
                    <a:pt x="41548" y="13908"/>
                    <a:pt x="32721" y="91"/>
                    <a:pt x="18952" y="91"/>
                  </a:cubicBezTo>
                  <a:cubicBezTo>
                    <a:pt x="7301" y="91"/>
                    <a:pt x="240" y="8948"/>
                    <a:pt x="240" y="18868"/>
                  </a:cubicBezTo>
                  <a:cubicBezTo>
                    <a:pt x="240" y="28433"/>
                    <a:pt x="7301" y="37644"/>
                    <a:pt x="18952" y="37644"/>
                  </a:cubicBezTo>
                  <a:cubicBezTo>
                    <a:pt x="23189" y="37644"/>
                    <a:pt x="27779" y="36227"/>
                    <a:pt x="31309" y="33038"/>
                  </a:cubicBezTo>
                  <a:cubicBezTo>
                    <a:pt x="32368" y="32330"/>
                    <a:pt x="32721" y="31976"/>
                    <a:pt x="33074" y="31976"/>
                  </a:cubicBezTo>
                  <a:cubicBezTo>
                    <a:pt x="33428" y="31976"/>
                    <a:pt x="33781" y="32330"/>
                    <a:pt x="33781" y="37290"/>
                  </a:cubicBezTo>
                  <a:cubicBezTo>
                    <a:pt x="33781" y="63506"/>
                    <a:pt x="21424" y="84762"/>
                    <a:pt x="9773" y="96453"/>
                  </a:cubicBezTo>
                  <a:cubicBezTo>
                    <a:pt x="5889" y="100350"/>
                    <a:pt x="5889" y="101059"/>
                    <a:pt x="5889" y="102121"/>
                  </a:cubicBezTo>
                  <a:cubicBezTo>
                    <a:pt x="5889" y="104601"/>
                    <a:pt x="7654" y="106018"/>
                    <a:pt x="9420" y="106018"/>
                  </a:cubicBezTo>
                  <a:cubicBezTo>
                    <a:pt x="13303" y="106018"/>
                    <a:pt x="41548" y="78739"/>
                    <a:pt x="41548" y="37290"/>
                  </a:cubicBezTo>
                  <a:close/>
                </a:path>
              </a:pathLst>
            </a:custGeom>
            <a:solidFill>
              <a:srgbClr val="000000"/>
            </a:solidFill>
            <a:ln w="3553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E9557DC0-5873-0203-EC4B-622440AC10A8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11243358" y="5210740"/>
              <a:ext cx="320929" cy="850251"/>
            </a:xfrm>
            <a:custGeom>
              <a:avLst/>
              <a:gdLst>
                <a:gd name="connsiteX0" fmla="*/ 125580 w 320929"/>
                <a:gd name="connsiteY0" fmla="*/ 780181 h 850251"/>
                <a:gd name="connsiteX1" fmla="*/ 125227 w 320929"/>
                <a:gd name="connsiteY1" fmla="*/ 780181 h 850251"/>
                <a:gd name="connsiteX2" fmla="*/ 48967 w 320929"/>
                <a:gd name="connsiteY2" fmla="*/ 425201 h 850251"/>
                <a:gd name="connsiteX3" fmla="*/ 2716 w 320929"/>
                <a:gd name="connsiteY3" fmla="*/ 498181 h 850251"/>
                <a:gd name="connsiteX4" fmla="*/ 244 w 320929"/>
                <a:gd name="connsiteY4" fmla="*/ 502432 h 850251"/>
                <a:gd name="connsiteX5" fmla="*/ 5187 w 320929"/>
                <a:gd name="connsiteY5" fmla="*/ 508101 h 850251"/>
                <a:gd name="connsiteX6" fmla="*/ 29195 w 320929"/>
                <a:gd name="connsiteY6" fmla="*/ 470194 h 850251"/>
                <a:gd name="connsiteX7" fmla="*/ 110752 w 320929"/>
                <a:gd name="connsiteY7" fmla="*/ 850327 h 850251"/>
                <a:gd name="connsiteX8" fmla="*/ 125580 w 320929"/>
                <a:gd name="connsiteY8" fmla="*/ 841116 h 850251"/>
                <a:gd name="connsiteX9" fmla="*/ 319762 w 320929"/>
                <a:gd name="connsiteY9" fmla="*/ 14601 h 850251"/>
                <a:gd name="connsiteX10" fmla="*/ 321174 w 320929"/>
                <a:gd name="connsiteY10" fmla="*/ 7161 h 850251"/>
                <a:gd name="connsiteX11" fmla="*/ 314113 w 320929"/>
                <a:gd name="connsiteY11" fmla="*/ 76 h 850251"/>
                <a:gd name="connsiteX12" fmla="*/ 306346 w 320929"/>
                <a:gd name="connsiteY12" fmla="*/ 9641 h 850251"/>
                <a:gd name="connsiteX13" fmla="*/ 125580 w 320929"/>
                <a:gd name="connsiteY13" fmla="*/ 780181 h 850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20929" h="850251">
                  <a:moveTo>
                    <a:pt x="125580" y="780181"/>
                  </a:moveTo>
                  <a:lnTo>
                    <a:pt x="125227" y="780181"/>
                  </a:lnTo>
                  <a:lnTo>
                    <a:pt x="48967" y="425201"/>
                  </a:lnTo>
                  <a:lnTo>
                    <a:pt x="2716" y="498181"/>
                  </a:lnTo>
                  <a:cubicBezTo>
                    <a:pt x="244" y="501370"/>
                    <a:pt x="244" y="502078"/>
                    <a:pt x="244" y="502432"/>
                  </a:cubicBezTo>
                  <a:cubicBezTo>
                    <a:pt x="244" y="503850"/>
                    <a:pt x="4834" y="507747"/>
                    <a:pt x="5187" y="508101"/>
                  </a:cubicBezTo>
                  <a:lnTo>
                    <a:pt x="29195" y="470194"/>
                  </a:lnTo>
                  <a:lnTo>
                    <a:pt x="110752" y="850327"/>
                  </a:lnTo>
                  <a:cubicBezTo>
                    <a:pt x="122403" y="850327"/>
                    <a:pt x="123462" y="850327"/>
                    <a:pt x="125580" y="841116"/>
                  </a:cubicBezTo>
                  <a:lnTo>
                    <a:pt x="319762" y="14601"/>
                  </a:lnTo>
                  <a:cubicBezTo>
                    <a:pt x="320468" y="12121"/>
                    <a:pt x="321174" y="8932"/>
                    <a:pt x="321174" y="7161"/>
                  </a:cubicBezTo>
                  <a:cubicBezTo>
                    <a:pt x="321174" y="3264"/>
                    <a:pt x="318350" y="76"/>
                    <a:pt x="314113" y="76"/>
                  </a:cubicBezTo>
                  <a:cubicBezTo>
                    <a:pt x="308464" y="76"/>
                    <a:pt x="307405" y="4681"/>
                    <a:pt x="306346" y="9641"/>
                  </a:cubicBezTo>
                  <a:lnTo>
                    <a:pt x="125580" y="780181"/>
                  </a:lnTo>
                  <a:close/>
                </a:path>
              </a:pathLst>
            </a:custGeom>
            <a:solidFill>
              <a:srgbClr val="000000"/>
            </a:solidFill>
            <a:ln w="3553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DAEEE1-2BA7-D8FF-2CB6-8D5740D3CBD4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11557227" y="5210740"/>
              <a:ext cx="268495" cy="14170"/>
            </a:xfrm>
            <a:custGeom>
              <a:avLst/>
              <a:gdLst>
                <a:gd name="connsiteX0" fmla="*/ 0 w 268495"/>
                <a:gd name="connsiteY0" fmla="*/ 0 h 14170"/>
                <a:gd name="connsiteX1" fmla="*/ 268496 w 268495"/>
                <a:gd name="connsiteY1" fmla="*/ 0 h 14170"/>
                <a:gd name="connsiteX2" fmla="*/ 268496 w 268495"/>
                <a:gd name="connsiteY2" fmla="*/ 14170 h 14170"/>
                <a:gd name="connsiteX3" fmla="*/ 1 w 268495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495" h="14170">
                  <a:moveTo>
                    <a:pt x="0" y="0"/>
                  </a:moveTo>
                  <a:lnTo>
                    <a:pt x="268496" y="0"/>
                  </a:lnTo>
                  <a:lnTo>
                    <a:pt x="268496" y="14170"/>
                  </a:lnTo>
                  <a:lnTo>
                    <a:pt x="1" y="14170"/>
                  </a:lnTo>
                  <a:close/>
                </a:path>
              </a:pathLst>
            </a:custGeom>
            <a:solidFill>
              <a:srgbClr val="000000"/>
            </a:solidFill>
            <a:ln w="3553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B90E0C89-989D-389A-BCB1-31D844AE3FF8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11618039" y="5305976"/>
              <a:ext cx="146519" cy="243738"/>
            </a:xfrm>
            <a:custGeom>
              <a:avLst/>
              <a:gdLst>
                <a:gd name="connsiteX0" fmla="*/ 87814 w 146519"/>
                <a:gd name="connsiteY0" fmla="*/ 111326 h 243738"/>
                <a:gd name="connsiteX1" fmla="*/ 137242 w 146519"/>
                <a:gd name="connsiteY1" fmla="*/ 48974 h 243738"/>
                <a:gd name="connsiteX2" fmla="*/ 72280 w 146519"/>
                <a:gd name="connsiteY2" fmla="*/ 84 h 243738"/>
                <a:gd name="connsiteX3" fmla="*/ 9788 w 146519"/>
                <a:gd name="connsiteY3" fmla="*/ 48265 h 243738"/>
                <a:gd name="connsiteX4" fmla="*/ 27794 w 146519"/>
                <a:gd name="connsiteY4" fmla="*/ 66687 h 243738"/>
                <a:gd name="connsiteX5" fmla="*/ 45800 w 146519"/>
                <a:gd name="connsiteY5" fmla="*/ 48620 h 243738"/>
                <a:gd name="connsiteX6" fmla="*/ 23911 w 146519"/>
                <a:gd name="connsiteY6" fmla="*/ 30906 h 243738"/>
                <a:gd name="connsiteX7" fmla="*/ 70867 w 146519"/>
                <a:gd name="connsiteY7" fmla="*/ 8941 h 243738"/>
                <a:gd name="connsiteX8" fmla="*/ 104761 w 146519"/>
                <a:gd name="connsiteY8" fmla="*/ 48620 h 243738"/>
                <a:gd name="connsiteX9" fmla="*/ 94875 w 146519"/>
                <a:gd name="connsiteY9" fmla="*/ 89007 h 243738"/>
                <a:gd name="connsiteX10" fmla="*/ 63453 w 146519"/>
                <a:gd name="connsiteY10" fmla="*/ 107429 h 243738"/>
                <a:gd name="connsiteX11" fmla="*/ 49684 w 146519"/>
                <a:gd name="connsiteY11" fmla="*/ 108492 h 243738"/>
                <a:gd name="connsiteX12" fmla="*/ 44388 w 146519"/>
                <a:gd name="connsiteY12" fmla="*/ 112743 h 243738"/>
                <a:gd name="connsiteX13" fmla="*/ 52861 w 146519"/>
                <a:gd name="connsiteY13" fmla="*/ 116640 h 243738"/>
                <a:gd name="connsiteX14" fmla="*/ 68396 w 146519"/>
                <a:gd name="connsiteY14" fmla="*/ 116640 h 243738"/>
                <a:gd name="connsiteX15" fmla="*/ 110410 w 146519"/>
                <a:gd name="connsiteY15" fmla="*/ 175449 h 243738"/>
                <a:gd name="connsiteX16" fmla="*/ 70514 w 146519"/>
                <a:gd name="connsiteY16" fmla="*/ 233904 h 243738"/>
                <a:gd name="connsiteX17" fmla="*/ 16496 w 146519"/>
                <a:gd name="connsiteY17" fmla="*/ 206979 h 243738"/>
                <a:gd name="connsiteX18" fmla="*/ 39798 w 146519"/>
                <a:gd name="connsiteY18" fmla="*/ 187494 h 243738"/>
                <a:gd name="connsiteX19" fmla="*/ 20027 w 146519"/>
                <a:gd name="connsiteY19" fmla="*/ 167655 h 243738"/>
                <a:gd name="connsiteX20" fmla="*/ 256 w 146519"/>
                <a:gd name="connsiteY20" fmla="*/ 188203 h 243738"/>
                <a:gd name="connsiteX21" fmla="*/ 71573 w 146519"/>
                <a:gd name="connsiteY21" fmla="*/ 243823 h 243738"/>
                <a:gd name="connsiteX22" fmla="*/ 146775 w 146519"/>
                <a:gd name="connsiteY22" fmla="*/ 175449 h 243738"/>
                <a:gd name="connsiteX23" fmla="*/ 87814 w 146519"/>
                <a:gd name="connsiteY23" fmla="*/ 111326 h 243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46519" h="243738">
                  <a:moveTo>
                    <a:pt x="87814" y="111326"/>
                  </a:moveTo>
                  <a:cubicBezTo>
                    <a:pt x="116765" y="101760"/>
                    <a:pt x="137242" y="76961"/>
                    <a:pt x="137242" y="48974"/>
                  </a:cubicBezTo>
                  <a:cubicBezTo>
                    <a:pt x="137242" y="19924"/>
                    <a:pt x="106173" y="84"/>
                    <a:pt x="72280" y="84"/>
                  </a:cubicBezTo>
                  <a:cubicBezTo>
                    <a:pt x="36621" y="84"/>
                    <a:pt x="9788" y="21341"/>
                    <a:pt x="9788" y="48265"/>
                  </a:cubicBezTo>
                  <a:cubicBezTo>
                    <a:pt x="9788" y="59956"/>
                    <a:pt x="17556" y="66687"/>
                    <a:pt x="27794" y="66687"/>
                  </a:cubicBezTo>
                  <a:cubicBezTo>
                    <a:pt x="38739" y="66687"/>
                    <a:pt x="45800" y="58893"/>
                    <a:pt x="45800" y="48620"/>
                  </a:cubicBezTo>
                  <a:cubicBezTo>
                    <a:pt x="45800" y="30906"/>
                    <a:pt x="29207" y="30906"/>
                    <a:pt x="23911" y="30906"/>
                  </a:cubicBezTo>
                  <a:cubicBezTo>
                    <a:pt x="34855" y="13547"/>
                    <a:pt x="58157" y="8941"/>
                    <a:pt x="70867" y="8941"/>
                  </a:cubicBezTo>
                  <a:cubicBezTo>
                    <a:pt x="85343" y="8941"/>
                    <a:pt x="104761" y="16735"/>
                    <a:pt x="104761" y="48620"/>
                  </a:cubicBezTo>
                  <a:cubicBezTo>
                    <a:pt x="104761" y="52871"/>
                    <a:pt x="104055" y="73419"/>
                    <a:pt x="94875" y="89007"/>
                  </a:cubicBezTo>
                  <a:cubicBezTo>
                    <a:pt x="84284" y="106012"/>
                    <a:pt x="72280" y="107074"/>
                    <a:pt x="63453" y="107429"/>
                  </a:cubicBezTo>
                  <a:cubicBezTo>
                    <a:pt x="60629" y="107783"/>
                    <a:pt x="52155" y="108492"/>
                    <a:pt x="49684" y="108492"/>
                  </a:cubicBezTo>
                  <a:cubicBezTo>
                    <a:pt x="46859" y="108846"/>
                    <a:pt x="44388" y="109200"/>
                    <a:pt x="44388" y="112743"/>
                  </a:cubicBezTo>
                  <a:cubicBezTo>
                    <a:pt x="44388" y="116640"/>
                    <a:pt x="46859" y="116640"/>
                    <a:pt x="52861" y="116640"/>
                  </a:cubicBezTo>
                  <a:lnTo>
                    <a:pt x="68396" y="116640"/>
                  </a:lnTo>
                  <a:cubicBezTo>
                    <a:pt x="97347" y="116640"/>
                    <a:pt x="110410" y="140730"/>
                    <a:pt x="110410" y="175449"/>
                  </a:cubicBezTo>
                  <a:cubicBezTo>
                    <a:pt x="110410" y="223630"/>
                    <a:pt x="86049" y="233904"/>
                    <a:pt x="70514" y="233904"/>
                  </a:cubicBezTo>
                  <a:cubicBezTo>
                    <a:pt x="55333" y="233904"/>
                    <a:pt x="28853" y="227881"/>
                    <a:pt x="16496" y="206979"/>
                  </a:cubicBezTo>
                  <a:cubicBezTo>
                    <a:pt x="28853" y="208750"/>
                    <a:pt x="39798" y="200956"/>
                    <a:pt x="39798" y="187494"/>
                  </a:cubicBezTo>
                  <a:cubicBezTo>
                    <a:pt x="39798" y="174740"/>
                    <a:pt x="30266" y="167655"/>
                    <a:pt x="20027" y="167655"/>
                  </a:cubicBezTo>
                  <a:cubicBezTo>
                    <a:pt x="11554" y="167655"/>
                    <a:pt x="256" y="172615"/>
                    <a:pt x="256" y="188203"/>
                  </a:cubicBezTo>
                  <a:cubicBezTo>
                    <a:pt x="256" y="220441"/>
                    <a:pt x="33090" y="243823"/>
                    <a:pt x="71573" y="243823"/>
                  </a:cubicBezTo>
                  <a:cubicBezTo>
                    <a:pt x="114647" y="243823"/>
                    <a:pt x="146775" y="211584"/>
                    <a:pt x="146775" y="175449"/>
                  </a:cubicBezTo>
                  <a:cubicBezTo>
                    <a:pt x="146775" y="146399"/>
                    <a:pt x="124532" y="118765"/>
                    <a:pt x="87814" y="111326"/>
                  </a:cubicBezTo>
                  <a:close/>
                </a:path>
              </a:pathLst>
            </a:custGeom>
            <a:solidFill>
              <a:srgbClr val="000000"/>
            </a:solidFill>
            <a:ln w="3553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14E49CA3-4D10-A24C-19C7-6D093C423BEB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11599594" y="5685935"/>
              <a:ext cx="183762" cy="14170"/>
            </a:xfrm>
            <a:custGeom>
              <a:avLst/>
              <a:gdLst>
                <a:gd name="connsiteX0" fmla="*/ 0 w 183762"/>
                <a:gd name="connsiteY0" fmla="*/ 0 h 14170"/>
                <a:gd name="connsiteX1" fmla="*/ 183762 w 183762"/>
                <a:gd name="connsiteY1" fmla="*/ 0 h 14170"/>
                <a:gd name="connsiteX2" fmla="*/ 183762 w 183762"/>
                <a:gd name="connsiteY2" fmla="*/ 14170 h 14170"/>
                <a:gd name="connsiteX3" fmla="*/ 0 w 183762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3762" h="14170">
                  <a:moveTo>
                    <a:pt x="0" y="0"/>
                  </a:moveTo>
                  <a:lnTo>
                    <a:pt x="183762" y="0"/>
                  </a:lnTo>
                  <a:lnTo>
                    <a:pt x="183762" y="14170"/>
                  </a:lnTo>
                  <a:lnTo>
                    <a:pt x="0" y="14170"/>
                  </a:lnTo>
                  <a:close/>
                </a:path>
              </a:pathLst>
            </a:custGeom>
            <a:solidFill>
              <a:srgbClr val="000000"/>
            </a:solidFill>
            <a:ln w="3553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FD2695FC-C01F-7452-374A-6110AB7B92D4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11613716" y="5778736"/>
              <a:ext cx="168055" cy="249761"/>
            </a:xfrm>
            <a:custGeom>
              <a:avLst/>
              <a:gdLst>
                <a:gd name="connsiteX0" fmla="*/ 168311 w 168055"/>
                <a:gd name="connsiteY0" fmla="*/ 3995 h 249761"/>
                <a:gd name="connsiteX1" fmla="*/ 163722 w 168055"/>
                <a:gd name="connsiteY1" fmla="*/ 98 h 249761"/>
                <a:gd name="connsiteX2" fmla="*/ 118883 w 168055"/>
                <a:gd name="connsiteY2" fmla="*/ 3995 h 249761"/>
                <a:gd name="connsiteX3" fmla="*/ 113940 w 168055"/>
                <a:gd name="connsiteY3" fmla="*/ 10726 h 249761"/>
                <a:gd name="connsiteX4" fmla="*/ 122414 w 168055"/>
                <a:gd name="connsiteY4" fmla="*/ 14977 h 249761"/>
                <a:gd name="connsiteX5" fmla="*/ 140067 w 168055"/>
                <a:gd name="connsiteY5" fmla="*/ 21000 h 249761"/>
                <a:gd name="connsiteX6" fmla="*/ 139008 w 168055"/>
                <a:gd name="connsiteY6" fmla="*/ 28085 h 249761"/>
                <a:gd name="connsiteX7" fmla="*/ 117824 w 168055"/>
                <a:gd name="connsiteY7" fmla="*/ 112048 h 249761"/>
                <a:gd name="connsiteX8" fmla="*/ 85343 w 168055"/>
                <a:gd name="connsiteY8" fmla="*/ 89374 h 249761"/>
                <a:gd name="connsiteX9" fmla="*/ 256 w 168055"/>
                <a:gd name="connsiteY9" fmla="*/ 193176 h 249761"/>
                <a:gd name="connsiteX10" fmla="*/ 47212 w 168055"/>
                <a:gd name="connsiteY10" fmla="*/ 249859 h 249761"/>
                <a:gd name="connsiteX11" fmla="*/ 93110 w 168055"/>
                <a:gd name="connsiteY11" fmla="*/ 223289 h 249761"/>
                <a:gd name="connsiteX12" fmla="*/ 125238 w 168055"/>
                <a:gd name="connsiteY12" fmla="*/ 249859 h 249761"/>
                <a:gd name="connsiteX13" fmla="*/ 151365 w 168055"/>
                <a:gd name="connsiteY13" fmla="*/ 230374 h 249761"/>
                <a:gd name="connsiteX14" fmla="*/ 161956 w 168055"/>
                <a:gd name="connsiteY14" fmla="*/ 195302 h 249761"/>
                <a:gd name="connsiteX15" fmla="*/ 157720 w 168055"/>
                <a:gd name="connsiteY15" fmla="*/ 191759 h 249761"/>
                <a:gd name="connsiteX16" fmla="*/ 152777 w 168055"/>
                <a:gd name="connsiteY16" fmla="*/ 198136 h 249761"/>
                <a:gd name="connsiteX17" fmla="*/ 125944 w 168055"/>
                <a:gd name="connsiteY17" fmla="*/ 242065 h 249761"/>
                <a:gd name="connsiteX18" fmla="*/ 115353 w 168055"/>
                <a:gd name="connsiteY18" fmla="*/ 225769 h 249761"/>
                <a:gd name="connsiteX19" fmla="*/ 117471 w 168055"/>
                <a:gd name="connsiteY19" fmla="*/ 208764 h 249761"/>
                <a:gd name="connsiteX20" fmla="*/ 168311 w 168055"/>
                <a:gd name="connsiteY20" fmla="*/ 3995 h 249761"/>
                <a:gd name="connsiteX21" fmla="*/ 94875 w 168055"/>
                <a:gd name="connsiteY21" fmla="*/ 203804 h 249761"/>
                <a:gd name="connsiteX22" fmla="*/ 87814 w 168055"/>
                <a:gd name="connsiteY22" fmla="*/ 216912 h 249761"/>
                <a:gd name="connsiteX23" fmla="*/ 47918 w 168055"/>
                <a:gd name="connsiteY23" fmla="*/ 242065 h 249761"/>
                <a:gd name="connsiteX24" fmla="*/ 25323 w 168055"/>
                <a:gd name="connsiteY24" fmla="*/ 208764 h 249761"/>
                <a:gd name="connsiteX25" fmla="*/ 44741 w 168055"/>
                <a:gd name="connsiteY25" fmla="*/ 131178 h 249761"/>
                <a:gd name="connsiteX26" fmla="*/ 85696 w 168055"/>
                <a:gd name="connsiteY26" fmla="*/ 97168 h 249761"/>
                <a:gd name="connsiteX27" fmla="*/ 113587 w 168055"/>
                <a:gd name="connsiteY27" fmla="*/ 128344 h 249761"/>
                <a:gd name="connsiteX28" fmla="*/ 112528 w 168055"/>
                <a:gd name="connsiteY28" fmla="*/ 134367 h 249761"/>
                <a:gd name="connsiteX29" fmla="*/ 94875 w 168055"/>
                <a:gd name="connsiteY29" fmla="*/ 203804 h 24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68055" h="249761">
                  <a:moveTo>
                    <a:pt x="168311" y="3995"/>
                  </a:moveTo>
                  <a:cubicBezTo>
                    <a:pt x="168311" y="3641"/>
                    <a:pt x="168311" y="98"/>
                    <a:pt x="163722" y="98"/>
                  </a:cubicBezTo>
                  <a:cubicBezTo>
                    <a:pt x="158426" y="98"/>
                    <a:pt x="124885" y="3286"/>
                    <a:pt x="118883" y="3995"/>
                  </a:cubicBezTo>
                  <a:cubicBezTo>
                    <a:pt x="116059" y="4349"/>
                    <a:pt x="113940" y="6121"/>
                    <a:pt x="113940" y="10726"/>
                  </a:cubicBezTo>
                  <a:cubicBezTo>
                    <a:pt x="113940" y="14977"/>
                    <a:pt x="117118" y="14977"/>
                    <a:pt x="122414" y="14977"/>
                  </a:cubicBezTo>
                  <a:cubicBezTo>
                    <a:pt x="139361" y="14977"/>
                    <a:pt x="140067" y="17457"/>
                    <a:pt x="140067" y="21000"/>
                  </a:cubicBezTo>
                  <a:lnTo>
                    <a:pt x="139008" y="28085"/>
                  </a:lnTo>
                  <a:lnTo>
                    <a:pt x="117824" y="112048"/>
                  </a:lnTo>
                  <a:cubicBezTo>
                    <a:pt x="111469" y="98940"/>
                    <a:pt x="101230" y="89374"/>
                    <a:pt x="85343" y="89374"/>
                  </a:cubicBezTo>
                  <a:cubicBezTo>
                    <a:pt x="44035" y="89374"/>
                    <a:pt x="256" y="141452"/>
                    <a:pt x="256" y="193176"/>
                  </a:cubicBezTo>
                  <a:cubicBezTo>
                    <a:pt x="256" y="226477"/>
                    <a:pt x="19674" y="249859"/>
                    <a:pt x="47212" y="249859"/>
                  </a:cubicBezTo>
                  <a:cubicBezTo>
                    <a:pt x="54274" y="249859"/>
                    <a:pt x="71926" y="248442"/>
                    <a:pt x="93110" y="223289"/>
                  </a:cubicBezTo>
                  <a:cubicBezTo>
                    <a:pt x="95934" y="238168"/>
                    <a:pt x="108291" y="249859"/>
                    <a:pt x="125238" y="249859"/>
                  </a:cubicBezTo>
                  <a:cubicBezTo>
                    <a:pt x="137595" y="249859"/>
                    <a:pt x="145716" y="241711"/>
                    <a:pt x="151365" y="230374"/>
                  </a:cubicBezTo>
                  <a:cubicBezTo>
                    <a:pt x="157367" y="217621"/>
                    <a:pt x="161956" y="196010"/>
                    <a:pt x="161956" y="195302"/>
                  </a:cubicBezTo>
                  <a:cubicBezTo>
                    <a:pt x="161956" y="191759"/>
                    <a:pt x="158779" y="191759"/>
                    <a:pt x="157720" y="191759"/>
                  </a:cubicBezTo>
                  <a:cubicBezTo>
                    <a:pt x="154189" y="191759"/>
                    <a:pt x="153836" y="193176"/>
                    <a:pt x="152777" y="198136"/>
                  </a:cubicBezTo>
                  <a:cubicBezTo>
                    <a:pt x="146775" y="221163"/>
                    <a:pt x="140420" y="242065"/>
                    <a:pt x="125944" y="242065"/>
                  </a:cubicBezTo>
                  <a:cubicBezTo>
                    <a:pt x="116412" y="242065"/>
                    <a:pt x="115353" y="232854"/>
                    <a:pt x="115353" y="225769"/>
                  </a:cubicBezTo>
                  <a:cubicBezTo>
                    <a:pt x="115353" y="217266"/>
                    <a:pt x="116059" y="214787"/>
                    <a:pt x="117471" y="208764"/>
                  </a:cubicBezTo>
                  <a:lnTo>
                    <a:pt x="168311" y="3995"/>
                  </a:lnTo>
                  <a:close/>
                  <a:moveTo>
                    <a:pt x="94875" y="203804"/>
                  </a:moveTo>
                  <a:cubicBezTo>
                    <a:pt x="93110" y="210181"/>
                    <a:pt x="93110" y="210890"/>
                    <a:pt x="87814" y="216912"/>
                  </a:cubicBezTo>
                  <a:cubicBezTo>
                    <a:pt x="72280" y="236397"/>
                    <a:pt x="57804" y="242065"/>
                    <a:pt x="47918" y="242065"/>
                  </a:cubicBezTo>
                  <a:cubicBezTo>
                    <a:pt x="30266" y="242065"/>
                    <a:pt x="25323" y="222580"/>
                    <a:pt x="25323" y="208764"/>
                  </a:cubicBezTo>
                  <a:cubicBezTo>
                    <a:pt x="25323" y="191050"/>
                    <a:pt x="36621" y="147475"/>
                    <a:pt x="44741" y="131178"/>
                  </a:cubicBezTo>
                  <a:cubicBezTo>
                    <a:pt x="55686" y="110276"/>
                    <a:pt x="71573" y="97168"/>
                    <a:pt x="85696" y="97168"/>
                  </a:cubicBezTo>
                  <a:cubicBezTo>
                    <a:pt x="108645" y="97168"/>
                    <a:pt x="113587" y="126219"/>
                    <a:pt x="113587" y="128344"/>
                  </a:cubicBezTo>
                  <a:cubicBezTo>
                    <a:pt x="113587" y="130470"/>
                    <a:pt x="112881" y="132596"/>
                    <a:pt x="112528" y="134367"/>
                  </a:cubicBezTo>
                  <a:lnTo>
                    <a:pt x="94875" y="203804"/>
                  </a:lnTo>
                  <a:close/>
                </a:path>
              </a:pathLst>
            </a:custGeom>
            <a:solidFill>
              <a:srgbClr val="000000"/>
            </a:solidFill>
            <a:ln w="3553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950AE9F2-17AF-8C31-B3AB-A3EF360EEA5C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11837727" y="5161608"/>
              <a:ext cx="183943" cy="1062460"/>
            </a:xfrm>
            <a:custGeom>
              <a:avLst/>
              <a:gdLst>
                <a:gd name="connsiteX0" fmla="*/ 184205 w 183943"/>
                <a:gd name="connsiteY0" fmla="*/ 531481 h 1062460"/>
                <a:gd name="connsiteX1" fmla="*/ 111122 w 183943"/>
                <a:gd name="connsiteY1" fmla="*/ 142491 h 1062460"/>
                <a:gd name="connsiteX2" fmla="*/ 17562 w 183943"/>
                <a:gd name="connsiteY2" fmla="*/ 3263 h 1062460"/>
                <a:gd name="connsiteX3" fmla="*/ 8029 w 183943"/>
                <a:gd name="connsiteY3" fmla="*/ 74 h 1062460"/>
                <a:gd name="connsiteX4" fmla="*/ 262 w 183943"/>
                <a:gd name="connsiteY4" fmla="*/ 3617 h 1062460"/>
                <a:gd name="connsiteX5" fmla="*/ 2380 w 183943"/>
                <a:gd name="connsiteY5" fmla="*/ 7868 h 1062460"/>
                <a:gd name="connsiteX6" fmla="*/ 85349 w 183943"/>
                <a:gd name="connsiteY6" fmla="*/ 143554 h 1062460"/>
                <a:gd name="connsiteX7" fmla="*/ 149959 w 183943"/>
                <a:gd name="connsiteY7" fmla="*/ 531127 h 1062460"/>
                <a:gd name="connsiteX8" fmla="*/ 80406 w 183943"/>
                <a:gd name="connsiteY8" fmla="*/ 930745 h 1062460"/>
                <a:gd name="connsiteX9" fmla="*/ 1674 w 183943"/>
                <a:gd name="connsiteY9" fmla="*/ 1055803 h 1062460"/>
                <a:gd name="connsiteX10" fmla="*/ 262 w 183943"/>
                <a:gd name="connsiteY10" fmla="*/ 1058992 h 1062460"/>
                <a:gd name="connsiteX11" fmla="*/ 8029 w 183943"/>
                <a:gd name="connsiteY11" fmla="*/ 1062534 h 1062460"/>
                <a:gd name="connsiteX12" fmla="*/ 14737 w 183943"/>
                <a:gd name="connsiteY12" fmla="*/ 1061826 h 1062460"/>
                <a:gd name="connsiteX13" fmla="*/ 64519 w 183943"/>
                <a:gd name="connsiteY13" fmla="*/ 1001245 h 1062460"/>
                <a:gd name="connsiteX14" fmla="*/ 172908 w 183943"/>
                <a:gd name="connsiteY14" fmla="*/ 704366 h 1062460"/>
                <a:gd name="connsiteX15" fmla="*/ 184205 w 183943"/>
                <a:gd name="connsiteY15" fmla="*/ 531481 h 1062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3943" h="1062460">
                  <a:moveTo>
                    <a:pt x="184205" y="531481"/>
                  </a:moveTo>
                  <a:cubicBezTo>
                    <a:pt x="184205" y="398984"/>
                    <a:pt x="167612" y="263652"/>
                    <a:pt x="111122" y="142491"/>
                  </a:cubicBezTo>
                  <a:cubicBezTo>
                    <a:pt x="86055" y="88642"/>
                    <a:pt x="52515" y="40107"/>
                    <a:pt x="17562" y="3263"/>
                  </a:cubicBezTo>
                  <a:cubicBezTo>
                    <a:pt x="14384" y="428"/>
                    <a:pt x="14031" y="74"/>
                    <a:pt x="8029" y="74"/>
                  </a:cubicBezTo>
                  <a:cubicBezTo>
                    <a:pt x="3086" y="74"/>
                    <a:pt x="262" y="74"/>
                    <a:pt x="262" y="3617"/>
                  </a:cubicBezTo>
                  <a:cubicBezTo>
                    <a:pt x="262" y="5034"/>
                    <a:pt x="1674" y="6805"/>
                    <a:pt x="2380" y="7868"/>
                  </a:cubicBezTo>
                  <a:cubicBezTo>
                    <a:pt x="36274" y="48964"/>
                    <a:pt x="64519" y="94310"/>
                    <a:pt x="85349" y="143554"/>
                  </a:cubicBezTo>
                  <a:cubicBezTo>
                    <a:pt x="131600" y="251961"/>
                    <a:pt x="149959" y="378790"/>
                    <a:pt x="149959" y="531127"/>
                  </a:cubicBezTo>
                  <a:cubicBezTo>
                    <a:pt x="149959" y="682047"/>
                    <a:pt x="132659" y="814544"/>
                    <a:pt x="80406" y="930745"/>
                  </a:cubicBezTo>
                  <a:cubicBezTo>
                    <a:pt x="59929" y="975738"/>
                    <a:pt x="33096" y="1017542"/>
                    <a:pt x="1674" y="1055803"/>
                  </a:cubicBezTo>
                  <a:cubicBezTo>
                    <a:pt x="1321" y="1056512"/>
                    <a:pt x="262" y="1057929"/>
                    <a:pt x="262" y="1058992"/>
                  </a:cubicBezTo>
                  <a:cubicBezTo>
                    <a:pt x="262" y="1062534"/>
                    <a:pt x="3086" y="1062534"/>
                    <a:pt x="8029" y="1062534"/>
                  </a:cubicBezTo>
                  <a:cubicBezTo>
                    <a:pt x="13325" y="1062534"/>
                    <a:pt x="14031" y="1062534"/>
                    <a:pt x="14737" y="1061826"/>
                  </a:cubicBezTo>
                  <a:cubicBezTo>
                    <a:pt x="15090" y="1061472"/>
                    <a:pt x="36980" y="1040215"/>
                    <a:pt x="64519" y="1001245"/>
                  </a:cubicBezTo>
                  <a:cubicBezTo>
                    <a:pt x="125951" y="914095"/>
                    <a:pt x="157020" y="809939"/>
                    <a:pt x="172908" y="704366"/>
                  </a:cubicBezTo>
                  <a:cubicBezTo>
                    <a:pt x="181381" y="647328"/>
                    <a:pt x="184205" y="589228"/>
                    <a:pt x="184205" y="531481"/>
                  </a:cubicBezTo>
                  <a:close/>
                </a:path>
              </a:pathLst>
            </a:custGeom>
            <a:solidFill>
              <a:srgbClr val="000000"/>
            </a:solidFill>
            <a:ln w="3553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504500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77DCD-A940-287D-6F79-55825612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Positional Encoding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1A7EB1-FEB3-F5B9-37C9-73E23AEE0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39</a:t>
            </a:fld>
            <a:endParaRPr lang="en-CA"/>
          </a:p>
        </p:txBody>
      </p:sp>
      <p:sp>
        <p:nvSpPr>
          <p:cNvPr id="108" name="Content Placeholder 4">
            <a:extLst>
              <a:ext uri="{FF2B5EF4-FFF2-40B4-BE49-F238E27FC236}">
                <a16:creationId xmlns:a16="http://schemas.microsoft.com/office/drawing/2014/main" id="{24F08858-C060-2EC8-8156-038C7FBD2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9840"/>
            <a:ext cx="10515600" cy="487150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This is just complicated bag of words…</a:t>
            </a:r>
          </a:p>
          <a:p>
            <a:pPr marL="0" indent="0">
              <a:buNone/>
            </a:pPr>
            <a:r>
              <a:rPr lang="en-US" b="0" dirty="0"/>
              <a:t>Columns of      </a:t>
            </a:r>
            <a:r>
              <a:rPr lang="en-CA" dirty="0"/>
              <a:t>for “a cat” </a:t>
            </a:r>
          </a:p>
          <a:p>
            <a:pPr marL="0" indent="0">
              <a:buNone/>
            </a:pPr>
            <a:r>
              <a:rPr lang="en-CA" dirty="0"/>
              <a:t>= permutation of columns of      for “cat a”</a:t>
            </a:r>
          </a:p>
        </p:txBody>
      </p:sp>
      <p:grpSp>
        <p:nvGrpSpPr>
          <p:cNvPr id="109" name="Group 108" descr="\documentclass{article}&#10;\usepackage{amsmath,amssymb}&#10;\pagestyle{empty}&#10;\begin{document}&#10;&#10;\newcommand{\score}{\textrm{score}}&#10;\newcommand{\classify}{\textrm{classify}}&#10;\newcommand{\bx}{\mathbf{x}}&#10;&#10;\begin{align*}&#10;\mathbf{E} = (\textit{emb}(w_1), \ldots, \textit{emb}(w_k)) \in \mathbb{R}^{d_1\times k}&#10;\end{align*}&#10;&#10;&#10;\end{document}" title="IguanaTex Vector Display">
            <a:extLst>
              <a:ext uri="{FF2B5EF4-FFF2-40B4-BE49-F238E27FC236}">
                <a16:creationId xmlns:a16="http://schemas.microsoft.com/office/drawing/2014/main" id="{E5CA3972-D14E-632A-7E12-16C1FF4FE55F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269736" y="1365265"/>
            <a:ext cx="5775138" cy="416198"/>
            <a:chOff x="6832874" y="7135628"/>
            <a:chExt cx="5775138" cy="416198"/>
          </a:xfrm>
        </p:grpSpPr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93A4C76A-9F93-EABA-97E0-B762EAD255BA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6832874" y="7214865"/>
              <a:ext cx="243443" cy="246379"/>
            </a:xfrm>
            <a:custGeom>
              <a:avLst/>
              <a:gdLst>
                <a:gd name="connsiteX0" fmla="*/ 243596 w 243443"/>
                <a:gd name="connsiteY0" fmla="*/ 147188 h 246379"/>
                <a:gd name="connsiteX1" fmla="*/ 226868 w 243443"/>
                <a:gd name="connsiteY1" fmla="*/ 147188 h 246379"/>
                <a:gd name="connsiteX2" fmla="*/ 143229 w 243443"/>
                <a:gd name="connsiteY2" fmla="*/ 229435 h 246379"/>
                <a:gd name="connsiteX3" fmla="*/ 89130 w 243443"/>
                <a:gd name="connsiteY3" fmla="*/ 229435 h 246379"/>
                <a:gd name="connsiteX4" fmla="*/ 89130 w 243443"/>
                <a:gd name="connsiteY4" fmla="*/ 127260 h 246379"/>
                <a:gd name="connsiteX5" fmla="*/ 108705 w 243443"/>
                <a:gd name="connsiteY5" fmla="*/ 127260 h 246379"/>
                <a:gd name="connsiteX6" fmla="*/ 146432 w 243443"/>
                <a:gd name="connsiteY6" fmla="*/ 169652 h 246379"/>
                <a:gd name="connsiteX7" fmla="*/ 163160 w 243443"/>
                <a:gd name="connsiteY7" fmla="*/ 169652 h 246379"/>
                <a:gd name="connsiteX8" fmla="*/ 163160 w 243443"/>
                <a:gd name="connsiteY8" fmla="*/ 67839 h 246379"/>
                <a:gd name="connsiteX9" fmla="*/ 146432 w 243443"/>
                <a:gd name="connsiteY9" fmla="*/ 67839 h 246379"/>
                <a:gd name="connsiteX10" fmla="*/ 108705 w 243443"/>
                <a:gd name="connsiteY10" fmla="*/ 110231 h 246379"/>
                <a:gd name="connsiteX11" fmla="*/ 89130 w 243443"/>
                <a:gd name="connsiteY11" fmla="*/ 110231 h 246379"/>
                <a:gd name="connsiteX12" fmla="*/ 89130 w 243443"/>
                <a:gd name="connsiteY12" fmla="*/ 17114 h 246379"/>
                <a:gd name="connsiteX13" fmla="*/ 143229 w 243443"/>
                <a:gd name="connsiteY13" fmla="*/ 17114 h 246379"/>
                <a:gd name="connsiteX14" fmla="*/ 215479 w 243443"/>
                <a:gd name="connsiteY14" fmla="*/ 87405 h 246379"/>
                <a:gd name="connsiteX15" fmla="*/ 232207 w 243443"/>
                <a:gd name="connsiteY15" fmla="*/ 87405 h 246379"/>
                <a:gd name="connsiteX16" fmla="*/ 221173 w 243443"/>
                <a:gd name="connsiteY16" fmla="*/ 85 h 246379"/>
                <a:gd name="connsiteX17" fmla="*/ 152 w 243443"/>
                <a:gd name="connsiteY17" fmla="*/ 85 h 246379"/>
                <a:gd name="connsiteX18" fmla="*/ 152 w 243443"/>
                <a:gd name="connsiteY18" fmla="*/ 17114 h 246379"/>
                <a:gd name="connsiteX19" fmla="*/ 38591 w 243443"/>
                <a:gd name="connsiteY19" fmla="*/ 17114 h 246379"/>
                <a:gd name="connsiteX20" fmla="*/ 38591 w 243443"/>
                <a:gd name="connsiteY20" fmla="*/ 229435 h 246379"/>
                <a:gd name="connsiteX21" fmla="*/ 152 w 243443"/>
                <a:gd name="connsiteY21" fmla="*/ 229435 h 246379"/>
                <a:gd name="connsiteX22" fmla="*/ 152 w 243443"/>
                <a:gd name="connsiteY22" fmla="*/ 246464 h 246379"/>
                <a:gd name="connsiteX23" fmla="*/ 227224 w 243443"/>
                <a:gd name="connsiteY23" fmla="*/ 246464 h 246379"/>
                <a:gd name="connsiteX24" fmla="*/ 243596 w 243443"/>
                <a:gd name="connsiteY24" fmla="*/ 147188 h 246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3443" h="246379">
                  <a:moveTo>
                    <a:pt x="243596" y="147188"/>
                  </a:moveTo>
                  <a:lnTo>
                    <a:pt x="226868" y="147188"/>
                  </a:lnTo>
                  <a:cubicBezTo>
                    <a:pt x="219038" y="197188"/>
                    <a:pt x="209072" y="229435"/>
                    <a:pt x="143229" y="229435"/>
                  </a:cubicBezTo>
                  <a:lnTo>
                    <a:pt x="89130" y="229435"/>
                  </a:lnTo>
                  <a:lnTo>
                    <a:pt x="89130" y="127260"/>
                  </a:lnTo>
                  <a:lnTo>
                    <a:pt x="108705" y="127260"/>
                  </a:lnTo>
                  <a:cubicBezTo>
                    <a:pt x="142873" y="127260"/>
                    <a:pt x="146432" y="142840"/>
                    <a:pt x="146432" y="169652"/>
                  </a:cubicBezTo>
                  <a:lnTo>
                    <a:pt x="163160" y="169652"/>
                  </a:lnTo>
                  <a:lnTo>
                    <a:pt x="163160" y="67839"/>
                  </a:lnTo>
                  <a:lnTo>
                    <a:pt x="146432" y="67839"/>
                  </a:lnTo>
                  <a:cubicBezTo>
                    <a:pt x="146432" y="94651"/>
                    <a:pt x="143229" y="110231"/>
                    <a:pt x="108705" y="110231"/>
                  </a:cubicBezTo>
                  <a:lnTo>
                    <a:pt x="89130" y="110231"/>
                  </a:lnTo>
                  <a:lnTo>
                    <a:pt x="89130" y="17114"/>
                  </a:lnTo>
                  <a:lnTo>
                    <a:pt x="143229" y="17114"/>
                  </a:lnTo>
                  <a:cubicBezTo>
                    <a:pt x="200530" y="17114"/>
                    <a:pt x="209784" y="43563"/>
                    <a:pt x="215479" y="87405"/>
                  </a:cubicBezTo>
                  <a:lnTo>
                    <a:pt x="232207" y="87405"/>
                  </a:lnTo>
                  <a:lnTo>
                    <a:pt x="221173" y="85"/>
                  </a:lnTo>
                  <a:lnTo>
                    <a:pt x="152" y="85"/>
                  </a:lnTo>
                  <a:lnTo>
                    <a:pt x="152" y="17114"/>
                  </a:lnTo>
                  <a:lnTo>
                    <a:pt x="38591" y="17114"/>
                  </a:lnTo>
                  <a:lnTo>
                    <a:pt x="38591" y="229435"/>
                  </a:lnTo>
                  <a:lnTo>
                    <a:pt x="152" y="229435"/>
                  </a:lnTo>
                  <a:lnTo>
                    <a:pt x="152" y="246464"/>
                  </a:lnTo>
                  <a:lnTo>
                    <a:pt x="227224" y="246464"/>
                  </a:lnTo>
                  <a:lnTo>
                    <a:pt x="243596" y="147188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19C7B166-A536-8B9C-DCC9-31B46A66341B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7206696" y="7328272"/>
              <a:ext cx="236681" cy="84783"/>
            </a:xfrm>
            <a:custGeom>
              <a:avLst/>
              <a:gdLst>
                <a:gd name="connsiteX0" fmla="*/ 224743 w 236681"/>
                <a:gd name="connsiteY0" fmla="*/ 14578 h 84783"/>
                <a:gd name="connsiteX1" fmla="*/ 236844 w 236681"/>
                <a:gd name="connsiteY1" fmla="*/ 7331 h 84783"/>
                <a:gd name="connsiteX2" fmla="*/ 225099 w 236681"/>
                <a:gd name="connsiteY2" fmla="*/ 85 h 84783"/>
                <a:gd name="connsiteX3" fmla="*/ 11908 w 236681"/>
                <a:gd name="connsiteY3" fmla="*/ 85 h 84783"/>
                <a:gd name="connsiteX4" fmla="*/ 162 w 236681"/>
                <a:gd name="connsiteY4" fmla="*/ 7331 h 84783"/>
                <a:gd name="connsiteX5" fmla="*/ 12263 w 236681"/>
                <a:gd name="connsiteY5" fmla="*/ 14578 h 84783"/>
                <a:gd name="connsiteX6" fmla="*/ 224743 w 236681"/>
                <a:gd name="connsiteY6" fmla="*/ 14578 h 84783"/>
                <a:gd name="connsiteX7" fmla="*/ 225099 w 236681"/>
                <a:gd name="connsiteY7" fmla="*/ 84868 h 84783"/>
                <a:gd name="connsiteX8" fmla="*/ 236844 w 236681"/>
                <a:gd name="connsiteY8" fmla="*/ 77622 h 84783"/>
                <a:gd name="connsiteX9" fmla="*/ 224743 w 236681"/>
                <a:gd name="connsiteY9" fmla="*/ 70375 h 84783"/>
                <a:gd name="connsiteX10" fmla="*/ 12263 w 236681"/>
                <a:gd name="connsiteY10" fmla="*/ 70375 h 84783"/>
                <a:gd name="connsiteX11" fmla="*/ 162 w 236681"/>
                <a:gd name="connsiteY11" fmla="*/ 77622 h 84783"/>
                <a:gd name="connsiteX12" fmla="*/ 11908 w 236681"/>
                <a:gd name="connsiteY12" fmla="*/ 84868 h 84783"/>
                <a:gd name="connsiteX13" fmla="*/ 225099 w 236681"/>
                <a:gd name="connsiteY13" fmla="*/ 84868 h 84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681" h="84783">
                  <a:moveTo>
                    <a:pt x="224743" y="14578"/>
                  </a:moveTo>
                  <a:cubicBezTo>
                    <a:pt x="230081" y="14578"/>
                    <a:pt x="236844" y="14578"/>
                    <a:pt x="236844" y="7331"/>
                  </a:cubicBezTo>
                  <a:cubicBezTo>
                    <a:pt x="236844" y="85"/>
                    <a:pt x="230081" y="85"/>
                    <a:pt x="225099" y="85"/>
                  </a:cubicBezTo>
                  <a:lnTo>
                    <a:pt x="11908" y="85"/>
                  </a:lnTo>
                  <a:cubicBezTo>
                    <a:pt x="6925" y="85"/>
                    <a:pt x="162" y="85"/>
                    <a:pt x="162" y="7331"/>
                  </a:cubicBezTo>
                  <a:cubicBezTo>
                    <a:pt x="162" y="14578"/>
                    <a:pt x="6925" y="14578"/>
                    <a:pt x="12263" y="14578"/>
                  </a:cubicBezTo>
                  <a:lnTo>
                    <a:pt x="224743" y="14578"/>
                  </a:lnTo>
                  <a:close/>
                  <a:moveTo>
                    <a:pt x="225099" y="84868"/>
                  </a:moveTo>
                  <a:cubicBezTo>
                    <a:pt x="230081" y="84868"/>
                    <a:pt x="236844" y="84868"/>
                    <a:pt x="236844" y="77622"/>
                  </a:cubicBezTo>
                  <a:cubicBezTo>
                    <a:pt x="236844" y="70375"/>
                    <a:pt x="230081" y="70375"/>
                    <a:pt x="224743" y="70375"/>
                  </a:cubicBezTo>
                  <a:lnTo>
                    <a:pt x="12263" y="70375"/>
                  </a:lnTo>
                  <a:cubicBezTo>
                    <a:pt x="6925" y="70375"/>
                    <a:pt x="162" y="70375"/>
                    <a:pt x="162" y="77622"/>
                  </a:cubicBezTo>
                  <a:cubicBezTo>
                    <a:pt x="162" y="84868"/>
                    <a:pt x="6925" y="84868"/>
                    <a:pt x="11908" y="84868"/>
                  </a:cubicBezTo>
                  <a:lnTo>
                    <a:pt x="225099" y="84868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6BA2CBD-4ADC-B460-F38D-945A0BA1D262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7597683" y="7189503"/>
              <a:ext cx="82571" cy="362323"/>
            </a:xfrm>
            <a:custGeom>
              <a:avLst/>
              <a:gdLst>
                <a:gd name="connsiteX0" fmla="*/ 82744 w 82571"/>
                <a:gd name="connsiteY0" fmla="*/ 358785 h 362323"/>
                <a:gd name="connsiteX1" fmla="*/ 76694 w 82571"/>
                <a:gd name="connsiteY1" fmla="*/ 350813 h 362323"/>
                <a:gd name="connsiteX2" fmla="*/ 20816 w 82571"/>
                <a:gd name="connsiteY2" fmla="*/ 181246 h 362323"/>
                <a:gd name="connsiteX3" fmla="*/ 78118 w 82571"/>
                <a:gd name="connsiteY3" fmla="*/ 9867 h 362323"/>
                <a:gd name="connsiteX4" fmla="*/ 82744 w 82571"/>
                <a:gd name="connsiteY4" fmla="*/ 3708 h 362323"/>
                <a:gd name="connsiteX5" fmla="*/ 79185 w 82571"/>
                <a:gd name="connsiteY5" fmla="*/ 85 h 362323"/>
                <a:gd name="connsiteX6" fmla="*/ 22595 w 82571"/>
                <a:gd name="connsiteY6" fmla="*/ 70738 h 362323"/>
                <a:gd name="connsiteX7" fmla="*/ 173 w 82571"/>
                <a:gd name="connsiteY7" fmla="*/ 181246 h 362323"/>
                <a:gd name="connsiteX8" fmla="*/ 23663 w 82571"/>
                <a:gd name="connsiteY8" fmla="*/ 294291 h 362323"/>
                <a:gd name="connsiteX9" fmla="*/ 79185 w 82571"/>
                <a:gd name="connsiteY9" fmla="*/ 362408 h 362323"/>
                <a:gd name="connsiteX10" fmla="*/ 82744 w 82571"/>
                <a:gd name="connsiteY10" fmla="*/ 358785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571" h="362323">
                  <a:moveTo>
                    <a:pt x="82744" y="358785"/>
                  </a:moveTo>
                  <a:cubicBezTo>
                    <a:pt x="82744" y="357698"/>
                    <a:pt x="82744" y="356973"/>
                    <a:pt x="76694" y="350813"/>
                  </a:cubicBezTo>
                  <a:cubicBezTo>
                    <a:pt x="32205" y="305161"/>
                    <a:pt x="20816" y="236682"/>
                    <a:pt x="20816" y="181246"/>
                  </a:cubicBezTo>
                  <a:cubicBezTo>
                    <a:pt x="20816" y="118202"/>
                    <a:pt x="34340" y="55158"/>
                    <a:pt x="78118" y="9867"/>
                  </a:cubicBezTo>
                  <a:cubicBezTo>
                    <a:pt x="82744" y="5520"/>
                    <a:pt x="82744" y="4795"/>
                    <a:pt x="82744" y="3708"/>
                  </a:cubicBezTo>
                  <a:cubicBezTo>
                    <a:pt x="82744" y="1172"/>
                    <a:pt x="81321" y="85"/>
                    <a:pt x="79185" y="85"/>
                  </a:cubicBezTo>
                  <a:cubicBezTo>
                    <a:pt x="75626" y="85"/>
                    <a:pt x="43594" y="24723"/>
                    <a:pt x="22595" y="70738"/>
                  </a:cubicBezTo>
                  <a:cubicBezTo>
                    <a:pt x="4444" y="110593"/>
                    <a:pt x="173" y="150811"/>
                    <a:pt x="173" y="181246"/>
                  </a:cubicBezTo>
                  <a:cubicBezTo>
                    <a:pt x="173" y="209507"/>
                    <a:pt x="4088" y="253349"/>
                    <a:pt x="23663" y="294291"/>
                  </a:cubicBezTo>
                  <a:cubicBezTo>
                    <a:pt x="45018" y="338857"/>
                    <a:pt x="75626" y="362408"/>
                    <a:pt x="79185" y="362408"/>
                  </a:cubicBezTo>
                  <a:cubicBezTo>
                    <a:pt x="81321" y="362408"/>
                    <a:pt x="82744" y="361321"/>
                    <a:pt x="82744" y="358785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0C6F460-2F40-386B-5EDA-B479065F2193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7741432" y="7301098"/>
              <a:ext cx="125992" cy="164132"/>
            </a:xfrm>
            <a:custGeom>
              <a:avLst/>
              <a:gdLst>
                <a:gd name="connsiteX0" fmla="*/ 44666 w 125992"/>
                <a:gd name="connsiteY0" fmla="*/ 76535 h 164132"/>
                <a:gd name="connsiteX1" fmla="*/ 96273 w 125992"/>
                <a:gd name="connsiteY1" fmla="*/ 68564 h 164132"/>
                <a:gd name="connsiteX2" fmla="*/ 124390 w 125992"/>
                <a:gd name="connsiteY2" fmla="*/ 30882 h 164132"/>
                <a:gd name="connsiteX3" fmla="*/ 88443 w 125992"/>
                <a:gd name="connsiteY3" fmla="*/ 85 h 164132"/>
                <a:gd name="connsiteX4" fmla="*/ 177 w 125992"/>
                <a:gd name="connsiteY4" fmla="*/ 100811 h 164132"/>
                <a:gd name="connsiteX5" fmla="*/ 51072 w 125992"/>
                <a:gd name="connsiteY5" fmla="*/ 164217 h 164132"/>
                <a:gd name="connsiteX6" fmla="*/ 126170 w 125992"/>
                <a:gd name="connsiteY6" fmla="*/ 122550 h 164132"/>
                <a:gd name="connsiteX7" fmla="*/ 120475 w 125992"/>
                <a:gd name="connsiteY7" fmla="*/ 116753 h 164132"/>
                <a:gd name="connsiteX8" fmla="*/ 115848 w 125992"/>
                <a:gd name="connsiteY8" fmla="*/ 120738 h 164132"/>
                <a:gd name="connsiteX9" fmla="*/ 51784 w 125992"/>
                <a:gd name="connsiteY9" fmla="*/ 156246 h 164132"/>
                <a:gd name="connsiteX10" fmla="*/ 24735 w 125992"/>
                <a:gd name="connsiteY10" fmla="*/ 116390 h 164132"/>
                <a:gd name="connsiteX11" fmla="*/ 30785 w 125992"/>
                <a:gd name="connsiteY11" fmla="*/ 76535 h 164132"/>
                <a:gd name="connsiteX12" fmla="*/ 44666 w 125992"/>
                <a:gd name="connsiteY12" fmla="*/ 76535 h 164132"/>
                <a:gd name="connsiteX13" fmla="*/ 32921 w 125992"/>
                <a:gd name="connsiteY13" fmla="*/ 68564 h 164132"/>
                <a:gd name="connsiteX14" fmla="*/ 88443 w 125992"/>
                <a:gd name="connsiteY14" fmla="*/ 8056 h 164132"/>
                <a:gd name="connsiteX15" fmla="*/ 110865 w 125992"/>
                <a:gd name="connsiteY15" fmla="*/ 30158 h 164132"/>
                <a:gd name="connsiteX16" fmla="*/ 40395 w 125992"/>
                <a:gd name="connsiteY16" fmla="*/ 68564 h 164132"/>
                <a:gd name="connsiteX17" fmla="*/ 32921 w 125992"/>
                <a:gd name="connsiteY17" fmla="*/ 6856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5992" h="164132">
                  <a:moveTo>
                    <a:pt x="44666" y="76535"/>
                  </a:moveTo>
                  <a:cubicBezTo>
                    <a:pt x="55343" y="76535"/>
                    <a:pt x="79189" y="75448"/>
                    <a:pt x="96273" y="68564"/>
                  </a:cubicBezTo>
                  <a:cubicBezTo>
                    <a:pt x="124390" y="56969"/>
                    <a:pt x="124390" y="33418"/>
                    <a:pt x="124390" y="30882"/>
                  </a:cubicBezTo>
                  <a:cubicBezTo>
                    <a:pt x="124390" y="14215"/>
                    <a:pt x="111221" y="85"/>
                    <a:pt x="88443" y="85"/>
                  </a:cubicBezTo>
                  <a:cubicBezTo>
                    <a:pt x="51072" y="85"/>
                    <a:pt x="177" y="36679"/>
                    <a:pt x="177" y="100811"/>
                  </a:cubicBezTo>
                  <a:cubicBezTo>
                    <a:pt x="177" y="133420"/>
                    <a:pt x="17261" y="164217"/>
                    <a:pt x="51072" y="164217"/>
                  </a:cubicBezTo>
                  <a:cubicBezTo>
                    <a:pt x="96629" y="164217"/>
                    <a:pt x="126170" y="127985"/>
                    <a:pt x="126170" y="122550"/>
                  </a:cubicBezTo>
                  <a:cubicBezTo>
                    <a:pt x="126170" y="120738"/>
                    <a:pt x="123322" y="116753"/>
                    <a:pt x="120475" y="116753"/>
                  </a:cubicBezTo>
                  <a:cubicBezTo>
                    <a:pt x="119051" y="116753"/>
                    <a:pt x="118695" y="117115"/>
                    <a:pt x="115848" y="120738"/>
                  </a:cubicBezTo>
                  <a:cubicBezTo>
                    <a:pt x="89511" y="154797"/>
                    <a:pt x="57835" y="156246"/>
                    <a:pt x="51784" y="156246"/>
                  </a:cubicBezTo>
                  <a:cubicBezTo>
                    <a:pt x="28650" y="156246"/>
                    <a:pt x="24735" y="130521"/>
                    <a:pt x="24735" y="116390"/>
                  </a:cubicBezTo>
                  <a:cubicBezTo>
                    <a:pt x="24735" y="102622"/>
                    <a:pt x="28294" y="86318"/>
                    <a:pt x="30785" y="76535"/>
                  </a:cubicBezTo>
                  <a:lnTo>
                    <a:pt x="44666" y="76535"/>
                  </a:lnTo>
                  <a:close/>
                  <a:moveTo>
                    <a:pt x="32921" y="68564"/>
                  </a:moveTo>
                  <a:cubicBezTo>
                    <a:pt x="48225" y="9143"/>
                    <a:pt x="84884" y="8056"/>
                    <a:pt x="88443" y="8056"/>
                  </a:cubicBezTo>
                  <a:cubicBezTo>
                    <a:pt x="102679" y="8056"/>
                    <a:pt x="110865" y="17839"/>
                    <a:pt x="110865" y="30158"/>
                  </a:cubicBezTo>
                  <a:cubicBezTo>
                    <a:pt x="110865" y="68564"/>
                    <a:pt x="52140" y="68564"/>
                    <a:pt x="40395" y="68564"/>
                  </a:cubicBezTo>
                  <a:lnTo>
                    <a:pt x="32921" y="68564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C8650521-8F53-78B7-F0FB-D0215461771C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7894117" y="7301098"/>
              <a:ext cx="270136" cy="164132"/>
            </a:xfrm>
            <a:custGeom>
              <a:avLst/>
              <a:gdLst>
                <a:gd name="connsiteX0" fmla="*/ 52500 w 270136"/>
                <a:gd name="connsiteY0" fmla="*/ 96825 h 164132"/>
                <a:gd name="connsiteX1" fmla="*/ 58195 w 270136"/>
                <a:gd name="connsiteY1" fmla="*/ 73274 h 164132"/>
                <a:gd name="connsiteX2" fmla="*/ 67093 w 270136"/>
                <a:gd name="connsiteY2" fmla="*/ 47187 h 164132"/>
                <a:gd name="connsiteX3" fmla="*/ 117276 w 270136"/>
                <a:gd name="connsiteY3" fmla="*/ 8056 h 164132"/>
                <a:gd name="connsiteX4" fmla="*/ 133648 w 270136"/>
                <a:gd name="connsiteY4" fmla="*/ 31969 h 164132"/>
                <a:gd name="connsiteX5" fmla="*/ 130445 w 270136"/>
                <a:gd name="connsiteY5" fmla="*/ 55520 h 164132"/>
                <a:gd name="connsiteX6" fmla="*/ 107311 w 270136"/>
                <a:gd name="connsiteY6" fmla="*/ 149724 h 164132"/>
                <a:gd name="connsiteX7" fmla="*/ 106243 w 270136"/>
                <a:gd name="connsiteY7" fmla="*/ 154797 h 164132"/>
                <a:gd name="connsiteX8" fmla="*/ 116209 w 270136"/>
                <a:gd name="connsiteY8" fmla="*/ 164217 h 164132"/>
                <a:gd name="connsiteX9" fmla="*/ 129021 w 270136"/>
                <a:gd name="connsiteY9" fmla="*/ 154797 h 164132"/>
                <a:gd name="connsiteX10" fmla="*/ 143258 w 270136"/>
                <a:gd name="connsiteY10" fmla="*/ 96825 h 164132"/>
                <a:gd name="connsiteX11" fmla="*/ 148953 w 270136"/>
                <a:gd name="connsiteY11" fmla="*/ 73274 h 164132"/>
                <a:gd name="connsiteX12" fmla="*/ 157850 w 270136"/>
                <a:gd name="connsiteY12" fmla="*/ 47187 h 164132"/>
                <a:gd name="connsiteX13" fmla="*/ 208034 w 270136"/>
                <a:gd name="connsiteY13" fmla="*/ 8056 h 164132"/>
                <a:gd name="connsiteX14" fmla="*/ 224406 w 270136"/>
                <a:gd name="connsiteY14" fmla="*/ 31969 h 164132"/>
                <a:gd name="connsiteX15" fmla="*/ 203763 w 270136"/>
                <a:gd name="connsiteY15" fmla="*/ 112043 h 164132"/>
                <a:gd name="connsiteX16" fmla="*/ 198068 w 270136"/>
                <a:gd name="connsiteY16" fmla="*/ 135231 h 164132"/>
                <a:gd name="connsiteX17" fmla="*/ 225118 w 270136"/>
                <a:gd name="connsiteY17" fmla="*/ 164217 h 164132"/>
                <a:gd name="connsiteX18" fmla="*/ 270318 w 270136"/>
                <a:gd name="connsiteY18" fmla="*/ 108419 h 164132"/>
                <a:gd name="connsiteX19" fmla="*/ 264980 w 270136"/>
                <a:gd name="connsiteY19" fmla="*/ 104796 h 164132"/>
                <a:gd name="connsiteX20" fmla="*/ 258929 w 270136"/>
                <a:gd name="connsiteY20" fmla="*/ 110956 h 164132"/>
                <a:gd name="connsiteX21" fmla="*/ 225829 w 270136"/>
                <a:gd name="connsiteY21" fmla="*/ 156246 h 164132"/>
                <a:gd name="connsiteX22" fmla="*/ 217999 w 270136"/>
                <a:gd name="connsiteY22" fmla="*/ 145739 h 164132"/>
                <a:gd name="connsiteX23" fmla="*/ 224406 w 270136"/>
                <a:gd name="connsiteY23" fmla="*/ 118564 h 164132"/>
                <a:gd name="connsiteX24" fmla="*/ 246116 w 270136"/>
                <a:gd name="connsiteY24" fmla="*/ 37766 h 164132"/>
                <a:gd name="connsiteX25" fmla="*/ 208746 w 270136"/>
                <a:gd name="connsiteY25" fmla="*/ 85 h 164132"/>
                <a:gd name="connsiteX26" fmla="*/ 155359 w 270136"/>
                <a:gd name="connsiteY26" fmla="*/ 31969 h 164132"/>
                <a:gd name="connsiteX27" fmla="*/ 117988 w 270136"/>
                <a:gd name="connsiteY27" fmla="*/ 85 h 164132"/>
                <a:gd name="connsiteX28" fmla="*/ 67093 w 270136"/>
                <a:gd name="connsiteY28" fmla="*/ 28708 h 164132"/>
                <a:gd name="connsiteX29" fmla="*/ 37196 w 270136"/>
                <a:gd name="connsiteY29" fmla="*/ 85 h 164132"/>
                <a:gd name="connsiteX30" fmla="*/ 11571 w 270136"/>
                <a:gd name="connsiteY30" fmla="*/ 19288 h 164132"/>
                <a:gd name="connsiteX31" fmla="*/ 181 w 270136"/>
                <a:gd name="connsiteY31" fmla="*/ 55882 h 164132"/>
                <a:gd name="connsiteX32" fmla="*/ 5520 w 270136"/>
                <a:gd name="connsiteY32" fmla="*/ 59506 h 164132"/>
                <a:gd name="connsiteX33" fmla="*/ 12282 w 270136"/>
                <a:gd name="connsiteY33" fmla="*/ 51172 h 164132"/>
                <a:gd name="connsiteX34" fmla="*/ 36484 w 270136"/>
                <a:gd name="connsiteY34" fmla="*/ 8056 h 164132"/>
                <a:gd name="connsiteX35" fmla="*/ 45738 w 270136"/>
                <a:gd name="connsiteY35" fmla="*/ 22549 h 164132"/>
                <a:gd name="connsiteX36" fmla="*/ 43247 w 270136"/>
                <a:gd name="connsiteY36" fmla="*/ 41027 h 164132"/>
                <a:gd name="connsiteX37" fmla="*/ 16553 w 270136"/>
                <a:gd name="connsiteY37" fmla="*/ 149724 h 164132"/>
                <a:gd name="connsiteX38" fmla="*/ 15486 w 270136"/>
                <a:gd name="connsiteY38" fmla="*/ 154797 h 164132"/>
                <a:gd name="connsiteX39" fmla="*/ 25451 w 270136"/>
                <a:gd name="connsiteY39" fmla="*/ 164217 h 164132"/>
                <a:gd name="connsiteX40" fmla="*/ 38264 w 270136"/>
                <a:gd name="connsiteY40" fmla="*/ 154797 h 164132"/>
                <a:gd name="connsiteX41" fmla="*/ 52500 w 270136"/>
                <a:gd name="connsiteY41" fmla="*/ 96825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70136" h="164132">
                  <a:moveTo>
                    <a:pt x="52500" y="96825"/>
                  </a:moveTo>
                  <a:cubicBezTo>
                    <a:pt x="54280" y="88854"/>
                    <a:pt x="56415" y="81245"/>
                    <a:pt x="58195" y="73274"/>
                  </a:cubicBezTo>
                  <a:cubicBezTo>
                    <a:pt x="62822" y="55520"/>
                    <a:pt x="62822" y="54795"/>
                    <a:pt x="67093" y="47187"/>
                  </a:cubicBezTo>
                  <a:cubicBezTo>
                    <a:pt x="77414" y="29071"/>
                    <a:pt x="92718" y="8056"/>
                    <a:pt x="117276" y="8056"/>
                  </a:cubicBezTo>
                  <a:cubicBezTo>
                    <a:pt x="133648" y="8056"/>
                    <a:pt x="133648" y="26534"/>
                    <a:pt x="133648" y="31969"/>
                  </a:cubicBezTo>
                  <a:cubicBezTo>
                    <a:pt x="133648" y="41752"/>
                    <a:pt x="131157" y="52259"/>
                    <a:pt x="130445" y="55520"/>
                  </a:cubicBezTo>
                  <a:lnTo>
                    <a:pt x="107311" y="149724"/>
                  </a:lnTo>
                  <a:cubicBezTo>
                    <a:pt x="106599" y="151898"/>
                    <a:pt x="106243" y="153710"/>
                    <a:pt x="106243" y="154797"/>
                  </a:cubicBezTo>
                  <a:cubicBezTo>
                    <a:pt x="106243" y="158782"/>
                    <a:pt x="109090" y="164217"/>
                    <a:pt x="116209" y="164217"/>
                  </a:cubicBezTo>
                  <a:cubicBezTo>
                    <a:pt x="120480" y="164217"/>
                    <a:pt x="126530" y="161681"/>
                    <a:pt x="129021" y="154797"/>
                  </a:cubicBezTo>
                  <a:lnTo>
                    <a:pt x="143258" y="96825"/>
                  </a:lnTo>
                  <a:cubicBezTo>
                    <a:pt x="145037" y="88854"/>
                    <a:pt x="147173" y="81245"/>
                    <a:pt x="148953" y="73274"/>
                  </a:cubicBezTo>
                  <a:cubicBezTo>
                    <a:pt x="153579" y="55520"/>
                    <a:pt x="153579" y="54795"/>
                    <a:pt x="157850" y="47187"/>
                  </a:cubicBezTo>
                  <a:cubicBezTo>
                    <a:pt x="168172" y="29071"/>
                    <a:pt x="183476" y="8056"/>
                    <a:pt x="208034" y="8056"/>
                  </a:cubicBezTo>
                  <a:cubicBezTo>
                    <a:pt x="224406" y="8056"/>
                    <a:pt x="224406" y="26534"/>
                    <a:pt x="224406" y="31969"/>
                  </a:cubicBezTo>
                  <a:cubicBezTo>
                    <a:pt x="224406" y="54433"/>
                    <a:pt x="208746" y="97550"/>
                    <a:pt x="203763" y="112043"/>
                  </a:cubicBezTo>
                  <a:cubicBezTo>
                    <a:pt x="199136" y="124362"/>
                    <a:pt x="198068" y="127622"/>
                    <a:pt x="198068" y="135231"/>
                  </a:cubicBezTo>
                  <a:cubicBezTo>
                    <a:pt x="198068" y="151173"/>
                    <a:pt x="208034" y="164217"/>
                    <a:pt x="225118" y="164217"/>
                  </a:cubicBezTo>
                  <a:cubicBezTo>
                    <a:pt x="258217" y="164217"/>
                    <a:pt x="270318" y="110231"/>
                    <a:pt x="270318" y="108419"/>
                  </a:cubicBezTo>
                  <a:cubicBezTo>
                    <a:pt x="270318" y="104796"/>
                    <a:pt x="267471" y="104796"/>
                    <a:pt x="264980" y="104796"/>
                  </a:cubicBezTo>
                  <a:cubicBezTo>
                    <a:pt x="260353" y="104796"/>
                    <a:pt x="260353" y="105521"/>
                    <a:pt x="258929" y="110956"/>
                  </a:cubicBezTo>
                  <a:cubicBezTo>
                    <a:pt x="256082" y="120738"/>
                    <a:pt x="246472" y="156246"/>
                    <a:pt x="225829" y="156246"/>
                  </a:cubicBezTo>
                  <a:cubicBezTo>
                    <a:pt x="218355" y="156246"/>
                    <a:pt x="217999" y="150811"/>
                    <a:pt x="217999" y="145739"/>
                  </a:cubicBezTo>
                  <a:cubicBezTo>
                    <a:pt x="217999" y="136680"/>
                    <a:pt x="221558" y="127260"/>
                    <a:pt x="224406" y="118564"/>
                  </a:cubicBezTo>
                  <a:cubicBezTo>
                    <a:pt x="231524" y="99361"/>
                    <a:pt x="246116" y="58781"/>
                    <a:pt x="246116" y="37766"/>
                  </a:cubicBezTo>
                  <a:cubicBezTo>
                    <a:pt x="246116" y="7331"/>
                    <a:pt x="225474" y="85"/>
                    <a:pt x="208746" y="85"/>
                  </a:cubicBezTo>
                  <a:cubicBezTo>
                    <a:pt x="183832" y="85"/>
                    <a:pt x="166036" y="16027"/>
                    <a:pt x="155359" y="31969"/>
                  </a:cubicBezTo>
                  <a:cubicBezTo>
                    <a:pt x="152512" y="6969"/>
                    <a:pt x="134004" y="85"/>
                    <a:pt x="117988" y="85"/>
                  </a:cubicBezTo>
                  <a:cubicBezTo>
                    <a:pt x="96633" y="85"/>
                    <a:pt x="79194" y="12041"/>
                    <a:pt x="67093" y="28708"/>
                  </a:cubicBezTo>
                  <a:cubicBezTo>
                    <a:pt x="64601" y="10954"/>
                    <a:pt x="52500" y="85"/>
                    <a:pt x="37196" y="85"/>
                  </a:cubicBezTo>
                  <a:cubicBezTo>
                    <a:pt x="24383" y="85"/>
                    <a:pt x="17265" y="8418"/>
                    <a:pt x="11571" y="19288"/>
                  </a:cubicBezTo>
                  <a:cubicBezTo>
                    <a:pt x="4808" y="33781"/>
                    <a:pt x="181" y="55158"/>
                    <a:pt x="181" y="55882"/>
                  </a:cubicBezTo>
                  <a:cubicBezTo>
                    <a:pt x="181" y="59506"/>
                    <a:pt x="3741" y="59506"/>
                    <a:pt x="5520" y="59506"/>
                  </a:cubicBezTo>
                  <a:cubicBezTo>
                    <a:pt x="10147" y="59506"/>
                    <a:pt x="10503" y="59143"/>
                    <a:pt x="12282" y="51172"/>
                  </a:cubicBezTo>
                  <a:cubicBezTo>
                    <a:pt x="18689" y="25810"/>
                    <a:pt x="25451" y="8056"/>
                    <a:pt x="36484" y="8056"/>
                  </a:cubicBezTo>
                  <a:cubicBezTo>
                    <a:pt x="45738" y="8056"/>
                    <a:pt x="45738" y="18563"/>
                    <a:pt x="45738" y="22549"/>
                  </a:cubicBezTo>
                  <a:cubicBezTo>
                    <a:pt x="45738" y="28346"/>
                    <a:pt x="44670" y="35230"/>
                    <a:pt x="43247" y="41027"/>
                  </a:cubicBezTo>
                  <a:lnTo>
                    <a:pt x="16553" y="149724"/>
                  </a:lnTo>
                  <a:cubicBezTo>
                    <a:pt x="15842" y="151898"/>
                    <a:pt x="15486" y="153710"/>
                    <a:pt x="15486" y="154797"/>
                  </a:cubicBezTo>
                  <a:cubicBezTo>
                    <a:pt x="15486" y="158782"/>
                    <a:pt x="18333" y="164217"/>
                    <a:pt x="25451" y="164217"/>
                  </a:cubicBezTo>
                  <a:cubicBezTo>
                    <a:pt x="29722" y="164217"/>
                    <a:pt x="35773" y="161681"/>
                    <a:pt x="38264" y="154797"/>
                  </a:cubicBezTo>
                  <a:lnTo>
                    <a:pt x="52500" y="96825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F2F92241-AF9F-E6B1-22A8-1C1B9E7F1C87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8196562" y="7209793"/>
              <a:ext cx="122433" cy="255437"/>
            </a:xfrm>
            <a:custGeom>
              <a:avLst/>
              <a:gdLst>
                <a:gd name="connsiteX0" fmla="*/ 67101 w 122433"/>
                <a:gd name="connsiteY0" fmla="*/ 9143 h 255437"/>
                <a:gd name="connsiteX1" fmla="*/ 68169 w 122433"/>
                <a:gd name="connsiteY1" fmla="*/ 4433 h 255437"/>
                <a:gd name="connsiteX2" fmla="*/ 63186 w 122433"/>
                <a:gd name="connsiteY2" fmla="*/ 85 h 255437"/>
                <a:gd name="connsiteX3" fmla="*/ 57491 w 122433"/>
                <a:gd name="connsiteY3" fmla="*/ 809 h 255437"/>
                <a:gd name="connsiteX4" fmla="*/ 22256 w 122433"/>
                <a:gd name="connsiteY4" fmla="*/ 3708 h 255437"/>
                <a:gd name="connsiteX5" fmla="*/ 14070 w 122433"/>
                <a:gd name="connsiteY5" fmla="*/ 11317 h 255437"/>
                <a:gd name="connsiteX6" fmla="*/ 22612 w 122433"/>
                <a:gd name="connsiteY6" fmla="*/ 15302 h 255437"/>
                <a:gd name="connsiteX7" fmla="*/ 40408 w 122433"/>
                <a:gd name="connsiteY7" fmla="*/ 21462 h 255437"/>
                <a:gd name="connsiteX8" fmla="*/ 39340 w 122433"/>
                <a:gd name="connsiteY8" fmla="*/ 27621 h 255437"/>
                <a:gd name="connsiteX9" fmla="*/ 4105 w 122433"/>
                <a:gd name="connsiteY9" fmla="*/ 170739 h 255437"/>
                <a:gd name="connsiteX10" fmla="*/ 190 w 122433"/>
                <a:gd name="connsiteY10" fmla="*/ 200449 h 255437"/>
                <a:gd name="connsiteX11" fmla="*/ 41119 w 122433"/>
                <a:gd name="connsiteY11" fmla="*/ 255522 h 255437"/>
                <a:gd name="connsiteX12" fmla="*/ 122623 w 122433"/>
                <a:gd name="connsiteY12" fmla="*/ 147913 h 255437"/>
                <a:gd name="connsiteX13" fmla="*/ 79914 w 122433"/>
                <a:gd name="connsiteY13" fmla="*/ 91390 h 255437"/>
                <a:gd name="connsiteX14" fmla="*/ 42187 w 122433"/>
                <a:gd name="connsiteY14" fmla="*/ 110593 h 255437"/>
                <a:gd name="connsiteX15" fmla="*/ 67101 w 122433"/>
                <a:gd name="connsiteY15" fmla="*/ 9143 h 255437"/>
                <a:gd name="connsiteX16" fmla="*/ 41119 w 122433"/>
                <a:gd name="connsiteY16" fmla="*/ 247551 h 255437"/>
                <a:gd name="connsiteX17" fmla="*/ 20476 w 122433"/>
                <a:gd name="connsiteY17" fmla="*/ 212768 h 255437"/>
                <a:gd name="connsiteX18" fmla="*/ 34001 w 122433"/>
                <a:gd name="connsiteY18" fmla="*/ 142840 h 255437"/>
                <a:gd name="connsiteX19" fmla="*/ 41831 w 122433"/>
                <a:gd name="connsiteY19" fmla="*/ 126173 h 255437"/>
                <a:gd name="connsiteX20" fmla="*/ 79202 w 122433"/>
                <a:gd name="connsiteY20" fmla="*/ 99361 h 255437"/>
                <a:gd name="connsiteX21" fmla="*/ 98777 w 122433"/>
                <a:gd name="connsiteY21" fmla="*/ 131608 h 255437"/>
                <a:gd name="connsiteX22" fmla="*/ 78846 w 122433"/>
                <a:gd name="connsiteY22" fmla="*/ 213131 h 255437"/>
                <a:gd name="connsiteX23" fmla="*/ 41119 w 122433"/>
                <a:gd name="connsiteY23" fmla="*/ 247551 h 25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2433" h="255437">
                  <a:moveTo>
                    <a:pt x="67101" y="9143"/>
                  </a:moveTo>
                  <a:cubicBezTo>
                    <a:pt x="67457" y="8056"/>
                    <a:pt x="68169" y="5157"/>
                    <a:pt x="68169" y="4433"/>
                  </a:cubicBezTo>
                  <a:cubicBezTo>
                    <a:pt x="68169" y="1172"/>
                    <a:pt x="66033" y="85"/>
                    <a:pt x="63186" y="85"/>
                  </a:cubicBezTo>
                  <a:cubicBezTo>
                    <a:pt x="62118" y="85"/>
                    <a:pt x="58559" y="447"/>
                    <a:pt x="57491" y="809"/>
                  </a:cubicBezTo>
                  <a:lnTo>
                    <a:pt x="22256" y="3708"/>
                  </a:lnTo>
                  <a:cubicBezTo>
                    <a:pt x="17985" y="4070"/>
                    <a:pt x="14070" y="4433"/>
                    <a:pt x="14070" y="11317"/>
                  </a:cubicBezTo>
                  <a:cubicBezTo>
                    <a:pt x="14070" y="15302"/>
                    <a:pt x="17629" y="15302"/>
                    <a:pt x="22612" y="15302"/>
                  </a:cubicBezTo>
                  <a:cubicBezTo>
                    <a:pt x="39696" y="15302"/>
                    <a:pt x="40408" y="17839"/>
                    <a:pt x="40408" y="21462"/>
                  </a:cubicBezTo>
                  <a:cubicBezTo>
                    <a:pt x="40408" y="22549"/>
                    <a:pt x="39340" y="27259"/>
                    <a:pt x="39340" y="27621"/>
                  </a:cubicBezTo>
                  <a:lnTo>
                    <a:pt x="4105" y="170739"/>
                  </a:lnTo>
                  <a:cubicBezTo>
                    <a:pt x="3749" y="171826"/>
                    <a:pt x="190" y="186681"/>
                    <a:pt x="190" y="200449"/>
                  </a:cubicBezTo>
                  <a:cubicBezTo>
                    <a:pt x="190" y="230885"/>
                    <a:pt x="15138" y="255522"/>
                    <a:pt x="41119" y="255522"/>
                  </a:cubicBezTo>
                  <a:cubicBezTo>
                    <a:pt x="80981" y="255522"/>
                    <a:pt x="122623" y="201174"/>
                    <a:pt x="122623" y="147913"/>
                  </a:cubicBezTo>
                  <a:cubicBezTo>
                    <a:pt x="122623" y="109144"/>
                    <a:pt x="101268" y="91390"/>
                    <a:pt x="79914" y="91390"/>
                  </a:cubicBezTo>
                  <a:cubicBezTo>
                    <a:pt x="66389" y="91390"/>
                    <a:pt x="54288" y="98999"/>
                    <a:pt x="42187" y="110593"/>
                  </a:cubicBezTo>
                  <a:lnTo>
                    <a:pt x="67101" y="9143"/>
                  </a:lnTo>
                  <a:close/>
                  <a:moveTo>
                    <a:pt x="41119" y="247551"/>
                  </a:moveTo>
                  <a:cubicBezTo>
                    <a:pt x="32222" y="247551"/>
                    <a:pt x="20476" y="239943"/>
                    <a:pt x="20476" y="212768"/>
                  </a:cubicBezTo>
                  <a:cubicBezTo>
                    <a:pt x="20476" y="196826"/>
                    <a:pt x="23680" y="184145"/>
                    <a:pt x="34001" y="142840"/>
                  </a:cubicBezTo>
                  <a:cubicBezTo>
                    <a:pt x="36493" y="134144"/>
                    <a:pt x="36493" y="133420"/>
                    <a:pt x="41831" y="126173"/>
                  </a:cubicBezTo>
                  <a:cubicBezTo>
                    <a:pt x="52153" y="111680"/>
                    <a:pt x="65677" y="99361"/>
                    <a:pt x="79202" y="99361"/>
                  </a:cubicBezTo>
                  <a:cubicBezTo>
                    <a:pt x="95218" y="99361"/>
                    <a:pt x="98777" y="120014"/>
                    <a:pt x="98777" y="131608"/>
                  </a:cubicBezTo>
                  <a:cubicBezTo>
                    <a:pt x="98777" y="146826"/>
                    <a:pt x="89167" y="189942"/>
                    <a:pt x="78846" y="213131"/>
                  </a:cubicBezTo>
                  <a:cubicBezTo>
                    <a:pt x="74575" y="222189"/>
                    <a:pt x="59271" y="247551"/>
                    <a:pt x="41119" y="247551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39DF1C9E-4526-3F36-F278-F8D1055B5539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8354585" y="7189503"/>
              <a:ext cx="82571" cy="362323"/>
            </a:xfrm>
            <a:custGeom>
              <a:avLst/>
              <a:gdLst>
                <a:gd name="connsiteX0" fmla="*/ 82766 w 82571"/>
                <a:gd name="connsiteY0" fmla="*/ 358785 h 362323"/>
                <a:gd name="connsiteX1" fmla="*/ 76715 w 82571"/>
                <a:gd name="connsiteY1" fmla="*/ 350813 h 362323"/>
                <a:gd name="connsiteX2" fmla="*/ 20837 w 82571"/>
                <a:gd name="connsiteY2" fmla="*/ 181246 h 362323"/>
                <a:gd name="connsiteX3" fmla="*/ 78139 w 82571"/>
                <a:gd name="connsiteY3" fmla="*/ 9867 h 362323"/>
                <a:gd name="connsiteX4" fmla="*/ 82766 w 82571"/>
                <a:gd name="connsiteY4" fmla="*/ 3708 h 362323"/>
                <a:gd name="connsiteX5" fmla="*/ 79207 w 82571"/>
                <a:gd name="connsiteY5" fmla="*/ 85 h 362323"/>
                <a:gd name="connsiteX6" fmla="*/ 22617 w 82571"/>
                <a:gd name="connsiteY6" fmla="*/ 70738 h 362323"/>
                <a:gd name="connsiteX7" fmla="*/ 194 w 82571"/>
                <a:gd name="connsiteY7" fmla="*/ 181246 h 362323"/>
                <a:gd name="connsiteX8" fmla="*/ 23684 w 82571"/>
                <a:gd name="connsiteY8" fmla="*/ 294291 h 362323"/>
                <a:gd name="connsiteX9" fmla="*/ 79207 w 82571"/>
                <a:gd name="connsiteY9" fmla="*/ 362408 h 362323"/>
                <a:gd name="connsiteX10" fmla="*/ 82766 w 82571"/>
                <a:gd name="connsiteY10" fmla="*/ 358785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571" h="362323">
                  <a:moveTo>
                    <a:pt x="82766" y="358785"/>
                  </a:moveTo>
                  <a:cubicBezTo>
                    <a:pt x="82766" y="357698"/>
                    <a:pt x="82766" y="356973"/>
                    <a:pt x="76715" y="350813"/>
                  </a:cubicBezTo>
                  <a:cubicBezTo>
                    <a:pt x="32226" y="305161"/>
                    <a:pt x="20837" y="236682"/>
                    <a:pt x="20837" y="181246"/>
                  </a:cubicBezTo>
                  <a:cubicBezTo>
                    <a:pt x="20837" y="118202"/>
                    <a:pt x="34362" y="55158"/>
                    <a:pt x="78139" y="9867"/>
                  </a:cubicBezTo>
                  <a:cubicBezTo>
                    <a:pt x="82766" y="5520"/>
                    <a:pt x="82766" y="4795"/>
                    <a:pt x="82766" y="3708"/>
                  </a:cubicBezTo>
                  <a:cubicBezTo>
                    <a:pt x="82766" y="1172"/>
                    <a:pt x="81342" y="85"/>
                    <a:pt x="79207" y="85"/>
                  </a:cubicBezTo>
                  <a:cubicBezTo>
                    <a:pt x="75647" y="85"/>
                    <a:pt x="43615" y="24723"/>
                    <a:pt x="22617" y="70738"/>
                  </a:cubicBezTo>
                  <a:cubicBezTo>
                    <a:pt x="4465" y="110593"/>
                    <a:pt x="194" y="150811"/>
                    <a:pt x="194" y="181246"/>
                  </a:cubicBezTo>
                  <a:cubicBezTo>
                    <a:pt x="194" y="209507"/>
                    <a:pt x="4109" y="253349"/>
                    <a:pt x="23684" y="294291"/>
                  </a:cubicBezTo>
                  <a:cubicBezTo>
                    <a:pt x="45039" y="338857"/>
                    <a:pt x="75647" y="362408"/>
                    <a:pt x="79207" y="362408"/>
                  </a:cubicBezTo>
                  <a:cubicBezTo>
                    <a:pt x="81342" y="362408"/>
                    <a:pt x="82766" y="361321"/>
                    <a:pt x="82766" y="358785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C3B2C12E-7F77-FF20-2B29-65D91130964E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8468082" y="7301098"/>
              <a:ext cx="235613" cy="164132"/>
            </a:xfrm>
            <a:custGeom>
              <a:avLst/>
              <a:gdLst>
                <a:gd name="connsiteX0" fmla="*/ 154308 w 235613"/>
                <a:gd name="connsiteY0" fmla="*/ 37404 h 164132"/>
                <a:gd name="connsiteX1" fmla="*/ 159646 w 235613"/>
                <a:gd name="connsiteY1" fmla="*/ 13853 h 164132"/>
                <a:gd name="connsiteX2" fmla="*/ 149325 w 235613"/>
                <a:gd name="connsiteY2" fmla="*/ 4070 h 164132"/>
                <a:gd name="connsiteX3" fmla="*/ 136156 w 235613"/>
                <a:gd name="connsiteY3" fmla="*/ 14215 h 164132"/>
                <a:gd name="connsiteX4" fmla="*/ 115869 w 235613"/>
                <a:gd name="connsiteY4" fmla="*/ 95376 h 164132"/>
                <a:gd name="connsiteX5" fmla="*/ 112666 w 235613"/>
                <a:gd name="connsiteY5" fmla="*/ 119289 h 164132"/>
                <a:gd name="connsiteX6" fmla="*/ 113022 w 235613"/>
                <a:gd name="connsiteY6" fmla="*/ 125811 h 164132"/>
                <a:gd name="connsiteX7" fmla="*/ 80278 w 235613"/>
                <a:gd name="connsiteY7" fmla="*/ 156246 h 164132"/>
                <a:gd name="connsiteX8" fmla="*/ 51805 w 235613"/>
                <a:gd name="connsiteY8" fmla="*/ 123275 h 164132"/>
                <a:gd name="connsiteX9" fmla="*/ 70313 w 235613"/>
                <a:gd name="connsiteY9" fmla="*/ 52984 h 164132"/>
                <a:gd name="connsiteX10" fmla="*/ 76363 w 235613"/>
                <a:gd name="connsiteY10" fmla="*/ 29795 h 164132"/>
                <a:gd name="connsiteX11" fmla="*/ 47178 w 235613"/>
                <a:gd name="connsiteY11" fmla="*/ 85 h 164132"/>
                <a:gd name="connsiteX12" fmla="*/ 198 w 235613"/>
                <a:gd name="connsiteY12" fmla="*/ 55882 h 164132"/>
                <a:gd name="connsiteX13" fmla="*/ 4469 w 235613"/>
                <a:gd name="connsiteY13" fmla="*/ 59506 h 164132"/>
                <a:gd name="connsiteX14" fmla="*/ 10163 w 235613"/>
                <a:gd name="connsiteY14" fmla="*/ 52984 h 164132"/>
                <a:gd name="connsiteX15" fmla="*/ 46111 w 235613"/>
                <a:gd name="connsiteY15" fmla="*/ 8056 h 164132"/>
                <a:gd name="connsiteX16" fmla="*/ 55008 w 235613"/>
                <a:gd name="connsiteY16" fmla="*/ 20012 h 164132"/>
                <a:gd name="connsiteX17" fmla="*/ 48602 w 235613"/>
                <a:gd name="connsiteY17" fmla="*/ 45375 h 164132"/>
                <a:gd name="connsiteX18" fmla="*/ 28671 w 235613"/>
                <a:gd name="connsiteY18" fmla="*/ 118564 h 164132"/>
                <a:gd name="connsiteX19" fmla="*/ 79210 w 235613"/>
                <a:gd name="connsiteY19" fmla="*/ 164217 h 164132"/>
                <a:gd name="connsiteX20" fmla="*/ 116225 w 235613"/>
                <a:gd name="connsiteY20" fmla="*/ 138854 h 164132"/>
                <a:gd name="connsiteX21" fmla="*/ 160714 w 235613"/>
                <a:gd name="connsiteY21" fmla="*/ 164217 h 164132"/>
                <a:gd name="connsiteX22" fmla="*/ 212321 w 235613"/>
                <a:gd name="connsiteY22" fmla="*/ 119651 h 164132"/>
                <a:gd name="connsiteX23" fmla="*/ 235812 w 235613"/>
                <a:gd name="connsiteY23" fmla="*/ 25447 h 164132"/>
                <a:gd name="connsiteX24" fmla="*/ 220151 w 235613"/>
                <a:gd name="connsiteY24" fmla="*/ 85 h 164132"/>
                <a:gd name="connsiteX25" fmla="*/ 202356 w 235613"/>
                <a:gd name="connsiteY25" fmla="*/ 17476 h 164132"/>
                <a:gd name="connsiteX26" fmla="*/ 207695 w 235613"/>
                <a:gd name="connsiteY26" fmla="*/ 27259 h 164132"/>
                <a:gd name="connsiteX27" fmla="*/ 220507 w 235613"/>
                <a:gd name="connsiteY27" fmla="*/ 58056 h 164132"/>
                <a:gd name="connsiteX28" fmla="*/ 200932 w 235613"/>
                <a:gd name="connsiteY28" fmla="*/ 124362 h 164132"/>
                <a:gd name="connsiteX29" fmla="*/ 161782 w 235613"/>
                <a:gd name="connsiteY29" fmla="*/ 156246 h 164132"/>
                <a:gd name="connsiteX30" fmla="*/ 135444 w 235613"/>
                <a:gd name="connsiteY30" fmla="*/ 124724 h 164132"/>
                <a:gd name="connsiteX31" fmla="*/ 139359 w 235613"/>
                <a:gd name="connsiteY31" fmla="*/ 98274 h 164132"/>
                <a:gd name="connsiteX32" fmla="*/ 154308 w 235613"/>
                <a:gd name="connsiteY32" fmla="*/ 3740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5613" h="164132">
                  <a:moveTo>
                    <a:pt x="154308" y="37404"/>
                  </a:moveTo>
                  <a:cubicBezTo>
                    <a:pt x="156087" y="29433"/>
                    <a:pt x="159646" y="16027"/>
                    <a:pt x="159646" y="13853"/>
                  </a:cubicBezTo>
                  <a:cubicBezTo>
                    <a:pt x="159646" y="7331"/>
                    <a:pt x="154664" y="4070"/>
                    <a:pt x="149325" y="4070"/>
                  </a:cubicBezTo>
                  <a:cubicBezTo>
                    <a:pt x="145054" y="4070"/>
                    <a:pt x="138648" y="6969"/>
                    <a:pt x="136156" y="14215"/>
                  </a:cubicBezTo>
                  <a:cubicBezTo>
                    <a:pt x="135089" y="16752"/>
                    <a:pt x="118361" y="85955"/>
                    <a:pt x="115869" y="95376"/>
                  </a:cubicBezTo>
                  <a:cubicBezTo>
                    <a:pt x="113378" y="106245"/>
                    <a:pt x="112666" y="112767"/>
                    <a:pt x="112666" y="119289"/>
                  </a:cubicBezTo>
                  <a:cubicBezTo>
                    <a:pt x="112666" y="123275"/>
                    <a:pt x="112666" y="123999"/>
                    <a:pt x="113022" y="125811"/>
                  </a:cubicBezTo>
                  <a:cubicBezTo>
                    <a:pt x="104836" y="145014"/>
                    <a:pt x="94159" y="156246"/>
                    <a:pt x="80278" y="156246"/>
                  </a:cubicBezTo>
                  <a:cubicBezTo>
                    <a:pt x="51805" y="156246"/>
                    <a:pt x="51805" y="129434"/>
                    <a:pt x="51805" y="123275"/>
                  </a:cubicBezTo>
                  <a:cubicBezTo>
                    <a:pt x="51805" y="111680"/>
                    <a:pt x="53585" y="97550"/>
                    <a:pt x="70313" y="52984"/>
                  </a:cubicBezTo>
                  <a:cubicBezTo>
                    <a:pt x="74228" y="42114"/>
                    <a:pt x="76363" y="37042"/>
                    <a:pt x="76363" y="29795"/>
                  </a:cubicBezTo>
                  <a:cubicBezTo>
                    <a:pt x="76363" y="13491"/>
                    <a:pt x="64618" y="85"/>
                    <a:pt x="47178" y="85"/>
                  </a:cubicBezTo>
                  <a:cubicBezTo>
                    <a:pt x="13367" y="85"/>
                    <a:pt x="198" y="52622"/>
                    <a:pt x="198" y="55882"/>
                  </a:cubicBezTo>
                  <a:cubicBezTo>
                    <a:pt x="198" y="59506"/>
                    <a:pt x="3757" y="59506"/>
                    <a:pt x="4469" y="59506"/>
                  </a:cubicBezTo>
                  <a:cubicBezTo>
                    <a:pt x="8028" y="59506"/>
                    <a:pt x="8384" y="58781"/>
                    <a:pt x="10163" y="52984"/>
                  </a:cubicBezTo>
                  <a:cubicBezTo>
                    <a:pt x="19773" y="19288"/>
                    <a:pt x="33654" y="8056"/>
                    <a:pt x="46111" y="8056"/>
                  </a:cubicBezTo>
                  <a:cubicBezTo>
                    <a:pt x="49314" y="8056"/>
                    <a:pt x="55008" y="8418"/>
                    <a:pt x="55008" y="20012"/>
                  </a:cubicBezTo>
                  <a:cubicBezTo>
                    <a:pt x="55008" y="29071"/>
                    <a:pt x="51093" y="39216"/>
                    <a:pt x="48602" y="45375"/>
                  </a:cubicBezTo>
                  <a:cubicBezTo>
                    <a:pt x="32942" y="88129"/>
                    <a:pt x="28671" y="104796"/>
                    <a:pt x="28671" y="118564"/>
                  </a:cubicBezTo>
                  <a:cubicBezTo>
                    <a:pt x="28671" y="151536"/>
                    <a:pt x="52517" y="164217"/>
                    <a:pt x="79210" y="164217"/>
                  </a:cubicBezTo>
                  <a:cubicBezTo>
                    <a:pt x="85261" y="164217"/>
                    <a:pt x="101989" y="164217"/>
                    <a:pt x="116225" y="138854"/>
                  </a:cubicBezTo>
                  <a:cubicBezTo>
                    <a:pt x="125479" y="162043"/>
                    <a:pt x="150037" y="164217"/>
                    <a:pt x="160714" y="164217"/>
                  </a:cubicBezTo>
                  <a:cubicBezTo>
                    <a:pt x="187408" y="164217"/>
                    <a:pt x="203068" y="141391"/>
                    <a:pt x="212321" y="119651"/>
                  </a:cubicBezTo>
                  <a:cubicBezTo>
                    <a:pt x="224422" y="91390"/>
                    <a:pt x="235812" y="42839"/>
                    <a:pt x="235812" y="25447"/>
                  </a:cubicBezTo>
                  <a:cubicBezTo>
                    <a:pt x="235812" y="5520"/>
                    <a:pt x="226202" y="85"/>
                    <a:pt x="220151" y="85"/>
                  </a:cubicBezTo>
                  <a:cubicBezTo>
                    <a:pt x="211254" y="85"/>
                    <a:pt x="202356" y="9505"/>
                    <a:pt x="202356" y="17476"/>
                  </a:cubicBezTo>
                  <a:cubicBezTo>
                    <a:pt x="202356" y="22186"/>
                    <a:pt x="204491" y="24360"/>
                    <a:pt x="207695" y="27259"/>
                  </a:cubicBezTo>
                  <a:cubicBezTo>
                    <a:pt x="211610" y="31244"/>
                    <a:pt x="220507" y="40665"/>
                    <a:pt x="220507" y="58056"/>
                  </a:cubicBezTo>
                  <a:cubicBezTo>
                    <a:pt x="220507" y="70375"/>
                    <a:pt x="210186" y="105883"/>
                    <a:pt x="200932" y="124362"/>
                  </a:cubicBezTo>
                  <a:cubicBezTo>
                    <a:pt x="191678" y="143565"/>
                    <a:pt x="179222" y="156246"/>
                    <a:pt x="161782" y="156246"/>
                  </a:cubicBezTo>
                  <a:cubicBezTo>
                    <a:pt x="145054" y="156246"/>
                    <a:pt x="135444" y="145376"/>
                    <a:pt x="135444" y="124724"/>
                  </a:cubicBezTo>
                  <a:cubicBezTo>
                    <a:pt x="135444" y="114579"/>
                    <a:pt x="137936" y="103347"/>
                    <a:pt x="139359" y="98274"/>
                  </a:cubicBezTo>
                  <a:lnTo>
                    <a:pt x="154308" y="37404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A34FAACF-9FB9-F6CD-B4FD-A2BFF1DF78AA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8739720" y="7347185"/>
              <a:ext cx="90686" cy="168407"/>
            </a:xfrm>
            <a:custGeom>
              <a:avLst/>
              <a:gdLst>
                <a:gd name="connsiteX0" fmla="*/ 56510 w 90686"/>
                <a:gd name="connsiteY0" fmla="*/ 7188 h 168407"/>
                <a:gd name="connsiteX1" fmla="*/ 49036 w 90686"/>
                <a:gd name="connsiteY1" fmla="*/ 86 h 168407"/>
                <a:gd name="connsiteX2" fmla="*/ 205 w 90686"/>
                <a:gd name="connsiteY2" fmla="*/ 16318 h 168407"/>
                <a:gd name="connsiteX3" fmla="*/ 205 w 90686"/>
                <a:gd name="connsiteY3" fmla="*/ 25449 h 168407"/>
                <a:gd name="connsiteX4" fmla="*/ 36330 w 90686"/>
                <a:gd name="connsiteY4" fmla="*/ 18347 h 168407"/>
                <a:gd name="connsiteX5" fmla="*/ 36330 w 90686"/>
                <a:gd name="connsiteY5" fmla="*/ 147697 h 168407"/>
                <a:gd name="connsiteX6" fmla="*/ 11416 w 90686"/>
                <a:gd name="connsiteY6" fmla="*/ 159363 h 168407"/>
                <a:gd name="connsiteX7" fmla="*/ 1949 w 90686"/>
                <a:gd name="connsiteY7" fmla="*/ 159363 h 168407"/>
                <a:gd name="connsiteX8" fmla="*/ 1949 w 90686"/>
                <a:gd name="connsiteY8" fmla="*/ 168494 h 168407"/>
                <a:gd name="connsiteX9" fmla="*/ 46296 w 90686"/>
                <a:gd name="connsiteY9" fmla="*/ 167479 h 168407"/>
                <a:gd name="connsiteX10" fmla="*/ 90891 w 90686"/>
                <a:gd name="connsiteY10" fmla="*/ 168494 h 168407"/>
                <a:gd name="connsiteX11" fmla="*/ 90891 w 90686"/>
                <a:gd name="connsiteY11" fmla="*/ 159363 h 168407"/>
                <a:gd name="connsiteX12" fmla="*/ 81424 w 90686"/>
                <a:gd name="connsiteY12" fmla="*/ 159363 h 168407"/>
                <a:gd name="connsiteX13" fmla="*/ 56510 w 90686"/>
                <a:gd name="connsiteY13" fmla="*/ 147697 h 168407"/>
                <a:gd name="connsiteX14" fmla="*/ 56510 w 90686"/>
                <a:gd name="connsiteY14" fmla="*/ 7188 h 168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686" h="168407">
                  <a:moveTo>
                    <a:pt x="56510" y="7188"/>
                  </a:moveTo>
                  <a:cubicBezTo>
                    <a:pt x="56510" y="340"/>
                    <a:pt x="56012" y="86"/>
                    <a:pt x="49036" y="86"/>
                  </a:cubicBezTo>
                  <a:cubicBezTo>
                    <a:pt x="33091" y="16065"/>
                    <a:pt x="10420" y="16318"/>
                    <a:pt x="205" y="16318"/>
                  </a:cubicBezTo>
                  <a:lnTo>
                    <a:pt x="205" y="25449"/>
                  </a:lnTo>
                  <a:cubicBezTo>
                    <a:pt x="6184" y="25449"/>
                    <a:pt x="22628" y="25449"/>
                    <a:pt x="36330" y="18347"/>
                  </a:cubicBezTo>
                  <a:lnTo>
                    <a:pt x="36330" y="147697"/>
                  </a:lnTo>
                  <a:cubicBezTo>
                    <a:pt x="36330" y="156066"/>
                    <a:pt x="36330" y="159363"/>
                    <a:pt x="11416" y="159363"/>
                  </a:cubicBezTo>
                  <a:lnTo>
                    <a:pt x="1949" y="159363"/>
                  </a:lnTo>
                  <a:lnTo>
                    <a:pt x="1949" y="168494"/>
                  </a:lnTo>
                  <a:cubicBezTo>
                    <a:pt x="6434" y="168240"/>
                    <a:pt x="37078" y="167479"/>
                    <a:pt x="46296" y="167479"/>
                  </a:cubicBezTo>
                  <a:cubicBezTo>
                    <a:pt x="54019" y="167479"/>
                    <a:pt x="85410" y="168240"/>
                    <a:pt x="90891" y="168494"/>
                  </a:cubicBezTo>
                  <a:lnTo>
                    <a:pt x="90891" y="159363"/>
                  </a:lnTo>
                  <a:lnTo>
                    <a:pt x="81424" y="159363"/>
                  </a:lnTo>
                  <a:cubicBezTo>
                    <a:pt x="56510" y="159363"/>
                    <a:pt x="56510" y="156066"/>
                    <a:pt x="56510" y="147697"/>
                  </a:cubicBezTo>
                  <a:lnTo>
                    <a:pt x="56510" y="7188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CE982C6A-E843-53F1-9088-BC9E04CC765F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8892517" y="7189503"/>
              <a:ext cx="82571" cy="362323"/>
            </a:xfrm>
            <a:custGeom>
              <a:avLst/>
              <a:gdLst>
                <a:gd name="connsiteX0" fmla="*/ 82781 w 82571"/>
                <a:gd name="connsiteY0" fmla="*/ 181246 h 362323"/>
                <a:gd name="connsiteX1" fmla="*/ 59291 w 82571"/>
                <a:gd name="connsiteY1" fmla="*/ 68201 h 362323"/>
                <a:gd name="connsiteX2" fmla="*/ 3769 w 82571"/>
                <a:gd name="connsiteY2" fmla="*/ 85 h 362323"/>
                <a:gd name="connsiteX3" fmla="*/ 210 w 82571"/>
                <a:gd name="connsiteY3" fmla="*/ 3708 h 362323"/>
                <a:gd name="connsiteX4" fmla="*/ 6972 w 82571"/>
                <a:gd name="connsiteY4" fmla="*/ 12041 h 362323"/>
                <a:gd name="connsiteX5" fmla="*/ 62138 w 82571"/>
                <a:gd name="connsiteY5" fmla="*/ 181246 h 362323"/>
                <a:gd name="connsiteX6" fmla="*/ 4836 w 82571"/>
                <a:gd name="connsiteY6" fmla="*/ 352625 h 362323"/>
                <a:gd name="connsiteX7" fmla="*/ 210 w 82571"/>
                <a:gd name="connsiteY7" fmla="*/ 358785 h 362323"/>
                <a:gd name="connsiteX8" fmla="*/ 3769 w 82571"/>
                <a:gd name="connsiteY8" fmla="*/ 362408 h 362323"/>
                <a:gd name="connsiteX9" fmla="*/ 60359 w 82571"/>
                <a:gd name="connsiteY9" fmla="*/ 291755 h 362323"/>
                <a:gd name="connsiteX10" fmla="*/ 82781 w 82571"/>
                <a:gd name="connsiteY10" fmla="*/ 181246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571" h="362323">
                  <a:moveTo>
                    <a:pt x="82781" y="181246"/>
                  </a:moveTo>
                  <a:cubicBezTo>
                    <a:pt x="82781" y="152985"/>
                    <a:pt x="78866" y="109144"/>
                    <a:pt x="59291" y="68201"/>
                  </a:cubicBezTo>
                  <a:cubicBezTo>
                    <a:pt x="37936" y="23636"/>
                    <a:pt x="7328" y="85"/>
                    <a:pt x="3769" y="85"/>
                  </a:cubicBezTo>
                  <a:cubicBezTo>
                    <a:pt x="1633" y="85"/>
                    <a:pt x="210" y="1534"/>
                    <a:pt x="210" y="3708"/>
                  </a:cubicBezTo>
                  <a:cubicBezTo>
                    <a:pt x="210" y="4795"/>
                    <a:pt x="210" y="5520"/>
                    <a:pt x="6972" y="12041"/>
                  </a:cubicBezTo>
                  <a:cubicBezTo>
                    <a:pt x="41851" y="47911"/>
                    <a:pt x="62138" y="105521"/>
                    <a:pt x="62138" y="181246"/>
                  </a:cubicBezTo>
                  <a:cubicBezTo>
                    <a:pt x="62138" y="243203"/>
                    <a:pt x="48970" y="306972"/>
                    <a:pt x="4836" y="352625"/>
                  </a:cubicBezTo>
                  <a:cubicBezTo>
                    <a:pt x="210" y="356973"/>
                    <a:pt x="210" y="357698"/>
                    <a:pt x="210" y="358785"/>
                  </a:cubicBezTo>
                  <a:cubicBezTo>
                    <a:pt x="210" y="360958"/>
                    <a:pt x="1633" y="362408"/>
                    <a:pt x="3769" y="362408"/>
                  </a:cubicBezTo>
                  <a:cubicBezTo>
                    <a:pt x="7328" y="362408"/>
                    <a:pt x="39360" y="337770"/>
                    <a:pt x="60359" y="291755"/>
                  </a:cubicBezTo>
                  <a:cubicBezTo>
                    <a:pt x="78510" y="251899"/>
                    <a:pt x="82781" y="211681"/>
                    <a:pt x="82781" y="181246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E31D198C-C3DE-FD54-1A2B-26A3B7002BCB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9041249" y="7422839"/>
              <a:ext cx="41641" cy="108334"/>
            </a:xfrm>
            <a:custGeom>
              <a:avLst/>
              <a:gdLst>
                <a:gd name="connsiteX0" fmla="*/ 41855 w 41641"/>
                <a:gd name="connsiteY0" fmla="*/ 38129 h 108334"/>
                <a:gd name="connsiteX1" fmla="*/ 19077 w 41641"/>
                <a:gd name="connsiteY1" fmla="*/ 85 h 108334"/>
                <a:gd name="connsiteX2" fmla="*/ 213 w 41641"/>
                <a:gd name="connsiteY2" fmla="*/ 19288 h 108334"/>
                <a:gd name="connsiteX3" fmla="*/ 19077 w 41641"/>
                <a:gd name="connsiteY3" fmla="*/ 38491 h 108334"/>
                <a:gd name="connsiteX4" fmla="*/ 31534 w 41641"/>
                <a:gd name="connsiteY4" fmla="*/ 33781 h 108334"/>
                <a:gd name="connsiteX5" fmla="*/ 33313 w 41641"/>
                <a:gd name="connsiteY5" fmla="*/ 32694 h 108334"/>
                <a:gd name="connsiteX6" fmla="*/ 34025 w 41641"/>
                <a:gd name="connsiteY6" fmla="*/ 38129 h 108334"/>
                <a:gd name="connsiteX7" fmla="*/ 9823 w 41641"/>
                <a:gd name="connsiteY7" fmla="*/ 98637 h 108334"/>
                <a:gd name="connsiteX8" fmla="*/ 5908 w 41641"/>
                <a:gd name="connsiteY8" fmla="*/ 104434 h 108334"/>
                <a:gd name="connsiteX9" fmla="*/ 9467 w 41641"/>
                <a:gd name="connsiteY9" fmla="*/ 108419 h 108334"/>
                <a:gd name="connsiteX10" fmla="*/ 41855 w 41641"/>
                <a:gd name="connsiteY10" fmla="*/ 38129 h 108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641" h="108334">
                  <a:moveTo>
                    <a:pt x="41855" y="38129"/>
                  </a:moveTo>
                  <a:cubicBezTo>
                    <a:pt x="41855" y="14215"/>
                    <a:pt x="32957" y="85"/>
                    <a:pt x="19077" y="85"/>
                  </a:cubicBezTo>
                  <a:cubicBezTo>
                    <a:pt x="7332" y="85"/>
                    <a:pt x="213" y="9143"/>
                    <a:pt x="213" y="19288"/>
                  </a:cubicBezTo>
                  <a:cubicBezTo>
                    <a:pt x="213" y="29071"/>
                    <a:pt x="7332" y="38491"/>
                    <a:pt x="19077" y="38491"/>
                  </a:cubicBezTo>
                  <a:cubicBezTo>
                    <a:pt x="23348" y="38491"/>
                    <a:pt x="27975" y="37042"/>
                    <a:pt x="31534" y="33781"/>
                  </a:cubicBezTo>
                  <a:cubicBezTo>
                    <a:pt x="32601" y="33056"/>
                    <a:pt x="32957" y="32694"/>
                    <a:pt x="33313" y="32694"/>
                  </a:cubicBezTo>
                  <a:cubicBezTo>
                    <a:pt x="33669" y="32694"/>
                    <a:pt x="34025" y="33056"/>
                    <a:pt x="34025" y="38129"/>
                  </a:cubicBezTo>
                  <a:cubicBezTo>
                    <a:pt x="34025" y="64941"/>
                    <a:pt x="21568" y="86680"/>
                    <a:pt x="9823" y="98637"/>
                  </a:cubicBezTo>
                  <a:cubicBezTo>
                    <a:pt x="5908" y="102622"/>
                    <a:pt x="5908" y="103347"/>
                    <a:pt x="5908" y="104434"/>
                  </a:cubicBezTo>
                  <a:cubicBezTo>
                    <a:pt x="5908" y="106970"/>
                    <a:pt x="7688" y="108419"/>
                    <a:pt x="9467" y="108419"/>
                  </a:cubicBezTo>
                  <a:cubicBezTo>
                    <a:pt x="13382" y="108419"/>
                    <a:pt x="41855" y="80520"/>
                    <a:pt x="41855" y="38129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99FCEFC-8DF5-455D-2781-03408BE903A3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9199431" y="7422839"/>
              <a:ext cx="37726" cy="38406"/>
            </a:xfrm>
            <a:custGeom>
              <a:avLst/>
              <a:gdLst>
                <a:gd name="connsiteX0" fmla="*/ 37945 w 37726"/>
                <a:gd name="connsiteY0" fmla="*/ 19288 h 38406"/>
                <a:gd name="connsiteX1" fmla="*/ 19081 w 37726"/>
                <a:gd name="connsiteY1" fmla="*/ 85 h 38406"/>
                <a:gd name="connsiteX2" fmla="*/ 218 w 37726"/>
                <a:gd name="connsiteY2" fmla="*/ 19288 h 38406"/>
                <a:gd name="connsiteX3" fmla="*/ 19081 w 37726"/>
                <a:gd name="connsiteY3" fmla="*/ 38491 h 38406"/>
                <a:gd name="connsiteX4" fmla="*/ 37945 w 37726"/>
                <a:gd name="connsiteY4" fmla="*/ 19288 h 38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26" h="38406">
                  <a:moveTo>
                    <a:pt x="37945" y="19288"/>
                  </a:moveTo>
                  <a:cubicBezTo>
                    <a:pt x="37945" y="8780"/>
                    <a:pt x="29403" y="85"/>
                    <a:pt x="19081" y="85"/>
                  </a:cubicBezTo>
                  <a:cubicBezTo>
                    <a:pt x="8760" y="85"/>
                    <a:pt x="218" y="8780"/>
                    <a:pt x="218" y="19288"/>
                  </a:cubicBezTo>
                  <a:cubicBezTo>
                    <a:pt x="218" y="29795"/>
                    <a:pt x="8760" y="38491"/>
                    <a:pt x="19081" y="38491"/>
                  </a:cubicBezTo>
                  <a:cubicBezTo>
                    <a:pt x="29403" y="38491"/>
                    <a:pt x="37945" y="29795"/>
                    <a:pt x="37945" y="19288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D1B0B2B3-D201-916E-FA56-9860FA28E246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9357613" y="7422839"/>
              <a:ext cx="37726" cy="38406"/>
            </a:xfrm>
            <a:custGeom>
              <a:avLst/>
              <a:gdLst>
                <a:gd name="connsiteX0" fmla="*/ 37949 w 37726"/>
                <a:gd name="connsiteY0" fmla="*/ 19288 h 38406"/>
                <a:gd name="connsiteX1" fmla="*/ 19086 w 37726"/>
                <a:gd name="connsiteY1" fmla="*/ 85 h 38406"/>
                <a:gd name="connsiteX2" fmla="*/ 222 w 37726"/>
                <a:gd name="connsiteY2" fmla="*/ 19288 h 38406"/>
                <a:gd name="connsiteX3" fmla="*/ 19086 w 37726"/>
                <a:gd name="connsiteY3" fmla="*/ 38491 h 38406"/>
                <a:gd name="connsiteX4" fmla="*/ 37949 w 37726"/>
                <a:gd name="connsiteY4" fmla="*/ 19288 h 38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26" h="38406">
                  <a:moveTo>
                    <a:pt x="37949" y="19288"/>
                  </a:moveTo>
                  <a:cubicBezTo>
                    <a:pt x="37949" y="8780"/>
                    <a:pt x="29407" y="85"/>
                    <a:pt x="19086" y="85"/>
                  </a:cubicBezTo>
                  <a:cubicBezTo>
                    <a:pt x="8764" y="85"/>
                    <a:pt x="222" y="8780"/>
                    <a:pt x="222" y="19288"/>
                  </a:cubicBezTo>
                  <a:cubicBezTo>
                    <a:pt x="222" y="29795"/>
                    <a:pt x="8764" y="38491"/>
                    <a:pt x="19086" y="38491"/>
                  </a:cubicBezTo>
                  <a:cubicBezTo>
                    <a:pt x="29407" y="38491"/>
                    <a:pt x="37949" y="29795"/>
                    <a:pt x="37949" y="19288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581DC85-E2B3-6E40-BC04-871EF084FC4A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9515795" y="7422839"/>
              <a:ext cx="37726" cy="38406"/>
            </a:xfrm>
            <a:custGeom>
              <a:avLst/>
              <a:gdLst>
                <a:gd name="connsiteX0" fmla="*/ 37953 w 37726"/>
                <a:gd name="connsiteY0" fmla="*/ 19288 h 38406"/>
                <a:gd name="connsiteX1" fmla="*/ 19090 w 37726"/>
                <a:gd name="connsiteY1" fmla="*/ 85 h 38406"/>
                <a:gd name="connsiteX2" fmla="*/ 227 w 37726"/>
                <a:gd name="connsiteY2" fmla="*/ 19288 h 38406"/>
                <a:gd name="connsiteX3" fmla="*/ 19090 w 37726"/>
                <a:gd name="connsiteY3" fmla="*/ 38491 h 38406"/>
                <a:gd name="connsiteX4" fmla="*/ 37953 w 37726"/>
                <a:gd name="connsiteY4" fmla="*/ 19288 h 38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26" h="38406">
                  <a:moveTo>
                    <a:pt x="37953" y="19288"/>
                  </a:moveTo>
                  <a:cubicBezTo>
                    <a:pt x="37953" y="8780"/>
                    <a:pt x="29412" y="85"/>
                    <a:pt x="19090" y="85"/>
                  </a:cubicBezTo>
                  <a:cubicBezTo>
                    <a:pt x="8769" y="85"/>
                    <a:pt x="227" y="8780"/>
                    <a:pt x="227" y="19288"/>
                  </a:cubicBezTo>
                  <a:cubicBezTo>
                    <a:pt x="227" y="29795"/>
                    <a:pt x="8769" y="38491"/>
                    <a:pt x="19090" y="38491"/>
                  </a:cubicBezTo>
                  <a:cubicBezTo>
                    <a:pt x="29412" y="38491"/>
                    <a:pt x="37953" y="29795"/>
                    <a:pt x="37953" y="19288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6FC00320-08CB-7A8C-0911-48A619A25D4E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9673976" y="7422839"/>
              <a:ext cx="41641" cy="108334"/>
            </a:xfrm>
            <a:custGeom>
              <a:avLst/>
              <a:gdLst>
                <a:gd name="connsiteX0" fmla="*/ 41873 w 41641"/>
                <a:gd name="connsiteY0" fmla="*/ 38129 h 108334"/>
                <a:gd name="connsiteX1" fmla="*/ 19095 w 41641"/>
                <a:gd name="connsiteY1" fmla="*/ 85 h 108334"/>
                <a:gd name="connsiteX2" fmla="*/ 231 w 41641"/>
                <a:gd name="connsiteY2" fmla="*/ 19288 h 108334"/>
                <a:gd name="connsiteX3" fmla="*/ 19095 w 41641"/>
                <a:gd name="connsiteY3" fmla="*/ 38491 h 108334"/>
                <a:gd name="connsiteX4" fmla="*/ 31551 w 41641"/>
                <a:gd name="connsiteY4" fmla="*/ 33781 h 108334"/>
                <a:gd name="connsiteX5" fmla="*/ 33331 w 41641"/>
                <a:gd name="connsiteY5" fmla="*/ 32694 h 108334"/>
                <a:gd name="connsiteX6" fmla="*/ 34043 w 41641"/>
                <a:gd name="connsiteY6" fmla="*/ 38129 h 108334"/>
                <a:gd name="connsiteX7" fmla="*/ 9841 w 41641"/>
                <a:gd name="connsiteY7" fmla="*/ 98637 h 108334"/>
                <a:gd name="connsiteX8" fmla="*/ 5926 w 41641"/>
                <a:gd name="connsiteY8" fmla="*/ 104434 h 108334"/>
                <a:gd name="connsiteX9" fmla="*/ 9485 w 41641"/>
                <a:gd name="connsiteY9" fmla="*/ 108419 h 108334"/>
                <a:gd name="connsiteX10" fmla="*/ 41873 w 41641"/>
                <a:gd name="connsiteY10" fmla="*/ 38129 h 108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641" h="108334">
                  <a:moveTo>
                    <a:pt x="41873" y="38129"/>
                  </a:moveTo>
                  <a:cubicBezTo>
                    <a:pt x="41873" y="14215"/>
                    <a:pt x="32975" y="85"/>
                    <a:pt x="19095" y="85"/>
                  </a:cubicBezTo>
                  <a:cubicBezTo>
                    <a:pt x="7349" y="85"/>
                    <a:pt x="231" y="9143"/>
                    <a:pt x="231" y="19288"/>
                  </a:cubicBezTo>
                  <a:cubicBezTo>
                    <a:pt x="231" y="29071"/>
                    <a:pt x="7349" y="38491"/>
                    <a:pt x="19095" y="38491"/>
                  </a:cubicBezTo>
                  <a:cubicBezTo>
                    <a:pt x="23365" y="38491"/>
                    <a:pt x="27992" y="37042"/>
                    <a:pt x="31551" y="33781"/>
                  </a:cubicBezTo>
                  <a:cubicBezTo>
                    <a:pt x="32619" y="33056"/>
                    <a:pt x="32975" y="32694"/>
                    <a:pt x="33331" y="32694"/>
                  </a:cubicBezTo>
                  <a:cubicBezTo>
                    <a:pt x="33687" y="32694"/>
                    <a:pt x="34043" y="33056"/>
                    <a:pt x="34043" y="38129"/>
                  </a:cubicBezTo>
                  <a:cubicBezTo>
                    <a:pt x="34043" y="64941"/>
                    <a:pt x="21586" y="86680"/>
                    <a:pt x="9841" y="98637"/>
                  </a:cubicBezTo>
                  <a:cubicBezTo>
                    <a:pt x="5926" y="102622"/>
                    <a:pt x="5926" y="103347"/>
                    <a:pt x="5926" y="104434"/>
                  </a:cubicBezTo>
                  <a:cubicBezTo>
                    <a:pt x="5926" y="106970"/>
                    <a:pt x="7705" y="108419"/>
                    <a:pt x="9485" y="108419"/>
                  </a:cubicBezTo>
                  <a:cubicBezTo>
                    <a:pt x="13400" y="108419"/>
                    <a:pt x="41873" y="80520"/>
                    <a:pt x="41873" y="38129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9A7FB696-EEC1-9FE9-A747-B21EA1068EF8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9842124" y="7301098"/>
              <a:ext cx="125992" cy="164132"/>
            </a:xfrm>
            <a:custGeom>
              <a:avLst/>
              <a:gdLst>
                <a:gd name="connsiteX0" fmla="*/ 44725 w 125992"/>
                <a:gd name="connsiteY0" fmla="*/ 76535 h 164132"/>
                <a:gd name="connsiteX1" fmla="*/ 96332 w 125992"/>
                <a:gd name="connsiteY1" fmla="*/ 68564 h 164132"/>
                <a:gd name="connsiteX2" fmla="*/ 124449 w 125992"/>
                <a:gd name="connsiteY2" fmla="*/ 30882 h 164132"/>
                <a:gd name="connsiteX3" fmla="*/ 88502 w 125992"/>
                <a:gd name="connsiteY3" fmla="*/ 85 h 164132"/>
                <a:gd name="connsiteX4" fmla="*/ 236 w 125992"/>
                <a:gd name="connsiteY4" fmla="*/ 100811 h 164132"/>
                <a:gd name="connsiteX5" fmla="*/ 51131 w 125992"/>
                <a:gd name="connsiteY5" fmla="*/ 164217 h 164132"/>
                <a:gd name="connsiteX6" fmla="*/ 126228 w 125992"/>
                <a:gd name="connsiteY6" fmla="*/ 122550 h 164132"/>
                <a:gd name="connsiteX7" fmla="*/ 120534 w 125992"/>
                <a:gd name="connsiteY7" fmla="*/ 116753 h 164132"/>
                <a:gd name="connsiteX8" fmla="*/ 115907 w 125992"/>
                <a:gd name="connsiteY8" fmla="*/ 120738 h 164132"/>
                <a:gd name="connsiteX9" fmla="*/ 51843 w 125992"/>
                <a:gd name="connsiteY9" fmla="*/ 156246 h 164132"/>
                <a:gd name="connsiteX10" fmla="*/ 24794 w 125992"/>
                <a:gd name="connsiteY10" fmla="*/ 116390 h 164132"/>
                <a:gd name="connsiteX11" fmla="*/ 30844 w 125992"/>
                <a:gd name="connsiteY11" fmla="*/ 76535 h 164132"/>
                <a:gd name="connsiteX12" fmla="*/ 44725 w 125992"/>
                <a:gd name="connsiteY12" fmla="*/ 76535 h 164132"/>
                <a:gd name="connsiteX13" fmla="*/ 32979 w 125992"/>
                <a:gd name="connsiteY13" fmla="*/ 68564 h 164132"/>
                <a:gd name="connsiteX14" fmla="*/ 88502 w 125992"/>
                <a:gd name="connsiteY14" fmla="*/ 8056 h 164132"/>
                <a:gd name="connsiteX15" fmla="*/ 110924 w 125992"/>
                <a:gd name="connsiteY15" fmla="*/ 30158 h 164132"/>
                <a:gd name="connsiteX16" fmla="*/ 40454 w 125992"/>
                <a:gd name="connsiteY16" fmla="*/ 68564 h 164132"/>
                <a:gd name="connsiteX17" fmla="*/ 32979 w 125992"/>
                <a:gd name="connsiteY17" fmla="*/ 6856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5992" h="164132">
                  <a:moveTo>
                    <a:pt x="44725" y="76535"/>
                  </a:moveTo>
                  <a:cubicBezTo>
                    <a:pt x="55402" y="76535"/>
                    <a:pt x="79248" y="75448"/>
                    <a:pt x="96332" y="68564"/>
                  </a:cubicBezTo>
                  <a:cubicBezTo>
                    <a:pt x="124449" y="56969"/>
                    <a:pt x="124449" y="33418"/>
                    <a:pt x="124449" y="30882"/>
                  </a:cubicBezTo>
                  <a:cubicBezTo>
                    <a:pt x="124449" y="14215"/>
                    <a:pt x="111280" y="85"/>
                    <a:pt x="88502" y="85"/>
                  </a:cubicBezTo>
                  <a:cubicBezTo>
                    <a:pt x="51131" y="85"/>
                    <a:pt x="236" y="36679"/>
                    <a:pt x="236" y="100811"/>
                  </a:cubicBezTo>
                  <a:cubicBezTo>
                    <a:pt x="236" y="133420"/>
                    <a:pt x="17319" y="164217"/>
                    <a:pt x="51131" y="164217"/>
                  </a:cubicBezTo>
                  <a:cubicBezTo>
                    <a:pt x="96688" y="164217"/>
                    <a:pt x="126228" y="127985"/>
                    <a:pt x="126228" y="122550"/>
                  </a:cubicBezTo>
                  <a:cubicBezTo>
                    <a:pt x="126228" y="120738"/>
                    <a:pt x="123381" y="116753"/>
                    <a:pt x="120534" y="116753"/>
                  </a:cubicBezTo>
                  <a:cubicBezTo>
                    <a:pt x="119110" y="116753"/>
                    <a:pt x="118754" y="117115"/>
                    <a:pt x="115907" y="120738"/>
                  </a:cubicBezTo>
                  <a:cubicBezTo>
                    <a:pt x="89569" y="154797"/>
                    <a:pt x="57893" y="156246"/>
                    <a:pt x="51843" y="156246"/>
                  </a:cubicBezTo>
                  <a:cubicBezTo>
                    <a:pt x="28709" y="156246"/>
                    <a:pt x="24794" y="130521"/>
                    <a:pt x="24794" y="116390"/>
                  </a:cubicBezTo>
                  <a:cubicBezTo>
                    <a:pt x="24794" y="102622"/>
                    <a:pt x="28353" y="86318"/>
                    <a:pt x="30844" y="76535"/>
                  </a:cubicBezTo>
                  <a:lnTo>
                    <a:pt x="44725" y="76535"/>
                  </a:lnTo>
                  <a:close/>
                  <a:moveTo>
                    <a:pt x="32979" y="68564"/>
                  </a:moveTo>
                  <a:cubicBezTo>
                    <a:pt x="48284" y="9143"/>
                    <a:pt x="84943" y="8056"/>
                    <a:pt x="88502" y="8056"/>
                  </a:cubicBezTo>
                  <a:cubicBezTo>
                    <a:pt x="102738" y="8056"/>
                    <a:pt x="110924" y="17839"/>
                    <a:pt x="110924" y="30158"/>
                  </a:cubicBezTo>
                  <a:cubicBezTo>
                    <a:pt x="110924" y="68564"/>
                    <a:pt x="52199" y="68564"/>
                    <a:pt x="40454" y="68564"/>
                  </a:cubicBezTo>
                  <a:lnTo>
                    <a:pt x="32979" y="68564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226440E8-BE1B-3072-839B-2D3411D1DB51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9994809" y="7301098"/>
              <a:ext cx="270136" cy="164132"/>
            </a:xfrm>
            <a:custGeom>
              <a:avLst/>
              <a:gdLst>
                <a:gd name="connsiteX0" fmla="*/ 52559 w 270136"/>
                <a:gd name="connsiteY0" fmla="*/ 96825 h 164132"/>
                <a:gd name="connsiteX1" fmla="*/ 58254 w 270136"/>
                <a:gd name="connsiteY1" fmla="*/ 73274 h 164132"/>
                <a:gd name="connsiteX2" fmla="*/ 67152 w 270136"/>
                <a:gd name="connsiteY2" fmla="*/ 47187 h 164132"/>
                <a:gd name="connsiteX3" fmla="*/ 117335 w 270136"/>
                <a:gd name="connsiteY3" fmla="*/ 8056 h 164132"/>
                <a:gd name="connsiteX4" fmla="*/ 133707 w 270136"/>
                <a:gd name="connsiteY4" fmla="*/ 31969 h 164132"/>
                <a:gd name="connsiteX5" fmla="*/ 130504 w 270136"/>
                <a:gd name="connsiteY5" fmla="*/ 55520 h 164132"/>
                <a:gd name="connsiteX6" fmla="*/ 107370 w 270136"/>
                <a:gd name="connsiteY6" fmla="*/ 149724 h 164132"/>
                <a:gd name="connsiteX7" fmla="*/ 106302 w 270136"/>
                <a:gd name="connsiteY7" fmla="*/ 154797 h 164132"/>
                <a:gd name="connsiteX8" fmla="*/ 116267 w 270136"/>
                <a:gd name="connsiteY8" fmla="*/ 164217 h 164132"/>
                <a:gd name="connsiteX9" fmla="*/ 129080 w 270136"/>
                <a:gd name="connsiteY9" fmla="*/ 154797 h 164132"/>
                <a:gd name="connsiteX10" fmla="*/ 143317 w 270136"/>
                <a:gd name="connsiteY10" fmla="*/ 96825 h 164132"/>
                <a:gd name="connsiteX11" fmla="*/ 149011 w 270136"/>
                <a:gd name="connsiteY11" fmla="*/ 73274 h 164132"/>
                <a:gd name="connsiteX12" fmla="*/ 157909 w 270136"/>
                <a:gd name="connsiteY12" fmla="*/ 47187 h 164132"/>
                <a:gd name="connsiteX13" fmla="*/ 208093 w 270136"/>
                <a:gd name="connsiteY13" fmla="*/ 8056 h 164132"/>
                <a:gd name="connsiteX14" fmla="*/ 224465 w 270136"/>
                <a:gd name="connsiteY14" fmla="*/ 31969 h 164132"/>
                <a:gd name="connsiteX15" fmla="*/ 203822 w 270136"/>
                <a:gd name="connsiteY15" fmla="*/ 112043 h 164132"/>
                <a:gd name="connsiteX16" fmla="*/ 198127 w 270136"/>
                <a:gd name="connsiteY16" fmla="*/ 135231 h 164132"/>
                <a:gd name="connsiteX17" fmla="*/ 225176 w 270136"/>
                <a:gd name="connsiteY17" fmla="*/ 164217 h 164132"/>
                <a:gd name="connsiteX18" fmla="*/ 270377 w 270136"/>
                <a:gd name="connsiteY18" fmla="*/ 108419 h 164132"/>
                <a:gd name="connsiteX19" fmla="*/ 265039 w 270136"/>
                <a:gd name="connsiteY19" fmla="*/ 104796 h 164132"/>
                <a:gd name="connsiteX20" fmla="*/ 258988 w 270136"/>
                <a:gd name="connsiteY20" fmla="*/ 110956 h 164132"/>
                <a:gd name="connsiteX21" fmla="*/ 225888 w 270136"/>
                <a:gd name="connsiteY21" fmla="*/ 156246 h 164132"/>
                <a:gd name="connsiteX22" fmla="*/ 218058 w 270136"/>
                <a:gd name="connsiteY22" fmla="*/ 145739 h 164132"/>
                <a:gd name="connsiteX23" fmla="*/ 224465 w 270136"/>
                <a:gd name="connsiteY23" fmla="*/ 118564 h 164132"/>
                <a:gd name="connsiteX24" fmla="*/ 246175 w 270136"/>
                <a:gd name="connsiteY24" fmla="*/ 37766 h 164132"/>
                <a:gd name="connsiteX25" fmla="*/ 208804 w 270136"/>
                <a:gd name="connsiteY25" fmla="*/ 85 h 164132"/>
                <a:gd name="connsiteX26" fmla="*/ 155418 w 270136"/>
                <a:gd name="connsiteY26" fmla="*/ 31969 h 164132"/>
                <a:gd name="connsiteX27" fmla="*/ 118047 w 270136"/>
                <a:gd name="connsiteY27" fmla="*/ 85 h 164132"/>
                <a:gd name="connsiteX28" fmla="*/ 67152 w 270136"/>
                <a:gd name="connsiteY28" fmla="*/ 28708 h 164132"/>
                <a:gd name="connsiteX29" fmla="*/ 37255 w 270136"/>
                <a:gd name="connsiteY29" fmla="*/ 85 h 164132"/>
                <a:gd name="connsiteX30" fmla="*/ 11629 w 270136"/>
                <a:gd name="connsiteY30" fmla="*/ 19288 h 164132"/>
                <a:gd name="connsiteX31" fmla="*/ 240 w 270136"/>
                <a:gd name="connsiteY31" fmla="*/ 55882 h 164132"/>
                <a:gd name="connsiteX32" fmla="*/ 5579 w 270136"/>
                <a:gd name="connsiteY32" fmla="*/ 59506 h 164132"/>
                <a:gd name="connsiteX33" fmla="*/ 12341 w 270136"/>
                <a:gd name="connsiteY33" fmla="*/ 51172 h 164132"/>
                <a:gd name="connsiteX34" fmla="*/ 36543 w 270136"/>
                <a:gd name="connsiteY34" fmla="*/ 8056 h 164132"/>
                <a:gd name="connsiteX35" fmla="*/ 45797 w 270136"/>
                <a:gd name="connsiteY35" fmla="*/ 22549 h 164132"/>
                <a:gd name="connsiteX36" fmla="*/ 43306 w 270136"/>
                <a:gd name="connsiteY36" fmla="*/ 41027 h 164132"/>
                <a:gd name="connsiteX37" fmla="*/ 16612 w 270136"/>
                <a:gd name="connsiteY37" fmla="*/ 149724 h 164132"/>
                <a:gd name="connsiteX38" fmla="*/ 15544 w 270136"/>
                <a:gd name="connsiteY38" fmla="*/ 154797 h 164132"/>
                <a:gd name="connsiteX39" fmla="*/ 25510 w 270136"/>
                <a:gd name="connsiteY39" fmla="*/ 164217 h 164132"/>
                <a:gd name="connsiteX40" fmla="*/ 38323 w 270136"/>
                <a:gd name="connsiteY40" fmla="*/ 154797 h 164132"/>
                <a:gd name="connsiteX41" fmla="*/ 52559 w 270136"/>
                <a:gd name="connsiteY41" fmla="*/ 96825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70136" h="164132">
                  <a:moveTo>
                    <a:pt x="52559" y="96825"/>
                  </a:moveTo>
                  <a:cubicBezTo>
                    <a:pt x="54339" y="88854"/>
                    <a:pt x="56474" y="81245"/>
                    <a:pt x="58254" y="73274"/>
                  </a:cubicBezTo>
                  <a:cubicBezTo>
                    <a:pt x="62881" y="55520"/>
                    <a:pt x="62881" y="54795"/>
                    <a:pt x="67152" y="47187"/>
                  </a:cubicBezTo>
                  <a:cubicBezTo>
                    <a:pt x="77473" y="29071"/>
                    <a:pt x="92777" y="8056"/>
                    <a:pt x="117335" y="8056"/>
                  </a:cubicBezTo>
                  <a:cubicBezTo>
                    <a:pt x="133707" y="8056"/>
                    <a:pt x="133707" y="26534"/>
                    <a:pt x="133707" y="31969"/>
                  </a:cubicBezTo>
                  <a:cubicBezTo>
                    <a:pt x="133707" y="41752"/>
                    <a:pt x="131216" y="52259"/>
                    <a:pt x="130504" y="55520"/>
                  </a:cubicBezTo>
                  <a:lnTo>
                    <a:pt x="107370" y="149724"/>
                  </a:lnTo>
                  <a:cubicBezTo>
                    <a:pt x="106658" y="151898"/>
                    <a:pt x="106302" y="153710"/>
                    <a:pt x="106302" y="154797"/>
                  </a:cubicBezTo>
                  <a:cubicBezTo>
                    <a:pt x="106302" y="158782"/>
                    <a:pt x="109149" y="164217"/>
                    <a:pt x="116267" y="164217"/>
                  </a:cubicBezTo>
                  <a:cubicBezTo>
                    <a:pt x="120538" y="164217"/>
                    <a:pt x="126589" y="161681"/>
                    <a:pt x="129080" y="154797"/>
                  </a:cubicBezTo>
                  <a:lnTo>
                    <a:pt x="143317" y="96825"/>
                  </a:lnTo>
                  <a:cubicBezTo>
                    <a:pt x="145096" y="88854"/>
                    <a:pt x="147232" y="81245"/>
                    <a:pt x="149011" y="73274"/>
                  </a:cubicBezTo>
                  <a:cubicBezTo>
                    <a:pt x="153638" y="55520"/>
                    <a:pt x="153638" y="54795"/>
                    <a:pt x="157909" y="47187"/>
                  </a:cubicBezTo>
                  <a:cubicBezTo>
                    <a:pt x="168231" y="29071"/>
                    <a:pt x="183535" y="8056"/>
                    <a:pt x="208093" y="8056"/>
                  </a:cubicBezTo>
                  <a:cubicBezTo>
                    <a:pt x="224465" y="8056"/>
                    <a:pt x="224465" y="26534"/>
                    <a:pt x="224465" y="31969"/>
                  </a:cubicBezTo>
                  <a:cubicBezTo>
                    <a:pt x="224465" y="54433"/>
                    <a:pt x="208804" y="97550"/>
                    <a:pt x="203822" y="112043"/>
                  </a:cubicBezTo>
                  <a:cubicBezTo>
                    <a:pt x="199195" y="124362"/>
                    <a:pt x="198127" y="127622"/>
                    <a:pt x="198127" y="135231"/>
                  </a:cubicBezTo>
                  <a:cubicBezTo>
                    <a:pt x="198127" y="151173"/>
                    <a:pt x="208093" y="164217"/>
                    <a:pt x="225176" y="164217"/>
                  </a:cubicBezTo>
                  <a:cubicBezTo>
                    <a:pt x="258276" y="164217"/>
                    <a:pt x="270377" y="110231"/>
                    <a:pt x="270377" y="108419"/>
                  </a:cubicBezTo>
                  <a:cubicBezTo>
                    <a:pt x="270377" y="104796"/>
                    <a:pt x="267530" y="104796"/>
                    <a:pt x="265039" y="104796"/>
                  </a:cubicBezTo>
                  <a:cubicBezTo>
                    <a:pt x="260412" y="104796"/>
                    <a:pt x="260412" y="105521"/>
                    <a:pt x="258988" y="110956"/>
                  </a:cubicBezTo>
                  <a:cubicBezTo>
                    <a:pt x="256141" y="120738"/>
                    <a:pt x="246531" y="156246"/>
                    <a:pt x="225888" y="156246"/>
                  </a:cubicBezTo>
                  <a:cubicBezTo>
                    <a:pt x="218414" y="156246"/>
                    <a:pt x="218058" y="150811"/>
                    <a:pt x="218058" y="145739"/>
                  </a:cubicBezTo>
                  <a:cubicBezTo>
                    <a:pt x="218058" y="136680"/>
                    <a:pt x="221617" y="127260"/>
                    <a:pt x="224465" y="118564"/>
                  </a:cubicBezTo>
                  <a:cubicBezTo>
                    <a:pt x="231583" y="99361"/>
                    <a:pt x="246175" y="58781"/>
                    <a:pt x="246175" y="37766"/>
                  </a:cubicBezTo>
                  <a:cubicBezTo>
                    <a:pt x="246175" y="7331"/>
                    <a:pt x="225532" y="85"/>
                    <a:pt x="208804" y="85"/>
                  </a:cubicBezTo>
                  <a:cubicBezTo>
                    <a:pt x="183891" y="85"/>
                    <a:pt x="166095" y="16027"/>
                    <a:pt x="155418" y="31969"/>
                  </a:cubicBezTo>
                  <a:cubicBezTo>
                    <a:pt x="152570" y="6969"/>
                    <a:pt x="134063" y="85"/>
                    <a:pt x="118047" y="85"/>
                  </a:cubicBezTo>
                  <a:cubicBezTo>
                    <a:pt x="96692" y="85"/>
                    <a:pt x="79253" y="12041"/>
                    <a:pt x="67152" y="28708"/>
                  </a:cubicBezTo>
                  <a:cubicBezTo>
                    <a:pt x="64660" y="10954"/>
                    <a:pt x="52559" y="85"/>
                    <a:pt x="37255" y="85"/>
                  </a:cubicBezTo>
                  <a:cubicBezTo>
                    <a:pt x="24442" y="85"/>
                    <a:pt x="17324" y="8418"/>
                    <a:pt x="11629" y="19288"/>
                  </a:cubicBezTo>
                  <a:cubicBezTo>
                    <a:pt x="4867" y="33781"/>
                    <a:pt x="240" y="55158"/>
                    <a:pt x="240" y="55882"/>
                  </a:cubicBezTo>
                  <a:cubicBezTo>
                    <a:pt x="240" y="59506"/>
                    <a:pt x="3799" y="59506"/>
                    <a:pt x="5579" y="59506"/>
                  </a:cubicBezTo>
                  <a:cubicBezTo>
                    <a:pt x="10206" y="59506"/>
                    <a:pt x="10562" y="59143"/>
                    <a:pt x="12341" y="51172"/>
                  </a:cubicBezTo>
                  <a:cubicBezTo>
                    <a:pt x="18748" y="25810"/>
                    <a:pt x="25510" y="8056"/>
                    <a:pt x="36543" y="8056"/>
                  </a:cubicBezTo>
                  <a:cubicBezTo>
                    <a:pt x="45797" y="8056"/>
                    <a:pt x="45797" y="18563"/>
                    <a:pt x="45797" y="22549"/>
                  </a:cubicBezTo>
                  <a:cubicBezTo>
                    <a:pt x="45797" y="28346"/>
                    <a:pt x="44729" y="35230"/>
                    <a:pt x="43306" y="41027"/>
                  </a:cubicBezTo>
                  <a:lnTo>
                    <a:pt x="16612" y="149724"/>
                  </a:lnTo>
                  <a:cubicBezTo>
                    <a:pt x="15900" y="151898"/>
                    <a:pt x="15544" y="153710"/>
                    <a:pt x="15544" y="154797"/>
                  </a:cubicBezTo>
                  <a:cubicBezTo>
                    <a:pt x="15544" y="158782"/>
                    <a:pt x="18392" y="164217"/>
                    <a:pt x="25510" y="164217"/>
                  </a:cubicBezTo>
                  <a:cubicBezTo>
                    <a:pt x="29781" y="164217"/>
                    <a:pt x="35831" y="161681"/>
                    <a:pt x="38323" y="154797"/>
                  </a:cubicBezTo>
                  <a:lnTo>
                    <a:pt x="52559" y="96825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422C7B-D86F-F9F9-F1BE-6A1021615C7C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10297253" y="7209793"/>
              <a:ext cx="122433" cy="255437"/>
            </a:xfrm>
            <a:custGeom>
              <a:avLst/>
              <a:gdLst>
                <a:gd name="connsiteX0" fmla="*/ 67160 w 122433"/>
                <a:gd name="connsiteY0" fmla="*/ 9143 h 255437"/>
                <a:gd name="connsiteX1" fmla="*/ 68227 w 122433"/>
                <a:gd name="connsiteY1" fmla="*/ 4433 h 255437"/>
                <a:gd name="connsiteX2" fmla="*/ 63245 w 122433"/>
                <a:gd name="connsiteY2" fmla="*/ 85 h 255437"/>
                <a:gd name="connsiteX3" fmla="*/ 57550 w 122433"/>
                <a:gd name="connsiteY3" fmla="*/ 809 h 255437"/>
                <a:gd name="connsiteX4" fmla="*/ 22315 w 122433"/>
                <a:gd name="connsiteY4" fmla="*/ 3708 h 255437"/>
                <a:gd name="connsiteX5" fmla="*/ 14129 w 122433"/>
                <a:gd name="connsiteY5" fmla="*/ 11317 h 255437"/>
                <a:gd name="connsiteX6" fmla="*/ 22671 w 122433"/>
                <a:gd name="connsiteY6" fmla="*/ 15302 h 255437"/>
                <a:gd name="connsiteX7" fmla="*/ 40466 w 122433"/>
                <a:gd name="connsiteY7" fmla="*/ 21462 h 255437"/>
                <a:gd name="connsiteX8" fmla="*/ 39399 w 122433"/>
                <a:gd name="connsiteY8" fmla="*/ 27621 h 255437"/>
                <a:gd name="connsiteX9" fmla="*/ 4163 w 122433"/>
                <a:gd name="connsiteY9" fmla="*/ 170739 h 255437"/>
                <a:gd name="connsiteX10" fmla="*/ 248 w 122433"/>
                <a:gd name="connsiteY10" fmla="*/ 200449 h 255437"/>
                <a:gd name="connsiteX11" fmla="*/ 41178 w 122433"/>
                <a:gd name="connsiteY11" fmla="*/ 255522 h 255437"/>
                <a:gd name="connsiteX12" fmla="*/ 122682 w 122433"/>
                <a:gd name="connsiteY12" fmla="*/ 147913 h 255437"/>
                <a:gd name="connsiteX13" fmla="*/ 79973 w 122433"/>
                <a:gd name="connsiteY13" fmla="*/ 91390 h 255437"/>
                <a:gd name="connsiteX14" fmla="*/ 42246 w 122433"/>
                <a:gd name="connsiteY14" fmla="*/ 110593 h 255437"/>
                <a:gd name="connsiteX15" fmla="*/ 67160 w 122433"/>
                <a:gd name="connsiteY15" fmla="*/ 9143 h 255437"/>
                <a:gd name="connsiteX16" fmla="*/ 41178 w 122433"/>
                <a:gd name="connsiteY16" fmla="*/ 247551 h 255437"/>
                <a:gd name="connsiteX17" fmla="*/ 20535 w 122433"/>
                <a:gd name="connsiteY17" fmla="*/ 212768 h 255437"/>
                <a:gd name="connsiteX18" fmla="*/ 34060 w 122433"/>
                <a:gd name="connsiteY18" fmla="*/ 142840 h 255437"/>
                <a:gd name="connsiteX19" fmla="*/ 41890 w 122433"/>
                <a:gd name="connsiteY19" fmla="*/ 126173 h 255437"/>
                <a:gd name="connsiteX20" fmla="*/ 79261 w 122433"/>
                <a:gd name="connsiteY20" fmla="*/ 99361 h 255437"/>
                <a:gd name="connsiteX21" fmla="*/ 98836 w 122433"/>
                <a:gd name="connsiteY21" fmla="*/ 131608 h 255437"/>
                <a:gd name="connsiteX22" fmla="*/ 78905 w 122433"/>
                <a:gd name="connsiteY22" fmla="*/ 213131 h 255437"/>
                <a:gd name="connsiteX23" fmla="*/ 41178 w 122433"/>
                <a:gd name="connsiteY23" fmla="*/ 247551 h 25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2433" h="255437">
                  <a:moveTo>
                    <a:pt x="67160" y="9143"/>
                  </a:moveTo>
                  <a:cubicBezTo>
                    <a:pt x="67516" y="8056"/>
                    <a:pt x="68227" y="5157"/>
                    <a:pt x="68227" y="4433"/>
                  </a:cubicBezTo>
                  <a:cubicBezTo>
                    <a:pt x="68227" y="1172"/>
                    <a:pt x="66092" y="85"/>
                    <a:pt x="63245" y="85"/>
                  </a:cubicBezTo>
                  <a:cubicBezTo>
                    <a:pt x="62177" y="85"/>
                    <a:pt x="58618" y="447"/>
                    <a:pt x="57550" y="809"/>
                  </a:cubicBezTo>
                  <a:lnTo>
                    <a:pt x="22315" y="3708"/>
                  </a:lnTo>
                  <a:cubicBezTo>
                    <a:pt x="18044" y="4070"/>
                    <a:pt x="14129" y="4433"/>
                    <a:pt x="14129" y="11317"/>
                  </a:cubicBezTo>
                  <a:cubicBezTo>
                    <a:pt x="14129" y="15302"/>
                    <a:pt x="17688" y="15302"/>
                    <a:pt x="22671" y="15302"/>
                  </a:cubicBezTo>
                  <a:cubicBezTo>
                    <a:pt x="39755" y="15302"/>
                    <a:pt x="40466" y="17839"/>
                    <a:pt x="40466" y="21462"/>
                  </a:cubicBezTo>
                  <a:cubicBezTo>
                    <a:pt x="40466" y="22549"/>
                    <a:pt x="39399" y="27259"/>
                    <a:pt x="39399" y="27621"/>
                  </a:cubicBezTo>
                  <a:lnTo>
                    <a:pt x="4163" y="170739"/>
                  </a:lnTo>
                  <a:cubicBezTo>
                    <a:pt x="3807" y="171826"/>
                    <a:pt x="248" y="186681"/>
                    <a:pt x="248" y="200449"/>
                  </a:cubicBezTo>
                  <a:cubicBezTo>
                    <a:pt x="248" y="230885"/>
                    <a:pt x="15197" y="255522"/>
                    <a:pt x="41178" y="255522"/>
                  </a:cubicBezTo>
                  <a:cubicBezTo>
                    <a:pt x="81040" y="255522"/>
                    <a:pt x="122682" y="201174"/>
                    <a:pt x="122682" y="147913"/>
                  </a:cubicBezTo>
                  <a:cubicBezTo>
                    <a:pt x="122682" y="109144"/>
                    <a:pt x="101327" y="91390"/>
                    <a:pt x="79973" y="91390"/>
                  </a:cubicBezTo>
                  <a:cubicBezTo>
                    <a:pt x="66448" y="91390"/>
                    <a:pt x="54347" y="98999"/>
                    <a:pt x="42246" y="110593"/>
                  </a:cubicBezTo>
                  <a:lnTo>
                    <a:pt x="67160" y="9143"/>
                  </a:lnTo>
                  <a:close/>
                  <a:moveTo>
                    <a:pt x="41178" y="247551"/>
                  </a:moveTo>
                  <a:cubicBezTo>
                    <a:pt x="32280" y="247551"/>
                    <a:pt x="20535" y="239943"/>
                    <a:pt x="20535" y="212768"/>
                  </a:cubicBezTo>
                  <a:cubicBezTo>
                    <a:pt x="20535" y="196826"/>
                    <a:pt x="23739" y="184145"/>
                    <a:pt x="34060" y="142840"/>
                  </a:cubicBezTo>
                  <a:cubicBezTo>
                    <a:pt x="36551" y="134144"/>
                    <a:pt x="36551" y="133420"/>
                    <a:pt x="41890" y="126173"/>
                  </a:cubicBezTo>
                  <a:cubicBezTo>
                    <a:pt x="52211" y="111680"/>
                    <a:pt x="65736" y="99361"/>
                    <a:pt x="79261" y="99361"/>
                  </a:cubicBezTo>
                  <a:cubicBezTo>
                    <a:pt x="95277" y="99361"/>
                    <a:pt x="98836" y="120014"/>
                    <a:pt x="98836" y="131608"/>
                  </a:cubicBezTo>
                  <a:cubicBezTo>
                    <a:pt x="98836" y="146826"/>
                    <a:pt x="89226" y="189942"/>
                    <a:pt x="78905" y="213131"/>
                  </a:cubicBezTo>
                  <a:cubicBezTo>
                    <a:pt x="74634" y="222189"/>
                    <a:pt x="59330" y="247551"/>
                    <a:pt x="41178" y="247551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9B90EB2A-3EED-25FE-6031-6E9F590786AD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10455276" y="7189503"/>
              <a:ext cx="82571" cy="362323"/>
            </a:xfrm>
            <a:custGeom>
              <a:avLst/>
              <a:gdLst>
                <a:gd name="connsiteX0" fmla="*/ 82824 w 82571"/>
                <a:gd name="connsiteY0" fmla="*/ 358785 h 362323"/>
                <a:gd name="connsiteX1" fmla="*/ 76774 w 82571"/>
                <a:gd name="connsiteY1" fmla="*/ 350813 h 362323"/>
                <a:gd name="connsiteX2" fmla="*/ 20896 w 82571"/>
                <a:gd name="connsiteY2" fmla="*/ 181246 h 362323"/>
                <a:gd name="connsiteX3" fmla="*/ 78198 w 82571"/>
                <a:gd name="connsiteY3" fmla="*/ 9867 h 362323"/>
                <a:gd name="connsiteX4" fmla="*/ 82824 w 82571"/>
                <a:gd name="connsiteY4" fmla="*/ 3708 h 362323"/>
                <a:gd name="connsiteX5" fmla="*/ 79265 w 82571"/>
                <a:gd name="connsiteY5" fmla="*/ 85 h 362323"/>
                <a:gd name="connsiteX6" fmla="*/ 22675 w 82571"/>
                <a:gd name="connsiteY6" fmla="*/ 70738 h 362323"/>
                <a:gd name="connsiteX7" fmla="*/ 253 w 82571"/>
                <a:gd name="connsiteY7" fmla="*/ 181246 h 362323"/>
                <a:gd name="connsiteX8" fmla="*/ 23743 w 82571"/>
                <a:gd name="connsiteY8" fmla="*/ 294291 h 362323"/>
                <a:gd name="connsiteX9" fmla="*/ 79265 w 82571"/>
                <a:gd name="connsiteY9" fmla="*/ 362408 h 362323"/>
                <a:gd name="connsiteX10" fmla="*/ 82824 w 82571"/>
                <a:gd name="connsiteY10" fmla="*/ 358785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571" h="362323">
                  <a:moveTo>
                    <a:pt x="82824" y="358785"/>
                  </a:moveTo>
                  <a:cubicBezTo>
                    <a:pt x="82824" y="357698"/>
                    <a:pt x="82824" y="356973"/>
                    <a:pt x="76774" y="350813"/>
                  </a:cubicBezTo>
                  <a:cubicBezTo>
                    <a:pt x="32285" y="305161"/>
                    <a:pt x="20896" y="236682"/>
                    <a:pt x="20896" y="181246"/>
                  </a:cubicBezTo>
                  <a:cubicBezTo>
                    <a:pt x="20896" y="118202"/>
                    <a:pt x="34420" y="55158"/>
                    <a:pt x="78198" y="9867"/>
                  </a:cubicBezTo>
                  <a:cubicBezTo>
                    <a:pt x="82824" y="5520"/>
                    <a:pt x="82824" y="4795"/>
                    <a:pt x="82824" y="3708"/>
                  </a:cubicBezTo>
                  <a:cubicBezTo>
                    <a:pt x="82824" y="1172"/>
                    <a:pt x="81401" y="85"/>
                    <a:pt x="79265" y="85"/>
                  </a:cubicBezTo>
                  <a:cubicBezTo>
                    <a:pt x="75706" y="85"/>
                    <a:pt x="43674" y="24723"/>
                    <a:pt x="22675" y="70738"/>
                  </a:cubicBezTo>
                  <a:cubicBezTo>
                    <a:pt x="4524" y="110593"/>
                    <a:pt x="253" y="150811"/>
                    <a:pt x="253" y="181246"/>
                  </a:cubicBezTo>
                  <a:cubicBezTo>
                    <a:pt x="253" y="209507"/>
                    <a:pt x="4168" y="253349"/>
                    <a:pt x="23743" y="294291"/>
                  </a:cubicBezTo>
                  <a:cubicBezTo>
                    <a:pt x="45098" y="338857"/>
                    <a:pt x="75706" y="362408"/>
                    <a:pt x="79265" y="362408"/>
                  </a:cubicBezTo>
                  <a:cubicBezTo>
                    <a:pt x="81401" y="362408"/>
                    <a:pt x="82824" y="361321"/>
                    <a:pt x="82824" y="358785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67D19D82-74CF-95AD-7314-B1B4DD48BACB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10568773" y="7301098"/>
              <a:ext cx="235613" cy="164132"/>
            </a:xfrm>
            <a:custGeom>
              <a:avLst/>
              <a:gdLst>
                <a:gd name="connsiteX0" fmla="*/ 154367 w 235613"/>
                <a:gd name="connsiteY0" fmla="*/ 37404 h 164132"/>
                <a:gd name="connsiteX1" fmla="*/ 159705 w 235613"/>
                <a:gd name="connsiteY1" fmla="*/ 13853 h 164132"/>
                <a:gd name="connsiteX2" fmla="*/ 149384 w 235613"/>
                <a:gd name="connsiteY2" fmla="*/ 4070 h 164132"/>
                <a:gd name="connsiteX3" fmla="*/ 136215 w 235613"/>
                <a:gd name="connsiteY3" fmla="*/ 14215 h 164132"/>
                <a:gd name="connsiteX4" fmla="*/ 115928 w 235613"/>
                <a:gd name="connsiteY4" fmla="*/ 95376 h 164132"/>
                <a:gd name="connsiteX5" fmla="*/ 112725 w 235613"/>
                <a:gd name="connsiteY5" fmla="*/ 119289 h 164132"/>
                <a:gd name="connsiteX6" fmla="*/ 113081 w 235613"/>
                <a:gd name="connsiteY6" fmla="*/ 125811 h 164132"/>
                <a:gd name="connsiteX7" fmla="*/ 80337 w 235613"/>
                <a:gd name="connsiteY7" fmla="*/ 156246 h 164132"/>
                <a:gd name="connsiteX8" fmla="*/ 51864 w 235613"/>
                <a:gd name="connsiteY8" fmla="*/ 123275 h 164132"/>
                <a:gd name="connsiteX9" fmla="*/ 70371 w 235613"/>
                <a:gd name="connsiteY9" fmla="*/ 52984 h 164132"/>
                <a:gd name="connsiteX10" fmla="*/ 76422 w 235613"/>
                <a:gd name="connsiteY10" fmla="*/ 29795 h 164132"/>
                <a:gd name="connsiteX11" fmla="*/ 47237 w 235613"/>
                <a:gd name="connsiteY11" fmla="*/ 85 h 164132"/>
                <a:gd name="connsiteX12" fmla="*/ 257 w 235613"/>
                <a:gd name="connsiteY12" fmla="*/ 55882 h 164132"/>
                <a:gd name="connsiteX13" fmla="*/ 4528 w 235613"/>
                <a:gd name="connsiteY13" fmla="*/ 59506 h 164132"/>
                <a:gd name="connsiteX14" fmla="*/ 10222 w 235613"/>
                <a:gd name="connsiteY14" fmla="*/ 52984 h 164132"/>
                <a:gd name="connsiteX15" fmla="*/ 46169 w 235613"/>
                <a:gd name="connsiteY15" fmla="*/ 8056 h 164132"/>
                <a:gd name="connsiteX16" fmla="*/ 55067 w 235613"/>
                <a:gd name="connsiteY16" fmla="*/ 20012 h 164132"/>
                <a:gd name="connsiteX17" fmla="*/ 48661 w 235613"/>
                <a:gd name="connsiteY17" fmla="*/ 45375 h 164132"/>
                <a:gd name="connsiteX18" fmla="*/ 28730 w 235613"/>
                <a:gd name="connsiteY18" fmla="*/ 118564 h 164132"/>
                <a:gd name="connsiteX19" fmla="*/ 79269 w 235613"/>
                <a:gd name="connsiteY19" fmla="*/ 164217 h 164132"/>
                <a:gd name="connsiteX20" fmla="*/ 116284 w 235613"/>
                <a:gd name="connsiteY20" fmla="*/ 138854 h 164132"/>
                <a:gd name="connsiteX21" fmla="*/ 160773 w 235613"/>
                <a:gd name="connsiteY21" fmla="*/ 164217 h 164132"/>
                <a:gd name="connsiteX22" fmla="*/ 212380 w 235613"/>
                <a:gd name="connsiteY22" fmla="*/ 119651 h 164132"/>
                <a:gd name="connsiteX23" fmla="*/ 235870 w 235613"/>
                <a:gd name="connsiteY23" fmla="*/ 25447 h 164132"/>
                <a:gd name="connsiteX24" fmla="*/ 220210 w 235613"/>
                <a:gd name="connsiteY24" fmla="*/ 85 h 164132"/>
                <a:gd name="connsiteX25" fmla="*/ 202415 w 235613"/>
                <a:gd name="connsiteY25" fmla="*/ 17476 h 164132"/>
                <a:gd name="connsiteX26" fmla="*/ 207753 w 235613"/>
                <a:gd name="connsiteY26" fmla="*/ 27259 h 164132"/>
                <a:gd name="connsiteX27" fmla="*/ 220566 w 235613"/>
                <a:gd name="connsiteY27" fmla="*/ 58056 h 164132"/>
                <a:gd name="connsiteX28" fmla="*/ 200991 w 235613"/>
                <a:gd name="connsiteY28" fmla="*/ 124362 h 164132"/>
                <a:gd name="connsiteX29" fmla="*/ 161841 w 235613"/>
                <a:gd name="connsiteY29" fmla="*/ 156246 h 164132"/>
                <a:gd name="connsiteX30" fmla="*/ 135503 w 235613"/>
                <a:gd name="connsiteY30" fmla="*/ 124724 h 164132"/>
                <a:gd name="connsiteX31" fmla="*/ 139418 w 235613"/>
                <a:gd name="connsiteY31" fmla="*/ 98274 h 164132"/>
                <a:gd name="connsiteX32" fmla="*/ 154367 w 235613"/>
                <a:gd name="connsiteY32" fmla="*/ 3740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5613" h="164132">
                  <a:moveTo>
                    <a:pt x="154367" y="37404"/>
                  </a:moveTo>
                  <a:cubicBezTo>
                    <a:pt x="156146" y="29433"/>
                    <a:pt x="159705" y="16027"/>
                    <a:pt x="159705" y="13853"/>
                  </a:cubicBezTo>
                  <a:cubicBezTo>
                    <a:pt x="159705" y="7331"/>
                    <a:pt x="154722" y="4070"/>
                    <a:pt x="149384" y="4070"/>
                  </a:cubicBezTo>
                  <a:cubicBezTo>
                    <a:pt x="145113" y="4070"/>
                    <a:pt x="138706" y="6969"/>
                    <a:pt x="136215" y="14215"/>
                  </a:cubicBezTo>
                  <a:cubicBezTo>
                    <a:pt x="135147" y="16752"/>
                    <a:pt x="118419" y="85955"/>
                    <a:pt x="115928" y="95376"/>
                  </a:cubicBezTo>
                  <a:cubicBezTo>
                    <a:pt x="113437" y="106245"/>
                    <a:pt x="112725" y="112767"/>
                    <a:pt x="112725" y="119289"/>
                  </a:cubicBezTo>
                  <a:cubicBezTo>
                    <a:pt x="112725" y="123275"/>
                    <a:pt x="112725" y="123999"/>
                    <a:pt x="113081" y="125811"/>
                  </a:cubicBezTo>
                  <a:cubicBezTo>
                    <a:pt x="104895" y="145014"/>
                    <a:pt x="94217" y="156246"/>
                    <a:pt x="80337" y="156246"/>
                  </a:cubicBezTo>
                  <a:cubicBezTo>
                    <a:pt x="51864" y="156246"/>
                    <a:pt x="51864" y="129434"/>
                    <a:pt x="51864" y="123275"/>
                  </a:cubicBezTo>
                  <a:cubicBezTo>
                    <a:pt x="51864" y="111680"/>
                    <a:pt x="53644" y="97550"/>
                    <a:pt x="70371" y="52984"/>
                  </a:cubicBezTo>
                  <a:cubicBezTo>
                    <a:pt x="74286" y="42114"/>
                    <a:pt x="76422" y="37042"/>
                    <a:pt x="76422" y="29795"/>
                  </a:cubicBezTo>
                  <a:cubicBezTo>
                    <a:pt x="76422" y="13491"/>
                    <a:pt x="64677" y="85"/>
                    <a:pt x="47237" y="85"/>
                  </a:cubicBezTo>
                  <a:cubicBezTo>
                    <a:pt x="13426" y="85"/>
                    <a:pt x="257" y="52622"/>
                    <a:pt x="257" y="55882"/>
                  </a:cubicBezTo>
                  <a:cubicBezTo>
                    <a:pt x="257" y="59506"/>
                    <a:pt x="3816" y="59506"/>
                    <a:pt x="4528" y="59506"/>
                  </a:cubicBezTo>
                  <a:cubicBezTo>
                    <a:pt x="8087" y="59506"/>
                    <a:pt x="8443" y="58781"/>
                    <a:pt x="10222" y="52984"/>
                  </a:cubicBezTo>
                  <a:cubicBezTo>
                    <a:pt x="19832" y="19288"/>
                    <a:pt x="33712" y="8056"/>
                    <a:pt x="46169" y="8056"/>
                  </a:cubicBezTo>
                  <a:cubicBezTo>
                    <a:pt x="49373" y="8056"/>
                    <a:pt x="55067" y="8418"/>
                    <a:pt x="55067" y="20012"/>
                  </a:cubicBezTo>
                  <a:cubicBezTo>
                    <a:pt x="55067" y="29071"/>
                    <a:pt x="51152" y="39216"/>
                    <a:pt x="48661" y="45375"/>
                  </a:cubicBezTo>
                  <a:cubicBezTo>
                    <a:pt x="33001" y="88129"/>
                    <a:pt x="28730" y="104796"/>
                    <a:pt x="28730" y="118564"/>
                  </a:cubicBezTo>
                  <a:cubicBezTo>
                    <a:pt x="28730" y="151536"/>
                    <a:pt x="52576" y="164217"/>
                    <a:pt x="79269" y="164217"/>
                  </a:cubicBezTo>
                  <a:cubicBezTo>
                    <a:pt x="85320" y="164217"/>
                    <a:pt x="102048" y="164217"/>
                    <a:pt x="116284" y="138854"/>
                  </a:cubicBezTo>
                  <a:cubicBezTo>
                    <a:pt x="125538" y="162043"/>
                    <a:pt x="150096" y="164217"/>
                    <a:pt x="160773" y="164217"/>
                  </a:cubicBezTo>
                  <a:cubicBezTo>
                    <a:pt x="187466" y="164217"/>
                    <a:pt x="203126" y="141391"/>
                    <a:pt x="212380" y="119651"/>
                  </a:cubicBezTo>
                  <a:cubicBezTo>
                    <a:pt x="224481" y="91390"/>
                    <a:pt x="235870" y="42839"/>
                    <a:pt x="235870" y="25447"/>
                  </a:cubicBezTo>
                  <a:cubicBezTo>
                    <a:pt x="235870" y="5520"/>
                    <a:pt x="226261" y="85"/>
                    <a:pt x="220210" y="85"/>
                  </a:cubicBezTo>
                  <a:cubicBezTo>
                    <a:pt x="211312" y="85"/>
                    <a:pt x="202415" y="9505"/>
                    <a:pt x="202415" y="17476"/>
                  </a:cubicBezTo>
                  <a:cubicBezTo>
                    <a:pt x="202415" y="22186"/>
                    <a:pt x="204550" y="24360"/>
                    <a:pt x="207753" y="27259"/>
                  </a:cubicBezTo>
                  <a:cubicBezTo>
                    <a:pt x="211668" y="31244"/>
                    <a:pt x="220566" y="40665"/>
                    <a:pt x="220566" y="58056"/>
                  </a:cubicBezTo>
                  <a:cubicBezTo>
                    <a:pt x="220566" y="70375"/>
                    <a:pt x="210245" y="105883"/>
                    <a:pt x="200991" y="124362"/>
                  </a:cubicBezTo>
                  <a:cubicBezTo>
                    <a:pt x="191737" y="143565"/>
                    <a:pt x="179280" y="156246"/>
                    <a:pt x="161841" y="156246"/>
                  </a:cubicBezTo>
                  <a:cubicBezTo>
                    <a:pt x="145113" y="156246"/>
                    <a:pt x="135503" y="145376"/>
                    <a:pt x="135503" y="124724"/>
                  </a:cubicBezTo>
                  <a:cubicBezTo>
                    <a:pt x="135503" y="114579"/>
                    <a:pt x="137995" y="103347"/>
                    <a:pt x="139418" y="98274"/>
                  </a:cubicBezTo>
                  <a:lnTo>
                    <a:pt x="154367" y="37404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13D0E476-FC33-A7FF-053A-3627874C5C20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10831940" y="7339576"/>
              <a:ext cx="122575" cy="178552"/>
            </a:xfrm>
            <a:custGeom>
              <a:avLst/>
              <a:gdLst>
                <a:gd name="connsiteX0" fmla="*/ 59559 w 122575"/>
                <a:gd name="connsiteY0" fmla="*/ 7695 h 178552"/>
                <a:gd name="connsiteX1" fmla="*/ 60555 w 122575"/>
                <a:gd name="connsiteY1" fmla="*/ 3637 h 178552"/>
                <a:gd name="connsiteX2" fmla="*/ 56569 w 122575"/>
                <a:gd name="connsiteY2" fmla="*/ 86 h 178552"/>
                <a:gd name="connsiteX3" fmla="*/ 24679 w 122575"/>
                <a:gd name="connsiteY3" fmla="*/ 2622 h 178552"/>
                <a:gd name="connsiteX4" fmla="*/ 19198 w 122575"/>
                <a:gd name="connsiteY4" fmla="*/ 8456 h 178552"/>
                <a:gd name="connsiteX5" fmla="*/ 25676 w 122575"/>
                <a:gd name="connsiteY5" fmla="*/ 12007 h 178552"/>
                <a:gd name="connsiteX6" fmla="*/ 37635 w 122575"/>
                <a:gd name="connsiteY6" fmla="*/ 15811 h 178552"/>
                <a:gd name="connsiteX7" fmla="*/ 36638 w 122575"/>
                <a:gd name="connsiteY7" fmla="*/ 21391 h 178552"/>
                <a:gd name="connsiteX8" fmla="*/ 1510 w 122575"/>
                <a:gd name="connsiteY8" fmla="*/ 164943 h 178552"/>
                <a:gd name="connsiteX9" fmla="*/ 264 w 122575"/>
                <a:gd name="connsiteY9" fmla="*/ 170523 h 178552"/>
                <a:gd name="connsiteX10" fmla="*/ 8735 w 122575"/>
                <a:gd name="connsiteY10" fmla="*/ 178639 h 178552"/>
                <a:gd name="connsiteX11" fmla="*/ 20195 w 122575"/>
                <a:gd name="connsiteY11" fmla="*/ 167987 h 178552"/>
                <a:gd name="connsiteX12" fmla="*/ 32403 w 122575"/>
                <a:gd name="connsiteY12" fmla="*/ 118783 h 178552"/>
                <a:gd name="connsiteX13" fmla="*/ 64292 w 122575"/>
                <a:gd name="connsiteY13" fmla="*/ 139581 h 178552"/>
                <a:gd name="connsiteX14" fmla="*/ 63794 w 122575"/>
                <a:gd name="connsiteY14" fmla="*/ 144653 h 178552"/>
                <a:gd name="connsiteX15" fmla="*/ 62798 w 122575"/>
                <a:gd name="connsiteY15" fmla="*/ 152516 h 178552"/>
                <a:gd name="connsiteX16" fmla="*/ 89206 w 122575"/>
                <a:gd name="connsiteY16" fmla="*/ 178639 h 178552"/>
                <a:gd name="connsiteX17" fmla="*/ 120847 w 122575"/>
                <a:gd name="connsiteY17" fmla="*/ 139834 h 178552"/>
                <a:gd name="connsiteX18" fmla="*/ 116861 w 122575"/>
                <a:gd name="connsiteY18" fmla="*/ 136537 h 178552"/>
                <a:gd name="connsiteX19" fmla="*/ 111878 w 122575"/>
                <a:gd name="connsiteY19" fmla="*/ 142624 h 178552"/>
                <a:gd name="connsiteX20" fmla="*/ 89954 w 122575"/>
                <a:gd name="connsiteY20" fmla="*/ 171538 h 178552"/>
                <a:gd name="connsiteX21" fmla="*/ 81234 w 122575"/>
                <a:gd name="connsiteY21" fmla="*/ 158349 h 178552"/>
                <a:gd name="connsiteX22" fmla="*/ 82729 w 122575"/>
                <a:gd name="connsiteY22" fmla="*/ 146936 h 178552"/>
                <a:gd name="connsiteX23" fmla="*/ 83974 w 122575"/>
                <a:gd name="connsiteY23" fmla="*/ 139073 h 178552"/>
                <a:gd name="connsiteX24" fmla="*/ 43614 w 122575"/>
                <a:gd name="connsiteY24" fmla="*/ 112189 h 178552"/>
                <a:gd name="connsiteX25" fmla="*/ 64292 w 122575"/>
                <a:gd name="connsiteY25" fmla="*/ 95450 h 178552"/>
                <a:gd name="connsiteX26" fmla="*/ 103407 w 122575"/>
                <a:gd name="connsiteY26" fmla="*/ 71355 h 178552"/>
                <a:gd name="connsiteX27" fmla="*/ 111629 w 122575"/>
                <a:gd name="connsiteY27" fmla="*/ 74652 h 178552"/>
                <a:gd name="connsiteX28" fmla="*/ 98674 w 122575"/>
                <a:gd name="connsiteY28" fmla="*/ 88855 h 178552"/>
                <a:gd name="connsiteX29" fmla="*/ 108639 w 122575"/>
                <a:gd name="connsiteY29" fmla="*/ 98240 h 178552"/>
                <a:gd name="connsiteX30" fmla="*/ 122840 w 122575"/>
                <a:gd name="connsiteY30" fmla="*/ 82007 h 178552"/>
                <a:gd name="connsiteX31" fmla="*/ 103656 w 122575"/>
                <a:gd name="connsiteY31" fmla="*/ 64254 h 178552"/>
                <a:gd name="connsiteX32" fmla="*/ 63794 w 122575"/>
                <a:gd name="connsiteY32" fmla="*/ 86573 h 178552"/>
                <a:gd name="connsiteX33" fmla="*/ 34894 w 122575"/>
                <a:gd name="connsiteY33" fmla="*/ 108892 h 178552"/>
                <a:gd name="connsiteX34" fmla="*/ 59559 w 122575"/>
                <a:gd name="connsiteY34" fmla="*/ 7695 h 178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2575" h="178552">
                  <a:moveTo>
                    <a:pt x="59559" y="7695"/>
                  </a:moveTo>
                  <a:cubicBezTo>
                    <a:pt x="59808" y="7188"/>
                    <a:pt x="60555" y="3891"/>
                    <a:pt x="60555" y="3637"/>
                  </a:cubicBezTo>
                  <a:cubicBezTo>
                    <a:pt x="60555" y="2369"/>
                    <a:pt x="59559" y="86"/>
                    <a:pt x="56569" y="86"/>
                  </a:cubicBezTo>
                  <a:cubicBezTo>
                    <a:pt x="51586" y="86"/>
                    <a:pt x="30908" y="2115"/>
                    <a:pt x="24679" y="2622"/>
                  </a:cubicBezTo>
                  <a:cubicBezTo>
                    <a:pt x="22686" y="2876"/>
                    <a:pt x="19198" y="3130"/>
                    <a:pt x="19198" y="8456"/>
                  </a:cubicBezTo>
                  <a:cubicBezTo>
                    <a:pt x="19198" y="12007"/>
                    <a:pt x="22686" y="12007"/>
                    <a:pt x="25676" y="12007"/>
                  </a:cubicBezTo>
                  <a:cubicBezTo>
                    <a:pt x="37635" y="12007"/>
                    <a:pt x="37635" y="13782"/>
                    <a:pt x="37635" y="15811"/>
                  </a:cubicBezTo>
                  <a:cubicBezTo>
                    <a:pt x="37635" y="17586"/>
                    <a:pt x="37136" y="19108"/>
                    <a:pt x="36638" y="21391"/>
                  </a:cubicBezTo>
                  <a:lnTo>
                    <a:pt x="1510" y="164943"/>
                  </a:lnTo>
                  <a:cubicBezTo>
                    <a:pt x="264" y="169508"/>
                    <a:pt x="264" y="170016"/>
                    <a:pt x="264" y="170523"/>
                  </a:cubicBezTo>
                  <a:cubicBezTo>
                    <a:pt x="264" y="174327"/>
                    <a:pt x="3254" y="178639"/>
                    <a:pt x="8735" y="178639"/>
                  </a:cubicBezTo>
                  <a:cubicBezTo>
                    <a:pt x="15461" y="178639"/>
                    <a:pt x="18700" y="173567"/>
                    <a:pt x="20195" y="167987"/>
                  </a:cubicBezTo>
                  <a:cubicBezTo>
                    <a:pt x="20693" y="166972"/>
                    <a:pt x="31406" y="122334"/>
                    <a:pt x="32403" y="118783"/>
                  </a:cubicBezTo>
                  <a:cubicBezTo>
                    <a:pt x="50092" y="120559"/>
                    <a:pt x="64292" y="126392"/>
                    <a:pt x="64292" y="139581"/>
                  </a:cubicBezTo>
                  <a:cubicBezTo>
                    <a:pt x="64292" y="140849"/>
                    <a:pt x="64292" y="142117"/>
                    <a:pt x="63794" y="144653"/>
                  </a:cubicBezTo>
                  <a:cubicBezTo>
                    <a:pt x="62798" y="148458"/>
                    <a:pt x="62798" y="149726"/>
                    <a:pt x="62798" y="152516"/>
                  </a:cubicBezTo>
                  <a:cubicBezTo>
                    <a:pt x="62798" y="170523"/>
                    <a:pt x="77248" y="178639"/>
                    <a:pt x="89206" y="178639"/>
                  </a:cubicBezTo>
                  <a:cubicBezTo>
                    <a:pt x="113373" y="178639"/>
                    <a:pt x="120847" y="140088"/>
                    <a:pt x="120847" y="139834"/>
                  </a:cubicBezTo>
                  <a:cubicBezTo>
                    <a:pt x="120847" y="136537"/>
                    <a:pt x="117608" y="136537"/>
                    <a:pt x="116861" y="136537"/>
                  </a:cubicBezTo>
                  <a:cubicBezTo>
                    <a:pt x="113373" y="136537"/>
                    <a:pt x="113124" y="137805"/>
                    <a:pt x="111878" y="142624"/>
                  </a:cubicBezTo>
                  <a:cubicBezTo>
                    <a:pt x="108888" y="153530"/>
                    <a:pt x="102161" y="171538"/>
                    <a:pt x="89954" y="171538"/>
                  </a:cubicBezTo>
                  <a:cubicBezTo>
                    <a:pt x="83227" y="171538"/>
                    <a:pt x="81234" y="165197"/>
                    <a:pt x="81234" y="158349"/>
                  </a:cubicBezTo>
                  <a:cubicBezTo>
                    <a:pt x="81234" y="154037"/>
                    <a:pt x="81234" y="153530"/>
                    <a:pt x="82729" y="146936"/>
                  </a:cubicBezTo>
                  <a:cubicBezTo>
                    <a:pt x="82978" y="146175"/>
                    <a:pt x="83974" y="141863"/>
                    <a:pt x="83974" y="139073"/>
                  </a:cubicBezTo>
                  <a:cubicBezTo>
                    <a:pt x="83974" y="116501"/>
                    <a:pt x="54078" y="112950"/>
                    <a:pt x="43614" y="112189"/>
                  </a:cubicBezTo>
                  <a:cubicBezTo>
                    <a:pt x="50839" y="107624"/>
                    <a:pt x="60057" y="99254"/>
                    <a:pt x="64292" y="95450"/>
                  </a:cubicBezTo>
                  <a:cubicBezTo>
                    <a:pt x="76998" y="83276"/>
                    <a:pt x="89455" y="71355"/>
                    <a:pt x="103407" y="71355"/>
                  </a:cubicBezTo>
                  <a:cubicBezTo>
                    <a:pt x="106397" y="71355"/>
                    <a:pt x="109636" y="72116"/>
                    <a:pt x="111629" y="74652"/>
                  </a:cubicBezTo>
                  <a:cubicBezTo>
                    <a:pt x="100916" y="76428"/>
                    <a:pt x="98674" y="85051"/>
                    <a:pt x="98674" y="88855"/>
                  </a:cubicBezTo>
                  <a:cubicBezTo>
                    <a:pt x="98674" y="94435"/>
                    <a:pt x="102909" y="98240"/>
                    <a:pt x="108639" y="98240"/>
                  </a:cubicBezTo>
                  <a:cubicBezTo>
                    <a:pt x="115366" y="98240"/>
                    <a:pt x="122840" y="92660"/>
                    <a:pt x="122840" y="82007"/>
                  </a:cubicBezTo>
                  <a:cubicBezTo>
                    <a:pt x="122840" y="73638"/>
                    <a:pt x="116861" y="64254"/>
                    <a:pt x="103656" y="64254"/>
                  </a:cubicBezTo>
                  <a:cubicBezTo>
                    <a:pt x="89455" y="64254"/>
                    <a:pt x="76500" y="74652"/>
                    <a:pt x="63794" y="86573"/>
                  </a:cubicBezTo>
                  <a:cubicBezTo>
                    <a:pt x="53330" y="96718"/>
                    <a:pt x="45109" y="104580"/>
                    <a:pt x="34894" y="108892"/>
                  </a:cubicBezTo>
                  <a:lnTo>
                    <a:pt x="59559" y="7695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C751BA5B-0F51-0181-4AB0-674FAF60E466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11008656" y="7189503"/>
              <a:ext cx="82571" cy="362323"/>
            </a:xfrm>
            <a:custGeom>
              <a:avLst/>
              <a:gdLst>
                <a:gd name="connsiteX0" fmla="*/ 82840 w 82571"/>
                <a:gd name="connsiteY0" fmla="*/ 181246 h 362323"/>
                <a:gd name="connsiteX1" fmla="*/ 59350 w 82571"/>
                <a:gd name="connsiteY1" fmla="*/ 68201 h 362323"/>
                <a:gd name="connsiteX2" fmla="*/ 3828 w 82571"/>
                <a:gd name="connsiteY2" fmla="*/ 85 h 362323"/>
                <a:gd name="connsiteX3" fmla="*/ 269 w 82571"/>
                <a:gd name="connsiteY3" fmla="*/ 3708 h 362323"/>
                <a:gd name="connsiteX4" fmla="*/ 7031 w 82571"/>
                <a:gd name="connsiteY4" fmla="*/ 12041 h 362323"/>
                <a:gd name="connsiteX5" fmla="*/ 62197 w 82571"/>
                <a:gd name="connsiteY5" fmla="*/ 181246 h 362323"/>
                <a:gd name="connsiteX6" fmla="*/ 4896 w 82571"/>
                <a:gd name="connsiteY6" fmla="*/ 352625 h 362323"/>
                <a:gd name="connsiteX7" fmla="*/ 269 w 82571"/>
                <a:gd name="connsiteY7" fmla="*/ 358785 h 362323"/>
                <a:gd name="connsiteX8" fmla="*/ 3828 w 82571"/>
                <a:gd name="connsiteY8" fmla="*/ 362408 h 362323"/>
                <a:gd name="connsiteX9" fmla="*/ 60418 w 82571"/>
                <a:gd name="connsiteY9" fmla="*/ 291755 h 362323"/>
                <a:gd name="connsiteX10" fmla="*/ 82840 w 82571"/>
                <a:gd name="connsiteY10" fmla="*/ 181246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571" h="362323">
                  <a:moveTo>
                    <a:pt x="82840" y="181246"/>
                  </a:moveTo>
                  <a:cubicBezTo>
                    <a:pt x="82840" y="152985"/>
                    <a:pt x="78925" y="109144"/>
                    <a:pt x="59350" y="68201"/>
                  </a:cubicBezTo>
                  <a:cubicBezTo>
                    <a:pt x="37995" y="23636"/>
                    <a:pt x="7387" y="85"/>
                    <a:pt x="3828" y="85"/>
                  </a:cubicBezTo>
                  <a:cubicBezTo>
                    <a:pt x="1692" y="85"/>
                    <a:pt x="269" y="1534"/>
                    <a:pt x="269" y="3708"/>
                  </a:cubicBezTo>
                  <a:cubicBezTo>
                    <a:pt x="269" y="4795"/>
                    <a:pt x="269" y="5520"/>
                    <a:pt x="7031" y="12041"/>
                  </a:cubicBezTo>
                  <a:cubicBezTo>
                    <a:pt x="41911" y="47911"/>
                    <a:pt x="62197" y="105521"/>
                    <a:pt x="62197" y="181246"/>
                  </a:cubicBezTo>
                  <a:cubicBezTo>
                    <a:pt x="62197" y="243203"/>
                    <a:pt x="49029" y="306972"/>
                    <a:pt x="4896" y="352625"/>
                  </a:cubicBezTo>
                  <a:cubicBezTo>
                    <a:pt x="269" y="356973"/>
                    <a:pt x="269" y="357698"/>
                    <a:pt x="269" y="358785"/>
                  </a:cubicBezTo>
                  <a:cubicBezTo>
                    <a:pt x="269" y="360958"/>
                    <a:pt x="1692" y="362408"/>
                    <a:pt x="3828" y="362408"/>
                  </a:cubicBezTo>
                  <a:cubicBezTo>
                    <a:pt x="7387" y="362408"/>
                    <a:pt x="39419" y="337770"/>
                    <a:pt x="60418" y="291755"/>
                  </a:cubicBezTo>
                  <a:cubicBezTo>
                    <a:pt x="78569" y="251899"/>
                    <a:pt x="82840" y="211681"/>
                    <a:pt x="82840" y="181246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D60ED3B0-7C55-E05E-ABFB-40C9E7DC40A3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11147067" y="7189503"/>
              <a:ext cx="82571" cy="362323"/>
            </a:xfrm>
            <a:custGeom>
              <a:avLst/>
              <a:gdLst>
                <a:gd name="connsiteX0" fmla="*/ 82844 w 82571"/>
                <a:gd name="connsiteY0" fmla="*/ 181246 h 362323"/>
                <a:gd name="connsiteX1" fmla="*/ 59354 w 82571"/>
                <a:gd name="connsiteY1" fmla="*/ 68201 h 362323"/>
                <a:gd name="connsiteX2" fmla="*/ 3832 w 82571"/>
                <a:gd name="connsiteY2" fmla="*/ 85 h 362323"/>
                <a:gd name="connsiteX3" fmla="*/ 273 w 82571"/>
                <a:gd name="connsiteY3" fmla="*/ 3708 h 362323"/>
                <a:gd name="connsiteX4" fmla="*/ 7035 w 82571"/>
                <a:gd name="connsiteY4" fmla="*/ 12041 h 362323"/>
                <a:gd name="connsiteX5" fmla="*/ 62201 w 82571"/>
                <a:gd name="connsiteY5" fmla="*/ 181246 h 362323"/>
                <a:gd name="connsiteX6" fmla="*/ 4900 w 82571"/>
                <a:gd name="connsiteY6" fmla="*/ 352625 h 362323"/>
                <a:gd name="connsiteX7" fmla="*/ 273 w 82571"/>
                <a:gd name="connsiteY7" fmla="*/ 358785 h 362323"/>
                <a:gd name="connsiteX8" fmla="*/ 3832 w 82571"/>
                <a:gd name="connsiteY8" fmla="*/ 362408 h 362323"/>
                <a:gd name="connsiteX9" fmla="*/ 60422 w 82571"/>
                <a:gd name="connsiteY9" fmla="*/ 291755 h 362323"/>
                <a:gd name="connsiteX10" fmla="*/ 82844 w 82571"/>
                <a:gd name="connsiteY10" fmla="*/ 181246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571" h="362323">
                  <a:moveTo>
                    <a:pt x="82844" y="181246"/>
                  </a:moveTo>
                  <a:cubicBezTo>
                    <a:pt x="82844" y="152985"/>
                    <a:pt x="78929" y="109144"/>
                    <a:pt x="59354" y="68201"/>
                  </a:cubicBezTo>
                  <a:cubicBezTo>
                    <a:pt x="37999" y="23636"/>
                    <a:pt x="7391" y="85"/>
                    <a:pt x="3832" y="85"/>
                  </a:cubicBezTo>
                  <a:cubicBezTo>
                    <a:pt x="1696" y="85"/>
                    <a:pt x="273" y="1534"/>
                    <a:pt x="273" y="3708"/>
                  </a:cubicBezTo>
                  <a:cubicBezTo>
                    <a:pt x="273" y="4795"/>
                    <a:pt x="273" y="5520"/>
                    <a:pt x="7035" y="12041"/>
                  </a:cubicBezTo>
                  <a:cubicBezTo>
                    <a:pt x="41914" y="47911"/>
                    <a:pt x="62201" y="105521"/>
                    <a:pt x="62201" y="181246"/>
                  </a:cubicBezTo>
                  <a:cubicBezTo>
                    <a:pt x="62201" y="243203"/>
                    <a:pt x="49033" y="306972"/>
                    <a:pt x="4900" y="352625"/>
                  </a:cubicBezTo>
                  <a:cubicBezTo>
                    <a:pt x="273" y="356973"/>
                    <a:pt x="273" y="357698"/>
                    <a:pt x="273" y="358785"/>
                  </a:cubicBezTo>
                  <a:cubicBezTo>
                    <a:pt x="273" y="360958"/>
                    <a:pt x="1696" y="362408"/>
                    <a:pt x="3832" y="362408"/>
                  </a:cubicBezTo>
                  <a:cubicBezTo>
                    <a:pt x="7391" y="362408"/>
                    <a:pt x="39423" y="337770"/>
                    <a:pt x="60422" y="291755"/>
                  </a:cubicBezTo>
                  <a:cubicBezTo>
                    <a:pt x="78573" y="251899"/>
                    <a:pt x="82844" y="211681"/>
                    <a:pt x="82844" y="181246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B6EB8AB5-9F7F-E7D3-8F58-4BD1C088246B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11393593" y="7265590"/>
              <a:ext cx="177955" cy="210147"/>
            </a:xfrm>
            <a:custGeom>
              <a:avLst/>
              <a:gdLst>
                <a:gd name="connsiteX0" fmla="*/ 165778 w 177955"/>
                <a:gd name="connsiteY0" fmla="*/ 112405 h 210147"/>
                <a:gd name="connsiteX1" fmla="*/ 178235 w 177955"/>
                <a:gd name="connsiteY1" fmla="*/ 105158 h 210147"/>
                <a:gd name="connsiteX2" fmla="*/ 165778 w 177955"/>
                <a:gd name="connsiteY2" fmla="*/ 97912 h 210147"/>
                <a:gd name="connsiteX3" fmla="*/ 14872 w 177955"/>
                <a:gd name="connsiteY3" fmla="*/ 97912 h 210147"/>
                <a:gd name="connsiteX4" fmla="*/ 110256 w 177955"/>
                <a:gd name="connsiteY4" fmla="*/ 14578 h 210147"/>
                <a:gd name="connsiteX5" fmla="*/ 165778 w 177955"/>
                <a:gd name="connsiteY5" fmla="*/ 14578 h 210147"/>
                <a:gd name="connsiteX6" fmla="*/ 178235 w 177955"/>
                <a:gd name="connsiteY6" fmla="*/ 7331 h 210147"/>
                <a:gd name="connsiteX7" fmla="*/ 165778 w 177955"/>
                <a:gd name="connsiteY7" fmla="*/ 85 h 210147"/>
                <a:gd name="connsiteX8" fmla="*/ 109544 w 177955"/>
                <a:gd name="connsiteY8" fmla="*/ 85 h 210147"/>
                <a:gd name="connsiteX9" fmla="*/ 279 w 177955"/>
                <a:gd name="connsiteY9" fmla="*/ 105158 h 210147"/>
                <a:gd name="connsiteX10" fmla="*/ 109544 w 177955"/>
                <a:gd name="connsiteY10" fmla="*/ 210232 h 210147"/>
                <a:gd name="connsiteX11" fmla="*/ 165778 w 177955"/>
                <a:gd name="connsiteY11" fmla="*/ 210232 h 210147"/>
                <a:gd name="connsiteX12" fmla="*/ 178235 w 177955"/>
                <a:gd name="connsiteY12" fmla="*/ 202986 h 210147"/>
                <a:gd name="connsiteX13" fmla="*/ 165778 w 177955"/>
                <a:gd name="connsiteY13" fmla="*/ 195739 h 210147"/>
                <a:gd name="connsiteX14" fmla="*/ 110256 w 177955"/>
                <a:gd name="connsiteY14" fmla="*/ 195739 h 210147"/>
                <a:gd name="connsiteX15" fmla="*/ 14872 w 177955"/>
                <a:gd name="connsiteY15" fmla="*/ 112405 h 210147"/>
                <a:gd name="connsiteX16" fmla="*/ 165778 w 177955"/>
                <a:gd name="connsiteY16" fmla="*/ 112405 h 210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7955" h="210147">
                  <a:moveTo>
                    <a:pt x="165778" y="112405"/>
                  </a:moveTo>
                  <a:cubicBezTo>
                    <a:pt x="171829" y="112405"/>
                    <a:pt x="178235" y="112405"/>
                    <a:pt x="178235" y="105158"/>
                  </a:cubicBezTo>
                  <a:cubicBezTo>
                    <a:pt x="178235" y="97912"/>
                    <a:pt x="171829" y="97912"/>
                    <a:pt x="165778" y="97912"/>
                  </a:cubicBezTo>
                  <a:lnTo>
                    <a:pt x="14872" y="97912"/>
                  </a:lnTo>
                  <a:cubicBezTo>
                    <a:pt x="19143" y="49361"/>
                    <a:pt x="60073" y="14578"/>
                    <a:pt x="110256" y="14578"/>
                  </a:cubicBezTo>
                  <a:lnTo>
                    <a:pt x="165778" y="14578"/>
                  </a:lnTo>
                  <a:cubicBezTo>
                    <a:pt x="171829" y="14578"/>
                    <a:pt x="178235" y="14578"/>
                    <a:pt x="178235" y="7331"/>
                  </a:cubicBezTo>
                  <a:cubicBezTo>
                    <a:pt x="178235" y="85"/>
                    <a:pt x="171829" y="85"/>
                    <a:pt x="165778" y="85"/>
                  </a:cubicBezTo>
                  <a:lnTo>
                    <a:pt x="109544" y="85"/>
                  </a:lnTo>
                  <a:cubicBezTo>
                    <a:pt x="48683" y="85"/>
                    <a:pt x="279" y="47187"/>
                    <a:pt x="279" y="105158"/>
                  </a:cubicBezTo>
                  <a:cubicBezTo>
                    <a:pt x="279" y="163130"/>
                    <a:pt x="48683" y="210232"/>
                    <a:pt x="109544" y="210232"/>
                  </a:cubicBezTo>
                  <a:lnTo>
                    <a:pt x="165778" y="210232"/>
                  </a:lnTo>
                  <a:cubicBezTo>
                    <a:pt x="171829" y="210232"/>
                    <a:pt x="178235" y="210232"/>
                    <a:pt x="178235" y="202986"/>
                  </a:cubicBezTo>
                  <a:cubicBezTo>
                    <a:pt x="178235" y="195739"/>
                    <a:pt x="171829" y="195739"/>
                    <a:pt x="165778" y="195739"/>
                  </a:cubicBezTo>
                  <a:lnTo>
                    <a:pt x="110256" y="195739"/>
                  </a:lnTo>
                  <a:cubicBezTo>
                    <a:pt x="60073" y="195739"/>
                    <a:pt x="19143" y="160956"/>
                    <a:pt x="14872" y="112405"/>
                  </a:cubicBezTo>
                  <a:lnTo>
                    <a:pt x="165778" y="112405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B224BAE9-B58F-DF60-6A1A-26D97D3F9323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11705884" y="7213054"/>
              <a:ext cx="244511" cy="248191"/>
            </a:xfrm>
            <a:custGeom>
              <a:avLst/>
              <a:gdLst>
                <a:gd name="connsiteX0" fmla="*/ 89979 w 244511"/>
                <a:gd name="connsiteY0" fmla="*/ 134507 h 248191"/>
                <a:gd name="connsiteX1" fmla="*/ 102791 w 244511"/>
                <a:gd name="connsiteY1" fmla="*/ 134507 h 248191"/>
                <a:gd name="connsiteX2" fmla="*/ 156178 w 244511"/>
                <a:gd name="connsiteY2" fmla="*/ 218566 h 248191"/>
                <a:gd name="connsiteX3" fmla="*/ 172194 w 244511"/>
                <a:gd name="connsiteY3" fmla="*/ 243928 h 248191"/>
                <a:gd name="connsiteX4" fmla="*/ 183939 w 244511"/>
                <a:gd name="connsiteY4" fmla="*/ 248276 h 248191"/>
                <a:gd name="connsiteX5" fmla="*/ 233055 w 244511"/>
                <a:gd name="connsiteY5" fmla="*/ 248276 h 248191"/>
                <a:gd name="connsiteX6" fmla="*/ 244800 w 244511"/>
                <a:gd name="connsiteY6" fmla="*/ 241754 h 248191"/>
                <a:gd name="connsiteX7" fmla="*/ 239461 w 244511"/>
                <a:gd name="connsiteY7" fmla="*/ 235595 h 248191"/>
                <a:gd name="connsiteX8" fmla="*/ 200311 w 244511"/>
                <a:gd name="connsiteY8" fmla="*/ 197188 h 248191"/>
                <a:gd name="connsiteX9" fmla="*/ 156178 w 244511"/>
                <a:gd name="connsiteY9" fmla="*/ 130521 h 248191"/>
                <a:gd name="connsiteX10" fmla="*/ 218463 w 244511"/>
                <a:gd name="connsiteY10" fmla="*/ 67839 h 248191"/>
                <a:gd name="connsiteX11" fmla="*/ 124146 w 244511"/>
                <a:gd name="connsiteY11" fmla="*/ 85 h 248191"/>
                <a:gd name="connsiteX12" fmla="*/ 12390 w 244511"/>
                <a:gd name="connsiteY12" fmla="*/ 85 h 248191"/>
                <a:gd name="connsiteX13" fmla="*/ 289 w 244511"/>
                <a:gd name="connsiteY13" fmla="*/ 6606 h 248191"/>
                <a:gd name="connsiteX14" fmla="*/ 9898 w 244511"/>
                <a:gd name="connsiteY14" fmla="*/ 12766 h 248191"/>
                <a:gd name="connsiteX15" fmla="*/ 31965 w 244511"/>
                <a:gd name="connsiteY15" fmla="*/ 33418 h 248191"/>
                <a:gd name="connsiteX16" fmla="*/ 31965 w 244511"/>
                <a:gd name="connsiteY16" fmla="*/ 214942 h 248191"/>
                <a:gd name="connsiteX17" fmla="*/ 9898 w 244511"/>
                <a:gd name="connsiteY17" fmla="*/ 235595 h 248191"/>
                <a:gd name="connsiteX18" fmla="*/ 289 w 244511"/>
                <a:gd name="connsiteY18" fmla="*/ 241754 h 248191"/>
                <a:gd name="connsiteX19" fmla="*/ 12390 w 244511"/>
                <a:gd name="connsiteY19" fmla="*/ 248276 h 248191"/>
                <a:gd name="connsiteX20" fmla="*/ 109910 w 244511"/>
                <a:gd name="connsiteY20" fmla="*/ 248276 h 248191"/>
                <a:gd name="connsiteX21" fmla="*/ 121655 w 244511"/>
                <a:gd name="connsiteY21" fmla="*/ 241754 h 248191"/>
                <a:gd name="connsiteX22" fmla="*/ 111689 w 244511"/>
                <a:gd name="connsiteY22" fmla="*/ 235595 h 248191"/>
                <a:gd name="connsiteX23" fmla="*/ 89979 w 244511"/>
                <a:gd name="connsiteY23" fmla="*/ 214942 h 248191"/>
                <a:gd name="connsiteX24" fmla="*/ 89979 w 244511"/>
                <a:gd name="connsiteY24" fmla="*/ 134507 h 248191"/>
                <a:gd name="connsiteX25" fmla="*/ 158669 w 244511"/>
                <a:gd name="connsiteY25" fmla="*/ 116753 h 248191"/>
                <a:gd name="connsiteX26" fmla="*/ 169703 w 244511"/>
                <a:gd name="connsiteY26" fmla="*/ 68201 h 248191"/>
                <a:gd name="connsiteX27" fmla="*/ 156178 w 244511"/>
                <a:gd name="connsiteY27" fmla="*/ 16752 h 248191"/>
                <a:gd name="connsiteX28" fmla="*/ 206006 w 244511"/>
                <a:gd name="connsiteY28" fmla="*/ 67839 h 248191"/>
                <a:gd name="connsiteX29" fmla="*/ 158669 w 244511"/>
                <a:gd name="connsiteY29" fmla="*/ 116753 h 248191"/>
                <a:gd name="connsiteX30" fmla="*/ 89979 w 244511"/>
                <a:gd name="connsiteY30" fmla="*/ 32331 h 248191"/>
                <a:gd name="connsiteX31" fmla="*/ 112045 w 244511"/>
                <a:gd name="connsiteY31" fmla="*/ 12766 h 248191"/>
                <a:gd name="connsiteX32" fmla="*/ 157246 w 244511"/>
                <a:gd name="connsiteY32" fmla="*/ 68201 h 248191"/>
                <a:gd name="connsiteX33" fmla="*/ 89979 w 244511"/>
                <a:gd name="connsiteY33" fmla="*/ 121825 h 248191"/>
                <a:gd name="connsiteX34" fmla="*/ 89979 w 244511"/>
                <a:gd name="connsiteY34" fmla="*/ 32331 h 248191"/>
                <a:gd name="connsiteX35" fmla="*/ 41575 w 244511"/>
                <a:gd name="connsiteY35" fmla="*/ 235595 h 248191"/>
                <a:gd name="connsiteX36" fmla="*/ 44422 w 244511"/>
                <a:gd name="connsiteY36" fmla="*/ 215667 h 248191"/>
                <a:gd name="connsiteX37" fmla="*/ 44422 w 244511"/>
                <a:gd name="connsiteY37" fmla="*/ 32694 h 248191"/>
                <a:gd name="connsiteX38" fmla="*/ 41575 w 244511"/>
                <a:gd name="connsiteY38" fmla="*/ 12766 h 248191"/>
                <a:gd name="connsiteX39" fmla="*/ 82148 w 244511"/>
                <a:gd name="connsiteY39" fmla="*/ 12766 h 248191"/>
                <a:gd name="connsiteX40" fmla="*/ 77522 w 244511"/>
                <a:gd name="connsiteY40" fmla="*/ 31244 h 248191"/>
                <a:gd name="connsiteX41" fmla="*/ 77522 w 244511"/>
                <a:gd name="connsiteY41" fmla="*/ 215667 h 248191"/>
                <a:gd name="connsiteX42" fmla="*/ 80369 w 244511"/>
                <a:gd name="connsiteY42" fmla="*/ 235595 h 248191"/>
                <a:gd name="connsiteX43" fmla="*/ 41575 w 244511"/>
                <a:gd name="connsiteY43" fmla="*/ 235595 h 248191"/>
                <a:gd name="connsiteX44" fmla="*/ 117384 w 244511"/>
                <a:gd name="connsiteY44" fmla="*/ 134507 h 248191"/>
                <a:gd name="connsiteX45" fmla="*/ 124146 w 244511"/>
                <a:gd name="connsiteY45" fmla="*/ 133782 h 248191"/>
                <a:gd name="connsiteX46" fmla="*/ 142653 w 244511"/>
                <a:gd name="connsiteY46" fmla="*/ 132333 h 248191"/>
                <a:gd name="connsiteX47" fmla="*/ 215971 w 244511"/>
                <a:gd name="connsiteY47" fmla="*/ 235595 h 248191"/>
                <a:gd name="connsiteX48" fmla="*/ 181448 w 244511"/>
                <a:gd name="connsiteY48" fmla="*/ 235595 h 248191"/>
                <a:gd name="connsiteX49" fmla="*/ 117384 w 244511"/>
                <a:gd name="connsiteY49" fmla="*/ 134507 h 248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4511" h="248191">
                  <a:moveTo>
                    <a:pt x="89979" y="134507"/>
                  </a:moveTo>
                  <a:lnTo>
                    <a:pt x="102791" y="134507"/>
                  </a:lnTo>
                  <a:lnTo>
                    <a:pt x="156178" y="218566"/>
                  </a:lnTo>
                  <a:cubicBezTo>
                    <a:pt x="159737" y="224363"/>
                    <a:pt x="168279" y="238493"/>
                    <a:pt x="172194" y="243928"/>
                  </a:cubicBezTo>
                  <a:cubicBezTo>
                    <a:pt x="174686" y="248276"/>
                    <a:pt x="175753" y="248276"/>
                    <a:pt x="183939" y="248276"/>
                  </a:cubicBezTo>
                  <a:lnTo>
                    <a:pt x="233055" y="248276"/>
                  </a:lnTo>
                  <a:cubicBezTo>
                    <a:pt x="239461" y="248276"/>
                    <a:pt x="244800" y="248276"/>
                    <a:pt x="244800" y="241754"/>
                  </a:cubicBezTo>
                  <a:cubicBezTo>
                    <a:pt x="244800" y="238856"/>
                    <a:pt x="242665" y="236319"/>
                    <a:pt x="239461" y="235595"/>
                  </a:cubicBezTo>
                  <a:cubicBezTo>
                    <a:pt x="226293" y="232696"/>
                    <a:pt x="208853" y="208783"/>
                    <a:pt x="200311" y="197188"/>
                  </a:cubicBezTo>
                  <a:cubicBezTo>
                    <a:pt x="197820" y="193565"/>
                    <a:pt x="180024" y="169652"/>
                    <a:pt x="156178" y="130521"/>
                  </a:cubicBezTo>
                  <a:cubicBezTo>
                    <a:pt x="187854" y="124724"/>
                    <a:pt x="218463" y="110956"/>
                    <a:pt x="218463" y="67839"/>
                  </a:cubicBezTo>
                  <a:cubicBezTo>
                    <a:pt x="218463" y="17476"/>
                    <a:pt x="166144" y="85"/>
                    <a:pt x="124146" y="85"/>
                  </a:cubicBezTo>
                  <a:lnTo>
                    <a:pt x="12390" y="85"/>
                  </a:lnTo>
                  <a:cubicBezTo>
                    <a:pt x="5983" y="85"/>
                    <a:pt x="289" y="85"/>
                    <a:pt x="289" y="6606"/>
                  </a:cubicBezTo>
                  <a:cubicBezTo>
                    <a:pt x="289" y="12766"/>
                    <a:pt x="7051" y="12766"/>
                    <a:pt x="9898" y="12766"/>
                  </a:cubicBezTo>
                  <a:cubicBezTo>
                    <a:pt x="30185" y="12766"/>
                    <a:pt x="31965" y="15302"/>
                    <a:pt x="31965" y="33418"/>
                  </a:cubicBezTo>
                  <a:lnTo>
                    <a:pt x="31965" y="214942"/>
                  </a:lnTo>
                  <a:cubicBezTo>
                    <a:pt x="31965" y="233058"/>
                    <a:pt x="30185" y="235595"/>
                    <a:pt x="9898" y="235595"/>
                  </a:cubicBezTo>
                  <a:cubicBezTo>
                    <a:pt x="7051" y="235595"/>
                    <a:pt x="289" y="235595"/>
                    <a:pt x="289" y="241754"/>
                  </a:cubicBezTo>
                  <a:cubicBezTo>
                    <a:pt x="289" y="248276"/>
                    <a:pt x="5983" y="248276"/>
                    <a:pt x="12390" y="248276"/>
                  </a:cubicBezTo>
                  <a:lnTo>
                    <a:pt x="109910" y="248276"/>
                  </a:lnTo>
                  <a:cubicBezTo>
                    <a:pt x="116316" y="248276"/>
                    <a:pt x="121655" y="248276"/>
                    <a:pt x="121655" y="241754"/>
                  </a:cubicBezTo>
                  <a:cubicBezTo>
                    <a:pt x="121655" y="235595"/>
                    <a:pt x="115604" y="235595"/>
                    <a:pt x="111689" y="235595"/>
                  </a:cubicBezTo>
                  <a:cubicBezTo>
                    <a:pt x="91402" y="235595"/>
                    <a:pt x="89979" y="232696"/>
                    <a:pt x="89979" y="214942"/>
                  </a:cubicBezTo>
                  <a:lnTo>
                    <a:pt x="89979" y="134507"/>
                  </a:lnTo>
                  <a:close/>
                  <a:moveTo>
                    <a:pt x="158669" y="116753"/>
                  </a:moveTo>
                  <a:cubicBezTo>
                    <a:pt x="168635" y="103347"/>
                    <a:pt x="169703" y="84144"/>
                    <a:pt x="169703" y="68201"/>
                  </a:cubicBezTo>
                  <a:cubicBezTo>
                    <a:pt x="169703" y="50810"/>
                    <a:pt x="167567" y="31607"/>
                    <a:pt x="156178" y="16752"/>
                  </a:cubicBezTo>
                  <a:cubicBezTo>
                    <a:pt x="170770" y="20012"/>
                    <a:pt x="206006" y="31244"/>
                    <a:pt x="206006" y="67839"/>
                  </a:cubicBezTo>
                  <a:cubicBezTo>
                    <a:pt x="206006" y="91390"/>
                    <a:pt x="195328" y="109869"/>
                    <a:pt x="158669" y="116753"/>
                  </a:cubicBezTo>
                  <a:close/>
                  <a:moveTo>
                    <a:pt x="89979" y="32331"/>
                  </a:moveTo>
                  <a:cubicBezTo>
                    <a:pt x="89979" y="24723"/>
                    <a:pt x="89979" y="12766"/>
                    <a:pt x="112045" y="12766"/>
                  </a:cubicBezTo>
                  <a:cubicBezTo>
                    <a:pt x="142298" y="12766"/>
                    <a:pt x="157246" y="25447"/>
                    <a:pt x="157246" y="68201"/>
                  </a:cubicBezTo>
                  <a:cubicBezTo>
                    <a:pt x="157246" y="114941"/>
                    <a:pt x="146213" y="121825"/>
                    <a:pt x="89979" y="121825"/>
                  </a:cubicBezTo>
                  <a:lnTo>
                    <a:pt x="89979" y="32331"/>
                  </a:lnTo>
                  <a:close/>
                  <a:moveTo>
                    <a:pt x="41575" y="235595"/>
                  </a:moveTo>
                  <a:cubicBezTo>
                    <a:pt x="44422" y="229073"/>
                    <a:pt x="44422" y="218928"/>
                    <a:pt x="44422" y="215667"/>
                  </a:cubicBezTo>
                  <a:lnTo>
                    <a:pt x="44422" y="32694"/>
                  </a:lnTo>
                  <a:cubicBezTo>
                    <a:pt x="44422" y="29071"/>
                    <a:pt x="44422" y="19288"/>
                    <a:pt x="41575" y="12766"/>
                  </a:cubicBezTo>
                  <a:lnTo>
                    <a:pt x="82148" y="12766"/>
                  </a:lnTo>
                  <a:cubicBezTo>
                    <a:pt x="77522" y="18563"/>
                    <a:pt x="77522" y="25810"/>
                    <a:pt x="77522" y="31244"/>
                  </a:cubicBezTo>
                  <a:lnTo>
                    <a:pt x="77522" y="215667"/>
                  </a:lnTo>
                  <a:cubicBezTo>
                    <a:pt x="77522" y="219290"/>
                    <a:pt x="77522" y="229073"/>
                    <a:pt x="80369" y="235595"/>
                  </a:cubicBezTo>
                  <a:lnTo>
                    <a:pt x="41575" y="235595"/>
                  </a:lnTo>
                  <a:close/>
                  <a:moveTo>
                    <a:pt x="117384" y="134507"/>
                  </a:moveTo>
                  <a:cubicBezTo>
                    <a:pt x="119875" y="134144"/>
                    <a:pt x="121299" y="133782"/>
                    <a:pt x="124146" y="133782"/>
                  </a:cubicBezTo>
                  <a:cubicBezTo>
                    <a:pt x="129485" y="133782"/>
                    <a:pt x="137315" y="133057"/>
                    <a:pt x="142653" y="132333"/>
                  </a:cubicBezTo>
                  <a:cubicBezTo>
                    <a:pt x="147992" y="141028"/>
                    <a:pt x="186431" y="205522"/>
                    <a:pt x="215971" y="235595"/>
                  </a:cubicBezTo>
                  <a:lnTo>
                    <a:pt x="181448" y="235595"/>
                  </a:lnTo>
                  <a:lnTo>
                    <a:pt x="117384" y="134507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30353A4B-085B-F55C-91CC-93850A8D6FB0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11972435" y="7135628"/>
              <a:ext cx="128057" cy="178552"/>
            </a:xfrm>
            <a:custGeom>
              <a:avLst/>
              <a:gdLst>
                <a:gd name="connsiteX0" fmla="*/ 127356 w 128057"/>
                <a:gd name="connsiteY0" fmla="*/ 7689 h 178552"/>
                <a:gd name="connsiteX1" fmla="*/ 128353 w 128057"/>
                <a:gd name="connsiteY1" fmla="*/ 3631 h 178552"/>
                <a:gd name="connsiteX2" fmla="*/ 124367 w 128057"/>
                <a:gd name="connsiteY2" fmla="*/ 81 h 178552"/>
                <a:gd name="connsiteX3" fmla="*/ 92477 w 128057"/>
                <a:gd name="connsiteY3" fmla="*/ 2617 h 178552"/>
                <a:gd name="connsiteX4" fmla="*/ 86996 w 128057"/>
                <a:gd name="connsiteY4" fmla="*/ 8450 h 178552"/>
                <a:gd name="connsiteX5" fmla="*/ 93474 w 128057"/>
                <a:gd name="connsiteY5" fmla="*/ 12001 h 178552"/>
                <a:gd name="connsiteX6" fmla="*/ 105432 w 128057"/>
                <a:gd name="connsiteY6" fmla="*/ 15805 h 178552"/>
                <a:gd name="connsiteX7" fmla="*/ 104436 w 128057"/>
                <a:gd name="connsiteY7" fmla="*/ 21385 h 178552"/>
                <a:gd name="connsiteX8" fmla="*/ 90235 w 128057"/>
                <a:gd name="connsiteY8" fmla="*/ 79212 h 178552"/>
                <a:gd name="connsiteX9" fmla="*/ 64574 w 128057"/>
                <a:gd name="connsiteY9" fmla="*/ 64248 h 178552"/>
                <a:gd name="connsiteX10" fmla="*/ 296 w 128057"/>
                <a:gd name="connsiteY10" fmla="*/ 136531 h 178552"/>
                <a:gd name="connsiteX11" fmla="*/ 37916 w 128057"/>
                <a:gd name="connsiteY11" fmla="*/ 178633 h 178552"/>
                <a:gd name="connsiteX12" fmla="*/ 73293 w 128057"/>
                <a:gd name="connsiteY12" fmla="*/ 160880 h 178552"/>
                <a:gd name="connsiteX13" fmla="*/ 98955 w 128057"/>
                <a:gd name="connsiteY13" fmla="*/ 178633 h 178552"/>
                <a:gd name="connsiteX14" fmla="*/ 118637 w 128057"/>
                <a:gd name="connsiteY14" fmla="*/ 165191 h 178552"/>
                <a:gd name="connsiteX15" fmla="*/ 127356 w 128057"/>
                <a:gd name="connsiteY15" fmla="*/ 139829 h 178552"/>
                <a:gd name="connsiteX16" fmla="*/ 123370 w 128057"/>
                <a:gd name="connsiteY16" fmla="*/ 136531 h 178552"/>
                <a:gd name="connsiteX17" fmla="*/ 117889 w 128057"/>
                <a:gd name="connsiteY17" fmla="*/ 144394 h 178552"/>
                <a:gd name="connsiteX18" fmla="*/ 99702 w 128057"/>
                <a:gd name="connsiteY18" fmla="*/ 171532 h 178552"/>
                <a:gd name="connsiteX19" fmla="*/ 91481 w 128057"/>
                <a:gd name="connsiteY19" fmla="*/ 159104 h 178552"/>
                <a:gd name="connsiteX20" fmla="*/ 92726 w 128057"/>
                <a:gd name="connsiteY20" fmla="*/ 148706 h 178552"/>
                <a:gd name="connsiteX21" fmla="*/ 127356 w 128057"/>
                <a:gd name="connsiteY21" fmla="*/ 7689 h 178552"/>
                <a:gd name="connsiteX22" fmla="*/ 74290 w 128057"/>
                <a:gd name="connsiteY22" fmla="*/ 144394 h 178552"/>
                <a:gd name="connsiteX23" fmla="*/ 61584 w 128057"/>
                <a:gd name="connsiteY23" fmla="*/ 161387 h 178552"/>
                <a:gd name="connsiteX24" fmla="*/ 38663 w 128057"/>
                <a:gd name="connsiteY24" fmla="*/ 171532 h 178552"/>
                <a:gd name="connsiteX25" fmla="*/ 20476 w 128057"/>
                <a:gd name="connsiteY25" fmla="*/ 146930 h 178552"/>
                <a:gd name="connsiteX26" fmla="*/ 33431 w 128057"/>
                <a:gd name="connsiteY26" fmla="*/ 95444 h 178552"/>
                <a:gd name="connsiteX27" fmla="*/ 64574 w 128057"/>
                <a:gd name="connsiteY27" fmla="*/ 71350 h 178552"/>
                <a:gd name="connsiteX28" fmla="*/ 86747 w 128057"/>
                <a:gd name="connsiteY28" fmla="*/ 93415 h 178552"/>
                <a:gd name="connsiteX29" fmla="*/ 85999 w 128057"/>
                <a:gd name="connsiteY29" fmla="*/ 96966 h 178552"/>
                <a:gd name="connsiteX30" fmla="*/ 74290 w 128057"/>
                <a:gd name="connsiteY30" fmla="*/ 144394 h 178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057" h="178552">
                  <a:moveTo>
                    <a:pt x="127356" y="7689"/>
                  </a:moveTo>
                  <a:cubicBezTo>
                    <a:pt x="127606" y="7182"/>
                    <a:pt x="128353" y="3885"/>
                    <a:pt x="128353" y="3631"/>
                  </a:cubicBezTo>
                  <a:cubicBezTo>
                    <a:pt x="128353" y="2363"/>
                    <a:pt x="127356" y="81"/>
                    <a:pt x="124367" y="81"/>
                  </a:cubicBezTo>
                  <a:cubicBezTo>
                    <a:pt x="119384" y="81"/>
                    <a:pt x="98706" y="2110"/>
                    <a:pt x="92477" y="2617"/>
                  </a:cubicBezTo>
                  <a:cubicBezTo>
                    <a:pt x="90484" y="2870"/>
                    <a:pt x="86996" y="3124"/>
                    <a:pt x="86996" y="8450"/>
                  </a:cubicBezTo>
                  <a:cubicBezTo>
                    <a:pt x="86996" y="12001"/>
                    <a:pt x="90484" y="12001"/>
                    <a:pt x="93474" y="12001"/>
                  </a:cubicBezTo>
                  <a:cubicBezTo>
                    <a:pt x="105432" y="12001"/>
                    <a:pt x="105432" y="13776"/>
                    <a:pt x="105432" y="15805"/>
                  </a:cubicBezTo>
                  <a:cubicBezTo>
                    <a:pt x="105432" y="17581"/>
                    <a:pt x="104934" y="19103"/>
                    <a:pt x="104436" y="21385"/>
                  </a:cubicBezTo>
                  <a:lnTo>
                    <a:pt x="90235" y="79212"/>
                  </a:lnTo>
                  <a:cubicBezTo>
                    <a:pt x="85003" y="70842"/>
                    <a:pt x="76532" y="64248"/>
                    <a:pt x="64574" y="64248"/>
                  </a:cubicBezTo>
                  <a:cubicBezTo>
                    <a:pt x="32684" y="64248"/>
                    <a:pt x="296" y="100009"/>
                    <a:pt x="296" y="136531"/>
                  </a:cubicBezTo>
                  <a:cubicBezTo>
                    <a:pt x="296" y="161133"/>
                    <a:pt x="16490" y="178633"/>
                    <a:pt x="37916" y="178633"/>
                  </a:cubicBezTo>
                  <a:cubicBezTo>
                    <a:pt x="51369" y="178633"/>
                    <a:pt x="63328" y="170771"/>
                    <a:pt x="73293" y="160880"/>
                  </a:cubicBezTo>
                  <a:cubicBezTo>
                    <a:pt x="78027" y="176097"/>
                    <a:pt x="92477" y="178633"/>
                    <a:pt x="98955" y="178633"/>
                  </a:cubicBezTo>
                  <a:cubicBezTo>
                    <a:pt x="107924" y="178633"/>
                    <a:pt x="114152" y="173054"/>
                    <a:pt x="118637" y="165191"/>
                  </a:cubicBezTo>
                  <a:cubicBezTo>
                    <a:pt x="124118" y="155300"/>
                    <a:pt x="127356" y="140843"/>
                    <a:pt x="127356" y="139829"/>
                  </a:cubicBezTo>
                  <a:cubicBezTo>
                    <a:pt x="127356" y="136531"/>
                    <a:pt x="124118" y="136531"/>
                    <a:pt x="123370" y="136531"/>
                  </a:cubicBezTo>
                  <a:cubicBezTo>
                    <a:pt x="119882" y="136531"/>
                    <a:pt x="119633" y="137546"/>
                    <a:pt x="117889" y="144394"/>
                  </a:cubicBezTo>
                  <a:cubicBezTo>
                    <a:pt x="114900" y="156568"/>
                    <a:pt x="110166" y="171532"/>
                    <a:pt x="99702" y="171532"/>
                  </a:cubicBezTo>
                  <a:cubicBezTo>
                    <a:pt x="93224" y="171532"/>
                    <a:pt x="91481" y="165952"/>
                    <a:pt x="91481" y="159104"/>
                  </a:cubicBezTo>
                  <a:cubicBezTo>
                    <a:pt x="91481" y="154285"/>
                    <a:pt x="91979" y="152003"/>
                    <a:pt x="92726" y="148706"/>
                  </a:cubicBezTo>
                  <a:lnTo>
                    <a:pt x="127356" y="7689"/>
                  </a:lnTo>
                  <a:close/>
                  <a:moveTo>
                    <a:pt x="74290" y="144394"/>
                  </a:moveTo>
                  <a:cubicBezTo>
                    <a:pt x="72546" y="151495"/>
                    <a:pt x="67065" y="156568"/>
                    <a:pt x="61584" y="161387"/>
                  </a:cubicBezTo>
                  <a:cubicBezTo>
                    <a:pt x="59342" y="163416"/>
                    <a:pt x="49376" y="171532"/>
                    <a:pt x="38663" y="171532"/>
                  </a:cubicBezTo>
                  <a:cubicBezTo>
                    <a:pt x="29445" y="171532"/>
                    <a:pt x="20476" y="164938"/>
                    <a:pt x="20476" y="146930"/>
                  </a:cubicBezTo>
                  <a:cubicBezTo>
                    <a:pt x="20476" y="133488"/>
                    <a:pt x="27701" y="105589"/>
                    <a:pt x="33431" y="95444"/>
                  </a:cubicBezTo>
                  <a:cubicBezTo>
                    <a:pt x="44892" y="75154"/>
                    <a:pt x="57598" y="71350"/>
                    <a:pt x="64574" y="71350"/>
                  </a:cubicBezTo>
                  <a:cubicBezTo>
                    <a:pt x="82013" y="71350"/>
                    <a:pt x="86747" y="90625"/>
                    <a:pt x="86747" y="93415"/>
                  </a:cubicBezTo>
                  <a:cubicBezTo>
                    <a:pt x="86747" y="94430"/>
                    <a:pt x="86249" y="96205"/>
                    <a:pt x="85999" y="96966"/>
                  </a:cubicBezTo>
                  <a:lnTo>
                    <a:pt x="74290" y="144394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E823AD06-08FD-EAFC-C195-4401CD83E482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12130847" y="7227223"/>
              <a:ext cx="73139" cy="120653"/>
            </a:xfrm>
            <a:custGeom>
              <a:avLst/>
              <a:gdLst>
                <a:gd name="connsiteX0" fmla="*/ 45679 w 73139"/>
                <a:gd name="connsiteY0" fmla="*/ 5516 h 120653"/>
                <a:gd name="connsiteX1" fmla="*/ 39272 w 73139"/>
                <a:gd name="connsiteY1" fmla="*/ 82 h 120653"/>
                <a:gd name="connsiteX2" fmla="*/ 3325 w 73139"/>
                <a:gd name="connsiteY2" fmla="*/ 11676 h 120653"/>
                <a:gd name="connsiteX3" fmla="*/ 300 w 73139"/>
                <a:gd name="connsiteY3" fmla="*/ 11676 h 120653"/>
                <a:gd name="connsiteX4" fmla="*/ 300 w 73139"/>
                <a:gd name="connsiteY4" fmla="*/ 19647 h 120653"/>
                <a:gd name="connsiteX5" fmla="*/ 3325 w 73139"/>
                <a:gd name="connsiteY5" fmla="*/ 19647 h 120653"/>
                <a:gd name="connsiteX6" fmla="*/ 29307 w 73139"/>
                <a:gd name="connsiteY6" fmla="*/ 14574 h 120653"/>
                <a:gd name="connsiteX7" fmla="*/ 29307 w 73139"/>
                <a:gd name="connsiteY7" fmla="*/ 105155 h 120653"/>
                <a:gd name="connsiteX8" fmla="*/ 10444 w 73139"/>
                <a:gd name="connsiteY8" fmla="*/ 112764 h 120653"/>
                <a:gd name="connsiteX9" fmla="*/ 1546 w 73139"/>
                <a:gd name="connsiteY9" fmla="*/ 112764 h 120653"/>
                <a:gd name="connsiteX10" fmla="*/ 1546 w 73139"/>
                <a:gd name="connsiteY10" fmla="*/ 120735 h 120653"/>
                <a:gd name="connsiteX11" fmla="*/ 37493 w 73139"/>
                <a:gd name="connsiteY11" fmla="*/ 120011 h 120653"/>
                <a:gd name="connsiteX12" fmla="*/ 73440 w 73139"/>
                <a:gd name="connsiteY12" fmla="*/ 120735 h 120653"/>
                <a:gd name="connsiteX13" fmla="*/ 73440 w 73139"/>
                <a:gd name="connsiteY13" fmla="*/ 112764 h 120653"/>
                <a:gd name="connsiteX14" fmla="*/ 64542 w 73139"/>
                <a:gd name="connsiteY14" fmla="*/ 112764 h 120653"/>
                <a:gd name="connsiteX15" fmla="*/ 45679 w 73139"/>
                <a:gd name="connsiteY15" fmla="*/ 105155 h 120653"/>
                <a:gd name="connsiteX16" fmla="*/ 45679 w 73139"/>
                <a:gd name="connsiteY16" fmla="*/ 5516 h 120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139" h="120653">
                  <a:moveTo>
                    <a:pt x="45679" y="5516"/>
                  </a:moveTo>
                  <a:cubicBezTo>
                    <a:pt x="45679" y="82"/>
                    <a:pt x="45145" y="82"/>
                    <a:pt x="39272" y="82"/>
                  </a:cubicBezTo>
                  <a:cubicBezTo>
                    <a:pt x="26638" y="11676"/>
                    <a:pt x="6884" y="11676"/>
                    <a:pt x="3325" y="11676"/>
                  </a:cubicBezTo>
                  <a:lnTo>
                    <a:pt x="300" y="11676"/>
                  </a:lnTo>
                  <a:lnTo>
                    <a:pt x="300" y="19647"/>
                  </a:lnTo>
                  <a:lnTo>
                    <a:pt x="3325" y="19647"/>
                  </a:lnTo>
                  <a:cubicBezTo>
                    <a:pt x="7418" y="19647"/>
                    <a:pt x="18985" y="19104"/>
                    <a:pt x="29307" y="14574"/>
                  </a:cubicBezTo>
                  <a:lnTo>
                    <a:pt x="29307" y="105155"/>
                  </a:lnTo>
                  <a:cubicBezTo>
                    <a:pt x="29307" y="110771"/>
                    <a:pt x="29307" y="112764"/>
                    <a:pt x="10444" y="112764"/>
                  </a:cubicBezTo>
                  <a:lnTo>
                    <a:pt x="1546" y="112764"/>
                  </a:lnTo>
                  <a:lnTo>
                    <a:pt x="1546" y="120735"/>
                  </a:lnTo>
                  <a:cubicBezTo>
                    <a:pt x="11333" y="120011"/>
                    <a:pt x="27171" y="120011"/>
                    <a:pt x="37493" y="120011"/>
                  </a:cubicBezTo>
                  <a:cubicBezTo>
                    <a:pt x="47814" y="120011"/>
                    <a:pt x="63652" y="120011"/>
                    <a:pt x="73440" y="120735"/>
                  </a:cubicBezTo>
                  <a:lnTo>
                    <a:pt x="73440" y="112764"/>
                  </a:lnTo>
                  <a:lnTo>
                    <a:pt x="64542" y="112764"/>
                  </a:lnTo>
                  <a:cubicBezTo>
                    <a:pt x="45679" y="112764"/>
                    <a:pt x="45679" y="110771"/>
                    <a:pt x="45679" y="105155"/>
                  </a:cubicBezTo>
                  <a:lnTo>
                    <a:pt x="45679" y="5516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8B611E88-D4B1-B5EF-25F2-1E667EE549F1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12288652" y="7180266"/>
              <a:ext cx="133538" cy="135689"/>
            </a:xfrm>
            <a:custGeom>
              <a:avLst/>
              <a:gdLst>
                <a:gd name="connsiteX0" fmla="*/ 130354 w 133538"/>
                <a:gd name="connsiteY0" fmla="*/ 12508 h 135689"/>
                <a:gd name="connsiteX1" fmla="*/ 133842 w 133538"/>
                <a:gd name="connsiteY1" fmla="*/ 6421 h 135689"/>
                <a:gd name="connsiteX2" fmla="*/ 127863 w 133538"/>
                <a:gd name="connsiteY2" fmla="*/ 81 h 135689"/>
                <a:gd name="connsiteX3" fmla="*/ 121634 w 133538"/>
                <a:gd name="connsiteY3" fmla="*/ 3885 h 135689"/>
                <a:gd name="connsiteX4" fmla="*/ 67073 w 133538"/>
                <a:gd name="connsiteY4" fmla="*/ 59175 h 135689"/>
                <a:gd name="connsiteX5" fmla="*/ 12263 w 133538"/>
                <a:gd name="connsiteY5" fmla="*/ 3631 h 135689"/>
                <a:gd name="connsiteX6" fmla="*/ 6532 w 133538"/>
                <a:gd name="connsiteY6" fmla="*/ 81 h 135689"/>
                <a:gd name="connsiteX7" fmla="*/ 304 w 133538"/>
                <a:gd name="connsiteY7" fmla="*/ 6421 h 135689"/>
                <a:gd name="connsiteX8" fmla="*/ 4041 w 133538"/>
                <a:gd name="connsiteY8" fmla="*/ 12508 h 135689"/>
                <a:gd name="connsiteX9" fmla="*/ 58353 w 133538"/>
                <a:gd name="connsiteY9" fmla="*/ 67799 h 135689"/>
                <a:gd name="connsiteX10" fmla="*/ 4041 w 133538"/>
                <a:gd name="connsiteY10" fmla="*/ 123089 h 135689"/>
                <a:gd name="connsiteX11" fmla="*/ 304 w 133538"/>
                <a:gd name="connsiteY11" fmla="*/ 129430 h 135689"/>
                <a:gd name="connsiteX12" fmla="*/ 6532 w 133538"/>
                <a:gd name="connsiteY12" fmla="*/ 135771 h 135689"/>
                <a:gd name="connsiteX13" fmla="*/ 12263 w 133538"/>
                <a:gd name="connsiteY13" fmla="*/ 132220 h 135689"/>
                <a:gd name="connsiteX14" fmla="*/ 67073 w 133538"/>
                <a:gd name="connsiteY14" fmla="*/ 76676 h 135689"/>
                <a:gd name="connsiteX15" fmla="*/ 123877 w 133538"/>
                <a:gd name="connsiteY15" fmla="*/ 134502 h 135689"/>
                <a:gd name="connsiteX16" fmla="*/ 127863 w 133538"/>
                <a:gd name="connsiteY16" fmla="*/ 135771 h 135689"/>
                <a:gd name="connsiteX17" fmla="*/ 133842 w 133538"/>
                <a:gd name="connsiteY17" fmla="*/ 129430 h 135689"/>
                <a:gd name="connsiteX18" fmla="*/ 132596 w 133538"/>
                <a:gd name="connsiteY18" fmla="*/ 126133 h 135689"/>
                <a:gd name="connsiteX19" fmla="*/ 75793 w 133538"/>
                <a:gd name="connsiteY19" fmla="*/ 68052 h 135689"/>
                <a:gd name="connsiteX20" fmla="*/ 130354 w 133538"/>
                <a:gd name="connsiteY20" fmla="*/ 12508 h 1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3538" h="135689">
                  <a:moveTo>
                    <a:pt x="130354" y="12508"/>
                  </a:moveTo>
                  <a:cubicBezTo>
                    <a:pt x="133095" y="9718"/>
                    <a:pt x="133842" y="8197"/>
                    <a:pt x="133842" y="6421"/>
                  </a:cubicBezTo>
                  <a:cubicBezTo>
                    <a:pt x="133842" y="2363"/>
                    <a:pt x="130603" y="81"/>
                    <a:pt x="127863" y="81"/>
                  </a:cubicBezTo>
                  <a:cubicBezTo>
                    <a:pt x="125371" y="81"/>
                    <a:pt x="124624" y="841"/>
                    <a:pt x="121634" y="3885"/>
                  </a:cubicBezTo>
                  <a:lnTo>
                    <a:pt x="67073" y="59175"/>
                  </a:lnTo>
                  <a:lnTo>
                    <a:pt x="12263" y="3631"/>
                  </a:lnTo>
                  <a:cubicBezTo>
                    <a:pt x="9771" y="1095"/>
                    <a:pt x="8775" y="81"/>
                    <a:pt x="6532" y="81"/>
                  </a:cubicBezTo>
                  <a:cubicBezTo>
                    <a:pt x="3044" y="81"/>
                    <a:pt x="304" y="2870"/>
                    <a:pt x="304" y="6421"/>
                  </a:cubicBezTo>
                  <a:cubicBezTo>
                    <a:pt x="304" y="8704"/>
                    <a:pt x="1051" y="9465"/>
                    <a:pt x="4041" y="12508"/>
                  </a:cubicBezTo>
                  <a:lnTo>
                    <a:pt x="58353" y="67799"/>
                  </a:lnTo>
                  <a:lnTo>
                    <a:pt x="4041" y="123089"/>
                  </a:lnTo>
                  <a:cubicBezTo>
                    <a:pt x="553" y="126640"/>
                    <a:pt x="304" y="127908"/>
                    <a:pt x="304" y="129430"/>
                  </a:cubicBezTo>
                  <a:cubicBezTo>
                    <a:pt x="304" y="132981"/>
                    <a:pt x="3044" y="135771"/>
                    <a:pt x="6532" y="135771"/>
                  </a:cubicBezTo>
                  <a:cubicBezTo>
                    <a:pt x="8775" y="135771"/>
                    <a:pt x="9522" y="135010"/>
                    <a:pt x="12263" y="132220"/>
                  </a:cubicBezTo>
                  <a:lnTo>
                    <a:pt x="67073" y="76676"/>
                  </a:lnTo>
                  <a:lnTo>
                    <a:pt x="123877" y="134502"/>
                  </a:lnTo>
                  <a:cubicBezTo>
                    <a:pt x="125122" y="135263"/>
                    <a:pt x="126368" y="135771"/>
                    <a:pt x="127863" y="135771"/>
                  </a:cubicBezTo>
                  <a:cubicBezTo>
                    <a:pt x="130603" y="135771"/>
                    <a:pt x="133842" y="133488"/>
                    <a:pt x="133842" y="129430"/>
                  </a:cubicBezTo>
                  <a:cubicBezTo>
                    <a:pt x="133842" y="127401"/>
                    <a:pt x="133344" y="126894"/>
                    <a:pt x="132596" y="126133"/>
                  </a:cubicBezTo>
                  <a:cubicBezTo>
                    <a:pt x="132098" y="125118"/>
                    <a:pt x="83765" y="75915"/>
                    <a:pt x="75793" y="68052"/>
                  </a:cubicBezTo>
                  <a:lnTo>
                    <a:pt x="130354" y="12508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B665B1AC-181D-FD40-2174-6B17C9822B35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12485437" y="7135628"/>
              <a:ext cx="122575" cy="178552"/>
            </a:xfrm>
            <a:custGeom>
              <a:avLst/>
              <a:gdLst>
                <a:gd name="connsiteX0" fmla="*/ 59605 w 122575"/>
                <a:gd name="connsiteY0" fmla="*/ 7689 h 178552"/>
                <a:gd name="connsiteX1" fmla="*/ 60602 w 122575"/>
                <a:gd name="connsiteY1" fmla="*/ 3631 h 178552"/>
                <a:gd name="connsiteX2" fmla="*/ 56615 w 122575"/>
                <a:gd name="connsiteY2" fmla="*/ 81 h 178552"/>
                <a:gd name="connsiteX3" fmla="*/ 24726 w 122575"/>
                <a:gd name="connsiteY3" fmla="*/ 2617 h 178552"/>
                <a:gd name="connsiteX4" fmla="*/ 19245 w 122575"/>
                <a:gd name="connsiteY4" fmla="*/ 8450 h 178552"/>
                <a:gd name="connsiteX5" fmla="*/ 25722 w 122575"/>
                <a:gd name="connsiteY5" fmla="*/ 12001 h 178552"/>
                <a:gd name="connsiteX6" fmla="*/ 37681 w 122575"/>
                <a:gd name="connsiteY6" fmla="*/ 15805 h 178552"/>
                <a:gd name="connsiteX7" fmla="*/ 36684 w 122575"/>
                <a:gd name="connsiteY7" fmla="*/ 21385 h 178552"/>
                <a:gd name="connsiteX8" fmla="*/ 1556 w 122575"/>
                <a:gd name="connsiteY8" fmla="*/ 164938 h 178552"/>
                <a:gd name="connsiteX9" fmla="*/ 310 w 122575"/>
                <a:gd name="connsiteY9" fmla="*/ 170517 h 178552"/>
                <a:gd name="connsiteX10" fmla="*/ 8781 w 122575"/>
                <a:gd name="connsiteY10" fmla="*/ 178633 h 178552"/>
                <a:gd name="connsiteX11" fmla="*/ 20241 w 122575"/>
                <a:gd name="connsiteY11" fmla="*/ 167981 h 178552"/>
                <a:gd name="connsiteX12" fmla="*/ 32449 w 122575"/>
                <a:gd name="connsiteY12" fmla="*/ 118778 h 178552"/>
                <a:gd name="connsiteX13" fmla="*/ 64339 w 122575"/>
                <a:gd name="connsiteY13" fmla="*/ 139575 h 178552"/>
                <a:gd name="connsiteX14" fmla="*/ 63840 w 122575"/>
                <a:gd name="connsiteY14" fmla="*/ 144648 h 178552"/>
                <a:gd name="connsiteX15" fmla="*/ 62844 w 122575"/>
                <a:gd name="connsiteY15" fmla="*/ 152510 h 178552"/>
                <a:gd name="connsiteX16" fmla="*/ 89253 w 122575"/>
                <a:gd name="connsiteY16" fmla="*/ 178633 h 178552"/>
                <a:gd name="connsiteX17" fmla="*/ 120893 w 122575"/>
                <a:gd name="connsiteY17" fmla="*/ 139829 h 178552"/>
                <a:gd name="connsiteX18" fmla="*/ 116907 w 122575"/>
                <a:gd name="connsiteY18" fmla="*/ 136531 h 178552"/>
                <a:gd name="connsiteX19" fmla="*/ 111924 w 122575"/>
                <a:gd name="connsiteY19" fmla="*/ 142618 h 178552"/>
                <a:gd name="connsiteX20" fmla="*/ 90000 w 122575"/>
                <a:gd name="connsiteY20" fmla="*/ 171532 h 178552"/>
                <a:gd name="connsiteX21" fmla="*/ 81280 w 122575"/>
                <a:gd name="connsiteY21" fmla="*/ 158343 h 178552"/>
                <a:gd name="connsiteX22" fmla="*/ 82775 w 122575"/>
                <a:gd name="connsiteY22" fmla="*/ 146930 h 178552"/>
                <a:gd name="connsiteX23" fmla="*/ 84021 w 122575"/>
                <a:gd name="connsiteY23" fmla="*/ 139068 h 178552"/>
                <a:gd name="connsiteX24" fmla="*/ 43660 w 122575"/>
                <a:gd name="connsiteY24" fmla="*/ 112183 h 178552"/>
                <a:gd name="connsiteX25" fmla="*/ 64339 w 122575"/>
                <a:gd name="connsiteY25" fmla="*/ 95444 h 178552"/>
                <a:gd name="connsiteX26" fmla="*/ 103453 w 122575"/>
                <a:gd name="connsiteY26" fmla="*/ 71350 h 178552"/>
                <a:gd name="connsiteX27" fmla="*/ 111675 w 122575"/>
                <a:gd name="connsiteY27" fmla="*/ 74647 h 178552"/>
                <a:gd name="connsiteX28" fmla="*/ 98720 w 122575"/>
                <a:gd name="connsiteY28" fmla="*/ 88850 h 178552"/>
                <a:gd name="connsiteX29" fmla="*/ 108685 w 122575"/>
                <a:gd name="connsiteY29" fmla="*/ 98234 h 178552"/>
                <a:gd name="connsiteX30" fmla="*/ 122886 w 122575"/>
                <a:gd name="connsiteY30" fmla="*/ 82002 h 178552"/>
                <a:gd name="connsiteX31" fmla="*/ 103703 w 122575"/>
                <a:gd name="connsiteY31" fmla="*/ 64248 h 178552"/>
                <a:gd name="connsiteX32" fmla="*/ 63840 w 122575"/>
                <a:gd name="connsiteY32" fmla="*/ 86567 h 178552"/>
                <a:gd name="connsiteX33" fmla="*/ 34940 w 122575"/>
                <a:gd name="connsiteY33" fmla="*/ 108886 h 178552"/>
                <a:gd name="connsiteX34" fmla="*/ 59605 w 122575"/>
                <a:gd name="connsiteY34" fmla="*/ 7689 h 178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2575" h="178552">
                  <a:moveTo>
                    <a:pt x="59605" y="7689"/>
                  </a:moveTo>
                  <a:cubicBezTo>
                    <a:pt x="59854" y="7182"/>
                    <a:pt x="60602" y="3885"/>
                    <a:pt x="60602" y="3631"/>
                  </a:cubicBezTo>
                  <a:cubicBezTo>
                    <a:pt x="60602" y="2363"/>
                    <a:pt x="59605" y="81"/>
                    <a:pt x="56615" y="81"/>
                  </a:cubicBezTo>
                  <a:cubicBezTo>
                    <a:pt x="51633" y="81"/>
                    <a:pt x="30954" y="2110"/>
                    <a:pt x="24726" y="2617"/>
                  </a:cubicBezTo>
                  <a:cubicBezTo>
                    <a:pt x="22733" y="2870"/>
                    <a:pt x="19245" y="3124"/>
                    <a:pt x="19245" y="8450"/>
                  </a:cubicBezTo>
                  <a:cubicBezTo>
                    <a:pt x="19245" y="12001"/>
                    <a:pt x="22733" y="12001"/>
                    <a:pt x="25722" y="12001"/>
                  </a:cubicBezTo>
                  <a:cubicBezTo>
                    <a:pt x="37681" y="12001"/>
                    <a:pt x="37681" y="13776"/>
                    <a:pt x="37681" y="15805"/>
                  </a:cubicBezTo>
                  <a:cubicBezTo>
                    <a:pt x="37681" y="17581"/>
                    <a:pt x="37183" y="19103"/>
                    <a:pt x="36684" y="21385"/>
                  </a:cubicBezTo>
                  <a:lnTo>
                    <a:pt x="1556" y="164938"/>
                  </a:lnTo>
                  <a:cubicBezTo>
                    <a:pt x="310" y="169503"/>
                    <a:pt x="310" y="170010"/>
                    <a:pt x="310" y="170517"/>
                  </a:cubicBezTo>
                  <a:cubicBezTo>
                    <a:pt x="310" y="174322"/>
                    <a:pt x="3300" y="178633"/>
                    <a:pt x="8781" y="178633"/>
                  </a:cubicBezTo>
                  <a:cubicBezTo>
                    <a:pt x="15508" y="178633"/>
                    <a:pt x="18746" y="173561"/>
                    <a:pt x="20241" y="167981"/>
                  </a:cubicBezTo>
                  <a:cubicBezTo>
                    <a:pt x="20740" y="166967"/>
                    <a:pt x="31452" y="122328"/>
                    <a:pt x="32449" y="118778"/>
                  </a:cubicBezTo>
                  <a:cubicBezTo>
                    <a:pt x="50138" y="120553"/>
                    <a:pt x="64339" y="126386"/>
                    <a:pt x="64339" y="139575"/>
                  </a:cubicBezTo>
                  <a:cubicBezTo>
                    <a:pt x="64339" y="140843"/>
                    <a:pt x="64339" y="142111"/>
                    <a:pt x="63840" y="144648"/>
                  </a:cubicBezTo>
                  <a:cubicBezTo>
                    <a:pt x="62844" y="148452"/>
                    <a:pt x="62844" y="149720"/>
                    <a:pt x="62844" y="152510"/>
                  </a:cubicBezTo>
                  <a:cubicBezTo>
                    <a:pt x="62844" y="170517"/>
                    <a:pt x="77294" y="178633"/>
                    <a:pt x="89253" y="178633"/>
                  </a:cubicBezTo>
                  <a:cubicBezTo>
                    <a:pt x="113419" y="178633"/>
                    <a:pt x="120893" y="140082"/>
                    <a:pt x="120893" y="139829"/>
                  </a:cubicBezTo>
                  <a:cubicBezTo>
                    <a:pt x="120893" y="136531"/>
                    <a:pt x="117654" y="136531"/>
                    <a:pt x="116907" y="136531"/>
                  </a:cubicBezTo>
                  <a:cubicBezTo>
                    <a:pt x="113419" y="136531"/>
                    <a:pt x="113170" y="137800"/>
                    <a:pt x="111924" y="142618"/>
                  </a:cubicBezTo>
                  <a:cubicBezTo>
                    <a:pt x="108934" y="153524"/>
                    <a:pt x="102208" y="171532"/>
                    <a:pt x="90000" y="171532"/>
                  </a:cubicBezTo>
                  <a:cubicBezTo>
                    <a:pt x="83273" y="171532"/>
                    <a:pt x="81280" y="165191"/>
                    <a:pt x="81280" y="158343"/>
                  </a:cubicBezTo>
                  <a:cubicBezTo>
                    <a:pt x="81280" y="154032"/>
                    <a:pt x="81280" y="153524"/>
                    <a:pt x="82775" y="146930"/>
                  </a:cubicBezTo>
                  <a:cubicBezTo>
                    <a:pt x="83024" y="146169"/>
                    <a:pt x="84021" y="141858"/>
                    <a:pt x="84021" y="139068"/>
                  </a:cubicBezTo>
                  <a:cubicBezTo>
                    <a:pt x="84021" y="116495"/>
                    <a:pt x="54124" y="112944"/>
                    <a:pt x="43660" y="112183"/>
                  </a:cubicBezTo>
                  <a:cubicBezTo>
                    <a:pt x="50885" y="107618"/>
                    <a:pt x="60103" y="99248"/>
                    <a:pt x="64339" y="95444"/>
                  </a:cubicBezTo>
                  <a:cubicBezTo>
                    <a:pt x="77045" y="83270"/>
                    <a:pt x="89502" y="71350"/>
                    <a:pt x="103453" y="71350"/>
                  </a:cubicBezTo>
                  <a:cubicBezTo>
                    <a:pt x="106443" y="71350"/>
                    <a:pt x="109682" y="72110"/>
                    <a:pt x="111675" y="74647"/>
                  </a:cubicBezTo>
                  <a:cubicBezTo>
                    <a:pt x="100962" y="76422"/>
                    <a:pt x="98720" y="85045"/>
                    <a:pt x="98720" y="88850"/>
                  </a:cubicBezTo>
                  <a:cubicBezTo>
                    <a:pt x="98720" y="94430"/>
                    <a:pt x="102955" y="98234"/>
                    <a:pt x="108685" y="98234"/>
                  </a:cubicBezTo>
                  <a:cubicBezTo>
                    <a:pt x="115412" y="98234"/>
                    <a:pt x="122886" y="92654"/>
                    <a:pt x="122886" y="82002"/>
                  </a:cubicBezTo>
                  <a:cubicBezTo>
                    <a:pt x="122886" y="73632"/>
                    <a:pt x="116907" y="64248"/>
                    <a:pt x="103703" y="64248"/>
                  </a:cubicBezTo>
                  <a:cubicBezTo>
                    <a:pt x="89502" y="64248"/>
                    <a:pt x="76546" y="74647"/>
                    <a:pt x="63840" y="86567"/>
                  </a:cubicBezTo>
                  <a:cubicBezTo>
                    <a:pt x="53377" y="96712"/>
                    <a:pt x="45155" y="104575"/>
                    <a:pt x="34940" y="108886"/>
                  </a:cubicBezTo>
                  <a:lnTo>
                    <a:pt x="59605" y="7689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139" name="Group 138" descr="\documentclass{article}&#10;\usepackage{amsmath,amssymb}&#10;\pagestyle{empty}&#10;\begin{document}&#10;&#10;\newcommand{\score}{\textrm{score}}&#10;\newcommand{\classify}{\textrm{classify}}&#10;\newcommand{\bx}{\mathbf{x}}&#10;&#10;\begin{align*}&#10;\mathbf{K} &amp;= \mathbf{W}_k\mathbf{E} \quad \mathbf{W}_k \in \mathbb{R}^{d_2 \times d_1}\\&#10;\mathbf{Q} &amp;= \mathbf{W}_q\mathbf{E} \quad \mathbf{W}_q \in \mathbb{R}^{d_2 \times d_1} \\&#10;\mathbf{V} &amp;= \mathbf{W}_v\mathbf{E} \quad \mathbf{W}_v \in \mathbb{R}^{d_3 \times d_1}&#10;\end{align*}&#10;&#10;&#10;\end{document}" title="IguanaTex Vector Display">
            <a:extLst>
              <a:ext uri="{FF2B5EF4-FFF2-40B4-BE49-F238E27FC236}">
                <a16:creationId xmlns:a16="http://schemas.microsoft.com/office/drawing/2014/main" id="{C755DA6E-A603-C7FA-BBA8-308330638E87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1210434" y="1872416"/>
            <a:ext cx="4058968" cy="1531869"/>
            <a:chOff x="9053869" y="7666125"/>
            <a:chExt cx="4058968" cy="1531869"/>
          </a:xfrm>
          <a:solidFill>
            <a:schemeClr val="tx1"/>
          </a:solidFill>
        </p:grpSpPr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A2247F70-E92C-7CA5-16B5-370779F17AC2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9053869" y="7740619"/>
              <a:ext cx="289917" cy="240268"/>
            </a:xfrm>
            <a:custGeom>
              <a:avLst/>
              <a:gdLst>
                <a:gd name="connsiteX0" fmla="*/ 159220 w 289917"/>
                <a:gd name="connsiteY0" fmla="*/ 92900 h 240268"/>
                <a:gd name="connsiteX1" fmla="*/ 244805 w 289917"/>
                <a:gd name="connsiteY1" fmla="*/ 22851 h 240268"/>
                <a:gd name="connsiteX2" fmla="*/ 278325 w 289917"/>
                <a:gd name="connsiteY2" fmla="*/ 16546 h 240268"/>
                <a:gd name="connsiteX3" fmla="*/ 284388 w 289917"/>
                <a:gd name="connsiteY3" fmla="*/ 16546 h 240268"/>
                <a:gd name="connsiteX4" fmla="*/ 284388 w 289917"/>
                <a:gd name="connsiteY4" fmla="*/ 85 h 240268"/>
                <a:gd name="connsiteX5" fmla="*/ 248014 w 289917"/>
                <a:gd name="connsiteY5" fmla="*/ 1135 h 240268"/>
                <a:gd name="connsiteX6" fmla="*/ 195950 w 289917"/>
                <a:gd name="connsiteY6" fmla="*/ 85 h 240268"/>
                <a:gd name="connsiteX7" fmla="*/ 195950 w 289917"/>
                <a:gd name="connsiteY7" fmla="*/ 16546 h 240268"/>
                <a:gd name="connsiteX8" fmla="*/ 216633 w 289917"/>
                <a:gd name="connsiteY8" fmla="*/ 18297 h 240268"/>
                <a:gd name="connsiteX9" fmla="*/ 221269 w 289917"/>
                <a:gd name="connsiteY9" fmla="*/ 20399 h 240268"/>
                <a:gd name="connsiteX10" fmla="*/ 89326 w 289917"/>
                <a:gd name="connsiteY10" fmla="*/ 128625 h 240268"/>
                <a:gd name="connsiteX11" fmla="*/ 89326 w 289917"/>
                <a:gd name="connsiteY11" fmla="*/ 16546 h 240268"/>
                <a:gd name="connsiteX12" fmla="*/ 127839 w 289917"/>
                <a:gd name="connsiteY12" fmla="*/ 16546 h 240268"/>
                <a:gd name="connsiteX13" fmla="*/ 127839 w 289917"/>
                <a:gd name="connsiteY13" fmla="*/ 85 h 240268"/>
                <a:gd name="connsiteX14" fmla="*/ 64008 w 289917"/>
                <a:gd name="connsiteY14" fmla="*/ 1135 h 240268"/>
                <a:gd name="connsiteX15" fmla="*/ 176 w 289917"/>
                <a:gd name="connsiteY15" fmla="*/ 85 h 240268"/>
                <a:gd name="connsiteX16" fmla="*/ 176 w 289917"/>
                <a:gd name="connsiteY16" fmla="*/ 16546 h 240268"/>
                <a:gd name="connsiteX17" fmla="*/ 38689 w 289917"/>
                <a:gd name="connsiteY17" fmla="*/ 16546 h 240268"/>
                <a:gd name="connsiteX18" fmla="*/ 38689 w 289917"/>
                <a:gd name="connsiteY18" fmla="*/ 223892 h 240268"/>
                <a:gd name="connsiteX19" fmla="*/ 176 w 289917"/>
                <a:gd name="connsiteY19" fmla="*/ 223892 h 240268"/>
                <a:gd name="connsiteX20" fmla="*/ 176 w 289917"/>
                <a:gd name="connsiteY20" fmla="*/ 240353 h 240268"/>
                <a:gd name="connsiteX21" fmla="*/ 64008 w 289917"/>
                <a:gd name="connsiteY21" fmla="*/ 239302 h 240268"/>
                <a:gd name="connsiteX22" fmla="*/ 127839 w 289917"/>
                <a:gd name="connsiteY22" fmla="*/ 240353 h 240268"/>
                <a:gd name="connsiteX23" fmla="*/ 127839 w 289917"/>
                <a:gd name="connsiteY23" fmla="*/ 223892 h 240268"/>
                <a:gd name="connsiteX24" fmla="*/ 89326 w 289917"/>
                <a:gd name="connsiteY24" fmla="*/ 223892 h 240268"/>
                <a:gd name="connsiteX25" fmla="*/ 89326 w 289917"/>
                <a:gd name="connsiteY25" fmla="*/ 150340 h 240268"/>
                <a:gd name="connsiteX26" fmla="*/ 124987 w 289917"/>
                <a:gd name="connsiteY26" fmla="*/ 121270 h 240268"/>
                <a:gd name="connsiteX27" fmla="*/ 198447 w 289917"/>
                <a:gd name="connsiteY27" fmla="*/ 216186 h 240268"/>
                <a:gd name="connsiteX28" fmla="*/ 201299 w 289917"/>
                <a:gd name="connsiteY28" fmla="*/ 221090 h 240268"/>
                <a:gd name="connsiteX29" fmla="*/ 175267 w 289917"/>
                <a:gd name="connsiteY29" fmla="*/ 223892 h 240268"/>
                <a:gd name="connsiteX30" fmla="*/ 175267 w 289917"/>
                <a:gd name="connsiteY30" fmla="*/ 240353 h 240268"/>
                <a:gd name="connsiteX31" fmla="*/ 238029 w 289917"/>
                <a:gd name="connsiteY31" fmla="*/ 239302 h 240268"/>
                <a:gd name="connsiteX32" fmla="*/ 290093 w 289917"/>
                <a:gd name="connsiteY32" fmla="*/ 240353 h 240268"/>
                <a:gd name="connsiteX33" fmla="*/ 290093 w 289917"/>
                <a:gd name="connsiteY33" fmla="*/ 223892 h 240268"/>
                <a:gd name="connsiteX34" fmla="*/ 279752 w 289917"/>
                <a:gd name="connsiteY34" fmla="*/ 223892 h 240268"/>
                <a:gd name="connsiteX35" fmla="*/ 255503 w 289917"/>
                <a:gd name="connsiteY35" fmla="*/ 216887 h 240268"/>
                <a:gd name="connsiteX36" fmla="*/ 159220 w 289917"/>
                <a:gd name="connsiteY36" fmla="*/ 92900 h 240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9917" h="240268">
                  <a:moveTo>
                    <a:pt x="159220" y="92900"/>
                  </a:moveTo>
                  <a:lnTo>
                    <a:pt x="244805" y="22851"/>
                  </a:lnTo>
                  <a:cubicBezTo>
                    <a:pt x="252650" y="16546"/>
                    <a:pt x="267627" y="16546"/>
                    <a:pt x="278325" y="16546"/>
                  </a:cubicBezTo>
                  <a:lnTo>
                    <a:pt x="284388" y="16546"/>
                  </a:lnTo>
                  <a:lnTo>
                    <a:pt x="284388" y="85"/>
                  </a:lnTo>
                  <a:cubicBezTo>
                    <a:pt x="270124" y="1135"/>
                    <a:pt x="249797" y="1135"/>
                    <a:pt x="248014" y="1135"/>
                  </a:cubicBezTo>
                  <a:cubicBezTo>
                    <a:pt x="234463" y="1135"/>
                    <a:pt x="208788" y="1135"/>
                    <a:pt x="195950" y="85"/>
                  </a:cubicBezTo>
                  <a:lnTo>
                    <a:pt x="195950" y="16546"/>
                  </a:lnTo>
                  <a:cubicBezTo>
                    <a:pt x="200586" y="16546"/>
                    <a:pt x="207718" y="16546"/>
                    <a:pt x="216633" y="18297"/>
                  </a:cubicBezTo>
                  <a:cubicBezTo>
                    <a:pt x="222339" y="19698"/>
                    <a:pt x="218060" y="19348"/>
                    <a:pt x="221269" y="20399"/>
                  </a:cubicBezTo>
                  <a:lnTo>
                    <a:pt x="89326" y="128625"/>
                  </a:lnTo>
                  <a:lnTo>
                    <a:pt x="89326" y="16546"/>
                  </a:lnTo>
                  <a:lnTo>
                    <a:pt x="127839" y="16546"/>
                  </a:lnTo>
                  <a:lnTo>
                    <a:pt x="127839" y="85"/>
                  </a:lnTo>
                  <a:cubicBezTo>
                    <a:pt x="114289" y="1135"/>
                    <a:pt x="79342" y="1135"/>
                    <a:pt x="64008" y="1135"/>
                  </a:cubicBezTo>
                  <a:cubicBezTo>
                    <a:pt x="48674" y="1135"/>
                    <a:pt x="13727" y="1135"/>
                    <a:pt x="176" y="85"/>
                  </a:cubicBezTo>
                  <a:lnTo>
                    <a:pt x="176" y="16546"/>
                  </a:lnTo>
                  <a:lnTo>
                    <a:pt x="38689" y="16546"/>
                  </a:lnTo>
                  <a:lnTo>
                    <a:pt x="38689" y="223892"/>
                  </a:lnTo>
                  <a:lnTo>
                    <a:pt x="176" y="223892"/>
                  </a:lnTo>
                  <a:lnTo>
                    <a:pt x="176" y="240353"/>
                  </a:lnTo>
                  <a:cubicBezTo>
                    <a:pt x="13727" y="239302"/>
                    <a:pt x="48674" y="239302"/>
                    <a:pt x="64008" y="239302"/>
                  </a:cubicBezTo>
                  <a:cubicBezTo>
                    <a:pt x="79342" y="239302"/>
                    <a:pt x="114289" y="239302"/>
                    <a:pt x="127839" y="240353"/>
                  </a:cubicBezTo>
                  <a:lnTo>
                    <a:pt x="127839" y="223892"/>
                  </a:lnTo>
                  <a:lnTo>
                    <a:pt x="89326" y="223892"/>
                  </a:lnTo>
                  <a:lnTo>
                    <a:pt x="89326" y="150340"/>
                  </a:lnTo>
                  <a:lnTo>
                    <a:pt x="124987" y="121270"/>
                  </a:lnTo>
                  <a:lnTo>
                    <a:pt x="198447" y="216186"/>
                  </a:lnTo>
                  <a:cubicBezTo>
                    <a:pt x="200230" y="218288"/>
                    <a:pt x="200230" y="218988"/>
                    <a:pt x="201299" y="221090"/>
                  </a:cubicBezTo>
                  <a:cubicBezTo>
                    <a:pt x="194881" y="223892"/>
                    <a:pt x="187749" y="223892"/>
                    <a:pt x="175267" y="223892"/>
                  </a:cubicBezTo>
                  <a:lnTo>
                    <a:pt x="175267" y="240353"/>
                  </a:lnTo>
                  <a:cubicBezTo>
                    <a:pt x="189888" y="239302"/>
                    <a:pt x="221982" y="239302"/>
                    <a:pt x="238029" y="239302"/>
                  </a:cubicBezTo>
                  <a:cubicBezTo>
                    <a:pt x="252293" y="239302"/>
                    <a:pt x="276899" y="239302"/>
                    <a:pt x="290093" y="240353"/>
                  </a:cubicBezTo>
                  <a:lnTo>
                    <a:pt x="290093" y="223892"/>
                  </a:lnTo>
                  <a:lnTo>
                    <a:pt x="279752" y="223892"/>
                  </a:lnTo>
                  <a:cubicBezTo>
                    <a:pt x="260852" y="223892"/>
                    <a:pt x="259782" y="222491"/>
                    <a:pt x="255503" y="216887"/>
                  </a:cubicBezTo>
                  <a:lnTo>
                    <a:pt x="159220" y="92900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308EC36A-A351-A9A1-0650-4A3A85210F09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9480420" y="7852348"/>
              <a:ext cx="237140" cy="81957"/>
            </a:xfrm>
            <a:custGeom>
              <a:avLst/>
              <a:gdLst>
                <a:gd name="connsiteX0" fmla="*/ 225203 w 237140"/>
                <a:gd name="connsiteY0" fmla="*/ 14095 h 81957"/>
                <a:gd name="connsiteX1" fmla="*/ 237328 w 237140"/>
                <a:gd name="connsiteY1" fmla="*/ 7090 h 81957"/>
                <a:gd name="connsiteX2" fmla="*/ 225560 w 237140"/>
                <a:gd name="connsiteY2" fmla="*/ 85 h 81957"/>
                <a:gd name="connsiteX3" fmla="*/ 11956 w 237140"/>
                <a:gd name="connsiteY3" fmla="*/ 85 h 81957"/>
                <a:gd name="connsiteX4" fmla="*/ 188 w 237140"/>
                <a:gd name="connsiteY4" fmla="*/ 7090 h 81957"/>
                <a:gd name="connsiteX5" fmla="*/ 12312 w 237140"/>
                <a:gd name="connsiteY5" fmla="*/ 14095 h 81957"/>
                <a:gd name="connsiteX6" fmla="*/ 225203 w 237140"/>
                <a:gd name="connsiteY6" fmla="*/ 14095 h 81957"/>
                <a:gd name="connsiteX7" fmla="*/ 225560 w 237140"/>
                <a:gd name="connsiteY7" fmla="*/ 82042 h 81957"/>
                <a:gd name="connsiteX8" fmla="*/ 237328 w 237140"/>
                <a:gd name="connsiteY8" fmla="*/ 75037 h 81957"/>
                <a:gd name="connsiteX9" fmla="*/ 225203 w 237140"/>
                <a:gd name="connsiteY9" fmla="*/ 68032 h 81957"/>
                <a:gd name="connsiteX10" fmla="*/ 12312 w 237140"/>
                <a:gd name="connsiteY10" fmla="*/ 68032 h 81957"/>
                <a:gd name="connsiteX11" fmla="*/ 188 w 237140"/>
                <a:gd name="connsiteY11" fmla="*/ 75037 h 81957"/>
                <a:gd name="connsiteX12" fmla="*/ 11956 w 237140"/>
                <a:gd name="connsiteY12" fmla="*/ 82042 h 81957"/>
                <a:gd name="connsiteX13" fmla="*/ 225560 w 237140"/>
                <a:gd name="connsiteY13" fmla="*/ 82042 h 8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140" h="81957">
                  <a:moveTo>
                    <a:pt x="225203" y="14095"/>
                  </a:moveTo>
                  <a:cubicBezTo>
                    <a:pt x="230552" y="14095"/>
                    <a:pt x="237328" y="14095"/>
                    <a:pt x="237328" y="7090"/>
                  </a:cubicBezTo>
                  <a:cubicBezTo>
                    <a:pt x="237328" y="85"/>
                    <a:pt x="230552" y="85"/>
                    <a:pt x="225560" y="85"/>
                  </a:cubicBezTo>
                  <a:lnTo>
                    <a:pt x="11956" y="85"/>
                  </a:lnTo>
                  <a:cubicBezTo>
                    <a:pt x="6963" y="85"/>
                    <a:pt x="188" y="85"/>
                    <a:pt x="188" y="7090"/>
                  </a:cubicBezTo>
                  <a:cubicBezTo>
                    <a:pt x="188" y="14095"/>
                    <a:pt x="6963" y="14095"/>
                    <a:pt x="12312" y="14095"/>
                  </a:cubicBezTo>
                  <a:lnTo>
                    <a:pt x="225203" y="14095"/>
                  </a:lnTo>
                  <a:close/>
                  <a:moveTo>
                    <a:pt x="225560" y="82042"/>
                  </a:moveTo>
                  <a:cubicBezTo>
                    <a:pt x="230552" y="82042"/>
                    <a:pt x="237328" y="82042"/>
                    <a:pt x="237328" y="75037"/>
                  </a:cubicBezTo>
                  <a:cubicBezTo>
                    <a:pt x="237328" y="68032"/>
                    <a:pt x="230552" y="68032"/>
                    <a:pt x="225203" y="68032"/>
                  </a:cubicBezTo>
                  <a:lnTo>
                    <a:pt x="12312" y="68032"/>
                  </a:lnTo>
                  <a:cubicBezTo>
                    <a:pt x="6963" y="68032"/>
                    <a:pt x="188" y="68032"/>
                    <a:pt x="188" y="75037"/>
                  </a:cubicBezTo>
                  <a:cubicBezTo>
                    <a:pt x="188" y="82042"/>
                    <a:pt x="6963" y="82042"/>
                    <a:pt x="11956" y="82042"/>
                  </a:cubicBezTo>
                  <a:lnTo>
                    <a:pt x="225560" y="8204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666746D-2A73-5494-8082-75DDD41C418C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9845420" y="7740619"/>
              <a:ext cx="406526" cy="243070"/>
            </a:xfrm>
            <a:custGeom>
              <a:avLst/>
              <a:gdLst>
                <a:gd name="connsiteX0" fmla="*/ 372847 w 406526"/>
                <a:gd name="connsiteY0" fmla="*/ 24952 h 243070"/>
                <a:gd name="connsiteX1" fmla="*/ 386398 w 406526"/>
                <a:gd name="connsiteY1" fmla="*/ 17247 h 243070"/>
                <a:gd name="connsiteX2" fmla="*/ 406724 w 406526"/>
                <a:gd name="connsiteY2" fmla="*/ 16546 h 243070"/>
                <a:gd name="connsiteX3" fmla="*/ 406724 w 406526"/>
                <a:gd name="connsiteY3" fmla="*/ 85 h 243070"/>
                <a:gd name="connsiteX4" fmla="*/ 368568 w 406526"/>
                <a:gd name="connsiteY4" fmla="*/ 1135 h 243070"/>
                <a:gd name="connsiteX5" fmla="*/ 320070 w 406526"/>
                <a:gd name="connsiteY5" fmla="*/ 85 h 243070"/>
                <a:gd name="connsiteX6" fmla="*/ 320070 w 406526"/>
                <a:gd name="connsiteY6" fmla="*/ 16546 h 243070"/>
                <a:gd name="connsiteX7" fmla="*/ 356443 w 406526"/>
                <a:gd name="connsiteY7" fmla="*/ 20399 h 243070"/>
                <a:gd name="connsiteX8" fmla="*/ 295108 w 406526"/>
                <a:gd name="connsiteY8" fmla="*/ 176959 h 243070"/>
                <a:gd name="connsiteX9" fmla="*/ 231989 w 406526"/>
                <a:gd name="connsiteY9" fmla="*/ 16546 h 243070"/>
                <a:gd name="connsiteX10" fmla="*/ 266223 w 406526"/>
                <a:gd name="connsiteY10" fmla="*/ 16546 h 243070"/>
                <a:gd name="connsiteX11" fmla="*/ 266223 w 406526"/>
                <a:gd name="connsiteY11" fmla="*/ 85 h 243070"/>
                <a:gd name="connsiteX12" fmla="*/ 203818 w 406526"/>
                <a:gd name="connsiteY12" fmla="*/ 1135 h 243070"/>
                <a:gd name="connsiteX13" fmla="*/ 149258 w 406526"/>
                <a:gd name="connsiteY13" fmla="*/ 85 h 243070"/>
                <a:gd name="connsiteX14" fmla="*/ 149258 w 406526"/>
                <a:gd name="connsiteY14" fmla="*/ 16546 h 243070"/>
                <a:gd name="connsiteX15" fmla="*/ 179926 w 406526"/>
                <a:gd name="connsiteY15" fmla="*/ 16546 h 243070"/>
                <a:gd name="connsiteX16" fmla="*/ 194546 w 406526"/>
                <a:gd name="connsiteY16" fmla="*/ 53672 h 243070"/>
                <a:gd name="connsiteX17" fmla="*/ 146048 w 406526"/>
                <a:gd name="connsiteY17" fmla="*/ 176959 h 243070"/>
                <a:gd name="connsiteX18" fmla="*/ 82930 w 406526"/>
                <a:gd name="connsiteY18" fmla="*/ 16546 h 243070"/>
                <a:gd name="connsiteX19" fmla="*/ 117164 w 406526"/>
                <a:gd name="connsiteY19" fmla="*/ 16546 h 243070"/>
                <a:gd name="connsiteX20" fmla="*/ 117164 w 406526"/>
                <a:gd name="connsiteY20" fmla="*/ 85 h 243070"/>
                <a:gd name="connsiteX21" fmla="*/ 54758 w 406526"/>
                <a:gd name="connsiteY21" fmla="*/ 1135 h 243070"/>
                <a:gd name="connsiteX22" fmla="*/ 198 w 406526"/>
                <a:gd name="connsiteY22" fmla="*/ 85 h 243070"/>
                <a:gd name="connsiteX23" fmla="*/ 198 w 406526"/>
                <a:gd name="connsiteY23" fmla="*/ 16546 h 243070"/>
                <a:gd name="connsiteX24" fmla="*/ 30866 w 406526"/>
                <a:gd name="connsiteY24" fmla="*/ 16546 h 243070"/>
                <a:gd name="connsiteX25" fmla="*/ 116450 w 406526"/>
                <a:gd name="connsiteY25" fmla="*/ 234049 h 243070"/>
                <a:gd name="connsiteX26" fmla="*/ 128931 w 406526"/>
                <a:gd name="connsiteY26" fmla="*/ 243155 h 243070"/>
                <a:gd name="connsiteX27" fmla="*/ 141413 w 406526"/>
                <a:gd name="connsiteY27" fmla="*/ 234049 h 243070"/>
                <a:gd name="connsiteX28" fmla="*/ 203461 w 406526"/>
                <a:gd name="connsiteY28" fmla="*/ 76438 h 243070"/>
                <a:gd name="connsiteX29" fmla="*/ 265510 w 406526"/>
                <a:gd name="connsiteY29" fmla="*/ 234049 h 243070"/>
                <a:gd name="connsiteX30" fmla="*/ 277991 w 406526"/>
                <a:gd name="connsiteY30" fmla="*/ 243155 h 243070"/>
                <a:gd name="connsiteX31" fmla="*/ 290472 w 406526"/>
                <a:gd name="connsiteY31" fmla="*/ 234049 h 243070"/>
                <a:gd name="connsiteX32" fmla="*/ 372847 w 406526"/>
                <a:gd name="connsiteY32" fmla="*/ 24952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47" y="24952"/>
                  </a:moveTo>
                  <a:cubicBezTo>
                    <a:pt x="374987" y="18998"/>
                    <a:pt x="375343" y="18297"/>
                    <a:pt x="386398" y="17247"/>
                  </a:cubicBezTo>
                  <a:cubicBezTo>
                    <a:pt x="393530" y="16546"/>
                    <a:pt x="401019" y="16546"/>
                    <a:pt x="406724" y="16546"/>
                  </a:cubicBezTo>
                  <a:lnTo>
                    <a:pt x="406724" y="85"/>
                  </a:lnTo>
                  <a:cubicBezTo>
                    <a:pt x="397096" y="435"/>
                    <a:pt x="384615" y="1135"/>
                    <a:pt x="368568" y="1135"/>
                  </a:cubicBezTo>
                  <a:cubicBezTo>
                    <a:pt x="355017" y="1135"/>
                    <a:pt x="332908" y="1135"/>
                    <a:pt x="320070" y="85"/>
                  </a:cubicBezTo>
                  <a:lnTo>
                    <a:pt x="320070" y="16546"/>
                  </a:lnTo>
                  <a:cubicBezTo>
                    <a:pt x="328985" y="16546"/>
                    <a:pt x="346102" y="16546"/>
                    <a:pt x="356443" y="20399"/>
                  </a:cubicBezTo>
                  <a:lnTo>
                    <a:pt x="295108" y="176959"/>
                  </a:lnTo>
                  <a:lnTo>
                    <a:pt x="231989" y="16546"/>
                  </a:lnTo>
                  <a:lnTo>
                    <a:pt x="266223" y="16546"/>
                  </a:lnTo>
                  <a:lnTo>
                    <a:pt x="266223" y="85"/>
                  </a:lnTo>
                  <a:cubicBezTo>
                    <a:pt x="252672" y="1135"/>
                    <a:pt x="219152" y="1135"/>
                    <a:pt x="203818" y="1135"/>
                  </a:cubicBezTo>
                  <a:cubicBezTo>
                    <a:pt x="189910" y="1135"/>
                    <a:pt x="161739" y="1135"/>
                    <a:pt x="149258" y="85"/>
                  </a:cubicBezTo>
                  <a:lnTo>
                    <a:pt x="149258" y="16546"/>
                  </a:lnTo>
                  <a:lnTo>
                    <a:pt x="179926" y="16546"/>
                  </a:lnTo>
                  <a:lnTo>
                    <a:pt x="194546" y="53672"/>
                  </a:lnTo>
                  <a:lnTo>
                    <a:pt x="146048" y="176959"/>
                  </a:lnTo>
                  <a:lnTo>
                    <a:pt x="82930" y="16546"/>
                  </a:lnTo>
                  <a:lnTo>
                    <a:pt x="117164" y="16546"/>
                  </a:lnTo>
                  <a:lnTo>
                    <a:pt x="117164" y="85"/>
                  </a:lnTo>
                  <a:cubicBezTo>
                    <a:pt x="103613" y="1135"/>
                    <a:pt x="70092" y="1135"/>
                    <a:pt x="54758" y="1135"/>
                  </a:cubicBezTo>
                  <a:cubicBezTo>
                    <a:pt x="40851" y="1135"/>
                    <a:pt x="12679" y="1135"/>
                    <a:pt x="198" y="85"/>
                  </a:cubicBezTo>
                  <a:lnTo>
                    <a:pt x="198" y="16546"/>
                  </a:lnTo>
                  <a:lnTo>
                    <a:pt x="30866" y="16546"/>
                  </a:lnTo>
                  <a:lnTo>
                    <a:pt x="116450" y="234049"/>
                  </a:lnTo>
                  <a:cubicBezTo>
                    <a:pt x="118590" y="239653"/>
                    <a:pt x="120016" y="243155"/>
                    <a:pt x="128931" y="243155"/>
                  </a:cubicBezTo>
                  <a:cubicBezTo>
                    <a:pt x="137847" y="243155"/>
                    <a:pt x="139273" y="239653"/>
                    <a:pt x="141413" y="234049"/>
                  </a:cubicBezTo>
                  <a:lnTo>
                    <a:pt x="203461" y="76438"/>
                  </a:lnTo>
                  <a:lnTo>
                    <a:pt x="265510" y="234049"/>
                  </a:lnTo>
                  <a:cubicBezTo>
                    <a:pt x="267650" y="239653"/>
                    <a:pt x="269076" y="243155"/>
                    <a:pt x="277991" y="243155"/>
                  </a:cubicBezTo>
                  <a:cubicBezTo>
                    <a:pt x="286906" y="243155"/>
                    <a:pt x="288333" y="239653"/>
                    <a:pt x="290472" y="234049"/>
                  </a:cubicBezTo>
                  <a:lnTo>
                    <a:pt x="372847" y="2495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BDED2440-5512-8CC5-5C89-E1AD0C76D9C1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0279541" y="7863275"/>
              <a:ext cx="122813" cy="172601"/>
            </a:xfrm>
            <a:custGeom>
              <a:avLst/>
              <a:gdLst>
                <a:gd name="connsiteX0" fmla="*/ 59620 w 122813"/>
                <a:gd name="connsiteY0" fmla="*/ 7441 h 172601"/>
                <a:gd name="connsiteX1" fmla="*/ 60618 w 122813"/>
                <a:gd name="connsiteY1" fmla="*/ 3519 h 172601"/>
                <a:gd name="connsiteX2" fmla="*/ 56624 w 122813"/>
                <a:gd name="connsiteY2" fmla="*/ 86 h 172601"/>
                <a:gd name="connsiteX3" fmla="*/ 24673 w 122813"/>
                <a:gd name="connsiteY3" fmla="*/ 2538 h 172601"/>
                <a:gd name="connsiteX4" fmla="*/ 19181 w 122813"/>
                <a:gd name="connsiteY4" fmla="*/ 8177 h 172601"/>
                <a:gd name="connsiteX5" fmla="*/ 25671 w 122813"/>
                <a:gd name="connsiteY5" fmla="*/ 11609 h 172601"/>
                <a:gd name="connsiteX6" fmla="*/ 37653 w 122813"/>
                <a:gd name="connsiteY6" fmla="*/ 15287 h 172601"/>
                <a:gd name="connsiteX7" fmla="*/ 36655 w 122813"/>
                <a:gd name="connsiteY7" fmla="*/ 20681 h 172601"/>
                <a:gd name="connsiteX8" fmla="*/ 1458 w 122813"/>
                <a:gd name="connsiteY8" fmla="*/ 159448 h 172601"/>
                <a:gd name="connsiteX9" fmla="*/ 210 w 122813"/>
                <a:gd name="connsiteY9" fmla="*/ 164842 h 172601"/>
                <a:gd name="connsiteX10" fmla="*/ 8697 w 122813"/>
                <a:gd name="connsiteY10" fmla="*/ 172687 h 172601"/>
                <a:gd name="connsiteX11" fmla="*/ 20180 w 122813"/>
                <a:gd name="connsiteY11" fmla="*/ 162390 h 172601"/>
                <a:gd name="connsiteX12" fmla="*/ 32411 w 122813"/>
                <a:gd name="connsiteY12" fmla="*/ 114827 h 172601"/>
                <a:gd name="connsiteX13" fmla="*/ 64363 w 122813"/>
                <a:gd name="connsiteY13" fmla="*/ 134931 h 172601"/>
                <a:gd name="connsiteX14" fmla="*/ 63863 w 122813"/>
                <a:gd name="connsiteY14" fmla="*/ 139834 h 172601"/>
                <a:gd name="connsiteX15" fmla="*/ 62865 w 122813"/>
                <a:gd name="connsiteY15" fmla="*/ 147435 h 172601"/>
                <a:gd name="connsiteX16" fmla="*/ 89325 w 122813"/>
                <a:gd name="connsiteY16" fmla="*/ 172687 h 172601"/>
                <a:gd name="connsiteX17" fmla="*/ 121027 w 122813"/>
                <a:gd name="connsiteY17" fmla="*/ 135176 h 172601"/>
                <a:gd name="connsiteX18" fmla="*/ 117033 w 122813"/>
                <a:gd name="connsiteY18" fmla="*/ 131989 h 172601"/>
                <a:gd name="connsiteX19" fmla="*/ 112040 w 122813"/>
                <a:gd name="connsiteY19" fmla="*/ 137873 h 172601"/>
                <a:gd name="connsiteX20" fmla="*/ 90074 w 122813"/>
                <a:gd name="connsiteY20" fmla="*/ 165822 h 172601"/>
                <a:gd name="connsiteX21" fmla="*/ 81337 w 122813"/>
                <a:gd name="connsiteY21" fmla="*/ 153074 h 172601"/>
                <a:gd name="connsiteX22" fmla="*/ 82835 w 122813"/>
                <a:gd name="connsiteY22" fmla="*/ 142041 h 172601"/>
                <a:gd name="connsiteX23" fmla="*/ 84083 w 122813"/>
                <a:gd name="connsiteY23" fmla="*/ 134440 h 172601"/>
                <a:gd name="connsiteX24" fmla="*/ 43644 w 122813"/>
                <a:gd name="connsiteY24" fmla="*/ 108452 h 172601"/>
                <a:gd name="connsiteX25" fmla="*/ 64363 w 122813"/>
                <a:gd name="connsiteY25" fmla="*/ 92271 h 172601"/>
                <a:gd name="connsiteX26" fmla="*/ 103553 w 122813"/>
                <a:gd name="connsiteY26" fmla="*/ 68980 h 172601"/>
                <a:gd name="connsiteX27" fmla="*/ 111791 w 122813"/>
                <a:gd name="connsiteY27" fmla="*/ 72167 h 172601"/>
                <a:gd name="connsiteX28" fmla="*/ 98810 w 122813"/>
                <a:gd name="connsiteY28" fmla="*/ 85896 h 172601"/>
                <a:gd name="connsiteX29" fmla="*/ 108795 w 122813"/>
                <a:gd name="connsiteY29" fmla="*/ 94968 h 172601"/>
                <a:gd name="connsiteX30" fmla="*/ 123024 w 122813"/>
                <a:gd name="connsiteY30" fmla="*/ 79277 h 172601"/>
                <a:gd name="connsiteX31" fmla="*/ 103803 w 122813"/>
                <a:gd name="connsiteY31" fmla="*/ 62115 h 172601"/>
                <a:gd name="connsiteX32" fmla="*/ 63863 w 122813"/>
                <a:gd name="connsiteY32" fmla="*/ 83690 h 172601"/>
                <a:gd name="connsiteX33" fmla="*/ 34907 w 122813"/>
                <a:gd name="connsiteY33" fmla="*/ 105265 h 172601"/>
                <a:gd name="connsiteX34" fmla="*/ 59620 w 122813"/>
                <a:gd name="connsiteY34" fmla="*/ 7441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2813" h="172601">
                  <a:moveTo>
                    <a:pt x="59620" y="7441"/>
                  </a:moveTo>
                  <a:cubicBezTo>
                    <a:pt x="59869" y="6951"/>
                    <a:pt x="60618" y="3764"/>
                    <a:pt x="60618" y="3519"/>
                  </a:cubicBezTo>
                  <a:cubicBezTo>
                    <a:pt x="60618" y="2293"/>
                    <a:pt x="59620" y="86"/>
                    <a:pt x="56624" y="86"/>
                  </a:cubicBezTo>
                  <a:cubicBezTo>
                    <a:pt x="51632" y="86"/>
                    <a:pt x="30913" y="2048"/>
                    <a:pt x="24673" y="2538"/>
                  </a:cubicBezTo>
                  <a:cubicBezTo>
                    <a:pt x="22676" y="2783"/>
                    <a:pt x="19181" y="3028"/>
                    <a:pt x="19181" y="8177"/>
                  </a:cubicBezTo>
                  <a:cubicBezTo>
                    <a:pt x="19181" y="11609"/>
                    <a:pt x="22676" y="11609"/>
                    <a:pt x="25671" y="11609"/>
                  </a:cubicBezTo>
                  <a:cubicBezTo>
                    <a:pt x="37653" y="11609"/>
                    <a:pt x="37653" y="13325"/>
                    <a:pt x="37653" y="15287"/>
                  </a:cubicBezTo>
                  <a:cubicBezTo>
                    <a:pt x="37653" y="17003"/>
                    <a:pt x="37154" y="18474"/>
                    <a:pt x="36655" y="20681"/>
                  </a:cubicBezTo>
                  <a:lnTo>
                    <a:pt x="1458" y="159448"/>
                  </a:lnTo>
                  <a:cubicBezTo>
                    <a:pt x="210" y="163861"/>
                    <a:pt x="210" y="164351"/>
                    <a:pt x="210" y="164842"/>
                  </a:cubicBezTo>
                  <a:cubicBezTo>
                    <a:pt x="210" y="168519"/>
                    <a:pt x="3205" y="172687"/>
                    <a:pt x="8697" y="172687"/>
                  </a:cubicBezTo>
                  <a:cubicBezTo>
                    <a:pt x="15437" y="172687"/>
                    <a:pt x="18682" y="167784"/>
                    <a:pt x="20180" y="162390"/>
                  </a:cubicBezTo>
                  <a:cubicBezTo>
                    <a:pt x="20679" y="161409"/>
                    <a:pt x="31413" y="118259"/>
                    <a:pt x="32411" y="114827"/>
                  </a:cubicBezTo>
                  <a:cubicBezTo>
                    <a:pt x="50134" y="116543"/>
                    <a:pt x="64363" y="122182"/>
                    <a:pt x="64363" y="134931"/>
                  </a:cubicBezTo>
                  <a:cubicBezTo>
                    <a:pt x="64363" y="136157"/>
                    <a:pt x="64363" y="137382"/>
                    <a:pt x="63863" y="139834"/>
                  </a:cubicBezTo>
                  <a:cubicBezTo>
                    <a:pt x="62865" y="143512"/>
                    <a:pt x="62865" y="144738"/>
                    <a:pt x="62865" y="147435"/>
                  </a:cubicBezTo>
                  <a:cubicBezTo>
                    <a:pt x="62865" y="164842"/>
                    <a:pt x="77343" y="172687"/>
                    <a:pt x="89325" y="172687"/>
                  </a:cubicBezTo>
                  <a:cubicBezTo>
                    <a:pt x="113538" y="172687"/>
                    <a:pt x="121027" y="135421"/>
                    <a:pt x="121027" y="135176"/>
                  </a:cubicBezTo>
                  <a:cubicBezTo>
                    <a:pt x="121027" y="131989"/>
                    <a:pt x="117782" y="131989"/>
                    <a:pt x="117033" y="131989"/>
                  </a:cubicBezTo>
                  <a:cubicBezTo>
                    <a:pt x="113538" y="131989"/>
                    <a:pt x="113288" y="133215"/>
                    <a:pt x="112040" y="137873"/>
                  </a:cubicBezTo>
                  <a:cubicBezTo>
                    <a:pt x="109045" y="148415"/>
                    <a:pt x="102305" y="165822"/>
                    <a:pt x="90074" y="165822"/>
                  </a:cubicBezTo>
                  <a:cubicBezTo>
                    <a:pt x="83334" y="165822"/>
                    <a:pt x="81337" y="159693"/>
                    <a:pt x="81337" y="153074"/>
                  </a:cubicBezTo>
                  <a:cubicBezTo>
                    <a:pt x="81337" y="148906"/>
                    <a:pt x="81337" y="148415"/>
                    <a:pt x="82835" y="142041"/>
                  </a:cubicBezTo>
                  <a:cubicBezTo>
                    <a:pt x="83084" y="141305"/>
                    <a:pt x="84083" y="137137"/>
                    <a:pt x="84083" y="134440"/>
                  </a:cubicBezTo>
                  <a:cubicBezTo>
                    <a:pt x="84083" y="112620"/>
                    <a:pt x="54128" y="109188"/>
                    <a:pt x="43644" y="108452"/>
                  </a:cubicBezTo>
                  <a:cubicBezTo>
                    <a:pt x="50883" y="104039"/>
                    <a:pt x="60119" y="95948"/>
                    <a:pt x="64363" y="92271"/>
                  </a:cubicBezTo>
                  <a:cubicBezTo>
                    <a:pt x="77093" y="80503"/>
                    <a:pt x="89574" y="68980"/>
                    <a:pt x="103553" y="68980"/>
                  </a:cubicBezTo>
                  <a:cubicBezTo>
                    <a:pt x="106549" y="68980"/>
                    <a:pt x="109794" y="69715"/>
                    <a:pt x="111791" y="72167"/>
                  </a:cubicBezTo>
                  <a:cubicBezTo>
                    <a:pt x="101057" y="73883"/>
                    <a:pt x="98810" y="82219"/>
                    <a:pt x="98810" y="85896"/>
                  </a:cubicBezTo>
                  <a:cubicBezTo>
                    <a:pt x="98810" y="91290"/>
                    <a:pt x="103054" y="94968"/>
                    <a:pt x="108795" y="94968"/>
                  </a:cubicBezTo>
                  <a:cubicBezTo>
                    <a:pt x="115535" y="94968"/>
                    <a:pt x="123024" y="89574"/>
                    <a:pt x="123024" y="79277"/>
                  </a:cubicBezTo>
                  <a:cubicBezTo>
                    <a:pt x="123024" y="71186"/>
                    <a:pt x="117033" y="62115"/>
                    <a:pt x="103803" y="62115"/>
                  </a:cubicBezTo>
                  <a:cubicBezTo>
                    <a:pt x="89574" y="62115"/>
                    <a:pt x="76594" y="72167"/>
                    <a:pt x="63863" y="83690"/>
                  </a:cubicBezTo>
                  <a:cubicBezTo>
                    <a:pt x="53379" y="93497"/>
                    <a:pt x="45142" y="101097"/>
                    <a:pt x="34907" y="105265"/>
                  </a:cubicBezTo>
                  <a:lnTo>
                    <a:pt x="59620" y="744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B74856CB-2DD1-C9C0-6B55-0E2F50593467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0450181" y="7742721"/>
              <a:ext cx="243915" cy="238167"/>
            </a:xfrm>
            <a:custGeom>
              <a:avLst/>
              <a:gdLst>
                <a:gd name="connsiteX0" fmla="*/ 244131 w 243915"/>
                <a:gd name="connsiteY0" fmla="*/ 142284 h 238167"/>
                <a:gd name="connsiteX1" fmla="*/ 227370 w 243915"/>
                <a:gd name="connsiteY1" fmla="*/ 142284 h 238167"/>
                <a:gd name="connsiteX2" fmla="*/ 143569 w 243915"/>
                <a:gd name="connsiteY2" fmla="*/ 221790 h 238167"/>
                <a:gd name="connsiteX3" fmla="*/ 89365 w 243915"/>
                <a:gd name="connsiteY3" fmla="*/ 221790 h 238167"/>
                <a:gd name="connsiteX4" fmla="*/ 89365 w 243915"/>
                <a:gd name="connsiteY4" fmla="*/ 123021 h 238167"/>
                <a:gd name="connsiteX5" fmla="*/ 108978 w 243915"/>
                <a:gd name="connsiteY5" fmla="*/ 123021 h 238167"/>
                <a:gd name="connsiteX6" fmla="*/ 146778 w 243915"/>
                <a:gd name="connsiteY6" fmla="*/ 164000 h 238167"/>
                <a:gd name="connsiteX7" fmla="*/ 163539 w 243915"/>
                <a:gd name="connsiteY7" fmla="*/ 164000 h 238167"/>
                <a:gd name="connsiteX8" fmla="*/ 163539 w 243915"/>
                <a:gd name="connsiteY8" fmla="*/ 65581 h 238167"/>
                <a:gd name="connsiteX9" fmla="*/ 146778 w 243915"/>
                <a:gd name="connsiteY9" fmla="*/ 65581 h 238167"/>
                <a:gd name="connsiteX10" fmla="*/ 108978 w 243915"/>
                <a:gd name="connsiteY10" fmla="*/ 106559 h 238167"/>
                <a:gd name="connsiteX11" fmla="*/ 89365 w 243915"/>
                <a:gd name="connsiteY11" fmla="*/ 106559 h 238167"/>
                <a:gd name="connsiteX12" fmla="*/ 89365 w 243915"/>
                <a:gd name="connsiteY12" fmla="*/ 16546 h 238167"/>
                <a:gd name="connsiteX13" fmla="*/ 143569 w 243915"/>
                <a:gd name="connsiteY13" fmla="*/ 16546 h 238167"/>
                <a:gd name="connsiteX14" fmla="*/ 215959 w 243915"/>
                <a:gd name="connsiteY14" fmla="*/ 84494 h 238167"/>
                <a:gd name="connsiteX15" fmla="*/ 232719 w 243915"/>
                <a:gd name="connsiteY15" fmla="*/ 84494 h 238167"/>
                <a:gd name="connsiteX16" fmla="*/ 221665 w 243915"/>
                <a:gd name="connsiteY16" fmla="*/ 85 h 238167"/>
                <a:gd name="connsiteX17" fmla="*/ 215 w 243915"/>
                <a:gd name="connsiteY17" fmla="*/ 85 h 238167"/>
                <a:gd name="connsiteX18" fmla="*/ 215 w 243915"/>
                <a:gd name="connsiteY18" fmla="*/ 16546 h 238167"/>
                <a:gd name="connsiteX19" fmla="*/ 38728 w 243915"/>
                <a:gd name="connsiteY19" fmla="*/ 16546 h 238167"/>
                <a:gd name="connsiteX20" fmla="*/ 38728 w 243915"/>
                <a:gd name="connsiteY20" fmla="*/ 221790 h 238167"/>
                <a:gd name="connsiteX21" fmla="*/ 215 w 243915"/>
                <a:gd name="connsiteY21" fmla="*/ 221790 h 238167"/>
                <a:gd name="connsiteX22" fmla="*/ 215 w 243915"/>
                <a:gd name="connsiteY22" fmla="*/ 238252 h 238167"/>
                <a:gd name="connsiteX23" fmla="*/ 227727 w 243915"/>
                <a:gd name="connsiteY23" fmla="*/ 238252 h 238167"/>
                <a:gd name="connsiteX24" fmla="*/ 244131 w 243915"/>
                <a:gd name="connsiteY24" fmla="*/ 142284 h 2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3915" h="238167">
                  <a:moveTo>
                    <a:pt x="244131" y="142284"/>
                  </a:moveTo>
                  <a:lnTo>
                    <a:pt x="227370" y="142284"/>
                  </a:lnTo>
                  <a:cubicBezTo>
                    <a:pt x="219525" y="190618"/>
                    <a:pt x="209540" y="221790"/>
                    <a:pt x="143569" y="221790"/>
                  </a:cubicBezTo>
                  <a:lnTo>
                    <a:pt x="89365" y="221790"/>
                  </a:lnTo>
                  <a:lnTo>
                    <a:pt x="89365" y="123021"/>
                  </a:lnTo>
                  <a:lnTo>
                    <a:pt x="108978" y="123021"/>
                  </a:lnTo>
                  <a:cubicBezTo>
                    <a:pt x="143212" y="123021"/>
                    <a:pt x="146778" y="138081"/>
                    <a:pt x="146778" y="164000"/>
                  </a:cubicBezTo>
                  <a:lnTo>
                    <a:pt x="163539" y="164000"/>
                  </a:lnTo>
                  <a:lnTo>
                    <a:pt x="163539" y="65581"/>
                  </a:lnTo>
                  <a:lnTo>
                    <a:pt x="146778" y="65581"/>
                  </a:lnTo>
                  <a:cubicBezTo>
                    <a:pt x="146778" y="91499"/>
                    <a:pt x="143569" y="106559"/>
                    <a:pt x="108978" y="106559"/>
                  </a:cubicBezTo>
                  <a:lnTo>
                    <a:pt x="89365" y="106559"/>
                  </a:lnTo>
                  <a:lnTo>
                    <a:pt x="89365" y="16546"/>
                  </a:lnTo>
                  <a:lnTo>
                    <a:pt x="143569" y="16546"/>
                  </a:lnTo>
                  <a:cubicBezTo>
                    <a:pt x="200982" y="16546"/>
                    <a:pt x="210253" y="42114"/>
                    <a:pt x="215959" y="84494"/>
                  </a:cubicBezTo>
                  <a:lnTo>
                    <a:pt x="232719" y="84494"/>
                  </a:lnTo>
                  <a:lnTo>
                    <a:pt x="221665" y="85"/>
                  </a:lnTo>
                  <a:lnTo>
                    <a:pt x="215" y="85"/>
                  </a:lnTo>
                  <a:lnTo>
                    <a:pt x="215" y="16546"/>
                  </a:lnTo>
                  <a:lnTo>
                    <a:pt x="38728" y="16546"/>
                  </a:lnTo>
                  <a:lnTo>
                    <a:pt x="38728" y="221790"/>
                  </a:lnTo>
                  <a:lnTo>
                    <a:pt x="215" y="221790"/>
                  </a:lnTo>
                  <a:lnTo>
                    <a:pt x="215" y="238252"/>
                  </a:lnTo>
                  <a:lnTo>
                    <a:pt x="227727" y="238252"/>
                  </a:lnTo>
                  <a:lnTo>
                    <a:pt x="244131" y="142284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D4BE0FE-6A5C-1D4C-1CED-A1F8E57A0C86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1070865" y="7740619"/>
              <a:ext cx="406526" cy="243070"/>
            </a:xfrm>
            <a:custGeom>
              <a:avLst/>
              <a:gdLst>
                <a:gd name="connsiteX0" fmla="*/ 372881 w 406526"/>
                <a:gd name="connsiteY0" fmla="*/ 24952 h 243070"/>
                <a:gd name="connsiteX1" fmla="*/ 386432 w 406526"/>
                <a:gd name="connsiteY1" fmla="*/ 17247 h 243070"/>
                <a:gd name="connsiteX2" fmla="*/ 406759 w 406526"/>
                <a:gd name="connsiteY2" fmla="*/ 16546 h 243070"/>
                <a:gd name="connsiteX3" fmla="*/ 406759 w 406526"/>
                <a:gd name="connsiteY3" fmla="*/ 85 h 243070"/>
                <a:gd name="connsiteX4" fmla="*/ 368602 w 406526"/>
                <a:gd name="connsiteY4" fmla="*/ 1135 h 243070"/>
                <a:gd name="connsiteX5" fmla="*/ 320104 w 406526"/>
                <a:gd name="connsiteY5" fmla="*/ 85 h 243070"/>
                <a:gd name="connsiteX6" fmla="*/ 320104 w 406526"/>
                <a:gd name="connsiteY6" fmla="*/ 16546 h 243070"/>
                <a:gd name="connsiteX7" fmla="*/ 356478 w 406526"/>
                <a:gd name="connsiteY7" fmla="*/ 20399 h 243070"/>
                <a:gd name="connsiteX8" fmla="*/ 295142 w 406526"/>
                <a:gd name="connsiteY8" fmla="*/ 176959 h 243070"/>
                <a:gd name="connsiteX9" fmla="*/ 232024 w 406526"/>
                <a:gd name="connsiteY9" fmla="*/ 16546 h 243070"/>
                <a:gd name="connsiteX10" fmla="*/ 266257 w 406526"/>
                <a:gd name="connsiteY10" fmla="*/ 16546 h 243070"/>
                <a:gd name="connsiteX11" fmla="*/ 266257 w 406526"/>
                <a:gd name="connsiteY11" fmla="*/ 85 h 243070"/>
                <a:gd name="connsiteX12" fmla="*/ 203852 w 406526"/>
                <a:gd name="connsiteY12" fmla="*/ 1135 h 243070"/>
                <a:gd name="connsiteX13" fmla="*/ 149292 w 406526"/>
                <a:gd name="connsiteY13" fmla="*/ 85 h 243070"/>
                <a:gd name="connsiteX14" fmla="*/ 149292 w 406526"/>
                <a:gd name="connsiteY14" fmla="*/ 16546 h 243070"/>
                <a:gd name="connsiteX15" fmla="*/ 179960 w 406526"/>
                <a:gd name="connsiteY15" fmla="*/ 16546 h 243070"/>
                <a:gd name="connsiteX16" fmla="*/ 194580 w 406526"/>
                <a:gd name="connsiteY16" fmla="*/ 53672 h 243070"/>
                <a:gd name="connsiteX17" fmla="*/ 146083 w 406526"/>
                <a:gd name="connsiteY17" fmla="*/ 176959 h 243070"/>
                <a:gd name="connsiteX18" fmla="*/ 82964 w 406526"/>
                <a:gd name="connsiteY18" fmla="*/ 16546 h 243070"/>
                <a:gd name="connsiteX19" fmla="*/ 117198 w 406526"/>
                <a:gd name="connsiteY19" fmla="*/ 16546 h 243070"/>
                <a:gd name="connsiteX20" fmla="*/ 117198 w 406526"/>
                <a:gd name="connsiteY20" fmla="*/ 85 h 243070"/>
                <a:gd name="connsiteX21" fmla="*/ 54793 w 406526"/>
                <a:gd name="connsiteY21" fmla="*/ 1135 h 243070"/>
                <a:gd name="connsiteX22" fmla="*/ 232 w 406526"/>
                <a:gd name="connsiteY22" fmla="*/ 85 h 243070"/>
                <a:gd name="connsiteX23" fmla="*/ 232 w 406526"/>
                <a:gd name="connsiteY23" fmla="*/ 16546 h 243070"/>
                <a:gd name="connsiteX24" fmla="*/ 30900 w 406526"/>
                <a:gd name="connsiteY24" fmla="*/ 16546 h 243070"/>
                <a:gd name="connsiteX25" fmla="*/ 116485 w 406526"/>
                <a:gd name="connsiteY25" fmla="*/ 234049 h 243070"/>
                <a:gd name="connsiteX26" fmla="*/ 128966 w 406526"/>
                <a:gd name="connsiteY26" fmla="*/ 243155 h 243070"/>
                <a:gd name="connsiteX27" fmla="*/ 141447 w 406526"/>
                <a:gd name="connsiteY27" fmla="*/ 234049 h 243070"/>
                <a:gd name="connsiteX28" fmla="*/ 203495 w 406526"/>
                <a:gd name="connsiteY28" fmla="*/ 76438 h 243070"/>
                <a:gd name="connsiteX29" fmla="*/ 265544 w 406526"/>
                <a:gd name="connsiteY29" fmla="*/ 234049 h 243070"/>
                <a:gd name="connsiteX30" fmla="*/ 278025 w 406526"/>
                <a:gd name="connsiteY30" fmla="*/ 243155 h 243070"/>
                <a:gd name="connsiteX31" fmla="*/ 290506 w 406526"/>
                <a:gd name="connsiteY31" fmla="*/ 234049 h 243070"/>
                <a:gd name="connsiteX32" fmla="*/ 372881 w 406526"/>
                <a:gd name="connsiteY32" fmla="*/ 24952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81" y="24952"/>
                  </a:moveTo>
                  <a:cubicBezTo>
                    <a:pt x="375021" y="18998"/>
                    <a:pt x="375378" y="18297"/>
                    <a:pt x="386432" y="17247"/>
                  </a:cubicBezTo>
                  <a:cubicBezTo>
                    <a:pt x="393564" y="16546"/>
                    <a:pt x="401053" y="16546"/>
                    <a:pt x="406759" y="16546"/>
                  </a:cubicBezTo>
                  <a:lnTo>
                    <a:pt x="406759" y="85"/>
                  </a:lnTo>
                  <a:cubicBezTo>
                    <a:pt x="397130" y="435"/>
                    <a:pt x="384649" y="1135"/>
                    <a:pt x="368602" y="1135"/>
                  </a:cubicBezTo>
                  <a:cubicBezTo>
                    <a:pt x="355051" y="1135"/>
                    <a:pt x="332942" y="1135"/>
                    <a:pt x="320104" y="85"/>
                  </a:cubicBezTo>
                  <a:lnTo>
                    <a:pt x="320104" y="16546"/>
                  </a:lnTo>
                  <a:cubicBezTo>
                    <a:pt x="329019" y="16546"/>
                    <a:pt x="346136" y="16546"/>
                    <a:pt x="356478" y="20399"/>
                  </a:cubicBezTo>
                  <a:lnTo>
                    <a:pt x="295142" y="176959"/>
                  </a:lnTo>
                  <a:lnTo>
                    <a:pt x="232024" y="16546"/>
                  </a:lnTo>
                  <a:lnTo>
                    <a:pt x="266257" y="16546"/>
                  </a:lnTo>
                  <a:lnTo>
                    <a:pt x="266257" y="85"/>
                  </a:lnTo>
                  <a:cubicBezTo>
                    <a:pt x="252707" y="1135"/>
                    <a:pt x="219186" y="1135"/>
                    <a:pt x="203852" y="1135"/>
                  </a:cubicBezTo>
                  <a:cubicBezTo>
                    <a:pt x="189945" y="1135"/>
                    <a:pt x="161773" y="1135"/>
                    <a:pt x="149292" y="85"/>
                  </a:cubicBezTo>
                  <a:lnTo>
                    <a:pt x="149292" y="16546"/>
                  </a:lnTo>
                  <a:lnTo>
                    <a:pt x="179960" y="16546"/>
                  </a:lnTo>
                  <a:lnTo>
                    <a:pt x="194580" y="53672"/>
                  </a:lnTo>
                  <a:lnTo>
                    <a:pt x="146083" y="176959"/>
                  </a:lnTo>
                  <a:lnTo>
                    <a:pt x="82964" y="16546"/>
                  </a:lnTo>
                  <a:lnTo>
                    <a:pt x="117198" y="16546"/>
                  </a:lnTo>
                  <a:lnTo>
                    <a:pt x="117198" y="85"/>
                  </a:lnTo>
                  <a:cubicBezTo>
                    <a:pt x="103647" y="1135"/>
                    <a:pt x="70126" y="1135"/>
                    <a:pt x="54793" y="1135"/>
                  </a:cubicBezTo>
                  <a:cubicBezTo>
                    <a:pt x="40885" y="1135"/>
                    <a:pt x="12714" y="1135"/>
                    <a:pt x="232" y="85"/>
                  </a:cubicBezTo>
                  <a:lnTo>
                    <a:pt x="232" y="16546"/>
                  </a:lnTo>
                  <a:lnTo>
                    <a:pt x="30900" y="16546"/>
                  </a:lnTo>
                  <a:lnTo>
                    <a:pt x="116485" y="234049"/>
                  </a:lnTo>
                  <a:cubicBezTo>
                    <a:pt x="118624" y="239653"/>
                    <a:pt x="120051" y="243155"/>
                    <a:pt x="128966" y="243155"/>
                  </a:cubicBezTo>
                  <a:cubicBezTo>
                    <a:pt x="137881" y="243155"/>
                    <a:pt x="139307" y="239653"/>
                    <a:pt x="141447" y="234049"/>
                  </a:cubicBezTo>
                  <a:lnTo>
                    <a:pt x="203495" y="76438"/>
                  </a:lnTo>
                  <a:lnTo>
                    <a:pt x="265544" y="234049"/>
                  </a:lnTo>
                  <a:cubicBezTo>
                    <a:pt x="267684" y="239653"/>
                    <a:pt x="269110" y="243155"/>
                    <a:pt x="278025" y="243155"/>
                  </a:cubicBezTo>
                  <a:cubicBezTo>
                    <a:pt x="286940" y="243155"/>
                    <a:pt x="288367" y="239653"/>
                    <a:pt x="290506" y="234049"/>
                  </a:cubicBezTo>
                  <a:lnTo>
                    <a:pt x="372881" y="2495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ADF7CF54-5AF9-5663-2865-C73080793811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1504986" y="7863275"/>
              <a:ext cx="122813" cy="172601"/>
            </a:xfrm>
            <a:custGeom>
              <a:avLst/>
              <a:gdLst>
                <a:gd name="connsiteX0" fmla="*/ 59654 w 122813"/>
                <a:gd name="connsiteY0" fmla="*/ 7441 h 172601"/>
                <a:gd name="connsiteX1" fmla="*/ 60653 w 122813"/>
                <a:gd name="connsiteY1" fmla="*/ 3519 h 172601"/>
                <a:gd name="connsiteX2" fmla="*/ 56659 w 122813"/>
                <a:gd name="connsiteY2" fmla="*/ 86 h 172601"/>
                <a:gd name="connsiteX3" fmla="*/ 24707 w 122813"/>
                <a:gd name="connsiteY3" fmla="*/ 2538 h 172601"/>
                <a:gd name="connsiteX4" fmla="*/ 19215 w 122813"/>
                <a:gd name="connsiteY4" fmla="*/ 8177 h 172601"/>
                <a:gd name="connsiteX5" fmla="*/ 25706 w 122813"/>
                <a:gd name="connsiteY5" fmla="*/ 11609 h 172601"/>
                <a:gd name="connsiteX6" fmla="*/ 37687 w 122813"/>
                <a:gd name="connsiteY6" fmla="*/ 15287 h 172601"/>
                <a:gd name="connsiteX7" fmla="*/ 36689 w 122813"/>
                <a:gd name="connsiteY7" fmla="*/ 20681 h 172601"/>
                <a:gd name="connsiteX8" fmla="*/ 1492 w 122813"/>
                <a:gd name="connsiteY8" fmla="*/ 159448 h 172601"/>
                <a:gd name="connsiteX9" fmla="*/ 244 w 122813"/>
                <a:gd name="connsiteY9" fmla="*/ 164842 h 172601"/>
                <a:gd name="connsiteX10" fmla="*/ 8731 w 122813"/>
                <a:gd name="connsiteY10" fmla="*/ 172687 h 172601"/>
                <a:gd name="connsiteX11" fmla="*/ 20214 w 122813"/>
                <a:gd name="connsiteY11" fmla="*/ 162390 h 172601"/>
                <a:gd name="connsiteX12" fmla="*/ 32445 w 122813"/>
                <a:gd name="connsiteY12" fmla="*/ 114827 h 172601"/>
                <a:gd name="connsiteX13" fmla="*/ 64397 w 122813"/>
                <a:gd name="connsiteY13" fmla="*/ 134931 h 172601"/>
                <a:gd name="connsiteX14" fmla="*/ 63898 w 122813"/>
                <a:gd name="connsiteY14" fmla="*/ 139834 h 172601"/>
                <a:gd name="connsiteX15" fmla="*/ 62899 w 122813"/>
                <a:gd name="connsiteY15" fmla="*/ 147435 h 172601"/>
                <a:gd name="connsiteX16" fmla="*/ 89359 w 122813"/>
                <a:gd name="connsiteY16" fmla="*/ 172687 h 172601"/>
                <a:gd name="connsiteX17" fmla="*/ 121061 w 122813"/>
                <a:gd name="connsiteY17" fmla="*/ 135176 h 172601"/>
                <a:gd name="connsiteX18" fmla="*/ 117067 w 122813"/>
                <a:gd name="connsiteY18" fmla="*/ 131989 h 172601"/>
                <a:gd name="connsiteX19" fmla="*/ 112075 w 122813"/>
                <a:gd name="connsiteY19" fmla="*/ 137873 h 172601"/>
                <a:gd name="connsiteX20" fmla="*/ 90108 w 122813"/>
                <a:gd name="connsiteY20" fmla="*/ 165822 h 172601"/>
                <a:gd name="connsiteX21" fmla="*/ 81371 w 122813"/>
                <a:gd name="connsiteY21" fmla="*/ 153074 h 172601"/>
                <a:gd name="connsiteX22" fmla="*/ 82869 w 122813"/>
                <a:gd name="connsiteY22" fmla="*/ 142041 h 172601"/>
                <a:gd name="connsiteX23" fmla="*/ 84117 w 122813"/>
                <a:gd name="connsiteY23" fmla="*/ 134440 h 172601"/>
                <a:gd name="connsiteX24" fmla="*/ 43678 w 122813"/>
                <a:gd name="connsiteY24" fmla="*/ 108452 h 172601"/>
                <a:gd name="connsiteX25" fmla="*/ 64397 w 122813"/>
                <a:gd name="connsiteY25" fmla="*/ 92271 h 172601"/>
                <a:gd name="connsiteX26" fmla="*/ 103587 w 122813"/>
                <a:gd name="connsiteY26" fmla="*/ 68980 h 172601"/>
                <a:gd name="connsiteX27" fmla="*/ 111825 w 122813"/>
                <a:gd name="connsiteY27" fmla="*/ 72167 h 172601"/>
                <a:gd name="connsiteX28" fmla="*/ 98845 w 122813"/>
                <a:gd name="connsiteY28" fmla="*/ 85896 h 172601"/>
                <a:gd name="connsiteX29" fmla="*/ 108830 w 122813"/>
                <a:gd name="connsiteY29" fmla="*/ 94968 h 172601"/>
                <a:gd name="connsiteX30" fmla="*/ 123058 w 122813"/>
                <a:gd name="connsiteY30" fmla="*/ 79277 h 172601"/>
                <a:gd name="connsiteX31" fmla="*/ 103837 w 122813"/>
                <a:gd name="connsiteY31" fmla="*/ 62115 h 172601"/>
                <a:gd name="connsiteX32" fmla="*/ 63898 w 122813"/>
                <a:gd name="connsiteY32" fmla="*/ 83690 h 172601"/>
                <a:gd name="connsiteX33" fmla="*/ 34942 w 122813"/>
                <a:gd name="connsiteY33" fmla="*/ 105265 h 172601"/>
                <a:gd name="connsiteX34" fmla="*/ 59654 w 122813"/>
                <a:gd name="connsiteY34" fmla="*/ 7441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2813" h="172601">
                  <a:moveTo>
                    <a:pt x="59654" y="7441"/>
                  </a:moveTo>
                  <a:cubicBezTo>
                    <a:pt x="59904" y="6951"/>
                    <a:pt x="60653" y="3764"/>
                    <a:pt x="60653" y="3519"/>
                  </a:cubicBezTo>
                  <a:cubicBezTo>
                    <a:pt x="60653" y="2293"/>
                    <a:pt x="59654" y="86"/>
                    <a:pt x="56659" y="86"/>
                  </a:cubicBezTo>
                  <a:cubicBezTo>
                    <a:pt x="51666" y="86"/>
                    <a:pt x="30948" y="2048"/>
                    <a:pt x="24707" y="2538"/>
                  </a:cubicBezTo>
                  <a:cubicBezTo>
                    <a:pt x="22710" y="2783"/>
                    <a:pt x="19215" y="3028"/>
                    <a:pt x="19215" y="8177"/>
                  </a:cubicBezTo>
                  <a:cubicBezTo>
                    <a:pt x="19215" y="11609"/>
                    <a:pt x="22710" y="11609"/>
                    <a:pt x="25706" y="11609"/>
                  </a:cubicBezTo>
                  <a:cubicBezTo>
                    <a:pt x="37687" y="11609"/>
                    <a:pt x="37687" y="13325"/>
                    <a:pt x="37687" y="15287"/>
                  </a:cubicBezTo>
                  <a:cubicBezTo>
                    <a:pt x="37687" y="17003"/>
                    <a:pt x="37188" y="18474"/>
                    <a:pt x="36689" y="20681"/>
                  </a:cubicBezTo>
                  <a:lnTo>
                    <a:pt x="1492" y="159448"/>
                  </a:lnTo>
                  <a:cubicBezTo>
                    <a:pt x="244" y="163861"/>
                    <a:pt x="244" y="164351"/>
                    <a:pt x="244" y="164842"/>
                  </a:cubicBezTo>
                  <a:cubicBezTo>
                    <a:pt x="244" y="168519"/>
                    <a:pt x="3240" y="172687"/>
                    <a:pt x="8731" y="172687"/>
                  </a:cubicBezTo>
                  <a:cubicBezTo>
                    <a:pt x="15471" y="172687"/>
                    <a:pt x="18716" y="167784"/>
                    <a:pt x="20214" y="162390"/>
                  </a:cubicBezTo>
                  <a:cubicBezTo>
                    <a:pt x="20713" y="161409"/>
                    <a:pt x="31447" y="118259"/>
                    <a:pt x="32445" y="114827"/>
                  </a:cubicBezTo>
                  <a:cubicBezTo>
                    <a:pt x="50169" y="116543"/>
                    <a:pt x="64397" y="122182"/>
                    <a:pt x="64397" y="134931"/>
                  </a:cubicBezTo>
                  <a:cubicBezTo>
                    <a:pt x="64397" y="136157"/>
                    <a:pt x="64397" y="137382"/>
                    <a:pt x="63898" y="139834"/>
                  </a:cubicBezTo>
                  <a:cubicBezTo>
                    <a:pt x="62899" y="143512"/>
                    <a:pt x="62899" y="144738"/>
                    <a:pt x="62899" y="147435"/>
                  </a:cubicBezTo>
                  <a:cubicBezTo>
                    <a:pt x="62899" y="164842"/>
                    <a:pt x="77377" y="172687"/>
                    <a:pt x="89359" y="172687"/>
                  </a:cubicBezTo>
                  <a:cubicBezTo>
                    <a:pt x="113572" y="172687"/>
                    <a:pt x="121061" y="135421"/>
                    <a:pt x="121061" y="135176"/>
                  </a:cubicBezTo>
                  <a:cubicBezTo>
                    <a:pt x="121061" y="131989"/>
                    <a:pt x="117816" y="131989"/>
                    <a:pt x="117067" y="131989"/>
                  </a:cubicBezTo>
                  <a:cubicBezTo>
                    <a:pt x="113572" y="131989"/>
                    <a:pt x="113323" y="133215"/>
                    <a:pt x="112075" y="137873"/>
                  </a:cubicBezTo>
                  <a:cubicBezTo>
                    <a:pt x="109079" y="148415"/>
                    <a:pt x="102339" y="165822"/>
                    <a:pt x="90108" y="165822"/>
                  </a:cubicBezTo>
                  <a:cubicBezTo>
                    <a:pt x="83368" y="165822"/>
                    <a:pt x="81371" y="159693"/>
                    <a:pt x="81371" y="153074"/>
                  </a:cubicBezTo>
                  <a:cubicBezTo>
                    <a:pt x="81371" y="148906"/>
                    <a:pt x="81371" y="148415"/>
                    <a:pt x="82869" y="142041"/>
                  </a:cubicBezTo>
                  <a:cubicBezTo>
                    <a:pt x="83119" y="141305"/>
                    <a:pt x="84117" y="137137"/>
                    <a:pt x="84117" y="134440"/>
                  </a:cubicBezTo>
                  <a:cubicBezTo>
                    <a:pt x="84117" y="112620"/>
                    <a:pt x="54162" y="109188"/>
                    <a:pt x="43678" y="108452"/>
                  </a:cubicBezTo>
                  <a:cubicBezTo>
                    <a:pt x="50917" y="104039"/>
                    <a:pt x="60153" y="95948"/>
                    <a:pt x="64397" y="92271"/>
                  </a:cubicBezTo>
                  <a:cubicBezTo>
                    <a:pt x="77128" y="80503"/>
                    <a:pt x="89609" y="68980"/>
                    <a:pt x="103587" y="68980"/>
                  </a:cubicBezTo>
                  <a:cubicBezTo>
                    <a:pt x="106583" y="68980"/>
                    <a:pt x="109828" y="69715"/>
                    <a:pt x="111825" y="72167"/>
                  </a:cubicBezTo>
                  <a:cubicBezTo>
                    <a:pt x="101091" y="73883"/>
                    <a:pt x="98845" y="82219"/>
                    <a:pt x="98845" y="85896"/>
                  </a:cubicBezTo>
                  <a:cubicBezTo>
                    <a:pt x="98845" y="91290"/>
                    <a:pt x="103088" y="94968"/>
                    <a:pt x="108830" y="94968"/>
                  </a:cubicBezTo>
                  <a:cubicBezTo>
                    <a:pt x="115569" y="94968"/>
                    <a:pt x="123058" y="89574"/>
                    <a:pt x="123058" y="79277"/>
                  </a:cubicBezTo>
                  <a:cubicBezTo>
                    <a:pt x="123058" y="71186"/>
                    <a:pt x="117067" y="62115"/>
                    <a:pt x="103837" y="62115"/>
                  </a:cubicBezTo>
                  <a:cubicBezTo>
                    <a:pt x="89609" y="62115"/>
                    <a:pt x="76628" y="72167"/>
                    <a:pt x="63898" y="83690"/>
                  </a:cubicBezTo>
                  <a:cubicBezTo>
                    <a:pt x="53414" y="93497"/>
                    <a:pt x="45176" y="101097"/>
                    <a:pt x="34942" y="105265"/>
                  </a:cubicBezTo>
                  <a:lnTo>
                    <a:pt x="59654" y="744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1FFC0BD1-DC58-C228-703A-FECE397371DE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1790370" y="7791755"/>
              <a:ext cx="178300" cy="203142"/>
            </a:xfrm>
            <a:custGeom>
              <a:avLst/>
              <a:gdLst>
                <a:gd name="connsiteX0" fmla="*/ 166072 w 178300"/>
                <a:gd name="connsiteY0" fmla="*/ 108661 h 203142"/>
                <a:gd name="connsiteX1" fmla="*/ 178553 w 178300"/>
                <a:gd name="connsiteY1" fmla="*/ 101656 h 203142"/>
                <a:gd name="connsiteX2" fmla="*/ 166072 w 178300"/>
                <a:gd name="connsiteY2" fmla="*/ 94651 h 203142"/>
                <a:gd name="connsiteX3" fmla="*/ 14873 w 178300"/>
                <a:gd name="connsiteY3" fmla="*/ 94651 h 203142"/>
                <a:gd name="connsiteX4" fmla="*/ 110442 w 178300"/>
                <a:gd name="connsiteY4" fmla="*/ 14095 h 203142"/>
                <a:gd name="connsiteX5" fmla="*/ 166072 w 178300"/>
                <a:gd name="connsiteY5" fmla="*/ 14095 h 203142"/>
                <a:gd name="connsiteX6" fmla="*/ 178553 w 178300"/>
                <a:gd name="connsiteY6" fmla="*/ 7090 h 203142"/>
                <a:gd name="connsiteX7" fmla="*/ 166072 w 178300"/>
                <a:gd name="connsiteY7" fmla="*/ 85 h 203142"/>
                <a:gd name="connsiteX8" fmla="*/ 109729 w 178300"/>
                <a:gd name="connsiteY8" fmla="*/ 85 h 203142"/>
                <a:gd name="connsiteX9" fmla="*/ 252 w 178300"/>
                <a:gd name="connsiteY9" fmla="*/ 101656 h 203142"/>
                <a:gd name="connsiteX10" fmla="*/ 109729 w 178300"/>
                <a:gd name="connsiteY10" fmla="*/ 203227 h 203142"/>
                <a:gd name="connsiteX11" fmla="*/ 166072 w 178300"/>
                <a:gd name="connsiteY11" fmla="*/ 203227 h 203142"/>
                <a:gd name="connsiteX12" fmla="*/ 178553 w 178300"/>
                <a:gd name="connsiteY12" fmla="*/ 196222 h 203142"/>
                <a:gd name="connsiteX13" fmla="*/ 166072 w 178300"/>
                <a:gd name="connsiteY13" fmla="*/ 189217 h 203142"/>
                <a:gd name="connsiteX14" fmla="*/ 110442 w 178300"/>
                <a:gd name="connsiteY14" fmla="*/ 189217 h 203142"/>
                <a:gd name="connsiteX15" fmla="*/ 14873 w 178300"/>
                <a:gd name="connsiteY15" fmla="*/ 108661 h 203142"/>
                <a:gd name="connsiteX16" fmla="*/ 166072 w 178300"/>
                <a:gd name="connsiteY16" fmla="*/ 108661 h 203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8300" h="203142">
                  <a:moveTo>
                    <a:pt x="166072" y="108661"/>
                  </a:moveTo>
                  <a:cubicBezTo>
                    <a:pt x="172134" y="108661"/>
                    <a:pt x="178553" y="108661"/>
                    <a:pt x="178553" y="101656"/>
                  </a:cubicBezTo>
                  <a:cubicBezTo>
                    <a:pt x="178553" y="94651"/>
                    <a:pt x="172134" y="94651"/>
                    <a:pt x="166072" y="94651"/>
                  </a:cubicBezTo>
                  <a:lnTo>
                    <a:pt x="14873" y="94651"/>
                  </a:lnTo>
                  <a:cubicBezTo>
                    <a:pt x="19152" y="47718"/>
                    <a:pt x="60161" y="14095"/>
                    <a:pt x="110442" y="14095"/>
                  </a:cubicBezTo>
                  <a:lnTo>
                    <a:pt x="166072" y="14095"/>
                  </a:lnTo>
                  <a:cubicBezTo>
                    <a:pt x="172134" y="14095"/>
                    <a:pt x="178553" y="14095"/>
                    <a:pt x="178553" y="7090"/>
                  </a:cubicBezTo>
                  <a:cubicBezTo>
                    <a:pt x="178553" y="85"/>
                    <a:pt x="172134" y="85"/>
                    <a:pt x="166072" y="85"/>
                  </a:cubicBezTo>
                  <a:lnTo>
                    <a:pt x="109729" y="85"/>
                  </a:lnTo>
                  <a:cubicBezTo>
                    <a:pt x="48750" y="85"/>
                    <a:pt x="252" y="45617"/>
                    <a:pt x="252" y="101656"/>
                  </a:cubicBezTo>
                  <a:cubicBezTo>
                    <a:pt x="252" y="157695"/>
                    <a:pt x="48750" y="203227"/>
                    <a:pt x="109729" y="203227"/>
                  </a:cubicBezTo>
                  <a:lnTo>
                    <a:pt x="166072" y="203227"/>
                  </a:lnTo>
                  <a:cubicBezTo>
                    <a:pt x="172134" y="203227"/>
                    <a:pt x="178553" y="203227"/>
                    <a:pt x="178553" y="196222"/>
                  </a:cubicBezTo>
                  <a:cubicBezTo>
                    <a:pt x="178553" y="189217"/>
                    <a:pt x="172134" y="189217"/>
                    <a:pt x="166072" y="189217"/>
                  </a:cubicBezTo>
                  <a:lnTo>
                    <a:pt x="110442" y="189217"/>
                  </a:lnTo>
                  <a:cubicBezTo>
                    <a:pt x="60161" y="189217"/>
                    <a:pt x="19152" y="155594"/>
                    <a:pt x="14873" y="108661"/>
                  </a:cubicBezTo>
                  <a:lnTo>
                    <a:pt x="166072" y="10866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B483188D-3480-43D0-7879-97590E38C938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2103267" y="7740969"/>
              <a:ext cx="244985" cy="239918"/>
            </a:xfrm>
            <a:custGeom>
              <a:avLst/>
              <a:gdLst>
                <a:gd name="connsiteX0" fmla="*/ 90125 w 244985"/>
                <a:gd name="connsiteY0" fmla="*/ 130026 h 239918"/>
                <a:gd name="connsiteX1" fmla="*/ 102963 w 244985"/>
                <a:gd name="connsiteY1" fmla="*/ 130026 h 239918"/>
                <a:gd name="connsiteX2" fmla="*/ 156453 w 244985"/>
                <a:gd name="connsiteY2" fmla="*/ 211283 h 239918"/>
                <a:gd name="connsiteX3" fmla="*/ 172500 w 244985"/>
                <a:gd name="connsiteY3" fmla="*/ 235800 h 239918"/>
                <a:gd name="connsiteX4" fmla="*/ 184268 w 244985"/>
                <a:gd name="connsiteY4" fmla="*/ 240003 h 239918"/>
                <a:gd name="connsiteX5" fmla="*/ 233479 w 244985"/>
                <a:gd name="connsiteY5" fmla="*/ 240003 h 239918"/>
                <a:gd name="connsiteX6" fmla="*/ 245247 w 244985"/>
                <a:gd name="connsiteY6" fmla="*/ 233699 h 239918"/>
                <a:gd name="connsiteX7" fmla="*/ 239898 w 244985"/>
                <a:gd name="connsiteY7" fmla="*/ 227744 h 239918"/>
                <a:gd name="connsiteX8" fmla="*/ 200672 w 244985"/>
                <a:gd name="connsiteY8" fmla="*/ 190618 h 239918"/>
                <a:gd name="connsiteX9" fmla="*/ 156453 w 244985"/>
                <a:gd name="connsiteY9" fmla="*/ 126173 h 239918"/>
                <a:gd name="connsiteX10" fmla="*/ 218858 w 244985"/>
                <a:gd name="connsiteY10" fmla="*/ 65581 h 239918"/>
                <a:gd name="connsiteX11" fmla="*/ 124359 w 244985"/>
                <a:gd name="connsiteY11" fmla="*/ 85 h 239918"/>
                <a:gd name="connsiteX12" fmla="*/ 12386 w 244985"/>
                <a:gd name="connsiteY12" fmla="*/ 85 h 239918"/>
                <a:gd name="connsiteX13" fmla="*/ 261 w 244985"/>
                <a:gd name="connsiteY13" fmla="*/ 6389 h 239918"/>
                <a:gd name="connsiteX14" fmla="*/ 9890 w 244985"/>
                <a:gd name="connsiteY14" fmla="*/ 12343 h 239918"/>
                <a:gd name="connsiteX15" fmla="*/ 31999 w 244985"/>
                <a:gd name="connsiteY15" fmla="*/ 32307 h 239918"/>
                <a:gd name="connsiteX16" fmla="*/ 31999 w 244985"/>
                <a:gd name="connsiteY16" fmla="*/ 207780 h 239918"/>
                <a:gd name="connsiteX17" fmla="*/ 9890 w 244985"/>
                <a:gd name="connsiteY17" fmla="*/ 227744 h 239918"/>
                <a:gd name="connsiteX18" fmla="*/ 261 w 244985"/>
                <a:gd name="connsiteY18" fmla="*/ 233699 h 239918"/>
                <a:gd name="connsiteX19" fmla="*/ 12386 w 244985"/>
                <a:gd name="connsiteY19" fmla="*/ 240003 h 239918"/>
                <a:gd name="connsiteX20" fmla="*/ 110095 w 244985"/>
                <a:gd name="connsiteY20" fmla="*/ 240003 h 239918"/>
                <a:gd name="connsiteX21" fmla="*/ 121863 w 244985"/>
                <a:gd name="connsiteY21" fmla="*/ 233699 h 239918"/>
                <a:gd name="connsiteX22" fmla="*/ 111878 w 244985"/>
                <a:gd name="connsiteY22" fmla="*/ 227744 h 239918"/>
                <a:gd name="connsiteX23" fmla="*/ 90125 w 244985"/>
                <a:gd name="connsiteY23" fmla="*/ 207780 h 239918"/>
                <a:gd name="connsiteX24" fmla="*/ 90125 w 244985"/>
                <a:gd name="connsiteY24" fmla="*/ 130026 h 239918"/>
                <a:gd name="connsiteX25" fmla="*/ 158949 w 244985"/>
                <a:gd name="connsiteY25" fmla="*/ 112864 h 239918"/>
                <a:gd name="connsiteX26" fmla="*/ 170004 w 244985"/>
                <a:gd name="connsiteY26" fmla="*/ 65931 h 239918"/>
                <a:gd name="connsiteX27" fmla="*/ 156453 w 244985"/>
                <a:gd name="connsiteY27" fmla="*/ 16196 h 239918"/>
                <a:gd name="connsiteX28" fmla="*/ 206377 w 244985"/>
                <a:gd name="connsiteY28" fmla="*/ 65581 h 239918"/>
                <a:gd name="connsiteX29" fmla="*/ 158949 w 244985"/>
                <a:gd name="connsiteY29" fmla="*/ 112864 h 239918"/>
                <a:gd name="connsiteX30" fmla="*/ 90125 w 244985"/>
                <a:gd name="connsiteY30" fmla="*/ 31257 h 239918"/>
                <a:gd name="connsiteX31" fmla="*/ 112234 w 244985"/>
                <a:gd name="connsiteY31" fmla="*/ 12343 h 239918"/>
                <a:gd name="connsiteX32" fmla="*/ 157523 w 244985"/>
                <a:gd name="connsiteY32" fmla="*/ 65931 h 239918"/>
                <a:gd name="connsiteX33" fmla="*/ 90125 w 244985"/>
                <a:gd name="connsiteY33" fmla="*/ 117767 h 239918"/>
                <a:gd name="connsiteX34" fmla="*/ 90125 w 244985"/>
                <a:gd name="connsiteY34" fmla="*/ 31257 h 239918"/>
                <a:gd name="connsiteX35" fmla="*/ 41627 w 244985"/>
                <a:gd name="connsiteY35" fmla="*/ 227744 h 239918"/>
                <a:gd name="connsiteX36" fmla="*/ 44480 w 244985"/>
                <a:gd name="connsiteY36" fmla="*/ 208481 h 239918"/>
                <a:gd name="connsiteX37" fmla="*/ 44480 w 244985"/>
                <a:gd name="connsiteY37" fmla="*/ 31607 h 239918"/>
                <a:gd name="connsiteX38" fmla="*/ 41627 w 244985"/>
                <a:gd name="connsiteY38" fmla="*/ 12343 h 239918"/>
                <a:gd name="connsiteX39" fmla="*/ 82280 w 244985"/>
                <a:gd name="connsiteY39" fmla="*/ 12343 h 239918"/>
                <a:gd name="connsiteX40" fmla="*/ 77644 w 244985"/>
                <a:gd name="connsiteY40" fmla="*/ 30206 h 239918"/>
                <a:gd name="connsiteX41" fmla="*/ 77644 w 244985"/>
                <a:gd name="connsiteY41" fmla="*/ 208481 h 239918"/>
                <a:gd name="connsiteX42" fmla="*/ 80497 w 244985"/>
                <a:gd name="connsiteY42" fmla="*/ 227744 h 239918"/>
                <a:gd name="connsiteX43" fmla="*/ 41627 w 244985"/>
                <a:gd name="connsiteY43" fmla="*/ 227744 h 239918"/>
                <a:gd name="connsiteX44" fmla="*/ 117583 w 244985"/>
                <a:gd name="connsiteY44" fmla="*/ 130026 h 239918"/>
                <a:gd name="connsiteX45" fmla="*/ 124359 w 244985"/>
                <a:gd name="connsiteY45" fmla="*/ 129325 h 239918"/>
                <a:gd name="connsiteX46" fmla="*/ 142902 w 244985"/>
                <a:gd name="connsiteY46" fmla="*/ 127924 h 239918"/>
                <a:gd name="connsiteX47" fmla="*/ 216362 w 244985"/>
                <a:gd name="connsiteY47" fmla="*/ 227744 h 239918"/>
                <a:gd name="connsiteX48" fmla="*/ 181772 w 244985"/>
                <a:gd name="connsiteY48" fmla="*/ 227744 h 239918"/>
                <a:gd name="connsiteX49" fmla="*/ 117583 w 244985"/>
                <a:gd name="connsiteY49" fmla="*/ 130026 h 239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4985" h="239918">
                  <a:moveTo>
                    <a:pt x="90125" y="130026"/>
                  </a:moveTo>
                  <a:lnTo>
                    <a:pt x="102963" y="130026"/>
                  </a:lnTo>
                  <a:lnTo>
                    <a:pt x="156453" y="211283"/>
                  </a:lnTo>
                  <a:cubicBezTo>
                    <a:pt x="160019" y="216887"/>
                    <a:pt x="168577" y="230546"/>
                    <a:pt x="172500" y="235800"/>
                  </a:cubicBezTo>
                  <a:cubicBezTo>
                    <a:pt x="174996" y="240003"/>
                    <a:pt x="176066" y="240003"/>
                    <a:pt x="184268" y="240003"/>
                  </a:cubicBezTo>
                  <a:lnTo>
                    <a:pt x="233479" y="240003"/>
                  </a:lnTo>
                  <a:cubicBezTo>
                    <a:pt x="239898" y="240003"/>
                    <a:pt x="245247" y="240003"/>
                    <a:pt x="245247" y="233699"/>
                  </a:cubicBezTo>
                  <a:cubicBezTo>
                    <a:pt x="245247" y="230897"/>
                    <a:pt x="243107" y="228445"/>
                    <a:pt x="239898" y="227744"/>
                  </a:cubicBezTo>
                  <a:cubicBezTo>
                    <a:pt x="226704" y="224942"/>
                    <a:pt x="209230" y="201826"/>
                    <a:pt x="200672" y="190618"/>
                  </a:cubicBezTo>
                  <a:cubicBezTo>
                    <a:pt x="198175" y="187116"/>
                    <a:pt x="180345" y="164000"/>
                    <a:pt x="156453" y="126173"/>
                  </a:cubicBezTo>
                  <a:cubicBezTo>
                    <a:pt x="188191" y="120569"/>
                    <a:pt x="218858" y="107260"/>
                    <a:pt x="218858" y="65581"/>
                  </a:cubicBezTo>
                  <a:cubicBezTo>
                    <a:pt x="218858" y="16896"/>
                    <a:pt x="166438" y="85"/>
                    <a:pt x="124359" y="85"/>
                  </a:cubicBezTo>
                  <a:lnTo>
                    <a:pt x="12386" y="85"/>
                  </a:lnTo>
                  <a:cubicBezTo>
                    <a:pt x="5967" y="85"/>
                    <a:pt x="261" y="85"/>
                    <a:pt x="261" y="6389"/>
                  </a:cubicBezTo>
                  <a:cubicBezTo>
                    <a:pt x="261" y="12343"/>
                    <a:pt x="7037" y="12343"/>
                    <a:pt x="9890" y="12343"/>
                  </a:cubicBezTo>
                  <a:cubicBezTo>
                    <a:pt x="30216" y="12343"/>
                    <a:pt x="31999" y="14795"/>
                    <a:pt x="31999" y="32307"/>
                  </a:cubicBezTo>
                  <a:lnTo>
                    <a:pt x="31999" y="207780"/>
                  </a:lnTo>
                  <a:cubicBezTo>
                    <a:pt x="31999" y="225293"/>
                    <a:pt x="30216" y="227744"/>
                    <a:pt x="9890" y="227744"/>
                  </a:cubicBezTo>
                  <a:cubicBezTo>
                    <a:pt x="7037" y="227744"/>
                    <a:pt x="261" y="227744"/>
                    <a:pt x="261" y="233699"/>
                  </a:cubicBezTo>
                  <a:cubicBezTo>
                    <a:pt x="261" y="240003"/>
                    <a:pt x="5967" y="240003"/>
                    <a:pt x="12386" y="240003"/>
                  </a:cubicBezTo>
                  <a:lnTo>
                    <a:pt x="110095" y="240003"/>
                  </a:lnTo>
                  <a:cubicBezTo>
                    <a:pt x="116514" y="240003"/>
                    <a:pt x="121863" y="240003"/>
                    <a:pt x="121863" y="233699"/>
                  </a:cubicBezTo>
                  <a:cubicBezTo>
                    <a:pt x="121863" y="227744"/>
                    <a:pt x="115800" y="227744"/>
                    <a:pt x="111878" y="227744"/>
                  </a:cubicBezTo>
                  <a:cubicBezTo>
                    <a:pt x="91551" y="227744"/>
                    <a:pt x="90125" y="224942"/>
                    <a:pt x="90125" y="207780"/>
                  </a:cubicBezTo>
                  <a:lnTo>
                    <a:pt x="90125" y="130026"/>
                  </a:lnTo>
                  <a:close/>
                  <a:moveTo>
                    <a:pt x="158949" y="112864"/>
                  </a:moveTo>
                  <a:cubicBezTo>
                    <a:pt x="168934" y="99905"/>
                    <a:pt x="170004" y="81342"/>
                    <a:pt x="170004" y="65931"/>
                  </a:cubicBezTo>
                  <a:cubicBezTo>
                    <a:pt x="170004" y="49119"/>
                    <a:pt x="167864" y="30556"/>
                    <a:pt x="156453" y="16196"/>
                  </a:cubicBezTo>
                  <a:cubicBezTo>
                    <a:pt x="171074" y="19348"/>
                    <a:pt x="206377" y="30206"/>
                    <a:pt x="206377" y="65581"/>
                  </a:cubicBezTo>
                  <a:cubicBezTo>
                    <a:pt x="206377" y="88347"/>
                    <a:pt x="195679" y="106209"/>
                    <a:pt x="158949" y="112864"/>
                  </a:cubicBezTo>
                  <a:close/>
                  <a:moveTo>
                    <a:pt x="90125" y="31257"/>
                  </a:moveTo>
                  <a:cubicBezTo>
                    <a:pt x="90125" y="23901"/>
                    <a:pt x="90125" y="12343"/>
                    <a:pt x="112234" y="12343"/>
                  </a:cubicBezTo>
                  <a:cubicBezTo>
                    <a:pt x="142546" y="12343"/>
                    <a:pt x="157523" y="24602"/>
                    <a:pt x="157523" y="65931"/>
                  </a:cubicBezTo>
                  <a:cubicBezTo>
                    <a:pt x="157523" y="111113"/>
                    <a:pt x="146468" y="117767"/>
                    <a:pt x="90125" y="117767"/>
                  </a:cubicBezTo>
                  <a:lnTo>
                    <a:pt x="90125" y="31257"/>
                  </a:lnTo>
                  <a:close/>
                  <a:moveTo>
                    <a:pt x="41627" y="227744"/>
                  </a:moveTo>
                  <a:cubicBezTo>
                    <a:pt x="44480" y="221440"/>
                    <a:pt x="44480" y="211633"/>
                    <a:pt x="44480" y="208481"/>
                  </a:cubicBezTo>
                  <a:lnTo>
                    <a:pt x="44480" y="31607"/>
                  </a:lnTo>
                  <a:cubicBezTo>
                    <a:pt x="44480" y="28104"/>
                    <a:pt x="44480" y="18648"/>
                    <a:pt x="41627" y="12343"/>
                  </a:cubicBezTo>
                  <a:lnTo>
                    <a:pt x="82280" y="12343"/>
                  </a:lnTo>
                  <a:cubicBezTo>
                    <a:pt x="77644" y="17947"/>
                    <a:pt x="77644" y="24952"/>
                    <a:pt x="77644" y="30206"/>
                  </a:cubicBezTo>
                  <a:lnTo>
                    <a:pt x="77644" y="208481"/>
                  </a:lnTo>
                  <a:cubicBezTo>
                    <a:pt x="77644" y="211983"/>
                    <a:pt x="77644" y="221440"/>
                    <a:pt x="80497" y="227744"/>
                  </a:cubicBezTo>
                  <a:lnTo>
                    <a:pt x="41627" y="227744"/>
                  </a:lnTo>
                  <a:close/>
                  <a:moveTo>
                    <a:pt x="117583" y="130026"/>
                  </a:moveTo>
                  <a:cubicBezTo>
                    <a:pt x="120080" y="129676"/>
                    <a:pt x="121506" y="129325"/>
                    <a:pt x="124359" y="129325"/>
                  </a:cubicBezTo>
                  <a:cubicBezTo>
                    <a:pt x="129708" y="129325"/>
                    <a:pt x="137553" y="128625"/>
                    <a:pt x="142902" y="127924"/>
                  </a:cubicBezTo>
                  <a:cubicBezTo>
                    <a:pt x="148251" y="136330"/>
                    <a:pt x="186764" y="198674"/>
                    <a:pt x="216362" y="227744"/>
                  </a:cubicBezTo>
                  <a:lnTo>
                    <a:pt x="181772" y="227744"/>
                  </a:lnTo>
                  <a:lnTo>
                    <a:pt x="117583" y="130026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BBEFF1C5-2F9B-6473-DB84-286A755E3F47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2370335" y="7666125"/>
              <a:ext cx="128305" cy="172601"/>
            </a:xfrm>
            <a:custGeom>
              <a:avLst/>
              <a:gdLst>
                <a:gd name="connsiteX0" fmla="*/ 127575 w 128305"/>
                <a:gd name="connsiteY0" fmla="*/ 7436 h 172601"/>
                <a:gd name="connsiteX1" fmla="*/ 128574 w 128305"/>
                <a:gd name="connsiteY1" fmla="*/ 3513 h 172601"/>
                <a:gd name="connsiteX2" fmla="*/ 124580 w 128305"/>
                <a:gd name="connsiteY2" fmla="*/ 81 h 172601"/>
                <a:gd name="connsiteX3" fmla="*/ 92628 w 128305"/>
                <a:gd name="connsiteY3" fmla="*/ 2532 h 172601"/>
                <a:gd name="connsiteX4" fmla="*/ 87137 w 128305"/>
                <a:gd name="connsiteY4" fmla="*/ 8171 h 172601"/>
                <a:gd name="connsiteX5" fmla="*/ 93627 w 128305"/>
                <a:gd name="connsiteY5" fmla="*/ 11604 h 172601"/>
                <a:gd name="connsiteX6" fmla="*/ 105609 w 128305"/>
                <a:gd name="connsiteY6" fmla="*/ 15281 h 172601"/>
                <a:gd name="connsiteX7" fmla="*/ 104610 w 128305"/>
                <a:gd name="connsiteY7" fmla="*/ 20675 h 172601"/>
                <a:gd name="connsiteX8" fmla="*/ 90382 w 128305"/>
                <a:gd name="connsiteY8" fmla="*/ 76574 h 172601"/>
                <a:gd name="connsiteX9" fmla="*/ 64671 w 128305"/>
                <a:gd name="connsiteY9" fmla="*/ 62109 h 172601"/>
                <a:gd name="connsiteX10" fmla="*/ 269 w 128305"/>
                <a:gd name="connsiteY10" fmla="*/ 131983 h 172601"/>
                <a:gd name="connsiteX11" fmla="*/ 37961 w 128305"/>
                <a:gd name="connsiteY11" fmla="*/ 172682 h 172601"/>
                <a:gd name="connsiteX12" fmla="*/ 73408 w 128305"/>
                <a:gd name="connsiteY12" fmla="*/ 155520 h 172601"/>
                <a:gd name="connsiteX13" fmla="*/ 99119 w 128305"/>
                <a:gd name="connsiteY13" fmla="*/ 172682 h 172601"/>
                <a:gd name="connsiteX14" fmla="*/ 118839 w 128305"/>
                <a:gd name="connsiteY14" fmla="*/ 159688 h 172601"/>
                <a:gd name="connsiteX15" fmla="*/ 127575 w 128305"/>
                <a:gd name="connsiteY15" fmla="*/ 135170 h 172601"/>
                <a:gd name="connsiteX16" fmla="*/ 123581 w 128305"/>
                <a:gd name="connsiteY16" fmla="*/ 131983 h 172601"/>
                <a:gd name="connsiteX17" fmla="*/ 118090 w 128305"/>
                <a:gd name="connsiteY17" fmla="*/ 139583 h 172601"/>
                <a:gd name="connsiteX18" fmla="*/ 99867 w 128305"/>
                <a:gd name="connsiteY18" fmla="*/ 165817 h 172601"/>
                <a:gd name="connsiteX19" fmla="*/ 91630 w 128305"/>
                <a:gd name="connsiteY19" fmla="*/ 153803 h 172601"/>
                <a:gd name="connsiteX20" fmla="*/ 92878 w 128305"/>
                <a:gd name="connsiteY20" fmla="*/ 143751 h 172601"/>
                <a:gd name="connsiteX21" fmla="*/ 127575 w 128305"/>
                <a:gd name="connsiteY21" fmla="*/ 7436 h 172601"/>
                <a:gd name="connsiteX22" fmla="*/ 74406 w 128305"/>
                <a:gd name="connsiteY22" fmla="*/ 139583 h 172601"/>
                <a:gd name="connsiteX23" fmla="*/ 61675 w 128305"/>
                <a:gd name="connsiteY23" fmla="*/ 156010 h 172601"/>
                <a:gd name="connsiteX24" fmla="*/ 38710 w 128305"/>
                <a:gd name="connsiteY24" fmla="*/ 165817 h 172601"/>
                <a:gd name="connsiteX25" fmla="*/ 20488 w 128305"/>
                <a:gd name="connsiteY25" fmla="*/ 142035 h 172601"/>
                <a:gd name="connsiteX26" fmla="*/ 33468 w 128305"/>
                <a:gd name="connsiteY26" fmla="*/ 92265 h 172601"/>
                <a:gd name="connsiteX27" fmla="*/ 64671 w 128305"/>
                <a:gd name="connsiteY27" fmla="*/ 68974 h 172601"/>
                <a:gd name="connsiteX28" fmla="*/ 86887 w 128305"/>
                <a:gd name="connsiteY28" fmla="*/ 90304 h 172601"/>
                <a:gd name="connsiteX29" fmla="*/ 86138 w 128305"/>
                <a:gd name="connsiteY29" fmla="*/ 93736 h 172601"/>
                <a:gd name="connsiteX30" fmla="*/ 74406 w 128305"/>
                <a:gd name="connsiteY30" fmla="*/ 139583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75" y="7436"/>
                  </a:moveTo>
                  <a:cubicBezTo>
                    <a:pt x="127825" y="6945"/>
                    <a:pt x="128574" y="3758"/>
                    <a:pt x="128574" y="3513"/>
                  </a:cubicBezTo>
                  <a:cubicBezTo>
                    <a:pt x="128574" y="2287"/>
                    <a:pt x="127575" y="81"/>
                    <a:pt x="124580" y="81"/>
                  </a:cubicBezTo>
                  <a:cubicBezTo>
                    <a:pt x="119588" y="81"/>
                    <a:pt x="98869" y="2042"/>
                    <a:pt x="92628" y="2532"/>
                  </a:cubicBezTo>
                  <a:cubicBezTo>
                    <a:pt x="90631" y="2777"/>
                    <a:pt x="87137" y="3023"/>
                    <a:pt x="87137" y="8171"/>
                  </a:cubicBezTo>
                  <a:cubicBezTo>
                    <a:pt x="87137" y="11604"/>
                    <a:pt x="90631" y="11604"/>
                    <a:pt x="93627" y="11604"/>
                  </a:cubicBezTo>
                  <a:cubicBezTo>
                    <a:pt x="105609" y="11604"/>
                    <a:pt x="105609" y="13320"/>
                    <a:pt x="105609" y="15281"/>
                  </a:cubicBezTo>
                  <a:cubicBezTo>
                    <a:pt x="105609" y="16997"/>
                    <a:pt x="105109" y="18468"/>
                    <a:pt x="104610" y="20675"/>
                  </a:cubicBezTo>
                  <a:lnTo>
                    <a:pt x="90382" y="76574"/>
                  </a:lnTo>
                  <a:cubicBezTo>
                    <a:pt x="85140" y="68484"/>
                    <a:pt x="76653" y="62109"/>
                    <a:pt x="64671" y="62109"/>
                  </a:cubicBezTo>
                  <a:cubicBezTo>
                    <a:pt x="32719" y="62109"/>
                    <a:pt x="269" y="96678"/>
                    <a:pt x="269" y="131983"/>
                  </a:cubicBezTo>
                  <a:cubicBezTo>
                    <a:pt x="269" y="155765"/>
                    <a:pt x="16494" y="172682"/>
                    <a:pt x="37961" y="172682"/>
                  </a:cubicBezTo>
                  <a:cubicBezTo>
                    <a:pt x="51441" y="172682"/>
                    <a:pt x="63423" y="165081"/>
                    <a:pt x="73408" y="155520"/>
                  </a:cubicBezTo>
                  <a:cubicBezTo>
                    <a:pt x="78150" y="170230"/>
                    <a:pt x="92628" y="172682"/>
                    <a:pt x="99119" y="172682"/>
                  </a:cubicBezTo>
                  <a:cubicBezTo>
                    <a:pt x="108105" y="172682"/>
                    <a:pt x="114345" y="167288"/>
                    <a:pt x="118839" y="159688"/>
                  </a:cubicBezTo>
                  <a:cubicBezTo>
                    <a:pt x="124330" y="150126"/>
                    <a:pt x="127575" y="136151"/>
                    <a:pt x="127575" y="135170"/>
                  </a:cubicBezTo>
                  <a:cubicBezTo>
                    <a:pt x="127575" y="131983"/>
                    <a:pt x="124330" y="131983"/>
                    <a:pt x="123581" y="131983"/>
                  </a:cubicBezTo>
                  <a:cubicBezTo>
                    <a:pt x="120087" y="131983"/>
                    <a:pt x="119837" y="132964"/>
                    <a:pt x="118090" y="139583"/>
                  </a:cubicBezTo>
                  <a:cubicBezTo>
                    <a:pt x="115094" y="151352"/>
                    <a:pt x="110352" y="165817"/>
                    <a:pt x="99867" y="165817"/>
                  </a:cubicBezTo>
                  <a:cubicBezTo>
                    <a:pt x="93377" y="165817"/>
                    <a:pt x="91630" y="160423"/>
                    <a:pt x="91630" y="153803"/>
                  </a:cubicBezTo>
                  <a:cubicBezTo>
                    <a:pt x="91630" y="149145"/>
                    <a:pt x="92129" y="146939"/>
                    <a:pt x="92878" y="143751"/>
                  </a:cubicBezTo>
                  <a:lnTo>
                    <a:pt x="127575" y="7436"/>
                  </a:lnTo>
                  <a:close/>
                  <a:moveTo>
                    <a:pt x="74406" y="139583"/>
                  </a:moveTo>
                  <a:cubicBezTo>
                    <a:pt x="72659" y="146448"/>
                    <a:pt x="67167" y="151352"/>
                    <a:pt x="61675" y="156010"/>
                  </a:cubicBezTo>
                  <a:cubicBezTo>
                    <a:pt x="59429" y="157971"/>
                    <a:pt x="49444" y="165817"/>
                    <a:pt x="38710" y="165817"/>
                  </a:cubicBezTo>
                  <a:cubicBezTo>
                    <a:pt x="29474" y="165817"/>
                    <a:pt x="20488" y="159442"/>
                    <a:pt x="20488" y="142035"/>
                  </a:cubicBezTo>
                  <a:cubicBezTo>
                    <a:pt x="20488" y="129041"/>
                    <a:pt x="27727" y="102072"/>
                    <a:pt x="33468" y="92265"/>
                  </a:cubicBezTo>
                  <a:cubicBezTo>
                    <a:pt x="44951" y="72651"/>
                    <a:pt x="57681" y="68974"/>
                    <a:pt x="64671" y="68974"/>
                  </a:cubicBezTo>
                  <a:cubicBezTo>
                    <a:pt x="82144" y="68974"/>
                    <a:pt x="86887" y="87607"/>
                    <a:pt x="86887" y="90304"/>
                  </a:cubicBezTo>
                  <a:cubicBezTo>
                    <a:pt x="86887" y="91285"/>
                    <a:pt x="86388" y="93001"/>
                    <a:pt x="86138" y="93736"/>
                  </a:cubicBezTo>
                  <a:lnTo>
                    <a:pt x="74406" y="139583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6C9CF123-36AE-6026-6CBE-FB515C68AB5C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2519782" y="7754667"/>
              <a:ext cx="88793" cy="116631"/>
            </a:xfrm>
            <a:custGeom>
              <a:avLst/>
              <a:gdLst>
                <a:gd name="connsiteX0" fmla="*/ 89067 w 88793"/>
                <a:gd name="connsiteY0" fmla="*/ 82915 h 116631"/>
                <a:gd name="connsiteX1" fmla="*/ 81578 w 88793"/>
                <a:gd name="connsiteY1" fmla="*/ 82915 h 116631"/>
                <a:gd name="connsiteX2" fmla="*/ 76407 w 88793"/>
                <a:gd name="connsiteY2" fmla="*/ 98851 h 116631"/>
                <a:gd name="connsiteX3" fmla="*/ 57329 w 88793"/>
                <a:gd name="connsiteY3" fmla="*/ 99902 h 116631"/>
                <a:gd name="connsiteX4" fmla="*/ 22382 w 88793"/>
                <a:gd name="connsiteY4" fmla="*/ 99902 h 116631"/>
                <a:gd name="connsiteX5" fmla="*/ 58042 w 88793"/>
                <a:gd name="connsiteY5" fmla="*/ 74509 h 116631"/>
                <a:gd name="connsiteX6" fmla="*/ 89067 w 88793"/>
                <a:gd name="connsiteY6" fmla="*/ 34931 h 116631"/>
                <a:gd name="connsiteX7" fmla="*/ 41995 w 88793"/>
                <a:gd name="connsiteY7" fmla="*/ 82 h 116631"/>
                <a:gd name="connsiteX8" fmla="*/ 273 w 88793"/>
                <a:gd name="connsiteY8" fmla="*/ 30903 h 116631"/>
                <a:gd name="connsiteX9" fmla="*/ 10614 w 88793"/>
                <a:gd name="connsiteY9" fmla="*/ 41586 h 116631"/>
                <a:gd name="connsiteX10" fmla="*/ 21134 w 88793"/>
                <a:gd name="connsiteY10" fmla="*/ 31253 h 116631"/>
                <a:gd name="connsiteX11" fmla="*/ 10971 w 88793"/>
                <a:gd name="connsiteY11" fmla="*/ 20921 h 116631"/>
                <a:gd name="connsiteX12" fmla="*/ 38251 w 88793"/>
                <a:gd name="connsiteY12" fmla="*/ 7787 h 116631"/>
                <a:gd name="connsiteX13" fmla="*/ 69988 w 88793"/>
                <a:gd name="connsiteY13" fmla="*/ 35106 h 116631"/>
                <a:gd name="connsiteX14" fmla="*/ 45918 w 88793"/>
                <a:gd name="connsiteY14" fmla="*/ 72407 h 116631"/>
                <a:gd name="connsiteX15" fmla="*/ 2412 w 88793"/>
                <a:gd name="connsiteY15" fmla="*/ 108658 h 116631"/>
                <a:gd name="connsiteX16" fmla="*/ 273 w 88793"/>
                <a:gd name="connsiteY16" fmla="*/ 111460 h 116631"/>
                <a:gd name="connsiteX17" fmla="*/ 273 w 88793"/>
                <a:gd name="connsiteY17" fmla="*/ 116713 h 116631"/>
                <a:gd name="connsiteX18" fmla="*/ 83183 w 88793"/>
                <a:gd name="connsiteY18" fmla="*/ 116713 h 116631"/>
                <a:gd name="connsiteX19" fmla="*/ 89067 w 88793"/>
                <a:gd name="connsiteY19" fmla="*/ 82915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8793" h="116631">
                  <a:moveTo>
                    <a:pt x="89067" y="82915"/>
                  </a:moveTo>
                  <a:lnTo>
                    <a:pt x="81578" y="82915"/>
                  </a:lnTo>
                  <a:cubicBezTo>
                    <a:pt x="81043" y="86242"/>
                    <a:pt x="79260" y="97100"/>
                    <a:pt x="76407" y="98851"/>
                  </a:cubicBezTo>
                  <a:cubicBezTo>
                    <a:pt x="74981" y="99902"/>
                    <a:pt x="60003" y="99902"/>
                    <a:pt x="57329" y="99902"/>
                  </a:cubicBezTo>
                  <a:lnTo>
                    <a:pt x="22382" y="99902"/>
                  </a:lnTo>
                  <a:cubicBezTo>
                    <a:pt x="34150" y="91321"/>
                    <a:pt x="47344" y="81514"/>
                    <a:pt x="58042" y="74509"/>
                  </a:cubicBezTo>
                  <a:cubicBezTo>
                    <a:pt x="74089" y="63651"/>
                    <a:pt x="89067" y="53494"/>
                    <a:pt x="89067" y="34931"/>
                  </a:cubicBezTo>
                  <a:cubicBezTo>
                    <a:pt x="89067" y="12515"/>
                    <a:pt x="67492" y="82"/>
                    <a:pt x="41995" y="82"/>
                  </a:cubicBezTo>
                  <a:cubicBezTo>
                    <a:pt x="17924" y="82"/>
                    <a:pt x="273" y="13741"/>
                    <a:pt x="273" y="30903"/>
                  </a:cubicBezTo>
                  <a:cubicBezTo>
                    <a:pt x="273" y="40010"/>
                    <a:pt x="8118" y="41586"/>
                    <a:pt x="10614" y="41586"/>
                  </a:cubicBezTo>
                  <a:cubicBezTo>
                    <a:pt x="15428" y="41586"/>
                    <a:pt x="21134" y="38433"/>
                    <a:pt x="21134" y="31253"/>
                  </a:cubicBezTo>
                  <a:cubicBezTo>
                    <a:pt x="21134" y="24949"/>
                    <a:pt x="16498" y="21447"/>
                    <a:pt x="10971" y="20921"/>
                  </a:cubicBezTo>
                  <a:cubicBezTo>
                    <a:pt x="15963" y="13041"/>
                    <a:pt x="26305" y="7787"/>
                    <a:pt x="38251" y="7787"/>
                  </a:cubicBezTo>
                  <a:cubicBezTo>
                    <a:pt x="55546" y="7787"/>
                    <a:pt x="69988" y="17944"/>
                    <a:pt x="69988" y="35106"/>
                  </a:cubicBezTo>
                  <a:cubicBezTo>
                    <a:pt x="69988" y="49816"/>
                    <a:pt x="59647" y="61024"/>
                    <a:pt x="45918" y="72407"/>
                  </a:cubicBezTo>
                  <a:lnTo>
                    <a:pt x="2412" y="108658"/>
                  </a:lnTo>
                  <a:cubicBezTo>
                    <a:pt x="629" y="110234"/>
                    <a:pt x="451" y="110234"/>
                    <a:pt x="273" y="111460"/>
                  </a:cubicBezTo>
                  <a:lnTo>
                    <a:pt x="273" y="116713"/>
                  </a:lnTo>
                  <a:lnTo>
                    <a:pt x="83183" y="116713"/>
                  </a:lnTo>
                  <a:lnTo>
                    <a:pt x="89067" y="8291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445A997E-C67B-EABE-4C18-681C99ADAF0E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2687165" y="7709275"/>
              <a:ext cx="133797" cy="131166"/>
            </a:xfrm>
            <a:custGeom>
              <a:avLst/>
              <a:gdLst>
                <a:gd name="connsiteX0" fmla="*/ 130579 w 133797"/>
                <a:gd name="connsiteY0" fmla="*/ 12094 h 131166"/>
                <a:gd name="connsiteX1" fmla="*/ 134074 w 133797"/>
                <a:gd name="connsiteY1" fmla="*/ 6210 h 131166"/>
                <a:gd name="connsiteX2" fmla="*/ 128083 w 133797"/>
                <a:gd name="connsiteY2" fmla="*/ 81 h 131166"/>
                <a:gd name="connsiteX3" fmla="*/ 121842 w 133797"/>
                <a:gd name="connsiteY3" fmla="*/ 3758 h 131166"/>
                <a:gd name="connsiteX4" fmla="*/ 67175 w 133797"/>
                <a:gd name="connsiteY4" fmla="*/ 57206 h 131166"/>
                <a:gd name="connsiteX5" fmla="*/ 12258 w 133797"/>
                <a:gd name="connsiteY5" fmla="*/ 3513 h 131166"/>
                <a:gd name="connsiteX6" fmla="*/ 6517 w 133797"/>
                <a:gd name="connsiteY6" fmla="*/ 81 h 131166"/>
                <a:gd name="connsiteX7" fmla="*/ 277 w 133797"/>
                <a:gd name="connsiteY7" fmla="*/ 6210 h 131166"/>
                <a:gd name="connsiteX8" fmla="*/ 4021 w 133797"/>
                <a:gd name="connsiteY8" fmla="*/ 12094 h 131166"/>
                <a:gd name="connsiteX9" fmla="*/ 58438 w 133797"/>
                <a:gd name="connsiteY9" fmla="*/ 65541 h 131166"/>
                <a:gd name="connsiteX10" fmla="*/ 4021 w 133797"/>
                <a:gd name="connsiteY10" fmla="*/ 118989 h 131166"/>
                <a:gd name="connsiteX11" fmla="*/ 277 w 133797"/>
                <a:gd name="connsiteY11" fmla="*/ 125118 h 131166"/>
                <a:gd name="connsiteX12" fmla="*/ 6517 w 133797"/>
                <a:gd name="connsiteY12" fmla="*/ 131248 h 131166"/>
                <a:gd name="connsiteX13" fmla="*/ 12258 w 133797"/>
                <a:gd name="connsiteY13" fmla="*/ 127815 h 131166"/>
                <a:gd name="connsiteX14" fmla="*/ 67175 w 133797"/>
                <a:gd name="connsiteY14" fmla="*/ 74123 h 131166"/>
                <a:gd name="connsiteX15" fmla="*/ 124089 w 133797"/>
                <a:gd name="connsiteY15" fmla="*/ 130022 h 131166"/>
                <a:gd name="connsiteX16" fmla="*/ 128083 w 133797"/>
                <a:gd name="connsiteY16" fmla="*/ 131248 h 131166"/>
                <a:gd name="connsiteX17" fmla="*/ 134074 w 133797"/>
                <a:gd name="connsiteY17" fmla="*/ 125118 h 131166"/>
                <a:gd name="connsiteX18" fmla="*/ 132825 w 133797"/>
                <a:gd name="connsiteY18" fmla="*/ 121931 h 131166"/>
                <a:gd name="connsiteX19" fmla="*/ 75912 w 133797"/>
                <a:gd name="connsiteY19" fmla="*/ 65787 h 131166"/>
                <a:gd name="connsiteX20" fmla="*/ 130579 w 133797"/>
                <a:gd name="connsiteY20" fmla="*/ 12094 h 1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3797" h="131166">
                  <a:moveTo>
                    <a:pt x="130579" y="12094"/>
                  </a:moveTo>
                  <a:cubicBezTo>
                    <a:pt x="133325" y="9397"/>
                    <a:pt x="134074" y="7926"/>
                    <a:pt x="134074" y="6210"/>
                  </a:cubicBezTo>
                  <a:cubicBezTo>
                    <a:pt x="134074" y="2287"/>
                    <a:pt x="130829" y="81"/>
                    <a:pt x="128083" y="81"/>
                  </a:cubicBezTo>
                  <a:cubicBezTo>
                    <a:pt x="125586" y="81"/>
                    <a:pt x="124838" y="816"/>
                    <a:pt x="121842" y="3758"/>
                  </a:cubicBezTo>
                  <a:lnTo>
                    <a:pt x="67175" y="57206"/>
                  </a:lnTo>
                  <a:lnTo>
                    <a:pt x="12258" y="3513"/>
                  </a:lnTo>
                  <a:cubicBezTo>
                    <a:pt x="9762" y="1061"/>
                    <a:pt x="8764" y="81"/>
                    <a:pt x="6517" y="81"/>
                  </a:cubicBezTo>
                  <a:cubicBezTo>
                    <a:pt x="3022" y="81"/>
                    <a:pt x="277" y="2777"/>
                    <a:pt x="277" y="6210"/>
                  </a:cubicBezTo>
                  <a:cubicBezTo>
                    <a:pt x="277" y="8416"/>
                    <a:pt x="1025" y="9152"/>
                    <a:pt x="4021" y="12094"/>
                  </a:cubicBezTo>
                  <a:lnTo>
                    <a:pt x="58438" y="65541"/>
                  </a:lnTo>
                  <a:lnTo>
                    <a:pt x="4021" y="118989"/>
                  </a:lnTo>
                  <a:cubicBezTo>
                    <a:pt x="526" y="122421"/>
                    <a:pt x="277" y="123647"/>
                    <a:pt x="277" y="125118"/>
                  </a:cubicBezTo>
                  <a:cubicBezTo>
                    <a:pt x="277" y="128551"/>
                    <a:pt x="3022" y="131248"/>
                    <a:pt x="6517" y="131248"/>
                  </a:cubicBezTo>
                  <a:cubicBezTo>
                    <a:pt x="8764" y="131248"/>
                    <a:pt x="9513" y="130512"/>
                    <a:pt x="12258" y="127815"/>
                  </a:cubicBezTo>
                  <a:lnTo>
                    <a:pt x="67175" y="74123"/>
                  </a:lnTo>
                  <a:lnTo>
                    <a:pt x="124089" y="130022"/>
                  </a:lnTo>
                  <a:cubicBezTo>
                    <a:pt x="125337" y="130757"/>
                    <a:pt x="126585" y="131248"/>
                    <a:pt x="128083" y="131248"/>
                  </a:cubicBezTo>
                  <a:cubicBezTo>
                    <a:pt x="130829" y="131248"/>
                    <a:pt x="134074" y="129041"/>
                    <a:pt x="134074" y="125118"/>
                  </a:cubicBezTo>
                  <a:cubicBezTo>
                    <a:pt x="134074" y="123157"/>
                    <a:pt x="133574" y="122667"/>
                    <a:pt x="132825" y="121931"/>
                  </a:cubicBezTo>
                  <a:cubicBezTo>
                    <a:pt x="132326" y="120950"/>
                    <a:pt x="83900" y="73387"/>
                    <a:pt x="75912" y="65787"/>
                  </a:cubicBezTo>
                  <a:lnTo>
                    <a:pt x="130579" y="12094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D30E2EBD-73EF-CAA2-F4A9-1B379D1FE18C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2880837" y="7666125"/>
              <a:ext cx="128305" cy="172601"/>
            </a:xfrm>
            <a:custGeom>
              <a:avLst/>
              <a:gdLst>
                <a:gd name="connsiteX0" fmla="*/ 127590 w 128305"/>
                <a:gd name="connsiteY0" fmla="*/ 7436 h 172601"/>
                <a:gd name="connsiteX1" fmla="*/ 128588 w 128305"/>
                <a:gd name="connsiteY1" fmla="*/ 3513 h 172601"/>
                <a:gd name="connsiteX2" fmla="*/ 124594 w 128305"/>
                <a:gd name="connsiteY2" fmla="*/ 81 h 172601"/>
                <a:gd name="connsiteX3" fmla="*/ 92643 w 128305"/>
                <a:gd name="connsiteY3" fmla="*/ 2532 h 172601"/>
                <a:gd name="connsiteX4" fmla="*/ 87151 w 128305"/>
                <a:gd name="connsiteY4" fmla="*/ 8171 h 172601"/>
                <a:gd name="connsiteX5" fmla="*/ 93641 w 128305"/>
                <a:gd name="connsiteY5" fmla="*/ 11604 h 172601"/>
                <a:gd name="connsiteX6" fmla="*/ 105623 w 128305"/>
                <a:gd name="connsiteY6" fmla="*/ 15281 h 172601"/>
                <a:gd name="connsiteX7" fmla="*/ 104624 w 128305"/>
                <a:gd name="connsiteY7" fmla="*/ 20675 h 172601"/>
                <a:gd name="connsiteX8" fmla="*/ 90396 w 128305"/>
                <a:gd name="connsiteY8" fmla="*/ 76574 h 172601"/>
                <a:gd name="connsiteX9" fmla="*/ 64685 w 128305"/>
                <a:gd name="connsiteY9" fmla="*/ 62109 h 172601"/>
                <a:gd name="connsiteX10" fmla="*/ 283 w 128305"/>
                <a:gd name="connsiteY10" fmla="*/ 131983 h 172601"/>
                <a:gd name="connsiteX11" fmla="*/ 37976 w 128305"/>
                <a:gd name="connsiteY11" fmla="*/ 172682 h 172601"/>
                <a:gd name="connsiteX12" fmla="*/ 73422 w 128305"/>
                <a:gd name="connsiteY12" fmla="*/ 155520 h 172601"/>
                <a:gd name="connsiteX13" fmla="*/ 99133 w 128305"/>
                <a:gd name="connsiteY13" fmla="*/ 172682 h 172601"/>
                <a:gd name="connsiteX14" fmla="*/ 118853 w 128305"/>
                <a:gd name="connsiteY14" fmla="*/ 159688 h 172601"/>
                <a:gd name="connsiteX15" fmla="*/ 127590 w 128305"/>
                <a:gd name="connsiteY15" fmla="*/ 135170 h 172601"/>
                <a:gd name="connsiteX16" fmla="*/ 123596 w 128305"/>
                <a:gd name="connsiteY16" fmla="*/ 131983 h 172601"/>
                <a:gd name="connsiteX17" fmla="*/ 118104 w 128305"/>
                <a:gd name="connsiteY17" fmla="*/ 139583 h 172601"/>
                <a:gd name="connsiteX18" fmla="*/ 99882 w 128305"/>
                <a:gd name="connsiteY18" fmla="*/ 165817 h 172601"/>
                <a:gd name="connsiteX19" fmla="*/ 91644 w 128305"/>
                <a:gd name="connsiteY19" fmla="*/ 153803 h 172601"/>
                <a:gd name="connsiteX20" fmla="*/ 92892 w 128305"/>
                <a:gd name="connsiteY20" fmla="*/ 143751 h 172601"/>
                <a:gd name="connsiteX21" fmla="*/ 127590 w 128305"/>
                <a:gd name="connsiteY21" fmla="*/ 7436 h 172601"/>
                <a:gd name="connsiteX22" fmla="*/ 74420 w 128305"/>
                <a:gd name="connsiteY22" fmla="*/ 139583 h 172601"/>
                <a:gd name="connsiteX23" fmla="*/ 61690 w 128305"/>
                <a:gd name="connsiteY23" fmla="*/ 156010 h 172601"/>
                <a:gd name="connsiteX24" fmla="*/ 38724 w 128305"/>
                <a:gd name="connsiteY24" fmla="*/ 165817 h 172601"/>
                <a:gd name="connsiteX25" fmla="*/ 20502 w 128305"/>
                <a:gd name="connsiteY25" fmla="*/ 142035 h 172601"/>
                <a:gd name="connsiteX26" fmla="*/ 33482 w 128305"/>
                <a:gd name="connsiteY26" fmla="*/ 92265 h 172601"/>
                <a:gd name="connsiteX27" fmla="*/ 64685 w 128305"/>
                <a:gd name="connsiteY27" fmla="*/ 68974 h 172601"/>
                <a:gd name="connsiteX28" fmla="*/ 86901 w 128305"/>
                <a:gd name="connsiteY28" fmla="*/ 90304 h 172601"/>
                <a:gd name="connsiteX29" fmla="*/ 86153 w 128305"/>
                <a:gd name="connsiteY29" fmla="*/ 93736 h 172601"/>
                <a:gd name="connsiteX30" fmla="*/ 74420 w 128305"/>
                <a:gd name="connsiteY30" fmla="*/ 139583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90" y="7436"/>
                  </a:moveTo>
                  <a:cubicBezTo>
                    <a:pt x="127839" y="6945"/>
                    <a:pt x="128588" y="3758"/>
                    <a:pt x="128588" y="3513"/>
                  </a:cubicBezTo>
                  <a:cubicBezTo>
                    <a:pt x="128588" y="2287"/>
                    <a:pt x="127590" y="81"/>
                    <a:pt x="124594" y="81"/>
                  </a:cubicBezTo>
                  <a:cubicBezTo>
                    <a:pt x="119602" y="81"/>
                    <a:pt x="98883" y="2042"/>
                    <a:pt x="92643" y="2532"/>
                  </a:cubicBezTo>
                  <a:cubicBezTo>
                    <a:pt x="90646" y="2777"/>
                    <a:pt x="87151" y="3023"/>
                    <a:pt x="87151" y="8171"/>
                  </a:cubicBezTo>
                  <a:cubicBezTo>
                    <a:pt x="87151" y="11604"/>
                    <a:pt x="90646" y="11604"/>
                    <a:pt x="93641" y="11604"/>
                  </a:cubicBezTo>
                  <a:cubicBezTo>
                    <a:pt x="105623" y="11604"/>
                    <a:pt x="105623" y="13320"/>
                    <a:pt x="105623" y="15281"/>
                  </a:cubicBezTo>
                  <a:cubicBezTo>
                    <a:pt x="105623" y="16997"/>
                    <a:pt x="105124" y="18468"/>
                    <a:pt x="104624" y="20675"/>
                  </a:cubicBezTo>
                  <a:lnTo>
                    <a:pt x="90396" y="76574"/>
                  </a:lnTo>
                  <a:cubicBezTo>
                    <a:pt x="85154" y="68484"/>
                    <a:pt x="76667" y="62109"/>
                    <a:pt x="64685" y="62109"/>
                  </a:cubicBezTo>
                  <a:cubicBezTo>
                    <a:pt x="32734" y="62109"/>
                    <a:pt x="283" y="96678"/>
                    <a:pt x="283" y="131983"/>
                  </a:cubicBezTo>
                  <a:cubicBezTo>
                    <a:pt x="283" y="155765"/>
                    <a:pt x="16508" y="172682"/>
                    <a:pt x="37976" y="172682"/>
                  </a:cubicBezTo>
                  <a:cubicBezTo>
                    <a:pt x="51455" y="172682"/>
                    <a:pt x="63437" y="165081"/>
                    <a:pt x="73422" y="155520"/>
                  </a:cubicBezTo>
                  <a:cubicBezTo>
                    <a:pt x="78165" y="170230"/>
                    <a:pt x="92643" y="172682"/>
                    <a:pt x="99133" y="172682"/>
                  </a:cubicBezTo>
                  <a:cubicBezTo>
                    <a:pt x="108119" y="172682"/>
                    <a:pt x="114360" y="167288"/>
                    <a:pt x="118853" y="159688"/>
                  </a:cubicBezTo>
                  <a:cubicBezTo>
                    <a:pt x="124345" y="150126"/>
                    <a:pt x="127590" y="136151"/>
                    <a:pt x="127590" y="135170"/>
                  </a:cubicBezTo>
                  <a:cubicBezTo>
                    <a:pt x="127590" y="131983"/>
                    <a:pt x="124345" y="131983"/>
                    <a:pt x="123596" y="131983"/>
                  </a:cubicBezTo>
                  <a:cubicBezTo>
                    <a:pt x="120101" y="131983"/>
                    <a:pt x="119851" y="132964"/>
                    <a:pt x="118104" y="139583"/>
                  </a:cubicBezTo>
                  <a:cubicBezTo>
                    <a:pt x="115109" y="151352"/>
                    <a:pt x="110366" y="165817"/>
                    <a:pt x="99882" y="165817"/>
                  </a:cubicBezTo>
                  <a:cubicBezTo>
                    <a:pt x="93392" y="165817"/>
                    <a:pt x="91644" y="160423"/>
                    <a:pt x="91644" y="153803"/>
                  </a:cubicBezTo>
                  <a:cubicBezTo>
                    <a:pt x="91644" y="149145"/>
                    <a:pt x="92143" y="146939"/>
                    <a:pt x="92892" y="143751"/>
                  </a:cubicBezTo>
                  <a:lnTo>
                    <a:pt x="127590" y="7436"/>
                  </a:lnTo>
                  <a:close/>
                  <a:moveTo>
                    <a:pt x="74420" y="139583"/>
                  </a:moveTo>
                  <a:cubicBezTo>
                    <a:pt x="72673" y="146448"/>
                    <a:pt x="67181" y="151352"/>
                    <a:pt x="61690" y="156010"/>
                  </a:cubicBezTo>
                  <a:cubicBezTo>
                    <a:pt x="59443" y="157971"/>
                    <a:pt x="49458" y="165817"/>
                    <a:pt x="38724" y="165817"/>
                  </a:cubicBezTo>
                  <a:cubicBezTo>
                    <a:pt x="29488" y="165817"/>
                    <a:pt x="20502" y="159442"/>
                    <a:pt x="20502" y="142035"/>
                  </a:cubicBezTo>
                  <a:cubicBezTo>
                    <a:pt x="20502" y="129041"/>
                    <a:pt x="27741" y="102072"/>
                    <a:pt x="33482" y="92265"/>
                  </a:cubicBezTo>
                  <a:cubicBezTo>
                    <a:pt x="44965" y="72651"/>
                    <a:pt x="57696" y="68974"/>
                    <a:pt x="64685" y="68974"/>
                  </a:cubicBezTo>
                  <a:cubicBezTo>
                    <a:pt x="82159" y="68974"/>
                    <a:pt x="86901" y="87607"/>
                    <a:pt x="86901" y="90304"/>
                  </a:cubicBezTo>
                  <a:cubicBezTo>
                    <a:pt x="86901" y="91285"/>
                    <a:pt x="86402" y="93001"/>
                    <a:pt x="86153" y="93736"/>
                  </a:cubicBezTo>
                  <a:lnTo>
                    <a:pt x="74420" y="139583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C66D365D-D852-29D3-A48A-4AB8C43F076E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3039556" y="7754667"/>
              <a:ext cx="73281" cy="116631"/>
            </a:xfrm>
            <a:custGeom>
              <a:avLst/>
              <a:gdLst>
                <a:gd name="connsiteX0" fmla="*/ 45754 w 73281"/>
                <a:gd name="connsiteY0" fmla="*/ 5335 h 116631"/>
                <a:gd name="connsiteX1" fmla="*/ 39335 w 73281"/>
                <a:gd name="connsiteY1" fmla="*/ 82 h 116631"/>
                <a:gd name="connsiteX2" fmla="*/ 3318 w 73281"/>
                <a:gd name="connsiteY2" fmla="*/ 11289 h 116631"/>
                <a:gd name="connsiteX3" fmla="*/ 287 w 73281"/>
                <a:gd name="connsiteY3" fmla="*/ 11289 h 116631"/>
                <a:gd name="connsiteX4" fmla="*/ 287 w 73281"/>
                <a:gd name="connsiteY4" fmla="*/ 18995 h 116631"/>
                <a:gd name="connsiteX5" fmla="*/ 3318 w 73281"/>
                <a:gd name="connsiteY5" fmla="*/ 18995 h 116631"/>
                <a:gd name="connsiteX6" fmla="*/ 29350 w 73281"/>
                <a:gd name="connsiteY6" fmla="*/ 14091 h 116631"/>
                <a:gd name="connsiteX7" fmla="*/ 29350 w 73281"/>
                <a:gd name="connsiteY7" fmla="*/ 101653 h 116631"/>
                <a:gd name="connsiteX8" fmla="*/ 10450 w 73281"/>
                <a:gd name="connsiteY8" fmla="*/ 109008 h 116631"/>
                <a:gd name="connsiteX9" fmla="*/ 1535 w 73281"/>
                <a:gd name="connsiteY9" fmla="*/ 109008 h 116631"/>
                <a:gd name="connsiteX10" fmla="*/ 1535 w 73281"/>
                <a:gd name="connsiteY10" fmla="*/ 116713 h 116631"/>
                <a:gd name="connsiteX11" fmla="*/ 37552 w 73281"/>
                <a:gd name="connsiteY11" fmla="*/ 116013 h 116631"/>
                <a:gd name="connsiteX12" fmla="*/ 73569 w 73281"/>
                <a:gd name="connsiteY12" fmla="*/ 116713 h 116631"/>
                <a:gd name="connsiteX13" fmla="*/ 73569 w 73281"/>
                <a:gd name="connsiteY13" fmla="*/ 109008 h 116631"/>
                <a:gd name="connsiteX14" fmla="*/ 64654 w 73281"/>
                <a:gd name="connsiteY14" fmla="*/ 109008 h 116631"/>
                <a:gd name="connsiteX15" fmla="*/ 45754 w 73281"/>
                <a:gd name="connsiteY15" fmla="*/ 101653 h 116631"/>
                <a:gd name="connsiteX16" fmla="*/ 45754 w 73281"/>
                <a:gd name="connsiteY16" fmla="*/ 5335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281" h="116631">
                  <a:moveTo>
                    <a:pt x="45754" y="5335"/>
                  </a:moveTo>
                  <a:cubicBezTo>
                    <a:pt x="45754" y="82"/>
                    <a:pt x="45219" y="82"/>
                    <a:pt x="39335" y="82"/>
                  </a:cubicBezTo>
                  <a:cubicBezTo>
                    <a:pt x="26675" y="11289"/>
                    <a:pt x="6884" y="11289"/>
                    <a:pt x="3318" y="11289"/>
                  </a:cubicBezTo>
                  <a:lnTo>
                    <a:pt x="287" y="11289"/>
                  </a:lnTo>
                  <a:lnTo>
                    <a:pt x="287" y="18995"/>
                  </a:lnTo>
                  <a:lnTo>
                    <a:pt x="3318" y="18995"/>
                  </a:lnTo>
                  <a:cubicBezTo>
                    <a:pt x="7419" y="18995"/>
                    <a:pt x="19009" y="18469"/>
                    <a:pt x="29350" y="14091"/>
                  </a:cubicBezTo>
                  <a:lnTo>
                    <a:pt x="29350" y="101653"/>
                  </a:lnTo>
                  <a:cubicBezTo>
                    <a:pt x="29350" y="107082"/>
                    <a:pt x="29350" y="109008"/>
                    <a:pt x="10450" y="109008"/>
                  </a:cubicBezTo>
                  <a:lnTo>
                    <a:pt x="1535" y="109008"/>
                  </a:lnTo>
                  <a:lnTo>
                    <a:pt x="1535" y="116713"/>
                  </a:lnTo>
                  <a:cubicBezTo>
                    <a:pt x="11342" y="116013"/>
                    <a:pt x="27210" y="116013"/>
                    <a:pt x="37552" y="116013"/>
                  </a:cubicBezTo>
                  <a:cubicBezTo>
                    <a:pt x="47893" y="116013"/>
                    <a:pt x="63762" y="116013"/>
                    <a:pt x="73569" y="116713"/>
                  </a:cubicBezTo>
                  <a:lnTo>
                    <a:pt x="73569" y="109008"/>
                  </a:lnTo>
                  <a:lnTo>
                    <a:pt x="64654" y="109008"/>
                  </a:lnTo>
                  <a:cubicBezTo>
                    <a:pt x="45754" y="109008"/>
                    <a:pt x="45754" y="107082"/>
                    <a:pt x="45754" y="101653"/>
                  </a:cubicBezTo>
                  <a:lnTo>
                    <a:pt x="45754" y="533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BB48ADBB-6755-280A-0A76-B0ED8FF567AD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9076156" y="8317826"/>
              <a:ext cx="264241" cy="312068"/>
            </a:xfrm>
            <a:custGeom>
              <a:avLst/>
              <a:gdLst>
                <a:gd name="connsiteX0" fmla="*/ 188462 w 264241"/>
                <a:gd name="connsiteY0" fmla="*/ 237918 h 312068"/>
                <a:gd name="connsiteX1" fmla="*/ 262279 w 264241"/>
                <a:gd name="connsiteY1" fmla="*/ 125489 h 312068"/>
                <a:gd name="connsiteX2" fmla="*/ 131406 w 264241"/>
                <a:gd name="connsiteY2" fmla="*/ 101 h 312068"/>
                <a:gd name="connsiteX3" fmla="*/ 176 w 264241"/>
                <a:gd name="connsiteY3" fmla="*/ 125489 h 312068"/>
                <a:gd name="connsiteX4" fmla="*/ 131406 w 264241"/>
                <a:gd name="connsiteY4" fmla="*/ 248075 h 312068"/>
                <a:gd name="connsiteX5" fmla="*/ 165283 w 264241"/>
                <a:gd name="connsiteY5" fmla="*/ 244923 h 312068"/>
                <a:gd name="connsiteX6" fmla="*/ 215564 w 264241"/>
                <a:gd name="connsiteY6" fmla="*/ 312170 h 312068"/>
                <a:gd name="connsiteX7" fmla="*/ 264418 w 264241"/>
                <a:gd name="connsiteY7" fmla="*/ 247024 h 312068"/>
                <a:gd name="connsiteX8" fmla="*/ 257999 w 264241"/>
                <a:gd name="connsiteY8" fmla="*/ 237918 h 312068"/>
                <a:gd name="connsiteX9" fmla="*/ 251581 w 264241"/>
                <a:gd name="connsiteY9" fmla="*/ 244923 h 312068"/>
                <a:gd name="connsiteX10" fmla="*/ 221269 w 264241"/>
                <a:gd name="connsiteY10" fmla="*/ 258583 h 312068"/>
                <a:gd name="connsiteX11" fmla="*/ 188462 w 264241"/>
                <a:gd name="connsiteY11" fmla="*/ 237918 h 312068"/>
                <a:gd name="connsiteX12" fmla="*/ 97529 w 264241"/>
                <a:gd name="connsiteY12" fmla="*/ 226360 h 312068"/>
                <a:gd name="connsiteX13" fmla="*/ 52597 w 264241"/>
                <a:gd name="connsiteY13" fmla="*/ 125139 h 312068"/>
                <a:gd name="connsiteX14" fmla="*/ 65791 w 264241"/>
                <a:gd name="connsiteY14" fmla="*/ 52988 h 312068"/>
                <a:gd name="connsiteX15" fmla="*/ 131049 w 264241"/>
                <a:gd name="connsiteY15" fmla="*/ 14111 h 312068"/>
                <a:gd name="connsiteX16" fmla="*/ 195238 w 264241"/>
                <a:gd name="connsiteY16" fmla="*/ 50887 h 312068"/>
                <a:gd name="connsiteX17" fmla="*/ 209858 w 264241"/>
                <a:gd name="connsiteY17" fmla="*/ 125139 h 312068"/>
                <a:gd name="connsiteX18" fmla="*/ 175624 w 264241"/>
                <a:gd name="connsiteY18" fmla="*/ 220056 h 312068"/>
                <a:gd name="connsiteX19" fmla="*/ 131049 w 264241"/>
                <a:gd name="connsiteY19" fmla="*/ 189934 h 312068"/>
                <a:gd name="connsiteX20" fmla="*/ 96459 w 264241"/>
                <a:gd name="connsiteY20" fmla="*/ 218655 h 312068"/>
                <a:gd name="connsiteX21" fmla="*/ 97529 w 264241"/>
                <a:gd name="connsiteY21" fmla="*/ 226360 h 312068"/>
                <a:gd name="connsiteX22" fmla="*/ 160647 w 264241"/>
                <a:gd name="connsiteY22" fmla="*/ 228461 h 312068"/>
                <a:gd name="connsiteX23" fmla="*/ 131406 w 264241"/>
                <a:gd name="connsiteY23" fmla="*/ 234065 h 312068"/>
                <a:gd name="connsiteX24" fmla="*/ 109296 w 264241"/>
                <a:gd name="connsiteY24" fmla="*/ 218655 h 312068"/>
                <a:gd name="connsiteX25" fmla="*/ 131406 w 264241"/>
                <a:gd name="connsiteY25" fmla="*/ 202543 h 312068"/>
                <a:gd name="connsiteX26" fmla="*/ 160647 w 264241"/>
                <a:gd name="connsiteY26" fmla="*/ 228461 h 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4241" h="312068">
                  <a:moveTo>
                    <a:pt x="188462" y="237918"/>
                  </a:moveTo>
                  <a:cubicBezTo>
                    <a:pt x="246945" y="215502"/>
                    <a:pt x="262279" y="163666"/>
                    <a:pt x="262279" y="125489"/>
                  </a:cubicBezTo>
                  <a:cubicBezTo>
                    <a:pt x="262279" y="49836"/>
                    <a:pt x="210571" y="101"/>
                    <a:pt x="131406" y="101"/>
                  </a:cubicBezTo>
                  <a:cubicBezTo>
                    <a:pt x="49744" y="101"/>
                    <a:pt x="176" y="51938"/>
                    <a:pt x="176" y="125489"/>
                  </a:cubicBezTo>
                  <a:cubicBezTo>
                    <a:pt x="176" y="196939"/>
                    <a:pt x="48674" y="248075"/>
                    <a:pt x="131406" y="248075"/>
                  </a:cubicBezTo>
                  <a:cubicBezTo>
                    <a:pt x="139251" y="248075"/>
                    <a:pt x="151019" y="247725"/>
                    <a:pt x="165283" y="244923"/>
                  </a:cubicBezTo>
                  <a:cubicBezTo>
                    <a:pt x="175268" y="284501"/>
                    <a:pt x="182400" y="312170"/>
                    <a:pt x="215564" y="312170"/>
                  </a:cubicBezTo>
                  <a:cubicBezTo>
                    <a:pt x="251937" y="312170"/>
                    <a:pt x="264418" y="270841"/>
                    <a:pt x="264418" y="247024"/>
                  </a:cubicBezTo>
                  <a:cubicBezTo>
                    <a:pt x="264418" y="244222"/>
                    <a:pt x="264418" y="237918"/>
                    <a:pt x="257999" y="237918"/>
                  </a:cubicBezTo>
                  <a:cubicBezTo>
                    <a:pt x="252650" y="237918"/>
                    <a:pt x="251937" y="242471"/>
                    <a:pt x="251581" y="244923"/>
                  </a:cubicBezTo>
                  <a:cubicBezTo>
                    <a:pt x="249441" y="258232"/>
                    <a:pt x="227332" y="258583"/>
                    <a:pt x="221269" y="258583"/>
                  </a:cubicBezTo>
                  <a:cubicBezTo>
                    <a:pt x="213068" y="258583"/>
                    <a:pt x="202370" y="258583"/>
                    <a:pt x="188462" y="237918"/>
                  </a:cubicBezTo>
                  <a:close/>
                  <a:moveTo>
                    <a:pt x="97529" y="226360"/>
                  </a:moveTo>
                  <a:cubicBezTo>
                    <a:pt x="53667" y="205695"/>
                    <a:pt x="52597" y="152458"/>
                    <a:pt x="52597" y="125139"/>
                  </a:cubicBezTo>
                  <a:cubicBezTo>
                    <a:pt x="52597" y="111129"/>
                    <a:pt x="52597" y="77856"/>
                    <a:pt x="65791" y="52988"/>
                  </a:cubicBezTo>
                  <a:cubicBezTo>
                    <a:pt x="84334" y="19365"/>
                    <a:pt x="115002" y="14111"/>
                    <a:pt x="131049" y="14111"/>
                  </a:cubicBezTo>
                  <a:cubicBezTo>
                    <a:pt x="150306" y="14111"/>
                    <a:pt x="178121" y="21116"/>
                    <a:pt x="195238" y="50887"/>
                  </a:cubicBezTo>
                  <a:cubicBezTo>
                    <a:pt x="208788" y="74353"/>
                    <a:pt x="209858" y="104474"/>
                    <a:pt x="209858" y="125139"/>
                  </a:cubicBezTo>
                  <a:cubicBezTo>
                    <a:pt x="209858" y="144753"/>
                    <a:pt x="209858" y="196939"/>
                    <a:pt x="175624" y="220056"/>
                  </a:cubicBezTo>
                  <a:cubicBezTo>
                    <a:pt x="167779" y="208497"/>
                    <a:pt x="154942" y="189934"/>
                    <a:pt x="131049" y="189934"/>
                  </a:cubicBezTo>
                  <a:cubicBezTo>
                    <a:pt x="112862" y="189934"/>
                    <a:pt x="96459" y="201843"/>
                    <a:pt x="96459" y="218655"/>
                  </a:cubicBezTo>
                  <a:cubicBezTo>
                    <a:pt x="96459" y="220756"/>
                    <a:pt x="96815" y="224609"/>
                    <a:pt x="97529" y="226360"/>
                  </a:cubicBezTo>
                  <a:close/>
                  <a:moveTo>
                    <a:pt x="160647" y="228461"/>
                  </a:moveTo>
                  <a:cubicBezTo>
                    <a:pt x="151732" y="232314"/>
                    <a:pt x="141034" y="234065"/>
                    <a:pt x="131406" y="234065"/>
                  </a:cubicBezTo>
                  <a:cubicBezTo>
                    <a:pt x="111793" y="234065"/>
                    <a:pt x="109296" y="222857"/>
                    <a:pt x="109296" y="218655"/>
                  </a:cubicBezTo>
                  <a:cubicBezTo>
                    <a:pt x="109296" y="209198"/>
                    <a:pt x="119638" y="202543"/>
                    <a:pt x="131406" y="202543"/>
                  </a:cubicBezTo>
                  <a:cubicBezTo>
                    <a:pt x="141391" y="202543"/>
                    <a:pt x="153515" y="206396"/>
                    <a:pt x="160647" y="228461"/>
                  </a:cubicBez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FDEF41C3-E788-B566-9001-518253003329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9480420" y="8433407"/>
              <a:ext cx="237140" cy="81957"/>
            </a:xfrm>
            <a:custGeom>
              <a:avLst/>
              <a:gdLst>
                <a:gd name="connsiteX0" fmla="*/ 225203 w 237140"/>
                <a:gd name="connsiteY0" fmla="*/ 14111 h 81957"/>
                <a:gd name="connsiteX1" fmla="*/ 237328 w 237140"/>
                <a:gd name="connsiteY1" fmla="*/ 7106 h 81957"/>
                <a:gd name="connsiteX2" fmla="*/ 225560 w 237140"/>
                <a:gd name="connsiteY2" fmla="*/ 101 h 81957"/>
                <a:gd name="connsiteX3" fmla="*/ 11956 w 237140"/>
                <a:gd name="connsiteY3" fmla="*/ 101 h 81957"/>
                <a:gd name="connsiteX4" fmla="*/ 188 w 237140"/>
                <a:gd name="connsiteY4" fmla="*/ 7106 h 81957"/>
                <a:gd name="connsiteX5" fmla="*/ 12312 w 237140"/>
                <a:gd name="connsiteY5" fmla="*/ 14111 h 81957"/>
                <a:gd name="connsiteX6" fmla="*/ 225203 w 237140"/>
                <a:gd name="connsiteY6" fmla="*/ 14111 h 81957"/>
                <a:gd name="connsiteX7" fmla="*/ 225560 w 237140"/>
                <a:gd name="connsiteY7" fmla="*/ 82059 h 81957"/>
                <a:gd name="connsiteX8" fmla="*/ 237328 w 237140"/>
                <a:gd name="connsiteY8" fmla="*/ 75054 h 81957"/>
                <a:gd name="connsiteX9" fmla="*/ 225203 w 237140"/>
                <a:gd name="connsiteY9" fmla="*/ 68049 h 81957"/>
                <a:gd name="connsiteX10" fmla="*/ 12312 w 237140"/>
                <a:gd name="connsiteY10" fmla="*/ 68049 h 81957"/>
                <a:gd name="connsiteX11" fmla="*/ 188 w 237140"/>
                <a:gd name="connsiteY11" fmla="*/ 75054 h 81957"/>
                <a:gd name="connsiteX12" fmla="*/ 11956 w 237140"/>
                <a:gd name="connsiteY12" fmla="*/ 82059 h 81957"/>
                <a:gd name="connsiteX13" fmla="*/ 225560 w 237140"/>
                <a:gd name="connsiteY13" fmla="*/ 82059 h 8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140" h="81957">
                  <a:moveTo>
                    <a:pt x="225203" y="14111"/>
                  </a:moveTo>
                  <a:cubicBezTo>
                    <a:pt x="230552" y="14111"/>
                    <a:pt x="237328" y="14111"/>
                    <a:pt x="237328" y="7106"/>
                  </a:cubicBezTo>
                  <a:cubicBezTo>
                    <a:pt x="237328" y="101"/>
                    <a:pt x="230552" y="101"/>
                    <a:pt x="225560" y="101"/>
                  </a:cubicBezTo>
                  <a:lnTo>
                    <a:pt x="11956" y="101"/>
                  </a:lnTo>
                  <a:cubicBezTo>
                    <a:pt x="6963" y="101"/>
                    <a:pt x="188" y="101"/>
                    <a:pt x="188" y="7106"/>
                  </a:cubicBezTo>
                  <a:cubicBezTo>
                    <a:pt x="188" y="14111"/>
                    <a:pt x="6963" y="14111"/>
                    <a:pt x="12312" y="14111"/>
                  </a:cubicBezTo>
                  <a:lnTo>
                    <a:pt x="225203" y="14111"/>
                  </a:lnTo>
                  <a:close/>
                  <a:moveTo>
                    <a:pt x="225560" y="82059"/>
                  </a:moveTo>
                  <a:cubicBezTo>
                    <a:pt x="230552" y="82059"/>
                    <a:pt x="237328" y="82059"/>
                    <a:pt x="237328" y="75054"/>
                  </a:cubicBezTo>
                  <a:cubicBezTo>
                    <a:pt x="237328" y="68049"/>
                    <a:pt x="230552" y="68049"/>
                    <a:pt x="225203" y="68049"/>
                  </a:cubicBezTo>
                  <a:lnTo>
                    <a:pt x="12312" y="68049"/>
                  </a:lnTo>
                  <a:cubicBezTo>
                    <a:pt x="6963" y="68049"/>
                    <a:pt x="188" y="68049"/>
                    <a:pt x="188" y="75054"/>
                  </a:cubicBezTo>
                  <a:cubicBezTo>
                    <a:pt x="188" y="82059"/>
                    <a:pt x="6963" y="82059"/>
                    <a:pt x="11956" y="82059"/>
                  </a:cubicBezTo>
                  <a:lnTo>
                    <a:pt x="225560" y="82059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7FD7644C-808B-09E1-B4A8-C558E97612C1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9845420" y="8321679"/>
              <a:ext cx="406526" cy="243070"/>
            </a:xfrm>
            <a:custGeom>
              <a:avLst/>
              <a:gdLst>
                <a:gd name="connsiteX0" fmla="*/ 372847 w 406526"/>
                <a:gd name="connsiteY0" fmla="*/ 24969 h 243070"/>
                <a:gd name="connsiteX1" fmla="*/ 386398 w 406526"/>
                <a:gd name="connsiteY1" fmla="*/ 17263 h 243070"/>
                <a:gd name="connsiteX2" fmla="*/ 406724 w 406526"/>
                <a:gd name="connsiteY2" fmla="*/ 16563 h 243070"/>
                <a:gd name="connsiteX3" fmla="*/ 406724 w 406526"/>
                <a:gd name="connsiteY3" fmla="*/ 101 h 243070"/>
                <a:gd name="connsiteX4" fmla="*/ 368568 w 406526"/>
                <a:gd name="connsiteY4" fmla="*/ 1152 h 243070"/>
                <a:gd name="connsiteX5" fmla="*/ 320070 w 406526"/>
                <a:gd name="connsiteY5" fmla="*/ 101 h 243070"/>
                <a:gd name="connsiteX6" fmla="*/ 320070 w 406526"/>
                <a:gd name="connsiteY6" fmla="*/ 16563 h 243070"/>
                <a:gd name="connsiteX7" fmla="*/ 356443 w 406526"/>
                <a:gd name="connsiteY7" fmla="*/ 20415 h 243070"/>
                <a:gd name="connsiteX8" fmla="*/ 295108 w 406526"/>
                <a:gd name="connsiteY8" fmla="*/ 176975 h 243070"/>
                <a:gd name="connsiteX9" fmla="*/ 231989 w 406526"/>
                <a:gd name="connsiteY9" fmla="*/ 16563 h 243070"/>
                <a:gd name="connsiteX10" fmla="*/ 266223 w 406526"/>
                <a:gd name="connsiteY10" fmla="*/ 16563 h 243070"/>
                <a:gd name="connsiteX11" fmla="*/ 266223 w 406526"/>
                <a:gd name="connsiteY11" fmla="*/ 101 h 243070"/>
                <a:gd name="connsiteX12" fmla="*/ 203818 w 406526"/>
                <a:gd name="connsiteY12" fmla="*/ 1152 h 243070"/>
                <a:gd name="connsiteX13" fmla="*/ 149258 w 406526"/>
                <a:gd name="connsiteY13" fmla="*/ 101 h 243070"/>
                <a:gd name="connsiteX14" fmla="*/ 149258 w 406526"/>
                <a:gd name="connsiteY14" fmla="*/ 16563 h 243070"/>
                <a:gd name="connsiteX15" fmla="*/ 179926 w 406526"/>
                <a:gd name="connsiteY15" fmla="*/ 16563 h 243070"/>
                <a:gd name="connsiteX16" fmla="*/ 194546 w 406526"/>
                <a:gd name="connsiteY16" fmla="*/ 53689 h 243070"/>
                <a:gd name="connsiteX17" fmla="*/ 146048 w 406526"/>
                <a:gd name="connsiteY17" fmla="*/ 176975 h 243070"/>
                <a:gd name="connsiteX18" fmla="*/ 82930 w 406526"/>
                <a:gd name="connsiteY18" fmla="*/ 16563 h 243070"/>
                <a:gd name="connsiteX19" fmla="*/ 117164 w 406526"/>
                <a:gd name="connsiteY19" fmla="*/ 16563 h 243070"/>
                <a:gd name="connsiteX20" fmla="*/ 117164 w 406526"/>
                <a:gd name="connsiteY20" fmla="*/ 101 h 243070"/>
                <a:gd name="connsiteX21" fmla="*/ 54758 w 406526"/>
                <a:gd name="connsiteY21" fmla="*/ 1152 h 243070"/>
                <a:gd name="connsiteX22" fmla="*/ 198 w 406526"/>
                <a:gd name="connsiteY22" fmla="*/ 101 h 243070"/>
                <a:gd name="connsiteX23" fmla="*/ 198 w 406526"/>
                <a:gd name="connsiteY23" fmla="*/ 16563 h 243070"/>
                <a:gd name="connsiteX24" fmla="*/ 30866 w 406526"/>
                <a:gd name="connsiteY24" fmla="*/ 16563 h 243070"/>
                <a:gd name="connsiteX25" fmla="*/ 116450 w 406526"/>
                <a:gd name="connsiteY25" fmla="*/ 234065 h 243070"/>
                <a:gd name="connsiteX26" fmla="*/ 128931 w 406526"/>
                <a:gd name="connsiteY26" fmla="*/ 243172 h 243070"/>
                <a:gd name="connsiteX27" fmla="*/ 141413 w 406526"/>
                <a:gd name="connsiteY27" fmla="*/ 234065 h 243070"/>
                <a:gd name="connsiteX28" fmla="*/ 203461 w 406526"/>
                <a:gd name="connsiteY28" fmla="*/ 76455 h 243070"/>
                <a:gd name="connsiteX29" fmla="*/ 265510 w 406526"/>
                <a:gd name="connsiteY29" fmla="*/ 234065 h 243070"/>
                <a:gd name="connsiteX30" fmla="*/ 277991 w 406526"/>
                <a:gd name="connsiteY30" fmla="*/ 243172 h 243070"/>
                <a:gd name="connsiteX31" fmla="*/ 290472 w 406526"/>
                <a:gd name="connsiteY31" fmla="*/ 234065 h 243070"/>
                <a:gd name="connsiteX32" fmla="*/ 372847 w 406526"/>
                <a:gd name="connsiteY32" fmla="*/ 24969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47" y="24969"/>
                  </a:moveTo>
                  <a:cubicBezTo>
                    <a:pt x="374987" y="19014"/>
                    <a:pt x="375343" y="18314"/>
                    <a:pt x="386398" y="17263"/>
                  </a:cubicBezTo>
                  <a:cubicBezTo>
                    <a:pt x="393530" y="16563"/>
                    <a:pt x="401019" y="16563"/>
                    <a:pt x="406724" y="16563"/>
                  </a:cubicBezTo>
                  <a:lnTo>
                    <a:pt x="406724" y="101"/>
                  </a:lnTo>
                  <a:cubicBezTo>
                    <a:pt x="397096" y="451"/>
                    <a:pt x="384615" y="1152"/>
                    <a:pt x="368568" y="1152"/>
                  </a:cubicBezTo>
                  <a:cubicBezTo>
                    <a:pt x="355017" y="1152"/>
                    <a:pt x="332908" y="1152"/>
                    <a:pt x="320070" y="101"/>
                  </a:cubicBezTo>
                  <a:lnTo>
                    <a:pt x="320070" y="16563"/>
                  </a:lnTo>
                  <a:cubicBezTo>
                    <a:pt x="328985" y="16563"/>
                    <a:pt x="346102" y="16563"/>
                    <a:pt x="356443" y="20415"/>
                  </a:cubicBezTo>
                  <a:lnTo>
                    <a:pt x="295108" y="176975"/>
                  </a:lnTo>
                  <a:lnTo>
                    <a:pt x="231989" y="16563"/>
                  </a:lnTo>
                  <a:lnTo>
                    <a:pt x="266223" y="16563"/>
                  </a:lnTo>
                  <a:lnTo>
                    <a:pt x="266223" y="101"/>
                  </a:lnTo>
                  <a:cubicBezTo>
                    <a:pt x="252672" y="1152"/>
                    <a:pt x="219152" y="1152"/>
                    <a:pt x="203818" y="1152"/>
                  </a:cubicBezTo>
                  <a:cubicBezTo>
                    <a:pt x="189910" y="1152"/>
                    <a:pt x="161739" y="1152"/>
                    <a:pt x="149258" y="101"/>
                  </a:cubicBezTo>
                  <a:lnTo>
                    <a:pt x="149258" y="16563"/>
                  </a:lnTo>
                  <a:lnTo>
                    <a:pt x="179926" y="16563"/>
                  </a:lnTo>
                  <a:lnTo>
                    <a:pt x="194546" y="53689"/>
                  </a:lnTo>
                  <a:lnTo>
                    <a:pt x="146048" y="176975"/>
                  </a:lnTo>
                  <a:lnTo>
                    <a:pt x="82930" y="16563"/>
                  </a:lnTo>
                  <a:lnTo>
                    <a:pt x="117164" y="16563"/>
                  </a:lnTo>
                  <a:lnTo>
                    <a:pt x="117164" y="101"/>
                  </a:lnTo>
                  <a:cubicBezTo>
                    <a:pt x="103613" y="1152"/>
                    <a:pt x="70092" y="1152"/>
                    <a:pt x="54758" y="1152"/>
                  </a:cubicBezTo>
                  <a:cubicBezTo>
                    <a:pt x="40851" y="1152"/>
                    <a:pt x="12679" y="1152"/>
                    <a:pt x="198" y="101"/>
                  </a:cubicBezTo>
                  <a:lnTo>
                    <a:pt x="198" y="16563"/>
                  </a:lnTo>
                  <a:lnTo>
                    <a:pt x="30866" y="16563"/>
                  </a:lnTo>
                  <a:lnTo>
                    <a:pt x="116450" y="234065"/>
                  </a:lnTo>
                  <a:cubicBezTo>
                    <a:pt x="118590" y="239669"/>
                    <a:pt x="120016" y="243172"/>
                    <a:pt x="128931" y="243172"/>
                  </a:cubicBezTo>
                  <a:cubicBezTo>
                    <a:pt x="137847" y="243172"/>
                    <a:pt x="139273" y="239669"/>
                    <a:pt x="141413" y="234065"/>
                  </a:cubicBezTo>
                  <a:lnTo>
                    <a:pt x="203461" y="76455"/>
                  </a:lnTo>
                  <a:lnTo>
                    <a:pt x="265510" y="234065"/>
                  </a:lnTo>
                  <a:cubicBezTo>
                    <a:pt x="267650" y="239669"/>
                    <a:pt x="269076" y="243172"/>
                    <a:pt x="277991" y="243172"/>
                  </a:cubicBezTo>
                  <a:cubicBezTo>
                    <a:pt x="286906" y="243172"/>
                    <a:pt x="288333" y="239669"/>
                    <a:pt x="290472" y="234065"/>
                  </a:cubicBezTo>
                  <a:lnTo>
                    <a:pt x="372847" y="24969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4828F020-DFA9-5292-CB3F-934D09475581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0276046" y="8506363"/>
              <a:ext cx="112329" cy="155684"/>
            </a:xfrm>
            <a:custGeom>
              <a:avLst/>
              <a:gdLst>
                <a:gd name="connsiteX0" fmla="*/ 112040 w 112329"/>
                <a:gd name="connsiteY0" fmla="*/ 7213 h 155684"/>
                <a:gd name="connsiteX1" fmla="*/ 112540 w 112329"/>
                <a:gd name="connsiteY1" fmla="*/ 3535 h 155684"/>
                <a:gd name="connsiteX2" fmla="*/ 109295 w 112329"/>
                <a:gd name="connsiteY2" fmla="*/ 103 h 155684"/>
                <a:gd name="connsiteX3" fmla="*/ 91322 w 112329"/>
                <a:gd name="connsiteY3" fmla="*/ 16284 h 155684"/>
                <a:gd name="connsiteX4" fmla="*/ 64612 w 112329"/>
                <a:gd name="connsiteY4" fmla="*/ 103 h 155684"/>
                <a:gd name="connsiteX5" fmla="*/ 210 w 112329"/>
                <a:gd name="connsiteY5" fmla="*/ 69977 h 155684"/>
                <a:gd name="connsiteX6" fmla="*/ 37903 w 112329"/>
                <a:gd name="connsiteY6" fmla="*/ 110675 h 155684"/>
                <a:gd name="connsiteX7" fmla="*/ 69355 w 112329"/>
                <a:gd name="connsiteY7" fmla="*/ 97191 h 155684"/>
                <a:gd name="connsiteX8" fmla="*/ 60369 w 112329"/>
                <a:gd name="connsiteY8" fmla="*/ 132986 h 155684"/>
                <a:gd name="connsiteX9" fmla="*/ 41148 w 112329"/>
                <a:gd name="connsiteY9" fmla="*/ 146961 h 155684"/>
                <a:gd name="connsiteX10" fmla="*/ 34658 w 112329"/>
                <a:gd name="connsiteY10" fmla="*/ 152355 h 155684"/>
                <a:gd name="connsiteX11" fmla="*/ 38402 w 112329"/>
                <a:gd name="connsiteY11" fmla="*/ 155787 h 155684"/>
                <a:gd name="connsiteX12" fmla="*/ 64363 w 112329"/>
                <a:gd name="connsiteY12" fmla="*/ 154806 h 155684"/>
                <a:gd name="connsiteX13" fmla="*/ 91072 w 112329"/>
                <a:gd name="connsiteY13" fmla="*/ 155787 h 155684"/>
                <a:gd name="connsiteX14" fmla="*/ 96065 w 112329"/>
                <a:gd name="connsiteY14" fmla="*/ 150393 h 155684"/>
                <a:gd name="connsiteX15" fmla="*/ 89574 w 112329"/>
                <a:gd name="connsiteY15" fmla="*/ 146961 h 155684"/>
                <a:gd name="connsiteX16" fmla="*/ 77343 w 112329"/>
                <a:gd name="connsiteY16" fmla="*/ 144019 h 155684"/>
                <a:gd name="connsiteX17" fmla="*/ 78591 w 112329"/>
                <a:gd name="connsiteY17" fmla="*/ 138625 h 155684"/>
                <a:gd name="connsiteX18" fmla="*/ 112040 w 112329"/>
                <a:gd name="connsiteY18" fmla="*/ 7213 h 155684"/>
                <a:gd name="connsiteX19" fmla="*/ 74348 w 112329"/>
                <a:gd name="connsiteY19" fmla="*/ 77332 h 155684"/>
                <a:gd name="connsiteX20" fmla="*/ 69854 w 112329"/>
                <a:gd name="connsiteY20" fmla="*/ 85913 h 155684"/>
                <a:gd name="connsiteX21" fmla="*/ 38652 w 112329"/>
                <a:gd name="connsiteY21" fmla="*/ 103810 h 155684"/>
                <a:gd name="connsiteX22" fmla="*/ 20429 w 112329"/>
                <a:gd name="connsiteY22" fmla="*/ 80029 h 155684"/>
                <a:gd name="connsiteX23" fmla="*/ 33410 w 112329"/>
                <a:gd name="connsiteY23" fmla="*/ 30259 h 155684"/>
                <a:gd name="connsiteX24" fmla="*/ 64612 w 112329"/>
                <a:gd name="connsiteY24" fmla="*/ 6968 h 155684"/>
                <a:gd name="connsiteX25" fmla="*/ 86829 w 112329"/>
                <a:gd name="connsiteY25" fmla="*/ 28298 h 155684"/>
                <a:gd name="connsiteX26" fmla="*/ 86080 w 112329"/>
                <a:gd name="connsiteY26" fmla="*/ 31975 h 155684"/>
                <a:gd name="connsiteX27" fmla="*/ 74348 w 112329"/>
                <a:gd name="connsiteY27" fmla="*/ 77332 h 155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2329" h="155684">
                  <a:moveTo>
                    <a:pt x="112040" y="7213"/>
                  </a:moveTo>
                  <a:cubicBezTo>
                    <a:pt x="112290" y="6232"/>
                    <a:pt x="112540" y="4761"/>
                    <a:pt x="112540" y="3535"/>
                  </a:cubicBezTo>
                  <a:cubicBezTo>
                    <a:pt x="112540" y="2064"/>
                    <a:pt x="111541" y="103"/>
                    <a:pt x="109295" y="103"/>
                  </a:cubicBezTo>
                  <a:cubicBezTo>
                    <a:pt x="106798" y="103"/>
                    <a:pt x="96314" y="8439"/>
                    <a:pt x="91322" y="16284"/>
                  </a:cubicBezTo>
                  <a:cubicBezTo>
                    <a:pt x="88826" y="11381"/>
                    <a:pt x="80588" y="103"/>
                    <a:pt x="64612" y="103"/>
                  </a:cubicBezTo>
                  <a:cubicBezTo>
                    <a:pt x="32661" y="103"/>
                    <a:pt x="210" y="34672"/>
                    <a:pt x="210" y="69977"/>
                  </a:cubicBezTo>
                  <a:cubicBezTo>
                    <a:pt x="210" y="93758"/>
                    <a:pt x="16435" y="110675"/>
                    <a:pt x="37903" y="110675"/>
                  </a:cubicBezTo>
                  <a:cubicBezTo>
                    <a:pt x="52131" y="110675"/>
                    <a:pt x="63863" y="101849"/>
                    <a:pt x="69355" y="97191"/>
                  </a:cubicBezTo>
                  <a:cubicBezTo>
                    <a:pt x="69106" y="97926"/>
                    <a:pt x="61367" y="128818"/>
                    <a:pt x="60369" y="132986"/>
                  </a:cubicBezTo>
                  <a:cubicBezTo>
                    <a:pt x="56874" y="146470"/>
                    <a:pt x="56624" y="146716"/>
                    <a:pt x="41148" y="146961"/>
                  </a:cubicBezTo>
                  <a:cubicBezTo>
                    <a:pt x="38152" y="146961"/>
                    <a:pt x="34658" y="146961"/>
                    <a:pt x="34658" y="152355"/>
                  </a:cubicBezTo>
                  <a:cubicBezTo>
                    <a:pt x="34658" y="153826"/>
                    <a:pt x="35906" y="155787"/>
                    <a:pt x="38402" y="155787"/>
                  </a:cubicBezTo>
                  <a:cubicBezTo>
                    <a:pt x="46640" y="155787"/>
                    <a:pt x="55876" y="154806"/>
                    <a:pt x="64363" y="154806"/>
                  </a:cubicBezTo>
                  <a:cubicBezTo>
                    <a:pt x="72850" y="154806"/>
                    <a:pt x="83334" y="155787"/>
                    <a:pt x="91072" y="155787"/>
                  </a:cubicBezTo>
                  <a:cubicBezTo>
                    <a:pt x="93319" y="155787"/>
                    <a:pt x="96065" y="155051"/>
                    <a:pt x="96065" y="150393"/>
                  </a:cubicBezTo>
                  <a:cubicBezTo>
                    <a:pt x="96065" y="146961"/>
                    <a:pt x="92570" y="146961"/>
                    <a:pt x="89574" y="146961"/>
                  </a:cubicBezTo>
                  <a:cubicBezTo>
                    <a:pt x="84083" y="146961"/>
                    <a:pt x="77343" y="146961"/>
                    <a:pt x="77343" y="144019"/>
                  </a:cubicBezTo>
                  <a:cubicBezTo>
                    <a:pt x="77343" y="143283"/>
                    <a:pt x="77343" y="142793"/>
                    <a:pt x="78591" y="138625"/>
                  </a:cubicBezTo>
                  <a:lnTo>
                    <a:pt x="112040" y="7213"/>
                  </a:lnTo>
                  <a:close/>
                  <a:moveTo>
                    <a:pt x="74348" y="77332"/>
                  </a:moveTo>
                  <a:cubicBezTo>
                    <a:pt x="73099" y="81500"/>
                    <a:pt x="73099" y="81990"/>
                    <a:pt x="69854" y="85913"/>
                  </a:cubicBezTo>
                  <a:cubicBezTo>
                    <a:pt x="60119" y="97191"/>
                    <a:pt x="48387" y="103810"/>
                    <a:pt x="38652" y="103810"/>
                  </a:cubicBezTo>
                  <a:cubicBezTo>
                    <a:pt x="29416" y="103810"/>
                    <a:pt x="20429" y="97436"/>
                    <a:pt x="20429" y="80029"/>
                  </a:cubicBezTo>
                  <a:cubicBezTo>
                    <a:pt x="20429" y="67035"/>
                    <a:pt x="27668" y="40066"/>
                    <a:pt x="33410" y="30259"/>
                  </a:cubicBezTo>
                  <a:cubicBezTo>
                    <a:pt x="44892" y="10645"/>
                    <a:pt x="57623" y="6968"/>
                    <a:pt x="64612" y="6968"/>
                  </a:cubicBezTo>
                  <a:cubicBezTo>
                    <a:pt x="82086" y="6968"/>
                    <a:pt x="86829" y="25846"/>
                    <a:pt x="86829" y="28298"/>
                  </a:cubicBezTo>
                  <a:cubicBezTo>
                    <a:pt x="86829" y="29523"/>
                    <a:pt x="86329" y="30994"/>
                    <a:pt x="86080" y="31975"/>
                  </a:cubicBezTo>
                  <a:lnTo>
                    <a:pt x="74348" y="7733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15D90845-0C93-0DA0-3F62-65BF79450A5E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0432214" y="8323780"/>
              <a:ext cx="243915" cy="238167"/>
            </a:xfrm>
            <a:custGeom>
              <a:avLst/>
              <a:gdLst>
                <a:gd name="connsiteX0" fmla="*/ 244130 w 243915"/>
                <a:gd name="connsiteY0" fmla="*/ 142301 h 238167"/>
                <a:gd name="connsiteX1" fmla="*/ 227370 w 243915"/>
                <a:gd name="connsiteY1" fmla="*/ 142301 h 238167"/>
                <a:gd name="connsiteX2" fmla="*/ 143568 w 243915"/>
                <a:gd name="connsiteY2" fmla="*/ 221807 h 238167"/>
                <a:gd name="connsiteX3" fmla="*/ 89365 w 243915"/>
                <a:gd name="connsiteY3" fmla="*/ 221807 h 238167"/>
                <a:gd name="connsiteX4" fmla="*/ 89365 w 243915"/>
                <a:gd name="connsiteY4" fmla="*/ 123037 h 238167"/>
                <a:gd name="connsiteX5" fmla="*/ 108978 w 243915"/>
                <a:gd name="connsiteY5" fmla="*/ 123037 h 238167"/>
                <a:gd name="connsiteX6" fmla="*/ 146778 w 243915"/>
                <a:gd name="connsiteY6" fmla="*/ 164016 h 238167"/>
                <a:gd name="connsiteX7" fmla="*/ 163538 w 243915"/>
                <a:gd name="connsiteY7" fmla="*/ 164016 h 238167"/>
                <a:gd name="connsiteX8" fmla="*/ 163538 w 243915"/>
                <a:gd name="connsiteY8" fmla="*/ 65597 h 238167"/>
                <a:gd name="connsiteX9" fmla="*/ 146778 w 243915"/>
                <a:gd name="connsiteY9" fmla="*/ 65597 h 238167"/>
                <a:gd name="connsiteX10" fmla="*/ 108978 w 243915"/>
                <a:gd name="connsiteY10" fmla="*/ 106576 h 238167"/>
                <a:gd name="connsiteX11" fmla="*/ 89365 w 243915"/>
                <a:gd name="connsiteY11" fmla="*/ 106576 h 238167"/>
                <a:gd name="connsiteX12" fmla="*/ 89365 w 243915"/>
                <a:gd name="connsiteY12" fmla="*/ 16563 h 238167"/>
                <a:gd name="connsiteX13" fmla="*/ 143568 w 243915"/>
                <a:gd name="connsiteY13" fmla="*/ 16563 h 238167"/>
                <a:gd name="connsiteX14" fmla="*/ 215959 w 243915"/>
                <a:gd name="connsiteY14" fmla="*/ 84510 h 238167"/>
                <a:gd name="connsiteX15" fmla="*/ 232719 w 243915"/>
                <a:gd name="connsiteY15" fmla="*/ 84510 h 238167"/>
                <a:gd name="connsiteX16" fmla="*/ 221664 w 243915"/>
                <a:gd name="connsiteY16" fmla="*/ 101 h 238167"/>
                <a:gd name="connsiteX17" fmla="*/ 214 w 243915"/>
                <a:gd name="connsiteY17" fmla="*/ 101 h 238167"/>
                <a:gd name="connsiteX18" fmla="*/ 214 w 243915"/>
                <a:gd name="connsiteY18" fmla="*/ 16563 h 238167"/>
                <a:gd name="connsiteX19" fmla="*/ 38727 w 243915"/>
                <a:gd name="connsiteY19" fmla="*/ 16563 h 238167"/>
                <a:gd name="connsiteX20" fmla="*/ 38727 w 243915"/>
                <a:gd name="connsiteY20" fmla="*/ 221807 h 238167"/>
                <a:gd name="connsiteX21" fmla="*/ 214 w 243915"/>
                <a:gd name="connsiteY21" fmla="*/ 221807 h 238167"/>
                <a:gd name="connsiteX22" fmla="*/ 214 w 243915"/>
                <a:gd name="connsiteY22" fmla="*/ 238268 h 238167"/>
                <a:gd name="connsiteX23" fmla="*/ 227726 w 243915"/>
                <a:gd name="connsiteY23" fmla="*/ 238268 h 238167"/>
                <a:gd name="connsiteX24" fmla="*/ 244130 w 243915"/>
                <a:gd name="connsiteY24" fmla="*/ 142301 h 2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3915" h="238167">
                  <a:moveTo>
                    <a:pt x="244130" y="142301"/>
                  </a:moveTo>
                  <a:lnTo>
                    <a:pt x="227370" y="142301"/>
                  </a:lnTo>
                  <a:cubicBezTo>
                    <a:pt x="219525" y="190635"/>
                    <a:pt x="209540" y="221807"/>
                    <a:pt x="143568" y="221807"/>
                  </a:cubicBezTo>
                  <a:lnTo>
                    <a:pt x="89365" y="221807"/>
                  </a:lnTo>
                  <a:lnTo>
                    <a:pt x="89365" y="123037"/>
                  </a:lnTo>
                  <a:lnTo>
                    <a:pt x="108978" y="123037"/>
                  </a:lnTo>
                  <a:cubicBezTo>
                    <a:pt x="143212" y="123037"/>
                    <a:pt x="146778" y="138098"/>
                    <a:pt x="146778" y="164016"/>
                  </a:cubicBezTo>
                  <a:lnTo>
                    <a:pt x="163538" y="164016"/>
                  </a:lnTo>
                  <a:lnTo>
                    <a:pt x="163538" y="65597"/>
                  </a:lnTo>
                  <a:lnTo>
                    <a:pt x="146778" y="65597"/>
                  </a:lnTo>
                  <a:cubicBezTo>
                    <a:pt x="146778" y="91515"/>
                    <a:pt x="143568" y="106576"/>
                    <a:pt x="108978" y="106576"/>
                  </a:cubicBezTo>
                  <a:lnTo>
                    <a:pt x="89365" y="106576"/>
                  </a:lnTo>
                  <a:lnTo>
                    <a:pt x="89365" y="16563"/>
                  </a:lnTo>
                  <a:lnTo>
                    <a:pt x="143568" y="16563"/>
                  </a:lnTo>
                  <a:cubicBezTo>
                    <a:pt x="200981" y="16563"/>
                    <a:pt x="210253" y="42131"/>
                    <a:pt x="215959" y="84510"/>
                  </a:cubicBezTo>
                  <a:lnTo>
                    <a:pt x="232719" y="84510"/>
                  </a:lnTo>
                  <a:lnTo>
                    <a:pt x="221664" y="101"/>
                  </a:lnTo>
                  <a:lnTo>
                    <a:pt x="214" y="101"/>
                  </a:lnTo>
                  <a:lnTo>
                    <a:pt x="214" y="16563"/>
                  </a:lnTo>
                  <a:lnTo>
                    <a:pt x="38727" y="16563"/>
                  </a:lnTo>
                  <a:lnTo>
                    <a:pt x="38727" y="221807"/>
                  </a:lnTo>
                  <a:lnTo>
                    <a:pt x="214" y="221807"/>
                  </a:lnTo>
                  <a:lnTo>
                    <a:pt x="214" y="238268"/>
                  </a:lnTo>
                  <a:lnTo>
                    <a:pt x="227726" y="238268"/>
                  </a:lnTo>
                  <a:lnTo>
                    <a:pt x="244130" y="14230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F11DDA90-5E98-C789-7E28-71D906BA5692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1052899" y="8321679"/>
              <a:ext cx="406526" cy="243070"/>
            </a:xfrm>
            <a:custGeom>
              <a:avLst/>
              <a:gdLst>
                <a:gd name="connsiteX0" fmla="*/ 372881 w 406526"/>
                <a:gd name="connsiteY0" fmla="*/ 24969 h 243070"/>
                <a:gd name="connsiteX1" fmla="*/ 386432 w 406526"/>
                <a:gd name="connsiteY1" fmla="*/ 17263 h 243070"/>
                <a:gd name="connsiteX2" fmla="*/ 406758 w 406526"/>
                <a:gd name="connsiteY2" fmla="*/ 16563 h 243070"/>
                <a:gd name="connsiteX3" fmla="*/ 406758 w 406526"/>
                <a:gd name="connsiteY3" fmla="*/ 101 h 243070"/>
                <a:gd name="connsiteX4" fmla="*/ 368602 w 406526"/>
                <a:gd name="connsiteY4" fmla="*/ 1152 h 243070"/>
                <a:gd name="connsiteX5" fmla="*/ 320104 w 406526"/>
                <a:gd name="connsiteY5" fmla="*/ 101 h 243070"/>
                <a:gd name="connsiteX6" fmla="*/ 320104 w 406526"/>
                <a:gd name="connsiteY6" fmla="*/ 16563 h 243070"/>
                <a:gd name="connsiteX7" fmla="*/ 356477 w 406526"/>
                <a:gd name="connsiteY7" fmla="*/ 20415 h 243070"/>
                <a:gd name="connsiteX8" fmla="*/ 295142 w 406526"/>
                <a:gd name="connsiteY8" fmla="*/ 176975 h 243070"/>
                <a:gd name="connsiteX9" fmla="*/ 232023 w 406526"/>
                <a:gd name="connsiteY9" fmla="*/ 16563 h 243070"/>
                <a:gd name="connsiteX10" fmla="*/ 266257 w 406526"/>
                <a:gd name="connsiteY10" fmla="*/ 16563 h 243070"/>
                <a:gd name="connsiteX11" fmla="*/ 266257 w 406526"/>
                <a:gd name="connsiteY11" fmla="*/ 101 h 243070"/>
                <a:gd name="connsiteX12" fmla="*/ 203852 w 406526"/>
                <a:gd name="connsiteY12" fmla="*/ 1152 h 243070"/>
                <a:gd name="connsiteX13" fmla="*/ 149292 w 406526"/>
                <a:gd name="connsiteY13" fmla="*/ 101 h 243070"/>
                <a:gd name="connsiteX14" fmla="*/ 149292 w 406526"/>
                <a:gd name="connsiteY14" fmla="*/ 16563 h 243070"/>
                <a:gd name="connsiteX15" fmla="*/ 179959 w 406526"/>
                <a:gd name="connsiteY15" fmla="*/ 16563 h 243070"/>
                <a:gd name="connsiteX16" fmla="*/ 194580 w 406526"/>
                <a:gd name="connsiteY16" fmla="*/ 53689 h 243070"/>
                <a:gd name="connsiteX17" fmla="*/ 146082 w 406526"/>
                <a:gd name="connsiteY17" fmla="*/ 176975 h 243070"/>
                <a:gd name="connsiteX18" fmla="*/ 82964 w 406526"/>
                <a:gd name="connsiteY18" fmla="*/ 16563 h 243070"/>
                <a:gd name="connsiteX19" fmla="*/ 117197 w 406526"/>
                <a:gd name="connsiteY19" fmla="*/ 16563 h 243070"/>
                <a:gd name="connsiteX20" fmla="*/ 117197 w 406526"/>
                <a:gd name="connsiteY20" fmla="*/ 101 h 243070"/>
                <a:gd name="connsiteX21" fmla="*/ 54792 w 406526"/>
                <a:gd name="connsiteY21" fmla="*/ 1152 h 243070"/>
                <a:gd name="connsiteX22" fmla="*/ 232 w 406526"/>
                <a:gd name="connsiteY22" fmla="*/ 101 h 243070"/>
                <a:gd name="connsiteX23" fmla="*/ 232 w 406526"/>
                <a:gd name="connsiteY23" fmla="*/ 16563 h 243070"/>
                <a:gd name="connsiteX24" fmla="*/ 30900 w 406526"/>
                <a:gd name="connsiteY24" fmla="*/ 16563 h 243070"/>
                <a:gd name="connsiteX25" fmla="*/ 116484 w 406526"/>
                <a:gd name="connsiteY25" fmla="*/ 234065 h 243070"/>
                <a:gd name="connsiteX26" fmla="*/ 128965 w 406526"/>
                <a:gd name="connsiteY26" fmla="*/ 243172 h 243070"/>
                <a:gd name="connsiteX27" fmla="*/ 141446 w 406526"/>
                <a:gd name="connsiteY27" fmla="*/ 234065 h 243070"/>
                <a:gd name="connsiteX28" fmla="*/ 203495 w 406526"/>
                <a:gd name="connsiteY28" fmla="*/ 76455 h 243070"/>
                <a:gd name="connsiteX29" fmla="*/ 265544 w 406526"/>
                <a:gd name="connsiteY29" fmla="*/ 234065 h 243070"/>
                <a:gd name="connsiteX30" fmla="*/ 278025 w 406526"/>
                <a:gd name="connsiteY30" fmla="*/ 243172 h 243070"/>
                <a:gd name="connsiteX31" fmla="*/ 290506 w 406526"/>
                <a:gd name="connsiteY31" fmla="*/ 234065 h 243070"/>
                <a:gd name="connsiteX32" fmla="*/ 372881 w 406526"/>
                <a:gd name="connsiteY32" fmla="*/ 24969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81" y="24969"/>
                  </a:moveTo>
                  <a:cubicBezTo>
                    <a:pt x="375020" y="19014"/>
                    <a:pt x="375377" y="18314"/>
                    <a:pt x="386432" y="17263"/>
                  </a:cubicBezTo>
                  <a:cubicBezTo>
                    <a:pt x="393564" y="16563"/>
                    <a:pt x="401052" y="16563"/>
                    <a:pt x="406758" y="16563"/>
                  </a:cubicBezTo>
                  <a:lnTo>
                    <a:pt x="406758" y="101"/>
                  </a:lnTo>
                  <a:cubicBezTo>
                    <a:pt x="397130" y="451"/>
                    <a:pt x="384649" y="1152"/>
                    <a:pt x="368602" y="1152"/>
                  </a:cubicBezTo>
                  <a:cubicBezTo>
                    <a:pt x="355051" y="1152"/>
                    <a:pt x="332942" y="1152"/>
                    <a:pt x="320104" y="101"/>
                  </a:cubicBezTo>
                  <a:lnTo>
                    <a:pt x="320104" y="16563"/>
                  </a:lnTo>
                  <a:cubicBezTo>
                    <a:pt x="329019" y="16563"/>
                    <a:pt x="346136" y="16563"/>
                    <a:pt x="356477" y="20415"/>
                  </a:cubicBezTo>
                  <a:lnTo>
                    <a:pt x="295142" y="176975"/>
                  </a:lnTo>
                  <a:lnTo>
                    <a:pt x="232023" y="16563"/>
                  </a:lnTo>
                  <a:lnTo>
                    <a:pt x="266257" y="16563"/>
                  </a:lnTo>
                  <a:lnTo>
                    <a:pt x="266257" y="101"/>
                  </a:lnTo>
                  <a:cubicBezTo>
                    <a:pt x="252706" y="1152"/>
                    <a:pt x="219185" y="1152"/>
                    <a:pt x="203852" y="1152"/>
                  </a:cubicBezTo>
                  <a:cubicBezTo>
                    <a:pt x="189944" y="1152"/>
                    <a:pt x="161773" y="1152"/>
                    <a:pt x="149292" y="101"/>
                  </a:cubicBezTo>
                  <a:lnTo>
                    <a:pt x="149292" y="16563"/>
                  </a:lnTo>
                  <a:lnTo>
                    <a:pt x="179959" y="16563"/>
                  </a:lnTo>
                  <a:lnTo>
                    <a:pt x="194580" y="53689"/>
                  </a:lnTo>
                  <a:lnTo>
                    <a:pt x="146082" y="176975"/>
                  </a:lnTo>
                  <a:lnTo>
                    <a:pt x="82964" y="16563"/>
                  </a:lnTo>
                  <a:lnTo>
                    <a:pt x="117197" y="16563"/>
                  </a:lnTo>
                  <a:lnTo>
                    <a:pt x="117197" y="101"/>
                  </a:lnTo>
                  <a:cubicBezTo>
                    <a:pt x="103646" y="1152"/>
                    <a:pt x="70126" y="1152"/>
                    <a:pt x="54792" y="1152"/>
                  </a:cubicBezTo>
                  <a:cubicBezTo>
                    <a:pt x="40885" y="1152"/>
                    <a:pt x="12713" y="1152"/>
                    <a:pt x="232" y="101"/>
                  </a:cubicBezTo>
                  <a:lnTo>
                    <a:pt x="232" y="16563"/>
                  </a:lnTo>
                  <a:lnTo>
                    <a:pt x="30900" y="16563"/>
                  </a:lnTo>
                  <a:lnTo>
                    <a:pt x="116484" y="234065"/>
                  </a:lnTo>
                  <a:cubicBezTo>
                    <a:pt x="118624" y="239669"/>
                    <a:pt x="120050" y="243172"/>
                    <a:pt x="128965" y="243172"/>
                  </a:cubicBezTo>
                  <a:cubicBezTo>
                    <a:pt x="137880" y="243172"/>
                    <a:pt x="139307" y="239669"/>
                    <a:pt x="141446" y="234065"/>
                  </a:cubicBezTo>
                  <a:lnTo>
                    <a:pt x="203495" y="76455"/>
                  </a:lnTo>
                  <a:lnTo>
                    <a:pt x="265544" y="234065"/>
                  </a:lnTo>
                  <a:cubicBezTo>
                    <a:pt x="267683" y="239669"/>
                    <a:pt x="269110" y="243172"/>
                    <a:pt x="278025" y="243172"/>
                  </a:cubicBezTo>
                  <a:cubicBezTo>
                    <a:pt x="286940" y="243172"/>
                    <a:pt x="288366" y="239669"/>
                    <a:pt x="290506" y="234065"/>
                  </a:cubicBezTo>
                  <a:lnTo>
                    <a:pt x="372881" y="24969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88B86FC4-8C25-9571-0D3C-49AC138E32C3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1483525" y="8506363"/>
              <a:ext cx="112329" cy="155684"/>
            </a:xfrm>
            <a:custGeom>
              <a:avLst/>
              <a:gdLst>
                <a:gd name="connsiteX0" fmla="*/ 112074 w 112329"/>
                <a:gd name="connsiteY0" fmla="*/ 7213 h 155684"/>
                <a:gd name="connsiteX1" fmla="*/ 112573 w 112329"/>
                <a:gd name="connsiteY1" fmla="*/ 3535 h 155684"/>
                <a:gd name="connsiteX2" fmla="*/ 109328 w 112329"/>
                <a:gd name="connsiteY2" fmla="*/ 103 h 155684"/>
                <a:gd name="connsiteX3" fmla="*/ 91356 w 112329"/>
                <a:gd name="connsiteY3" fmla="*/ 16284 h 155684"/>
                <a:gd name="connsiteX4" fmla="*/ 64646 w 112329"/>
                <a:gd name="connsiteY4" fmla="*/ 103 h 155684"/>
                <a:gd name="connsiteX5" fmla="*/ 244 w 112329"/>
                <a:gd name="connsiteY5" fmla="*/ 69977 h 155684"/>
                <a:gd name="connsiteX6" fmla="*/ 37937 w 112329"/>
                <a:gd name="connsiteY6" fmla="*/ 110675 h 155684"/>
                <a:gd name="connsiteX7" fmla="*/ 69389 w 112329"/>
                <a:gd name="connsiteY7" fmla="*/ 97191 h 155684"/>
                <a:gd name="connsiteX8" fmla="*/ 60402 w 112329"/>
                <a:gd name="connsiteY8" fmla="*/ 132986 h 155684"/>
                <a:gd name="connsiteX9" fmla="*/ 41182 w 112329"/>
                <a:gd name="connsiteY9" fmla="*/ 146961 h 155684"/>
                <a:gd name="connsiteX10" fmla="*/ 34692 w 112329"/>
                <a:gd name="connsiteY10" fmla="*/ 152355 h 155684"/>
                <a:gd name="connsiteX11" fmla="*/ 38436 w 112329"/>
                <a:gd name="connsiteY11" fmla="*/ 155787 h 155684"/>
                <a:gd name="connsiteX12" fmla="*/ 64396 w 112329"/>
                <a:gd name="connsiteY12" fmla="*/ 154806 h 155684"/>
                <a:gd name="connsiteX13" fmla="*/ 91106 w 112329"/>
                <a:gd name="connsiteY13" fmla="*/ 155787 h 155684"/>
                <a:gd name="connsiteX14" fmla="*/ 96098 w 112329"/>
                <a:gd name="connsiteY14" fmla="*/ 150393 h 155684"/>
                <a:gd name="connsiteX15" fmla="*/ 89608 w 112329"/>
                <a:gd name="connsiteY15" fmla="*/ 146961 h 155684"/>
                <a:gd name="connsiteX16" fmla="*/ 77377 w 112329"/>
                <a:gd name="connsiteY16" fmla="*/ 144019 h 155684"/>
                <a:gd name="connsiteX17" fmla="*/ 78625 w 112329"/>
                <a:gd name="connsiteY17" fmla="*/ 138625 h 155684"/>
                <a:gd name="connsiteX18" fmla="*/ 112074 w 112329"/>
                <a:gd name="connsiteY18" fmla="*/ 7213 h 155684"/>
                <a:gd name="connsiteX19" fmla="*/ 74381 w 112329"/>
                <a:gd name="connsiteY19" fmla="*/ 77332 h 155684"/>
                <a:gd name="connsiteX20" fmla="*/ 69888 w 112329"/>
                <a:gd name="connsiteY20" fmla="*/ 85913 h 155684"/>
                <a:gd name="connsiteX21" fmla="*/ 38685 w 112329"/>
                <a:gd name="connsiteY21" fmla="*/ 103810 h 155684"/>
                <a:gd name="connsiteX22" fmla="*/ 20463 w 112329"/>
                <a:gd name="connsiteY22" fmla="*/ 80029 h 155684"/>
                <a:gd name="connsiteX23" fmla="*/ 33443 w 112329"/>
                <a:gd name="connsiteY23" fmla="*/ 30259 h 155684"/>
                <a:gd name="connsiteX24" fmla="*/ 64646 w 112329"/>
                <a:gd name="connsiteY24" fmla="*/ 6968 h 155684"/>
                <a:gd name="connsiteX25" fmla="*/ 86862 w 112329"/>
                <a:gd name="connsiteY25" fmla="*/ 28298 h 155684"/>
                <a:gd name="connsiteX26" fmla="*/ 86113 w 112329"/>
                <a:gd name="connsiteY26" fmla="*/ 31975 h 155684"/>
                <a:gd name="connsiteX27" fmla="*/ 74381 w 112329"/>
                <a:gd name="connsiteY27" fmla="*/ 77332 h 155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2329" h="155684">
                  <a:moveTo>
                    <a:pt x="112074" y="7213"/>
                  </a:moveTo>
                  <a:cubicBezTo>
                    <a:pt x="112324" y="6232"/>
                    <a:pt x="112573" y="4761"/>
                    <a:pt x="112573" y="3535"/>
                  </a:cubicBezTo>
                  <a:cubicBezTo>
                    <a:pt x="112573" y="2064"/>
                    <a:pt x="111575" y="103"/>
                    <a:pt x="109328" y="103"/>
                  </a:cubicBezTo>
                  <a:cubicBezTo>
                    <a:pt x="106832" y="103"/>
                    <a:pt x="96348" y="8439"/>
                    <a:pt x="91356" y="16284"/>
                  </a:cubicBezTo>
                  <a:cubicBezTo>
                    <a:pt x="88859" y="11381"/>
                    <a:pt x="80622" y="103"/>
                    <a:pt x="64646" y="103"/>
                  </a:cubicBezTo>
                  <a:cubicBezTo>
                    <a:pt x="32695" y="103"/>
                    <a:pt x="244" y="34672"/>
                    <a:pt x="244" y="69977"/>
                  </a:cubicBezTo>
                  <a:cubicBezTo>
                    <a:pt x="244" y="93758"/>
                    <a:pt x="16469" y="110675"/>
                    <a:pt x="37937" y="110675"/>
                  </a:cubicBezTo>
                  <a:cubicBezTo>
                    <a:pt x="52165" y="110675"/>
                    <a:pt x="63897" y="101849"/>
                    <a:pt x="69389" y="97191"/>
                  </a:cubicBezTo>
                  <a:cubicBezTo>
                    <a:pt x="69139" y="97926"/>
                    <a:pt x="61401" y="128818"/>
                    <a:pt x="60402" y="132986"/>
                  </a:cubicBezTo>
                  <a:cubicBezTo>
                    <a:pt x="56908" y="146470"/>
                    <a:pt x="56658" y="146716"/>
                    <a:pt x="41182" y="146961"/>
                  </a:cubicBezTo>
                  <a:cubicBezTo>
                    <a:pt x="38186" y="146961"/>
                    <a:pt x="34692" y="146961"/>
                    <a:pt x="34692" y="152355"/>
                  </a:cubicBezTo>
                  <a:cubicBezTo>
                    <a:pt x="34692" y="153826"/>
                    <a:pt x="35940" y="155787"/>
                    <a:pt x="38436" y="155787"/>
                  </a:cubicBezTo>
                  <a:cubicBezTo>
                    <a:pt x="46673" y="155787"/>
                    <a:pt x="55909" y="154806"/>
                    <a:pt x="64396" y="154806"/>
                  </a:cubicBezTo>
                  <a:cubicBezTo>
                    <a:pt x="72884" y="154806"/>
                    <a:pt x="83368" y="155787"/>
                    <a:pt x="91106" y="155787"/>
                  </a:cubicBezTo>
                  <a:cubicBezTo>
                    <a:pt x="93352" y="155787"/>
                    <a:pt x="96098" y="155051"/>
                    <a:pt x="96098" y="150393"/>
                  </a:cubicBezTo>
                  <a:cubicBezTo>
                    <a:pt x="96098" y="146961"/>
                    <a:pt x="92604" y="146961"/>
                    <a:pt x="89608" y="146961"/>
                  </a:cubicBezTo>
                  <a:cubicBezTo>
                    <a:pt x="84117" y="146961"/>
                    <a:pt x="77377" y="146961"/>
                    <a:pt x="77377" y="144019"/>
                  </a:cubicBezTo>
                  <a:cubicBezTo>
                    <a:pt x="77377" y="143283"/>
                    <a:pt x="77377" y="142793"/>
                    <a:pt x="78625" y="138625"/>
                  </a:cubicBezTo>
                  <a:lnTo>
                    <a:pt x="112074" y="7213"/>
                  </a:lnTo>
                  <a:close/>
                  <a:moveTo>
                    <a:pt x="74381" y="77332"/>
                  </a:moveTo>
                  <a:cubicBezTo>
                    <a:pt x="73133" y="81500"/>
                    <a:pt x="73133" y="81990"/>
                    <a:pt x="69888" y="85913"/>
                  </a:cubicBezTo>
                  <a:cubicBezTo>
                    <a:pt x="60153" y="97191"/>
                    <a:pt x="48421" y="103810"/>
                    <a:pt x="38685" y="103810"/>
                  </a:cubicBezTo>
                  <a:cubicBezTo>
                    <a:pt x="29449" y="103810"/>
                    <a:pt x="20463" y="97436"/>
                    <a:pt x="20463" y="80029"/>
                  </a:cubicBezTo>
                  <a:cubicBezTo>
                    <a:pt x="20463" y="67035"/>
                    <a:pt x="27702" y="40066"/>
                    <a:pt x="33443" y="30259"/>
                  </a:cubicBezTo>
                  <a:cubicBezTo>
                    <a:pt x="44926" y="10645"/>
                    <a:pt x="57657" y="6968"/>
                    <a:pt x="64646" y="6968"/>
                  </a:cubicBezTo>
                  <a:cubicBezTo>
                    <a:pt x="82120" y="6968"/>
                    <a:pt x="86862" y="25846"/>
                    <a:pt x="86862" y="28298"/>
                  </a:cubicBezTo>
                  <a:cubicBezTo>
                    <a:pt x="86862" y="29523"/>
                    <a:pt x="86363" y="30994"/>
                    <a:pt x="86113" y="31975"/>
                  </a:cubicBezTo>
                  <a:lnTo>
                    <a:pt x="74381" y="7733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F81E3151-EA9C-F6C5-0EA3-859B0AEC2B0B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1754437" y="8372815"/>
              <a:ext cx="178300" cy="203142"/>
            </a:xfrm>
            <a:custGeom>
              <a:avLst/>
              <a:gdLst>
                <a:gd name="connsiteX0" fmla="*/ 166071 w 178300"/>
                <a:gd name="connsiteY0" fmla="*/ 108677 h 203142"/>
                <a:gd name="connsiteX1" fmla="*/ 178552 w 178300"/>
                <a:gd name="connsiteY1" fmla="*/ 101672 h 203142"/>
                <a:gd name="connsiteX2" fmla="*/ 166071 w 178300"/>
                <a:gd name="connsiteY2" fmla="*/ 94668 h 203142"/>
                <a:gd name="connsiteX3" fmla="*/ 14872 w 178300"/>
                <a:gd name="connsiteY3" fmla="*/ 94668 h 203142"/>
                <a:gd name="connsiteX4" fmla="*/ 110441 w 178300"/>
                <a:gd name="connsiteY4" fmla="*/ 14111 h 203142"/>
                <a:gd name="connsiteX5" fmla="*/ 166071 w 178300"/>
                <a:gd name="connsiteY5" fmla="*/ 14111 h 203142"/>
                <a:gd name="connsiteX6" fmla="*/ 178552 w 178300"/>
                <a:gd name="connsiteY6" fmla="*/ 7106 h 203142"/>
                <a:gd name="connsiteX7" fmla="*/ 166071 w 178300"/>
                <a:gd name="connsiteY7" fmla="*/ 101 h 203142"/>
                <a:gd name="connsiteX8" fmla="*/ 109728 w 178300"/>
                <a:gd name="connsiteY8" fmla="*/ 101 h 203142"/>
                <a:gd name="connsiteX9" fmla="*/ 251 w 178300"/>
                <a:gd name="connsiteY9" fmla="*/ 101672 h 203142"/>
                <a:gd name="connsiteX10" fmla="*/ 109728 w 178300"/>
                <a:gd name="connsiteY10" fmla="*/ 203244 h 203142"/>
                <a:gd name="connsiteX11" fmla="*/ 166071 w 178300"/>
                <a:gd name="connsiteY11" fmla="*/ 203244 h 203142"/>
                <a:gd name="connsiteX12" fmla="*/ 178552 w 178300"/>
                <a:gd name="connsiteY12" fmla="*/ 196239 h 203142"/>
                <a:gd name="connsiteX13" fmla="*/ 166071 w 178300"/>
                <a:gd name="connsiteY13" fmla="*/ 189234 h 203142"/>
                <a:gd name="connsiteX14" fmla="*/ 110441 w 178300"/>
                <a:gd name="connsiteY14" fmla="*/ 189234 h 203142"/>
                <a:gd name="connsiteX15" fmla="*/ 14872 w 178300"/>
                <a:gd name="connsiteY15" fmla="*/ 108677 h 203142"/>
                <a:gd name="connsiteX16" fmla="*/ 166071 w 178300"/>
                <a:gd name="connsiteY16" fmla="*/ 108677 h 203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8300" h="203142">
                  <a:moveTo>
                    <a:pt x="166071" y="108677"/>
                  </a:moveTo>
                  <a:cubicBezTo>
                    <a:pt x="172133" y="108677"/>
                    <a:pt x="178552" y="108677"/>
                    <a:pt x="178552" y="101672"/>
                  </a:cubicBezTo>
                  <a:cubicBezTo>
                    <a:pt x="178552" y="94668"/>
                    <a:pt x="172133" y="94668"/>
                    <a:pt x="166071" y="94668"/>
                  </a:cubicBezTo>
                  <a:lnTo>
                    <a:pt x="14872" y="94668"/>
                  </a:lnTo>
                  <a:cubicBezTo>
                    <a:pt x="19151" y="47735"/>
                    <a:pt x="60160" y="14111"/>
                    <a:pt x="110441" y="14111"/>
                  </a:cubicBezTo>
                  <a:lnTo>
                    <a:pt x="166071" y="14111"/>
                  </a:lnTo>
                  <a:cubicBezTo>
                    <a:pt x="172133" y="14111"/>
                    <a:pt x="178552" y="14111"/>
                    <a:pt x="178552" y="7106"/>
                  </a:cubicBezTo>
                  <a:cubicBezTo>
                    <a:pt x="178552" y="101"/>
                    <a:pt x="172133" y="101"/>
                    <a:pt x="166071" y="101"/>
                  </a:cubicBezTo>
                  <a:lnTo>
                    <a:pt x="109728" y="101"/>
                  </a:lnTo>
                  <a:cubicBezTo>
                    <a:pt x="48749" y="101"/>
                    <a:pt x="251" y="45633"/>
                    <a:pt x="251" y="101672"/>
                  </a:cubicBezTo>
                  <a:cubicBezTo>
                    <a:pt x="251" y="157712"/>
                    <a:pt x="48749" y="203244"/>
                    <a:pt x="109728" y="203244"/>
                  </a:cubicBezTo>
                  <a:lnTo>
                    <a:pt x="166071" y="203244"/>
                  </a:lnTo>
                  <a:cubicBezTo>
                    <a:pt x="172133" y="203244"/>
                    <a:pt x="178552" y="203244"/>
                    <a:pt x="178552" y="196239"/>
                  </a:cubicBezTo>
                  <a:cubicBezTo>
                    <a:pt x="178552" y="189234"/>
                    <a:pt x="172133" y="189234"/>
                    <a:pt x="166071" y="189234"/>
                  </a:cubicBezTo>
                  <a:lnTo>
                    <a:pt x="110441" y="189234"/>
                  </a:lnTo>
                  <a:cubicBezTo>
                    <a:pt x="60160" y="189234"/>
                    <a:pt x="19151" y="155610"/>
                    <a:pt x="14872" y="108677"/>
                  </a:cubicBezTo>
                  <a:lnTo>
                    <a:pt x="166071" y="108677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0ECA9D3A-F988-3BB3-2799-374CBE4BEADE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2067334" y="8322029"/>
              <a:ext cx="244985" cy="239918"/>
            </a:xfrm>
            <a:custGeom>
              <a:avLst/>
              <a:gdLst>
                <a:gd name="connsiteX0" fmla="*/ 90124 w 244985"/>
                <a:gd name="connsiteY0" fmla="*/ 130042 h 239918"/>
                <a:gd name="connsiteX1" fmla="*/ 102962 w 244985"/>
                <a:gd name="connsiteY1" fmla="*/ 130042 h 239918"/>
                <a:gd name="connsiteX2" fmla="*/ 156452 w 244985"/>
                <a:gd name="connsiteY2" fmla="*/ 211299 h 239918"/>
                <a:gd name="connsiteX3" fmla="*/ 172499 w 244985"/>
                <a:gd name="connsiteY3" fmla="*/ 235817 h 239918"/>
                <a:gd name="connsiteX4" fmla="*/ 184267 w 244985"/>
                <a:gd name="connsiteY4" fmla="*/ 240019 h 239918"/>
                <a:gd name="connsiteX5" fmla="*/ 233478 w 244985"/>
                <a:gd name="connsiteY5" fmla="*/ 240019 h 239918"/>
                <a:gd name="connsiteX6" fmla="*/ 245246 w 244985"/>
                <a:gd name="connsiteY6" fmla="*/ 233715 h 239918"/>
                <a:gd name="connsiteX7" fmla="*/ 239897 w 244985"/>
                <a:gd name="connsiteY7" fmla="*/ 227761 h 239918"/>
                <a:gd name="connsiteX8" fmla="*/ 200671 w 244985"/>
                <a:gd name="connsiteY8" fmla="*/ 190635 h 239918"/>
                <a:gd name="connsiteX9" fmla="*/ 156452 w 244985"/>
                <a:gd name="connsiteY9" fmla="*/ 126190 h 239918"/>
                <a:gd name="connsiteX10" fmla="*/ 218857 w 244985"/>
                <a:gd name="connsiteY10" fmla="*/ 65597 h 239918"/>
                <a:gd name="connsiteX11" fmla="*/ 124358 w 244985"/>
                <a:gd name="connsiteY11" fmla="*/ 101 h 239918"/>
                <a:gd name="connsiteX12" fmla="*/ 12385 w 244985"/>
                <a:gd name="connsiteY12" fmla="*/ 101 h 239918"/>
                <a:gd name="connsiteX13" fmla="*/ 260 w 244985"/>
                <a:gd name="connsiteY13" fmla="*/ 6406 h 239918"/>
                <a:gd name="connsiteX14" fmla="*/ 9889 w 244985"/>
                <a:gd name="connsiteY14" fmla="*/ 12360 h 239918"/>
                <a:gd name="connsiteX15" fmla="*/ 31998 w 244985"/>
                <a:gd name="connsiteY15" fmla="*/ 32324 h 239918"/>
                <a:gd name="connsiteX16" fmla="*/ 31998 w 244985"/>
                <a:gd name="connsiteY16" fmla="*/ 207797 h 239918"/>
                <a:gd name="connsiteX17" fmla="*/ 9889 w 244985"/>
                <a:gd name="connsiteY17" fmla="*/ 227761 h 239918"/>
                <a:gd name="connsiteX18" fmla="*/ 260 w 244985"/>
                <a:gd name="connsiteY18" fmla="*/ 233715 h 239918"/>
                <a:gd name="connsiteX19" fmla="*/ 12385 w 244985"/>
                <a:gd name="connsiteY19" fmla="*/ 240019 h 239918"/>
                <a:gd name="connsiteX20" fmla="*/ 110094 w 244985"/>
                <a:gd name="connsiteY20" fmla="*/ 240019 h 239918"/>
                <a:gd name="connsiteX21" fmla="*/ 121862 w 244985"/>
                <a:gd name="connsiteY21" fmla="*/ 233715 h 239918"/>
                <a:gd name="connsiteX22" fmla="*/ 111877 w 244985"/>
                <a:gd name="connsiteY22" fmla="*/ 227761 h 239918"/>
                <a:gd name="connsiteX23" fmla="*/ 90124 w 244985"/>
                <a:gd name="connsiteY23" fmla="*/ 207797 h 239918"/>
                <a:gd name="connsiteX24" fmla="*/ 90124 w 244985"/>
                <a:gd name="connsiteY24" fmla="*/ 130042 h 239918"/>
                <a:gd name="connsiteX25" fmla="*/ 158948 w 244985"/>
                <a:gd name="connsiteY25" fmla="*/ 112880 h 239918"/>
                <a:gd name="connsiteX26" fmla="*/ 170003 w 244985"/>
                <a:gd name="connsiteY26" fmla="*/ 65947 h 239918"/>
                <a:gd name="connsiteX27" fmla="*/ 156452 w 244985"/>
                <a:gd name="connsiteY27" fmla="*/ 16212 h 239918"/>
                <a:gd name="connsiteX28" fmla="*/ 206376 w 244985"/>
                <a:gd name="connsiteY28" fmla="*/ 65597 h 239918"/>
                <a:gd name="connsiteX29" fmla="*/ 158948 w 244985"/>
                <a:gd name="connsiteY29" fmla="*/ 112880 h 239918"/>
                <a:gd name="connsiteX30" fmla="*/ 90124 w 244985"/>
                <a:gd name="connsiteY30" fmla="*/ 31273 h 239918"/>
                <a:gd name="connsiteX31" fmla="*/ 112233 w 244985"/>
                <a:gd name="connsiteY31" fmla="*/ 12360 h 239918"/>
                <a:gd name="connsiteX32" fmla="*/ 157522 w 244985"/>
                <a:gd name="connsiteY32" fmla="*/ 65947 h 239918"/>
                <a:gd name="connsiteX33" fmla="*/ 90124 w 244985"/>
                <a:gd name="connsiteY33" fmla="*/ 117784 h 239918"/>
                <a:gd name="connsiteX34" fmla="*/ 90124 w 244985"/>
                <a:gd name="connsiteY34" fmla="*/ 31273 h 239918"/>
                <a:gd name="connsiteX35" fmla="*/ 41626 w 244985"/>
                <a:gd name="connsiteY35" fmla="*/ 227761 h 239918"/>
                <a:gd name="connsiteX36" fmla="*/ 44479 w 244985"/>
                <a:gd name="connsiteY36" fmla="*/ 208497 h 239918"/>
                <a:gd name="connsiteX37" fmla="*/ 44479 w 244985"/>
                <a:gd name="connsiteY37" fmla="*/ 31623 h 239918"/>
                <a:gd name="connsiteX38" fmla="*/ 41626 w 244985"/>
                <a:gd name="connsiteY38" fmla="*/ 12360 h 239918"/>
                <a:gd name="connsiteX39" fmla="*/ 82279 w 244985"/>
                <a:gd name="connsiteY39" fmla="*/ 12360 h 239918"/>
                <a:gd name="connsiteX40" fmla="*/ 77643 w 244985"/>
                <a:gd name="connsiteY40" fmla="*/ 30222 h 239918"/>
                <a:gd name="connsiteX41" fmla="*/ 77643 w 244985"/>
                <a:gd name="connsiteY41" fmla="*/ 208497 h 239918"/>
                <a:gd name="connsiteX42" fmla="*/ 80496 w 244985"/>
                <a:gd name="connsiteY42" fmla="*/ 227761 h 239918"/>
                <a:gd name="connsiteX43" fmla="*/ 41626 w 244985"/>
                <a:gd name="connsiteY43" fmla="*/ 227761 h 239918"/>
                <a:gd name="connsiteX44" fmla="*/ 117582 w 244985"/>
                <a:gd name="connsiteY44" fmla="*/ 130042 h 239918"/>
                <a:gd name="connsiteX45" fmla="*/ 124358 w 244985"/>
                <a:gd name="connsiteY45" fmla="*/ 129342 h 239918"/>
                <a:gd name="connsiteX46" fmla="*/ 142901 w 244985"/>
                <a:gd name="connsiteY46" fmla="*/ 127941 h 239918"/>
                <a:gd name="connsiteX47" fmla="*/ 216361 w 244985"/>
                <a:gd name="connsiteY47" fmla="*/ 227761 h 239918"/>
                <a:gd name="connsiteX48" fmla="*/ 181771 w 244985"/>
                <a:gd name="connsiteY48" fmla="*/ 227761 h 239918"/>
                <a:gd name="connsiteX49" fmla="*/ 117582 w 244985"/>
                <a:gd name="connsiteY49" fmla="*/ 130042 h 239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4985" h="239918">
                  <a:moveTo>
                    <a:pt x="90124" y="130042"/>
                  </a:moveTo>
                  <a:lnTo>
                    <a:pt x="102962" y="130042"/>
                  </a:lnTo>
                  <a:lnTo>
                    <a:pt x="156452" y="211299"/>
                  </a:lnTo>
                  <a:cubicBezTo>
                    <a:pt x="160018" y="216903"/>
                    <a:pt x="168576" y="230563"/>
                    <a:pt x="172499" y="235817"/>
                  </a:cubicBezTo>
                  <a:cubicBezTo>
                    <a:pt x="174995" y="240019"/>
                    <a:pt x="176065" y="240019"/>
                    <a:pt x="184267" y="240019"/>
                  </a:cubicBezTo>
                  <a:lnTo>
                    <a:pt x="233478" y="240019"/>
                  </a:lnTo>
                  <a:cubicBezTo>
                    <a:pt x="239897" y="240019"/>
                    <a:pt x="245246" y="240019"/>
                    <a:pt x="245246" y="233715"/>
                  </a:cubicBezTo>
                  <a:cubicBezTo>
                    <a:pt x="245246" y="230913"/>
                    <a:pt x="243106" y="228461"/>
                    <a:pt x="239897" y="227761"/>
                  </a:cubicBezTo>
                  <a:cubicBezTo>
                    <a:pt x="226703" y="224959"/>
                    <a:pt x="209229" y="201843"/>
                    <a:pt x="200671" y="190635"/>
                  </a:cubicBezTo>
                  <a:cubicBezTo>
                    <a:pt x="198174" y="187132"/>
                    <a:pt x="180344" y="164016"/>
                    <a:pt x="156452" y="126190"/>
                  </a:cubicBezTo>
                  <a:cubicBezTo>
                    <a:pt x="188190" y="120586"/>
                    <a:pt x="218857" y="107276"/>
                    <a:pt x="218857" y="65597"/>
                  </a:cubicBezTo>
                  <a:cubicBezTo>
                    <a:pt x="218857" y="16913"/>
                    <a:pt x="166437" y="101"/>
                    <a:pt x="124358" y="101"/>
                  </a:cubicBezTo>
                  <a:lnTo>
                    <a:pt x="12385" y="101"/>
                  </a:lnTo>
                  <a:cubicBezTo>
                    <a:pt x="5966" y="101"/>
                    <a:pt x="260" y="101"/>
                    <a:pt x="260" y="6406"/>
                  </a:cubicBezTo>
                  <a:cubicBezTo>
                    <a:pt x="260" y="12360"/>
                    <a:pt x="7036" y="12360"/>
                    <a:pt x="9889" y="12360"/>
                  </a:cubicBezTo>
                  <a:cubicBezTo>
                    <a:pt x="30215" y="12360"/>
                    <a:pt x="31998" y="14811"/>
                    <a:pt x="31998" y="32324"/>
                  </a:cubicBezTo>
                  <a:lnTo>
                    <a:pt x="31998" y="207797"/>
                  </a:lnTo>
                  <a:cubicBezTo>
                    <a:pt x="31998" y="225309"/>
                    <a:pt x="30215" y="227761"/>
                    <a:pt x="9889" y="227761"/>
                  </a:cubicBezTo>
                  <a:cubicBezTo>
                    <a:pt x="7036" y="227761"/>
                    <a:pt x="260" y="227761"/>
                    <a:pt x="260" y="233715"/>
                  </a:cubicBezTo>
                  <a:cubicBezTo>
                    <a:pt x="260" y="240019"/>
                    <a:pt x="5966" y="240019"/>
                    <a:pt x="12385" y="240019"/>
                  </a:cubicBezTo>
                  <a:lnTo>
                    <a:pt x="110094" y="240019"/>
                  </a:lnTo>
                  <a:cubicBezTo>
                    <a:pt x="116513" y="240019"/>
                    <a:pt x="121862" y="240019"/>
                    <a:pt x="121862" y="233715"/>
                  </a:cubicBezTo>
                  <a:cubicBezTo>
                    <a:pt x="121862" y="227761"/>
                    <a:pt x="115799" y="227761"/>
                    <a:pt x="111877" y="227761"/>
                  </a:cubicBezTo>
                  <a:cubicBezTo>
                    <a:pt x="91550" y="227761"/>
                    <a:pt x="90124" y="224959"/>
                    <a:pt x="90124" y="207797"/>
                  </a:cubicBezTo>
                  <a:lnTo>
                    <a:pt x="90124" y="130042"/>
                  </a:lnTo>
                  <a:close/>
                  <a:moveTo>
                    <a:pt x="158948" y="112880"/>
                  </a:moveTo>
                  <a:cubicBezTo>
                    <a:pt x="168933" y="99921"/>
                    <a:pt x="170003" y="81358"/>
                    <a:pt x="170003" y="65947"/>
                  </a:cubicBezTo>
                  <a:cubicBezTo>
                    <a:pt x="170003" y="49136"/>
                    <a:pt x="167863" y="30573"/>
                    <a:pt x="156452" y="16212"/>
                  </a:cubicBezTo>
                  <a:cubicBezTo>
                    <a:pt x="171073" y="19365"/>
                    <a:pt x="206376" y="30222"/>
                    <a:pt x="206376" y="65597"/>
                  </a:cubicBezTo>
                  <a:cubicBezTo>
                    <a:pt x="206376" y="88363"/>
                    <a:pt x="195678" y="106226"/>
                    <a:pt x="158948" y="112880"/>
                  </a:cubicBezTo>
                  <a:close/>
                  <a:moveTo>
                    <a:pt x="90124" y="31273"/>
                  </a:moveTo>
                  <a:cubicBezTo>
                    <a:pt x="90124" y="23918"/>
                    <a:pt x="90124" y="12360"/>
                    <a:pt x="112233" y="12360"/>
                  </a:cubicBezTo>
                  <a:cubicBezTo>
                    <a:pt x="142545" y="12360"/>
                    <a:pt x="157522" y="24618"/>
                    <a:pt x="157522" y="65947"/>
                  </a:cubicBezTo>
                  <a:cubicBezTo>
                    <a:pt x="157522" y="111129"/>
                    <a:pt x="146467" y="117784"/>
                    <a:pt x="90124" y="117784"/>
                  </a:cubicBezTo>
                  <a:lnTo>
                    <a:pt x="90124" y="31273"/>
                  </a:lnTo>
                  <a:close/>
                  <a:moveTo>
                    <a:pt x="41626" y="227761"/>
                  </a:moveTo>
                  <a:cubicBezTo>
                    <a:pt x="44479" y="221456"/>
                    <a:pt x="44479" y="211650"/>
                    <a:pt x="44479" y="208497"/>
                  </a:cubicBezTo>
                  <a:lnTo>
                    <a:pt x="44479" y="31623"/>
                  </a:lnTo>
                  <a:cubicBezTo>
                    <a:pt x="44479" y="28121"/>
                    <a:pt x="44479" y="18664"/>
                    <a:pt x="41626" y="12360"/>
                  </a:cubicBezTo>
                  <a:lnTo>
                    <a:pt x="82279" y="12360"/>
                  </a:lnTo>
                  <a:cubicBezTo>
                    <a:pt x="77643" y="17964"/>
                    <a:pt x="77643" y="24969"/>
                    <a:pt x="77643" y="30222"/>
                  </a:cubicBezTo>
                  <a:lnTo>
                    <a:pt x="77643" y="208497"/>
                  </a:lnTo>
                  <a:cubicBezTo>
                    <a:pt x="77643" y="212000"/>
                    <a:pt x="77643" y="221456"/>
                    <a:pt x="80496" y="227761"/>
                  </a:cubicBezTo>
                  <a:lnTo>
                    <a:pt x="41626" y="227761"/>
                  </a:lnTo>
                  <a:close/>
                  <a:moveTo>
                    <a:pt x="117582" y="130042"/>
                  </a:moveTo>
                  <a:cubicBezTo>
                    <a:pt x="120079" y="129692"/>
                    <a:pt x="121505" y="129342"/>
                    <a:pt x="124358" y="129342"/>
                  </a:cubicBezTo>
                  <a:cubicBezTo>
                    <a:pt x="129707" y="129342"/>
                    <a:pt x="137552" y="128641"/>
                    <a:pt x="142901" y="127941"/>
                  </a:cubicBezTo>
                  <a:cubicBezTo>
                    <a:pt x="148250" y="136347"/>
                    <a:pt x="186763" y="198690"/>
                    <a:pt x="216361" y="227761"/>
                  </a:cubicBezTo>
                  <a:lnTo>
                    <a:pt x="181771" y="227761"/>
                  </a:lnTo>
                  <a:lnTo>
                    <a:pt x="117582" y="13004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4C7320FA-F763-2331-50A8-8ADF1F70F4DA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2334402" y="8247184"/>
              <a:ext cx="128305" cy="172601"/>
            </a:xfrm>
            <a:custGeom>
              <a:avLst/>
              <a:gdLst>
                <a:gd name="connsiteX0" fmla="*/ 127574 w 128305"/>
                <a:gd name="connsiteY0" fmla="*/ 7452 h 172601"/>
                <a:gd name="connsiteX1" fmla="*/ 128573 w 128305"/>
                <a:gd name="connsiteY1" fmla="*/ 3530 h 172601"/>
                <a:gd name="connsiteX2" fmla="*/ 124579 w 128305"/>
                <a:gd name="connsiteY2" fmla="*/ 97 h 172601"/>
                <a:gd name="connsiteX3" fmla="*/ 92627 w 128305"/>
                <a:gd name="connsiteY3" fmla="*/ 2549 h 172601"/>
                <a:gd name="connsiteX4" fmla="*/ 87136 w 128305"/>
                <a:gd name="connsiteY4" fmla="*/ 8188 h 172601"/>
                <a:gd name="connsiteX5" fmla="*/ 93626 w 128305"/>
                <a:gd name="connsiteY5" fmla="*/ 11620 h 172601"/>
                <a:gd name="connsiteX6" fmla="*/ 105608 w 128305"/>
                <a:gd name="connsiteY6" fmla="*/ 15298 h 172601"/>
                <a:gd name="connsiteX7" fmla="*/ 104609 w 128305"/>
                <a:gd name="connsiteY7" fmla="*/ 20692 h 172601"/>
                <a:gd name="connsiteX8" fmla="*/ 90381 w 128305"/>
                <a:gd name="connsiteY8" fmla="*/ 76591 h 172601"/>
                <a:gd name="connsiteX9" fmla="*/ 64670 w 128305"/>
                <a:gd name="connsiteY9" fmla="*/ 62126 h 172601"/>
                <a:gd name="connsiteX10" fmla="*/ 268 w 128305"/>
                <a:gd name="connsiteY10" fmla="*/ 132000 h 172601"/>
                <a:gd name="connsiteX11" fmla="*/ 37960 w 128305"/>
                <a:gd name="connsiteY11" fmla="*/ 172698 h 172601"/>
                <a:gd name="connsiteX12" fmla="*/ 73407 w 128305"/>
                <a:gd name="connsiteY12" fmla="*/ 155536 h 172601"/>
                <a:gd name="connsiteX13" fmla="*/ 99118 w 128305"/>
                <a:gd name="connsiteY13" fmla="*/ 172698 h 172601"/>
                <a:gd name="connsiteX14" fmla="*/ 118838 w 128305"/>
                <a:gd name="connsiteY14" fmla="*/ 159704 h 172601"/>
                <a:gd name="connsiteX15" fmla="*/ 127574 w 128305"/>
                <a:gd name="connsiteY15" fmla="*/ 135187 h 172601"/>
                <a:gd name="connsiteX16" fmla="*/ 123580 w 128305"/>
                <a:gd name="connsiteY16" fmla="*/ 132000 h 172601"/>
                <a:gd name="connsiteX17" fmla="*/ 118089 w 128305"/>
                <a:gd name="connsiteY17" fmla="*/ 139600 h 172601"/>
                <a:gd name="connsiteX18" fmla="*/ 99866 w 128305"/>
                <a:gd name="connsiteY18" fmla="*/ 165833 h 172601"/>
                <a:gd name="connsiteX19" fmla="*/ 91629 w 128305"/>
                <a:gd name="connsiteY19" fmla="*/ 153820 h 172601"/>
                <a:gd name="connsiteX20" fmla="*/ 92877 w 128305"/>
                <a:gd name="connsiteY20" fmla="*/ 143768 h 172601"/>
                <a:gd name="connsiteX21" fmla="*/ 127574 w 128305"/>
                <a:gd name="connsiteY21" fmla="*/ 7452 h 172601"/>
                <a:gd name="connsiteX22" fmla="*/ 74405 w 128305"/>
                <a:gd name="connsiteY22" fmla="*/ 139600 h 172601"/>
                <a:gd name="connsiteX23" fmla="*/ 61674 w 128305"/>
                <a:gd name="connsiteY23" fmla="*/ 156026 h 172601"/>
                <a:gd name="connsiteX24" fmla="*/ 38709 w 128305"/>
                <a:gd name="connsiteY24" fmla="*/ 165833 h 172601"/>
                <a:gd name="connsiteX25" fmla="*/ 20487 w 128305"/>
                <a:gd name="connsiteY25" fmla="*/ 142052 h 172601"/>
                <a:gd name="connsiteX26" fmla="*/ 33467 w 128305"/>
                <a:gd name="connsiteY26" fmla="*/ 92282 h 172601"/>
                <a:gd name="connsiteX27" fmla="*/ 64670 w 128305"/>
                <a:gd name="connsiteY27" fmla="*/ 68990 h 172601"/>
                <a:gd name="connsiteX28" fmla="*/ 86886 w 128305"/>
                <a:gd name="connsiteY28" fmla="*/ 90320 h 172601"/>
                <a:gd name="connsiteX29" fmla="*/ 86137 w 128305"/>
                <a:gd name="connsiteY29" fmla="*/ 93753 h 172601"/>
                <a:gd name="connsiteX30" fmla="*/ 74405 w 128305"/>
                <a:gd name="connsiteY30" fmla="*/ 139600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74" y="7452"/>
                  </a:moveTo>
                  <a:cubicBezTo>
                    <a:pt x="127824" y="6962"/>
                    <a:pt x="128573" y="3775"/>
                    <a:pt x="128573" y="3530"/>
                  </a:cubicBezTo>
                  <a:cubicBezTo>
                    <a:pt x="128573" y="2304"/>
                    <a:pt x="127574" y="97"/>
                    <a:pt x="124579" y="97"/>
                  </a:cubicBezTo>
                  <a:cubicBezTo>
                    <a:pt x="119587" y="97"/>
                    <a:pt x="98868" y="2058"/>
                    <a:pt x="92627" y="2549"/>
                  </a:cubicBezTo>
                  <a:cubicBezTo>
                    <a:pt x="90630" y="2794"/>
                    <a:pt x="87136" y="3039"/>
                    <a:pt x="87136" y="8188"/>
                  </a:cubicBezTo>
                  <a:cubicBezTo>
                    <a:pt x="87136" y="11620"/>
                    <a:pt x="90630" y="11620"/>
                    <a:pt x="93626" y="11620"/>
                  </a:cubicBezTo>
                  <a:cubicBezTo>
                    <a:pt x="105608" y="11620"/>
                    <a:pt x="105608" y="13336"/>
                    <a:pt x="105608" y="15298"/>
                  </a:cubicBezTo>
                  <a:cubicBezTo>
                    <a:pt x="105608" y="17014"/>
                    <a:pt x="105108" y="18485"/>
                    <a:pt x="104609" y="20692"/>
                  </a:cubicBezTo>
                  <a:lnTo>
                    <a:pt x="90381" y="76591"/>
                  </a:lnTo>
                  <a:cubicBezTo>
                    <a:pt x="85139" y="68500"/>
                    <a:pt x="76652" y="62126"/>
                    <a:pt x="64670" y="62126"/>
                  </a:cubicBezTo>
                  <a:cubicBezTo>
                    <a:pt x="32718" y="62126"/>
                    <a:pt x="268" y="96695"/>
                    <a:pt x="268" y="132000"/>
                  </a:cubicBezTo>
                  <a:cubicBezTo>
                    <a:pt x="268" y="155781"/>
                    <a:pt x="16493" y="172698"/>
                    <a:pt x="37960" y="172698"/>
                  </a:cubicBezTo>
                  <a:cubicBezTo>
                    <a:pt x="51440" y="172698"/>
                    <a:pt x="63422" y="165098"/>
                    <a:pt x="73407" y="155536"/>
                  </a:cubicBezTo>
                  <a:cubicBezTo>
                    <a:pt x="78149" y="170246"/>
                    <a:pt x="92627" y="172698"/>
                    <a:pt x="99118" y="172698"/>
                  </a:cubicBezTo>
                  <a:cubicBezTo>
                    <a:pt x="108104" y="172698"/>
                    <a:pt x="114344" y="167304"/>
                    <a:pt x="118838" y="159704"/>
                  </a:cubicBezTo>
                  <a:cubicBezTo>
                    <a:pt x="124329" y="150142"/>
                    <a:pt x="127574" y="136168"/>
                    <a:pt x="127574" y="135187"/>
                  </a:cubicBezTo>
                  <a:cubicBezTo>
                    <a:pt x="127574" y="132000"/>
                    <a:pt x="124329" y="132000"/>
                    <a:pt x="123580" y="132000"/>
                  </a:cubicBezTo>
                  <a:cubicBezTo>
                    <a:pt x="120086" y="132000"/>
                    <a:pt x="119836" y="132980"/>
                    <a:pt x="118089" y="139600"/>
                  </a:cubicBezTo>
                  <a:cubicBezTo>
                    <a:pt x="115093" y="151368"/>
                    <a:pt x="110351" y="165833"/>
                    <a:pt x="99866" y="165833"/>
                  </a:cubicBezTo>
                  <a:cubicBezTo>
                    <a:pt x="93376" y="165833"/>
                    <a:pt x="91629" y="160440"/>
                    <a:pt x="91629" y="153820"/>
                  </a:cubicBezTo>
                  <a:cubicBezTo>
                    <a:pt x="91629" y="149162"/>
                    <a:pt x="92128" y="146955"/>
                    <a:pt x="92877" y="143768"/>
                  </a:cubicBezTo>
                  <a:lnTo>
                    <a:pt x="127574" y="7452"/>
                  </a:lnTo>
                  <a:close/>
                  <a:moveTo>
                    <a:pt x="74405" y="139600"/>
                  </a:moveTo>
                  <a:cubicBezTo>
                    <a:pt x="72658" y="146465"/>
                    <a:pt x="67166" y="151368"/>
                    <a:pt x="61674" y="156026"/>
                  </a:cubicBezTo>
                  <a:cubicBezTo>
                    <a:pt x="59428" y="157988"/>
                    <a:pt x="49443" y="165833"/>
                    <a:pt x="38709" y="165833"/>
                  </a:cubicBezTo>
                  <a:cubicBezTo>
                    <a:pt x="29473" y="165833"/>
                    <a:pt x="20487" y="159459"/>
                    <a:pt x="20487" y="142052"/>
                  </a:cubicBezTo>
                  <a:cubicBezTo>
                    <a:pt x="20487" y="129058"/>
                    <a:pt x="27726" y="102089"/>
                    <a:pt x="33467" y="92282"/>
                  </a:cubicBezTo>
                  <a:cubicBezTo>
                    <a:pt x="44950" y="72668"/>
                    <a:pt x="57680" y="68990"/>
                    <a:pt x="64670" y="68990"/>
                  </a:cubicBezTo>
                  <a:cubicBezTo>
                    <a:pt x="82143" y="68990"/>
                    <a:pt x="86886" y="87623"/>
                    <a:pt x="86886" y="90320"/>
                  </a:cubicBezTo>
                  <a:cubicBezTo>
                    <a:pt x="86886" y="91301"/>
                    <a:pt x="86387" y="93017"/>
                    <a:pt x="86137" y="93753"/>
                  </a:cubicBezTo>
                  <a:lnTo>
                    <a:pt x="74405" y="139600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F75CE27-1AC8-9E2C-CA82-CE5BFEBF44AB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2483849" y="8335726"/>
              <a:ext cx="88793" cy="116631"/>
            </a:xfrm>
            <a:custGeom>
              <a:avLst/>
              <a:gdLst>
                <a:gd name="connsiteX0" fmla="*/ 89066 w 88793"/>
                <a:gd name="connsiteY0" fmla="*/ 82931 h 116631"/>
                <a:gd name="connsiteX1" fmla="*/ 81577 w 88793"/>
                <a:gd name="connsiteY1" fmla="*/ 82931 h 116631"/>
                <a:gd name="connsiteX2" fmla="*/ 76406 w 88793"/>
                <a:gd name="connsiteY2" fmla="*/ 98867 h 116631"/>
                <a:gd name="connsiteX3" fmla="*/ 57328 w 88793"/>
                <a:gd name="connsiteY3" fmla="*/ 99918 h 116631"/>
                <a:gd name="connsiteX4" fmla="*/ 22381 w 88793"/>
                <a:gd name="connsiteY4" fmla="*/ 99918 h 116631"/>
                <a:gd name="connsiteX5" fmla="*/ 58041 w 88793"/>
                <a:gd name="connsiteY5" fmla="*/ 74525 h 116631"/>
                <a:gd name="connsiteX6" fmla="*/ 89066 w 88793"/>
                <a:gd name="connsiteY6" fmla="*/ 34948 h 116631"/>
                <a:gd name="connsiteX7" fmla="*/ 41994 w 88793"/>
                <a:gd name="connsiteY7" fmla="*/ 98 h 116631"/>
                <a:gd name="connsiteX8" fmla="*/ 272 w 88793"/>
                <a:gd name="connsiteY8" fmla="*/ 30920 h 116631"/>
                <a:gd name="connsiteX9" fmla="*/ 10613 w 88793"/>
                <a:gd name="connsiteY9" fmla="*/ 41602 h 116631"/>
                <a:gd name="connsiteX10" fmla="*/ 21133 w 88793"/>
                <a:gd name="connsiteY10" fmla="*/ 31270 h 116631"/>
                <a:gd name="connsiteX11" fmla="*/ 10970 w 88793"/>
                <a:gd name="connsiteY11" fmla="*/ 20938 h 116631"/>
                <a:gd name="connsiteX12" fmla="*/ 38250 w 88793"/>
                <a:gd name="connsiteY12" fmla="*/ 7803 h 116631"/>
                <a:gd name="connsiteX13" fmla="*/ 69987 w 88793"/>
                <a:gd name="connsiteY13" fmla="*/ 35123 h 116631"/>
                <a:gd name="connsiteX14" fmla="*/ 45917 w 88793"/>
                <a:gd name="connsiteY14" fmla="*/ 72424 h 116631"/>
                <a:gd name="connsiteX15" fmla="*/ 2411 w 88793"/>
                <a:gd name="connsiteY15" fmla="*/ 108674 h 116631"/>
                <a:gd name="connsiteX16" fmla="*/ 272 w 88793"/>
                <a:gd name="connsiteY16" fmla="*/ 111476 h 116631"/>
                <a:gd name="connsiteX17" fmla="*/ 272 w 88793"/>
                <a:gd name="connsiteY17" fmla="*/ 116730 h 116631"/>
                <a:gd name="connsiteX18" fmla="*/ 83182 w 88793"/>
                <a:gd name="connsiteY18" fmla="*/ 116730 h 116631"/>
                <a:gd name="connsiteX19" fmla="*/ 89066 w 88793"/>
                <a:gd name="connsiteY19" fmla="*/ 82931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8793" h="116631">
                  <a:moveTo>
                    <a:pt x="89066" y="82931"/>
                  </a:moveTo>
                  <a:lnTo>
                    <a:pt x="81577" y="82931"/>
                  </a:lnTo>
                  <a:cubicBezTo>
                    <a:pt x="81042" y="86259"/>
                    <a:pt x="79259" y="97116"/>
                    <a:pt x="76406" y="98867"/>
                  </a:cubicBezTo>
                  <a:cubicBezTo>
                    <a:pt x="74980" y="99918"/>
                    <a:pt x="60002" y="99918"/>
                    <a:pt x="57328" y="99918"/>
                  </a:cubicBezTo>
                  <a:lnTo>
                    <a:pt x="22381" y="99918"/>
                  </a:lnTo>
                  <a:cubicBezTo>
                    <a:pt x="34149" y="91337"/>
                    <a:pt x="47343" y="81530"/>
                    <a:pt x="58041" y="74525"/>
                  </a:cubicBezTo>
                  <a:cubicBezTo>
                    <a:pt x="74088" y="63668"/>
                    <a:pt x="89066" y="53511"/>
                    <a:pt x="89066" y="34948"/>
                  </a:cubicBezTo>
                  <a:cubicBezTo>
                    <a:pt x="89066" y="12532"/>
                    <a:pt x="67491" y="98"/>
                    <a:pt x="41994" y="98"/>
                  </a:cubicBezTo>
                  <a:cubicBezTo>
                    <a:pt x="17923" y="98"/>
                    <a:pt x="272" y="13758"/>
                    <a:pt x="272" y="30920"/>
                  </a:cubicBezTo>
                  <a:cubicBezTo>
                    <a:pt x="272" y="40026"/>
                    <a:pt x="8117" y="41602"/>
                    <a:pt x="10613" y="41602"/>
                  </a:cubicBezTo>
                  <a:cubicBezTo>
                    <a:pt x="15427" y="41602"/>
                    <a:pt x="21133" y="38450"/>
                    <a:pt x="21133" y="31270"/>
                  </a:cubicBezTo>
                  <a:cubicBezTo>
                    <a:pt x="21133" y="24966"/>
                    <a:pt x="16497" y="21463"/>
                    <a:pt x="10970" y="20938"/>
                  </a:cubicBezTo>
                  <a:cubicBezTo>
                    <a:pt x="15962" y="13057"/>
                    <a:pt x="26304" y="7803"/>
                    <a:pt x="38250" y="7803"/>
                  </a:cubicBezTo>
                  <a:cubicBezTo>
                    <a:pt x="55545" y="7803"/>
                    <a:pt x="69987" y="17961"/>
                    <a:pt x="69987" y="35123"/>
                  </a:cubicBezTo>
                  <a:cubicBezTo>
                    <a:pt x="69987" y="49833"/>
                    <a:pt x="59646" y="61041"/>
                    <a:pt x="45917" y="72424"/>
                  </a:cubicBezTo>
                  <a:lnTo>
                    <a:pt x="2411" y="108674"/>
                  </a:lnTo>
                  <a:cubicBezTo>
                    <a:pt x="628" y="110250"/>
                    <a:pt x="450" y="110250"/>
                    <a:pt x="272" y="111476"/>
                  </a:cubicBezTo>
                  <a:lnTo>
                    <a:pt x="272" y="116730"/>
                  </a:lnTo>
                  <a:lnTo>
                    <a:pt x="83182" y="116730"/>
                  </a:lnTo>
                  <a:lnTo>
                    <a:pt x="89066" y="8293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030AB36A-F3F8-2372-1EFF-67133E468F60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2651232" y="8290335"/>
              <a:ext cx="133797" cy="131166"/>
            </a:xfrm>
            <a:custGeom>
              <a:avLst/>
              <a:gdLst>
                <a:gd name="connsiteX0" fmla="*/ 130578 w 133797"/>
                <a:gd name="connsiteY0" fmla="*/ 12111 h 131166"/>
                <a:gd name="connsiteX1" fmla="*/ 134073 w 133797"/>
                <a:gd name="connsiteY1" fmla="*/ 6226 h 131166"/>
                <a:gd name="connsiteX2" fmla="*/ 128082 w 133797"/>
                <a:gd name="connsiteY2" fmla="*/ 97 h 131166"/>
                <a:gd name="connsiteX3" fmla="*/ 121841 w 133797"/>
                <a:gd name="connsiteY3" fmla="*/ 3775 h 131166"/>
                <a:gd name="connsiteX4" fmla="*/ 67174 w 133797"/>
                <a:gd name="connsiteY4" fmla="*/ 57222 h 131166"/>
                <a:gd name="connsiteX5" fmla="*/ 12257 w 133797"/>
                <a:gd name="connsiteY5" fmla="*/ 3530 h 131166"/>
                <a:gd name="connsiteX6" fmla="*/ 6516 w 133797"/>
                <a:gd name="connsiteY6" fmla="*/ 97 h 131166"/>
                <a:gd name="connsiteX7" fmla="*/ 276 w 133797"/>
                <a:gd name="connsiteY7" fmla="*/ 6226 h 131166"/>
                <a:gd name="connsiteX8" fmla="*/ 4020 w 133797"/>
                <a:gd name="connsiteY8" fmla="*/ 12111 h 131166"/>
                <a:gd name="connsiteX9" fmla="*/ 58437 w 133797"/>
                <a:gd name="connsiteY9" fmla="*/ 65558 h 131166"/>
                <a:gd name="connsiteX10" fmla="*/ 4020 w 133797"/>
                <a:gd name="connsiteY10" fmla="*/ 119005 h 131166"/>
                <a:gd name="connsiteX11" fmla="*/ 276 w 133797"/>
                <a:gd name="connsiteY11" fmla="*/ 125135 h 131166"/>
                <a:gd name="connsiteX12" fmla="*/ 6516 w 133797"/>
                <a:gd name="connsiteY12" fmla="*/ 131264 h 131166"/>
                <a:gd name="connsiteX13" fmla="*/ 12257 w 133797"/>
                <a:gd name="connsiteY13" fmla="*/ 127832 h 131166"/>
                <a:gd name="connsiteX14" fmla="*/ 67174 w 133797"/>
                <a:gd name="connsiteY14" fmla="*/ 74139 h 131166"/>
                <a:gd name="connsiteX15" fmla="*/ 124088 w 133797"/>
                <a:gd name="connsiteY15" fmla="*/ 130038 h 131166"/>
                <a:gd name="connsiteX16" fmla="*/ 128082 w 133797"/>
                <a:gd name="connsiteY16" fmla="*/ 131264 h 131166"/>
                <a:gd name="connsiteX17" fmla="*/ 134073 w 133797"/>
                <a:gd name="connsiteY17" fmla="*/ 125135 h 131166"/>
                <a:gd name="connsiteX18" fmla="*/ 132824 w 133797"/>
                <a:gd name="connsiteY18" fmla="*/ 121948 h 131166"/>
                <a:gd name="connsiteX19" fmla="*/ 75911 w 133797"/>
                <a:gd name="connsiteY19" fmla="*/ 65803 h 131166"/>
                <a:gd name="connsiteX20" fmla="*/ 130578 w 133797"/>
                <a:gd name="connsiteY20" fmla="*/ 12111 h 1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3797" h="131166">
                  <a:moveTo>
                    <a:pt x="130578" y="12111"/>
                  </a:moveTo>
                  <a:cubicBezTo>
                    <a:pt x="133324" y="9414"/>
                    <a:pt x="134073" y="7943"/>
                    <a:pt x="134073" y="6226"/>
                  </a:cubicBezTo>
                  <a:cubicBezTo>
                    <a:pt x="134073" y="2304"/>
                    <a:pt x="130827" y="97"/>
                    <a:pt x="128082" y="97"/>
                  </a:cubicBezTo>
                  <a:cubicBezTo>
                    <a:pt x="125585" y="97"/>
                    <a:pt x="124837" y="833"/>
                    <a:pt x="121841" y="3775"/>
                  </a:cubicBezTo>
                  <a:lnTo>
                    <a:pt x="67174" y="57222"/>
                  </a:lnTo>
                  <a:lnTo>
                    <a:pt x="12257" y="3530"/>
                  </a:lnTo>
                  <a:cubicBezTo>
                    <a:pt x="9761" y="1078"/>
                    <a:pt x="8763" y="97"/>
                    <a:pt x="6516" y="97"/>
                  </a:cubicBezTo>
                  <a:cubicBezTo>
                    <a:pt x="3021" y="97"/>
                    <a:pt x="276" y="2794"/>
                    <a:pt x="276" y="6226"/>
                  </a:cubicBezTo>
                  <a:cubicBezTo>
                    <a:pt x="276" y="8433"/>
                    <a:pt x="1024" y="9168"/>
                    <a:pt x="4020" y="12111"/>
                  </a:cubicBezTo>
                  <a:lnTo>
                    <a:pt x="58437" y="65558"/>
                  </a:lnTo>
                  <a:lnTo>
                    <a:pt x="4020" y="119005"/>
                  </a:lnTo>
                  <a:cubicBezTo>
                    <a:pt x="525" y="122438"/>
                    <a:pt x="276" y="123664"/>
                    <a:pt x="276" y="125135"/>
                  </a:cubicBezTo>
                  <a:cubicBezTo>
                    <a:pt x="276" y="128567"/>
                    <a:pt x="3021" y="131264"/>
                    <a:pt x="6516" y="131264"/>
                  </a:cubicBezTo>
                  <a:cubicBezTo>
                    <a:pt x="8763" y="131264"/>
                    <a:pt x="9512" y="130529"/>
                    <a:pt x="12257" y="127832"/>
                  </a:cubicBezTo>
                  <a:lnTo>
                    <a:pt x="67174" y="74139"/>
                  </a:lnTo>
                  <a:lnTo>
                    <a:pt x="124088" y="130038"/>
                  </a:lnTo>
                  <a:cubicBezTo>
                    <a:pt x="125336" y="130774"/>
                    <a:pt x="126584" y="131264"/>
                    <a:pt x="128082" y="131264"/>
                  </a:cubicBezTo>
                  <a:cubicBezTo>
                    <a:pt x="130827" y="131264"/>
                    <a:pt x="134073" y="129058"/>
                    <a:pt x="134073" y="125135"/>
                  </a:cubicBezTo>
                  <a:cubicBezTo>
                    <a:pt x="134073" y="123173"/>
                    <a:pt x="133573" y="122683"/>
                    <a:pt x="132824" y="121948"/>
                  </a:cubicBezTo>
                  <a:cubicBezTo>
                    <a:pt x="132325" y="120967"/>
                    <a:pt x="83899" y="73403"/>
                    <a:pt x="75911" y="65803"/>
                  </a:cubicBezTo>
                  <a:lnTo>
                    <a:pt x="130578" y="1211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3C74A92F-F5A3-6A63-9D6A-E5A021903BB4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2844903" y="8247184"/>
              <a:ext cx="128305" cy="172601"/>
            </a:xfrm>
            <a:custGeom>
              <a:avLst/>
              <a:gdLst>
                <a:gd name="connsiteX0" fmla="*/ 127589 w 128305"/>
                <a:gd name="connsiteY0" fmla="*/ 7452 h 172601"/>
                <a:gd name="connsiteX1" fmla="*/ 128587 w 128305"/>
                <a:gd name="connsiteY1" fmla="*/ 3530 h 172601"/>
                <a:gd name="connsiteX2" fmla="*/ 124593 w 128305"/>
                <a:gd name="connsiteY2" fmla="*/ 97 h 172601"/>
                <a:gd name="connsiteX3" fmla="*/ 92642 w 128305"/>
                <a:gd name="connsiteY3" fmla="*/ 2549 h 172601"/>
                <a:gd name="connsiteX4" fmla="*/ 87150 w 128305"/>
                <a:gd name="connsiteY4" fmla="*/ 8188 h 172601"/>
                <a:gd name="connsiteX5" fmla="*/ 93640 w 128305"/>
                <a:gd name="connsiteY5" fmla="*/ 11620 h 172601"/>
                <a:gd name="connsiteX6" fmla="*/ 105622 w 128305"/>
                <a:gd name="connsiteY6" fmla="*/ 15298 h 172601"/>
                <a:gd name="connsiteX7" fmla="*/ 104623 w 128305"/>
                <a:gd name="connsiteY7" fmla="*/ 20692 h 172601"/>
                <a:gd name="connsiteX8" fmla="*/ 90395 w 128305"/>
                <a:gd name="connsiteY8" fmla="*/ 76591 h 172601"/>
                <a:gd name="connsiteX9" fmla="*/ 64684 w 128305"/>
                <a:gd name="connsiteY9" fmla="*/ 62126 h 172601"/>
                <a:gd name="connsiteX10" fmla="*/ 282 w 128305"/>
                <a:gd name="connsiteY10" fmla="*/ 132000 h 172601"/>
                <a:gd name="connsiteX11" fmla="*/ 37975 w 128305"/>
                <a:gd name="connsiteY11" fmla="*/ 172698 h 172601"/>
                <a:gd name="connsiteX12" fmla="*/ 73421 w 128305"/>
                <a:gd name="connsiteY12" fmla="*/ 155536 h 172601"/>
                <a:gd name="connsiteX13" fmla="*/ 99132 w 128305"/>
                <a:gd name="connsiteY13" fmla="*/ 172698 h 172601"/>
                <a:gd name="connsiteX14" fmla="*/ 118852 w 128305"/>
                <a:gd name="connsiteY14" fmla="*/ 159704 h 172601"/>
                <a:gd name="connsiteX15" fmla="*/ 127589 w 128305"/>
                <a:gd name="connsiteY15" fmla="*/ 135187 h 172601"/>
                <a:gd name="connsiteX16" fmla="*/ 123595 w 128305"/>
                <a:gd name="connsiteY16" fmla="*/ 132000 h 172601"/>
                <a:gd name="connsiteX17" fmla="*/ 118103 w 128305"/>
                <a:gd name="connsiteY17" fmla="*/ 139600 h 172601"/>
                <a:gd name="connsiteX18" fmla="*/ 99881 w 128305"/>
                <a:gd name="connsiteY18" fmla="*/ 165833 h 172601"/>
                <a:gd name="connsiteX19" fmla="*/ 91643 w 128305"/>
                <a:gd name="connsiteY19" fmla="*/ 153820 h 172601"/>
                <a:gd name="connsiteX20" fmla="*/ 92891 w 128305"/>
                <a:gd name="connsiteY20" fmla="*/ 143768 h 172601"/>
                <a:gd name="connsiteX21" fmla="*/ 127589 w 128305"/>
                <a:gd name="connsiteY21" fmla="*/ 7452 h 172601"/>
                <a:gd name="connsiteX22" fmla="*/ 74419 w 128305"/>
                <a:gd name="connsiteY22" fmla="*/ 139600 h 172601"/>
                <a:gd name="connsiteX23" fmla="*/ 61689 w 128305"/>
                <a:gd name="connsiteY23" fmla="*/ 156026 h 172601"/>
                <a:gd name="connsiteX24" fmla="*/ 38723 w 128305"/>
                <a:gd name="connsiteY24" fmla="*/ 165833 h 172601"/>
                <a:gd name="connsiteX25" fmla="*/ 20501 w 128305"/>
                <a:gd name="connsiteY25" fmla="*/ 142052 h 172601"/>
                <a:gd name="connsiteX26" fmla="*/ 33481 w 128305"/>
                <a:gd name="connsiteY26" fmla="*/ 92282 h 172601"/>
                <a:gd name="connsiteX27" fmla="*/ 64684 w 128305"/>
                <a:gd name="connsiteY27" fmla="*/ 68990 h 172601"/>
                <a:gd name="connsiteX28" fmla="*/ 86900 w 128305"/>
                <a:gd name="connsiteY28" fmla="*/ 90320 h 172601"/>
                <a:gd name="connsiteX29" fmla="*/ 86152 w 128305"/>
                <a:gd name="connsiteY29" fmla="*/ 93753 h 172601"/>
                <a:gd name="connsiteX30" fmla="*/ 74419 w 128305"/>
                <a:gd name="connsiteY30" fmla="*/ 139600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89" y="7452"/>
                  </a:moveTo>
                  <a:cubicBezTo>
                    <a:pt x="127838" y="6962"/>
                    <a:pt x="128587" y="3775"/>
                    <a:pt x="128587" y="3530"/>
                  </a:cubicBezTo>
                  <a:cubicBezTo>
                    <a:pt x="128587" y="2304"/>
                    <a:pt x="127589" y="97"/>
                    <a:pt x="124593" y="97"/>
                  </a:cubicBezTo>
                  <a:cubicBezTo>
                    <a:pt x="119601" y="97"/>
                    <a:pt x="98882" y="2058"/>
                    <a:pt x="92642" y="2549"/>
                  </a:cubicBezTo>
                  <a:cubicBezTo>
                    <a:pt x="90645" y="2794"/>
                    <a:pt x="87150" y="3039"/>
                    <a:pt x="87150" y="8188"/>
                  </a:cubicBezTo>
                  <a:cubicBezTo>
                    <a:pt x="87150" y="11620"/>
                    <a:pt x="90645" y="11620"/>
                    <a:pt x="93640" y="11620"/>
                  </a:cubicBezTo>
                  <a:cubicBezTo>
                    <a:pt x="105622" y="11620"/>
                    <a:pt x="105622" y="13336"/>
                    <a:pt x="105622" y="15298"/>
                  </a:cubicBezTo>
                  <a:cubicBezTo>
                    <a:pt x="105622" y="17014"/>
                    <a:pt x="105123" y="18485"/>
                    <a:pt x="104623" y="20692"/>
                  </a:cubicBezTo>
                  <a:lnTo>
                    <a:pt x="90395" y="76591"/>
                  </a:lnTo>
                  <a:cubicBezTo>
                    <a:pt x="85153" y="68500"/>
                    <a:pt x="76666" y="62126"/>
                    <a:pt x="64684" y="62126"/>
                  </a:cubicBezTo>
                  <a:cubicBezTo>
                    <a:pt x="32733" y="62126"/>
                    <a:pt x="282" y="96695"/>
                    <a:pt x="282" y="132000"/>
                  </a:cubicBezTo>
                  <a:cubicBezTo>
                    <a:pt x="282" y="155781"/>
                    <a:pt x="16507" y="172698"/>
                    <a:pt x="37975" y="172698"/>
                  </a:cubicBezTo>
                  <a:cubicBezTo>
                    <a:pt x="51454" y="172698"/>
                    <a:pt x="63436" y="165098"/>
                    <a:pt x="73421" y="155536"/>
                  </a:cubicBezTo>
                  <a:cubicBezTo>
                    <a:pt x="78164" y="170246"/>
                    <a:pt x="92642" y="172698"/>
                    <a:pt x="99132" y="172698"/>
                  </a:cubicBezTo>
                  <a:cubicBezTo>
                    <a:pt x="108118" y="172698"/>
                    <a:pt x="114359" y="167304"/>
                    <a:pt x="118852" y="159704"/>
                  </a:cubicBezTo>
                  <a:cubicBezTo>
                    <a:pt x="124344" y="150142"/>
                    <a:pt x="127589" y="136168"/>
                    <a:pt x="127589" y="135187"/>
                  </a:cubicBezTo>
                  <a:cubicBezTo>
                    <a:pt x="127589" y="132000"/>
                    <a:pt x="124344" y="132000"/>
                    <a:pt x="123595" y="132000"/>
                  </a:cubicBezTo>
                  <a:cubicBezTo>
                    <a:pt x="120100" y="132000"/>
                    <a:pt x="119850" y="132980"/>
                    <a:pt x="118103" y="139600"/>
                  </a:cubicBezTo>
                  <a:cubicBezTo>
                    <a:pt x="115108" y="151368"/>
                    <a:pt x="110365" y="165833"/>
                    <a:pt x="99881" y="165833"/>
                  </a:cubicBezTo>
                  <a:cubicBezTo>
                    <a:pt x="93391" y="165833"/>
                    <a:pt x="91643" y="160440"/>
                    <a:pt x="91643" y="153820"/>
                  </a:cubicBezTo>
                  <a:cubicBezTo>
                    <a:pt x="91643" y="149162"/>
                    <a:pt x="92142" y="146955"/>
                    <a:pt x="92891" y="143768"/>
                  </a:cubicBezTo>
                  <a:lnTo>
                    <a:pt x="127589" y="7452"/>
                  </a:lnTo>
                  <a:close/>
                  <a:moveTo>
                    <a:pt x="74419" y="139600"/>
                  </a:moveTo>
                  <a:cubicBezTo>
                    <a:pt x="72672" y="146465"/>
                    <a:pt x="67180" y="151368"/>
                    <a:pt x="61689" y="156026"/>
                  </a:cubicBezTo>
                  <a:cubicBezTo>
                    <a:pt x="59442" y="157988"/>
                    <a:pt x="49457" y="165833"/>
                    <a:pt x="38723" y="165833"/>
                  </a:cubicBezTo>
                  <a:cubicBezTo>
                    <a:pt x="29487" y="165833"/>
                    <a:pt x="20501" y="159459"/>
                    <a:pt x="20501" y="142052"/>
                  </a:cubicBezTo>
                  <a:cubicBezTo>
                    <a:pt x="20501" y="129058"/>
                    <a:pt x="27740" y="102089"/>
                    <a:pt x="33481" y="92282"/>
                  </a:cubicBezTo>
                  <a:cubicBezTo>
                    <a:pt x="44964" y="72668"/>
                    <a:pt x="57695" y="68990"/>
                    <a:pt x="64684" y="68990"/>
                  </a:cubicBezTo>
                  <a:cubicBezTo>
                    <a:pt x="82158" y="68990"/>
                    <a:pt x="86900" y="87623"/>
                    <a:pt x="86900" y="90320"/>
                  </a:cubicBezTo>
                  <a:cubicBezTo>
                    <a:pt x="86900" y="91301"/>
                    <a:pt x="86401" y="93017"/>
                    <a:pt x="86152" y="93753"/>
                  </a:cubicBezTo>
                  <a:lnTo>
                    <a:pt x="74419" y="139600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57D20DB7-B3EF-1513-149C-6D72F1D3495A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3003622" y="8335726"/>
              <a:ext cx="73281" cy="116631"/>
            </a:xfrm>
            <a:custGeom>
              <a:avLst/>
              <a:gdLst>
                <a:gd name="connsiteX0" fmla="*/ 45753 w 73281"/>
                <a:gd name="connsiteY0" fmla="*/ 5352 h 116631"/>
                <a:gd name="connsiteX1" fmla="*/ 39334 w 73281"/>
                <a:gd name="connsiteY1" fmla="*/ 98 h 116631"/>
                <a:gd name="connsiteX2" fmla="*/ 3317 w 73281"/>
                <a:gd name="connsiteY2" fmla="*/ 11306 h 116631"/>
                <a:gd name="connsiteX3" fmla="*/ 286 w 73281"/>
                <a:gd name="connsiteY3" fmla="*/ 11306 h 116631"/>
                <a:gd name="connsiteX4" fmla="*/ 286 w 73281"/>
                <a:gd name="connsiteY4" fmla="*/ 19011 h 116631"/>
                <a:gd name="connsiteX5" fmla="*/ 3317 w 73281"/>
                <a:gd name="connsiteY5" fmla="*/ 19011 h 116631"/>
                <a:gd name="connsiteX6" fmla="*/ 29349 w 73281"/>
                <a:gd name="connsiteY6" fmla="*/ 14108 h 116631"/>
                <a:gd name="connsiteX7" fmla="*/ 29349 w 73281"/>
                <a:gd name="connsiteY7" fmla="*/ 101669 h 116631"/>
                <a:gd name="connsiteX8" fmla="*/ 10449 w 73281"/>
                <a:gd name="connsiteY8" fmla="*/ 109024 h 116631"/>
                <a:gd name="connsiteX9" fmla="*/ 1534 w 73281"/>
                <a:gd name="connsiteY9" fmla="*/ 109024 h 116631"/>
                <a:gd name="connsiteX10" fmla="*/ 1534 w 73281"/>
                <a:gd name="connsiteY10" fmla="*/ 116730 h 116631"/>
                <a:gd name="connsiteX11" fmla="*/ 37551 w 73281"/>
                <a:gd name="connsiteY11" fmla="*/ 116029 h 116631"/>
                <a:gd name="connsiteX12" fmla="*/ 73568 w 73281"/>
                <a:gd name="connsiteY12" fmla="*/ 116730 h 116631"/>
                <a:gd name="connsiteX13" fmla="*/ 73568 w 73281"/>
                <a:gd name="connsiteY13" fmla="*/ 109024 h 116631"/>
                <a:gd name="connsiteX14" fmla="*/ 64653 w 73281"/>
                <a:gd name="connsiteY14" fmla="*/ 109024 h 116631"/>
                <a:gd name="connsiteX15" fmla="*/ 45753 w 73281"/>
                <a:gd name="connsiteY15" fmla="*/ 101669 h 116631"/>
                <a:gd name="connsiteX16" fmla="*/ 45753 w 73281"/>
                <a:gd name="connsiteY16" fmla="*/ 5352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281" h="116631">
                  <a:moveTo>
                    <a:pt x="45753" y="5352"/>
                  </a:moveTo>
                  <a:cubicBezTo>
                    <a:pt x="45753" y="98"/>
                    <a:pt x="45218" y="98"/>
                    <a:pt x="39334" y="98"/>
                  </a:cubicBezTo>
                  <a:cubicBezTo>
                    <a:pt x="26674" y="11306"/>
                    <a:pt x="6883" y="11306"/>
                    <a:pt x="3317" y="11306"/>
                  </a:cubicBezTo>
                  <a:lnTo>
                    <a:pt x="286" y="11306"/>
                  </a:lnTo>
                  <a:lnTo>
                    <a:pt x="286" y="19011"/>
                  </a:lnTo>
                  <a:lnTo>
                    <a:pt x="3317" y="19011"/>
                  </a:lnTo>
                  <a:cubicBezTo>
                    <a:pt x="7418" y="19011"/>
                    <a:pt x="19008" y="18486"/>
                    <a:pt x="29349" y="14108"/>
                  </a:cubicBezTo>
                  <a:lnTo>
                    <a:pt x="29349" y="101669"/>
                  </a:lnTo>
                  <a:cubicBezTo>
                    <a:pt x="29349" y="107098"/>
                    <a:pt x="29349" y="109024"/>
                    <a:pt x="10449" y="109024"/>
                  </a:cubicBezTo>
                  <a:lnTo>
                    <a:pt x="1534" y="109024"/>
                  </a:lnTo>
                  <a:lnTo>
                    <a:pt x="1534" y="116730"/>
                  </a:lnTo>
                  <a:cubicBezTo>
                    <a:pt x="11341" y="116029"/>
                    <a:pt x="27209" y="116029"/>
                    <a:pt x="37551" y="116029"/>
                  </a:cubicBezTo>
                  <a:cubicBezTo>
                    <a:pt x="47892" y="116029"/>
                    <a:pt x="63761" y="116029"/>
                    <a:pt x="73568" y="116730"/>
                  </a:cubicBezTo>
                  <a:lnTo>
                    <a:pt x="73568" y="109024"/>
                  </a:lnTo>
                  <a:lnTo>
                    <a:pt x="64653" y="109024"/>
                  </a:lnTo>
                  <a:cubicBezTo>
                    <a:pt x="45753" y="109024"/>
                    <a:pt x="45753" y="107098"/>
                    <a:pt x="45753" y="101669"/>
                  </a:cubicBezTo>
                  <a:lnTo>
                    <a:pt x="45753" y="535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220E9948-752B-E34D-A72B-935A237EBEB9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9054928" y="8902738"/>
              <a:ext cx="290987" cy="243070"/>
            </a:xfrm>
            <a:custGeom>
              <a:avLst/>
              <a:gdLst>
                <a:gd name="connsiteX0" fmla="*/ 254790 w 290987"/>
                <a:gd name="connsiteY0" fmla="*/ 24285 h 243070"/>
                <a:gd name="connsiteX1" fmla="*/ 284388 w 290987"/>
                <a:gd name="connsiteY1" fmla="*/ 16579 h 243070"/>
                <a:gd name="connsiteX2" fmla="*/ 291163 w 290987"/>
                <a:gd name="connsiteY2" fmla="*/ 16579 h 243070"/>
                <a:gd name="connsiteX3" fmla="*/ 291163 w 290987"/>
                <a:gd name="connsiteY3" fmla="*/ 118 h 243070"/>
                <a:gd name="connsiteX4" fmla="*/ 250867 w 290987"/>
                <a:gd name="connsiteY4" fmla="*/ 1168 h 243070"/>
                <a:gd name="connsiteX5" fmla="*/ 204152 w 290987"/>
                <a:gd name="connsiteY5" fmla="*/ 118 h 243070"/>
                <a:gd name="connsiteX6" fmla="*/ 204152 w 290987"/>
                <a:gd name="connsiteY6" fmla="*/ 16579 h 243070"/>
                <a:gd name="connsiteX7" fmla="*/ 235533 w 290987"/>
                <a:gd name="connsiteY7" fmla="*/ 20782 h 243070"/>
                <a:gd name="connsiteX8" fmla="*/ 234107 w 290987"/>
                <a:gd name="connsiteY8" fmla="*/ 24985 h 243070"/>
                <a:gd name="connsiteX9" fmla="*/ 162073 w 290987"/>
                <a:gd name="connsiteY9" fmla="*/ 184347 h 243070"/>
                <a:gd name="connsiteX10" fmla="*/ 86117 w 290987"/>
                <a:gd name="connsiteY10" fmla="*/ 16579 h 243070"/>
                <a:gd name="connsiteX11" fmla="*/ 119638 w 290987"/>
                <a:gd name="connsiteY11" fmla="*/ 16579 h 243070"/>
                <a:gd name="connsiteX12" fmla="*/ 119638 w 290987"/>
                <a:gd name="connsiteY12" fmla="*/ 118 h 243070"/>
                <a:gd name="connsiteX13" fmla="*/ 56519 w 290987"/>
                <a:gd name="connsiteY13" fmla="*/ 1168 h 243070"/>
                <a:gd name="connsiteX14" fmla="*/ 176 w 290987"/>
                <a:gd name="connsiteY14" fmla="*/ 118 h 243070"/>
                <a:gd name="connsiteX15" fmla="*/ 176 w 290987"/>
                <a:gd name="connsiteY15" fmla="*/ 16579 h 243070"/>
                <a:gd name="connsiteX16" fmla="*/ 32983 w 290987"/>
                <a:gd name="connsiteY16" fmla="*/ 16579 h 243070"/>
                <a:gd name="connsiteX17" fmla="*/ 131406 w 290987"/>
                <a:gd name="connsiteY17" fmla="*/ 234082 h 243070"/>
                <a:gd name="connsiteX18" fmla="*/ 145670 w 290987"/>
                <a:gd name="connsiteY18" fmla="*/ 243188 h 243070"/>
                <a:gd name="connsiteX19" fmla="*/ 159934 w 290987"/>
                <a:gd name="connsiteY19" fmla="*/ 234782 h 243070"/>
                <a:gd name="connsiteX20" fmla="*/ 254790 w 290987"/>
                <a:gd name="connsiteY20" fmla="*/ 24285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90987" h="243070">
                  <a:moveTo>
                    <a:pt x="254790" y="24285"/>
                  </a:moveTo>
                  <a:cubicBezTo>
                    <a:pt x="256929" y="19732"/>
                    <a:pt x="258356" y="16579"/>
                    <a:pt x="284388" y="16579"/>
                  </a:cubicBezTo>
                  <a:lnTo>
                    <a:pt x="291163" y="16579"/>
                  </a:lnTo>
                  <a:lnTo>
                    <a:pt x="291163" y="118"/>
                  </a:lnTo>
                  <a:cubicBezTo>
                    <a:pt x="277612" y="468"/>
                    <a:pt x="260495" y="1168"/>
                    <a:pt x="250867" y="1168"/>
                  </a:cubicBezTo>
                  <a:cubicBezTo>
                    <a:pt x="236603" y="1168"/>
                    <a:pt x="218060" y="1168"/>
                    <a:pt x="204152" y="118"/>
                  </a:cubicBezTo>
                  <a:lnTo>
                    <a:pt x="204152" y="16579"/>
                  </a:lnTo>
                  <a:cubicBezTo>
                    <a:pt x="207362" y="16579"/>
                    <a:pt x="235533" y="16579"/>
                    <a:pt x="235533" y="20782"/>
                  </a:cubicBezTo>
                  <a:cubicBezTo>
                    <a:pt x="235533" y="22183"/>
                    <a:pt x="234463" y="23934"/>
                    <a:pt x="234107" y="24985"/>
                  </a:cubicBezTo>
                  <a:lnTo>
                    <a:pt x="162073" y="184347"/>
                  </a:lnTo>
                  <a:lnTo>
                    <a:pt x="86117" y="16579"/>
                  </a:lnTo>
                  <a:lnTo>
                    <a:pt x="119638" y="16579"/>
                  </a:lnTo>
                  <a:lnTo>
                    <a:pt x="119638" y="118"/>
                  </a:lnTo>
                  <a:cubicBezTo>
                    <a:pt x="106087" y="1168"/>
                    <a:pt x="71853" y="1168"/>
                    <a:pt x="56519" y="1168"/>
                  </a:cubicBezTo>
                  <a:cubicBezTo>
                    <a:pt x="42612" y="1168"/>
                    <a:pt x="12657" y="1168"/>
                    <a:pt x="176" y="118"/>
                  </a:cubicBezTo>
                  <a:lnTo>
                    <a:pt x="176" y="16579"/>
                  </a:lnTo>
                  <a:lnTo>
                    <a:pt x="32983" y="16579"/>
                  </a:lnTo>
                  <a:lnTo>
                    <a:pt x="131406" y="234082"/>
                  </a:lnTo>
                  <a:cubicBezTo>
                    <a:pt x="134258" y="240386"/>
                    <a:pt x="135685" y="243188"/>
                    <a:pt x="145670" y="243188"/>
                  </a:cubicBezTo>
                  <a:cubicBezTo>
                    <a:pt x="151375" y="243188"/>
                    <a:pt x="156011" y="243188"/>
                    <a:pt x="159934" y="234782"/>
                  </a:cubicBezTo>
                  <a:lnTo>
                    <a:pt x="254790" y="2428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433368DC-52EC-7B45-DC97-6392B61EF563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9480420" y="9014467"/>
              <a:ext cx="237140" cy="81957"/>
            </a:xfrm>
            <a:custGeom>
              <a:avLst/>
              <a:gdLst>
                <a:gd name="connsiteX0" fmla="*/ 225203 w 237140"/>
                <a:gd name="connsiteY0" fmla="*/ 14128 h 81957"/>
                <a:gd name="connsiteX1" fmla="*/ 237328 w 237140"/>
                <a:gd name="connsiteY1" fmla="*/ 7123 h 81957"/>
                <a:gd name="connsiteX2" fmla="*/ 225560 w 237140"/>
                <a:gd name="connsiteY2" fmla="*/ 118 h 81957"/>
                <a:gd name="connsiteX3" fmla="*/ 11956 w 237140"/>
                <a:gd name="connsiteY3" fmla="*/ 118 h 81957"/>
                <a:gd name="connsiteX4" fmla="*/ 188 w 237140"/>
                <a:gd name="connsiteY4" fmla="*/ 7123 h 81957"/>
                <a:gd name="connsiteX5" fmla="*/ 12312 w 237140"/>
                <a:gd name="connsiteY5" fmla="*/ 14128 h 81957"/>
                <a:gd name="connsiteX6" fmla="*/ 225203 w 237140"/>
                <a:gd name="connsiteY6" fmla="*/ 14128 h 81957"/>
                <a:gd name="connsiteX7" fmla="*/ 225560 w 237140"/>
                <a:gd name="connsiteY7" fmla="*/ 82075 h 81957"/>
                <a:gd name="connsiteX8" fmla="*/ 237328 w 237140"/>
                <a:gd name="connsiteY8" fmla="*/ 75070 h 81957"/>
                <a:gd name="connsiteX9" fmla="*/ 225203 w 237140"/>
                <a:gd name="connsiteY9" fmla="*/ 68065 h 81957"/>
                <a:gd name="connsiteX10" fmla="*/ 12312 w 237140"/>
                <a:gd name="connsiteY10" fmla="*/ 68065 h 81957"/>
                <a:gd name="connsiteX11" fmla="*/ 188 w 237140"/>
                <a:gd name="connsiteY11" fmla="*/ 75070 h 81957"/>
                <a:gd name="connsiteX12" fmla="*/ 11956 w 237140"/>
                <a:gd name="connsiteY12" fmla="*/ 82075 h 81957"/>
                <a:gd name="connsiteX13" fmla="*/ 225560 w 237140"/>
                <a:gd name="connsiteY13" fmla="*/ 82075 h 8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140" h="81957">
                  <a:moveTo>
                    <a:pt x="225203" y="14128"/>
                  </a:moveTo>
                  <a:cubicBezTo>
                    <a:pt x="230552" y="14128"/>
                    <a:pt x="237328" y="14128"/>
                    <a:pt x="237328" y="7123"/>
                  </a:cubicBezTo>
                  <a:cubicBezTo>
                    <a:pt x="237328" y="118"/>
                    <a:pt x="230552" y="118"/>
                    <a:pt x="225560" y="118"/>
                  </a:cubicBezTo>
                  <a:lnTo>
                    <a:pt x="11956" y="118"/>
                  </a:lnTo>
                  <a:cubicBezTo>
                    <a:pt x="6963" y="118"/>
                    <a:pt x="188" y="118"/>
                    <a:pt x="188" y="7123"/>
                  </a:cubicBezTo>
                  <a:cubicBezTo>
                    <a:pt x="188" y="14128"/>
                    <a:pt x="6963" y="14128"/>
                    <a:pt x="12312" y="14128"/>
                  </a:cubicBezTo>
                  <a:lnTo>
                    <a:pt x="225203" y="14128"/>
                  </a:lnTo>
                  <a:close/>
                  <a:moveTo>
                    <a:pt x="225560" y="82075"/>
                  </a:moveTo>
                  <a:cubicBezTo>
                    <a:pt x="230552" y="82075"/>
                    <a:pt x="237328" y="82075"/>
                    <a:pt x="237328" y="75070"/>
                  </a:cubicBezTo>
                  <a:cubicBezTo>
                    <a:pt x="237328" y="68065"/>
                    <a:pt x="230552" y="68065"/>
                    <a:pt x="225203" y="68065"/>
                  </a:cubicBezTo>
                  <a:lnTo>
                    <a:pt x="12312" y="68065"/>
                  </a:lnTo>
                  <a:cubicBezTo>
                    <a:pt x="6963" y="68065"/>
                    <a:pt x="188" y="68065"/>
                    <a:pt x="188" y="75070"/>
                  </a:cubicBezTo>
                  <a:cubicBezTo>
                    <a:pt x="188" y="82075"/>
                    <a:pt x="6963" y="82075"/>
                    <a:pt x="11956" y="82075"/>
                  </a:cubicBezTo>
                  <a:lnTo>
                    <a:pt x="225560" y="8207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E2BF48DE-3E64-C885-226B-CD470DF4F5DA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9845420" y="8902738"/>
              <a:ext cx="406526" cy="243070"/>
            </a:xfrm>
            <a:custGeom>
              <a:avLst/>
              <a:gdLst>
                <a:gd name="connsiteX0" fmla="*/ 372847 w 406526"/>
                <a:gd name="connsiteY0" fmla="*/ 24985 h 243070"/>
                <a:gd name="connsiteX1" fmla="*/ 386398 w 406526"/>
                <a:gd name="connsiteY1" fmla="*/ 17280 h 243070"/>
                <a:gd name="connsiteX2" fmla="*/ 406724 w 406526"/>
                <a:gd name="connsiteY2" fmla="*/ 16579 h 243070"/>
                <a:gd name="connsiteX3" fmla="*/ 406724 w 406526"/>
                <a:gd name="connsiteY3" fmla="*/ 118 h 243070"/>
                <a:gd name="connsiteX4" fmla="*/ 368568 w 406526"/>
                <a:gd name="connsiteY4" fmla="*/ 1168 h 243070"/>
                <a:gd name="connsiteX5" fmla="*/ 320070 w 406526"/>
                <a:gd name="connsiteY5" fmla="*/ 118 h 243070"/>
                <a:gd name="connsiteX6" fmla="*/ 320070 w 406526"/>
                <a:gd name="connsiteY6" fmla="*/ 16579 h 243070"/>
                <a:gd name="connsiteX7" fmla="*/ 356443 w 406526"/>
                <a:gd name="connsiteY7" fmla="*/ 20432 h 243070"/>
                <a:gd name="connsiteX8" fmla="*/ 295108 w 406526"/>
                <a:gd name="connsiteY8" fmla="*/ 176992 h 243070"/>
                <a:gd name="connsiteX9" fmla="*/ 231989 w 406526"/>
                <a:gd name="connsiteY9" fmla="*/ 16579 h 243070"/>
                <a:gd name="connsiteX10" fmla="*/ 266223 w 406526"/>
                <a:gd name="connsiteY10" fmla="*/ 16579 h 243070"/>
                <a:gd name="connsiteX11" fmla="*/ 266223 w 406526"/>
                <a:gd name="connsiteY11" fmla="*/ 118 h 243070"/>
                <a:gd name="connsiteX12" fmla="*/ 203818 w 406526"/>
                <a:gd name="connsiteY12" fmla="*/ 1168 h 243070"/>
                <a:gd name="connsiteX13" fmla="*/ 149258 w 406526"/>
                <a:gd name="connsiteY13" fmla="*/ 118 h 243070"/>
                <a:gd name="connsiteX14" fmla="*/ 149258 w 406526"/>
                <a:gd name="connsiteY14" fmla="*/ 16579 h 243070"/>
                <a:gd name="connsiteX15" fmla="*/ 179926 w 406526"/>
                <a:gd name="connsiteY15" fmla="*/ 16579 h 243070"/>
                <a:gd name="connsiteX16" fmla="*/ 194546 w 406526"/>
                <a:gd name="connsiteY16" fmla="*/ 53705 h 243070"/>
                <a:gd name="connsiteX17" fmla="*/ 146048 w 406526"/>
                <a:gd name="connsiteY17" fmla="*/ 176992 h 243070"/>
                <a:gd name="connsiteX18" fmla="*/ 82930 w 406526"/>
                <a:gd name="connsiteY18" fmla="*/ 16579 h 243070"/>
                <a:gd name="connsiteX19" fmla="*/ 117164 w 406526"/>
                <a:gd name="connsiteY19" fmla="*/ 16579 h 243070"/>
                <a:gd name="connsiteX20" fmla="*/ 117164 w 406526"/>
                <a:gd name="connsiteY20" fmla="*/ 118 h 243070"/>
                <a:gd name="connsiteX21" fmla="*/ 54758 w 406526"/>
                <a:gd name="connsiteY21" fmla="*/ 1168 h 243070"/>
                <a:gd name="connsiteX22" fmla="*/ 198 w 406526"/>
                <a:gd name="connsiteY22" fmla="*/ 118 h 243070"/>
                <a:gd name="connsiteX23" fmla="*/ 198 w 406526"/>
                <a:gd name="connsiteY23" fmla="*/ 16579 h 243070"/>
                <a:gd name="connsiteX24" fmla="*/ 30866 w 406526"/>
                <a:gd name="connsiteY24" fmla="*/ 16579 h 243070"/>
                <a:gd name="connsiteX25" fmla="*/ 116450 w 406526"/>
                <a:gd name="connsiteY25" fmla="*/ 234082 h 243070"/>
                <a:gd name="connsiteX26" fmla="*/ 128931 w 406526"/>
                <a:gd name="connsiteY26" fmla="*/ 243188 h 243070"/>
                <a:gd name="connsiteX27" fmla="*/ 141413 w 406526"/>
                <a:gd name="connsiteY27" fmla="*/ 234082 h 243070"/>
                <a:gd name="connsiteX28" fmla="*/ 203461 w 406526"/>
                <a:gd name="connsiteY28" fmla="*/ 76471 h 243070"/>
                <a:gd name="connsiteX29" fmla="*/ 265510 w 406526"/>
                <a:gd name="connsiteY29" fmla="*/ 234082 h 243070"/>
                <a:gd name="connsiteX30" fmla="*/ 277991 w 406526"/>
                <a:gd name="connsiteY30" fmla="*/ 243188 h 243070"/>
                <a:gd name="connsiteX31" fmla="*/ 290472 w 406526"/>
                <a:gd name="connsiteY31" fmla="*/ 234082 h 243070"/>
                <a:gd name="connsiteX32" fmla="*/ 372847 w 406526"/>
                <a:gd name="connsiteY32" fmla="*/ 24985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47" y="24985"/>
                  </a:moveTo>
                  <a:cubicBezTo>
                    <a:pt x="374987" y="19031"/>
                    <a:pt x="375343" y="18330"/>
                    <a:pt x="386398" y="17280"/>
                  </a:cubicBezTo>
                  <a:cubicBezTo>
                    <a:pt x="393530" y="16579"/>
                    <a:pt x="401019" y="16579"/>
                    <a:pt x="406724" y="16579"/>
                  </a:cubicBezTo>
                  <a:lnTo>
                    <a:pt x="406724" y="118"/>
                  </a:lnTo>
                  <a:cubicBezTo>
                    <a:pt x="397096" y="468"/>
                    <a:pt x="384615" y="1168"/>
                    <a:pt x="368568" y="1168"/>
                  </a:cubicBezTo>
                  <a:cubicBezTo>
                    <a:pt x="355017" y="1168"/>
                    <a:pt x="332908" y="1168"/>
                    <a:pt x="320070" y="118"/>
                  </a:cubicBezTo>
                  <a:lnTo>
                    <a:pt x="320070" y="16579"/>
                  </a:lnTo>
                  <a:cubicBezTo>
                    <a:pt x="328985" y="16579"/>
                    <a:pt x="346102" y="16579"/>
                    <a:pt x="356443" y="20432"/>
                  </a:cubicBezTo>
                  <a:lnTo>
                    <a:pt x="295108" y="176992"/>
                  </a:lnTo>
                  <a:lnTo>
                    <a:pt x="231989" y="16579"/>
                  </a:lnTo>
                  <a:lnTo>
                    <a:pt x="266223" y="16579"/>
                  </a:lnTo>
                  <a:lnTo>
                    <a:pt x="266223" y="118"/>
                  </a:lnTo>
                  <a:cubicBezTo>
                    <a:pt x="252672" y="1168"/>
                    <a:pt x="219152" y="1168"/>
                    <a:pt x="203818" y="1168"/>
                  </a:cubicBezTo>
                  <a:cubicBezTo>
                    <a:pt x="189910" y="1168"/>
                    <a:pt x="161739" y="1168"/>
                    <a:pt x="149258" y="118"/>
                  </a:cubicBezTo>
                  <a:lnTo>
                    <a:pt x="149258" y="16579"/>
                  </a:lnTo>
                  <a:lnTo>
                    <a:pt x="179926" y="16579"/>
                  </a:lnTo>
                  <a:lnTo>
                    <a:pt x="194546" y="53705"/>
                  </a:lnTo>
                  <a:lnTo>
                    <a:pt x="146048" y="176992"/>
                  </a:lnTo>
                  <a:lnTo>
                    <a:pt x="82930" y="16579"/>
                  </a:lnTo>
                  <a:lnTo>
                    <a:pt x="117164" y="16579"/>
                  </a:lnTo>
                  <a:lnTo>
                    <a:pt x="117164" y="118"/>
                  </a:lnTo>
                  <a:cubicBezTo>
                    <a:pt x="103613" y="1168"/>
                    <a:pt x="70092" y="1168"/>
                    <a:pt x="54758" y="1168"/>
                  </a:cubicBezTo>
                  <a:cubicBezTo>
                    <a:pt x="40851" y="1168"/>
                    <a:pt x="12679" y="1168"/>
                    <a:pt x="198" y="118"/>
                  </a:cubicBezTo>
                  <a:lnTo>
                    <a:pt x="198" y="16579"/>
                  </a:lnTo>
                  <a:lnTo>
                    <a:pt x="30866" y="16579"/>
                  </a:lnTo>
                  <a:lnTo>
                    <a:pt x="116450" y="234082"/>
                  </a:lnTo>
                  <a:cubicBezTo>
                    <a:pt x="118590" y="239686"/>
                    <a:pt x="120016" y="243188"/>
                    <a:pt x="128931" y="243188"/>
                  </a:cubicBezTo>
                  <a:cubicBezTo>
                    <a:pt x="137847" y="243188"/>
                    <a:pt x="139273" y="239686"/>
                    <a:pt x="141413" y="234082"/>
                  </a:cubicBezTo>
                  <a:lnTo>
                    <a:pt x="203461" y="76471"/>
                  </a:lnTo>
                  <a:lnTo>
                    <a:pt x="265510" y="234082"/>
                  </a:lnTo>
                  <a:cubicBezTo>
                    <a:pt x="267650" y="239686"/>
                    <a:pt x="269076" y="243188"/>
                    <a:pt x="277991" y="243188"/>
                  </a:cubicBezTo>
                  <a:cubicBezTo>
                    <a:pt x="286906" y="243188"/>
                    <a:pt x="288333" y="239686"/>
                    <a:pt x="290472" y="234082"/>
                  </a:cubicBezTo>
                  <a:lnTo>
                    <a:pt x="372847" y="2498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FC6556A3-F866-AD26-60BE-9D4653E5C439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10272552" y="9087177"/>
              <a:ext cx="121565" cy="110817"/>
            </a:xfrm>
            <a:custGeom>
              <a:avLst/>
              <a:gdLst>
                <a:gd name="connsiteX0" fmla="*/ 121776 w 121565"/>
                <a:gd name="connsiteY0" fmla="*/ 19488 h 110817"/>
                <a:gd name="connsiteX1" fmla="*/ 109295 w 121565"/>
                <a:gd name="connsiteY1" fmla="*/ 119 h 110817"/>
                <a:gd name="connsiteX2" fmla="*/ 95815 w 121565"/>
                <a:gd name="connsiteY2" fmla="*/ 13113 h 110817"/>
                <a:gd name="connsiteX3" fmla="*/ 100059 w 121565"/>
                <a:gd name="connsiteY3" fmla="*/ 20714 h 110817"/>
                <a:gd name="connsiteX4" fmla="*/ 109295 w 121565"/>
                <a:gd name="connsiteY4" fmla="*/ 40327 h 110817"/>
                <a:gd name="connsiteX5" fmla="*/ 63115 w 121565"/>
                <a:gd name="connsiteY5" fmla="*/ 104072 h 110817"/>
                <a:gd name="connsiteX6" fmla="*/ 42895 w 121565"/>
                <a:gd name="connsiteY6" fmla="*/ 82252 h 110817"/>
                <a:gd name="connsiteX7" fmla="*/ 56624 w 121565"/>
                <a:gd name="connsiteY7" fmla="*/ 34443 h 110817"/>
                <a:gd name="connsiteX8" fmla="*/ 60119 w 121565"/>
                <a:gd name="connsiteY8" fmla="*/ 21449 h 110817"/>
                <a:gd name="connsiteX9" fmla="*/ 36405 w 121565"/>
                <a:gd name="connsiteY9" fmla="*/ 364 h 110817"/>
                <a:gd name="connsiteX10" fmla="*/ 210 w 121565"/>
                <a:gd name="connsiteY10" fmla="*/ 37876 h 110817"/>
                <a:gd name="connsiteX11" fmla="*/ 4454 w 121565"/>
                <a:gd name="connsiteY11" fmla="*/ 41063 h 110817"/>
                <a:gd name="connsiteX12" fmla="*/ 8947 w 121565"/>
                <a:gd name="connsiteY12" fmla="*/ 37140 h 110817"/>
                <a:gd name="connsiteX13" fmla="*/ 35656 w 121565"/>
                <a:gd name="connsiteY13" fmla="*/ 7229 h 110817"/>
                <a:gd name="connsiteX14" fmla="*/ 41897 w 121565"/>
                <a:gd name="connsiteY14" fmla="*/ 15810 h 110817"/>
                <a:gd name="connsiteX15" fmla="*/ 37404 w 121565"/>
                <a:gd name="connsiteY15" fmla="*/ 32237 h 110817"/>
                <a:gd name="connsiteX16" fmla="*/ 23924 w 121565"/>
                <a:gd name="connsiteY16" fmla="*/ 78819 h 110817"/>
                <a:gd name="connsiteX17" fmla="*/ 62366 w 121565"/>
                <a:gd name="connsiteY17" fmla="*/ 110937 h 110817"/>
                <a:gd name="connsiteX18" fmla="*/ 121776 w 121565"/>
                <a:gd name="connsiteY18" fmla="*/ 19488 h 11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1565" h="110817">
                  <a:moveTo>
                    <a:pt x="121776" y="19488"/>
                  </a:moveTo>
                  <a:cubicBezTo>
                    <a:pt x="121776" y="364"/>
                    <a:pt x="110043" y="119"/>
                    <a:pt x="109295" y="119"/>
                  </a:cubicBezTo>
                  <a:cubicBezTo>
                    <a:pt x="102804" y="119"/>
                    <a:pt x="95815" y="6739"/>
                    <a:pt x="95815" y="13113"/>
                  </a:cubicBezTo>
                  <a:cubicBezTo>
                    <a:pt x="95815" y="17281"/>
                    <a:pt x="98311" y="19243"/>
                    <a:pt x="100059" y="20714"/>
                  </a:cubicBezTo>
                  <a:cubicBezTo>
                    <a:pt x="104302" y="24146"/>
                    <a:pt x="109295" y="30521"/>
                    <a:pt x="109295" y="40327"/>
                  </a:cubicBezTo>
                  <a:cubicBezTo>
                    <a:pt x="109295" y="51360"/>
                    <a:pt x="92820" y="104072"/>
                    <a:pt x="63115" y="104072"/>
                  </a:cubicBezTo>
                  <a:cubicBezTo>
                    <a:pt x="42895" y="104072"/>
                    <a:pt x="42895" y="86420"/>
                    <a:pt x="42895" y="82252"/>
                  </a:cubicBezTo>
                  <a:cubicBezTo>
                    <a:pt x="42895" y="70974"/>
                    <a:pt x="47388" y="57244"/>
                    <a:pt x="56624" y="34443"/>
                  </a:cubicBezTo>
                  <a:cubicBezTo>
                    <a:pt x="58621" y="29295"/>
                    <a:pt x="60119" y="25617"/>
                    <a:pt x="60119" y="21449"/>
                  </a:cubicBezTo>
                  <a:cubicBezTo>
                    <a:pt x="60119" y="8700"/>
                    <a:pt x="49136" y="364"/>
                    <a:pt x="36405" y="364"/>
                  </a:cubicBezTo>
                  <a:cubicBezTo>
                    <a:pt x="11443" y="364"/>
                    <a:pt x="210" y="33953"/>
                    <a:pt x="210" y="37876"/>
                  </a:cubicBezTo>
                  <a:cubicBezTo>
                    <a:pt x="210" y="41063"/>
                    <a:pt x="3705" y="41063"/>
                    <a:pt x="4454" y="41063"/>
                  </a:cubicBezTo>
                  <a:cubicBezTo>
                    <a:pt x="7948" y="41063"/>
                    <a:pt x="8198" y="39837"/>
                    <a:pt x="8947" y="37140"/>
                  </a:cubicBezTo>
                  <a:cubicBezTo>
                    <a:pt x="14938" y="17036"/>
                    <a:pt x="25671" y="7229"/>
                    <a:pt x="35656" y="7229"/>
                  </a:cubicBezTo>
                  <a:cubicBezTo>
                    <a:pt x="39900" y="7229"/>
                    <a:pt x="41897" y="9926"/>
                    <a:pt x="41897" y="15810"/>
                  </a:cubicBezTo>
                  <a:cubicBezTo>
                    <a:pt x="41897" y="21449"/>
                    <a:pt x="39900" y="26598"/>
                    <a:pt x="37404" y="32237"/>
                  </a:cubicBezTo>
                  <a:cubicBezTo>
                    <a:pt x="26670" y="59451"/>
                    <a:pt x="23924" y="69993"/>
                    <a:pt x="23924" y="78819"/>
                  </a:cubicBezTo>
                  <a:cubicBezTo>
                    <a:pt x="23924" y="103091"/>
                    <a:pt x="43395" y="110937"/>
                    <a:pt x="62366" y="110937"/>
                  </a:cubicBezTo>
                  <a:cubicBezTo>
                    <a:pt x="104302" y="110937"/>
                    <a:pt x="121776" y="39592"/>
                    <a:pt x="121776" y="19488"/>
                  </a:cubicBez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462A2AA2-A08F-E86E-2718-A4651C959C49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10444155" y="8904840"/>
              <a:ext cx="243915" cy="238167"/>
            </a:xfrm>
            <a:custGeom>
              <a:avLst/>
              <a:gdLst>
                <a:gd name="connsiteX0" fmla="*/ 244130 w 243915"/>
                <a:gd name="connsiteY0" fmla="*/ 142317 h 238167"/>
                <a:gd name="connsiteX1" fmla="*/ 227370 w 243915"/>
                <a:gd name="connsiteY1" fmla="*/ 142317 h 238167"/>
                <a:gd name="connsiteX2" fmla="*/ 143569 w 243915"/>
                <a:gd name="connsiteY2" fmla="*/ 221823 h 238167"/>
                <a:gd name="connsiteX3" fmla="*/ 89365 w 243915"/>
                <a:gd name="connsiteY3" fmla="*/ 221823 h 238167"/>
                <a:gd name="connsiteX4" fmla="*/ 89365 w 243915"/>
                <a:gd name="connsiteY4" fmla="*/ 123054 h 238167"/>
                <a:gd name="connsiteX5" fmla="*/ 108978 w 243915"/>
                <a:gd name="connsiteY5" fmla="*/ 123054 h 238167"/>
                <a:gd name="connsiteX6" fmla="*/ 146778 w 243915"/>
                <a:gd name="connsiteY6" fmla="*/ 164033 h 238167"/>
                <a:gd name="connsiteX7" fmla="*/ 163538 w 243915"/>
                <a:gd name="connsiteY7" fmla="*/ 164033 h 238167"/>
                <a:gd name="connsiteX8" fmla="*/ 163538 w 243915"/>
                <a:gd name="connsiteY8" fmla="*/ 65614 h 238167"/>
                <a:gd name="connsiteX9" fmla="*/ 146778 w 243915"/>
                <a:gd name="connsiteY9" fmla="*/ 65614 h 238167"/>
                <a:gd name="connsiteX10" fmla="*/ 108978 w 243915"/>
                <a:gd name="connsiteY10" fmla="*/ 106592 h 238167"/>
                <a:gd name="connsiteX11" fmla="*/ 89365 w 243915"/>
                <a:gd name="connsiteY11" fmla="*/ 106592 h 238167"/>
                <a:gd name="connsiteX12" fmla="*/ 89365 w 243915"/>
                <a:gd name="connsiteY12" fmla="*/ 16579 h 238167"/>
                <a:gd name="connsiteX13" fmla="*/ 143569 w 243915"/>
                <a:gd name="connsiteY13" fmla="*/ 16579 h 238167"/>
                <a:gd name="connsiteX14" fmla="*/ 215959 w 243915"/>
                <a:gd name="connsiteY14" fmla="*/ 84527 h 238167"/>
                <a:gd name="connsiteX15" fmla="*/ 232719 w 243915"/>
                <a:gd name="connsiteY15" fmla="*/ 84527 h 238167"/>
                <a:gd name="connsiteX16" fmla="*/ 221665 w 243915"/>
                <a:gd name="connsiteY16" fmla="*/ 118 h 238167"/>
                <a:gd name="connsiteX17" fmla="*/ 215 w 243915"/>
                <a:gd name="connsiteY17" fmla="*/ 118 h 238167"/>
                <a:gd name="connsiteX18" fmla="*/ 215 w 243915"/>
                <a:gd name="connsiteY18" fmla="*/ 16579 h 238167"/>
                <a:gd name="connsiteX19" fmla="*/ 38728 w 243915"/>
                <a:gd name="connsiteY19" fmla="*/ 16579 h 238167"/>
                <a:gd name="connsiteX20" fmla="*/ 38728 w 243915"/>
                <a:gd name="connsiteY20" fmla="*/ 221823 h 238167"/>
                <a:gd name="connsiteX21" fmla="*/ 215 w 243915"/>
                <a:gd name="connsiteY21" fmla="*/ 221823 h 238167"/>
                <a:gd name="connsiteX22" fmla="*/ 215 w 243915"/>
                <a:gd name="connsiteY22" fmla="*/ 238285 h 238167"/>
                <a:gd name="connsiteX23" fmla="*/ 227727 w 243915"/>
                <a:gd name="connsiteY23" fmla="*/ 238285 h 238167"/>
                <a:gd name="connsiteX24" fmla="*/ 244130 w 243915"/>
                <a:gd name="connsiteY24" fmla="*/ 142317 h 2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3915" h="238167">
                  <a:moveTo>
                    <a:pt x="244130" y="142317"/>
                  </a:moveTo>
                  <a:lnTo>
                    <a:pt x="227370" y="142317"/>
                  </a:lnTo>
                  <a:cubicBezTo>
                    <a:pt x="219525" y="190651"/>
                    <a:pt x="209540" y="221823"/>
                    <a:pt x="143569" y="221823"/>
                  </a:cubicBezTo>
                  <a:lnTo>
                    <a:pt x="89365" y="221823"/>
                  </a:lnTo>
                  <a:lnTo>
                    <a:pt x="89365" y="123054"/>
                  </a:lnTo>
                  <a:lnTo>
                    <a:pt x="108978" y="123054"/>
                  </a:lnTo>
                  <a:cubicBezTo>
                    <a:pt x="143212" y="123054"/>
                    <a:pt x="146778" y="138115"/>
                    <a:pt x="146778" y="164033"/>
                  </a:cubicBezTo>
                  <a:lnTo>
                    <a:pt x="163538" y="164033"/>
                  </a:lnTo>
                  <a:lnTo>
                    <a:pt x="163538" y="65614"/>
                  </a:lnTo>
                  <a:lnTo>
                    <a:pt x="146778" y="65614"/>
                  </a:lnTo>
                  <a:cubicBezTo>
                    <a:pt x="146778" y="91532"/>
                    <a:pt x="143569" y="106592"/>
                    <a:pt x="108978" y="106592"/>
                  </a:cubicBezTo>
                  <a:lnTo>
                    <a:pt x="89365" y="106592"/>
                  </a:lnTo>
                  <a:lnTo>
                    <a:pt x="89365" y="16579"/>
                  </a:lnTo>
                  <a:lnTo>
                    <a:pt x="143569" y="16579"/>
                  </a:lnTo>
                  <a:cubicBezTo>
                    <a:pt x="200982" y="16579"/>
                    <a:pt x="210253" y="42147"/>
                    <a:pt x="215959" y="84527"/>
                  </a:cubicBezTo>
                  <a:lnTo>
                    <a:pt x="232719" y="84527"/>
                  </a:lnTo>
                  <a:lnTo>
                    <a:pt x="221665" y="118"/>
                  </a:lnTo>
                  <a:lnTo>
                    <a:pt x="215" y="118"/>
                  </a:lnTo>
                  <a:lnTo>
                    <a:pt x="215" y="16579"/>
                  </a:lnTo>
                  <a:lnTo>
                    <a:pt x="38728" y="16579"/>
                  </a:lnTo>
                  <a:lnTo>
                    <a:pt x="38728" y="221823"/>
                  </a:lnTo>
                  <a:lnTo>
                    <a:pt x="215" y="221823"/>
                  </a:lnTo>
                  <a:lnTo>
                    <a:pt x="215" y="238285"/>
                  </a:lnTo>
                  <a:lnTo>
                    <a:pt x="227727" y="238285"/>
                  </a:lnTo>
                  <a:lnTo>
                    <a:pt x="244130" y="142317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5D01A1E2-0ADB-96D6-73CE-83D71D000DEC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11064840" y="8902738"/>
              <a:ext cx="406526" cy="243070"/>
            </a:xfrm>
            <a:custGeom>
              <a:avLst/>
              <a:gdLst>
                <a:gd name="connsiteX0" fmla="*/ 372881 w 406526"/>
                <a:gd name="connsiteY0" fmla="*/ 24985 h 243070"/>
                <a:gd name="connsiteX1" fmla="*/ 386432 w 406526"/>
                <a:gd name="connsiteY1" fmla="*/ 17280 h 243070"/>
                <a:gd name="connsiteX2" fmla="*/ 406758 w 406526"/>
                <a:gd name="connsiteY2" fmla="*/ 16579 h 243070"/>
                <a:gd name="connsiteX3" fmla="*/ 406758 w 406526"/>
                <a:gd name="connsiteY3" fmla="*/ 118 h 243070"/>
                <a:gd name="connsiteX4" fmla="*/ 368602 w 406526"/>
                <a:gd name="connsiteY4" fmla="*/ 1168 h 243070"/>
                <a:gd name="connsiteX5" fmla="*/ 320104 w 406526"/>
                <a:gd name="connsiteY5" fmla="*/ 118 h 243070"/>
                <a:gd name="connsiteX6" fmla="*/ 320104 w 406526"/>
                <a:gd name="connsiteY6" fmla="*/ 16579 h 243070"/>
                <a:gd name="connsiteX7" fmla="*/ 356478 w 406526"/>
                <a:gd name="connsiteY7" fmla="*/ 20432 h 243070"/>
                <a:gd name="connsiteX8" fmla="*/ 295142 w 406526"/>
                <a:gd name="connsiteY8" fmla="*/ 176992 h 243070"/>
                <a:gd name="connsiteX9" fmla="*/ 232023 w 406526"/>
                <a:gd name="connsiteY9" fmla="*/ 16579 h 243070"/>
                <a:gd name="connsiteX10" fmla="*/ 266257 w 406526"/>
                <a:gd name="connsiteY10" fmla="*/ 16579 h 243070"/>
                <a:gd name="connsiteX11" fmla="*/ 266257 w 406526"/>
                <a:gd name="connsiteY11" fmla="*/ 118 h 243070"/>
                <a:gd name="connsiteX12" fmla="*/ 203852 w 406526"/>
                <a:gd name="connsiteY12" fmla="*/ 1168 h 243070"/>
                <a:gd name="connsiteX13" fmla="*/ 149292 w 406526"/>
                <a:gd name="connsiteY13" fmla="*/ 118 h 243070"/>
                <a:gd name="connsiteX14" fmla="*/ 149292 w 406526"/>
                <a:gd name="connsiteY14" fmla="*/ 16579 h 243070"/>
                <a:gd name="connsiteX15" fmla="*/ 179960 w 406526"/>
                <a:gd name="connsiteY15" fmla="*/ 16579 h 243070"/>
                <a:gd name="connsiteX16" fmla="*/ 194580 w 406526"/>
                <a:gd name="connsiteY16" fmla="*/ 53705 h 243070"/>
                <a:gd name="connsiteX17" fmla="*/ 146082 w 406526"/>
                <a:gd name="connsiteY17" fmla="*/ 176992 h 243070"/>
                <a:gd name="connsiteX18" fmla="*/ 82964 w 406526"/>
                <a:gd name="connsiteY18" fmla="*/ 16579 h 243070"/>
                <a:gd name="connsiteX19" fmla="*/ 117198 w 406526"/>
                <a:gd name="connsiteY19" fmla="*/ 16579 h 243070"/>
                <a:gd name="connsiteX20" fmla="*/ 117198 w 406526"/>
                <a:gd name="connsiteY20" fmla="*/ 118 h 243070"/>
                <a:gd name="connsiteX21" fmla="*/ 54792 w 406526"/>
                <a:gd name="connsiteY21" fmla="*/ 1168 h 243070"/>
                <a:gd name="connsiteX22" fmla="*/ 232 w 406526"/>
                <a:gd name="connsiteY22" fmla="*/ 118 h 243070"/>
                <a:gd name="connsiteX23" fmla="*/ 232 w 406526"/>
                <a:gd name="connsiteY23" fmla="*/ 16579 h 243070"/>
                <a:gd name="connsiteX24" fmla="*/ 30900 w 406526"/>
                <a:gd name="connsiteY24" fmla="*/ 16579 h 243070"/>
                <a:gd name="connsiteX25" fmla="*/ 116484 w 406526"/>
                <a:gd name="connsiteY25" fmla="*/ 234082 h 243070"/>
                <a:gd name="connsiteX26" fmla="*/ 128966 w 406526"/>
                <a:gd name="connsiteY26" fmla="*/ 243188 h 243070"/>
                <a:gd name="connsiteX27" fmla="*/ 141447 w 406526"/>
                <a:gd name="connsiteY27" fmla="*/ 234082 h 243070"/>
                <a:gd name="connsiteX28" fmla="*/ 203495 w 406526"/>
                <a:gd name="connsiteY28" fmla="*/ 76471 h 243070"/>
                <a:gd name="connsiteX29" fmla="*/ 265544 w 406526"/>
                <a:gd name="connsiteY29" fmla="*/ 234082 h 243070"/>
                <a:gd name="connsiteX30" fmla="*/ 278025 w 406526"/>
                <a:gd name="connsiteY30" fmla="*/ 243188 h 243070"/>
                <a:gd name="connsiteX31" fmla="*/ 290506 w 406526"/>
                <a:gd name="connsiteY31" fmla="*/ 234082 h 243070"/>
                <a:gd name="connsiteX32" fmla="*/ 372881 w 406526"/>
                <a:gd name="connsiteY32" fmla="*/ 24985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81" y="24985"/>
                  </a:moveTo>
                  <a:cubicBezTo>
                    <a:pt x="375021" y="19031"/>
                    <a:pt x="375377" y="18330"/>
                    <a:pt x="386432" y="17280"/>
                  </a:cubicBezTo>
                  <a:cubicBezTo>
                    <a:pt x="393564" y="16579"/>
                    <a:pt x="401053" y="16579"/>
                    <a:pt x="406758" y="16579"/>
                  </a:cubicBezTo>
                  <a:lnTo>
                    <a:pt x="406758" y="118"/>
                  </a:lnTo>
                  <a:cubicBezTo>
                    <a:pt x="397130" y="468"/>
                    <a:pt x="384649" y="1168"/>
                    <a:pt x="368602" y="1168"/>
                  </a:cubicBezTo>
                  <a:cubicBezTo>
                    <a:pt x="355051" y="1168"/>
                    <a:pt x="332942" y="1168"/>
                    <a:pt x="320104" y="118"/>
                  </a:cubicBezTo>
                  <a:lnTo>
                    <a:pt x="320104" y="16579"/>
                  </a:lnTo>
                  <a:cubicBezTo>
                    <a:pt x="329019" y="16579"/>
                    <a:pt x="346136" y="16579"/>
                    <a:pt x="356478" y="20432"/>
                  </a:cubicBezTo>
                  <a:lnTo>
                    <a:pt x="295142" y="176992"/>
                  </a:lnTo>
                  <a:lnTo>
                    <a:pt x="232023" y="16579"/>
                  </a:lnTo>
                  <a:lnTo>
                    <a:pt x="266257" y="16579"/>
                  </a:lnTo>
                  <a:lnTo>
                    <a:pt x="266257" y="118"/>
                  </a:lnTo>
                  <a:cubicBezTo>
                    <a:pt x="252706" y="1168"/>
                    <a:pt x="219186" y="1168"/>
                    <a:pt x="203852" y="1168"/>
                  </a:cubicBezTo>
                  <a:cubicBezTo>
                    <a:pt x="189944" y="1168"/>
                    <a:pt x="161773" y="1168"/>
                    <a:pt x="149292" y="118"/>
                  </a:cubicBezTo>
                  <a:lnTo>
                    <a:pt x="149292" y="16579"/>
                  </a:lnTo>
                  <a:lnTo>
                    <a:pt x="179960" y="16579"/>
                  </a:lnTo>
                  <a:lnTo>
                    <a:pt x="194580" y="53705"/>
                  </a:lnTo>
                  <a:lnTo>
                    <a:pt x="146082" y="176992"/>
                  </a:lnTo>
                  <a:lnTo>
                    <a:pt x="82964" y="16579"/>
                  </a:lnTo>
                  <a:lnTo>
                    <a:pt x="117198" y="16579"/>
                  </a:lnTo>
                  <a:lnTo>
                    <a:pt x="117198" y="118"/>
                  </a:lnTo>
                  <a:cubicBezTo>
                    <a:pt x="103647" y="1168"/>
                    <a:pt x="70126" y="1168"/>
                    <a:pt x="54792" y="1168"/>
                  </a:cubicBezTo>
                  <a:cubicBezTo>
                    <a:pt x="40885" y="1168"/>
                    <a:pt x="12713" y="1168"/>
                    <a:pt x="232" y="118"/>
                  </a:cubicBezTo>
                  <a:lnTo>
                    <a:pt x="232" y="16579"/>
                  </a:lnTo>
                  <a:lnTo>
                    <a:pt x="30900" y="16579"/>
                  </a:lnTo>
                  <a:lnTo>
                    <a:pt x="116484" y="234082"/>
                  </a:lnTo>
                  <a:cubicBezTo>
                    <a:pt x="118624" y="239686"/>
                    <a:pt x="120050" y="243188"/>
                    <a:pt x="128966" y="243188"/>
                  </a:cubicBezTo>
                  <a:cubicBezTo>
                    <a:pt x="137881" y="243188"/>
                    <a:pt x="139307" y="239686"/>
                    <a:pt x="141447" y="234082"/>
                  </a:cubicBezTo>
                  <a:lnTo>
                    <a:pt x="203495" y="76471"/>
                  </a:lnTo>
                  <a:lnTo>
                    <a:pt x="265544" y="234082"/>
                  </a:lnTo>
                  <a:cubicBezTo>
                    <a:pt x="267684" y="239686"/>
                    <a:pt x="269110" y="243188"/>
                    <a:pt x="278025" y="243188"/>
                  </a:cubicBezTo>
                  <a:cubicBezTo>
                    <a:pt x="286940" y="243188"/>
                    <a:pt x="288367" y="239686"/>
                    <a:pt x="290506" y="234082"/>
                  </a:cubicBezTo>
                  <a:lnTo>
                    <a:pt x="372881" y="2498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1835AA4A-59D6-B18B-D1B0-B5DE8D863525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11491971" y="9087177"/>
              <a:ext cx="121565" cy="110817"/>
            </a:xfrm>
            <a:custGeom>
              <a:avLst/>
              <a:gdLst>
                <a:gd name="connsiteX0" fmla="*/ 121810 w 121565"/>
                <a:gd name="connsiteY0" fmla="*/ 19488 h 110817"/>
                <a:gd name="connsiteX1" fmla="*/ 109329 w 121565"/>
                <a:gd name="connsiteY1" fmla="*/ 119 h 110817"/>
                <a:gd name="connsiteX2" fmla="*/ 95849 w 121565"/>
                <a:gd name="connsiteY2" fmla="*/ 13113 h 110817"/>
                <a:gd name="connsiteX3" fmla="*/ 100093 w 121565"/>
                <a:gd name="connsiteY3" fmla="*/ 20714 h 110817"/>
                <a:gd name="connsiteX4" fmla="*/ 109329 w 121565"/>
                <a:gd name="connsiteY4" fmla="*/ 40327 h 110817"/>
                <a:gd name="connsiteX5" fmla="*/ 63149 w 121565"/>
                <a:gd name="connsiteY5" fmla="*/ 104072 h 110817"/>
                <a:gd name="connsiteX6" fmla="*/ 42929 w 121565"/>
                <a:gd name="connsiteY6" fmla="*/ 82252 h 110817"/>
                <a:gd name="connsiteX7" fmla="*/ 56659 w 121565"/>
                <a:gd name="connsiteY7" fmla="*/ 34443 h 110817"/>
                <a:gd name="connsiteX8" fmla="*/ 60153 w 121565"/>
                <a:gd name="connsiteY8" fmla="*/ 21449 h 110817"/>
                <a:gd name="connsiteX9" fmla="*/ 36439 w 121565"/>
                <a:gd name="connsiteY9" fmla="*/ 364 h 110817"/>
                <a:gd name="connsiteX10" fmla="*/ 244 w 121565"/>
                <a:gd name="connsiteY10" fmla="*/ 37876 h 110817"/>
                <a:gd name="connsiteX11" fmla="*/ 4488 w 121565"/>
                <a:gd name="connsiteY11" fmla="*/ 41063 h 110817"/>
                <a:gd name="connsiteX12" fmla="*/ 8981 w 121565"/>
                <a:gd name="connsiteY12" fmla="*/ 37140 h 110817"/>
                <a:gd name="connsiteX13" fmla="*/ 35690 w 121565"/>
                <a:gd name="connsiteY13" fmla="*/ 7229 h 110817"/>
                <a:gd name="connsiteX14" fmla="*/ 41931 w 121565"/>
                <a:gd name="connsiteY14" fmla="*/ 15810 h 110817"/>
                <a:gd name="connsiteX15" fmla="*/ 37438 w 121565"/>
                <a:gd name="connsiteY15" fmla="*/ 32237 h 110817"/>
                <a:gd name="connsiteX16" fmla="*/ 23958 w 121565"/>
                <a:gd name="connsiteY16" fmla="*/ 78819 h 110817"/>
                <a:gd name="connsiteX17" fmla="*/ 62400 w 121565"/>
                <a:gd name="connsiteY17" fmla="*/ 110937 h 110817"/>
                <a:gd name="connsiteX18" fmla="*/ 121810 w 121565"/>
                <a:gd name="connsiteY18" fmla="*/ 19488 h 11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1565" h="110817">
                  <a:moveTo>
                    <a:pt x="121810" y="19488"/>
                  </a:moveTo>
                  <a:cubicBezTo>
                    <a:pt x="121810" y="364"/>
                    <a:pt x="110077" y="119"/>
                    <a:pt x="109329" y="119"/>
                  </a:cubicBezTo>
                  <a:cubicBezTo>
                    <a:pt x="102838" y="119"/>
                    <a:pt x="95849" y="6739"/>
                    <a:pt x="95849" y="13113"/>
                  </a:cubicBezTo>
                  <a:cubicBezTo>
                    <a:pt x="95849" y="17281"/>
                    <a:pt x="98345" y="19243"/>
                    <a:pt x="100093" y="20714"/>
                  </a:cubicBezTo>
                  <a:cubicBezTo>
                    <a:pt x="104336" y="24146"/>
                    <a:pt x="109329" y="30521"/>
                    <a:pt x="109329" y="40327"/>
                  </a:cubicBezTo>
                  <a:cubicBezTo>
                    <a:pt x="109329" y="51360"/>
                    <a:pt x="92854" y="104072"/>
                    <a:pt x="63149" y="104072"/>
                  </a:cubicBezTo>
                  <a:cubicBezTo>
                    <a:pt x="42929" y="104072"/>
                    <a:pt x="42929" y="86420"/>
                    <a:pt x="42929" y="82252"/>
                  </a:cubicBezTo>
                  <a:cubicBezTo>
                    <a:pt x="42929" y="70974"/>
                    <a:pt x="47423" y="57244"/>
                    <a:pt x="56659" y="34443"/>
                  </a:cubicBezTo>
                  <a:cubicBezTo>
                    <a:pt x="58655" y="29295"/>
                    <a:pt x="60153" y="25617"/>
                    <a:pt x="60153" y="21449"/>
                  </a:cubicBezTo>
                  <a:cubicBezTo>
                    <a:pt x="60153" y="8700"/>
                    <a:pt x="49170" y="364"/>
                    <a:pt x="36439" y="364"/>
                  </a:cubicBezTo>
                  <a:cubicBezTo>
                    <a:pt x="11477" y="364"/>
                    <a:pt x="244" y="33953"/>
                    <a:pt x="244" y="37876"/>
                  </a:cubicBezTo>
                  <a:cubicBezTo>
                    <a:pt x="244" y="41063"/>
                    <a:pt x="3739" y="41063"/>
                    <a:pt x="4488" y="41063"/>
                  </a:cubicBezTo>
                  <a:cubicBezTo>
                    <a:pt x="7982" y="41063"/>
                    <a:pt x="8232" y="39837"/>
                    <a:pt x="8981" y="37140"/>
                  </a:cubicBezTo>
                  <a:cubicBezTo>
                    <a:pt x="14972" y="17036"/>
                    <a:pt x="25705" y="7229"/>
                    <a:pt x="35690" y="7229"/>
                  </a:cubicBezTo>
                  <a:cubicBezTo>
                    <a:pt x="39934" y="7229"/>
                    <a:pt x="41931" y="9926"/>
                    <a:pt x="41931" y="15810"/>
                  </a:cubicBezTo>
                  <a:cubicBezTo>
                    <a:pt x="41931" y="21449"/>
                    <a:pt x="39934" y="26598"/>
                    <a:pt x="37438" y="32237"/>
                  </a:cubicBezTo>
                  <a:cubicBezTo>
                    <a:pt x="26704" y="59451"/>
                    <a:pt x="23958" y="69993"/>
                    <a:pt x="23958" y="78819"/>
                  </a:cubicBezTo>
                  <a:cubicBezTo>
                    <a:pt x="23958" y="103091"/>
                    <a:pt x="43429" y="110937"/>
                    <a:pt x="62400" y="110937"/>
                  </a:cubicBezTo>
                  <a:cubicBezTo>
                    <a:pt x="104336" y="110937"/>
                    <a:pt x="121810" y="39592"/>
                    <a:pt x="121810" y="19488"/>
                  </a:cubicBez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6E27564D-A06B-6AA2-7C7D-655CBEF4648B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11778319" y="8953874"/>
              <a:ext cx="178300" cy="203142"/>
            </a:xfrm>
            <a:custGeom>
              <a:avLst/>
              <a:gdLst>
                <a:gd name="connsiteX0" fmla="*/ 166071 w 178300"/>
                <a:gd name="connsiteY0" fmla="*/ 108694 h 203142"/>
                <a:gd name="connsiteX1" fmla="*/ 178553 w 178300"/>
                <a:gd name="connsiteY1" fmla="*/ 101689 h 203142"/>
                <a:gd name="connsiteX2" fmla="*/ 166071 w 178300"/>
                <a:gd name="connsiteY2" fmla="*/ 94684 h 203142"/>
                <a:gd name="connsiteX3" fmla="*/ 14872 w 178300"/>
                <a:gd name="connsiteY3" fmla="*/ 94684 h 203142"/>
                <a:gd name="connsiteX4" fmla="*/ 110442 w 178300"/>
                <a:gd name="connsiteY4" fmla="*/ 14128 h 203142"/>
                <a:gd name="connsiteX5" fmla="*/ 166071 w 178300"/>
                <a:gd name="connsiteY5" fmla="*/ 14128 h 203142"/>
                <a:gd name="connsiteX6" fmla="*/ 178553 w 178300"/>
                <a:gd name="connsiteY6" fmla="*/ 7123 h 203142"/>
                <a:gd name="connsiteX7" fmla="*/ 166071 w 178300"/>
                <a:gd name="connsiteY7" fmla="*/ 118 h 203142"/>
                <a:gd name="connsiteX8" fmla="*/ 109728 w 178300"/>
                <a:gd name="connsiteY8" fmla="*/ 118 h 203142"/>
                <a:gd name="connsiteX9" fmla="*/ 252 w 178300"/>
                <a:gd name="connsiteY9" fmla="*/ 101689 h 203142"/>
                <a:gd name="connsiteX10" fmla="*/ 109728 w 178300"/>
                <a:gd name="connsiteY10" fmla="*/ 203260 h 203142"/>
                <a:gd name="connsiteX11" fmla="*/ 166071 w 178300"/>
                <a:gd name="connsiteY11" fmla="*/ 203260 h 203142"/>
                <a:gd name="connsiteX12" fmla="*/ 178553 w 178300"/>
                <a:gd name="connsiteY12" fmla="*/ 196255 h 203142"/>
                <a:gd name="connsiteX13" fmla="*/ 166071 w 178300"/>
                <a:gd name="connsiteY13" fmla="*/ 189250 h 203142"/>
                <a:gd name="connsiteX14" fmla="*/ 110442 w 178300"/>
                <a:gd name="connsiteY14" fmla="*/ 189250 h 203142"/>
                <a:gd name="connsiteX15" fmla="*/ 14872 w 178300"/>
                <a:gd name="connsiteY15" fmla="*/ 108694 h 203142"/>
                <a:gd name="connsiteX16" fmla="*/ 166071 w 178300"/>
                <a:gd name="connsiteY16" fmla="*/ 108694 h 203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8300" h="203142">
                  <a:moveTo>
                    <a:pt x="166071" y="108694"/>
                  </a:moveTo>
                  <a:cubicBezTo>
                    <a:pt x="172134" y="108694"/>
                    <a:pt x="178553" y="108694"/>
                    <a:pt x="178553" y="101689"/>
                  </a:cubicBezTo>
                  <a:cubicBezTo>
                    <a:pt x="178553" y="94684"/>
                    <a:pt x="172134" y="94684"/>
                    <a:pt x="166071" y="94684"/>
                  </a:cubicBezTo>
                  <a:lnTo>
                    <a:pt x="14872" y="94684"/>
                  </a:lnTo>
                  <a:cubicBezTo>
                    <a:pt x="19151" y="47751"/>
                    <a:pt x="60161" y="14128"/>
                    <a:pt x="110442" y="14128"/>
                  </a:cubicBezTo>
                  <a:lnTo>
                    <a:pt x="166071" y="14128"/>
                  </a:lnTo>
                  <a:cubicBezTo>
                    <a:pt x="172134" y="14128"/>
                    <a:pt x="178553" y="14128"/>
                    <a:pt x="178553" y="7123"/>
                  </a:cubicBezTo>
                  <a:cubicBezTo>
                    <a:pt x="178553" y="118"/>
                    <a:pt x="172134" y="118"/>
                    <a:pt x="166071" y="118"/>
                  </a:cubicBezTo>
                  <a:lnTo>
                    <a:pt x="109728" y="118"/>
                  </a:lnTo>
                  <a:cubicBezTo>
                    <a:pt x="48749" y="118"/>
                    <a:pt x="252" y="45650"/>
                    <a:pt x="252" y="101689"/>
                  </a:cubicBezTo>
                  <a:cubicBezTo>
                    <a:pt x="252" y="157728"/>
                    <a:pt x="48749" y="203260"/>
                    <a:pt x="109728" y="203260"/>
                  </a:cubicBezTo>
                  <a:lnTo>
                    <a:pt x="166071" y="203260"/>
                  </a:lnTo>
                  <a:cubicBezTo>
                    <a:pt x="172134" y="203260"/>
                    <a:pt x="178553" y="203260"/>
                    <a:pt x="178553" y="196255"/>
                  </a:cubicBezTo>
                  <a:cubicBezTo>
                    <a:pt x="178553" y="189250"/>
                    <a:pt x="172134" y="189250"/>
                    <a:pt x="166071" y="189250"/>
                  </a:cubicBezTo>
                  <a:lnTo>
                    <a:pt x="110442" y="189250"/>
                  </a:lnTo>
                  <a:cubicBezTo>
                    <a:pt x="60161" y="189250"/>
                    <a:pt x="19151" y="155627"/>
                    <a:pt x="14872" y="108694"/>
                  </a:cubicBezTo>
                  <a:lnTo>
                    <a:pt x="166071" y="108694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95F297EE-A8E7-39F0-7650-ABEA9A1F0781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2091216" y="8903089"/>
              <a:ext cx="244985" cy="239918"/>
            </a:xfrm>
            <a:custGeom>
              <a:avLst/>
              <a:gdLst>
                <a:gd name="connsiteX0" fmla="*/ 90125 w 244985"/>
                <a:gd name="connsiteY0" fmla="*/ 130059 h 239918"/>
                <a:gd name="connsiteX1" fmla="*/ 102962 w 244985"/>
                <a:gd name="connsiteY1" fmla="*/ 130059 h 239918"/>
                <a:gd name="connsiteX2" fmla="*/ 156453 w 244985"/>
                <a:gd name="connsiteY2" fmla="*/ 211316 h 239918"/>
                <a:gd name="connsiteX3" fmla="*/ 172500 w 244985"/>
                <a:gd name="connsiteY3" fmla="*/ 235833 h 239918"/>
                <a:gd name="connsiteX4" fmla="*/ 184268 w 244985"/>
                <a:gd name="connsiteY4" fmla="*/ 240036 h 239918"/>
                <a:gd name="connsiteX5" fmla="*/ 233479 w 244985"/>
                <a:gd name="connsiteY5" fmla="*/ 240036 h 239918"/>
                <a:gd name="connsiteX6" fmla="*/ 245247 w 244985"/>
                <a:gd name="connsiteY6" fmla="*/ 233732 h 239918"/>
                <a:gd name="connsiteX7" fmla="*/ 239897 w 244985"/>
                <a:gd name="connsiteY7" fmla="*/ 227777 h 239918"/>
                <a:gd name="connsiteX8" fmla="*/ 200671 w 244985"/>
                <a:gd name="connsiteY8" fmla="*/ 190651 h 239918"/>
                <a:gd name="connsiteX9" fmla="*/ 156453 w 244985"/>
                <a:gd name="connsiteY9" fmla="*/ 126206 h 239918"/>
                <a:gd name="connsiteX10" fmla="*/ 218858 w 244985"/>
                <a:gd name="connsiteY10" fmla="*/ 65614 h 239918"/>
                <a:gd name="connsiteX11" fmla="*/ 124358 w 244985"/>
                <a:gd name="connsiteY11" fmla="*/ 118 h 239918"/>
                <a:gd name="connsiteX12" fmla="*/ 12385 w 244985"/>
                <a:gd name="connsiteY12" fmla="*/ 118 h 239918"/>
                <a:gd name="connsiteX13" fmla="*/ 261 w 244985"/>
                <a:gd name="connsiteY13" fmla="*/ 6422 h 239918"/>
                <a:gd name="connsiteX14" fmla="*/ 9889 w 244985"/>
                <a:gd name="connsiteY14" fmla="*/ 12376 h 239918"/>
                <a:gd name="connsiteX15" fmla="*/ 31999 w 244985"/>
                <a:gd name="connsiteY15" fmla="*/ 32340 h 239918"/>
                <a:gd name="connsiteX16" fmla="*/ 31999 w 244985"/>
                <a:gd name="connsiteY16" fmla="*/ 207813 h 239918"/>
                <a:gd name="connsiteX17" fmla="*/ 9889 w 244985"/>
                <a:gd name="connsiteY17" fmla="*/ 227777 h 239918"/>
                <a:gd name="connsiteX18" fmla="*/ 261 w 244985"/>
                <a:gd name="connsiteY18" fmla="*/ 233732 h 239918"/>
                <a:gd name="connsiteX19" fmla="*/ 12385 w 244985"/>
                <a:gd name="connsiteY19" fmla="*/ 240036 h 239918"/>
                <a:gd name="connsiteX20" fmla="*/ 110094 w 244985"/>
                <a:gd name="connsiteY20" fmla="*/ 240036 h 239918"/>
                <a:gd name="connsiteX21" fmla="*/ 121862 w 244985"/>
                <a:gd name="connsiteY21" fmla="*/ 233732 h 239918"/>
                <a:gd name="connsiteX22" fmla="*/ 111877 w 244985"/>
                <a:gd name="connsiteY22" fmla="*/ 227777 h 239918"/>
                <a:gd name="connsiteX23" fmla="*/ 90125 w 244985"/>
                <a:gd name="connsiteY23" fmla="*/ 207813 h 239918"/>
                <a:gd name="connsiteX24" fmla="*/ 90125 w 244985"/>
                <a:gd name="connsiteY24" fmla="*/ 130059 h 239918"/>
                <a:gd name="connsiteX25" fmla="*/ 158949 w 244985"/>
                <a:gd name="connsiteY25" fmla="*/ 112897 h 239918"/>
                <a:gd name="connsiteX26" fmla="*/ 170004 w 244985"/>
                <a:gd name="connsiteY26" fmla="*/ 65964 h 239918"/>
                <a:gd name="connsiteX27" fmla="*/ 156453 w 244985"/>
                <a:gd name="connsiteY27" fmla="*/ 16229 h 239918"/>
                <a:gd name="connsiteX28" fmla="*/ 206377 w 244985"/>
                <a:gd name="connsiteY28" fmla="*/ 65614 h 239918"/>
                <a:gd name="connsiteX29" fmla="*/ 158949 w 244985"/>
                <a:gd name="connsiteY29" fmla="*/ 112897 h 239918"/>
                <a:gd name="connsiteX30" fmla="*/ 90125 w 244985"/>
                <a:gd name="connsiteY30" fmla="*/ 31290 h 239918"/>
                <a:gd name="connsiteX31" fmla="*/ 112234 w 244985"/>
                <a:gd name="connsiteY31" fmla="*/ 12376 h 239918"/>
                <a:gd name="connsiteX32" fmla="*/ 157522 w 244985"/>
                <a:gd name="connsiteY32" fmla="*/ 65964 h 239918"/>
                <a:gd name="connsiteX33" fmla="*/ 90125 w 244985"/>
                <a:gd name="connsiteY33" fmla="*/ 117800 h 239918"/>
                <a:gd name="connsiteX34" fmla="*/ 90125 w 244985"/>
                <a:gd name="connsiteY34" fmla="*/ 31290 h 239918"/>
                <a:gd name="connsiteX35" fmla="*/ 41627 w 244985"/>
                <a:gd name="connsiteY35" fmla="*/ 227777 h 239918"/>
                <a:gd name="connsiteX36" fmla="*/ 44480 w 244985"/>
                <a:gd name="connsiteY36" fmla="*/ 208514 h 239918"/>
                <a:gd name="connsiteX37" fmla="*/ 44480 w 244985"/>
                <a:gd name="connsiteY37" fmla="*/ 31640 h 239918"/>
                <a:gd name="connsiteX38" fmla="*/ 41627 w 244985"/>
                <a:gd name="connsiteY38" fmla="*/ 12376 h 239918"/>
                <a:gd name="connsiteX39" fmla="*/ 82279 w 244985"/>
                <a:gd name="connsiteY39" fmla="*/ 12376 h 239918"/>
                <a:gd name="connsiteX40" fmla="*/ 77644 w 244985"/>
                <a:gd name="connsiteY40" fmla="*/ 30239 h 239918"/>
                <a:gd name="connsiteX41" fmla="*/ 77644 w 244985"/>
                <a:gd name="connsiteY41" fmla="*/ 208514 h 239918"/>
                <a:gd name="connsiteX42" fmla="*/ 80496 w 244985"/>
                <a:gd name="connsiteY42" fmla="*/ 227777 h 239918"/>
                <a:gd name="connsiteX43" fmla="*/ 41627 w 244985"/>
                <a:gd name="connsiteY43" fmla="*/ 227777 h 239918"/>
                <a:gd name="connsiteX44" fmla="*/ 117583 w 244985"/>
                <a:gd name="connsiteY44" fmla="*/ 130059 h 239918"/>
                <a:gd name="connsiteX45" fmla="*/ 124358 w 244985"/>
                <a:gd name="connsiteY45" fmla="*/ 129358 h 239918"/>
                <a:gd name="connsiteX46" fmla="*/ 142902 w 244985"/>
                <a:gd name="connsiteY46" fmla="*/ 127957 h 239918"/>
                <a:gd name="connsiteX47" fmla="*/ 216362 w 244985"/>
                <a:gd name="connsiteY47" fmla="*/ 227777 h 239918"/>
                <a:gd name="connsiteX48" fmla="*/ 181771 w 244985"/>
                <a:gd name="connsiteY48" fmla="*/ 227777 h 239918"/>
                <a:gd name="connsiteX49" fmla="*/ 117583 w 244985"/>
                <a:gd name="connsiteY49" fmla="*/ 130059 h 239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4985" h="239918">
                  <a:moveTo>
                    <a:pt x="90125" y="130059"/>
                  </a:moveTo>
                  <a:lnTo>
                    <a:pt x="102962" y="130059"/>
                  </a:lnTo>
                  <a:lnTo>
                    <a:pt x="156453" y="211316"/>
                  </a:lnTo>
                  <a:cubicBezTo>
                    <a:pt x="160019" y="216920"/>
                    <a:pt x="168577" y="230579"/>
                    <a:pt x="172500" y="235833"/>
                  </a:cubicBezTo>
                  <a:cubicBezTo>
                    <a:pt x="174996" y="240036"/>
                    <a:pt x="176066" y="240036"/>
                    <a:pt x="184268" y="240036"/>
                  </a:cubicBezTo>
                  <a:lnTo>
                    <a:pt x="233479" y="240036"/>
                  </a:lnTo>
                  <a:cubicBezTo>
                    <a:pt x="239897" y="240036"/>
                    <a:pt x="245247" y="240036"/>
                    <a:pt x="245247" y="233732"/>
                  </a:cubicBezTo>
                  <a:cubicBezTo>
                    <a:pt x="245247" y="230930"/>
                    <a:pt x="243107" y="228478"/>
                    <a:pt x="239897" y="227777"/>
                  </a:cubicBezTo>
                  <a:cubicBezTo>
                    <a:pt x="226703" y="224975"/>
                    <a:pt x="209230" y="201859"/>
                    <a:pt x="200671" y="190651"/>
                  </a:cubicBezTo>
                  <a:cubicBezTo>
                    <a:pt x="198175" y="187149"/>
                    <a:pt x="180345" y="164033"/>
                    <a:pt x="156453" y="126206"/>
                  </a:cubicBezTo>
                  <a:cubicBezTo>
                    <a:pt x="188190" y="120602"/>
                    <a:pt x="218858" y="107293"/>
                    <a:pt x="218858" y="65614"/>
                  </a:cubicBezTo>
                  <a:cubicBezTo>
                    <a:pt x="218858" y="16930"/>
                    <a:pt x="166438" y="118"/>
                    <a:pt x="124358" y="118"/>
                  </a:cubicBezTo>
                  <a:lnTo>
                    <a:pt x="12385" y="118"/>
                  </a:lnTo>
                  <a:cubicBezTo>
                    <a:pt x="5967" y="118"/>
                    <a:pt x="261" y="118"/>
                    <a:pt x="261" y="6422"/>
                  </a:cubicBezTo>
                  <a:cubicBezTo>
                    <a:pt x="261" y="12376"/>
                    <a:pt x="7036" y="12376"/>
                    <a:pt x="9889" y="12376"/>
                  </a:cubicBezTo>
                  <a:cubicBezTo>
                    <a:pt x="30216" y="12376"/>
                    <a:pt x="31999" y="14828"/>
                    <a:pt x="31999" y="32340"/>
                  </a:cubicBezTo>
                  <a:lnTo>
                    <a:pt x="31999" y="207813"/>
                  </a:lnTo>
                  <a:cubicBezTo>
                    <a:pt x="31999" y="225326"/>
                    <a:pt x="30216" y="227777"/>
                    <a:pt x="9889" y="227777"/>
                  </a:cubicBezTo>
                  <a:cubicBezTo>
                    <a:pt x="7036" y="227777"/>
                    <a:pt x="261" y="227777"/>
                    <a:pt x="261" y="233732"/>
                  </a:cubicBezTo>
                  <a:cubicBezTo>
                    <a:pt x="261" y="240036"/>
                    <a:pt x="5967" y="240036"/>
                    <a:pt x="12385" y="240036"/>
                  </a:cubicBezTo>
                  <a:lnTo>
                    <a:pt x="110094" y="240036"/>
                  </a:lnTo>
                  <a:cubicBezTo>
                    <a:pt x="116513" y="240036"/>
                    <a:pt x="121862" y="240036"/>
                    <a:pt x="121862" y="233732"/>
                  </a:cubicBezTo>
                  <a:cubicBezTo>
                    <a:pt x="121862" y="227777"/>
                    <a:pt x="115800" y="227777"/>
                    <a:pt x="111877" y="227777"/>
                  </a:cubicBezTo>
                  <a:cubicBezTo>
                    <a:pt x="91551" y="227777"/>
                    <a:pt x="90125" y="224975"/>
                    <a:pt x="90125" y="207813"/>
                  </a:cubicBezTo>
                  <a:lnTo>
                    <a:pt x="90125" y="130059"/>
                  </a:lnTo>
                  <a:close/>
                  <a:moveTo>
                    <a:pt x="158949" y="112897"/>
                  </a:moveTo>
                  <a:cubicBezTo>
                    <a:pt x="168934" y="99938"/>
                    <a:pt x="170004" y="81375"/>
                    <a:pt x="170004" y="65964"/>
                  </a:cubicBezTo>
                  <a:cubicBezTo>
                    <a:pt x="170004" y="49152"/>
                    <a:pt x="167864" y="30589"/>
                    <a:pt x="156453" y="16229"/>
                  </a:cubicBezTo>
                  <a:cubicBezTo>
                    <a:pt x="171073" y="19381"/>
                    <a:pt x="206377" y="30239"/>
                    <a:pt x="206377" y="65614"/>
                  </a:cubicBezTo>
                  <a:cubicBezTo>
                    <a:pt x="206377" y="88380"/>
                    <a:pt x="195679" y="106242"/>
                    <a:pt x="158949" y="112897"/>
                  </a:cubicBezTo>
                  <a:close/>
                  <a:moveTo>
                    <a:pt x="90125" y="31290"/>
                  </a:moveTo>
                  <a:cubicBezTo>
                    <a:pt x="90125" y="23934"/>
                    <a:pt x="90125" y="12376"/>
                    <a:pt x="112234" y="12376"/>
                  </a:cubicBezTo>
                  <a:cubicBezTo>
                    <a:pt x="142545" y="12376"/>
                    <a:pt x="157522" y="24635"/>
                    <a:pt x="157522" y="65964"/>
                  </a:cubicBezTo>
                  <a:cubicBezTo>
                    <a:pt x="157522" y="111146"/>
                    <a:pt x="146468" y="117800"/>
                    <a:pt x="90125" y="117800"/>
                  </a:cubicBezTo>
                  <a:lnTo>
                    <a:pt x="90125" y="31290"/>
                  </a:lnTo>
                  <a:close/>
                  <a:moveTo>
                    <a:pt x="41627" y="227777"/>
                  </a:moveTo>
                  <a:cubicBezTo>
                    <a:pt x="44480" y="221473"/>
                    <a:pt x="44480" y="211666"/>
                    <a:pt x="44480" y="208514"/>
                  </a:cubicBezTo>
                  <a:lnTo>
                    <a:pt x="44480" y="31640"/>
                  </a:lnTo>
                  <a:cubicBezTo>
                    <a:pt x="44480" y="28137"/>
                    <a:pt x="44480" y="18681"/>
                    <a:pt x="41627" y="12376"/>
                  </a:cubicBezTo>
                  <a:lnTo>
                    <a:pt x="82279" y="12376"/>
                  </a:lnTo>
                  <a:cubicBezTo>
                    <a:pt x="77644" y="17980"/>
                    <a:pt x="77644" y="24985"/>
                    <a:pt x="77644" y="30239"/>
                  </a:cubicBezTo>
                  <a:lnTo>
                    <a:pt x="77644" y="208514"/>
                  </a:lnTo>
                  <a:cubicBezTo>
                    <a:pt x="77644" y="212016"/>
                    <a:pt x="77644" y="221473"/>
                    <a:pt x="80496" y="227777"/>
                  </a:cubicBezTo>
                  <a:lnTo>
                    <a:pt x="41627" y="227777"/>
                  </a:lnTo>
                  <a:close/>
                  <a:moveTo>
                    <a:pt x="117583" y="130059"/>
                  </a:moveTo>
                  <a:cubicBezTo>
                    <a:pt x="120079" y="129709"/>
                    <a:pt x="121506" y="129358"/>
                    <a:pt x="124358" y="129358"/>
                  </a:cubicBezTo>
                  <a:cubicBezTo>
                    <a:pt x="129708" y="129358"/>
                    <a:pt x="137553" y="128658"/>
                    <a:pt x="142902" y="127957"/>
                  </a:cubicBezTo>
                  <a:cubicBezTo>
                    <a:pt x="148251" y="136363"/>
                    <a:pt x="186764" y="198707"/>
                    <a:pt x="216362" y="227777"/>
                  </a:cubicBezTo>
                  <a:lnTo>
                    <a:pt x="181771" y="227777"/>
                  </a:lnTo>
                  <a:lnTo>
                    <a:pt x="117583" y="130059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AA14C39C-D343-DFEE-B3DE-9C66C64CACB8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2358283" y="8828244"/>
              <a:ext cx="128305" cy="172601"/>
            </a:xfrm>
            <a:custGeom>
              <a:avLst/>
              <a:gdLst>
                <a:gd name="connsiteX0" fmla="*/ 127575 w 128305"/>
                <a:gd name="connsiteY0" fmla="*/ 7469 h 172601"/>
                <a:gd name="connsiteX1" fmla="*/ 128574 w 128305"/>
                <a:gd name="connsiteY1" fmla="*/ 3546 h 172601"/>
                <a:gd name="connsiteX2" fmla="*/ 124580 w 128305"/>
                <a:gd name="connsiteY2" fmla="*/ 114 h 172601"/>
                <a:gd name="connsiteX3" fmla="*/ 92628 w 128305"/>
                <a:gd name="connsiteY3" fmla="*/ 2565 h 172601"/>
                <a:gd name="connsiteX4" fmla="*/ 87136 w 128305"/>
                <a:gd name="connsiteY4" fmla="*/ 8204 h 172601"/>
                <a:gd name="connsiteX5" fmla="*/ 93627 w 128305"/>
                <a:gd name="connsiteY5" fmla="*/ 11637 h 172601"/>
                <a:gd name="connsiteX6" fmla="*/ 105608 w 128305"/>
                <a:gd name="connsiteY6" fmla="*/ 15314 h 172601"/>
                <a:gd name="connsiteX7" fmla="*/ 104610 w 128305"/>
                <a:gd name="connsiteY7" fmla="*/ 20708 h 172601"/>
                <a:gd name="connsiteX8" fmla="*/ 90381 w 128305"/>
                <a:gd name="connsiteY8" fmla="*/ 76607 h 172601"/>
                <a:gd name="connsiteX9" fmla="*/ 64671 w 128305"/>
                <a:gd name="connsiteY9" fmla="*/ 62142 h 172601"/>
                <a:gd name="connsiteX10" fmla="*/ 268 w 128305"/>
                <a:gd name="connsiteY10" fmla="*/ 132016 h 172601"/>
                <a:gd name="connsiteX11" fmla="*/ 37961 w 128305"/>
                <a:gd name="connsiteY11" fmla="*/ 172715 h 172601"/>
                <a:gd name="connsiteX12" fmla="*/ 73407 w 128305"/>
                <a:gd name="connsiteY12" fmla="*/ 155553 h 172601"/>
                <a:gd name="connsiteX13" fmla="*/ 99118 w 128305"/>
                <a:gd name="connsiteY13" fmla="*/ 172715 h 172601"/>
                <a:gd name="connsiteX14" fmla="*/ 118838 w 128305"/>
                <a:gd name="connsiteY14" fmla="*/ 159721 h 172601"/>
                <a:gd name="connsiteX15" fmla="*/ 127575 w 128305"/>
                <a:gd name="connsiteY15" fmla="*/ 135203 h 172601"/>
                <a:gd name="connsiteX16" fmla="*/ 123581 w 128305"/>
                <a:gd name="connsiteY16" fmla="*/ 132016 h 172601"/>
                <a:gd name="connsiteX17" fmla="*/ 118089 w 128305"/>
                <a:gd name="connsiteY17" fmla="*/ 139616 h 172601"/>
                <a:gd name="connsiteX18" fmla="*/ 99867 w 128305"/>
                <a:gd name="connsiteY18" fmla="*/ 165850 h 172601"/>
                <a:gd name="connsiteX19" fmla="*/ 91630 w 128305"/>
                <a:gd name="connsiteY19" fmla="*/ 153836 h 172601"/>
                <a:gd name="connsiteX20" fmla="*/ 92878 w 128305"/>
                <a:gd name="connsiteY20" fmla="*/ 143784 h 172601"/>
                <a:gd name="connsiteX21" fmla="*/ 127575 w 128305"/>
                <a:gd name="connsiteY21" fmla="*/ 7469 h 172601"/>
                <a:gd name="connsiteX22" fmla="*/ 74406 w 128305"/>
                <a:gd name="connsiteY22" fmla="*/ 139616 h 172601"/>
                <a:gd name="connsiteX23" fmla="*/ 61675 w 128305"/>
                <a:gd name="connsiteY23" fmla="*/ 156043 h 172601"/>
                <a:gd name="connsiteX24" fmla="*/ 38710 w 128305"/>
                <a:gd name="connsiteY24" fmla="*/ 165850 h 172601"/>
                <a:gd name="connsiteX25" fmla="*/ 20487 w 128305"/>
                <a:gd name="connsiteY25" fmla="*/ 142068 h 172601"/>
                <a:gd name="connsiteX26" fmla="*/ 33468 w 128305"/>
                <a:gd name="connsiteY26" fmla="*/ 92298 h 172601"/>
                <a:gd name="connsiteX27" fmla="*/ 64671 w 128305"/>
                <a:gd name="connsiteY27" fmla="*/ 69007 h 172601"/>
                <a:gd name="connsiteX28" fmla="*/ 86887 w 128305"/>
                <a:gd name="connsiteY28" fmla="*/ 90337 h 172601"/>
                <a:gd name="connsiteX29" fmla="*/ 86138 w 128305"/>
                <a:gd name="connsiteY29" fmla="*/ 93769 h 172601"/>
                <a:gd name="connsiteX30" fmla="*/ 74406 w 128305"/>
                <a:gd name="connsiteY30" fmla="*/ 139616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75" y="7469"/>
                  </a:moveTo>
                  <a:cubicBezTo>
                    <a:pt x="127825" y="6978"/>
                    <a:pt x="128574" y="3791"/>
                    <a:pt x="128574" y="3546"/>
                  </a:cubicBezTo>
                  <a:cubicBezTo>
                    <a:pt x="128574" y="2320"/>
                    <a:pt x="127575" y="114"/>
                    <a:pt x="124580" y="114"/>
                  </a:cubicBezTo>
                  <a:cubicBezTo>
                    <a:pt x="119587" y="114"/>
                    <a:pt x="98869" y="2075"/>
                    <a:pt x="92628" y="2565"/>
                  </a:cubicBezTo>
                  <a:cubicBezTo>
                    <a:pt x="90631" y="2811"/>
                    <a:pt x="87136" y="3056"/>
                    <a:pt x="87136" y="8204"/>
                  </a:cubicBezTo>
                  <a:cubicBezTo>
                    <a:pt x="87136" y="11637"/>
                    <a:pt x="90631" y="11637"/>
                    <a:pt x="93627" y="11637"/>
                  </a:cubicBezTo>
                  <a:cubicBezTo>
                    <a:pt x="105608" y="11637"/>
                    <a:pt x="105608" y="13353"/>
                    <a:pt x="105608" y="15314"/>
                  </a:cubicBezTo>
                  <a:cubicBezTo>
                    <a:pt x="105608" y="17031"/>
                    <a:pt x="105109" y="18502"/>
                    <a:pt x="104610" y="20708"/>
                  </a:cubicBezTo>
                  <a:lnTo>
                    <a:pt x="90381" y="76607"/>
                  </a:lnTo>
                  <a:cubicBezTo>
                    <a:pt x="85139" y="68517"/>
                    <a:pt x="76652" y="62142"/>
                    <a:pt x="64671" y="62142"/>
                  </a:cubicBezTo>
                  <a:cubicBezTo>
                    <a:pt x="32719" y="62142"/>
                    <a:pt x="268" y="96711"/>
                    <a:pt x="268" y="132016"/>
                  </a:cubicBezTo>
                  <a:cubicBezTo>
                    <a:pt x="268" y="155798"/>
                    <a:pt x="16494" y="172715"/>
                    <a:pt x="37961" y="172715"/>
                  </a:cubicBezTo>
                  <a:cubicBezTo>
                    <a:pt x="51441" y="172715"/>
                    <a:pt x="63422" y="165114"/>
                    <a:pt x="73407" y="155553"/>
                  </a:cubicBezTo>
                  <a:cubicBezTo>
                    <a:pt x="78150" y="170263"/>
                    <a:pt x="92628" y="172715"/>
                    <a:pt x="99118" y="172715"/>
                  </a:cubicBezTo>
                  <a:cubicBezTo>
                    <a:pt x="108105" y="172715"/>
                    <a:pt x="114345" y="167321"/>
                    <a:pt x="118838" y="159721"/>
                  </a:cubicBezTo>
                  <a:cubicBezTo>
                    <a:pt x="124330" y="150159"/>
                    <a:pt x="127575" y="136184"/>
                    <a:pt x="127575" y="135203"/>
                  </a:cubicBezTo>
                  <a:cubicBezTo>
                    <a:pt x="127575" y="132016"/>
                    <a:pt x="124330" y="132016"/>
                    <a:pt x="123581" y="132016"/>
                  </a:cubicBezTo>
                  <a:cubicBezTo>
                    <a:pt x="120086" y="132016"/>
                    <a:pt x="119837" y="132997"/>
                    <a:pt x="118089" y="139616"/>
                  </a:cubicBezTo>
                  <a:cubicBezTo>
                    <a:pt x="115094" y="151385"/>
                    <a:pt x="110351" y="165850"/>
                    <a:pt x="99867" y="165850"/>
                  </a:cubicBezTo>
                  <a:cubicBezTo>
                    <a:pt x="93377" y="165850"/>
                    <a:pt x="91630" y="160456"/>
                    <a:pt x="91630" y="153836"/>
                  </a:cubicBezTo>
                  <a:cubicBezTo>
                    <a:pt x="91630" y="149178"/>
                    <a:pt x="92129" y="146972"/>
                    <a:pt x="92878" y="143784"/>
                  </a:cubicBezTo>
                  <a:lnTo>
                    <a:pt x="127575" y="7469"/>
                  </a:lnTo>
                  <a:close/>
                  <a:moveTo>
                    <a:pt x="74406" y="139616"/>
                  </a:moveTo>
                  <a:cubicBezTo>
                    <a:pt x="72658" y="146481"/>
                    <a:pt x="67167" y="151385"/>
                    <a:pt x="61675" y="156043"/>
                  </a:cubicBezTo>
                  <a:cubicBezTo>
                    <a:pt x="59428" y="158004"/>
                    <a:pt x="49444" y="165850"/>
                    <a:pt x="38710" y="165850"/>
                  </a:cubicBezTo>
                  <a:cubicBezTo>
                    <a:pt x="29474" y="165850"/>
                    <a:pt x="20487" y="159475"/>
                    <a:pt x="20487" y="142068"/>
                  </a:cubicBezTo>
                  <a:cubicBezTo>
                    <a:pt x="20487" y="129074"/>
                    <a:pt x="27727" y="102105"/>
                    <a:pt x="33468" y="92298"/>
                  </a:cubicBezTo>
                  <a:cubicBezTo>
                    <a:pt x="44950" y="72685"/>
                    <a:pt x="57681" y="69007"/>
                    <a:pt x="64671" y="69007"/>
                  </a:cubicBezTo>
                  <a:cubicBezTo>
                    <a:pt x="82144" y="69007"/>
                    <a:pt x="86887" y="87640"/>
                    <a:pt x="86887" y="90337"/>
                  </a:cubicBezTo>
                  <a:cubicBezTo>
                    <a:pt x="86887" y="91318"/>
                    <a:pt x="86388" y="93034"/>
                    <a:pt x="86138" y="93769"/>
                  </a:cubicBezTo>
                  <a:lnTo>
                    <a:pt x="74406" y="139616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04008ADF-DF85-4AEB-A2AB-BEF9C81A4DF4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12505769" y="8916786"/>
              <a:ext cx="92716" cy="120484"/>
            </a:xfrm>
            <a:custGeom>
              <a:avLst/>
              <a:gdLst>
                <a:gd name="connsiteX0" fmla="*/ 44848 w 92716"/>
                <a:gd name="connsiteY0" fmla="*/ 58781 h 120484"/>
                <a:gd name="connsiteX1" fmla="*/ 72128 w 92716"/>
                <a:gd name="connsiteY1" fmla="*/ 86100 h 120484"/>
                <a:gd name="connsiteX2" fmla="*/ 45026 w 92716"/>
                <a:gd name="connsiteY2" fmla="*/ 113419 h 120484"/>
                <a:gd name="connsiteX3" fmla="*/ 12753 w 92716"/>
                <a:gd name="connsiteY3" fmla="*/ 104313 h 120484"/>
                <a:gd name="connsiteX4" fmla="*/ 22203 w 92716"/>
                <a:gd name="connsiteY4" fmla="*/ 93630 h 120484"/>
                <a:gd name="connsiteX5" fmla="*/ 11327 w 92716"/>
                <a:gd name="connsiteY5" fmla="*/ 82948 h 120484"/>
                <a:gd name="connsiteX6" fmla="*/ 272 w 92716"/>
                <a:gd name="connsiteY6" fmla="*/ 93980 h 120484"/>
                <a:gd name="connsiteX7" fmla="*/ 45561 w 92716"/>
                <a:gd name="connsiteY7" fmla="*/ 120599 h 120484"/>
                <a:gd name="connsiteX8" fmla="*/ 92989 w 92716"/>
                <a:gd name="connsiteY8" fmla="*/ 86275 h 120484"/>
                <a:gd name="connsiteX9" fmla="*/ 59647 w 92716"/>
                <a:gd name="connsiteY9" fmla="*/ 55103 h 120484"/>
                <a:gd name="connsiteX10" fmla="*/ 86748 w 92716"/>
                <a:gd name="connsiteY10" fmla="*/ 25157 h 120484"/>
                <a:gd name="connsiteX11" fmla="*/ 46096 w 92716"/>
                <a:gd name="connsiteY11" fmla="*/ 115 h 120484"/>
                <a:gd name="connsiteX12" fmla="*/ 6513 w 92716"/>
                <a:gd name="connsiteY12" fmla="*/ 24982 h 120484"/>
                <a:gd name="connsiteX13" fmla="*/ 16676 w 92716"/>
                <a:gd name="connsiteY13" fmla="*/ 35314 h 120484"/>
                <a:gd name="connsiteX14" fmla="*/ 26839 w 92716"/>
                <a:gd name="connsiteY14" fmla="*/ 25332 h 120484"/>
                <a:gd name="connsiteX15" fmla="*/ 18281 w 92716"/>
                <a:gd name="connsiteY15" fmla="*/ 15350 h 120484"/>
                <a:gd name="connsiteX16" fmla="*/ 45561 w 92716"/>
                <a:gd name="connsiteY16" fmla="*/ 6769 h 120484"/>
                <a:gd name="connsiteX17" fmla="*/ 67848 w 92716"/>
                <a:gd name="connsiteY17" fmla="*/ 25157 h 120484"/>
                <a:gd name="connsiteX18" fmla="*/ 42351 w 92716"/>
                <a:gd name="connsiteY18" fmla="*/ 52301 h 120484"/>
                <a:gd name="connsiteX19" fmla="*/ 32010 w 92716"/>
                <a:gd name="connsiteY19" fmla="*/ 52827 h 120484"/>
                <a:gd name="connsiteX20" fmla="*/ 28087 w 92716"/>
                <a:gd name="connsiteY20" fmla="*/ 55804 h 120484"/>
                <a:gd name="connsiteX21" fmla="*/ 33080 w 92716"/>
                <a:gd name="connsiteY21" fmla="*/ 58781 h 120484"/>
                <a:gd name="connsiteX22" fmla="*/ 44848 w 92716"/>
                <a:gd name="connsiteY22" fmla="*/ 58781 h 12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2716" h="120484">
                  <a:moveTo>
                    <a:pt x="44848" y="58781"/>
                  </a:moveTo>
                  <a:cubicBezTo>
                    <a:pt x="61251" y="58781"/>
                    <a:pt x="72128" y="68763"/>
                    <a:pt x="72128" y="86100"/>
                  </a:cubicBezTo>
                  <a:cubicBezTo>
                    <a:pt x="72128" y="103962"/>
                    <a:pt x="60895" y="113419"/>
                    <a:pt x="45026" y="113419"/>
                  </a:cubicBezTo>
                  <a:cubicBezTo>
                    <a:pt x="43065" y="113419"/>
                    <a:pt x="21847" y="113419"/>
                    <a:pt x="12753" y="104313"/>
                  </a:cubicBezTo>
                  <a:cubicBezTo>
                    <a:pt x="20064" y="103262"/>
                    <a:pt x="22203" y="97833"/>
                    <a:pt x="22203" y="93630"/>
                  </a:cubicBezTo>
                  <a:cubicBezTo>
                    <a:pt x="22203" y="87151"/>
                    <a:pt x="17211" y="82948"/>
                    <a:pt x="11327" y="82948"/>
                  </a:cubicBezTo>
                  <a:cubicBezTo>
                    <a:pt x="5621" y="82948"/>
                    <a:pt x="272" y="86625"/>
                    <a:pt x="272" y="93980"/>
                  </a:cubicBezTo>
                  <a:cubicBezTo>
                    <a:pt x="272" y="112193"/>
                    <a:pt x="21312" y="120599"/>
                    <a:pt x="45561" y="120599"/>
                  </a:cubicBezTo>
                  <a:cubicBezTo>
                    <a:pt x="74802" y="120599"/>
                    <a:pt x="92989" y="103262"/>
                    <a:pt x="92989" y="86275"/>
                  </a:cubicBezTo>
                  <a:cubicBezTo>
                    <a:pt x="92989" y="71915"/>
                    <a:pt x="79973" y="59656"/>
                    <a:pt x="59647" y="55103"/>
                  </a:cubicBezTo>
                  <a:cubicBezTo>
                    <a:pt x="81043" y="48273"/>
                    <a:pt x="86748" y="34964"/>
                    <a:pt x="86748" y="25157"/>
                  </a:cubicBezTo>
                  <a:cubicBezTo>
                    <a:pt x="86748" y="10797"/>
                    <a:pt x="68562" y="115"/>
                    <a:pt x="46096" y="115"/>
                  </a:cubicBezTo>
                  <a:cubicBezTo>
                    <a:pt x="24165" y="115"/>
                    <a:pt x="6513" y="9221"/>
                    <a:pt x="6513" y="24982"/>
                  </a:cubicBezTo>
                  <a:cubicBezTo>
                    <a:pt x="6513" y="33213"/>
                    <a:pt x="13288" y="35314"/>
                    <a:pt x="16676" y="35314"/>
                  </a:cubicBezTo>
                  <a:cubicBezTo>
                    <a:pt x="21847" y="35314"/>
                    <a:pt x="26839" y="31637"/>
                    <a:pt x="26839" y="25332"/>
                  </a:cubicBezTo>
                  <a:cubicBezTo>
                    <a:pt x="26839" y="21304"/>
                    <a:pt x="24700" y="16401"/>
                    <a:pt x="18281" y="15350"/>
                  </a:cubicBezTo>
                  <a:cubicBezTo>
                    <a:pt x="25948" y="7295"/>
                    <a:pt x="41816" y="6769"/>
                    <a:pt x="45561" y="6769"/>
                  </a:cubicBezTo>
                  <a:cubicBezTo>
                    <a:pt x="58577" y="6769"/>
                    <a:pt x="67848" y="13249"/>
                    <a:pt x="67848" y="25157"/>
                  </a:cubicBezTo>
                  <a:cubicBezTo>
                    <a:pt x="67848" y="35314"/>
                    <a:pt x="61073" y="51250"/>
                    <a:pt x="42351" y="52301"/>
                  </a:cubicBezTo>
                  <a:cubicBezTo>
                    <a:pt x="37359" y="52476"/>
                    <a:pt x="36646" y="52651"/>
                    <a:pt x="32010" y="52827"/>
                  </a:cubicBezTo>
                  <a:cubicBezTo>
                    <a:pt x="30049" y="53002"/>
                    <a:pt x="28087" y="53177"/>
                    <a:pt x="28087" y="55804"/>
                  </a:cubicBezTo>
                  <a:cubicBezTo>
                    <a:pt x="28087" y="58781"/>
                    <a:pt x="29870" y="58781"/>
                    <a:pt x="33080" y="58781"/>
                  </a:cubicBezTo>
                  <a:lnTo>
                    <a:pt x="44848" y="5878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91E7DF70-2322-A45C-B116-D2FC31787C60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12675114" y="8871394"/>
              <a:ext cx="133797" cy="131166"/>
            </a:xfrm>
            <a:custGeom>
              <a:avLst/>
              <a:gdLst>
                <a:gd name="connsiteX0" fmla="*/ 130579 w 133797"/>
                <a:gd name="connsiteY0" fmla="*/ 12127 h 131166"/>
                <a:gd name="connsiteX1" fmla="*/ 134073 w 133797"/>
                <a:gd name="connsiteY1" fmla="*/ 6243 h 131166"/>
                <a:gd name="connsiteX2" fmla="*/ 128082 w 133797"/>
                <a:gd name="connsiteY2" fmla="*/ 114 h 131166"/>
                <a:gd name="connsiteX3" fmla="*/ 121842 w 133797"/>
                <a:gd name="connsiteY3" fmla="*/ 3791 h 131166"/>
                <a:gd name="connsiteX4" fmla="*/ 67175 w 133797"/>
                <a:gd name="connsiteY4" fmla="*/ 57239 h 131166"/>
                <a:gd name="connsiteX5" fmla="*/ 12258 w 133797"/>
                <a:gd name="connsiteY5" fmla="*/ 3546 h 131166"/>
                <a:gd name="connsiteX6" fmla="*/ 6517 w 133797"/>
                <a:gd name="connsiteY6" fmla="*/ 114 h 131166"/>
                <a:gd name="connsiteX7" fmla="*/ 276 w 133797"/>
                <a:gd name="connsiteY7" fmla="*/ 6243 h 131166"/>
                <a:gd name="connsiteX8" fmla="*/ 4021 w 133797"/>
                <a:gd name="connsiteY8" fmla="*/ 12127 h 131166"/>
                <a:gd name="connsiteX9" fmla="*/ 58438 w 133797"/>
                <a:gd name="connsiteY9" fmla="*/ 65575 h 131166"/>
                <a:gd name="connsiteX10" fmla="*/ 4021 w 133797"/>
                <a:gd name="connsiteY10" fmla="*/ 119022 h 131166"/>
                <a:gd name="connsiteX11" fmla="*/ 276 w 133797"/>
                <a:gd name="connsiteY11" fmla="*/ 125151 h 131166"/>
                <a:gd name="connsiteX12" fmla="*/ 6517 w 133797"/>
                <a:gd name="connsiteY12" fmla="*/ 131281 h 131166"/>
                <a:gd name="connsiteX13" fmla="*/ 12258 w 133797"/>
                <a:gd name="connsiteY13" fmla="*/ 127848 h 131166"/>
                <a:gd name="connsiteX14" fmla="*/ 67175 w 133797"/>
                <a:gd name="connsiteY14" fmla="*/ 74156 h 131166"/>
                <a:gd name="connsiteX15" fmla="*/ 124088 w 133797"/>
                <a:gd name="connsiteY15" fmla="*/ 130055 h 131166"/>
                <a:gd name="connsiteX16" fmla="*/ 128082 w 133797"/>
                <a:gd name="connsiteY16" fmla="*/ 131281 h 131166"/>
                <a:gd name="connsiteX17" fmla="*/ 134073 w 133797"/>
                <a:gd name="connsiteY17" fmla="*/ 125151 h 131166"/>
                <a:gd name="connsiteX18" fmla="*/ 132825 w 133797"/>
                <a:gd name="connsiteY18" fmla="*/ 121964 h 131166"/>
                <a:gd name="connsiteX19" fmla="*/ 75911 w 133797"/>
                <a:gd name="connsiteY19" fmla="*/ 65820 h 131166"/>
                <a:gd name="connsiteX20" fmla="*/ 130579 w 133797"/>
                <a:gd name="connsiteY20" fmla="*/ 12127 h 1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3797" h="131166">
                  <a:moveTo>
                    <a:pt x="130579" y="12127"/>
                  </a:moveTo>
                  <a:cubicBezTo>
                    <a:pt x="133324" y="9430"/>
                    <a:pt x="134073" y="7959"/>
                    <a:pt x="134073" y="6243"/>
                  </a:cubicBezTo>
                  <a:cubicBezTo>
                    <a:pt x="134073" y="2320"/>
                    <a:pt x="130828" y="114"/>
                    <a:pt x="128082" y="114"/>
                  </a:cubicBezTo>
                  <a:cubicBezTo>
                    <a:pt x="125586" y="114"/>
                    <a:pt x="124837" y="849"/>
                    <a:pt x="121842" y="3791"/>
                  </a:cubicBezTo>
                  <a:lnTo>
                    <a:pt x="67175" y="57239"/>
                  </a:lnTo>
                  <a:lnTo>
                    <a:pt x="12258" y="3546"/>
                  </a:lnTo>
                  <a:cubicBezTo>
                    <a:pt x="9762" y="1094"/>
                    <a:pt x="8763" y="114"/>
                    <a:pt x="6517" y="114"/>
                  </a:cubicBezTo>
                  <a:cubicBezTo>
                    <a:pt x="3022" y="114"/>
                    <a:pt x="276" y="2811"/>
                    <a:pt x="276" y="6243"/>
                  </a:cubicBezTo>
                  <a:cubicBezTo>
                    <a:pt x="276" y="8449"/>
                    <a:pt x="1025" y="9185"/>
                    <a:pt x="4021" y="12127"/>
                  </a:cubicBezTo>
                  <a:lnTo>
                    <a:pt x="58438" y="65575"/>
                  </a:lnTo>
                  <a:lnTo>
                    <a:pt x="4021" y="119022"/>
                  </a:lnTo>
                  <a:cubicBezTo>
                    <a:pt x="526" y="122454"/>
                    <a:pt x="276" y="123680"/>
                    <a:pt x="276" y="125151"/>
                  </a:cubicBezTo>
                  <a:cubicBezTo>
                    <a:pt x="276" y="128584"/>
                    <a:pt x="3022" y="131281"/>
                    <a:pt x="6517" y="131281"/>
                  </a:cubicBezTo>
                  <a:cubicBezTo>
                    <a:pt x="8763" y="131281"/>
                    <a:pt x="9512" y="130545"/>
                    <a:pt x="12258" y="127848"/>
                  </a:cubicBezTo>
                  <a:lnTo>
                    <a:pt x="67175" y="74156"/>
                  </a:lnTo>
                  <a:lnTo>
                    <a:pt x="124088" y="130055"/>
                  </a:lnTo>
                  <a:cubicBezTo>
                    <a:pt x="125337" y="130790"/>
                    <a:pt x="126585" y="131281"/>
                    <a:pt x="128082" y="131281"/>
                  </a:cubicBezTo>
                  <a:cubicBezTo>
                    <a:pt x="130828" y="131281"/>
                    <a:pt x="134073" y="129074"/>
                    <a:pt x="134073" y="125151"/>
                  </a:cubicBezTo>
                  <a:cubicBezTo>
                    <a:pt x="134073" y="123190"/>
                    <a:pt x="133574" y="122700"/>
                    <a:pt x="132825" y="121964"/>
                  </a:cubicBezTo>
                  <a:cubicBezTo>
                    <a:pt x="132326" y="120983"/>
                    <a:pt x="83899" y="73420"/>
                    <a:pt x="75911" y="65820"/>
                  </a:cubicBezTo>
                  <a:lnTo>
                    <a:pt x="130579" y="12127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DAE3CA37-3FB4-F9FD-67FF-6E2BA621956C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12868785" y="8828244"/>
              <a:ext cx="128305" cy="172601"/>
            </a:xfrm>
            <a:custGeom>
              <a:avLst/>
              <a:gdLst>
                <a:gd name="connsiteX0" fmla="*/ 127589 w 128305"/>
                <a:gd name="connsiteY0" fmla="*/ 7469 h 172601"/>
                <a:gd name="connsiteX1" fmla="*/ 128588 w 128305"/>
                <a:gd name="connsiteY1" fmla="*/ 3546 h 172601"/>
                <a:gd name="connsiteX2" fmla="*/ 124594 w 128305"/>
                <a:gd name="connsiteY2" fmla="*/ 114 h 172601"/>
                <a:gd name="connsiteX3" fmla="*/ 92642 w 128305"/>
                <a:gd name="connsiteY3" fmla="*/ 2565 h 172601"/>
                <a:gd name="connsiteX4" fmla="*/ 87151 w 128305"/>
                <a:gd name="connsiteY4" fmla="*/ 8204 h 172601"/>
                <a:gd name="connsiteX5" fmla="*/ 93641 w 128305"/>
                <a:gd name="connsiteY5" fmla="*/ 11637 h 172601"/>
                <a:gd name="connsiteX6" fmla="*/ 105623 w 128305"/>
                <a:gd name="connsiteY6" fmla="*/ 15314 h 172601"/>
                <a:gd name="connsiteX7" fmla="*/ 104624 w 128305"/>
                <a:gd name="connsiteY7" fmla="*/ 20708 h 172601"/>
                <a:gd name="connsiteX8" fmla="*/ 90396 w 128305"/>
                <a:gd name="connsiteY8" fmla="*/ 76607 h 172601"/>
                <a:gd name="connsiteX9" fmla="*/ 64685 w 128305"/>
                <a:gd name="connsiteY9" fmla="*/ 62142 h 172601"/>
                <a:gd name="connsiteX10" fmla="*/ 282 w 128305"/>
                <a:gd name="connsiteY10" fmla="*/ 132016 h 172601"/>
                <a:gd name="connsiteX11" fmla="*/ 37975 w 128305"/>
                <a:gd name="connsiteY11" fmla="*/ 172715 h 172601"/>
                <a:gd name="connsiteX12" fmla="*/ 73421 w 128305"/>
                <a:gd name="connsiteY12" fmla="*/ 155553 h 172601"/>
                <a:gd name="connsiteX13" fmla="*/ 99133 w 128305"/>
                <a:gd name="connsiteY13" fmla="*/ 172715 h 172601"/>
                <a:gd name="connsiteX14" fmla="*/ 118853 w 128305"/>
                <a:gd name="connsiteY14" fmla="*/ 159721 h 172601"/>
                <a:gd name="connsiteX15" fmla="*/ 127589 w 128305"/>
                <a:gd name="connsiteY15" fmla="*/ 135203 h 172601"/>
                <a:gd name="connsiteX16" fmla="*/ 123595 w 128305"/>
                <a:gd name="connsiteY16" fmla="*/ 132016 h 172601"/>
                <a:gd name="connsiteX17" fmla="*/ 118104 w 128305"/>
                <a:gd name="connsiteY17" fmla="*/ 139616 h 172601"/>
                <a:gd name="connsiteX18" fmla="*/ 99881 w 128305"/>
                <a:gd name="connsiteY18" fmla="*/ 165850 h 172601"/>
                <a:gd name="connsiteX19" fmla="*/ 91644 w 128305"/>
                <a:gd name="connsiteY19" fmla="*/ 153836 h 172601"/>
                <a:gd name="connsiteX20" fmla="*/ 92892 w 128305"/>
                <a:gd name="connsiteY20" fmla="*/ 143784 h 172601"/>
                <a:gd name="connsiteX21" fmla="*/ 127589 w 128305"/>
                <a:gd name="connsiteY21" fmla="*/ 7469 h 172601"/>
                <a:gd name="connsiteX22" fmla="*/ 74420 w 128305"/>
                <a:gd name="connsiteY22" fmla="*/ 139616 h 172601"/>
                <a:gd name="connsiteX23" fmla="*/ 61689 w 128305"/>
                <a:gd name="connsiteY23" fmla="*/ 156043 h 172601"/>
                <a:gd name="connsiteX24" fmla="*/ 38724 w 128305"/>
                <a:gd name="connsiteY24" fmla="*/ 165850 h 172601"/>
                <a:gd name="connsiteX25" fmla="*/ 20502 w 128305"/>
                <a:gd name="connsiteY25" fmla="*/ 142068 h 172601"/>
                <a:gd name="connsiteX26" fmla="*/ 33482 w 128305"/>
                <a:gd name="connsiteY26" fmla="*/ 92298 h 172601"/>
                <a:gd name="connsiteX27" fmla="*/ 64685 w 128305"/>
                <a:gd name="connsiteY27" fmla="*/ 69007 h 172601"/>
                <a:gd name="connsiteX28" fmla="*/ 86901 w 128305"/>
                <a:gd name="connsiteY28" fmla="*/ 90337 h 172601"/>
                <a:gd name="connsiteX29" fmla="*/ 86152 w 128305"/>
                <a:gd name="connsiteY29" fmla="*/ 93769 h 172601"/>
                <a:gd name="connsiteX30" fmla="*/ 74420 w 128305"/>
                <a:gd name="connsiteY30" fmla="*/ 139616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89" y="7469"/>
                  </a:moveTo>
                  <a:cubicBezTo>
                    <a:pt x="127839" y="6978"/>
                    <a:pt x="128588" y="3791"/>
                    <a:pt x="128588" y="3546"/>
                  </a:cubicBezTo>
                  <a:cubicBezTo>
                    <a:pt x="128588" y="2320"/>
                    <a:pt x="127589" y="114"/>
                    <a:pt x="124594" y="114"/>
                  </a:cubicBezTo>
                  <a:cubicBezTo>
                    <a:pt x="119601" y="114"/>
                    <a:pt x="98883" y="2075"/>
                    <a:pt x="92642" y="2565"/>
                  </a:cubicBezTo>
                  <a:cubicBezTo>
                    <a:pt x="90645" y="2811"/>
                    <a:pt x="87151" y="3056"/>
                    <a:pt x="87151" y="8204"/>
                  </a:cubicBezTo>
                  <a:cubicBezTo>
                    <a:pt x="87151" y="11637"/>
                    <a:pt x="90645" y="11637"/>
                    <a:pt x="93641" y="11637"/>
                  </a:cubicBezTo>
                  <a:cubicBezTo>
                    <a:pt x="105623" y="11637"/>
                    <a:pt x="105623" y="13353"/>
                    <a:pt x="105623" y="15314"/>
                  </a:cubicBezTo>
                  <a:cubicBezTo>
                    <a:pt x="105623" y="17031"/>
                    <a:pt x="105123" y="18502"/>
                    <a:pt x="104624" y="20708"/>
                  </a:cubicBezTo>
                  <a:lnTo>
                    <a:pt x="90396" y="76607"/>
                  </a:lnTo>
                  <a:cubicBezTo>
                    <a:pt x="85154" y="68517"/>
                    <a:pt x="76667" y="62142"/>
                    <a:pt x="64685" y="62142"/>
                  </a:cubicBezTo>
                  <a:cubicBezTo>
                    <a:pt x="32733" y="62142"/>
                    <a:pt x="282" y="96711"/>
                    <a:pt x="282" y="132016"/>
                  </a:cubicBezTo>
                  <a:cubicBezTo>
                    <a:pt x="282" y="155798"/>
                    <a:pt x="16508" y="172715"/>
                    <a:pt x="37975" y="172715"/>
                  </a:cubicBezTo>
                  <a:cubicBezTo>
                    <a:pt x="51455" y="172715"/>
                    <a:pt x="63437" y="165114"/>
                    <a:pt x="73421" y="155553"/>
                  </a:cubicBezTo>
                  <a:cubicBezTo>
                    <a:pt x="78164" y="170263"/>
                    <a:pt x="92642" y="172715"/>
                    <a:pt x="99133" y="172715"/>
                  </a:cubicBezTo>
                  <a:cubicBezTo>
                    <a:pt x="108119" y="172715"/>
                    <a:pt x="114359" y="167321"/>
                    <a:pt x="118853" y="159721"/>
                  </a:cubicBezTo>
                  <a:cubicBezTo>
                    <a:pt x="124344" y="150159"/>
                    <a:pt x="127589" y="136184"/>
                    <a:pt x="127589" y="135203"/>
                  </a:cubicBezTo>
                  <a:cubicBezTo>
                    <a:pt x="127589" y="132016"/>
                    <a:pt x="124344" y="132016"/>
                    <a:pt x="123595" y="132016"/>
                  </a:cubicBezTo>
                  <a:cubicBezTo>
                    <a:pt x="120101" y="132016"/>
                    <a:pt x="119851" y="132997"/>
                    <a:pt x="118104" y="139616"/>
                  </a:cubicBezTo>
                  <a:cubicBezTo>
                    <a:pt x="115108" y="151385"/>
                    <a:pt x="110365" y="165850"/>
                    <a:pt x="99881" y="165850"/>
                  </a:cubicBezTo>
                  <a:cubicBezTo>
                    <a:pt x="93391" y="165850"/>
                    <a:pt x="91644" y="160456"/>
                    <a:pt x="91644" y="153836"/>
                  </a:cubicBezTo>
                  <a:cubicBezTo>
                    <a:pt x="91644" y="149178"/>
                    <a:pt x="92143" y="146972"/>
                    <a:pt x="92892" y="143784"/>
                  </a:cubicBezTo>
                  <a:lnTo>
                    <a:pt x="127589" y="7469"/>
                  </a:lnTo>
                  <a:close/>
                  <a:moveTo>
                    <a:pt x="74420" y="139616"/>
                  </a:moveTo>
                  <a:cubicBezTo>
                    <a:pt x="72673" y="146481"/>
                    <a:pt x="67181" y="151385"/>
                    <a:pt x="61689" y="156043"/>
                  </a:cubicBezTo>
                  <a:cubicBezTo>
                    <a:pt x="59443" y="158004"/>
                    <a:pt x="49458" y="165850"/>
                    <a:pt x="38724" y="165850"/>
                  </a:cubicBezTo>
                  <a:cubicBezTo>
                    <a:pt x="29488" y="165850"/>
                    <a:pt x="20502" y="159475"/>
                    <a:pt x="20502" y="142068"/>
                  </a:cubicBezTo>
                  <a:cubicBezTo>
                    <a:pt x="20502" y="129074"/>
                    <a:pt x="27741" y="102105"/>
                    <a:pt x="33482" y="92298"/>
                  </a:cubicBezTo>
                  <a:cubicBezTo>
                    <a:pt x="44965" y="72685"/>
                    <a:pt x="57695" y="69007"/>
                    <a:pt x="64685" y="69007"/>
                  </a:cubicBezTo>
                  <a:cubicBezTo>
                    <a:pt x="82158" y="69007"/>
                    <a:pt x="86901" y="87640"/>
                    <a:pt x="86901" y="90337"/>
                  </a:cubicBezTo>
                  <a:cubicBezTo>
                    <a:pt x="86901" y="91318"/>
                    <a:pt x="86402" y="93034"/>
                    <a:pt x="86152" y="93769"/>
                  </a:cubicBezTo>
                  <a:lnTo>
                    <a:pt x="74420" y="139616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60CF4BAB-D748-6FB3-FA79-647EDEB67611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13027504" y="8916786"/>
              <a:ext cx="73281" cy="116631"/>
            </a:xfrm>
            <a:custGeom>
              <a:avLst/>
              <a:gdLst>
                <a:gd name="connsiteX0" fmla="*/ 45753 w 73281"/>
                <a:gd name="connsiteY0" fmla="*/ 5368 h 116631"/>
                <a:gd name="connsiteX1" fmla="*/ 39335 w 73281"/>
                <a:gd name="connsiteY1" fmla="*/ 115 h 116631"/>
                <a:gd name="connsiteX2" fmla="*/ 3318 w 73281"/>
                <a:gd name="connsiteY2" fmla="*/ 11322 h 116631"/>
                <a:gd name="connsiteX3" fmla="*/ 287 w 73281"/>
                <a:gd name="connsiteY3" fmla="*/ 11322 h 116631"/>
                <a:gd name="connsiteX4" fmla="*/ 287 w 73281"/>
                <a:gd name="connsiteY4" fmla="*/ 19028 h 116631"/>
                <a:gd name="connsiteX5" fmla="*/ 3318 w 73281"/>
                <a:gd name="connsiteY5" fmla="*/ 19028 h 116631"/>
                <a:gd name="connsiteX6" fmla="*/ 29350 w 73281"/>
                <a:gd name="connsiteY6" fmla="*/ 14124 h 116631"/>
                <a:gd name="connsiteX7" fmla="*/ 29350 w 73281"/>
                <a:gd name="connsiteY7" fmla="*/ 101686 h 116631"/>
                <a:gd name="connsiteX8" fmla="*/ 10450 w 73281"/>
                <a:gd name="connsiteY8" fmla="*/ 109041 h 116631"/>
                <a:gd name="connsiteX9" fmla="*/ 1535 w 73281"/>
                <a:gd name="connsiteY9" fmla="*/ 109041 h 116631"/>
                <a:gd name="connsiteX10" fmla="*/ 1535 w 73281"/>
                <a:gd name="connsiteY10" fmla="*/ 116746 h 116631"/>
                <a:gd name="connsiteX11" fmla="*/ 37552 w 73281"/>
                <a:gd name="connsiteY11" fmla="*/ 116046 h 116631"/>
                <a:gd name="connsiteX12" fmla="*/ 73568 w 73281"/>
                <a:gd name="connsiteY12" fmla="*/ 116746 h 116631"/>
                <a:gd name="connsiteX13" fmla="*/ 73568 w 73281"/>
                <a:gd name="connsiteY13" fmla="*/ 109041 h 116631"/>
                <a:gd name="connsiteX14" fmla="*/ 64653 w 73281"/>
                <a:gd name="connsiteY14" fmla="*/ 109041 h 116631"/>
                <a:gd name="connsiteX15" fmla="*/ 45753 w 73281"/>
                <a:gd name="connsiteY15" fmla="*/ 101686 h 116631"/>
                <a:gd name="connsiteX16" fmla="*/ 45753 w 73281"/>
                <a:gd name="connsiteY16" fmla="*/ 5368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281" h="116631">
                  <a:moveTo>
                    <a:pt x="45753" y="5368"/>
                  </a:moveTo>
                  <a:cubicBezTo>
                    <a:pt x="45753" y="115"/>
                    <a:pt x="45218" y="115"/>
                    <a:pt x="39335" y="115"/>
                  </a:cubicBezTo>
                  <a:cubicBezTo>
                    <a:pt x="26675" y="11322"/>
                    <a:pt x="6884" y="11322"/>
                    <a:pt x="3318" y="11322"/>
                  </a:cubicBezTo>
                  <a:lnTo>
                    <a:pt x="287" y="11322"/>
                  </a:lnTo>
                  <a:lnTo>
                    <a:pt x="287" y="19028"/>
                  </a:lnTo>
                  <a:lnTo>
                    <a:pt x="3318" y="19028"/>
                  </a:lnTo>
                  <a:cubicBezTo>
                    <a:pt x="7419" y="19028"/>
                    <a:pt x="19008" y="18502"/>
                    <a:pt x="29350" y="14124"/>
                  </a:cubicBezTo>
                  <a:lnTo>
                    <a:pt x="29350" y="101686"/>
                  </a:lnTo>
                  <a:cubicBezTo>
                    <a:pt x="29350" y="107115"/>
                    <a:pt x="29350" y="109041"/>
                    <a:pt x="10450" y="109041"/>
                  </a:cubicBezTo>
                  <a:lnTo>
                    <a:pt x="1535" y="109041"/>
                  </a:lnTo>
                  <a:lnTo>
                    <a:pt x="1535" y="116746"/>
                  </a:lnTo>
                  <a:cubicBezTo>
                    <a:pt x="11341" y="116046"/>
                    <a:pt x="27210" y="116046"/>
                    <a:pt x="37552" y="116046"/>
                  </a:cubicBezTo>
                  <a:cubicBezTo>
                    <a:pt x="47893" y="116046"/>
                    <a:pt x="63762" y="116046"/>
                    <a:pt x="73568" y="116746"/>
                  </a:cubicBezTo>
                  <a:lnTo>
                    <a:pt x="73568" y="109041"/>
                  </a:lnTo>
                  <a:lnTo>
                    <a:pt x="64653" y="109041"/>
                  </a:lnTo>
                  <a:cubicBezTo>
                    <a:pt x="45753" y="109041"/>
                    <a:pt x="45753" y="107115"/>
                    <a:pt x="45753" y="101686"/>
                  </a:cubicBezTo>
                  <a:lnTo>
                    <a:pt x="45753" y="5368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182" name="Group 181" descr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9A2E3FAE-A5D7-1B9C-4AFA-8CAF8D9B2483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1243584" y="3514272"/>
            <a:ext cx="3726888" cy="867767"/>
            <a:chOff x="9969390" y="4471220"/>
            <a:chExt cx="3726888" cy="867767"/>
          </a:xfrm>
          <a:solidFill>
            <a:schemeClr val="tx1"/>
          </a:solidFill>
        </p:grpSpPr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E788049C-3F72-208A-1046-ED77BC3D24A0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0030388" y="4682233"/>
              <a:ext cx="118248" cy="32617"/>
            </a:xfrm>
            <a:custGeom>
              <a:avLst/>
              <a:gdLst>
                <a:gd name="connsiteX0" fmla="*/ 118429 w 118248"/>
                <a:gd name="connsiteY0" fmla="*/ 5347 h 32617"/>
                <a:gd name="connsiteX1" fmla="*/ 112748 w 118248"/>
                <a:gd name="connsiteY1" fmla="*/ 86 h 32617"/>
                <a:gd name="connsiteX2" fmla="*/ 83630 w 118248"/>
                <a:gd name="connsiteY2" fmla="*/ 16921 h 32617"/>
                <a:gd name="connsiteX3" fmla="*/ 60548 w 118248"/>
                <a:gd name="connsiteY3" fmla="*/ 8153 h 32617"/>
                <a:gd name="connsiteX4" fmla="*/ 38532 w 118248"/>
                <a:gd name="connsiteY4" fmla="*/ 86 h 32617"/>
                <a:gd name="connsiteX5" fmla="*/ 181 w 118248"/>
                <a:gd name="connsiteY5" fmla="*/ 27443 h 32617"/>
                <a:gd name="connsiteX6" fmla="*/ 5863 w 118248"/>
                <a:gd name="connsiteY6" fmla="*/ 32704 h 32617"/>
                <a:gd name="connsiteX7" fmla="*/ 34981 w 118248"/>
                <a:gd name="connsiteY7" fmla="*/ 15869 h 32617"/>
                <a:gd name="connsiteX8" fmla="*/ 58063 w 118248"/>
                <a:gd name="connsiteY8" fmla="*/ 24637 h 32617"/>
                <a:gd name="connsiteX9" fmla="*/ 80079 w 118248"/>
                <a:gd name="connsiteY9" fmla="*/ 32704 h 32617"/>
                <a:gd name="connsiteX10" fmla="*/ 118429 w 118248"/>
                <a:gd name="connsiteY10" fmla="*/ 5347 h 32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48" h="32617">
                  <a:moveTo>
                    <a:pt x="118429" y="5347"/>
                  </a:moveTo>
                  <a:lnTo>
                    <a:pt x="112748" y="86"/>
                  </a:lnTo>
                  <a:cubicBezTo>
                    <a:pt x="112748" y="437"/>
                    <a:pt x="99254" y="16921"/>
                    <a:pt x="83630" y="16921"/>
                  </a:cubicBezTo>
                  <a:cubicBezTo>
                    <a:pt x="75462" y="16921"/>
                    <a:pt x="66585" y="11660"/>
                    <a:pt x="60548" y="8153"/>
                  </a:cubicBezTo>
                  <a:cubicBezTo>
                    <a:pt x="50961" y="2541"/>
                    <a:pt x="44569" y="86"/>
                    <a:pt x="38532" y="86"/>
                  </a:cubicBezTo>
                  <a:cubicBezTo>
                    <a:pt x="25038" y="86"/>
                    <a:pt x="18291" y="7802"/>
                    <a:pt x="181" y="27443"/>
                  </a:cubicBezTo>
                  <a:lnTo>
                    <a:pt x="5863" y="32704"/>
                  </a:lnTo>
                  <a:cubicBezTo>
                    <a:pt x="5863" y="32353"/>
                    <a:pt x="19357" y="15869"/>
                    <a:pt x="34981" y="15869"/>
                  </a:cubicBezTo>
                  <a:cubicBezTo>
                    <a:pt x="43148" y="15869"/>
                    <a:pt x="52026" y="21130"/>
                    <a:pt x="58063" y="24637"/>
                  </a:cubicBezTo>
                  <a:cubicBezTo>
                    <a:pt x="67650" y="30249"/>
                    <a:pt x="74042" y="32704"/>
                    <a:pt x="80079" y="32704"/>
                  </a:cubicBezTo>
                  <a:cubicBezTo>
                    <a:pt x="93572" y="32704"/>
                    <a:pt x="100319" y="24988"/>
                    <a:pt x="118429" y="5347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1322B63E-C0A4-5167-C860-AC7D0EB5CE50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9969390" y="4767656"/>
              <a:ext cx="242887" cy="238495"/>
            </a:xfrm>
            <a:custGeom>
              <a:avLst/>
              <a:gdLst>
                <a:gd name="connsiteX0" fmla="*/ 243068 w 242887"/>
                <a:gd name="connsiteY0" fmla="*/ 142485 h 238495"/>
                <a:gd name="connsiteX1" fmla="*/ 226378 w 242887"/>
                <a:gd name="connsiteY1" fmla="*/ 142485 h 238495"/>
                <a:gd name="connsiteX2" fmla="*/ 142930 w 242887"/>
                <a:gd name="connsiteY2" fmla="*/ 222100 h 238495"/>
                <a:gd name="connsiteX3" fmla="*/ 88955 w 242887"/>
                <a:gd name="connsiteY3" fmla="*/ 222100 h 238495"/>
                <a:gd name="connsiteX4" fmla="*/ 88955 w 242887"/>
                <a:gd name="connsiteY4" fmla="*/ 123195 h 238495"/>
                <a:gd name="connsiteX5" fmla="*/ 108485 w 242887"/>
                <a:gd name="connsiteY5" fmla="*/ 123195 h 238495"/>
                <a:gd name="connsiteX6" fmla="*/ 146126 w 242887"/>
                <a:gd name="connsiteY6" fmla="*/ 164230 h 238495"/>
                <a:gd name="connsiteX7" fmla="*/ 162816 w 242887"/>
                <a:gd name="connsiteY7" fmla="*/ 164230 h 238495"/>
                <a:gd name="connsiteX8" fmla="*/ 162816 w 242887"/>
                <a:gd name="connsiteY8" fmla="*/ 65675 h 238495"/>
                <a:gd name="connsiteX9" fmla="*/ 146126 w 242887"/>
                <a:gd name="connsiteY9" fmla="*/ 65675 h 238495"/>
                <a:gd name="connsiteX10" fmla="*/ 108485 w 242887"/>
                <a:gd name="connsiteY10" fmla="*/ 106710 h 238495"/>
                <a:gd name="connsiteX11" fmla="*/ 88955 w 242887"/>
                <a:gd name="connsiteY11" fmla="*/ 106710 h 238495"/>
                <a:gd name="connsiteX12" fmla="*/ 88955 w 242887"/>
                <a:gd name="connsiteY12" fmla="*/ 16573 h 238495"/>
                <a:gd name="connsiteX13" fmla="*/ 142930 w 242887"/>
                <a:gd name="connsiteY13" fmla="*/ 16573 h 238495"/>
                <a:gd name="connsiteX14" fmla="*/ 215015 w 242887"/>
                <a:gd name="connsiteY14" fmla="*/ 84614 h 238495"/>
                <a:gd name="connsiteX15" fmla="*/ 231705 w 242887"/>
                <a:gd name="connsiteY15" fmla="*/ 84614 h 238495"/>
                <a:gd name="connsiteX16" fmla="*/ 220697 w 242887"/>
                <a:gd name="connsiteY16" fmla="*/ 89 h 238495"/>
                <a:gd name="connsiteX17" fmla="*/ 180 w 242887"/>
                <a:gd name="connsiteY17" fmla="*/ 89 h 238495"/>
                <a:gd name="connsiteX18" fmla="*/ 180 w 242887"/>
                <a:gd name="connsiteY18" fmla="*/ 16573 h 238495"/>
                <a:gd name="connsiteX19" fmla="*/ 38531 w 242887"/>
                <a:gd name="connsiteY19" fmla="*/ 16573 h 238495"/>
                <a:gd name="connsiteX20" fmla="*/ 38531 w 242887"/>
                <a:gd name="connsiteY20" fmla="*/ 222100 h 238495"/>
                <a:gd name="connsiteX21" fmla="*/ 180 w 242887"/>
                <a:gd name="connsiteY21" fmla="*/ 222100 h 238495"/>
                <a:gd name="connsiteX22" fmla="*/ 180 w 242887"/>
                <a:gd name="connsiteY22" fmla="*/ 238584 h 238495"/>
                <a:gd name="connsiteX23" fmla="*/ 226733 w 242887"/>
                <a:gd name="connsiteY23" fmla="*/ 238584 h 238495"/>
                <a:gd name="connsiteX24" fmla="*/ 243068 w 242887"/>
                <a:gd name="connsiteY24" fmla="*/ 142485 h 238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2887" h="238495">
                  <a:moveTo>
                    <a:pt x="243068" y="142485"/>
                  </a:moveTo>
                  <a:lnTo>
                    <a:pt x="226378" y="142485"/>
                  </a:lnTo>
                  <a:cubicBezTo>
                    <a:pt x="218566" y="190885"/>
                    <a:pt x="208623" y="222100"/>
                    <a:pt x="142930" y="222100"/>
                  </a:cubicBezTo>
                  <a:lnTo>
                    <a:pt x="88955" y="222100"/>
                  </a:lnTo>
                  <a:lnTo>
                    <a:pt x="88955" y="123195"/>
                  </a:lnTo>
                  <a:lnTo>
                    <a:pt x="108485" y="123195"/>
                  </a:lnTo>
                  <a:cubicBezTo>
                    <a:pt x="142575" y="123195"/>
                    <a:pt x="146126" y="138276"/>
                    <a:pt x="146126" y="164230"/>
                  </a:cubicBezTo>
                  <a:lnTo>
                    <a:pt x="162816" y="164230"/>
                  </a:lnTo>
                  <a:lnTo>
                    <a:pt x="162816" y="65675"/>
                  </a:lnTo>
                  <a:lnTo>
                    <a:pt x="146126" y="65675"/>
                  </a:lnTo>
                  <a:cubicBezTo>
                    <a:pt x="146126" y="91629"/>
                    <a:pt x="142930" y="106710"/>
                    <a:pt x="108485" y="106710"/>
                  </a:cubicBezTo>
                  <a:lnTo>
                    <a:pt x="88955" y="106710"/>
                  </a:lnTo>
                  <a:lnTo>
                    <a:pt x="88955" y="16573"/>
                  </a:lnTo>
                  <a:lnTo>
                    <a:pt x="142930" y="16573"/>
                  </a:lnTo>
                  <a:cubicBezTo>
                    <a:pt x="200101" y="16573"/>
                    <a:pt x="209334" y="42176"/>
                    <a:pt x="215015" y="84614"/>
                  </a:cubicBezTo>
                  <a:lnTo>
                    <a:pt x="231705" y="84614"/>
                  </a:lnTo>
                  <a:lnTo>
                    <a:pt x="220697" y="89"/>
                  </a:lnTo>
                  <a:lnTo>
                    <a:pt x="180" y="89"/>
                  </a:lnTo>
                  <a:lnTo>
                    <a:pt x="180" y="16573"/>
                  </a:lnTo>
                  <a:lnTo>
                    <a:pt x="38531" y="16573"/>
                  </a:lnTo>
                  <a:lnTo>
                    <a:pt x="38531" y="222100"/>
                  </a:lnTo>
                  <a:lnTo>
                    <a:pt x="180" y="222100"/>
                  </a:lnTo>
                  <a:lnTo>
                    <a:pt x="180" y="238584"/>
                  </a:lnTo>
                  <a:lnTo>
                    <a:pt x="226733" y="238584"/>
                  </a:lnTo>
                  <a:lnTo>
                    <a:pt x="243068" y="142485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1AFBB004-3B27-6535-A85A-4F18336A5BAF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0342359" y="4877434"/>
              <a:ext cx="236140" cy="82070"/>
            </a:xfrm>
            <a:custGeom>
              <a:avLst/>
              <a:gdLst>
                <a:gd name="connsiteX0" fmla="*/ 224258 w 236140"/>
                <a:gd name="connsiteY0" fmla="*/ 14118 h 82070"/>
                <a:gd name="connsiteX1" fmla="*/ 236331 w 236140"/>
                <a:gd name="connsiteY1" fmla="*/ 7103 h 82070"/>
                <a:gd name="connsiteX2" fmla="*/ 224613 w 236140"/>
                <a:gd name="connsiteY2" fmla="*/ 89 h 82070"/>
                <a:gd name="connsiteX3" fmla="*/ 11909 w 236140"/>
                <a:gd name="connsiteY3" fmla="*/ 89 h 82070"/>
                <a:gd name="connsiteX4" fmla="*/ 190 w 236140"/>
                <a:gd name="connsiteY4" fmla="*/ 7103 h 82070"/>
                <a:gd name="connsiteX5" fmla="*/ 12264 w 236140"/>
                <a:gd name="connsiteY5" fmla="*/ 14118 h 82070"/>
                <a:gd name="connsiteX6" fmla="*/ 224258 w 236140"/>
                <a:gd name="connsiteY6" fmla="*/ 14118 h 82070"/>
                <a:gd name="connsiteX7" fmla="*/ 224613 w 236140"/>
                <a:gd name="connsiteY7" fmla="*/ 82159 h 82070"/>
                <a:gd name="connsiteX8" fmla="*/ 236331 w 236140"/>
                <a:gd name="connsiteY8" fmla="*/ 75145 h 82070"/>
                <a:gd name="connsiteX9" fmla="*/ 224258 w 236140"/>
                <a:gd name="connsiteY9" fmla="*/ 68130 h 82070"/>
                <a:gd name="connsiteX10" fmla="*/ 12264 w 236140"/>
                <a:gd name="connsiteY10" fmla="*/ 68130 h 82070"/>
                <a:gd name="connsiteX11" fmla="*/ 190 w 236140"/>
                <a:gd name="connsiteY11" fmla="*/ 75145 h 82070"/>
                <a:gd name="connsiteX12" fmla="*/ 11909 w 236140"/>
                <a:gd name="connsiteY12" fmla="*/ 82159 h 82070"/>
                <a:gd name="connsiteX13" fmla="*/ 224613 w 236140"/>
                <a:gd name="connsiteY13" fmla="*/ 82159 h 8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140" h="82070">
                  <a:moveTo>
                    <a:pt x="224258" y="14118"/>
                  </a:moveTo>
                  <a:cubicBezTo>
                    <a:pt x="229584" y="14118"/>
                    <a:pt x="236331" y="14118"/>
                    <a:pt x="236331" y="7103"/>
                  </a:cubicBezTo>
                  <a:cubicBezTo>
                    <a:pt x="236331" y="89"/>
                    <a:pt x="229584" y="89"/>
                    <a:pt x="224613" y="89"/>
                  </a:cubicBezTo>
                  <a:lnTo>
                    <a:pt x="11909" y="89"/>
                  </a:lnTo>
                  <a:cubicBezTo>
                    <a:pt x="6937" y="89"/>
                    <a:pt x="190" y="89"/>
                    <a:pt x="190" y="7103"/>
                  </a:cubicBezTo>
                  <a:cubicBezTo>
                    <a:pt x="190" y="14118"/>
                    <a:pt x="6937" y="14118"/>
                    <a:pt x="12264" y="14118"/>
                  </a:cubicBezTo>
                  <a:lnTo>
                    <a:pt x="224258" y="14118"/>
                  </a:lnTo>
                  <a:close/>
                  <a:moveTo>
                    <a:pt x="224613" y="82159"/>
                  </a:moveTo>
                  <a:cubicBezTo>
                    <a:pt x="229584" y="82159"/>
                    <a:pt x="236331" y="82159"/>
                    <a:pt x="236331" y="75145"/>
                  </a:cubicBezTo>
                  <a:cubicBezTo>
                    <a:pt x="236331" y="68130"/>
                    <a:pt x="229584" y="68130"/>
                    <a:pt x="224258" y="68130"/>
                  </a:cubicBezTo>
                  <a:lnTo>
                    <a:pt x="12264" y="68130"/>
                  </a:lnTo>
                  <a:cubicBezTo>
                    <a:pt x="6937" y="68130"/>
                    <a:pt x="190" y="68130"/>
                    <a:pt x="190" y="75145"/>
                  </a:cubicBezTo>
                  <a:cubicBezTo>
                    <a:pt x="190" y="82159"/>
                    <a:pt x="6937" y="82159"/>
                    <a:pt x="11909" y="82159"/>
                  </a:cubicBezTo>
                  <a:lnTo>
                    <a:pt x="224613" y="82159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3AA9EA62-DA9E-BA86-9C28-C5510A195424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0706532" y="4765551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4E25C2F-BDDB-18B1-D424-982511FB0CDA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1023427" y="4849025"/>
              <a:ext cx="116117" cy="160984"/>
            </a:xfrm>
            <a:custGeom>
              <a:avLst/>
              <a:gdLst>
                <a:gd name="connsiteX0" fmla="*/ 62352 w 116117"/>
                <a:gd name="connsiteY0" fmla="*/ 89174 h 160984"/>
                <a:gd name="connsiteX1" fmla="*/ 99282 w 116117"/>
                <a:gd name="connsiteY1" fmla="*/ 121441 h 160984"/>
                <a:gd name="connsiteX2" fmla="*/ 59156 w 116117"/>
                <a:gd name="connsiteY2" fmla="*/ 153357 h 160984"/>
                <a:gd name="connsiteX3" fmla="*/ 9797 w 116117"/>
                <a:gd name="connsiteY3" fmla="*/ 103554 h 160984"/>
                <a:gd name="connsiteX4" fmla="*/ 4826 w 116117"/>
                <a:gd name="connsiteY4" fmla="*/ 97591 h 160984"/>
                <a:gd name="connsiteX5" fmla="*/ 210 w 116117"/>
                <a:gd name="connsiteY5" fmla="*/ 106360 h 160984"/>
                <a:gd name="connsiteX6" fmla="*/ 210 w 116117"/>
                <a:gd name="connsiteY6" fmla="*/ 152656 h 160984"/>
                <a:gd name="connsiteX7" fmla="*/ 4116 w 116117"/>
                <a:gd name="connsiteY7" fmla="*/ 161073 h 160984"/>
                <a:gd name="connsiteX8" fmla="*/ 12993 w 116117"/>
                <a:gd name="connsiteY8" fmla="*/ 154059 h 160984"/>
                <a:gd name="connsiteX9" fmla="*/ 20095 w 116117"/>
                <a:gd name="connsiteY9" fmla="*/ 145992 h 160984"/>
                <a:gd name="connsiteX10" fmla="*/ 59156 w 116117"/>
                <a:gd name="connsiteY10" fmla="*/ 161073 h 160984"/>
                <a:gd name="connsiteX11" fmla="*/ 116327 w 116117"/>
                <a:gd name="connsiteY11" fmla="*/ 112322 h 160984"/>
                <a:gd name="connsiteX12" fmla="*/ 101413 w 116117"/>
                <a:gd name="connsiteY12" fmla="*/ 79003 h 160984"/>
                <a:gd name="connsiteX13" fmla="*/ 60932 w 116117"/>
                <a:gd name="connsiteY13" fmla="*/ 62168 h 160984"/>
                <a:gd name="connsiteX14" fmla="*/ 17255 w 116117"/>
                <a:gd name="connsiteY14" fmla="*/ 33408 h 160984"/>
                <a:gd name="connsiteX15" fmla="*/ 57026 w 116117"/>
                <a:gd name="connsiteY15" fmla="*/ 6753 h 160984"/>
                <a:gd name="connsiteX16" fmla="*/ 98572 w 116117"/>
                <a:gd name="connsiteY16" fmla="*/ 49191 h 160984"/>
                <a:gd name="connsiteX17" fmla="*/ 102833 w 116117"/>
                <a:gd name="connsiteY17" fmla="*/ 52347 h 160984"/>
                <a:gd name="connsiteX18" fmla="*/ 107450 w 116117"/>
                <a:gd name="connsiteY18" fmla="*/ 43930 h 160984"/>
                <a:gd name="connsiteX19" fmla="*/ 107450 w 116117"/>
                <a:gd name="connsiteY19" fmla="*/ 8506 h 160984"/>
                <a:gd name="connsiteX20" fmla="*/ 103544 w 116117"/>
                <a:gd name="connsiteY20" fmla="*/ 89 h 160984"/>
                <a:gd name="connsiteX21" fmla="*/ 96442 w 116117"/>
                <a:gd name="connsiteY21" fmla="*/ 4298 h 160984"/>
                <a:gd name="connsiteX22" fmla="*/ 90405 w 116117"/>
                <a:gd name="connsiteY22" fmla="*/ 9909 h 160984"/>
                <a:gd name="connsiteX23" fmla="*/ 57026 w 116117"/>
                <a:gd name="connsiteY23" fmla="*/ 89 h 160984"/>
                <a:gd name="connsiteX24" fmla="*/ 210 w 116117"/>
                <a:gd name="connsiteY24" fmla="*/ 43229 h 160984"/>
                <a:gd name="connsiteX25" fmla="*/ 15479 w 116117"/>
                <a:gd name="connsiteY25" fmla="*/ 73040 h 160984"/>
                <a:gd name="connsiteX26" fmla="*/ 62352 w 116117"/>
                <a:gd name="connsiteY26" fmla="*/ 89174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6117" h="160984">
                  <a:moveTo>
                    <a:pt x="62352" y="89174"/>
                  </a:moveTo>
                  <a:cubicBezTo>
                    <a:pt x="70164" y="90577"/>
                    <a:pt x="99282" y="96189"/>
                    <a:pt x="99282" y="121441"/>
                  </a:cubicBezTo>
                  <a:cubicBezTo>
                    <a:pt x="99282" y="139328"/>
                    <a:pt x="86854" y="153357"/>
                    <a:pt x="59156" y="153357"/>
                  </a:cubicBezTo>
                  <a:cubicBezTo>
                    <a:pt x="29328" y="153357"/>
                    <a:pt x="16544" y="133366"/>
                    <a:pt x="9797" y="103554"/>
                  </a:cubicBezTo>
                  <a:cubicBezTo>
                    <a:pt x="8732" y="98994"/>
                    <a:pt x="8377" y="97591"/>
                    <a:pt x="4826" y="97591"/>
                  </a:cubicBezTo>
                  <a:cubicBezTo>
                    <a:pt x="210" y="97591"/>
                    <a:pt x="210" y="100047"/>
                    <a:pt x="210" y="106360"/>
                  </a:cubicBezTo>
                  <a:lnTo>
                    <a:pt x="210" y="152656"/>
                  </a:lnTo>
                  <a:cubicBezTo>
                    <a:pt x="210" y="158618"/>
                    <a:pt x="210" y="161073"/>
                    <a:pt x="4116" y="161073"/>
                  </a:cubicBezTo>
                  <a:cubicBezTo>
                    <a:pt x="5891" y="161073"/>
                    <a:pt x="6246" y="160723"/>
                    <a:pt x="12993" y="154059"/>
                  </a:cubicBezTo>
                  <a:cubicBezTo>
                    <a:pt x="13703" y="153357"/>
                    <a:pt x="13703" y="152656"/>
                    <a:pt x="20095" y="145992"/>
                  </a:cubicBezTo>
                  <a:cubicBezTo>
                    <a:pt x="35720" y="160723"/>
                    <a:pt x="51699" y="161073"/>
                    <a:pt x="59156" y="161073"/>
                  </a:cubicBezTo>
                  <a:cubicBezTo>
                    <a:pt x="99993" y="161073"/>
                    <a:pt x="116327" y="137574"/>
                    <a:pt x="116327" y="112322"/>
                  </a:cubicBezTo>
                  <a:cubicBezTo>
                    <a:pt x="116327" y="93733"/>
                    <a:pt x="105674" y="83212"/>
                    <a:pt x="101413" y="79003"/>
                  </a:cubicBezTo>
                  <a:cubicBezTo>
                    <a:pt x="89695" y="67780"/>
                    <a:pt x="75846" y="64974"/>
                    <a:pt x="60932" y="62168"/>
                  </a:cubicBezTo>
                  <a:cubicBezTo>
                    <a:pt x="41046" y="58310"/>
                    <a:pt x="17255" y="53750"/>
                    <a:pt x="17255" y="33408"/>
                  </a:cubicBezTo>
                  <a:cubicBezTo>
                    <a:pt x="17255" y="21133"/>
                    <a:pt x="26487" y="6753"/>
                    <a:pt x="57026" y="6753"/>
                  </a:cubicBezTo>
                  <a:cubicBezTo>
                    <a:pt x="96087" y="6753"/>
                    <a:pt x="97862" y="38318"/>
                    <a:pt x="98572" y="49191"/>
                  </a:cubicBezTo>
                  <a:cubicBezTo>
                    <a:pt x="98927" y="52347"/>
                    <a:pt x="102123" y="52347"/>
                    <a:pt x="102833" y="52347"/>
                  </a:cubicBezTo>
                  <a:cubicBezTo>
                    <a:pt x="107450" y="52347"/>
                    <a:pt x="107450" y="50594"/>
                    <a:pt x="107450" y="43930"/>
                  </a:cubicBezTo>
                  <a:lnTo>
                    <a:pt x="107450" y="8506"/>
                  </a:lnTo>
                  <a:cubicBezTo>
                    <a:pt x="107450" y="2544"/>
                    <a:pt x="107450" y="89"/>
                    <a:pt x="103544" y="89"/>
                  </a:cubicBezTo>
                  <a:cubicBezTo>
                    <a:pt x="101768" y="89"/>
                    <a:pt x="101058" y="89"/>
                    <a:pt x="96442" y="4298"/>
                  </a:cubicBezTo>
                  <a:cubicBezTo>
                    <a:pt x="95376" y="5701"/>
                    <a:pt x="91825" y="8857"/>
                    <a:pt x="90405" y="9909"/>
                  </a:cubicBezTo>
                  <a:cubicBezTo>
                    <a:pt x="76911" y="89"/>
                    <a:pt x="62352" y="89"/>
                    <a:pt x="57026" y="89"/>
                  </a:cubicBezTo>
                  <a:cubicBezTo>
                    <a:pt x="13703" y="89"/>
                    <a:pt x="210" y="23588"/>
                    <a:pt x="210" y="43229"/>
                  </a:cubicBezTo>
                  <a:cubicBezTo>
                    <a:pt x="210" y="55504"/>
                    <a:pt x="5891" y="65324"/>
                    <a:pt x="15479" y="73040"/>
                  </a:cubicBezTo>
                  <a:cubicBezTo>
                    <a:pt x="26842" y="82159"/>
                    <a:pt x="36785" y="84264"/>
                    <a:pt x="62352" y="89174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4C72E53A-5545-A888-A5D1-979DB1FB437C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1161719" y="4849025"/>
              <a:ext cx="157308" cy="160984"/>
            </a:xfrm>
            <a:custGeom>
              <a:avLst/>
              <a:gdLst>
                <a:gd name="connsiteX0" fmla="*/ 157523 w 157308"/>
                <a:gd name="connsiteY0" fmla="*/ 82159 h 160984"/>
                <a:gd name="connsiteX1" fmla="*/ 79046 w 157308"/>
                <a:gd name="connsiteY1" fmla="*/ 89 h 160984"/>
                <a:gd name="connsiteX2" fmla="*/ 214 w 157308"/>
                <a:gd name="connsiteY2" fmla="*/ 82159 h 160984"/>
                <a:gd name="connsiteX3" fmla="*/ 78691 w 157308"/>
                <a:gd name="connsiteY3" fmla="*/ 161073 h 160984"/>
                <a:gd name="connsiteX4" fmla="*/ 157523 w 157308"/>
                <a:gd name="connsiteY4" fmla="*/ 82159 h 160984"/>
                <a:gd name="connsiteX5" fmla="*/ 79046 w 157308"/>
                <a:gd name="connsiteY5" fmla="*/ 152305 h 160984"/>
                <a:gd name="connsiteX6" fmla="*/ 38564 w 157308"/>
                <a:gd name="connsiteY6" fmla="*/ 128806 h 160984"/>
                <a:gd name="connsiteX7" fmla="*/ 29687 w 157308"/>
                <a:gd name="connsiteY7" fmla="*/ 79354 h 160984"/>
                <a:gd name="connsiteX8" fmla="*/ 38209 w 157308"/>
                <a:gd name="connsiteY8" fmla="*/ 31304 h 160984"/>
                <a:gd name="connsiteX9" fmla="*/ 78691 w 157308"/>
                <a:gd name="connsiteY9" fmla="*/ 7805 h 160984"/>
                <a:gd name="connsiteX10" fmla="*/ 118817 w 157308"/>
                <a:gd name="connsiteY10" fmla="*/ 30602 h 160984"/>
                <a:gd name="connsiteX11" fmla="*/ 128049 w 157308"/>
                <a:gd name="connsiteY11" fmla="*/ 79354 h 160984"/>
                <a:gd name="connsiteX12" fmla="*/ 120237 w 157308"/>
                <a:gd name="connsiteY12" fmla="*/ 126351 h 160984"/>
                <a:gd name="connsiteX13" fmla="*/ 79046 w 157308"/>
                <a:gd name="connsiteY13" fmla="*/ 15230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308" h="160984">
                  <a:moveTo>
                    <a:pt x="157523" y="82159"/>
                  </a:moveTo>
                  <a:cubicBezTo>
                    <a:pt x="157523" y="37266"/>
                    <a:pt x="122013" y="89"/>
                    <a:pt x="79046" y="89"/>
                  </a:cubicBezTo>
                  <a:cubicBezTo>
                    <a:pt x="34658" y="89"/>
                    <a:pt x="214" y="38318"/>
                    <a:pt x="214" y="82159"/>
                  </a:cubicBezTo>
                  <a:cubicBezTo>
                    <a:pt x="214" y="127403"/>
                    <a:pt x="37144" y="161073"/>
                    <a:pt x="78691" y="161073"/>
                  </a:cubicBezTo>
                  <a:cubicBezTo>
                    <a:pt x="121658" y="161073"/>
                    <a:pt x="157523" y="126702"/>
                    <a:pt x="157523" y="82159"/>
                  </a:cubicBezTo>
                  <a:close/>
                  <a:moveTo>
                    <a:pt x="79046" y="152305"/>
                  </a:moveTo>
                  <a:cubicBezTo>
                    <a:pt x="63776" y="152305"/>
                    <a:pt x="48152" y="144940"/>
                    <a:pt x="38564" y="128806"/>
                  </a:cubicBezTo>
                  <a:cubicBezTo>
                    <a:pt x="29687" y="113374"/>
                    <a:pt x="29687" y="91980"/>
                    <a:pt x="29687" y="79354"/>
                  </a:cubicBezTo>
                  <a:cubicBezTo>
                    <a:pt x="29687" y="65675"/>
                    <a:pt x="29687" y="46736"/>
                    <a:pt x="38209" y="31304"/>
                  </a:cubicBezTo>
                  <a:cubicBezTo>
                    <a:pt x="47797" y="15170"/>
                    <a:pt x="64487" y="7805"/>
                    <a:pt x="78691" y="7805"/>
                  </a:cubicBezTo>
                  <a:cubicBezTo>
                    <a:pt x="94315" y="7805"/>
                    <a:pt x="109584" y="15521"/>
                    <a:pt x="118817" y="30602"/>
                  </a:cubicBezTo>
                  <a:cubicBezTo>
                    <a:pt x="128049" y="45684"/>
                    <a:pt x="128049" y="66026"/>
                    <a:pt x="128049" y="79354"/>
                  </a:cubicBezTo>
                  <a:cubicBezTo>
                    <a:pt x="128049" y="91980"/>
                    <a:pt x="128049" y="110919"/>
                    <a:pt x="120237" y="126351"/>
                  </a:cubicBezTo>
                  <a:cubicBezTo>
                    <a:pt x="112425" y="142134"/>
                    <a:pt x="96801" y="152305"/>
                    <a:pt x="79046" y="152305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00695275-37AB-318B-7935-C39D3BFF2486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1341044" y="4758887"/>
              <a:ext cx="115052" cy="247263"/>
            </a:xfrm>
            <a:custGeom>
              <a:avLst/>
              <a:gdLst>
                <a:gd name="connsiteX0" fmla="*/ 50643 w 115052"/>
                <a:gd name="connsiteY0" fmla="*/ 96188 h 247263"/>
                <a:gd name="connsiteX1" fmla="*/ 50643 w 115052"/>
                <a:gd name="connsiteY1" fmla="*/ 55504 h 247263"/>
                <a:gd name="connsiteX2" fmla="*/ 83312 w 115052"/>
                <a:gd name="connsiteY2" fmla="*/ 7805 h 247263"/>
                <a:gd name="connsiteX3" fmla="*/ 95030 w 115052"/>
                <a:gd name="connsiteY3" fmla="*/ 10260 h 247263"/>
                <a:gd name="connsiteX4" fmla="*/ 84377 w 115052"/>
                <a:gd name="connsiteY4" fmla="*/ 24991 h 247263"/>
                <a:gd name="connsiteX5" fmla="*/ 99646 w 115052"/>
                <a:gd name="connsiteY5" fmla="*/ 40072 h 247263"/>
                <a:gd name="connsiteX6" fmla="*/ 115271 w 115052"/>
                <a:gd name="connsiteY6" fmla="*/ 24640 h 247263"/>
                <a:gd name="connsiteX7" fmla="*/ 83312 w 115052"/>
                <a:gd name="connsiteY7" fmla="*/ 89 h 247263"/>
                <a:gd name="connsiteX8" fmla="*/ 28272 w 115052"/>
                <a:gd name="connsiteY8" fmla="*/ 55855 h 247263"/>
                <a:gd name="connsiteX9" fmla="*/ 28272 w 115052"/>
                <a:gd name="connsiteY9" fmla="*/ 96188 h 247263"/>
                <a:gd name="connsiteX10" fmla="*/ 219 w 115052"/>
                <a:gd name="connsiteY10" fmla="*/ 96188 h 247263"/>
                <a:gd name="connsiteX11" fmla="*/ 219 w 115052"/>
                <a:gd name="connsiteY11" fmla="*/ 107061 h 247263"/>
                <a:gd name="connsiteX12" fmla="*/ 28272 w 115052"/>
                <a:gd name="connsiteY12" fmla="*/ 107061 h 247263"/>
                <a:gd name="connsiteX13" fmla="*/ 28272 w 115052"/>
                <a:gd name="connsiteY13" fmla="*/ 220697 h 247263"/>
                <a:gd name="connsiteX14" fmla="*/ 574 w 115052"/>
                <a:gd name="connsiteY14" fmla="*/ 236480 h 247263"/>
                <a:gd name="connsiteX15" fmla="*/ 574 w 115052"/>
                <a:gd name="connsiteY15" fmla="*/ 247352 h 247263"/>
                <a:gd name="connsiteX16" fmla="*/ 41055 w 115052"/>
                <a:gd name="connsiteY16" fmla="*/ 246300 h 247263"/>
                <a:gd name="connsiteX17" fmla="*/ 86153 w 115052"/>
                <a:gd name="connsiteY17" fmla="*/ 247352 h 247263"/>
                <a:gd name="connsiteX18" fmla="*/ 86153 w 115052"/>
                <a:gd name="connsiteY18" fmla="*/ 236480 h 247263"/>
                <a:gd name="connsiteX19" fmla="*/ 78696 w 115052"/>
                <a:gd name="connsiteY19" fmla="*/ 236480 h 247263"/>
                <a:gd name="connsiteX20" fmla="*/ 51708 w 115052"/>
                <a:gd name="connsiteY20" fmla="*/ 219996 h 247263"/>
                <a:gd name="connsiteX21" fmla="*/ 51708 w 115052"/>
                <a:gd name="connsiteY21" fmla="*/ 107061 h 247263"/>
                <a:gd name="connsiteX22" fmla="*/ 92189 w 115052"/>
                <a:gd name="connsiteY22" fmla="*/ 107061 h 247263"/>
                <a:gd name="connsiteX23" fmla="*/ 92189 w 115052"/>
                <a:gd name="connsiteY23" fmla="*/ 96188 h 247263"/>
                <a:gd name="connsiteX24" fmla="*/ 50643 w 115052"/>
                <a:gd name="connsiteY24" fmla="*/ 96188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52" h="247263">
                  <a:moveTo>
                    <a:pt x="50643" y="96188"/>
                  </a:moveTo>
                  <a:lnTo>
                    <a:pt x="50643" y="55504"/>
                  </a:lnTo>
                  <a:cubicBezTo>
                    <a:pt x="50643" y="24640"/>
                    <a:pt x="67688" y="7805"/>
                    <a:pt x="83312" y="7805"/>
                  </a:cubicBezTo>
                  <a:cubicBezTo>
                    <a:pt x="84377" y="7805"/>
                    <a:pt x="89704" y="7805"/>
                    <a:pt x="95030" y="10260"/>
                  </a:cubicBezTo>
                  <a:cubicBezTo>
                    <a:pt x="90769" y="11663"/>
                    <a:pt x="84377" y="16222"/>
                    <a:pt x="84377" y="24991"/>
                  </a:cubicBezTo>
                  <a:cubicBezTo>
                    <a:pt x="84377" y="33057"/>
                    <a:pt x="90059" y="40072"/>
                    <a:pt x="99646" y="40072"/>
                  </a:cubicBezTo>
                  <a:cubicBezTo>
                    <a:pt x="109944" y="40072"/>
                    <a:pt x="115271" y="33057"/>
                    <a:pt x="115271" y="24640"/>
                  </a:cubicBezTo>
                  <a:cubicBezTo>
                    <a:pt x="115271" y="11663"/>
                    <a:pt x="102132" y="89"/>
                    <a:pt x="83312" y="89"/>
                  </a:cubicBezTo>
                  <a:cubicBezTo>
                    <a:pt x="58455" y="89"/>
                    <a:pt x="28272" y="18678"/>
                    <a:pt x="28272" y="55855"/>
                  </a:cubicBezTo>
                  <a:lnTo>
                    <a:pt x="28272" y="96188"/>
                  </a:lnTo>
                  <a:lnTo>
                    <a:pt x="219" y="96188"/>
                  </a:lnTo>
                  <a:lnTo>
                    <a:pt x="219" y="107061"/>
                  </a:lnTo>
                  <a:lnTo>
                    <a:pt x="28272" y="107061"/>
                  </a:lnTo>
                  <a:lnTo>
                    <a:pt x="28272" y="220697"/>
                  </a:lnTo>
                  <a:cubicBezTo>
                    <a:pt x="28272" y="236480"/>
                    <a:pt x="24365" y="236480"/>
                    <a:pt x="574" y="236480"/>
                  </a:cubicBezTo>
                  <a:lnTo>
                    <a:pt x="574" y="247352"/>
                  </a:lnTo>
                  <a:cubicBezTo>
                    <a:pt x="14423" y="247002"/>
                    <a:pt x="31112" y="246300"/>
                    <a:pt x="41055" y="246300"/>
                  </a:cubicBezTo>
                  <a:cubicBezTo>
                    <a:pt x="55259" y="246300"/>
                    <a:pt x="71949" y="246300"/>
                    <a:pt x="86153" y="247352"/>
                  </a:cubicBezTo>
                  <a:lnTo>
                    <a:pt x="86153" y="236480"/>
                  </a:lnTo>
                  <a:lnTo>
                    <a:pt x="78696" y="236480"/>
                  </a:lnTo>
                  <a:cubicBezTo>
                    <a:pt x="52418" y="236480"/>
                    <a:pt x="51708" y="232622"/>
                    <a:pt x="51708" y="219996"/>
                  </a:cubicBezTo>
                  <a:lnTo>
                    <a:pt x="51708" y="107061"/>
                  </a:lnTo>
                  <a:lnTo>
                    <a:pt x="92189" y="107061"/>
                  </a:lnTo>
                  <a:lnTo>
                    <a:pt x="92189" y="96188"/>
                  </a:lnTo>
                  <a:lnTo>
                    <a:pt x="50643" y="96188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F344E6A6-6C16-FBE5-5723-BE426DF06764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1444576" y="4790453"/>
              <a:ext cx="111146" cy="219555"/>
            </a:xfrm>
            <a:custGeom>
              <a:avLst/>
              <a:gdLst>
                <a:gd name="connsiteX0" fmla="*/ 54907 w 111146"/>
                <a:gd name="connsiteY0" fmla="*/ 75496 h 219555"/>
                <a:gd name="connsiteX1" fmla="*/ 105686 w 111146"/>
                <a:gd name="connsiteY1" fmla="*/ 75496 h 219555"/>
                <a:gd name="connsiteX2" fmla="*/ 105686 w 111146"/>
                <a:gd name="connsiteY2" fmla="*/ 64623 h 219555"/>
                <a:gd name="connsiteX3" fmla="*/ 54907 w 111146"/>
                <a:gd name="connsiteY3" fmla="*/ 64623 h 219555"/>
                <a:gd name="connsiteX4" fmla="*/ 54907 w 111146"/>
                <a:gd name="connsiteY4" fmla="*/ 89 h 219555"/>
                <a:gd name="connsiteX5" fmla="*/ 46030 w 111146"/>
                <a:gd name="connsiteY5" fmla="*/ 89 h 219555"/>
                <a:gd name="connsiteX6" fmla="*/ 222 w 111146"/>
                <a:gd name="connsiteY6" fmla="*/ 67780 h 219555"/>
                <a:gd name="connsiteX7" fmla="*/ 222 w 111146"/>
                <a:gd name="connsiteY7" fmla="*/ 75496 h 219555"/>
                <a:gd name="connsiteX8" fmla="*/ 30405 w 111146"/>
                <a:gd name="connsiteY8" fmla="*/ 75496 h 219555"/>
                <a:gd name="connsiteX9" fmla="*/ 30405 w 111146"/>
                <a:gd name="connsiteY9" fmla="*/ 172297 h 219555"/>
                <a:gd name="connsiteX10" fmla="*/ 76213 w 111146"/>
                <a:gd name="connsiteY10" fmla="*/ 219645 h 219555"/>
                <a:gd name="connsiteX11" fmla="*/ 111368 w 111146"/>
                <a:gd name="connsiteY11" fmla="*/ 172297 h 219555"/>
                <a:gd name="connsiteX12" fmla="*/ 111368 w 111146"/>
                <a:gd name="connsiteY12" fmla="*/ 152305 h 219555"/>
                <a:gd name="connsiteX13" fmla="*/ 102490 w 111146"/>
                <a:gd name="connsiteY13" fmla="*/ 152305 h 219555"/>
                <a:gd name="connsiteX14" fmla="*/ 102490 w 111146"/>
                <a:gd name="connsiteY14" fmla="*/ 171595 h 219555"/>
                <a:gd name="connsiteX15" fmla="*/ 78699 w 111146"/>
                <a:gd name="connsiteY15" fmla="*/ 210877 h 219555"/>
                <a:gd name="connsiteX16" fmla="*/ 54907 w 111146"/>
                <a:gd name="connsiteY16" fmla="*/ 172998 h 219555"/>
                <a:gd name="connsiteX17" fmla="*/ 54907 w 111146"/>
                <a:gd name="connsiteY17" fmla="*/ 75496 h 219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146" h="219555">
                  <a:moveTo>
                    <a:pt x="54907" y="75496"/>
                  </a:moveTo>
                  <a:lnTo>
                    <a:pt x="105686" y="75496"/>
                  </a:lnTo>
                  <a:lnTo>
                    <a:pt x="105686" y="64623"/>
                  </a:lnTo>
                  <a:lnTo>
                    <a:pt x="54907" y="64623"/>
                  </a:lnTo>
                  <a:lnTo>
                    <a:pt x="54907" y="89"/>
                  </a:lnTo>
                  <a:lnTo>
                    <a:pt x="46030" y="89"/>
                  </a:lnTo>
                  <a:cubicBezTo>
                    <a:pt x="45674" y="28849"/>
                    <a:pt x="35021" y="66377"/>
                    <a:pt x="222" y="67780"/>
                  </a:cubicBezTo>
                  <a:lnTo>
                    <a:pt x="222" y="75496"/>
                  </a:lnTo>
                  <a:lnTo>
                    <a:pt x="30405" y="75496"/>
                  </a:lnTo>
                  <a:lnTo>
                    <a:pt x="30405" y="172297"/>
                  </a:lnTo>
                  <a:cubicBezTo>
                    <a:pt x="30405" y="215436"/>
                    <a:pt x="63429" y="219645"/>
                    <a:pt x="76213" y="219645"/>
                  </a:cubicBezTo>
                  <a:cubicBezTo>
                    <a:pt x="101425" y="219645"/>
                    <a:pt x="111368" y="194743"/>
                    <a:pt x="111368" y="172297"/>
                  </a:cubicBezTo>
                  <a:lnTo>
                    <a:pt x="111368" y="152305"/>
                  </a:lnTo>
                  <a:lnTo>
                    <a:pt x="102490" y="152305"/>
                  </a:lnTo>
                  <a:lnTo>
                    <a:pt x="102490" y="171595"/>
                  </a:lnTo>
                  <a:cubicBezTo>
                    <a:pt x="102490" y="197549"/>
                    <a:pt x="91837" y="210877"/>
                    <a:pt x="78699" y="210877"/>
                  </a:cubicBezTo>
                  <a:cubicBezTo>
                    <a:pt x="54907" y="210877"/>
                    <a:pt x="54907" y="178960"/>
                    <a:pt x="54907" y="172998"/>
                  </a:cubicBezTo>
                  <a:lnTo>
                    <a:pt x="54907" y="75496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007B4A80-101E-859B-CAC9-1459D374178F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1587287" y="4851129"/>
              <a:ext cx="277332" cy="155021"/>
            </a:xfrm>
            <a:custGeom>
              <a:avLst/>
              <a:gdLst>
                <a:gd name="connsiteX0" fmla="*/ 27923 w 277332"/>
                <a:gd name="connsiteY0" fmla="*/ 34460 h 155021"/>
                <a:gd name="connsiteX1" fmla="*/ 27923 w 277332"/>
                <a:gd name="connsiteY1" fmla="*/ 128456 h 155021"/>
                <a:gd name="connsiteX2" fmla="*/ 226 w 277332"/>
                <a:gd name="connsiteY2" fmla="*/ 144238 h 155021"/>
                <a:gd name="connsiteX3" fmla="*/ 226 w 277332"/>
                <a:gd name="connsiteY3" fmla="*/ 155111 h 155021"/>
                <a:gd name="connsiteX4" fmla="*/ 40352 w 277332"/>
                <a:gd name="connsiteY4" fmla="*/ 154059 h 155021"/>
                <a:gd name="connsiteX5" fmla="*/ 80123 w 277332"/>
                <a:gd name="connsiteY5" fmla="*/ 155111 h 155021"/>
                <a:gd name="connsiteX6" fmla="*/ 80123 w 277332"/>
                <a:gd name="connsiteY6" fmla="*/ 144238 h 155021"/>
                <a:gd name="connsiteX7" fmla="*/ 52425 w 277332"/>
                <a:gd name="connsiteY7" fmla="*/ 128456 h 155021"/>
                <a:gd name="connsiteX8" fmla="*/ 52425 w 277332"/>
                <a:gd name="connsiteY8" fmla="*/ 63922 h 155021"/>
                <a:gd name="connsiteX9" fmla="*/ 100364 w 277332"/>
                <a:gd name="connsiteY9" fmla="*/ 7805 h 155021"/>
                <a:gd name="connsiteX10" fmla="*/ 126641 w 277332"/>
                <a:gd name="connsiteY10" fmla="*/ 46736 h 155021"/>
                <a:gd name="connsiteX11" fmla="*/ 126641 w 277332"/>
                <a:gd name="connsiteY11" fmla="*/ 128456 h 155021"/>
                <a:gd name="connsiteX12" fmla="*/ 98943 w 277332"/>
                <a:gd name="connsiteY12" fmla="*/ 144238 h 155021"/>
                <a:gd name="connsiteX13" fmla="*/ 98943 w 277332"/>
                <a:gd name="connsiteY13" fmla="*/ 155111 h 155021"/>
                <a:gd name="connsiteX14" fmla="*/ 139069 w 277332"/>
                <a:gd name="connsiteY14" fmla="*/ 154059 h 155021"/>
                <a:gd name="connsiteX15" fmla="*/ 178840 w 277332"/>
                <a:gd name="connsiteY15" fmla="*/ 155111 h 155021"/>
                <a:gd name="connsiteX16" fmla="*/ 178840 w 277332"/>
                <a:gd name="connsiteY16" fmla="*/ 144238 h 155021"/>
                <a:gd name="connsiteX17" fmla="*/ 151143 w 277332"/>
                <a:gd name="connsiteY17" fmla="*/ 128456 h 155021"/>
                <a:gd name="connsiteX18" fmla="*/ 151143 w 277332"/>
                <a:gd name="connsiteY18" fmla="*/ 63922 h 155021"/>
                <a:gd name="connsiteX19" fmla="*/ 199081 w 277332"/>
                <a:gd name="connsiteY19" fmla="*/ 7805 h 155021"/>
                <a:gd name="connsiteX20" fmla="*/ 225358 w 277332"/>
                <a:gd name="connsiteY20" fmla="*/ 46736 h 155021"/>
                <a:gd name="connsiteX21" fmla="*/ 225358 w 277332"/>
                <a:gd name="connsiteY21" fmla="*/ 128456 h 155021"/>
                <a:gd name="connsiteX22" fmla="*/ 197661 w 277332"/>
                <a:gd name="connsiteY22" fmla="*/ 144238 h 155021"/>
                <a:gd name="connsiteX23" fmla="*/ 197661 w 277332"/>
                <a:gd name="connsiteY23" fmla="*/ 155111 h 155021"/>
                <a:gd name="connsiteX24" fmla="*/ 237787 w 277332"/>
                <a:gd name="connsiteY24" fmla="*/ 154059 h 155021"/>
                <a:gd name="connsiteX25" fmla="*/ 277558 w 277332"/>
                <a:gd name="connsiteY25" fmla="*/ 155111 h 155021"/>
                <a:gd name="connsiteX26" fmla="*/ 277558 w 277332"/>
                <a:gd name="connsiteY26" fmla="*/ 144238 h 155021"/>
                <a:gd name="connsiteX27" fmla="*/ 249860 w 277332"/>
                <a:gd name="connsiteY27" fmla="*/ 133716 h 155021"/>
                <a:gd name="connsiteX28" fmla="*/ 249860 w 277332"/>
                <a:gd name="connsiteY28" fmla="*/ 66727 h 155021"/>
                <a:gd name="connsiteX29" fmla="*/ 238852 w 277332"/>
                <a:gd name="connsiteY29" fmla="*/ 13066 h 155021"/>
                <a:gd name="connsiteX30" fmla="*/ 201567 w 277332"/>
                <a:gd name="connsiteY30" fmla="*/ 89 h 155021"/>
                <a:gd name="connsiteX31" fmla="*/ 150077 w 277332"/>
                <a:gd name="connsiteY31" fmla="*/ 34460 h 155021"/>
                <a:gd name="connsiteX32" fmla="*/ 102849 w 277332"/>
                <a:gd name="connsiteY32" fmla="*/ 89 h 155021"/>
                <a:gd name="connsiteX33" fmla="*/ 50295 w 277332"/>
                <a:gd name="connsiteY33" fmla="*/ 36915 h 155021"/>
                <a:gd name="connsiteX34" fmla="*/ 50295 w 277332"/>
                <a:gd name="connsiteY34" fmla="*/ 89 h 155021"/>
                <a:gd name="connsiteX35" fmla="*/ 226 w 277332"/>
                <a:gd name="connsiteY35" fmla="*/ 3947 h 155021"/>
                <a:gd name="connsiteX36" fmla="*/ 226 w 277332"/>
                <a:gd name="connsiteY36" fmla="*/ 14820 h 155021"/>
                <a:gd name="connsiteX37" fmla="*/ 27923 w 277332"/>
                <a:gd name="connsiteY37" fmla="*/ 34460 h 15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7332" h="155021">
                  <a:moveTo>
                    <a:pt x="27923" y="34460"/>
                  </a:moveTo>
                  <a:lnTo>
                    <a:pt x="27923" y="128456"/>
                  </a:lnTo>
                  <a:cubicBezTo>
                    <a:pt x="27923" y="144238"/>
                    <a:pt x="24017" y="144238"/>
                    <a:pt x="226" y="144238"/>
                  </a:cubicBezTo>
                  <a:lnTo>
                    <a:pt x="226" y="155111"/>
                  </a:lnTo>
                  <a:cubicBezTo>
                    <a:pt x="12654" y="154760"/>
                    <a:pt x="30764" y="154059"/>
                    <a:pt x="40352" y="154059"/>
                  </a:cubicBezTo>
                  <a:cubicBezTo>
                    <a:pt x="49584" y="154059"/>
                    <a:pt x="68050" y="154760"/>
                    <a:pt x="80123" y="155111"/>
                  </a:cubicBezTo>
                  <a:lnTo>
                    <a:pt x="80123" y="144238"/>
                  </a:lnTo>
                  <a:cubicBezTo>
                    <a:pt x="56331" y="144238"/>
                    <a:pt x="52425" y="144238"/>
                    <a:pt x="52425" y="128456"/>
                  </a:cubicBezTo>
                  <a:lnTo>
                    <a:pt x="52425" y="63922"/>
                  </a:lnTo>
                  <a:cubicBezTo>
                    <a:pt x="52425" y="27446"/>
                    <a:pt x="77637" y="7805"/>
                    <a:pt x="100364" y="7805"/>
                  </a:cubicBezTo>
                  <a:cubicBezTo>
                    <a:pt x="122735" y="7805"/>
                    <a:pt x="126641" y="26744"/>
                    <a:pt x="126641" y="46736"/>
                  </a:cubicBezTo>
                  <a:lnTo>
                    <a:pt x="126641" y="128456"/>
                  </a:lnTo>
                  <a:cubicBezTo>
                    <a:pt x="126641" y="144238"/>
                    <a:pt x="122735" y="144238"/>
                    <a:pt x="98943" y="144238"/>
                  </a:cubicBezTo>
                  <a:lnTo>
                    <a:pt x="98943" y="155111"/>
                  </a:lnTo>
                  <a:cubicBezTo>
                    <a:pt x="111372" y="154760"/>
                    <a:pt x="129482" y="154059"/>
                    <a:pt x="139069" y="154059"/>
                  </a:cubicBezTo>
                  <a:cubicBezTo>
                    <a:pt x="148302" y="154059"/>
                    <a:pt x="166767" y="154760"/>
                    <a:pt x="178840" y="155111"/>
                  </a:cubicBezTo>
                  <a:lnTo>
                    <a:pt x="178840" y="144238"/>
                  </a:lnTo>
                  <a:cubicBezTo>
                    <a:pt x="155049" y="144238"/>
                    <a:pt x="151143" y="144238"/>
                    <a:pt x="151143" y="128456"/>
                  </a:cubicBezTo>
                  <a:lnTo>
                    <a:pt x="151143" y="63922"/>
                  </a:lnTo>
                  <a:cubicBezTo>
                    <a:pt x="151143" y="27446"/>
                    <a:pt x="176355" y="7805"/>
                    <a:pt x="199081" y="7805"/>
                  </a:cubicBezTo>
                  <a:cubicBezTo>
                    <a:pt x="221452" y="7805"/>
                    <a:pt x="225358" y="26744"/>
                    <a:pt x="225358" y="46736"/>
                  </a:cubicBezTo>
                  <a:lnTo>
                    <a:pt x="225358" y="128456"/>
                  </a:lnTo>
                  <a:cubicBezTo>
                    <a:pt x="225358" y="144238"/>
                    <a:pt x="221452" y="144238"/>
                    <a:pt x="197661" y="144238"/>
                  </a:cubicBezTo>
                  <a:lnTo>
                    <a:pt x="197661" y="155111"/>
                  </a:lnTo>
                  <a:cubicBezTo>
                    <a:pt x="210089" y="154760"/>
                    <a:pt x="228199" y="154059"/>
                    <a:pt x="237787" y="154059"/>
                  </a:cubicBezTo>
                  <a:cubicBezTo>
                    <a:pt x="247020" y="154059"/>
                    <a:pt x="265485" y="154760"/>
                    <a:pt x="277558" y="155111"/>
                  </a:cubicBezTo>
                  <a:lnTo>
                    <a:pt x="277558" y="144238"/>
                  </a:lnTo>
                  <a:cubicBezTo>
                    <a:pt x="259093" y="144238"/>
                    <a:pt x="250215" y="144238"/>
                    <a:pt x="249860" y="133716"/>
                  </a:cubicBezTo>
                  <a:lnTo>
                    <a:pt x="249860" y="66727"/>
                  </a:lnTo>
                  <a:cubicBezTo>
                    <a:pt x="249860" y="36565"/>
                    <a:pt x="249860" y="25692"/>
                    <a:pt x="238852" y="13066"/>
                  </a:cubicBezTo>
                  <a:cubicBezTo>
                    <a:pt x="233881" y="7103"/>
                    <a:pt x="222163" y="89"/>
                    <a:pt x="201567" y="89"/>
                  </a:cubicBezTo>
                  <a:cubicBezTo>
                    <a:pt x="171739" y="89"/>
                    <a:pt x="156114" y="21133"/>
                    <a:pt x="150077" y="34460"/>
                  </a:cubicBezTo>
                  <a:cubicBezTo>
                    <a:pt x="145106" y="3947"/>
                    <a:pt x="118829" y="89"/>
                    <a:pt x="102849" y="89"/>
                  </a:cubicBezTo>
                  <a:cubicBezTo>
                    <a:pt x="76927" y="89"/>
                    <a:pt x="60237" y="15170"/>
                    <a:pt x="50295" y="36915"/>
                  </a:cubicBezTo>
                  <a:lnTo>
                    <a:pt x="50295" y="89"/>
                  </a:lnTo>
                  <a:lnTo>
                    <a:pt x="226" y="3947"/>
                  </a:lnTo>
                  <a:lnTo>
                    <a:pt x="226" y="14820"/>
                  </a:lnTo>
                  <a:cubicBezTo>
                    <a:pt x="25083" y="14820"/>
                    <a:pt x="27923" y="17275"/>
                    <a:pt x="27923" y="34460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4CF9D58-FBFD-59B0-C3DB-2F379430A1AC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1886755" y="4849025"/>
              <a:ext cx="160149" cy="160984"/>
            </a:xfrm>
            <a:custGeom>
              <a:avLst/>
              <a:gdLst>
                <a:gd name="connsiteX0" fmla="*/ 103568 w 160149"/>
                <a:gd name="connsiteY0" fmla="*/ 130560 h 160984"/>
                <a:gd name="connsiteX1" fmla="*/ 131265 w 160149"/>
                <a:gd name="connsiteY1" fmla="*/ 159320 h 160984"/>
                <a:gd name="connsiteX2" fmla="*/ 160384 w 160149"/>
                <a:gd name="connsiteY2" fmla="*/ 126000 h 160984"/>
                <a:gd name="connsiteX3" fmla="*/ 160384 w 160149"/>
                <a:gd name="connsiteY3" fmla="*/ 106360 h 160984"/>
                <a:gd name="connsiteX4" fmla="*/ 151506 w 160149"/>
                <a:gd name="connsiteY4" fmla="*/ 106360 h 160984"/>
                <a:gd name="connsiteX5" fmla="*/ 151506 w 160149"/>
                <a:gd name="connsiteY5" fmla="*/ 126000 h 160984"/>
                <a:gd name="connsiteX6" fmla="*/ 138723 w 160149"/>
                <a:gd name="connsiteY6" fmla="*/ 148447 h 160984"/>
                <a:gd name="connsiteX7" fmla="*/ 125584 w 160149"/>
                <a:gd name="connsiteY7" fmla="*/ 130911 h 160984"/>
                <a:gd name="connsiteX8" fmla="*/ 125584 w 160149"/>
                <a:gd name="connsiteY8" fmla="*/ 60765 h 160984"/>
                <a:gd name="connsiteX9" fmla="*/ 112800 w 160149"/>
                <a:gd name="connsiteY9" fmla="*/ 19379 h 160984"/>
                <a:gd name="connsiteX10" fmla="*/ 64152 w 160149"/>
                <a:gd name="connsiteY10" fmla="*/ 89 h 160984"/>
                <a:gd name="connsiteX11" fmla="*/ 10532 w 160149"/>
                <a:gd name="connsiteY11" fmla="*/ 39721 h 160984"/>
                <a:gd name="connsiteX12" fmla="*/ 26866 w 160149"/>
                <a:gd name="connsiteY12" fmla="*/ 56205 h 160984"/>
                <a:gd name="connsiteX13" fmla="*/ 43201 w 160149"/>
                <a:gd name="connsiteY13" fmla="*/ 40072 h 160984"/>
                <a:gd name="connsiteX14" fmla="*/ 25091 w 160149"/>
                <a:gd name="connsiteY14" fmla="*/ 23938 h 160984"/>
                <a:gd name="connsiteX15" fmla="*/ 63442 w 160149"/>
                <a:gd name="connsiteY15" fmla="*/ 7805 h 160984"/>
                <a:gd name="connsiteX16" fmla="*/ 101082 w 160149"/>
                <a:gd name="connsiteY16" fmla="*/ 52698 h 160984"/>
                <a:gd name="connsiteX17" fmla="*/ 101082 w 160149"/>
                <a:gd name="connsiteY17" fmla="*/ 65675 h 160984"/>
                <a:gd name="connsiteX18" fmla="*/ 35744 w 160149"/>
                <a:gd name="connsiteY18" fmla="*/ 78301 h 160984"/>
                <a:gd name="connsiteX19" fmla="*/ 234 w 160149"/>
                <a:gd name="connsiteY19" fmla="*/ 123896 h 160984"/>
                <a:gd name="connsiteX20" fmla="*/ 57050 w 160149"/>
                <a:gd name="connsiteY20" fmla="*/ 161073 h 160984"/>
                <a:gd name="connsiteX21" fmla="*/ 103568 w 160149"/>
                <a:gd name="connsiteY21" fmla="*/ 130560 h 160984"/>
                <a:gd name="connsiteX22" fmla="*/ 101082 w 160149"/>
                <a:gd name="connsiteY22" fmla="*/ 73040 h 160984"/>
                <a:gd name="connsiteX23" fmla="*/ 101082 w 160149"/>
                <a:gd name="connsiteY23" fmla="*/ 108113 h 160984"/>
                <a:gd name="connsiteX24" fmla="*/ 59535 w 160149"/>
                <a:gd name="connsiteY24" fmla="*/ 153357 h 160984"/>
                <a:gd name="connsiteX25" fmla="*/ 27577 w 160149"/>
                <a:gd name="connsiteY25" fmla="*/ 123545 h 160984"/>
                <a:gd name="connsiteX26" fmla="*/ 101082 w 160149"/>
                <a:gd name="connsiteY26" fmla="*/ 73040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0149" h="160984">
                  <a:moveTo>
                    <a:pt x="103568" y="130560"/>
                  </a:moveTo>
                  <a:cubicBezTo>
                    <a:pt x="104988" y="144589"/>
                    <a:pt x="114576" y="159320"/>
                    <a:pt x="131265" y="159320"/>
                  </a:cubicBezTo>
                  <a:cubicBezTo>
                    <a:pt x="138723" y="159320"/>
                    <a:pt x="160384" y="154409"/>
                    <a:pt x="160384" y="126000"/>
                  </a:cubicBezTo>
                  <a:lnTo>
                    <a:pt x="160384" y="106360"/>
                  </a:lnTo>
                  <a:lnTo>
                    <a:pt x="151506" y="106360"/>
                  </a:lnTo>
                  <a:lnTo>
                    <a:pt x="151506" y="126000"/>
                  </a:lnTo>
                  <a:cubicBezTo>
                    <a:pt x="151506" y="146343"/>
                    <a:pt x="142629" y="148447"/>
                    <a:pt x="138723" y="148447"/>
                  </a:cubicBezTo>
                  <a:cubicBezTo>
                    <a:pt x="127004" y="148447"/>
                    <a:pt x="125584" y="132664"/>
                    <a:pt x="125584" y="130911"/>
                  </a:cubicBezTo>
                  <a:lnTo>
                    <a:pt x="125584" y="60765"/>
                  </a:lnTo>
                  <a:cubicBezTo>
                    <a:pt x="125584" y="46034"/>
                    <a:pt x="125584" y="32356"/>
                    <a:pt x="112800" y="19379"/>
                  </a:cubicBezTo>
                  <a:cubicBezTo>
                    <a:pt x="98951" y="5701"/>
                    <a:pt x="81196" y="89"/>
                    <a:pt x="64152" y="89"/>
                  </a:cubicBezTo>
                  <a:cubicBezTo>
                    <a:pt x="35034" y="89"/>
                    <a:pt x="10532" y="16573"/>
                    <a:pt x="10532" y="39721"/>
                  </a:cubicBezTo>
                  <a:cubicBezTo>
                    <a:pt x="10532" y="50243"/>
                    <a:pt x="17634" y="56205"/>
                    <a:pt x="26866" y="56205"/>
                  </a:cubicBezTo>
                  <a:cubicBezTo>
                    <a:pt x="36809" y="56205"/>
                    <a:pt x="43201" y="49191"/>
                    <a:pt x="43201" y="40072"/>
                  </a:cubicBezTo>
                  <a:cubicBezTo>
                    <a:pt x="43201" y="35863"/>
                    <a:pt x="41425" y="24289"/>
                    <a:pt x="25091" y="23938"/>
                  </a:cubicBezTo>
                  <a:cubicBezTo>
                    <a:pt x="34678" y="11663"/>
                    <a:pt x="52078" y="7805"/>
                    <a:pt x="63442" y="7805"/>
                  </a:cubicBezTo>
                  <a:cubicBezTo>
                    <a:pt x="80841" y="7805"/>
                    <a:pt x="101082" y="21483"/>
                    <a:pt x="101082" y="52698"/>
                  </a:cubicBezTo>
                  <a:lnTo>
                    <a:pt x="101082" y="65675"/>
                  </a:lnTo>
                  <a:cubicBezTo>
                    <a:pt x="82972" y="66727"/>
                    <a:pt x="58115" y="67780"/>
                    <a:pt x="35744" y="78301"/>
                  </a:cubicBezTo>
                  <a:cubicBezTo>
                    <a:pt x="9111" y="90226"/>
                    <a:pt x="234" y="108464"/>
                    <a:pt x="234" y="123896"/>
                  </a:cubicBezTo>
                  <a:cubicBezTo>
                    <a:pt x="234" y="152305"/>
                    <a:pt x="34678" y="161073"/>
                    <a:pt x="57050" y="161073"/>
                  </a:cubicBezTo>
                  <a:cubicBezTo>
                    <a:pt x="80486" y="161073"/>
                    <a:pt x="96821" y="147044"/>
                    <a:pt x="103568" y="130560"/>
                  </a:cubicBezTo>
                  <a:close/>
                  <a:moveTo>
                    <a:pt x="101082" y="73040"/>
                  </a:moveTo>
                  <a:lnTo>
                    <a:pt x="101082" y="108113"/>
                  </a:lnTo>
                  <a:cubicBezTo>
                    <a:pt x="101082" y="141432"/>
                    <a:pt x="75515" y="153357"/>
                    <a:pt x="59535" y="153357"/>
                  </a:cubicBezTo>
                  <a:cubicBezTo>
                    <a:pt x="42136" y="153357"/>
                    <a:pt x="27577" y="141082"/>
                    <a:pt x="27577" y="123545"/>
                  </a:cubicBezTo>
                  <a:cubicBezTo>
                    <a:pt x="27577" y="104255"/>
                    <a:pt x="42491" y="75145"/>
                    <a:pt x="101082" y="73040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E019B0D6-CD84-8CF6-E25B-889CD431C743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2053652" y="4854987"/>
              <a:ext cx="178969" cy="151163"/>
            </a:xfrm>
            <a:custGeom>
              <a:avLst/>
              <a:gdLst>
                <a:gd name="connsiteX0" fmla="*/ 97891 w 178969"/>
                <a:gd name="connsiteY0" fmla="*/ 68832 h 151163"/>
                <a:gd name="connsiteX1" fmla="*/ 130560 w 178969"/>
                <a:gd name="connsiteY1" fmla="*/ 29199 h 151163"/>
                <a:gd name="connsiteX2" fmla="*/ 172817 w 178969"/>
                <a:gd name="connsiteY2" fmla="*/ 10962 h 151163"/>
                <a:gd name="connsiteX3" fmla="*/ 172817 w 178969"/>
                <a:gd name="connsiteY3" fmla="*/ 89 h 151163"/>
                <a:gd name="connsiteX4" fmla="*/ 143699 w 178969"/>
                <a:gd name="connsiteY4" fmla="*/ 1141 h 151163"/>
                <a:gd name="connsiteX5" fmla="*/ 109609 w 178969"/>
                <a:gd name="connsiteY5" fmla="*/ 89 h 151163"/>
                <a:gd name="connsiteX6" fmla="*/ 109609 w 178969"/>
                <a:gd name="connsiteY6" fmla="*/ 10962 h 151163"/>
                <a:gd name="connsiteX7" fmla="*/ 119907 w 178969"/>
                <a:gd name="connsiteY7" fmla="*/ 21834 h 151163"/>
                <a:gd name="connsiteX8" fmla="*/ 114581 w 178969"/>
                <a:gd name="connsiteY8" fmla="*/ 34110 h 151163"/>
                <a:gd name="connsiteX9" fmla="*/ 92565 w 178969"/>
                <a:gd name="connsiteY9" fmla="*/ 61466 h 151163"/>
                <a:gd name="connsiteX10" fmla="*/ 64867 w 178969"/>
                <a:gd name="connsiteY10" fmla="*/ 26043 h 151163"/>
                <a:gd name="connsiteX11" fmla="*/ 61671 w 178969"/>
                <a:gd name="connsiteY11" fmla="*/ 19730 h 151163"/>
                <a:gd name="connsiteX12" fmla="*/ 74099 w 178969"/>
                <a:gd name="connsiteY12" fmla="*/ 10962 h 151163"/>
                <a:gd name="connsiteX13" fmla="*/ 74099 w 178969"/>
                <a:gd name="connsiteY13" fmla="*/ 89 h 151163"/>
                <a:gd name="connsiteX14" fmla="*/ 35749 w 178969"/>
                <a:gd name="connsiteY14" fmla="*/ 1141 h 151163"/>
                <a:gd name="connsiteX15" fmla="*/ 2014 w 178969"/>
                <a:gd name="connsiteY15" fmla="*/ 89 h 151163"/>
                <a:gd name="connsiteX16" fmla="*/ 2014 w 178969"/>
                <a:gd name="connsiteY16" fmla="*/ 10962 h 151163"/>
                <a:gd name="connsiteX17" fmla="*/ 43916 w 178969"/>
                <a:gd name="connsiteY17" fmla="*/ 32356 h 151163"/>
                <a:gd name="connsiteX18" fmla="*/ 79071 w 178969"/>
                <a:gd name="connsiteY18" fmla="*/ 77600 h 151163"/>
                <a:gd name="connsiteX19" fmla="*/ 45692 w 178969"/>
                <a:gd name="connsiteY19" fmla="*/ 119337 h 151163"/>
                <a:gd name="connsiteX20" fmla="*/ 239 w 178969"/>
                <a:gd name="connsiteY20" fmla="*/ 140380 h 151163"/>
                <a:gd name="connsiteX21" fmla="*/ 239 w 178969"/>
                <a:gd name="connsiteY21" fmla="*/ 151253 h 151163"/>
                <a:gd name="connsiteX22" fmla="*/ 29712 w 178969"/>
                <a:gd name="connsiteY22" fmla="*/ 150201 h 151163"/>
                <a:gd name="connsiteX23" fmla="*/ 63447 w 178969"/>
                <a:gd name="connsiteY23" fmla="*/ 151253 h 151163"/>
                <a:gd name="connsiteX24" fmla="*/ 63447 w 178969"/>
                <a:gd name="connsiteY24" fmla="*/ 140380 h 151163"/>
                <a:gd name="connsiteX25" fmla="*/ 53149 w 178969"/>
                <a:gd name="connsiteY25" fmla="*/ 129508 h 151163"/>
                <a:gd name="connsiteX26" fmla="*/ 85108 w 178969"/>
                <a:gd name="connsiteY26" fmla="*/ 84965 h 151163"/>
                <a:gd name="connsiteX27" fmla="*/ 112095 w 178969"/>
                <a:gd name="connsiteY27" fmla="*/ 120038 h 151163"/>
                <a:gd name="connsiteX28" fmla="*/ 119552 w 178969"/>
                <a:gd name="connsiteY28" fmla="*/ 131612 h 151163"/>
                <a:gd name="connsiteX29" fmla="*/ 106769 w 178969"/>
                <a:gd name="connsiteY29" fmla="*/ 140380 h 151163"/>
                <a:gd name="connsiteX30" fmla="*/ 106769 w 178969"/>
                <a:gd name="connsiteY30" fmla="*/ 151253 h 151163"/>
                <a:gd name="connsiteX31" fmla="*/ 145119 w 178969"/>
                <a:gd name="connsiteY31" fmla="*/ 150201 h 151163"/>
                <a:gd name="connsiteX32" fmla="*/ 179209 w 178969"/>
                <a:gd name="connsiteY32" fmla="*/ 151253 h 151163"/>
                <a:gd name="connsiteX33" fmla="*/ 179209 w 178969"/>
                <a:gd name="connsiteY33" fmla="*/ 140380 h 151163"/>
                <a:gd name="connsiteX34" fmla="*/ 145474 w 178969"/>
                <a:gd name="connsiteY34" fmla="*/ 129508 h 151163"/>
                <a:gd name="connsiteX35" fmla="*/ 97891 w 178969"/>
                <a:gd name="connsiteY35" fmla="*/ 68832 h 151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969" h="151163">
                  <a:moveTo>
                    <a:pt x="97891" y="68832"/>
                  </a:moveTo>
                  <a:cubicBezTo>
                    <a:pt x="108544" y="55504"/>
                    <a:pt x="122038" y="38318"/>
                    <a:pt x="130560" y="29199"/>
                  </a:cubicBezTo>
                  <a:cubicBezTo>
                    <a:pt x="141568" y="16573"/>
                    <a:pt x="156127" y="11312"/>
                    <a:pt x="172817" y="10962"/>
                  </a:cubicBezTo>
                  <a:lnTo>
                    <a:pt x="172817" y="89"/>
                  </a:lnTo>
                  <a:cubicBezTo>
                    <a:pt x="163584" y="790"/>
                    <a:pt x="152932" y="1141"/>
                    <a:pt x="143699" y="1141"/>
                  </a:cubicBezTo>
                  <a:cubicBezTo>
                    <a:pt x="133046" y="1141"/>
                    <a:pt x="114226" y="440"/>
                    <a:pt x="109609" y="89"/>
                  </a:cubicBezTo>
                  <a:lnTo>
                    <a:pt x="109609" y="10962"/>
                  </a:lnTo>
                  <a:cubicBezTo>
                    <a:pt x="117066" y="11663"/>
                    <a:pt x="119907" y="16222"/>
                    <a:pt x="119907" y="21834"/>
                  </a:cubicBezTo>
                  <a:cubicBezTo>
                    <a:pt x="119907" y="27446"/>
                    <a:pt x="116356" y="32005"/>
                    <a:pt x="114581" y="34110"/>
                  </a:cubicBezTo>
                  <a:lnTo>
                    <a:pt x="92565" y="61466"/>
                  </a:lnTo>
                  <a:lnTo>
                    <a:pt x="64867" y="26043"/>
                  </a:lnTo>
                  <a:cubicBezTo>
                    <a:pt x="61671" y="22536"/>
                    <a:pt x="61671" y="21834"/>
                    <a:pt x="61671" y="19730"/>
                  </a:cubicBezTo>
                  <a:cubicBezTo>
                    <a:pt x="61671" y="14469"/>
                    <a:pt x="66997" y="11312"/>
                    <a:pt x="74099" y="10962"/>
                  </a:cubicBezTo>
                  <a:lnTo>
                    <a:pt x="74099" y="89"/>
                  </a:lnTo>
                  <a:cubicBezTo>
                    <a:pt x="64867" y="440"/>
                    <a:pt x="41430" y="1141"/>
                    <a:pt x="35749" y="1141"/>
                  </a:cubicBezTo>
                  <a:cubicBezTo>
                    <a:pt x="28292" y="1141"/>
                    <a:pt x="11602" y="790"/>
                    <a:pt x="2014" y="89"/>
                  </a:cubicBezTo>
                  <a:lnTo>
                    <a:pt x="2014" y="10962"/>
                  </a:lnTo>
                  <a:cubicBezTo>
                    <a:pt x="26871" y="10962"/>
                    <a:pt x="27226" y="11312"/>
                    <a:pt x="43916" y="32356"/>
                  </a:cubicBezTo>
                  <a:lnTo>
                    <a:pt x="79071" y="77600"/>
                  </a:lnTo>
                  <a:lnTo>
                    <a:pt x="45692" y="119337"/>
                  </a:lnTo>
                  <a:cubicBezTo>
                    <a:pt x="28647" y="139679"/>
                    <a:pt x="7696" y="140380"/>
                    <a:pt x="239" y="140380"/>
                  </a:cubicBezTo>
                  <a:lnTo>
                    <a:pt x="239" y="151253"/>
                  </a:lnTo>
                  <a:cubicBezTo>
                    <a:pt x="9471" y="150551"/>
                    <a:pt x="20479" y="150201"/>
                    <a:pt x="29712" y="150201"/>
                  </a:cubicBezTo>
                  <a:cubicBezTo>
                    <a:pt x="40010" y="150201"/>
                    <a:pt x="54924" y="150902"/>
                    <a:pt x="63447" y="151253"/>
                  </a:cubicBezTo>
                  <a:lnTo>
                    <a:pt x="63447" y="140380"/>
                  </a:lnTo>
                  <a:cubicBezTo>
                    <a:pt x="55634" y="139328"/>
                    <a:pt x="53149" y="134769"/>
                    <a:pt x="53149" y="129508"/>
                  </a:cubicBezTo>
                  <a:cubicBezTo>
                    <a:pt x="53149" y="121792"/>
                    <a:pt x="63447" y="110218"/>
                    <a:pt x="85108" y="84965"/>
                  </a:cubicBezTo>
                  <a:lnTo>
                    <a:pt x="112095" y="120038"/>
                  </a:lnTo>
                  <a:cubicBezTo>
                    <a:pt x="114936" y="123896"/>
                    <a:pt x="119552" y="129508"/>
                    <a:pt x="119552" y="131612"/>
                  </a:cubicBezTo>
                  <a:cubicBezTo>
                    <a:pt x="119552" y="134769"/>
                    <a:pt x="116356" y="140030"/>
                    <a:pt x="106769" y="140380"/>
                  </a:cubicBezTo>
                  <a:lnTo>
                    <a:pt x="106769" y="151253"/>
                  </a:lnTo>
                  <a:cubicBezTo>
                    <a:pt x="117422" y="150902"/>
                    <a:pt x="137307" y="150201"/>
                    <a:pt x="145119" y="150201"/>
                  </a:cubicBezTo>
                  <a:cubicBezTo>
                    <a:pt x="154707" y="150201"/>
                    <a:pt x="168556" y="150551"/>
                    <a:pt x="179209" y="151253"/>
                  </a:cubicBezTo>
                  <a:lnTo>
                    <a:pt x="179209" y="140380"/>
                  </a:lnTo>
                  <a:cubicBezTo>
                    <a:pt x="160034" y="140380"/>
                    <a:pt x="153642" y="139679"/>
                    <a:pt x="145474" y="129508"/>
                  </a:cubicBezTo>
                  <a:lnTo>
                    <a:pt x="97891" y="68832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D91CBCF6-45B9-EB75-9722-94FFE1D0AA20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2369847" y="4497590"/>
              <a:ext cx="174708" cy="841397"/>
            </a:xfrm>
            <a:custGeom>
              <a:avLst/>
              <a:gdLst>
                <a:gd name="connsiteX0" fmla="*/ 174955 w 174708"/>
                <a:gd name="connsiteY0" fmla="*/ 837965 h 841397"/>
                <a:gd name="connsiteX1" fmla="*/ 173534 w 174708"/>
                <a:gd name="connsiteY1" fmla="*/ 834808 h 841397"/>
                <a:gd name="connsiteX2" fmla="*/ 112812 w 174708"/>
                <a:gd name="connsiteY2" fmla="*/ 760454 h 841397"/>
                <a:gd name="connsiteX3" fmla="*/ 29719 w 174708"/>
                <a:gd name="connsiteY3" fmla="*/ 420949 h 841397"/>
                <a:gd name="connsiteX4" fmla="*/ 101094 w 174708"/>
                <a:gd name="connsiteY4" fmla="*/ 100383 h 841397"/>
                <a:gd name="connsiteX5" fmla="*/ 173889 w 174708"/>
                <a:gd name="connsiteY5" fmla="*/ 6388 h 841397"/>
                <a:gd name="connsiteX6" fmla="*/ 174955 w 174708"/>
                <a:gd name="connsiteY6" fmla="*/ 3582 h 841397"/>
                <a:gd name="connsiteX7" fmla="*/ 167498 w 174708"/>
                <a:gd name="connsiteY7" fmla="*/ 75 h 841397"/>
                <a:gd name="connsiteX8" fmla="*/ 156489 w 174708"/>
                <a:gd name="connsiteY8" fmla="*/ 5336 h 841397"/>
                <a:gd name="connsiteX9" fmla="*/ 246 w 174708"/>
                <a:gd name="connsiteY9" fmla="*/ 420598 h 841397"/>
                <a:gd name="connsiteX10" fmla="*/ 122400 w 174708"/>
                <a:gd name="connsiteY10" fmla="*/ 802191 h 841397"/>
                <a:gd name="connsiteX11" fmla="*/ 157555 w 174708"/>
                <a:gd name="connsiteY11" fmla="*/ 837264 h 841397"/>
                <a:gd name="connsiteX12" fmla="*/ 167498 w 174708"/>
                <a:gd name="connsiteY12" fmla="*/ 841472 h 841397"/>
                <a:gd name="connsiteX13" fmla="*/ 174955 w 174708"/>
                <a:gd name="connsiteY13" fmla="*/ 837965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55" y="837965"/>
                  </a:moveTo>
                  <a:cubicBezTo>
                    <a:pt x="174955" y="836562"/>
                    <a:pt x="174244" y="835861"/>
                    <a:pt x="173534" y="834808"/>
                  </a:cubicBezTo>
                  <a:cubicBezTo>
                    <a:pt x="160396" y="821831"/>
                    <a:pt x="136604" y="798333"/>
                    <a:pt x="112812" y="760454"/>
                  </a:cubicBezTo>
                  <a:cubicBezTo>
                    <a:pt x="55641" y="669966"/>
                    <a:pt x="29719" y="555979"/>
                    <a:pt x="29719" y="420949"/>
                  </a:cubicBezTo>
                  <a:cubicBezTo>
                    <a:pt x="29719" y="326603"/>
                    <a:pt x="42503" y="204900"/>
                    <a:pt x="101094" y="100383"/>
                  </a:cubicBezTo>
                  <a:cubicBezTo>
                    <a:pt x="129147" y="50580"/>
                    <a:pt x="158265" y="21820"/>
                    <a:pt x="173889" y="6388"/>
                  </a:cubicBezTo>
                  <a:cubicBezTo>
                    <a:pt x="174955" y="5336"/>
                    <a:pt x="174955" y="4634"/>
                    <a:pt x="174955" y="3582"/>
                  </a:cubicBezTo>
                  <a:cubicBezTo>
                    <a:pt x="174955" y="75"/>
                    <a:pt x="172469" y="75"/>
                    <a:pt x="167498" y="75"/>
                  </a:cubicBezTo>
                  <a:cubicBezTo>
                    <a:pt x="162526" y="75"/>
                    <a:pt x="161816" y="75"/>
                    <a:pt x="156489" y="5336"/>
                  </a:cubicBezTo>
                  <a:cubicBezTo>
                    <a:pt x="37531" y="112308"/>
                    <a:pt x="246" y="272942"/>
                    <a:pt x="246" y="420598"/>
                  </a:cubicBezTo>
                  <a:cubicBezTo>
                    <a:pt x="246" y="558434"/>
                    <a:pt x="32205" y="697323"/>
                    <a:pt x="122400" y="802191"/>
                  </a:cubicBezTo>
                  <a:cubicBezTo>
                    <a:pt x="129502" y="810257"/>
                    <a:pt x="142996" y="824637"/>
                    <a:pt x="157555" y="837264"/>
                  </a:cubicBezTo>
                  <a:cubicBezTo>
                    <a:pt x="161816" y="841472"/>
                    <a:pt x="162526" y="841472"/>
                    <a:pt x="167498" y="841472"/>
                  </a:cubicBezTo>
                  <a:cubicBezTo>
                    <a:pt x="172469" y="841472"/>
                    <a:pt x="174955" y="841472"/>
                    <a:pt x="174955" y="837965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ECF75EAE-F6FC-E0FD-BB14-D40B2C89E520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2613841" y="4528281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5CE68CC1-2AEA-9331-0AA6-7902DF9A2ED5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2939213" y="4471220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1B97EB77-379E-B421-9091-0223D0319FD2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3182492" y="4524423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FAF7888D-CAB0-CDF9-AE4C-C5CFD4B8AB1A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2599992" y="4911454"/>
              <a:ext cx="866537" cy="14028"/>
            </a:xfrm>
            <a:custGeom>
              <a:avLst/>
              <a:gdLst>
                <a:gd name="connsiteX0" fmla="*/ 0 w 866537"/>
                <a:gd name="connsiteY0" fmla="*/ 0 h 14028"/>
                <a:gd name="connsiteX1" fmla="*/ 866538 w 866537"/>
                <a:gd name="connsiteY1" fmla="*/ 0 h 14028"/>
                <a:gd name="connsiteX2" fmla="*/ 866538 w 866537"/>
                <a:gd name="connsiteY2" fmla="*/ 14028 h 14028"/>
                <a:gd name="connsiteX3" fmla="*/ 0 w 866537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6537" h="14028">
                  <a:moveTo>
                    <a:pt x="0" y="0"/>
                  </a:moveTo>
                  <a:lnTo>
                    <a:pt x="866538" y="0"/>
                  </a:lnTo>
                  <a:lnTo>
                    <a:pt x="866538" y="14028"/>
                  </a:lnTo>
                  <a:lnTo>
                    <a:pt x="0" y="14028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CB97E31D-9155-1C51-60D6-D96232F75228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2739162" y="4981596"/>
              <a:ext cx="276977" cy="350728"/>
            </a:xfrm>
            <a:custGeom>
              <a:avLst/>
              <a:gdLst>
                <a:gd name="connsiteX0" fmla="*/ 112469 w 276977"/>
                <a:gd name="connsiteY0" fmla="*/ 313991 h 350728"/>
                <a:gd name="connsiteX1" fmla="*/ 49971 w 276977"/>
                <a:gd name="connsiteY1" fmla="*/ 177557 h 350728"/>
                <a:gd name="connsiteX2" fmla="*/ 44645 w 276977"/>
                <a:gd name="connsiteY2" fmla="*/ 171946 h 350728"/>
                <a:gd name="connsiteX3" fmla="*/ 38608 w 276977"/>
                <a:gd name="connsiteY3" fmla="*/ 174751 h 350728"/>
                <a:gd name="connsiteX4" fmla="*/ 4874 w 276977"/>
                <a:gd name="connsiteY4" fmla="*/ 200004 h 350728"/>
                <a:gd name="connsiteX5" fmla="*/ 257 w 276977"/>
                <a:gd name="connsiteY5" fmla="*/ 205615 h 350728"/>
                <a:gd name="connsiteX6" fmla="*/ 3808 w 276977"/>
                <a:gd name="connsiteY6" fmla="*/ 209473 h 350728"/>
                <a:gd name="connsiteX7" fmla="*/ 15882 w 276977"/>
                <a:gd name="connsiteY7" fmla="*/ 201757 h 350728"/>
                <a:gd name="connsiteX8" fmla="*/ 27245 w 276977"/>
                <a:gd name="connsiteY8" fmla="*/ 193340 h 350728"/>
                <a:gd name="connsiteX9" fmla="*/ 97200 w 276977"/>
                <a:gd name="connsiteY9" fmla="*/ 345205 h 350728"/>
                <a:gd name="connsiteX10" fmla="*/ 104657 w 276977"/>
                <a:gd name="connsiteY10" fmla="*/ 350817 h 350728"/>
                <a:gd name="connsiteX11" fmla="*/ 113534 w 276977"/>
                <a:gd name="connsiteY11" fmla="*/ 343802 h 350728"/>
                <a:gd name="connsiteX12" fmla="*/ 274749 w 276977"/>
                <a:gd name="connsiteY12" fmla="*/ 14118 h 350728"/>
                <a:gd name="connsiteX13" fmla="*/ 277235 w 276977"/>
                <a:gd name="connsiteY13" fmla="*/ 7103 h 350728"/>
                <a:gd name="connsiteX14" fmla="*/ 270133 w 276977"/>
                <a:gd name="connsiteY14" fmla="*/ 89 h 350728"/>
                <a:gd name="connsiteX15" fmla="*/ 261966 w 276977"/>
                <a:gd name="connsiteY15" fmla="*/ 7454 h 350728"/>
                <a:gd name="connsiteX16" fmla="*/ 112469 w 276977"/>
                <a:gd name="connsiteY16" fmla="*/ 313991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6977" h="350728">
                  <a:moveTo>
                    <a:pt x="112469" y="313991"/>
                  </a:moveTo>
                  <a:lnTo>
                    <a:pt x="49971" y="177557"/>
                  </a:lnTo>
                  <a:cubicBezTo>
                    <a:pt x="47486" y="171946"/>
                    <a:pt x="45710" y="171946"/>
                    <a:pt x="44645" y="171946"/>
                  </a:cubicBezTo>
                  <a:cubicBezTo>
                    <a:pt x="44290" y="171946"/>
                    <a:pt x="42514" y="171946"/>
                    <a:pt x="38608" y="174751"/>
                  </a:cubicBezTo>
                  <a:lnTo>
                    <a:pt x="4874" y="200004"/>
                  </a:lnTo>
                  <a:cubicBezTo>
                    <a:pt x="257" y="203511"/>
                    <a:pt x="257" y="204563"/>
                    <a:pt x="257" y="205615"/>
                  </a:cubicBezTo>
                  <a:cubicBezTo>
                    <a:pt x="257" y="207369"/>
                    <a:pt x="1323" y="209473"/>
                    <a:pt x="3808" y="209473"/>
                  </a:cubicBezTo>
                  <a:cubicBezTo>
                    <a:pt x="5939" y="209473"/>
                    <a:pt x="11976" y="204563"/>
                    <a:pt x="15882" y="201757"/>
                  </a:cubicBezTo>
                  <a:cubicBezTo>
                    <a:pt x="18012" y="200004"/>
                    <a:pt x="23339" y="196146"/>
                    <a:pt x="27245" y="193340"/>
                  </a:cubicBezTo>
                  <a:lnTo>
                    <a:pt x="97200" y="345205"/>
                  </a:lnTo>
                  <a:cubicBezTo>
                    <a:pt x="99685" y="350817"/>
                    <a:pt x="101461" y="350817"/>
                    <a:pt x="104657" y="350817"/>
                  </a:cubicBezTo>
                  <a:cubicBezTo>
                    <a:pt x="109983" y="350817"/>
                    <a:pt x="111048" y="348713"/>
                    <a:pt x="113534" y="343802"/>
                  </a:cubicBezTo>
                  <a:lnTo>
                    <a:pt x="274749" y="14118"/>
                  </a:lnTo>
                  <a:cubicBezTo>
                    <a:pt x="277235" y="9208"/>
                    <a:pt x="277235" y="7805"/>
                    <a:pt x="277235" y="7103"/>
                  </a:cubicBezTo>
                  <a:cubicBezTo>
                    <a:pt x="277235" y="3596"/>
                    <a:pt x="274394" y="89"/>
                    <a:pt x="270133" y="89"/>
                  </a:cubicBezTo>
                  <a:cubicBezTo>
                    <a:pt x="267292" y="89"/>
                    <a:pt x="264806" y="1842"/>
                    <a:pt x="261966" y="7454"/>
                  </a:cubicBezTo>
                  <a:lnTo>
                    <a:pt x="112469" y="313991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1FE88BD0-9966-8FF1-DAB7-24403172C869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3009156" y="4981596"/>
              <a:ext cx="344126" cy="14028"/>
            </a:xfrm>
            <a:custGeom>
              <a:avLst/>
              <a:gdLst>
                <a:gd name="connsiteX0" fmla="*/ 0 w 344126"/>
                <a:gd name="connsiteY0" fmla="*/ 0 h 14028"/>
                <a:gd name="connsiteX1" fmla="*/ 344127 w 344126"/>
                <a:gd name="connsiteY1" fmla="*/ 0 h 14028"/>
                <a:gd name="connsiteX2" fmla="*/ 344127 w 344126"/>
                <a:gd name="connsiteY2" fmla="*/ 14028 h 14028"/>
                <a:gd name="connsiteX3" fmla="*/ 0 w 344126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126" h="14028">
                  <a:moveTo>
                    <a:pt x="0" y="0"/>
                  </a:moveTo>
                  <a:lnTo>
                    <a:pt x="344127" y="0"/>
                  </a:lnTo>
                  <a:lnTo>
                    <a:pt x="344127" y="14028"/>
                  </a:lnTo>
                  <a:lnTo>
                    <a:pt x="0" y="14028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943CF422-C66E-4909-833B-8B87AF081967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3023360" y="5024813"/>
              <a:ext cx="169027" cy="247263"/>
            </a:xfrm>
            <a:custGeom>
              <a:avLst/>
              <a:gdLst>
                <a:gd name="connsiteX0" fmla="*/ 169293 w 169027"/>
                <a:gd name="connsiteY0" fmla="*/ 3954 h 247263"/>
                <a:gd name="connsiteX1" fmla="*/ 164677 w 169027"/>
                <a:gd name="connsiteY1" fmla="*/ 96 h 247263"/>
                <a:gd name="connsiteX2" fmla="*/ 119579 w 169027"/>
                <a:gd name="connsiteY2" fmla="*/ 3954 h 247263"/>
                <a:gd name="connsiteX3" fmla="*/ 114608 w 169027"/>
                <a:gd name="connsiteY3" fmla="*/ 10618 h 247263"/>
                <a:gd name="connsiteX4" fmla="*/ 123130 w 169027"/>
                <a:gd name="connsiteY4" fmla="*/ 14827 h 247263"/>
                <a:gd name="connsiteX5" fmla="*/ 140885 w 169027"/>
                <a:gd name="connsiteY5" fmla="*/ 20789 h 247263"/>
                <a:gd name="connsiteX6" fmla="*/ 139820 w 169027"/>
                <a:gd name="connsiteY6" fmla="*/ 27804 h 247263"/>
                <a:gd name="connsiteX7" fmla="*/ 118514 w 169027"/>
                <a:gd name="connsiteY7" fmla="*/ 110927 h 247263"/>
                <a:gd name="connsiteX8" fmla="*/ 85845 w 169027"/>
                <a:gd name="connsiteY8" fmla="*/ 88480 h 247263"/>
                <a:gd name="connsiteX9" fmla="*/ 266 w 169027"/>
                <a:gd name="connsiteY9" fmla="*/ 191243 h 247263"/>
                <a:gd name="connsiteX10" fmla="*/ 47494 w 169027"/>
                <a:gd name="connsiteY10" fmla="*/ 247360 h 247263"/>
                <a:gd name="connsiteX11" fmla="*/ 93657 w 169027"/>
                <a:gd name="connsiteY11" fmla="*/ 221055 h 247263"/>
                <a:gd name="connsiteX12" fmla="*/ 125971 w 169027"/>
                <a:gd name="connsiteY12" fmla="*/ 247360 h 247263"/>
                <a:gd name="connsiteX13" fmla="*/ 152248 w 169027"/>
                <a:gd name="connsiteY13" fmla="*/ 228070 h 247263"/>
                <a:gd name="connsiteX14" fmla="*/ 162901 w 169027"/>
                <a:gd name="connsiteY14" fmla="*/ 193348 h 247263"/>
                <a:gd name="connsiteX15" fmla="*/ 158640 w 169027"/>
                <a:gd name="connsiteY15" fmla="*/ 189840 h 247263"/>
                <a:gd name="connsiteX16" fmla="*/ 153669 w 169027"/>
                <a:gd name="connsiteY16" fmla="*/ 196154 h 247263"/>
                <a:gd name="connsiteX17" fmla="*/ 126681 w 169027"/>
                <a:gd name="connsiteY17" fmla="*/ 239644 h 247263"/>
                <a:gd name="connsiteX18" fmla="*/ 116028 w 169027"/>
                <a:gd name="connsiteY18" fmla="*/ 223510 h 247263"/>
                <a:gd name="connsiteX19" fmla="*/ 118159 w 169027"/>
                <a:gd name="connsiteY19" fmla="*/ 206675 h 247263"/>
                <a:gd name="connsiteX20" fmla="*/ 169293 w 169027"/>
                <a:gd name="connsiteY20" fmla="*/ 3954 h 247263"/>
                <a:gd name="connsiteX21" fmla="*/ 95432 w 169027"/>
                <a:gd name="connsiteY21" fmla="*/ 201765 h 247263"/>
                <a:gd name="connsiteX22" fmla="*/ 88330 w 169027"/>
                <a:gd name="connsiteY22" fmla="*/ 214742 h 247263"/>
                <a:gd name="connsiteX23" fmla="*/ 48204 w 169027"/>
                <a:gd name="connsiteY23" fmla="*/ 239644 h 247263"/>
                <a:gd name="connsiteX24" fmla="*/ 25478 w 169027"/>
                <a:gd name="connsiteY24" fmla="*/ 206675 h 247263"/>
                <a:gd name="connsiteX25" fmla="*/ 45008 w 169027"/>
                <a:gd name="connsiteY25" fmla="*/ 129866 h 247263"/>
                <a:gd name="connsiteX26" fmla="*/ 86200 w 169027"/>
                <a:gd name="connsiteY26" fmla="*/ 96196 h 247263"/>
                <a:gd name="connsiteX27" fmla="*/ 114253 w 169027"/>
                <a:gd name="connsiteY27" fmla="*/ 127060 h 247263"/>
                <a:gd name="connsiteX28" fmla="*/ 113187 w 169027"/>
                <a:gd name="connsiteY28" fmla="*/ 133022 h 247263"/>
                <a:gd name="connsiteX29" fmla="*/ 95432 w 169027"/>
                <a:gd name="connsiteY29" fmla="*/ 201765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69027" h="247263">
                  <a:moveTo>
                    <a:pt x="169293" y="3954"/>
                  </a:moveTo>
                  <a:cubicBezTo>
                    <a:pt x="169293" y="3604"/>
                    <a:pt x="169293" y="96"/>
                    <a:pt x="164677" y="96"/>
                  </a:cubicBezTo>
                  <a:cubicBezTo>
                    <a:pt x="159350" y="96"/>
                    <a:pt x="125616" y="3253"/>
                    <a:pt x="119579" y="3954"/>
                  </a:cubicBezTo>
                  <a:cubicBezTo>
                    <a:pt x="116738" y="4305"/>
                    <a:pt x="114608" y="6059"/>
                    <a:pt x="114608" y="10618"/>
                  </a:cubicBezTo>
                  <a:cubicBezTo>
                    <a:pt x="114608" y="14827"/>
                    <a:pt x="117804" y="14827"/>
                    <a:pt x="123130" y="14827"/>
                  </a:cubicBezTo>
                  <a:cubicBezTo>
                    <a:pt x="140175" y="14827"/>
                    <a:pt x="140885" y="17282"/>
                    <a:pt x="140885" y="20789"/>
                  </a:cubicBezTo>
                  <a:lnTo>
                    <a:pt x="139820" y="27804"/>
                  </a:lnTo>
                  <a:lnTo>
                    <a:pt x="118514" y="110927"/>
                  </a:lnTo>
                  <a:cubicBezTo>
                    <a:pt x="112122" y="97950"/>
                    <a:pt x="101824" y="88480"/>
                    <a:pt x="85845" y="88480"/>
                  </a:cubicBezTo>
                  <a:cubicBezTo>
                    <a:pt x="44298" y="88480"/>
                    <a:pt x="266" y="140037"/>
                    <a:pt x="266" y="191243"/>
                  </a:cubicBezTo>
                  <a:cubicBezTo>
                    <a:pt x="266" y="224212"/>
                    <a:pt x="19796" y="247360"/>
                    <a:pt x="47494" y="247360"/>
                  </a:cubicBezTo>
                  <a:cubicBezTo>
                    <a:pt x="54596" y="247360"/>
                    <a:pt x="72351" y="245957"/>
                    <a:pt x="93657" y="221055"/>
                  </a:cubicBezTo>
                  <a:cubicBezTo>
                    <a:pt x="96498" y="235786"/>
                    <a:pt x="108926" y="247360"/>
                    <a:pt x="125971" y="247360"/>
                  </a:cubicBezTo>
                  <a:cubicBezTo>
                    <a:pt x="138399" y="247360"/>
                    <a:pt x="146567" y="239293"/>
                    <a:pt x="152248" y="228070"/>
                  </a:cubicBezTo>
                  <a:cubicBezTo>
                    <a:pt x="158285" y="215444"/>
                    <a:pt x="162901" y="194049"/>
                    <a:pt x="162901" y="193348"/>
                  </a:cubicBezTo>
                  <a:cubicBezTo>
                    <a:pt x="162901" y="189840"/>
                    <a:pt x="159705" y="189840"/>
                    <a:pt x="158640" y="189840"/>
                  </a:cubicBezTo>
                  <a:cubicBezTo>
                    <a:pt x="155089" y="189840"/>
                    <a:pt x="154734" y="191243"/>
                    <a:pt x="153669" y="196154"/>
                  </a:cubicBezTo>
                  <a:cubicBezTo>
                    <a:pt x="147632" y="218951"/>
                    <a:pt x="141240" y="239644"/>
                    <a:pt x="126681" y="239644"/>
                  </a:cubicBezTo>
                  <a:cubicBezTo>
                    <a:pt x="117093" y="239644"/>
                    <a:pt x="116028" y="230525"/>
                    <a:pt x="116028" y="223510"/>
                  </a:cubicBezTo>
                  <a:cubicBezTo>
                    <a:pt x="116028" y="215093"/>
                    <a:pt x="116738" y="212638"/>
                    <a:pt x="118159" y="206675"/>
                  </a:cubicBezTo>
                  <a:lnTo>
                    <a:pt x="169293" y="3954"/>
                  </a:lnTo>
                  <a:close/>
                  <a:moveTo>
                    <a:pt x="95432" y="201765"/>
                  </a:moveTo>
                  <a:cubicBezTo>
                    <a:pt x="93657" y="208078"/>
                    <a:pt x="93657" y="208780"/>
                    <a:pt x="88330" y="214742"/>
                  </a:cubicBezTo>
                  <a:cubicBezTo>
                    <a:pt x="72706" y="234032"/>
                    <a:pt x="58147" y="239644"/>
                    <a:pt x="48204" y="239644"/>
                  </a:cubicBezTo>
                  <a:cubicBezTo>
                    <a:pt x="30449" y="239644"/>
                    <a:pt x="25478" y="220354"/>
                    <a:pt x="25478" y="206675"/>
                  </a:cubicBezTo>
                  <a:cubicBezTo>
                    <a:pt x="25478" y="189139"/>
                    <a:pt x="36841" y="145999"/>
                    <a:pt x="45008" y="129866"/>
                  </a:cubicBezTo>
                  <a:cubicBezTo>
                    <a:pt x="56016" y="109173"/>
                    <a:pt x="71996" y="96196"/>
                    <a:pt x="86200" y="96196"/>
                  </a:cubicBezTo>
                  <a:cubicBezTo>
                    <a:pt x="109281" y="96196"/>
                    <a:pt x="114253" y="124956"/>
                    <a:pt x="114253" y="127060"/>
                  </a:cubicBezTo>
                  <a:cubicBezTo>
                    <a:pt x="114253" y="129164"/>
                    <a:pt x="113542" y="131269"/>
                    <a:pt x="113187" y="133022"/>
                  </a:cubicBezTo>
                  <a:lnTo>
                    <a:pt x="95432" y="201765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B774D83B-C509-9809-0467-1DF24BA7AD2E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3209641" y="5157809"/>
              <a:ext cx="109867" cy="163018"/>
            </a:xfrm>
            <a:custGeom>
              <a:avLst/>
              <a:gdLst>
                <a:gd name="connsiteX0" fmla="*/ 110139 w 109867"/>
                <a:gd name="connsiteY0" fmla="*/ 118434 h 163018"/>
                <a:gd name="connsiteX1" fmla="*/ 101687 w 109867"/>
                <a:gd name="connsiteY1" fmla="*/ 118434 h 163018"/>
                <a:gd name="connsiteX2" fmla="*/ 95225 w 109867"/>
                <a:gd name="connsiteY2" fmla="*/ 140775 h 163018"/>
                <a:gd name="connsiteX3" fmla="*/ 70616 w 109867"/>
                <a:gd name="connsiteY3" fmla="*/ 142248 h 163018"/>
                <a:gd name="connsiteX4" fmla="*/ 24879 w 109867"/>
                <a:gd name="connsiteY4" fmla="*/ 142248 h 163018"/>
                <a:gd name="connsiteX5" fmla="*/ 74593 w 109867"/>
                <a:gd name="connsiteY5" fmla="*/ 101002 h 163018"/>
                <a:gd name="connsiteX6" fmla="*/ 110139 w 109867"/>
                <a:gd name="connsiteY6" fmla="*/ 47972 h 163018"/>
                <a:gd name="connsiteX7" fmla="*/ 51973 w 109867"/>
                <a:gd name="connsiteY7" fmla="*/ 98 h 163018"/>
                <a:gd name="connsiteX8" fmla="*/ 271 w 109867"/>
                <a:gd name="connsiteY8" fmla="*/ 44044 h 163018"/>
                <a:gd name="connsiteX9" fmla="*/ 13445 w 109867"/>
                <a:gd name="connsiteY9" fmla="*/ 57793 h 163018"/>
                <a:gd name="connsiteX10" fmla="*/ 26619 w 109867"/>
                <a:gd name="connsiteY10" fmla="*/ 44781 h 163018"/>
                <a:gd name="connsiteX11" fmla="*/ 11954 w 109867"/>
                <a:gd name="connsiteY11" fmla="*/ 31769 h 163018"/>
                <a:gd name="connsiteX12" fmla="*/ 48245 w 109867"/>
                <a:gd name="connsiteY12" fmla="*/ 8936 h 163018"/>
                <a:gd name="connsiteX13" fmla="*/ 86027 w 109867"/>
                <a:gd name="connsiteY13" fmla="*/ 47972 h 163018"/>
                <a:gd name="connsiteX14" fmla="*/ 62662 w 109867"/>
                <a:gd name="connsiteY14" fmla="*/ 95110 h 163018"/>
                <a:gd name="connsiteX15" fmla="*/ 2757 w 109867"/>
                <a:gd name="connsiteY15" fmla="*/ 153542 h 163018"/>
                <a:gd name="connsiteX16" fmla="*/ 271 w 109867"/>
                <a:gd name="connsiteY16" fmla="*/ 163116 h 163018"/>
                <a:gd name="connsiteX17" fmla="*/ 102682 w 109867"/>
                <a:gd name="connsiteY17" fmla="*/ 163116 h 163018"/>
                <a:gd name="connsiteX18" fmla="*/ 110139 w 109867"/>
                <a:gd name="connsiteY18" fmla="*/ 118434 h 16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867" h="163018">
                  <a:moveTo>
                    <a:pt x="110139" y="118434"/>
                  </a:moveTo>
                  <a:lnTo>
                    <a:pt x="101687" y="118434"/>
                  </a:lnTo>
                  <a:cubicBezTo>
                    <a:pt x="100942" y="123835"/>
                    <a:pt x="98456" y="138320"/>
                    <a:pt x="95225" y="140775"/>
                  </a:cubicBezTo>
                  <a:cubicBezTo>
                    <a:pt x="93236" y="142248"/>
                    <a:pt x="74096" y="142248"/>
                    <a:pt x="70616" y="142248"/>
                  </a:cubicBezTo>
                  <a:lnTo>
                    <a:pt x="24879" y="142248"/>
                  </a:lnTo>
                  <a:cubicBezTo>
                    <a:pt x="50979" y="119416"/>
                    <a:pt x="59679" y="112541"/>
                    <a:pt x="74593" y="101002"/>
                  </a:cubicBezTo>
                  <a:cubicBezTo>
                    <a:pt x="92987" y="86517"/>
                    <a:pt x="110139" y="71296"/>
                    <a:pt x="110139" y="47972"/>
                  </a:cubicBezTo>
                  <a:cubicBezTo>
                    <a:pt x="110139" y="18266"/>
                    <a:pt x="83790" y="98"/>
                    <a:pt x="51973" y="98"/>
                  </a:cubicBezTo>
                  <a:cubicBezTo>
                    <a:pt x="21151" y="98"/>
                    <a:pt x="271" y="21457"/>
                    <a:pt x="271" y="44044"/>
                  </a:cubicBezTo>
                  <a:cubicBezTo>
                    <a:pt x="271" y="56565"/>
                    <a:pt x="10959" y="57793"/>
                    <a:pt x="13445" y="57793"/>
                  </a:cubicBezTo>
                  <a:cubicBezTo>
                    <a:pt x="19411" y="57793"/>
                    <a:pt x="26619" y="53619"/>
                    <a:pt x="26619" y="44781"/>
                  </a:cubicBezTo>
                  <a:cubicBezTo>
                    <a:pt x="26619" y="40361"/>
                    <a:pt x="24879" y="31769"/>
                    <a:pt x="11954" y="31769"/>
                  </a:cubicBezTo>
                  <a:cubicBezTo>
                    <a:pt x="19659" y="14337"/>
                    <a:pt x="36562" y="8936"/>
                    <a:pt x="48245" y="8936"/>
                  </a:cubicBezTo>
                  <a:cubicBezTo>
                    <a:pt x="73102" y="8936"/>
                    <a:pt x="86027" y="28086"/>
                    <a:pt x="86027" y="47972"/>
                  </a:cubicBezTo>
                  <a:cubicBezTo>
                    <a:pt x="86027" y="69332"/>
                    <a:pt x="70616" y="86272"/>
                    <a:pt x="62662" y="95110"/>
                  </a:cubicBezTo>
                  <a:lnTo>
                    <a:pt x="2757" y="153542"/>
                  </a:lnTo>
                  <a:cubicBezTo>
                    <a:pt x="271" y="155751"/>
                    <a:pt x="271" y="156242"/>
                    <a:pt x="271" y="163116"/>
                  </a:cubicBezTo>
                  <a:lnTo>
                    <a:pt x="102682" y="163116"/>
                  </a:lnTo>
                  <a:lnTo>
                    <a:pt x="110139" y="118434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1526789-2236-3A26-DE6E-803E699E1DC6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3521570" y="4497590"/>
              <a:ext cx="174708" cy="841397"/>
            </a:xfrm>
            <a:custGeom>
              <a:avLst/>
              <a:gdLst>
                <a:gd name="connsiteX0" fmla="*/ 174989 w 174708"/>
                <a:gd name="connsiteY0" fmla="*/ 420949 h 841397"/>
                <a:gd name="connsiteX1" fmla="*/ 52835 w 174708"/>
                <a:gd name="connsiteY1" fmla="*/ 39356 h 841397"/>
                <a:gd name="connsiteX2" fmla="*/ 17680 w 174708"/>
                <a:gd name="connsiteY2" fmla="*/ 4284 h 841397"/>
                <a:gd name="connsiteX3" fmla="*/ 7737 w 174708"/>
                <a:gd name="connsiteY3" fmla="*/ 75 h 841397"/>
                <a:gd name="connsiteX4" fmla="*/ 280 w 174708"/>
                <a:gd name="connsiteY4" fmla="*/ 3582 h 841397"/>
                <a:gd name="connsiteX5" fmla="*/ 2410 w 174708"/>
                <a:gd name="connsiteY5" fmla="*/ 7089 h 841397"/>
                <a:gd name="connsiteX6" fmla="*/ 62422 w 174708"/>
                <a:gd name="connsiteY6" fmla="*/ 81093 h 841397"/>
                <a:gd name="connsiteX7" fmla="*/ 145515 w 174708"/>
                <a:gd name="connsiteY7" fmla="*/ 420598 h 841397"/>
                <a:gd name="connsiteX8" fmla="*/ 74140 w 174708"/>
                <a:gd name="connsiteY8" fmla="*/ 741164 h 841397"/>
                <a:gd name="connsiteX9" fmla="*/ 1700 w 174708"/>
                <a:gd name="connsiteY9" fmla="*/ 834808 h 841397"/>
                <a:gd name="connsiteX10" fmla="*/ 280 w 174708"/>
                <a:gd name="connsiteY10" fmla="*/ 837965 h 841397"/>
                <a:gd name="connsiteX11" fmla="*/ 7737 w 174708"/>
                <a:gd name="connsiteY11" fmla="*/ 841472 h 841397"/>
                <a:gd name="connsiteX12" fmla="*/ 18745 w 174708"/>
                <a:gd name="connsiteY12" fmla="*/ 836211 h 841397"/>
                <a:gd name="connsiteX13" fmla="*/ 174989 w 174708"/>
                <a:gd name="connsiteY13" fmla="*/ 420949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89" y="420949"/>
                  </a:moveTo>
                  <a:cubicBezTo>
                    <a:pt x="174989" y="283113"/>
                    <a:pt x="143030" y="144224"/>
                    <a:pt x="52835" y="39356"/>
                  </a:cubicBezTo>
                  <a:cubicBezTo>
                    <a:pt x="45733" y="31290"/>
                    <a:pt x="32239" y="16910"/>
                    <a:pt x="17680" y="4284"/>
                  </a:cubicBezTo>
                  <a:cubicBezTo>
                    <a:pt x="13418" y="75"/>
                    <a:pt x="12708" y="75"/>
                    <a:pt x="7737" y="75"/>
                  </a:cubicBezTo>
                  <a:cubicBezTo>
                    <a:pt x="3476" y="75"/>
                    <a:pt x="280" y="75"/>
                    <a:pt x="280" y="3582"/>
                  </a:cubicBezTo>
                  <a:cubicBezTo>
                    <a:pt x="280" y="4985"/>
                    <a:pt x="1700" y="6388"/>
                    <a:pt x="2410" y="7089"/>
                  </a:cubicBezTo>
                  <a:cubicBezTo>
                    <a:pt x="14839" y="19716"/>
                    <a:pt x="38631" y="43214"/>
                    <a:pt x="62422" y="81093"/>
                  </a:cubicBezTo>
                  <a:cubicBezTo>
                    <a:pt x="119593" y="171581"/>
                    <a:pt x="145515" y="285568"/>
                    <a:pt x="145515" y="420598"/>
                  </a:cubicBezTo>
                  <a:cubicBezTo>
                    <a:pt x="145515" y="514944"/>
                    <a:pt x="132732" y="636647"/>
                    <a:pt x="74140" y="741164"/>
                  </a:cubicBezTo>
                  <a:cubicBezTo>
                    <a:pt x="46088" y="790967"/>
                    <a:pt x="16614" y="820078"/>
                    <a:pt x="1700" y="834808"/>
                  </a:cubicBezTo>
                  <a:cubicBezTo>
                    <a:pt x="990" y="835861"/>
                    <a:pt x="280" y="836913"/>
                    <a:pt x="280" y="837965"/>
                  </a:cubicBezTo>
                  <a:cubicBezTo>
                    <a:pt x="280" y="841472"/>
                    <a:pt x="3476" y="841472"/>
                    <a:pt x="7737" y="841472"/>
                  </a:cubicBezTo>
                  <a:cubicBezTo>
                    <a:pt x="12708" y="841472"/>
                    <a:pt x="13418" y="841472"/>
                    <a:pt x="18745" y="836211"/>
                  </a:cubicBezTo>
                  <a:cubicBezTo>
                    <a:pt x="137703" y="729239"/>
                    <a:pt x="174989" y="568606"/>
                    <a:pt x="174989" y="420949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A480956D-D90D-4CE5-530E-FA5E1A6CD601}"/>
              </a:ext>
            </a:extLst>
          </p:cNvPr>
          <p:cNvGrpSpPr/>
          <p:nvPr/>
        </p:nvGrpSpPr>
        <p:grpSpPr>
          <a:xfrm>
            <a:off x="2627640" y="5082543"/>
            <a:ext cx="242887" cy="323918"/>
            <a:chOff x="2655416" y="5424516"/>
            <a:chExt cx="242887" cy="323918"/>
          </a:xfrm>
        </p:grpSpPr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789BB7C7-F808-CA56-F454-29A3F590A325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2716414" y="5424516"/>
              <a:ext cx="118248" cy="32617"/>
            </a:xfrm>
            <a:custGeom>
              <a:avLst/>
              <a:gdLst>
                <a:gd name="connsiteX0" fmla="*/ 118429 w 118248"/>
                <a:gd name="connsiteY0" fmla="*/ 5347 h 32617"/>
                <a:gd name="connsiteX1" fmla="*/ 112748 w 118248"/>
                <a:gd name="connsiteY1" fmla="*/ 86 h 32617"/>
                <a:gd name="connsiteX2" fmla="*/ 83630 w 118248"/>
                <a:gd name="connsiteY2" fmla="*/ 16921 h 32617"/>
                <a:gd name="connsiteX3" fmla="*/ 60548 w 118248"/>
                <a:gd name="connsiteY3" fmla="*/ 8153 h 32617"/>
                <a:gd name="connsiteX4" fmla="*/ 38532 w 118248"/>
                <a:gd name="connsiteY4" fmla="*/ 86 h 32617"/>
                <a:gd name="connsiteX5" fmla="*/ 181 w 118248"/>
                <a:gd name="connsiteY5" fmla="*/ 27443 h 32617"/>
                <a:gd name="connsiteX6" fmla="*/ 5863 w 118248"/>
                <a:gd name="connsiteY6" fmla="*/ 32704 h 32617"/>
                <a:gd name="connsiteX7" fmla="*/ 34981 w 118248"/>
                <a:gd name="connsiteY7" fmla="*/ 15869 h 32617"/>
                <a:gd name="connsiteX8" fmla="*/ 58063 w 118248"/>
                <a:gd name="connsiteY8" fmla="*/ 24637 h 32617"/>
                <a:gd name="connsiteX9" fmla="*/ 80079 w 118248"/>
                <a:gd name="connsiteY9" fmla="*/ 32704 h 32617"/>
                <a:gd name="connsiteX10" fmla="*/ 118429 w 118248"/>
                <a:gd name="connsiteY10" fmla="*/ 5347 h 32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48" h="32617">
                  <a:moveTo>
                    <a:pt x="118429" y="5347"/>
                  </a:moveTo>
                  <a:lnTo>
                    <a:pt x="112748" y="86"/>
                  </a:lnTo>
                  <a:cubicBezTo>
                    <a:pt x="112748" y="437"/>
                    <a:pt x="99254" y="16921"/>
                    <a:pt x="83630" y="16921"/>
                  </a:cubicBezTo>
                  <a:cubicBezTo>
                    <a:pt x="75462" y="16921"/>
                    <a:pt x="66585" y="11660"/>
                    <a:pt x="60548" y="8153"/>
                  </a:cubicBezTo>
                  <a:cubicBezTo>
                    <a:pt x="50961" y="2541"/>
                    <a:pt x="44569" y="86"/>
                    <a:pt x="38532" y="86"/>
                  </a:cubicBezTo>
                  <a:cubicBezTo>
                    <a:pt x="25038" y="86"/>
                    <a:pt x="18291" y="7802"/>
                    <a:pt x="181" y="27443"/>
                  </a:cubicBezTo>
                  <a:lnTo>
                    <a:pt x="5863" y="32704"/>
                  </a:lnTo>
                  <a:cubicBezTo>
                    <a:pt x="5863" y="32353"/>
                    <a:pt x="19357" y="15869"/>
                    <a:pt x="34981" y="15869"/>
                  </a:cubicBezTo>
                  <a:cubicBezTo>
                    <a:pt x="43148" y="15869"/>
                    <a:pt x="52026" y="21130"/>
                    <a:pt x="58063" y="24637"/>
                  </a:cubicBezTo>
                  <a:cubicBezTo>
                    <a:pt x="67650" y="30249"/>
                    <a:pt x="74042" y="32704"/>
                    <a:pt x="80079" y="32704"/>
                  </a:cubicBezTo>
                  <a:cubicBezTo>
                    <a:pt x="93572" y="32704"/>
                    <a:pt x="100319" y="24988"/>
                    <a:pt x="118429" y="5347"/>
                  </a:cubicBezTo>
                  <a:close/>
                </a:path>
              </a:pathLst>
            </a:custGeom>
            <a:solidFill>
              <a:schemeClr val="tx1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54E7786F-32B8-9932-1DB1-9EBB2AB73D2A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2655416" y="5509939"/>
              <a:ext cx="242887" cy="238495"/>
            </a:xfrm>
            <a:custGeom>
              <a:avLst/>
              <a:gdLst>
                <a:gd name="connsiteX0" fmla="*/ 243068 w 242887"/>
                <a:gd name="connsiteY0" fmla="*/ 142485 h 238495"/>
                <a:gd name="connsiteX1" fmla="*/ 226378 w 242887"/>
                <a:gd name="connsiteY1" fmla="*/ 142485 h 238495"/>
                <a:gd name="connsiteX2" fmla="*/ 142930 w 242887"/>
                <a:gd name="connsiteY2" fmla="*/ 222100 h 238495"/>
                <a:gd name="connsiteX3" fmla="*/ 88955 w 242887"/>
                <a:gd name="connsiteY3" fmla="*/ 222100 h 238495"/>
                <a:gd name="connsiteX4" fmla="*/ 88955 w 242887"/>
                <a:gd name="connsiteY4" fmla="*/ 123195 h 238495"/>
                <a:gd name="connsiteX5" fmla="*/ 108485 w 242887"/>
                <a:gd name="connsiteY5" fmla="*/ 123195 h 238495"/>
                <a:gd name="connsiteX6" fmla="*/ 146126 w 242887"/>
                <a:gd name="connsiteY6" fmla="*/ 164230 h 238495"/>
                <a:gd name="connsiteX7" fmla="*/ 162816 w 242887"/>
                <a:gd name="connsiteY7" fmla="*/ 164230 h 238495"/>
                <a:gd name="connsiteX8" fmla="*/ 162816 w 242887"/>
                <a:gd name="connsiteY8" fmla="*/ 65675 h 238495"/>
                <a:gd name="connsiteX9" fmla="*/ 146126 w 242887"/>
                <a:gd name="connsiteY9" fmla="*/ 65675 h 238495"/>
                <a:gd name="connsiteX10" fmla="*/ 108485 w 242887"/>
                <a:gd name="connsiteY10" fmla="*/ 106710 h 238495"/>
                <a:gd name="connsiteX11" fmla="*/ 88955 w 242887"/>
                <a:gd name="connsiteY11" fmla="*/ 106710 h 238495"/>
                <a:gd name="connsiteX12" fmla="*/ 88955 w 242887"/>
                <a:gd name="connsiteY12" fmla="*/ 16573 h 238495"/>
                <a:gd name="connsiteX13" fmla="*/ 142930 w 242887"/>
                <a:gd name="connsiteY13" fmla="*/ 16573 h 238495"/>
                <a:gd name="connsiteX14" fmla="*/ 215015 w 242887"/>
                <a:gd name="connsiteY14" fmla="*/ 84614 h 238495"/>
                <a:gd name="connsiteX15" fmla="*/ 231705 w 242887"/>
                <a:gd name="connsiteY15" fmla="*/ 84614 h 238495"/>
                <a:gd name="connsiteX16" fmla="*/ 220697 w 242887"/>
                <a:gd name="connsiteY16" fmla="*/ 89 h 238495"/>
                <a:gd name="connsiteX17" fmla="*/ 180 w 242887"/>
                <a:gd name="connsiteY17" fmla="*/ 89 h 238495"/>
                <a:gd name="connsiteX18" fmla="*/ 180 w 242887"/>
                <a:gd name="connsiteY18" fmla="*/ 16573 h 238495"/>
                <a:gd name="connsiteX19" fmla="*/ 38531 w 242887"/>
                <a:gd name="connsiteY19" fmla="*/ 16573 h 238495"/>
                <a:gd name="connsiteX20" fmla="*/ 38531 w 242887"/>
                <a:gd name="connsiteY20" fmla="*/ 222100 h 238495"/>
                <a:gd name="connsiteX21" fmla="*/ 180 w 242887"/>
                <a:gd name="connsiteY21" fmla="*/ 222100 h 238495"/>
                <a:gd name="connsiteX22" fmla="*/ 180 w 242887"/>
                <a:gd name="connsiteY22" fmla="*/ 238584 h 238495"/>
                <a:gd name="connsiteX23" fmla="*/ 226733 w 242887"/>
                <a:gd name="connsiteY23" fmla="*/ 238584 h 238495"/>
                <a:gd name="connsiteX24" fmla="*/ 243068 w 242887"/>
                <a:gd name="connsiteY24" fmla="*/ 142485 h 238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2887" h="238495">
                  <a:moveTo>
                    <a:pt x="243068" y="142485"/>
                  </a:moveTo>
                  <a:lnTo>
                    <a:pt x="226378" y="142485"/>
                  </a:lnTo>
                  <a:cubicBezTo>
                    <a:pt x="218566" y="190885"/>
                    <a:pt x="208623" y="222100"/>
                    <a:pt x="142930" y="222100"/>
                  </a:cubicBezTo>
                  <a:lnTo>
                    <a:pt x="88955" y="222100"/>
                  </a:lnTo>
                  <a:lnTo>
                    <a:pt x="88955" y="123195"/>
                  </a:lnTo>
                  <a:lnTo>
                    <a:pt x="108485" y="123195"/>
                  </a:lnTo>
                  <a:cubicBezTo>
                    <a:pt x="142575" y="123195"/>
                    <a:pt x="146126" y="138276"/>
                    <a:pt x="146126" y="164230"/>
                  </a:cubicBezTo>
                  <a:lnTo>
                    <a:pt x="162816" y="164230"/>
                  </a:lnTo>
                  <a:lnTo>
                    <a:pt x="162816" y="65675"/>
                  </a:lnTo>
                  <a:lnTo>
                    <a:pt x="146126" y="65675"/>
                  </a:lnTo>
                  <a:cubicBezTo>
                    <a:pt x="146126" y="91629"/>
                    <a:pt x="142930" y="106710"/>
                    <a:pt x="108485" y="106710"/>
                  </a:cubicBezTo>
                  <a:lnTo>
                    <a:pt x="88955" y="106710"/>
                  </a:lnTo>
                  <a:lnTo>
                    <a:pt x="88955" y="16573"/>
                  </a:lnTo>
                  <a:lnTo>
                    <a:pt x="142930" y="16573"/>
                  </a:lnTo>
                  <a:cubicBezTo>
                    <a:pt x="200101" y="16573"/>
                    <a:pt x="209334" y="42176"/>
                    <a:pt x="215015" y="84614"/>
                  </a:cubicBezTo>
                  <a:lnTo>
                    <a:pt x="231705" y="84614"/>
                  </a:lnTo>
                  <a:lnTo>
                    <a:pt x="220697" y="89"/>
                  </a:lnTo>
                  <a:lnTo>
                    <a:pt x="180" y="89"/>
                  </a:lnTo>
                  <a:lnTo>
                    <a:pt x="180" y="16573"/>
                  </a:lnTo>
                  <a:lnTo>
                    <a:pt x="38531" y="16573"/>
                  </a:lnTo>
                  <a:lnTo>
                    <a:pt x="38531" y="222100"/>
                  </a:lnTo>
                  <a:lnTo>
                    <a:pt x="180" y="222100"/>
                  </a:lnTo>
                  <a:lnTo>
                    <a:pt x="180" y="238584"/>
                  </a:lnTo>
                  <a:lnTo>
                    <a:pt x="226733" y="238584"/>
                  </a:lnTo>
                  <a:lnTo>
                    <a:pt x="243068" y="142485"/>
                  </a:lnTo>
                  <a:close/>
                </a:path>
              </a:pathLst>
            </a:custGeom>
            <a:solidFill>
              <a:schemeClr val="tx1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E715A768-C2F4-3222-64AB-E275AF26AB00}"/>
              </a:ext>
            </a:extLst>
          </p:cNvPr>
          <p:cNvGrpSpPr/>
          <p:nvPr/>
        </p:nvGrpSpPr>
        <p:grpSpPr>
          <a:xfrm>
            <a:off x="4951691" y="5608137"/>
            <a:ext cx="242887" cy="323918"/>
            <a:chOff x="2655416" y="5424516"/>
            <a:chExt cx="242887" cy="323918"/>
          </a:xfrm>
        </p:grpSpPr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2ECA0561-2288-EDE6-57DE-A6A09D5F8254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2716414" y="5424516"/>
              <a:ext cx="118248" cy="32617"/>
            </a:xfrm>
            <a:custGeom>
              <a:avLst/>
              <a:gdLst>
                <a:gd name="connsiteX0" fmla="*/ 118429 w 118248"/>
                <a:gd name="connsiteY0" fmla="*/ 5347 h 32617"/>
                <a:gd name="connsiteX1" fmla="*/ 112748 w 118248"/>
                <a:gd name="connsiteY1" fmla="*/ 86 h 32617"/>
                <a:gd name="connsiteX2" fmla="*/ 83630 w 118248"/>
                <a:gd name="connsiteY2" fmla="*/ 16921 h 32617"/>
                <a:gd name="connsiteX3" fmla="*/ 60548 w 118248"/>
                <a:gd name="connsiteY3" fmla="*/ 8153 h 32617"/>
                <a:gd name="connsiteX4" fmla="*/ 38532 w 118248"/>
                <a:gd name="connsiteY4" fmla="*/ 86 h 32617"/>
                <a:gd name="connsiteX5" fmla="*/ 181 w 118248"/>
                <a:gd name="connsiteY5" fmla="*/ 27443 h 32617"/>
                <a:gd name="connsiteX6" fmla="*/ 5863 w 118248"/>
                <a:gd name="connsiteY6" fmla="*/ 32704 h 32617"/>
                <a:gd name="connsiteX7" fmla="*/ 34981 w 118248"/>
                <a:gd name="connsiteY7" fmla="*/ 15869 h 32617"/>
                <a:gd name="connsiteX8" fmla="*/ 58063 w 118248"/>
                <a:gd name="connsiteY8" fmla="*/ 24637 h 32617"/>
                <a:gd name="connsiteX9" fmla="*/ 80079 w 118248"/>
                <a:gd name="connsiteY9" fmla="*/ 32704 h 32617"/>
                <a:gd name="connsiteX10" fmla="*/ 118429 w 118248"/>
                <a:gd name="connsiteY10" fmla="*/ 5347 h 32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48" h="32617">
                  <a:moveTo>
                    <a:pt x="118429" y="5347"/>
                  </a:moveTo>
                  <a:lnTo>
                    <a:pt x="112748" y="86"/>
                  </a:lnTo>
                  <a:cubicBezTo>
                    <a:pt x="112748" y="437"/>
                    <a:pt x="99254" y="16921"/>
                    <a:pt x="83630" y="16921"/>
                  </a:cubicBezTo>
                  <a:cubicBezTo>
                    <a:pt x="75462" y="16921"/>
                    <a:pt x="66585" y="11660"/>
                    <a:pt x="60548" y="8153"/>
                  </a:cubicBezTo>
                  <a:cubicBezTo>
                    <a:pt x="50961" y="2541"/>
                    <a:pt x="44569" y="86"/>
                    <a:pt x="38532" y="86"/>
                  </a:cubicBezTo>
                  <a:cubicBezTo>
                    <a:pt x="25038" y="86"/>
                    <a:pt x="18291" y="7802"/>
                    <a:pt x="181" y="27443"/>
                  </a:cubicBezTo>
                  <a:lnTo>
                    <a:pt x="5863" y="32704"/>
                  </a:lnTo>
                  <a:cubicBezTo>
                    <a:pt x="5863" y="32353"/>
                    <a:pt x="19357" y="15869"/>
                    <a:pt x="34981" y="15869"/>
                  </a:cubicBezTo>
                  <a:cubicBezTo>
                    <a:pt x="43148" y="15869"/>
                    <a:pt x="52026" y="21130"/>
                    <a:pt x="58063" y="24637"/>
                  </a:cubicBezTo>
                  <a:cubicBezTo>
                    <a:pt x="67650" y="30249"/>
                    <a:pt x="74042" y="32704"/>
                    <a:pt x="80079" y="32704"/>
                  </a:cubicBezTo>
                  <a:cubicBezTo>
                    <a:pt x="93572" y="32704"/>
                    <a:pt x="100319" y="24988"/>
                    <a:pt x="118429" y="5347"/>
                  </a:cubicBezTo>
                  <a:close/>
                </a:path>
              </a:pathLst>
            </a:custGeom>
            <a:solidFill>
              <a:schemeClr val="tx1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191F10EF-91AB-2053-29D3-224C7B088C2D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2655416" y="5509939"/>
              <a:ext cx="242887" cy="238495"/>
            </a:xfrm>
            <a:custGeom>
              <a:avLst/>
              <a:gdLst>
                <a:gd name="connsiteX0" fmla="*/ 243068 w 242887"/>
                <a:gd name="connsiteY0" fmla="*/ 142485 h 238495"/>
                <a:gd name="connsiteX1" fmla="*/ 226378 w 242887"/>
                <a:gd name="connsiteY1" fmla="*/ 142485 h 238495"/>
                <a:gd name="connsiteX2" fmla="*/ 142930 w 242887"/>
                <a:gd name="connsiteY2" fmla="*/ 222100 h 238495"/>
                <a:gd name="connsiteX3" fmla="*/ 88955 w 242887"/>
                <a:gd name="connsiteY3" fmla="*/ 222100 h 238495"/>
                <a:gd name="connsiteX4" fmla="*/ 88955 w 242887"/>
                <a:gd name="connsiteY4" fmla="*/ 123195 h 238495"/>
                <a:gd name="connsiteX5" fmla="*/ 108485 w 242887"/>
                <a:gd name="connsiteY5" fmla="*/ 123195 h 238495"/>
                <a:gd name="connsiteX6" fmla="*/ 146126 w 242887"/>
                <a:gd name="connsiteY6" fmla="*/ 164230 h 238495"/>
                <a:gd name="connsiteX7" fmla="*/ 162816 w 242887"/>
                <a:gd name="connsiteY7" fmla="*/ 164230 h 238495"/>
                <a:gd name="connsiteX8" fmla="*/ 162816 w 242887"/>
                <a:gd name="connsiteY8" fmla="*/ 65675 h 238495"/>
                <a:gd name="connsiteX9" fmla="*/ 146126 w 242887"/>
                <a:gd name="connsiteY9" fmla="*/ 65675 h 238495"/>
                <a:gd name="connsiteX10" fmla="*/ 108485 w 242887"/>
                <a:gd name="connsiteY10" fmla="*/ 106710 h 238495"/>
                <a:gd name="connsiteX11" fmla="*/ 88955 w 242887"/>
                <a:gd name="connsiteY11" fmla="*/ 106710 h 238495"/>
                <a:gd name="connsiteX12" fmla="*/ 88955 w 242887"/>
                <a:gd name="connsiteY12" fmla="*/ 16573 h 238495"/>
                <a:gd name="connsiteX13" fmla="*/ 142930 w 242887"/>
                <a:gd name="connsiteY13" fmla="*/ 16573 h 238495"/>
                <a:gd name="connsiteX14" fmla="*/ 215015 w 242887"/>
                <a:gd name="connsiteY14" fmla="*/ 84614 h 238495"/>
                <a:gd name="connsiteX15" fmla="*/ 231705 w 242887"/>
                <a:gd name="connsiteY15" fmla="*/ 84614 h 238495"/>
                <a:gd name="connsiteX16" fmla="*/ 220697 w 242887"/>
                <a:gd name="connsiteY16" fmla="*/ 89 h 238495"/>
                <a:gd name="connsiteX17" fmla="*/ 180 w 242887"/>
                <a:gd name="connsiteY17" fmla="*/ 89 h 238495"/>
                <a:gd name="connsiteX18" fmla="*/ 180 w 242887"/>
                <a:gd name="connsiteY18" fmla="*/ 16573 h 238495"/>
                <a:gd name="connsiteX19" fmla="*/ 38531 w 242887"/>
                <a:gd name="connsiteY19" fmla="*/ 16573 h 238495"/>
                <a:gd name="connsiteX20" fmla="*/ 38531 w 242887"/>
                <a:gd name="connsiteY20" fmla="*/ 222100 h 238495"/>
                <a:gd name="connsiteX21" fmla="*/ 180 w 242887"/>
                <a:gd name="connsiteY21" fmla="*/ 222100 h 238495"/>
                <a:gd name="connsiteX22" fmla="*/ 180 w 242887"/>
                <a:gd name="connsiteY22" fmla="*/ 238584 h 238495"/>
                <a:gd name="connsiteX23" fmla="*/ 226733 w 242887"/>
                <a:gd name="connsiteY23" fmla="*/ 238584 h 238495"/>
                <a:gd name="connsiteX24" fmla="*/ 243068 w 242887"/>
                <a:gd name="connsiteY24" fmla="*/ 142485 h 238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2887" h="238495">
                  <a:moveTo>
                    <a:pt x="243068" y="142485"/>
                  </a:moveTo>
                  <a:lnTo>
                    <a:pt x="226378" y="142485"/>
                  </a:lnTo>
                  <a:cubicBezTo>
                    <a:pt x="218566" y="190885"/>
                    <a:pt x="208623" y="222100"/>
                    <a:pt x="142930" y="222100"/>
                  </a:cubicBezTo>
                  <a:lnTo>
                    <a:pt x="88955" y="222100"/>
                  </a:lnTo>
                  <a:lnTo>
                    <a:pt x="88955" y="123195"/>
                  </a:lnTo>
                  <a:lnTo>
                    <a:pt x="108485" y="123195"/>
                  </a:lnTo>
                  <a:cubicBezTo>
                    <a:pt x="142575" y="123195"/>
                    <a:pt x="146126" y="138276"/>
                    <a:pt x="146126" y="164230"/>
                  </a:cubicBezTo>
                  <a:lnTo>
                    <a:pt x="162816" y="164230"/>
                  </a:lnTo>
                  <a:lnTo>
                    <a:pt x="162816" y="65675"/>
                  </a:lnTo>
                  <a:lnTo>
                    <a:pt x="146126" y="65675"/>
                  </a:lnTo>
                  <a:cubicBezTo>
                    <a:pt x="146126" y="91629"/>
                    <a:pt x="142930" y="106710"/>
                    <a:pt x="108485" y="106710"/>
                  </a:cubicBezTo>
                  <a:lnTo>
                    <a:pt x="88955" y="106710"/>
                  </a:lnTo>
                  <a:lnTo>
                    <a:pt x="88955" y="16573"/>
                  </a:lnTo>
                  <a:lnTo>
                    <a:pt x="142930" y="16573"/>
                  </a:lnTo>
                  <a:cubicBezTo>
                    <a:pt x="200101" y="16573"/>
                    <a:pt x="209334" y="42176"/>
                    <a:pt x="215015" y="84614"/>
                  </a:cubicBezTo>
                  <a:lnTo>
                    <a:pt x="231705" y="84614"/>
                  </a:lnTo>
                  <a:lnTo>
                    <a:pt x="220697" y="89"/>
                  </a:lnTo>
                  <a:lnTo>
                    <a:pt x="180" y="89"/>
                  </a:lnTo>
                  <a:lnTo>
                    <a:pt x="180" y="16573"/>
                  </a:lnTo>
                  <a:lnTo>
                    <a:pt x="38531" y="16573"/>
                  </a:lnTo>
                  <a:lnTo>
                    <a:pt x="38531" y="222100"/>
                  </a:lnTo>
                  <a:lnTo>
                    <a:pt x="180" y="222100"/>
                  </a:lnTo>
                  <a:lnTo>
                    <a:pt x="180" y="238584"/>
                  </a:lnTo>
                  <a:lnTo>
                    <a:pt x="226733" y="238584"/>
                  </a:lnTo>
                  <a:lnTo>
                    <a:pt x="243068" y="142485"/>
                  </a:lnTo>
                  <a:close/>
                </a:path>
              </a:pathLst>
            </a:custGeom>
            <a:solidFill>
              <a:schemeClr val="tx1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pic>
        <p:nvPicPr>
          <p:cNvPr id="210" name="Picture 209">
            <a:extLst>
              <a:ext uri="{FF2B5EF4-FFF2-40B4-BE49-F238E27FC236}">
                <a16:creationId xmlns:a16="http://schemas.microsoft.com/office/drawing/2014/main" id="{6C93902B-9EDA-5AF5-6D7C-B0916B5B5535}"/>
              </a:ext>
            </a:extLst>
          </p:cNvPr>
          <p:cNvPicPr>
            <a:picLocks noChangeAspect="1"/>
          </p:cNvPicPr>
          <p:nvPr/>
        </p:nvPicPr>
        <p:blipFill rotWithShape="1">
          <a:blip r:embed="rId102"/>
          <a:srcRect t="36682" r="52203" b="4053"/>
          <a:stretch/>
        </p:blipFill>
        <p:spPr>
          <a:xfrm>
            <a:off x="8798793" y="1396935"/>
            <a:ext cx="2691548" cy="4693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541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BD811-5F5D-2AEB-D1CB-B8DA7C41E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Positional Encoding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B8E6DC-3C9D-F6CC-955C-548E3C48D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40</a:t>
            </a:fld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Content Placeholder 5">
                <a:extLst>
                  <a:ext uri="{FF2B5EF4-FFF2-40B4-BE49-F238E27FC236}">
                    <a16:creationId xmlns:a16="http://schemas.microsoft.com/office/drawing/2014/main" id="{CAD66DC9-4033-77A8-797D-C9E13216CF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16551"/>
                <a:ext cx="10515600" cy="4351338"/>
              </a:xfrm>
            </p:spPr>
            <p:txBody>
              <a:bodyPr/>
              <a:lstStyle/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choice of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10,000</m:t>
                    </m:r>
                  </m:oMath>
                </a14:m>
                <a:r>
                  <a:rPr lang="en-US" dirty="0"/>
                  <a:t> is somewhat arbitrary, but it’s overall theoretically motivated: The positional add-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relation can be represented by a linear transformation.</a:t>
                </a:r>
              </a:p>
              <a:p>
                <a:endParaRPr lang="en-CA" dirty="0"/>
              </a:p>
              <a:p>
                <a:r>
                  <a:rPr lang="en-CA" dirty="0"/>
                  <a:t>Proof idea: use the addition theorems on trigonometric functions</a:t>
                </a:r>
              </a:p>
            </p:txBody>
          </p:sp>
        </mc:Choice>
        <mc:Fallback>
          <p:sp>
            <p:nvSpPr>
              <p:cNvPr id="132" name="Content Placeholder 5">
                <a:extLst>
                  <a:ext uri="{FF2B5EF4-FFF2-40B4-BE49-F238E27FC236}">
                    <a16:creationId xmlns:a16="http://schemas.microsoft.com/office/drawing/2014/main" id="{CAD66DC9-4033-77A8-797D-C9E13216CF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16551"/>
                <a:ext cx="10515600" cy="4351338"/>
              </a:xfrm>
              <a:blipFill>
                <a:blip r:embed="rId128"/>
                <a:stretch>
                  <a:fillRect l="-812" r="-34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3" name="Group 132" descr="\documentclass{article}&#10;\usepackage{amsmath,amssymb}&#10;\pagestyle{empty}&#10;\begin{document}&#10;&#10;\newcommand{\score}{\textrm{score}}&#10;\newcommand{\classify}{\textrm{classify}}&#10;\newcommand{\bx}{\mathbf{x}}&#10;&#10;\begin{align*}&#10;\mathbf{p}_{p, 2i} = \sin\left(\frac{p}{10000^{\frac{2i}{d}}}\right), \mathbf{p}_{p, 2i+1} = \cos\left(\frac{p}{10000^{\frac{2i}{d}}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04D8B6EF-DD10-F644-6CC6-4817ACC55605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2344569" y="1649143"/>
            <a:ext cx="7502862" cy="849897"/>
            <a:chOff x="6544953" y="4501208"/>
            <a:chExt cx="7502862" cy="849897"/>
          </a:xfrm>
        </p:grpSpPr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C95006E4-5082-B99E-DCCB-44BAFFF274E5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6544953" y="4855484"/>
              <a:ext cx="199221" cy="228150"/>
            </a:xfrm>
            <a:custGeom>
              <a:avLst/>
              <a:gdLst>
                <a:gd name="connsiteX0" fmla="*/ 64883 w 199221"/>
                <a:gd name="connsiteY0" fmla="*/ 42955 h 228150"/>
                <a:gd name="connsiteX1" fmla="*/ 70191 w 199221"/>
                <a:gd name="connsiteY1" fmla="*/ 30910 h 228150"/>
                <a:gd name="connsiteX2" fmla="*/ 110530 w 199221"/>
                <a:gd name="connsiteY2" fmla="*/ 14259 h 228150"/>
                <a:gd name="connsiteX3" fmla="*/ 154055 w 199221"/>
                <a:gd name="connsiteY3" fmla="*/ 80508 h 228150"/>
                <a:gd name="connsiteX4" fmla="*/ 106284 w 199221"/>
                <a:gd name="connsiteY4" fmla="*/ 148882 h 228150"/>
                <a:gd name="connsiteX5" fmla="*/ 68775 w 199221"/>
                <a:gd name="connsiteY5" fmla="*/ 129752 h 228150"/>
                <a:gd name="connsiteX6" fmla="*/ 64883 w 199221"/>
                <a:gd name="connsiteY6" fmla="*/ 118061 h 228150"/>
                <a:gd name="connsiteX7" fmla="*/ 64883 w 199221"/>
                <a:gd name="connsiteY7" fmla="*/ 42955 h 228150"/>
                <a:gd name="connsiteX8" fmla="*/ 64883 w 199221"/>
                <a:gd name="connsiteY8" fmla="*/ 145694 h 228150"/>
                <a:gd name="connsiteX9" fmla="*/ 110176 w 199221"/>
                <a:gd name="connsiteY9" fmla="*/ 161636 h 228150"/>
                <a:gd name="connsiteX10" fmla="*/ 199349 w 199221"/>
                <a:gd name="connsiteY10" fmla="*/ 80508 h 228150"/>
                <a:gd name="connsiteX11" fmla="*/ 116192 w 199221"/>
                <a:gd name="connsiteY11" fmla="*/ 88 h 228150"/>
                <a:gd name="connsiteX12" fmla="*/ 62760 w 199221"/>
                <a:gd name="connsiteY12" fmla="*/ 17447 h 228150"/>
                <a:gd name="connsiteX13" fmla="*/ 62760 w 199221"/>
                <a:gd name="connsiteY13" fmla="*/ 88 h 228150"/>
                <a:gd name="connsiteX14" fmla="*/ 127 w 199221"/>
                <a:gd name="connsiteY14" fmla="*/ 2922 h 228150"/>
                <a:gd name="connsiteX15" fmla="*/ 127 w 199221"/>
                <a:gd name="connsiteY15" fmla="*/ 19573 h 228150"/>
                <a:gd name="connsiteX16" fmla="*/ 24543 w 199221"/>
                <a:gd name="connsiteY16" fmla="*/ 33035 h 228150"/>
                <a:gd name="connsiteX17" fmla="*/ 24543 w 199221"/>
                <a:gd name="connsiteY17" fmla="*/ 211588 h 228150"/>
                <a:gd name="connsiteX18" fmla="*/ 127 w 199221"/>
                <a:gd name="connsiteY18" fmla="*/ 211588 h 228150"/>
                <a:gd name="connsiteX19" fmla="*/ 127 w 199221"/>
                <a:gd name="connsiteY19" fmla="*/ 228239 h 228150"/>
                <a:gd name="connsiteX20" fmla="*/ 44713 w 199221"/>
                <a:gd name="connsiteY20" fmla="*/ 227176 h 228150"/>
                <a:gd name="connsiteX21" fmla="*/ 89299 w 199221"/>
                <a:gd name="connsiteY21" fmla="*/ 228239 h 228150"/>
                <a:gd name="connsiteX22" fmla="*/ 89299 w 199221"/>
                <a:gd name="connsiteY22" fmla="*/ 211588 h 228150"/>
                <a:gd name="connsiteX23" fmla="*/ 64883 w 199221"/>
                <a:gd name="connsiteY23" fmla="*/ 211588 h 228150"/>
                <a:gd name="connsiteX24" fmla="*/ 64883 w 199221"/>
                <a:gd name="connsiteY24" fmla="*/ 145694 h 228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9221" h="228150">
                  <a:moveTo>
                    <a:pt x="64883" y="42955"/>
                  </a:moveTo>
                  <a:cubicBezTo>
                    <a:pt x="64883" y="36224"/>
                    <a:pt x="65237" y="35870"/>
                    <a:pt x="70191" y="30910"/>
                  </a:cubicBezTo>
                  <a:cubicBezTo>
                    <a:pt x="84345" y="16385"/>
                    <a:pt x="102745" y="14259"/>
                    <a:pt x="110530" y="14259"/>
                  </a:cubicBezTo>
                  <a:cubicBezTo>
                    <a:pt x="134239" y="14259"/>
                    <a:pt x="154055" y="35870"/>
                    <a:pt x="154055" y="80508"/>
                  </a:cubicBezTo>
                  <a:cubicBezTo>
                    <a:pt x="154055" y="130460"/>
                    <a:pt x="129285" y="148882"/>
                    <a:pt x="106284" y="148882"/>
                  </a:cubicBezTo>
                  <a:cubicBezTo>
                    <a:pt x="101330" y="148882"/>
                    <a:pt x="84699" y="148882"/>
                    <a:pt x="68775" y="129752"/>
                  </a:cubicBezTo>
                  <a:cubicBezTo>
                    <a:pt x="64883" y="125146"/>
                    <a:pt x="64883" y="124792"/>
                    <a:pt x="64883" y="118061"/>
                  </a:cubicBezTo>
                  <a:lnTo>
                    <a:pt x="64883" y="42955"/>
                  </a:lnTo>
                  <a:close/>
                  <a:moveTo>
                    <a:pt x="64883" y="145694"/>
                  </a:moveTo>
                  <a:cubicBezTo>
                    <a:pt x="80099" y="158093"/>
                    <a:pt x="95668" y="161636"/>
                    <a:pt x="110176" y="161636"/>
                  </a:cubicBezTo>
                  <a:cubicBezTo>
                    <a:pt x="163255" y="161636"/>
                    <a:pt x="199349" y="129752"/>
                    <a:pt x="199349" y="80508"/>
                  </a:cubicBezTo>
                  <a:cubicBezTo>
                    <a:pt x="199349" y="33390"/>
                    <a:pt x="167148" y="88"/>
                    <a:pt x="116192" y="88"/>
                  </a:cubicBezTo>
                  <a:cubicBezTo>
                    <a:pt x="89653" y="88"/>
                    <a:pt x="70898" y="11071"/>
                    <a:pt x="62760" y="17447"/>
                  </a:cubicBezTo>
                  <a:lnTo>
                    <a:pt x="62760" y="88"/>
                  </a:lnTo>
                  <a:lnTo>
                    <a:pt x="127" y="2922"/>
                  </a:lnTo>
                  <a:lnTo>
                    <a:pt x="127" y="19573"/>
                  </a:lnTo>
                  <a:cubicBezTo>
                    <a:pt x="22066" y="19573"/>
                    <a:pt x="24543" y="19573"/>
                    <a:pt x="24543" y="33035"/>
                  </a:cubicBezTo>
                  <a:lnTo>
                    <a:pt x="24543" y="211588"/>
                  </a:lnTo>
                  <a:lnTo>
                    <a:pt x="127" y="211588"/>
                  </a:lnTo>
                  <a:lnTo>
                    <a:pt x="127" y="228239"/>
                  </a:lnTo>
                  <a:cubicBezTo>
                    <a:pt x="10035" y="227885"/>
                    <a:pt x="31266" y="227176"/>
                    <a:pt x="44713" y="227176"/>
                  </a:cubicBezTo>
                  <a:cubicBezTo>
                    <a:pt x="58513" y="227176"/>
                    <a:pt x="79391" y="227885"/>
                    <a:pt x="89299" y="228239"/>
                  </a:cubicBezTo>
                  <a:lnTo>
                    <a:pt x="89299" y="211588"/>
                  </a:lnTo>
                  <a:lnTo>
                    <a:pt x="64883" y="211588"/>
                  </a:lnTo>
                  <a:lnTo>
                    <a:pt x="64883" y="145694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9AE62025-B65E-11DB-2A56-0C9F09489934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6757687" y="4958682"/>
              <a:ext cx="138216" cy="157473"/>
            </a:xfrm>
            <a:custGeom>
              <a:avLst/>
              <a:gdLst>
                <a:gd name="connsiteX0" fmla="*/ 18958 w 138216"/>
                <a:gd name="connsiteY0" fmla="*/ 139708 h 157473"/>
                <a:gd name="connsiteX1" fmla="*/ 6821 w 138216"/>
                <a:gd name="connsiteY1" fmla="*/ 148636 h 157473"/>
                <a:gd name="connsiteX2" fmla="*/ 133 w 138216"/>
                <a:gd name="connsiteY2" fmla="*/ 153844 h 157473"/>
                <a:gd name="connsiteX3" fmla="*/ 3601 w 138216"/>
                <a:gd name="connsiteY3" fmla="*/ 157563 h 157473"/>
                <a:gd name="connsiteX4" fmla="*/ 24903 w 138216"/>
                <a:gd name="connsiteY4" fmla="*/ 156571 h 157473"/>
                <a:gd name="connsiteX5" fmla="*/ 50912 w 138216"/>
                <a:gd name="connsiteY5" fmla="*/ 157563 h 157473"/>
                <a:gd name="connsiteX6" fmla="*/ 55866 w 138216"/>
                <a:gd name="connsiteY6" fmla="*/ 152108 h 157473"/>
                <a:gd name="connsiteX7" fmla="*/ 49425 w 138216"/>
                <a:gd name="connsiteY7" fmla="*/ 148636 h 157473"/>
                <a:gd name="connsiteX8" fmla="*/ 37288 w 138216"/>
                <a:gd name="connsiteY8" fmla="*/ 145660 h 157473"/>
                <a:gd name="connsiteX9" fmla="*/ 40013 w 138216"/>
                <a:gd name="connsiteY9" fmla="*/ 134252 h 157473"/>
                <a:gd name="connsiteX10" fmla="*/ 49178 w 138216"/>
                <a:gd name="connsiteY10" fmla="*/ 97302 h 157473"/>
                <a:gd name="connsiteX11" fmla="*/ 74691 w 138216"/>
                <a:gd name="connsiteY11" fmla="*/ 111933 h 157473"/>
                <a:gd name="connsiteX12" fmla="*/ 138350 w 138216"/>
                <a:gd name="connsiteY12" fmla="*/ 41504 h 157473"/>
                <a:gd name="connsiteX13" fmla="*/ 101195 w 138216"/>
                <a:gd name="connsiteY13" fmla="*/ 90 h 157473"/>
                <a:gd name="connsiteX14" fmla="*/ 66021 w 138216"/>
                <a:gd name="connsiteY14" fmla="*/ 17449 h 157473"/>
                <a:gd name="connsiteX15" fmla="*/ 40508 w 138216"/>
                <a:gd name="connsiteY15" fmla="*/ 90 h 157473"/>
                <a:gd name="connsiteX16" fmla="*/ 20940 w 138216"/>
                <a:gd name="connsiteY16" fmla="*/ 13233 h 157473"/>
                <a:gd name="connsiteX17" fmla="*/ 12023 w 138216"/>
                <a:gd name="connsiteY17" fmla="*/ 38032 h 157473"/>
                <a:gd name="connsiteX18" fmla="*/ 16234 w 138216"/>
                <a:gd name="connsiteY18" fmla="*/ 41256 h 157473"/>
                <a:gd name="connsiteX19" fmla="*/ 21683 w 138216"/>
                <a:gd name="connsiteY19" fmla="*/ 33816 h 157473"/>
                <a:gd name="connsiteX20" fmla="*/ 39765 w 138216"/>
                <a:gd name="connsiteY20" fmla="*/ 7033 h 157473"/>
                <a:gd name="connsiteX21" fmla="*/ 47939 w 138216"/>
                <a:gd name="connsiteY21" fmla="*/ 19185 h 157473"/>
                <a:gd name="connsiteX22" fmla="*/ 47196 w 138216"/>
                <a:gd name="connsiteY22" fmla="*/ 26625 h 157473"/>
                <a:gd name="connsiteX23" fmla="*/ 18958 w 138216"/>
                <a:gd name="connsiteY23" fmla="*/ 139708 h 157473"/>
                <a:gd name="connsiteX24" fmla="*/ 65774 w 138216"/>
                <a:gd name="connsiteY24" fmla="*/ 29848 h 157473"/>
                <a:gd name="connsiteX25" fmla="*/ 100452 w 138216"/>
                <a:gd name="connsiteY25" fmla="*/ 7033 h 157473"/>
                <a:gd name="connsiteX26" fmla="*/ 118534 w 138216"/>
                <a:gd name="connsiteY26" fmla="*/ 31088 h 157473"/>
                <a:gd name="connsiteX27" fmla="*/ 105653 w 138216"/>
                <a:gd name="connsiteY27" fmla="*/ 80934 h 157473"/>
                <a:gd name="connsiteX28" fmla="*/ 74691 w 138216"/>
                <a:gd name="connsiteY28" fmla="*/ 104989 h 157473"/>
                <a:gd name="connsiteX29" fmla="*/ 52646 w 138216"/>
                <a:gd name="connsiteY29" fmla="*/ 83414 h 157473"/>
                <a:gd name="connsiteX30" fmla="*/ 53389 w 138216"/>
                <a:gd name="connsiteY30" fmla="*/ 79694 h 157473"/>
                <a:gd name="connsiteX31" fmla="*/ 65774 w 138216"/>
                <a:gd name="connsiteY31" fmla="*/ 29848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38216" h="157473">
                  <a:moveTo>
                    <a:pt x="18958" y="139708"/>
                  </a:moveTo>
                  <a:cubicBezTo>
                    <a:pt x="17224" y="146652"/>
                    <a:pt x="16729" y="148636"/>
                    <a:pt x="6821" y="148636"/>
                  </a:cubicBezTo>
                  <a:cubicBezTo>
                    <a:pt x="3601" y="148636"/>
                    <a:pt x="133" y="148636"/>
                    <a:pt x="133" y="153844"/>
                  </a:cubicBezTo>
                  <a:cubicBezTo>
                    <a:pt x="133" y="156571"/>
                    <a:pt x="2362" y="157563"/>
                    <a:pt x="3601" y="157563"/>
                  </a:cubicBezTo>
                  <a:cubicBezTo>
                    <a:pt x="10041" y="157563"/>
                    <a:pt x="18215" y="156571"/>
                    <a:pt x="24903" y="156571"/>
                  </a:cubicBezTo>
                  <a:cubicBezTo>
                    <a:pt x="33325" y="156571"/>
                    <a:pt x="42738" y="157563"/>
                    <a:pt x="50912" y="157563"/>
                  </a:cubicBezTo>
                  <a:cubicBezTo>
                    <a:pt x="53141" y="157563"/>
                    <a:pt x="55866" y="156819"/>
                    <a:pt x="55866" y="152108"/>
                  </a:cubicBezTo>
                  <a:cubicBezTo>
                    <a:pt x="55866" y="148636"/>
                    <a:pt x="52398" y="148636"/>
                    <a:pt x="49425" y="148636"/>
                  </a:cubicBezTo>
                  <a:cubicBezTo>
                    <a:pt x="43976" y="148636"/>
                    <a:pt x="37288" y="148636"/>
                    <a:pt x="37288" y="145660"/>
                  </a:cubicBezTo>
                  <a:cubicBezTo>
                    <a:pt x="37288" y="144420"/>
                    <a:pt x="39022" y="137972"/>
                    <a:pt x="40013" y="134252"/>
                  </a:cubicBezTo>
                  <a:cubicBezTo>
                    <a:pt x="42985" y="121109"/>
                    <a:pt x="46453" y="107717"/>
                    <a:pt x="49178" y="97302"/>
                  </a:cubicBezTo>
                  <a:cubicBezTo>
                    <a:pt x="52150" y="102262"/>
                    <a:pt x="59829" y="111933"/>
                    <a:pt x="74691" y="111933"/>
                  </a:cubicBezTo>
                  <a:cubicBezTo>
                    <a:pt x="104910" y="111933"/>
                    <a:pt x="138350" y="78455"/>
                    <a:pt x="138350" y="41504"/>
                  </a:cubicBezTo>
                  <a:cubicBezTo>
                    <a:pt x="138350" y="12489"/>
                    <a:pt x="118286" y="90"/>
                    <a:pt x="101195" y="90"/>
                  </a:cubicBezTo>
                  <a:cubicBezTo>
                    <a:pt x="85837" y="90"/>
                    <a:pt x="72709" y="10505"/>
                    <a:pt x="66021" y="17449"/>
                  </a:cubicBezTo>
                  <a:cubicBezTo>
                    <a:pt x="61810" y="3314"/>
                    <a:pt x="47939" y="90"/>
                    <a:pt x="40508" y="90"/>
                  </a:cubicBezTo>
                  <a:cubicBezTo>
                    <a:pt x="30848" y="90"/>
                    <a:pt x="24903" y="6537"/>
                    <a:pt x="20940" y="13233"/>
                  </a:cubicBezTo>
                  <a:cubicBezTo>
                    <a:pt x="15986" y="21665"/>
                    <a:pt x="12023" y="36544"/>
                    <a:pt x="12023" y="38032"/>
                  </a:cubicBezTo>
                  <a:cubicBezTo>
                    <a:pt x="12023" y="41256"/>
                    <a:pt x="15491" y="41256"/>
                    <a:pt x="16234" y="41256"/>
                  </a:cubicBezTo>
                  <a:cubicBezTo>
                    <a:pt x="19701" y="41256"/>
                    <a:pt x="19949" y="40512"/>
                    <a:pt x="21683" y="33816"/>
                  </a:cubicBezTo>
                  <a:cubicBezTo>
                    <a:pt x="25399" y="19433"/>
                    <a:pt x="30105" y="7033"/>
                    <a:pt x="39765" y="7033"/>
                  </a:cubicBezTo>
                  <a:cubicBezTo>
                    <a:pt x="46205" y="7033"/>
                    <a:pt x="47939" y="12489"/>
                    <a:pt x="47939" y="19185"/>
                  </a:cubicBezTo>
                  <a:cubicBezTo>
                    <a:pt x="47939" y="21913"/>
                    <a:pt x="47444" y="25137"/>
                    <a:pt x="47196" y="26625"/>
                  </a:cubicBezTo>
                  <a:lnTo>
                    <a:pt x="18958" y="139708"/>
                  </a:lnTo>
                  <a:close/>
                  <a:moveTo>
                    <a:pt x="65774" y="29848"/>
                  </a:moveTo>
                  <a:cubicBezTo>
                    <a:pt x="80140" y="10753"/>
                    <a:pt x="92525" y="7033"/>
                    <a:pt x="100452" y="7033"/>
                  </a:cubicBezTo>
                  <a:cubicBezTo>
                    <a:pt x="110112" y="7033"/>
                    <a:pt x="118534" y="14225"/>
                    <a:pt x="118534" y="31088"/>
                  </a:cubicBezTo>
                  <a:cubicBezTo>
                    <a:pt x="118534" y="41256"/>
                    <a:pt x="113084" y="66551"/>
                    <a:pt x="105653" y="80934"/>
                  </a:cubicBezTo>
                  <a:cubicBezTo>
                    <a:pt x="99461" y="93086"/>
                    <a:pt x="87324" y="104989"/>
                    <a:pt x="74691" y="104989"/>
                  </a:cubicBezTo>
                  <a:cubicBezTo>
                    <a:pt x="57104" y="104989"/>
                    <a:pt x="52646" y="85894"/>
                    <a:pt x="52646" y="83414"/>
                  </a:cubicBezTo>
                  <a:cubicBezTo>
                    <a:pt x="52646" y="82422"/>
                    <a:pt x="53141" y="80686"/>
                    <a:pt x="53389" y="79694"/>
                  </a:cubicBezTo>
                  <a:lnTo>
                    <a:pt x="65774" y="2984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EA43CD29-93D1-3707-B1FE-79254CC3E12C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6931550" y="5039527"/>
              <a:ext cx="31457" cy="76380"/>
            </a:xfrm>
            <a:custGeom>
              <a:avLst/>
              <a:gdLst>
                <a:gd name="connsiteX0" fmla="*/ 24660 w 31457"/>
                <a:gd name="connsiteY0" fmla="*/ 24641 h 76380"/>
                <a:gd name="connsiteX1" fmla="*/ 5339 w 31457"/>
                <a:gd name="connsiteY1" fmla="*/ 70023 h 76380"/>
                <a:gd name="connsiteX2" fmla="*/ 3605 w 31457"/>
                <a:gd name="connsiteY2" fmla="*/ 72999 h 76380"/>
                <a:gd name="connsiteX3" fmla="*/ 7073 w 31457"/>
                <a:gd name="connsiteY3" fmla="*/ 76471 h 76380"/>
                <a:gd name="connsiteX4" fmla="*/ 31595 w 31457"/>
                <a:gd name="connsiteY4" fmla="*/ 27121 h 76380"/>
                <a:gd name="connsiteX5" fmla="*/ 14256 w 31457"/>
                <a:gd name="connsiteY5" fmla="*/ 90 h 76380"/>
                <a:gd name="connsiteX6" fmla="*/ 137 w 31457"/>
                <a:gd name="connsiteY6" fmla="*/ 14225 h 76380"/>
                <a:gd name="connsiteX7" fmla="*/ 14504 w 31457"/>
                <a:gd name="connsiteY7" fmla="*/ 28609 h 76380"/>
                <a:gd name="connsiteX8" fmla="*/ 24660 w 31457"/>
                <a:gd name="connsiteY8" fmla="*/ 24641 h 76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457" h="76380">
                  <a:moveTo>
                    <a:pt x="24660" y="24641"/>
                  </a:moveTo>
                  <a:cubicBezTo>
                    <a:pt x="24660" y="38280"/>
                    <a:pt x="22183" y="54151"/>
                    <a:pt x="5339" y="70023"/>
                  </a:cubicBezTo>
                  <a:cubicBezTo>
                    <a:pt x="4348" y="71015"/>
                    <a:pt x="3605" y="71759"/>
                    <a:pt x="3605" y="72999"/>
                  </a:cubicBezTo>
                  <a:cubicBezTo>
                    <a:pt x="3605" y="74735"/>
                    <a:pt x="5587" y="76471"/>
                    <a:pt x="7073" y="76471"/>
                  </a:cubicBezTo>
                  <a:cubicBezTo>
                    <a:pt x="10541" y="76471"/>
                    <a:pt x="31595" y="56631"/>
                    <a:pt x="31595" y="27121"/>
                  </a:cubicBezTo>
                  <a:cubicBezTo>
                    <a:pt x="31595" y="11745"/>
                    <a:pt x="25650" y="90"/>
                    <a:pt x="14256" y="90"/>
                  </a:cubicBezTo>
                  <a:cubicBezTo>
                    <a:pt x="6082" y="90"/>
                    <a:pt x="137" y="6537"/>
                    <a:pt x="137" y="14225"/>
                  </a:cubicBezTo>
                  <a:cubicBezTo>
                    <a:pt x="137" y="22161"/>
                    <a:pt x="5834" y="28609"/>
                    <a:pt x="14504" y="28609"/>
                  </a:cubicBezTo>
                  <a:cubicBezTo>
                    <a:pt x="20449" y="28609"/>
                    <a:pt x="24412" y="24641"/>
                    <a:pt x="24660" y="24641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737E3D6D-80DB-B424-5268-611D8E9108FB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7003454" y="4903381"/>
              <a:ext cx="109483" cy="164665"/>
            </a:xfrm>
            <a:custGeom>
              <a:avLst/>
              <a:gdLst>
                <a:gd name="connsiteX0" fmla="*/ 109623 w 109483"/>
                <a:gd name="connsiteY0" fmla="*/ 119621 h 164665"/>
                <a:gd name="connsiteX1" fmla="*/ 101201 w 109483"/>
                <a:gd name="connsiteY1" fmla="*/ 119621 h 164665"/>
                <a:gd name="connsiteX2" fmla="*/ 94761 w 109483"/>
                <a:gd name="connsiteY2" fmla="*/ 142188 h 164665"/>
                <a:gd name="connsiteX3" fmla="*/ 70239 w 109483"/>
                <a:gd name="connsiteY3" fmla="*/ 143676 h 164665"/>
                <a:gd name="connsiteX4" fmla="*/ 24662 w 109483"/>
                <a:gd name="connsiteY4" fmla="*/ 143676 h 164665"/>
                <a:gd name="connsiteX5" fmla="*/ 74202 w 109483"/>
                <a:gd name="connsiteY5" fmla="*/ 102014 h 164665"/>
                <a:gd name="connsiteX6" fmla="*/ 109623 w 109483"/>
                <a:gd name="connsiteY6" fmla="*/ 48448 h 164665"/>
                <a:gd name="connsiteX7" fmla="*/ 51661 w 109483"/>
                <a:gd name="connsiteY7" fmla="*/ 90 h 164665"/>
                <a:gd name="connsiteX8" fmla="*/ 140 w 109483"/>
                <a:gd name="connsiteY8" fmla="*/ 44480 h 164665"/>
                <a:gd name="connsiteX9" fmla="*/ 13268 w 109483"/>
                <a:gd name="connsiteY9" fmla="*/ 58367 h 164665"/>
                <a:gd name="connsiteX10" fmla="*/ 26396 w 109483"/>
                <a:gd name="connsiteY10" fmla="*/ 45224 h 164665"/>
                <a:gd name="connsiteX11" fmla="*/ 11782 w 109483"/>
                <a:gd name="connsiteY11" fmla="*/ 32080 h 164665"/>
                <a:gd name="connsiteX12" fmla="*/ 47946 w 109483"/>
                <a:gd name="connsiteY12" fmla="*/ 9017 h 164665"/>
                <a:gd name="connsiteX13" fmla="*/ 85596 w 109483"/>
                <a:gd name="connsiteY13" fmla="*/ 48448 h 164665"/>
                <a:gd name="connsiteX14" fmla="*/ 62312 w 109483"/>
                <a:gd name="connsiteY14" fmla="*/ 96062 h 164665"/>
                <a:gd name="connsiteX15" fmla="*/ 2617 w 109483"/>
                <a:gd name="connsiteY15" fmla="*/ 155083 h 164665"/>
                <a:gd name="connsiteX16" fmla="*/ 140 w 109483"/>
                <a:gd name="connsiteY16" fmla="*/ 164755 h 164665"/>
                <a:gd name="connsiteX17" fmla="*/ 102192 w 109483"/>
                <a:gd name="connsiteY17" fmla="*/ 164755 h 164665"/>
                <a:gd name="connsiteX18" fmla="*/ 109623 w 109483"/>
                <a:gd name="connsiteY18" fmla="*/ 119621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483" h="164665">
                  <a:moveTo>
                    <a:pt x="109623" y="119621"/>
                  </a:moveTo>
                  <a:lnTo>
                    <a:pt x="101201" y="119621"/>
                  </a:lnTo>
                  <a:cubicBezTo>
                    <a:pt x="100458" y="125077"/>
                    <a:pt x="97981" y="139708"/>
                    <a:pt x="94761" y="142188"/>
                  </a:cubicBezTo>
                  <a:cubicBezTo>
                    <a:pt x="92780" y="143676"/>
                    <a:pt x="73707" y="143676"/>
                    <a:pt x="70239" y="143676"/>
                  </a:cubicBezTo>
                  <a:lnTo>
                    <a:pt x="24662" y="143676"/>
                  </a:lnTo>
                  <a:cubicBezTo>
                    <a:pt x="50670" y="120613"/>
                    <a:pt x="59340" y="113669"/>
                    <a:pt x="74202" y="102014"/>
                  </a:cubicBezTo>
                  <a:cubicBezTo>
                    <a:pt x="92532" y="87382"/>
                    <a:pt x="109623" y="72007"/>
                    <a:pt x="109623" y="48448"/>
                  </a:cubicBezTo>
                  <a:cubicBezTo>
                    <a:pt x="109623" y="18441"/>
                    <a:pt x="83367" y="90"/>
                    <a:pt x="51661" y="90"/>
                  </a:cubicBezTo>
                  <a:cubicBezTo>
                    <a:pt x="20946" y="90"/>
                    <a:pt x="140" y="21665"/>
                    <a:pt x="140" y="44480"/>
                  </a:cubicBezTo>
                  <a:cubicBezTo>
                    <a:pt x="140" y="57127"/>
                    <a:pt x="10791" y="58367"/>
                    <a:pt x="13268" y="58367"/>
                  </a:cubicBezTo>
                  <a:cubicBezTo>
                    <a:pt x="19213" y="58367"/>
                    <a:pt x="26396" y="54151"/>
                    <a:pt x="26396" y="45224"/>
                  </a:cubicBezTo>
                  <a:cubicBezTo>
                    <a:pt x="26396" y="40760"/>
                    <a:pt x="24662" y="32080"/>
                    <a:pt x="11782" y="32080"/>
                  </a:cubicBezTo>
                  <a:cubicBezTo>
                    <a:pt x="19460" y="14473"/>
                    <a:pt x="36304" y="9017"/>
                    <a:pt x="47946" y="9017"/>
                  </a:cubicBezTo>
                  <a:cubicBezTo>
                    <a:pt x="72716" y="9017"/>
                    <a:pt x="85596" y="28361"/>
                    <a:pt x="85596" y="48448"/>
                  </a:cubicBezTo>
                  <a:cubicBezTo>
                    <a:pt x="85596" y="70023"/>
                    <a:pt x="70239" y="87134"/>
                    <a:pt x="62312" y="96062"/>
                  </a:cubicBezTo>
                  <a:lnTo>
                    <a:pt x="2617" y="155083"/>
                  </a:lnTo>
                  <a:cubicBezTo>
                    <a:pt x="140" y="157315"/>
                    <a:pt x="140" y="157811"/>
                    <a:pt x="140" y="164755"/>
                  </a:cubicBezTo>
                  <a:lnTo>
                    <a:pt x="102192" y="164755"/>
                  </a:lnTo>
                  <a:lnTo>
                    <a:pt x="109623" y="119621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22935786-2559-A2E4-6267-6C1065D4C7C7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7140543" y="4903629"/>
              <a:ext cx="75053" cy="166897"/>
            </a:xfrm>
            <a:custGeom>
              <a:avLst/>
              <a:gdLst>
                <a:gd name="connsiteX0" fmla="*/ 68757 w 75053"/>
                <a:gd name="connsiteY0" fmla="*/ 9513 h 166897"/>
                <a:gd name="connsiteX1" fmla="*/ 58849 w 75053"/>
                <a:gd name="connsiteY1" fmla="*/ 90 h 166897"/>
                <a:gd name="connsiteX2" fmla="*/ 44977 w 75053"/>
                <a:gd name="connsiteY2" fmla="*/ 13729 h 166897"/>
                <a:gd name="connsiteX3" fmla="*/ 54885 w 75053"/>
                <a:gd name="connsiteY3" fmla="*/ 23153 h 166897"/>
                <a:gd name="connsiteX4" fmla="*/ 68757 w 75053"/>
                <a:gd name="connsiteY4" fmla="*/ 9513 h 166897"/>
                <a:gd name="connsiteX5" fmla="*/ 18226 w 75053"/>
                <a:gd name="connsiteY5" fmla="*/ 135492 h 166897"/>
                <a:gd name="connsiteX6" fmla="*/ 15996 w 75053"/>
                <a:gd name="connsiteY6" fmla="*/ 145908 h 166897"/>
                <a:gd name="connsiteX7" fmla="*/ 39528 w 75053"/>
                <a:gd name="connsiteY7" fmla="*/ 166987 h 166897"/>
                <a:gd name="connsiteX8" fmla="*/ 75197 w 75053"/>
                <a:gd name="connsiteY8" fmla="*/ 129044 h 166897"/>
                <a:gd name="connsiteX9" fmla="*/ 71234 w 75053"/>
                <a:gd name="connsiteY9" fmla="*/ 125821 h 166897"/>
                <a:gd name="connsiteX10" fmla="*/ 66527 w 75053"/>
                <a:gd name="connsiteY10" fmla="*/ 130036 h 166897"/>
                <a:gd name="connsiteX11" fmla="*/ 40271 w 75053"/>
                <a:gd name="connsiteY11" fmla="*/ 160043 h 166897"/>
                <a:gd name="connsiteX12" fmla="*/ 34079 w 75053"/>
                <a:gd name="connsiteY12" fmla="*/ 151364 h 166897"/>
                <a:gd name="connsiteX13" fmla="*/ 38042 w 75053"/>
                <a:gd name="connsiteY13" fmla="*/ 135492 h 166897"/>
                <a:gd name="connsiteX14" fmla="*/ 45968 w 75053"/>
                <a:gd name="connsiteY14" fmla="*/ 115653 h 166897"/>
                <a:gd name="connsiteX15" fmla="*/ 58105 w 75053"/>
                <a:gd name="connsiteY15" fmla="*/ 84158 h 166897"/>
                <a:gd name="connsiteX16" fmla="*/ 59592 w 75053"/>
                <a:gd name="connsiteY16" fmla="*/ 76223 h 166897"/>
                <a:gd name="connsiteX17" fmla="*/ 36060 w 75053"/>
                <a:gd name="connsiteY17" fmla="*/ 55143 h 166897"/>
                <a:gd name="connsiteX18" fmla="*/ 144 w 75053"/>
                <a:gd name="connsiteY18" fmla="*/ 93086 h 166897"/>
                <a:gd name="connsiteX19" fmla="*/ 4354 w 75053"/>
                <a:gd name="connsiteY19" fmla="*/ 96310 h 166897"/>
                <a:gd name="connsiteX20" fmla="*/ 8813 w 75053"/>
                <a:gd name="connsiteY20" fmla="*/ 92342 h 166897"/>
                <a:gd name="connsiteX21" fmla="*/ 35317 w 75053"/>
                <a:gd name="connsiteY21" fmla="*/ 62087 h 166897"/>
                <a:gd name="connsiteX22" fmla="*/ 41510 w 75053"/>
                <a:gd name="connsiteY22" fmla="*/ 70767 h 166897"/>
                <a:gd name="connsiteX23" fmla="*/ 33831 w 75053"/>
                <a:gd name="connsiteY23" fmla="*/ 95566 h 166897"/>
                <a:gd name="connsiteX24" fmla="*/ 18226 w 75053"/>
                <a:gd name="connsiteY24" fmla="*/ 135492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053" h="166897">
                  <a:moveTo>
                    <a:pt x="68757" y="9513"/>
                  </a:moveTo>
                  <a:cubicBezTo>
                    <a:pt x="68757" y="5545"/>
                    <a:pt x="65784" y="90"/>
                    <a:pt x="58849" y="90"/>
                  </a:cubicBezTo>
                  <a:cubicBezTo>
                    <a:pt x="52161" y="90"/>
                    <a:pt x="44977" y="6537"/>
                    <a:pt x="44977" y="13729"/>
                  </a:cubicBezTo>
                  <a:cubicBezTo>
                    <a:pt x="44977" y="17945"/>
                    <a:pt x="48197" y="23153"/>
                    <a:pt x="54885" y="23153"/>
                  </a:cubicBezTo>
                  <a:cubicBezTo>
                    <a:pt x="62069" y="23153"/>
                    <a:pt x="68757" y="16209"/>
                    <a:pt x="68757" y="9513"/>
                  </a:cubicBezTo>
                  <a:close/>
                  <a:moveTo>
                    <a:pt x="18226" y="135492"/>
                  </a:moveTo>
                  <a:cubicBezTo>
                    <a:pt x="17235" y="138716"/>
                    <a:pt x="15996" y="141692"/>
                    <a:pt x="15996" y="145908"/>
                  </a:cubicBezTo>
                  <a:cubicBezTo>
                    <a:pt x="15996" y="157563"/>
                    <a:pt x="25904" y="166987"/>
                    <a:pt x="39528" y="166987"/>
                  </a:cubicBezTo>
                  <a:cubicBezTo>
                    <a:pt x="64298" y="166987"/>
                    <a:pt x="75197" y="132764"/>
                    <a:pt x="75197" y="129044"/>
                  </a:cubicBezTo>
                  <a:cubicBezTo>
                    <a:pt x="75197" y="125821"/>
                    <a:pt x="71977" y="125821"/>
                    <a:pt x="71234" y="125821"/>
                  </a:cubicBezTo>
                  <a:cubicBezTo>
                    <a:pt x="67766" y="125821"/>
                    <a:pt x="67518" y="127309"/>
                    <a:pt x="66527" y="130036"/>
                  </a:cubicBezTo>
                  <a:cubicBezTo>
                    <a:pt x="60830" y="149876"/>
                    <a:pt x="49931" y="160043"/>
                    <a:pt x="40271" y="160043"/>
                  </a:cubicBezTo>
                  <a:cubicBezTo>
                    <a:pt x="35317" y="160043"/>
                    <a:pt x="34079" y="156819"/>
                    <a:pt x="34079" y="151364"/>
                  </a:cubicBezTo>
                  <a:cubicBezTo>
                    <a:pt x="34079" y="145660"/>
                    <a:pt x="35812" y="140948"/>
                    <a:pt x="38042" y="135492"/>
                  </a:cubicBezTo>
                  <a:cubicBezTo>
                    <a:pt x="40519" y="128796"/>
                    <a:pt x="43243" y="122101"/>
                    <a:pt x="45968" y="115653"/>
                  </a:cubicBezTo>
                  <a:cubicBezTo>
                    <a:pt x="48197" y="109701"/>
                    <a:pt x="57115" y="87134"/>
                    <a:pt x="58105" y="84158"/>
                  </a:cubicBezTo>
                  <a:cubicBezTo>
                    <a:pt x="58849" y="81678"/>
                    <a:pt x="59592" y="78703"/>
                    <a:pt x="59592" y="76223"/>
                  </a:cubicBezTo>
                  <a:cubicBezTo>
                    <a:pt x="59592" y="64567"/>
                    <a:pt x="49684" y="55143"/>
                    <a:pt x="36060" y="55143"/>
                  </a:cubicBezTo>
                  <a:cubicBezTo>
                    <a:pt x="11538" y="55143"/>
                    <a:pt x="144" y="88870"/>
                    <a:pt x="144" y="93086"/>
                  </a:cubicBezTo>
                  <a:cubicBezTo>
                    <a:pt x="144" y="96310"/>
                    <a:pt x="3611" y="96310"/>
                    <a:pt x="4354" y="96310"/>
                  </a:cubicBezTo>
                  <a:cubicBezTo>
                    <a:pt x="7822" y="96310"/>
                    <a:pt x="8070" y="95070"/>
                    <a:pt x="8813" y="92342"/>
                  </a:cubicBezTo>
                  <a:cubicBezTo>
                    <a:pt x="15253" y="71015"/>
                    <a:pt x="26152" y="62087"/>
                    <a:pt x="35317" y="62087"/>
                  </a:cubicBezTo>
                  <a:cubicBezTo>
                    <a:pt x="39280" y="62087"/>
                    <a:pt x="41510" y="64071"/>
                    <a:pt x="41510" y="70767"/>
                  </a:cubicBezTo>
                  <a:cubicBezTo>
                    <a:pt x="41510" y="76471"/>
                    <a:pt x="40023" y="80190"/>
                    <a:pt x="33831" y="95566"/>
                  </a:cubicBezTo>
                  <a:lnTo>
                    <a:pt x="18226" y="135492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C49E310E-C6CB-2C01-4DEB-3FF0D7CFDAFF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7364817" y="4884888"/>
              <a:ext cx="235315" cy="82899"/>
            </a:xfrm>
            <a:custGeom>
              <a:avLst/>
              <a:gdLst>
                <a:gd name="connsiteX0" fmla="*/ 223434 w 235315"/>
                <a:gd name="connsiteY0" fmla="*/ 14259 h 82899"/>
                <a:gd name="connsiteX1" fmla="*/ 235465 w 235315"/>
                <a:gd name="connsiteY1" fmla="*/ 7174 h 82899"/>
                <a:gd name="connsiteX2" fmla="*/ 223788 w 235315"/>
                <a:gd name="connsiteY2" fmla="*/ 88 h 82899"/>
                <a:gd name="connsiteX3" fmla="*/ 11827 w 235315"/>
                <a:gd name="connsiteY3" fmla="*/ 88 h 82899"/>
                <a:gd name="connsiteX4" fmla="*/ 150 w 235315"/>
                <a:gd name="connsiteY4" fmla="*/ 7174 h 82899"/>
                <a:gd name="connsiteX5" fmla="*/ 12181 w 235315"/>
                <a:gd name="connsiteY5" fmla="*/ 14259 h 82899"/>
                <a:gd name="connsiteX6" fmla="*/ 223434 w 235315"/>
                <a:gd name="connsiteY6" fmla="*/ 14259 h 82899"/>
                <a:gd name="connsiteX7" fmla="*/ 223788 w 235315"/>
                <a:gd name="connsiteY7" fmla="*/ 82988 h 82899"/>
                <a:gd name="connsiteX8" fmla="*/ 235465 w 235315"/>
                <a:gd name="connsiteY8" fmla="*/ 75902 h 82899"/>
                <a:gd name="connsiteX9" fmla="*/ 223434 w 235315"/>
                <a:gd name="connsiteY9" fmla="*/ 68817 h 82899"/>
                <a:gd name="connsiteX10" fmla="*/ 12181 w 235315"/>
                <a:gd name="connsiteY10" fmla="*/ 68817 h 82899"/>
                <a:gd name="connsiteX11" fmla="*/ 150 w 235315"/>
                <a:gd name="connsiteY11" fmla="*/ 75902 h 82899"/>
                <a:gd name="connsiteX12" fmla="*/ 11827 w 235315"/>
                <a:gd name="connsiteY12" fmla="*/ 82988 h 82899"/>
                <a:gd name="connsiteX13" fmla="*/ 223788 w 235315"/>
                <a:gd name="connsiteY13" fmla="*/ 82988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315" h="82899">
                  <a:moveTo>
                    <a:pt x="223434" y="14259"/>
                  </a:moveTo>
                  <a:cubicBezTo>
                    <a:pt x="228742" y="14259"/>
                    <a:pt x="235465" y="14259"/>
                    <a:pt x="235465" y="7174"/>
                  </a:cubicBezTo>
                  <a:cubicBezTo>
                    <a:pt x="235465" y="88"/>
                    <a:pt x="228742" y="88"/>
                    <a:pt x="223788" y="88"/>
                  </a:cubicBezTo>
                  <a:lnTo>
                    <a:pt x="11827" y="88"/>
                  </a:lnTo>
                  <a:cubicBezTo>
                    <a:pt x="6873" y="88"/>
                    <a:pt x="150" y="88"/>
                    <a:pt x="150" y="7174"/>
                  </a:cubicBezTo>
                  <a:cubicBezTo>
                    <a:pt x="150" y="14259"/>
                    <a:pt x="6873" y="14259"/>
                    <a:pt x="12181" y="14259"/>
                  </a:cubicBezTo>
                  <a:lnTo>
                    <a:pt x="223434" y="14259"/>
                  </a:lnTo>
                  <a:close/>
                  <a:moveTo>
                    <a:pt x="223788" y="82988"/>
                  </a:moveTo>
                  <a:cubicBezTo>
                    <a:pt x="228742" y="82988"/>
                    <a:pt x="235465" y="82988"/>
                    <a:pt x="235465" y="75902"/>
                  </a:cubicBezTo>
                  <a:cubicBezTo>
                    <a:pt x="235465" y="68817"/>
                    <a:pt x="228742" y="68817"/>
                    <a:pt x="223434" y="68817"/>
                  </a:cubicBezTo>
                  <a:lnTo>
                    <a:pt x="12181" y="68817"/>
                  </a:lnTo>
                  <a:cubicBezTo>
                    <a:pt x="6873" y="68817"/>
                    <a:pt x="150" y="68817"/>
                    <a:pt x="150" y="75902"/>
                  </a:cubicBezTo>
                  <a:cubicBezTo>
                    <a:pt x="150" y="82988"/>
                    <a:pt x="6873" y="82988"/>
                    <a:pt x="11827" y="82988"/>
                  </a:cubicBezTo>
                  <a:lnTo>
                    <a:pt x="223788" y="8298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065FC282-BCC0-9603-5C16-EC7DA324CDC3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7730193" y="4856192"/>
              <a:ext cx="115711" cy="162610"/>
            </a:xfrm>
            <a:custGeom>
              <a:avLst/>
              <a:gdLst>
                <a:gd name="connsiteX0" fmla="*/ 62085 w 115711"/>
                <a:gd name="connsiteY0" fmla="*/ 90073 h 162610"/>
                <a:gd name="connsiteX1" fmla="*/ 98886 w 115711"/>
                <a:gd name="connsiteY1" fmla="*/ 122666 h 162610"/>
                <a:gd name="connsiteX2" fmla="*/ 58901 w 115711"/>
                <a:gd name="connsiteY2" fmla="*/ 154905 h 162610"/>
                <a:gd name="connsiteX3" fmla="*/ 9714 w 115711"/>
                <a:gd name="connsiteY3" fmla="*/ 104598 h 162610"/>
                <a:gd name="connsiteX4" fmla="*/ 4760 w 115711"/>
                <a:gd name="connsiteY4" fmla="*/ 98576 h 162610"/>
                <a:gd name="connsiteX5" fmla="*/ 160 w 115711"/>
                <a:gd name="connsiteY5" fmla="*/ 107432 h 162610"/>
                <a:gd name="connsiteX6" fmla="*/ 160 w 115711"/>
                <a:gd name="connsiteY6" fmla="*/ 154196 h 162610"/>
                <a:gd name="connsiteX7" fmla="*/ 4053 w 115711"/>
                <a:gd name="connsiteY7" fmla="*/ 162699 h 162610"/>
                <a:gd name="connsiteX8" fmla="*/ 12899 w 115711"/>
                <a:gd name="connsiteY8" fmla="*/ 155613 h 162610"/>
                <a:gd name="connsiteX9" fmla="*/ 19976 w 115711"/>
                <a:gd name="connsiteY9" fmla="*/ 147465 h 162610"/>
                <a:gd name="connsiteX10" fmla="*/ 58901 w 115711"/>
                <a:gd name="connsiteY10" fmla="*/ 162699 h 162610"/>
                <a:gd name="connsiteX11" fmla="*/ 115872 w 115711"/>
                <a:gd name="connsiteY11" fmla="*/ 113455 h 162610"/>
                <a:gd name="connsiteX12" fmla="*/ 101010 w 115711"/>
                <a:gd name="connsiteY12" fmla="*/ 79799 h 162610"/>
                <a:gd name="connsiteX13" fmla="*/ 60670 w 115711"/>
                <a:gd name="connsiteY13" fmla="*/ 62794 h 162610"/>
                <a:gd name="connsiteX14" fmla="*/ 17145 w 115711"/>
                <a:gd name="connsiteY14" fmla="*/ 33744 h 162610"/>
                <a:gd name="connsiteX15" fmla="*/ 56777 w 115711"/>
                <a:gd name="connsiteY15" fmla="*/ 6819 h 162610"/>
                <a:gd name="connsiteX16" fmla="*/ 98179 w 115711"/>
                <a:gd name="connsiteY16" fmla="*/ 49686 h 162610"/>
                <a:gd name="connsiteX17" fmla="*/ 102425 w 115711"/>
                <a:gd name="connsiteY17" fmla="*/ 52875 h 162610"/>
                <a:gd name="connsiteX18" fmla="*/ 107025 w 115711"/>
                <a:gd name="connsiteY18" fmla="*/ 44372 h 162610"/>
                <a:gd name="connsiteX19" fmla="*/ 107025 w 115711"/>
                <a:gd name="connsiteY19" fmla="*/ 8591 h 162610"/>
                <a:gd name="connsiteX20" fmla="*/ 103133 w 115711"/>
                <a:gd name="connsiteY20" fmla="*/ 88 h 162610"/>
                <a:gd name="connsiteX21" fmla="*/ 96056 w 115711"/>
                <a:gd name="connsiteY21" fmla="*/ 4339 h 162610"/>
                <a:gd name="connsiteX22" fmla="*/ 90040 w 115711"/>
                <a:gd name="connsiteY22" fmla="*/ 10008 h 162610"/>
                <a:gd name="connsiteX23" fmla="*/ 56777 w 115711"/>
                <a:gd name="connsiteY23" fmla="*/ 88 h 162610"/>
                <a:gd name="connsiteX24" fmla="*/ 160 w 115711"/>
                <a:gd name="connsiteY24" fmla="*/ 43664 h 162610"/>
                <a:gd name="connsiteX25" fmla="*/ 15376 w 115711"/>
                <a:gd name="connsiteY25" fmla="*/ 73777 h 162610"/>
                <a:gd name="connsiteX26" fmla="*/ 62085 w 115711"/>
                <a:gd name="connsiteY26" fmla="*/ 90073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711" h="162610">
                  <a:moveTo>
                    <a:pt x="62085" y="90073"/>
                  </a:moveTo>
                  <a:cubicBezTo>
                    <a:pt x="69870" y="91490"/>
                    <a:pt x="98886" y="97159"/>
                    <a:pt x="98886" y="122666"/>
                  </a:cubicBezTo>
                  <a:cubicBezTo>
                    <a:pt x="98886" y="140734"/>
                    <a:pt x="86501" y="154905"/>
                    <a:pt x="58901" y="154905"/>
                  </a:cubicBezTo>
                  <a:cubicBezTo>
                    <a:pt x="29177" y="154905"/>
                    <a:pt x="16438" y="134711"/>
                    <a:pt x="9714" y="104598"/>
                  </a:cubicBezTo>
                  <a:cubicBezTo>
                    <a:pt x="8653" y="99993"/>
                    <a:pt x="8299" y="98576"/>
                    <a:pt x="4760" y="98576"/>
                  </a:cubicBezTo>
                  <a:cubicBezTo>
                    <a:pt x="160" y="98576"/>
                    <a:pt x="160" y="101056"/>
                    <a:pt x="160" y="107432"/>
                  </a:cubicBezTo>
                  <a:lnTo>
                    <a:pt x="160" y="154196"/>
                  </a:lnTo>
                  <a:cubicBezTo>
                    <a:pt x="160" y="160219"/>
                    <a:pt x="160" y="162699"/>
                    <a:pt x="4053" y="162699"/>
                  </a:cubicBezTo>
                  <a:cubicBezTo>
                    <a:pt x="5822" y="162699"/>
                    <a:pt x="6176" y="162345"/>
                    <a:pt x="12899" y="155613"/>
                  </a:cubicBezTo>
                  <a:cubicBezTo>
                    <a:pt x="13607" y="154905"/>
                    <a:pt x="13607" y="154196"/>
                    <a:pt x="19976" y="147465"/>
                  </a:cubicBezTo>
                  <a:cubicBezTo>
                    <a:pt x="35546" y="162345"/>
                    <a:pt x="51470" y="162699"/>
                    <a:pt x="58901" y="162699"/>
                  </a:cubicBezTo>
                  <a:cubicBezTo>
                    <a:pt x="99594" y="162699"/>
                    <a:pt x="115872" y="138963"/>
                    <a:pt x="115872" y="113455"/>
                  </a:cubicBezTo>
                  <a:cubicBezTo>
                    <a:pt x="115872" y="94679"/>
                    <a:pt x="105256" y="84051"/>
                    <a:pt x="101010" y="79799"/>
                  </a:cubicBezTo>
                  <a:cubicBezTo>
                    <a:pt x="89332" y="68463"/>
                    <a:pt x="75532" y="65628"/>
                    <a:pt x="60670" y="62794"/>
                  </a:cubicBezTo>
                  <a:cubicBezTo>
                    <a:pt x="40854" y="58897"/>
                    <a:pt x="17145" y="54292"/>
                    <a:pt x="17145" y="33744"/>
                  </a:cubicBezTo>
                  <a:cubicBezTo>
                    <a:pt x="17145" y="21344"/>
                    <a:pt x="26346" y="6819"/>
                    <a:pt x="56777" y="6819"/>
                  </a:cubicBezTo>
                  <a:cubicBezTo>
                    <a:pt x="95702" y="6819"/>
                    <a:pt x="97471" y="38704"/>
                    <a:pt x="98179" y="49686"/>
                  </a:cubicBezTo>
                  <a:cubicBezTo>
                    <a:pt x="98533" y="52875"/>
                    <a:pt x="101717" y="52875"/>
                    <a:pt x="102425" y="52875"/>
                  </a:cubicBezTo>
                  <a:cubicBezTo>
                    <a:pt x="107025" y="52875"/>
                    <a:pt x="107025" y="51103"/>
                    <a:pt x="107025" y="44372"/>
                  </a:cubicBezTo>
                  <a:lnTo>
                    <a:pt x="107025" y="8591"/>
                  </a:lnTo>
                  <a:cubicBezTo>
                    <a:pt x="107025" y="2568"/>
                    <a:pt x="107025" y="88"/>
                    <a:pt x="103133" y="88"/>
                  </a:cubicBezTo>
                  <a:cubicBezTo>
                    <a:pt x="101363" y="88"/>
                    <a:pt x="100656" y="88"/>
                    <a:pt x="96056" y="4339"/>
                  </a:cubicBezTo>
                  <a:cubicBezTo>
                    <a:pt x="94994" y="5757"/>
                    <a:pt x="91455" y="8945"/>
                    <a:pt x="90040" y="10008"/>
                  </a:cubicBezTo>
                  <a:cubicBezTo>
                    <a:pt x="76593" y="88"/>
                    <a:pt x="62085" y="88"/>
                    <a:pt x="56777" y="88"/>
                  </a:cubicBezTo>
                  <a:cubicBezTo>
                    <a:pt x="13607" y="88"/>
                    <a:pt x="160" y="23824"/>
                    <a:pt x="160" y="43664"/>
                  </a:cubicBezTo>
                  <a:cubicBezTo>
                    <a:pt x="160" y="56063"/>
                    <a:pt x="5822" y="65983"/>
                    <a:pt x="15376" y="73777"/>
                  </a:cubicBezTo>
                  <a:cubicBezTo>
                    <a:pt x="26700" y="82988"/>
                    <a:pt x="36608" y="85113"/>
                    <a:pt x="62085" y="90073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5B14E2CB-9828-8783-A576-971969A18031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7869770" y="4777898"/>
              <a:ext cx="75725" cy="237007"/>
            </a:xfrm>
            <a:custGeom>
              <a:avLst/>
              <a:gdLst>
                <a:gd name="connsiteX0" fmla="*/ 51120 w 75725"/>
                <a:gd name="connsiteY0" fmla="*/ 80508 h 237007"/>
                <a:gd name="connsiteX1" fmla="*/ 1580 w 75725"/>
                <a:gd name="connsiteY1" fmla="*/ 84405 h 237007"/>
                <a:gd name="connsiteX2" fmla="*/ 1580 w 75725"/>
                <a:gd name="connsiteY2" fmla="*/ 95387 h 237007"/>
                <a:gd name="connsiteX3" fmla="*/ 27765 w 75725"/>
                <a:gd name="connsiteY3" fmla="*/ 114872 h 237007"/>
                <a:gd name="connsiteX4" fmla="*/ 27765 w 75725"/>
                <a:gd name="connsiteY4" fmla="*/ 210171 h 237007"/>
                <a:gd name="connsiteX5" fmla="*/ 164 w 75725"/>
                <a:gd name="connsiteY5" fmla="*/ 226113 h 237007"/>
                <a:gd name="connsiteX6" fmla="*/ 164 w 75725"/>
                <a:gd name="connsiteY6" fmla="*/ 237096 h 237007"/>
                <a:gd name="connsiteX7" fmla="*/ 39088 w 75725"/>
                <a:gd name="connsiteY7" fmla="*/ 236033 h 237007"/>
                <a:gd name="connsiteX8" fmla="*/ 75890 w 75725"/>
                <a:gd name="connsiteY8" fmla="*/ 237096 h 237007"/>
                <a:gd name="connsiteX9" fmla="*/ 75890 w 75725"/>
                <a:gd name="connsiteY9" fmla="*/ 226113 h 237007"/>
                <a:gd name="connsiteX10" fmla="*/ 51120 w 75725"/>
                <a:gd name="connsiteY10" fmla="*/ 210525 h 237007"/>
                <a:gd name="connsiteX11" fmla="*/ 51120 w 75725"/>
                <a:gd name="connsiteY11" fmla="*/ 80508 h 237007"/>
                <a:gd name="connsiteX12" fmla="*/ 52535 w 75725"/>
                <a:gd name="connsiteY12" fmla="*/ 18865 h 237007"/>
                <a:gd name="connsiteX13" fmla="*/ 33781 w 75725"/>
                <a:gd name="connsiteY13" fmla="*/ 88 h 237007"/>
                <a:gd name="connsiteX14" fmla="*/ 15026 w 75725"/>
                <a:gd name="connsiteY14" fmla="*/ 18865 h 237007"/>
                <a:gd name="connsiteX15" fmla="*/ 33781 w 75725"/>
                <a:gd name="connsiteY15" fmla="*/ 37641 h 237007"/>
                <a:gd name="connsiteX16" fmla="*/ 52535 w 75725"/>
                <a:gd name="connsiteY16" fmla="*/ 18865 h 237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5725" h="237007">
                  <a:moveTo>
                    <a:pt x="51120" y="80508"/>
                  </a:moveTo>
                  <a:lnTo>
                    <a:pt x="1580" y="84405"/>
                  </a:lnTo>
                  <a:lnTo>
                    <a:pt x="1580" y="95387"/>
                  </a:lnTo>
                  <a:cubicBezTo>
                    <a:pt x="24580" y="95387"/>
                    <a:pt x="27765" y="97513"/>
                    <a:pt x="27765" y="114872"/>
                  </a:cubicBezTo>
                  <a:lnTo>
                    <a:pt x="27765" y="210171"/>
                  </a:lnTo>
                  <a:cubicBezTo>
                    <a:pt x="27765" y="226113"/>
                    <a:pt x="23873" y="226113"/>
                    <a:pt x="164" y="226113"/>
                  </a:cubicBezTo>
                  <a:lnTo>
                    <a:pt x="164" y="237096"/>
                  </a:lnTo>
                  <a:cubicBezTo>
                    <a:pt x="11488" y="236742"/>
                    <a:pt x="30596" y="236033"/>
                    <a:pt x="39088" y="236033"/>
                  </a:cubicBezTo>
                  <a:cubicBezTo>
                    <a:pt x="51473" y="236033"/>
                    <a:pt x="63858" y="236742"/>
                    <a:pt x="75890" y="237096"/>
                  </a:cubicBezTo>
                  <a:lnTo>
                    <a:pt x="75890" y="226113"/>
                  </a:lnTo>
                  <a:cubicBezTo>
                    <a:pt x="52535" y="226113"/>
                    <a:pt x="51120" y="224342"/>
                    <a:pt x="51120" y="210525"/>
                  </a:cubicBezTo>
                  <a:lnTo>
                    <a:pt x="51120" y="80508"/>
                  </a:lnTo>
                  <a:close/>
                  <a:moveTo>
                    <a:pt x="52535" y="18865"/>
                  </a:moveTo>
                  <a:cubicBezTo>
                    <a:pt x="52535" y="7528"/>
                    <a:pt x="43689" y="88"/>
                    <a:pt x="33781" y="88"/>
                  </a:cubicBezTo>
                  <a:cubicBezTo>
                    <a:pt x="22811" y="88"/>
                    <a:pt x="15026" y="9653"/>
                    <a:pt x="15026" y="18865"/>
                  </a:cubicBezTo>
                  <a:cubicBezTo>
                    <a:pt x="15026" y="28430"/>
                    <a:pt x="22811" y="37641"/>
                    <a:pt x="33781" y="37641"/>
                  </a:cubicBezTo>
                  <a:cubicBezTo>
                    <a:pt x="43689" y="37641"/>
                    <a:pt x="52535" y="30201"/>
                    <a:pt x="52535" y="18865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0545D99F-9FF4-7750-69F6-517A0FF3589D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7967710" y="4858318"/>
              <a:ext cx="177990" cy="156588"/>
            </a:xfrm>
            <a:custGeom>
              <a:avLst/>
              <a:gdLst>
                <a:gd name="connsiteX0" fmla="*/ 27768 w 177990"/>
                <a:gd name="connsiteY0" fmla="*/ 34807 h 156588"/>
                <a:gd name="connsiteX1" fmla="*/ 27768 w 177990"/>
                <a:gd name="connsiteY1" fmla="*/ 129752 h 156588"/>
                <a:gd name="connsiteX2" fmla="*/ 167 w 177990"/>
                <a:gd name="connsiteY2" fmla="*/ 145694 h 156588"/>
                <a:gd name="connsiteX3" fmla="*/ 167 w 177990"/>
                <a:gd name="connsiteY3" fmla="*/ 156676 h 156588"/>
                <a:gd name="connsiteX4" fmla="*/ 40153 w 177990"/>
                <a:gd name="connsiteY4" fmla="*/ 155613 h 156588"/>
                <a:gd name="connsiteX5" fmla="*/ 79785 w 177990"/>
                <a:gd name="connsiteY5" fmla="*/ 156676 h 156588"/>
                <a:gd name="connsiteX6" fmla="*/ 79785 w 177990"/>
                <a:gd name="connsiteY6" fmla="*/ 145694 h 156588"/>
                <a:gd name="connsiteX7" fmla="*/ 52184 w 177990"/>
                <a:gd name="connsiteY7" fmla="*/ 129752 h 156588"/>
                <a:gd name="connsiteX8" fmla="*/ 52184 w 177990"/>
                <a:gd name="connsiteY8" fmla="*/ 64566 h 156588"/>
                <a:gd name="connsiteX9" fmla="*/ 99955 w 177990"/>
                <a:gd name="connsiteY9" fmla="*/ 7882 h 156588"/>
                <a:gd name="connsiteX10" fmla="*/ 126140 w 177990"/>
                <a:gd name="connsiteY10" fmla="*/ 47206 h 156588"/>
                <a:gd name="connsiteX11" fmla="*/ 126140 w 177990"/>
                <a:gd name="connsiteY11" fmla="*/ 129752 h 156588"/>
                <a:gd name="connsiteX12" fmla="*/ 98539 w 177990"/>
                <a:gd name="connsiteY12" fmla="*/ 145694 h 156588"/>
                <a:gd name="connsiteX13" fmla="*/ 98539 w 177990"/>
                <a:gd name="connsiteY13" fmla="*/ 156676 h 156588"/>
                <a:gd name="connsiteX14" fmla="*/ 138525 w 177990"/>
                <a:gd name="connsiteY14" fmla="*/ 155613 h 156588"/>
                <a:gd name="connsiteX15" fmla="*/ 178157 w 177990"/>
                <a:gd name="connsiteY15" fmla="*/ 156676 h 156588"/>
                <a:gd name="connsiteX16" fmla="*/ 178157 w 177990"/>
                <a:gd name="connsiteY16" fmla="*/ 145694 h 156588"/>
                <a:gd name="connsiteX17" fmla="*/ 150556 w 177990"/>
                <a:gd name="connsiteY17" fmla="*/ 135066 h 156588"/>
                <a:gd name="connsiteX18" fmla="*/ 150556 w 177990"/>
                <a:gd name="connsiteY18" fmla="*/ 67400 h 156588"/>
                <a:gd name="connsiteX19" fmla="*/ 139587 w 177990"/>
                <a:gd name="connsiteY19" fmla="*/ 13196 h 156588"/>
                <a:gd name="connsiteX20" fmla="*/ 102432 w 177990"/>
                <a:gd name="connsiteY20" fmla="*/ 88 h 156588"/>
                <a:gd name="connsiteX21" fmla="*/ 50061 w 177990"/>
                <a:gd name="connsiteY21" fmla="*/ 37287 h 156588"/>
                <a:gd name="connsiteX22" fmla="*/ 50061 w 177990"/>
                <a:gd name="connsiteY22" fmla="*/ 88 h 156588"/>
                <a:gd name="connsiteX23" fmla="*/ 167 w 177990"/>
                <a:gd name="connsiteY23" fmla="*/ 3985 h 156588"/>
                <a:gd name="connsiteX24" fmla="*/ 167 w 177990"/>
                <a:gd name="connsiteY24" fmla="*/ 14968 h 156588"/>
                <a:gd name="connsiteX25" fmla="*/ 27768 w 177990"/>
                <a:gd name="connsiteY25" fmla="*/ 34807 h 15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990" h="156588">
                  <a:moveTo>
                    <a:pt x="27768" y="34807"/>
                  </a:moveTo>
                  <a:lnTo>
                    <a:pt x="27768" y="129752"/>
                  </a:lnTo>
                  <a:cubicBezTo>
                    <a:pt x="27768" y="145694"/>
                    <a:pt x="23875" y="145694"/>
                    <a:pt x="167" y="145694"/>
                  </a:cubicBezTo>
                  <a:lnTo>
                    <a:pt x="167" y="156676"/>
                  </a:lnTo>
                  <a:cubicBezTo>
                    <a:pt x="12552" y="156322"/>
                    <a:pt x="30599" y="155613"/>
                    <a:pt x="40153" y="155613"/>
                  </a:cubicBezTo>
                  <a:cubicBezTo>
                    <a:pt x="49353" y="155613"/>
                    <a:pt x="67754" y="156322"/>
                    <a:pt x="79785" y="156676"/>
                  </a:cubicBezTo>
                  <a:lnTo>
                    <a:pt x="79785" y="145694"/>
                  </a:lnTo>
                  <a:cubicBezTo>
                    <a:pt x="56076" y="145694"/>
                    <a:pt x="52184" y="145694"/>
                    <a:pt x="52184" y="129752"/>
                  </a:cubicBezTo>
                  <a:lnTo>
                    <a:pt x="52184" y="64566"/>
                  </a:lnTo>
                  <a:cubicBezTo>
                    <a:pt x="52184" y="27721"/>
                    <a:pt x="77308" y="7882"/>
                    <a:pt x="99955" y="7882"/>
                  </a:cubicBezTo>
                  <a:cubicBezTo>
                    <a:pt x="122248" y="7882"/>
                    <a:pt x="126140" y="27013"/>
                    <a:pt x="126140" y="47206"/>
                  </a:cubicBezTo>
                  <a:lnTo>
                    <a:pt x="126140" y="129752"/>
                  </a:lnTo>
                  <a:cubicBezTo>
                    <a:pt x="126140" y="145694"/>
                    <a:pt x="122248" y="145694"/>
                    <a:pt x="98539" y="145694"/>
                  </a:cubicBezTo>
                  <a:lnTo>
                    <a:pt x="98539" y="156676"/>
                  </a:lnTo>
                  <a:cubicBezTo>
                    <a:pt x="110924" y="156322"/>
                    <a:pt x="128971" y="155613"/>
                    <a:pt x="138525" y="155613"/>
                  </a:cubicBezTo>
                  <a:cubicBezTo>
                    <a:pt x="147725" y="155613"/>
                    <a:pt x="166126" y="156322"/>
                    <a:pt x="178157" y="156676"/>
                  </a:cubicBezTo>
                  <a:lnTo>
                    <a:pt x="178157" y="145694"/>
                  </a:lnTo>
                  <a:cubicBezTo>
                    <a:pt x="159757" y="145694"/>
                    <a:pt x="150910" y="145694"/>
                    <a:pt x="150556" y="135066"/>
                  </a:cubicBezTo>
                  <a:lnTo>
                    <a:pt x="150556" y="67400"/>
                  </a:lnTo>
                  <a:cubicBezTo>
                    <a:pt x="150556" y="36932"/>
                    <a:pt x="150556" y="25950"/>
                    <a:pt x="139587" y="13196"/>
                  </a:cubicBezTo>
                  <a:cubicBezTo>
                    <a:pt x="134633" y="7174"/>
                    <a:pt x="122955" y="88"/>
                    <a:pt x="102432" y="88"/>
                  </a:cubicBezTo>
                  <a:cubicBezTo>
                    <a:pt x="76600" y="88"/>
                    <a:pt x="59969" y="15322"/>
                    <a:pt x="50061" y="37287"/>
                  </a:cubicBezTo>
                  <a:lnTo>
                    <a:pt x="50061" y="88"/>
                  </a:lnTo>
                  <a:lnTo>
                    <a:pt x="167" y="3985"/>
                  </a:lnTo>
                  <a:lnTo>
                    <a:pt x="167" y="14968"/>
                  </a:lnTo>
                  <a:cubicBezTo>
                    <a:pt x="24937" y="14968"/>
                    <a:pt x="27768" y="17447"/>
                    <a:pt x="27768" y="3480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1547776-837E-CD59-AD6F-3BB1F30D52A0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8285552" y="4501208"/>
              <a:ext cx="174097" cy="849897"/>
            </a:xfrm>
            <a:custGeom>
              <a:avLst/>
              <a:gdLst>
                <a:gd name="connsiteX0" fmla="*/ 174272 w 174097"/>
                <a:gd name="connsiteY0" fmla="*/ 846429 h 849897"/>
                <a:gd name="connsiteX1" fmla="*/ 172857 w 174097"/>
                <a:gd name="connsiteY1" fmla="*/ 843240 h 849897"/>
                <a:gd name="connsiteX2" fmla="*/ 112347 w 174097"/>
                <a:gd name="connsiteY2" fmla="*/ 768135 h 849897"/>
                <a:gd name="connsiteX3" fmla="*/ 29544 w 174097"/>
                <a:gd name="connsiteY3" fmla="*/ 425200 h 849897"/>
                <a:gd name="connsiteX4" fmla="*/ 100670 w 174097"/>
                <a:gd name="connsiteY4" fmla="*/ 101396 h 849897"/>
                <a:gd name="connsiteX5" fmla="*/ 173210 w 174097"/>
                <a:gd name="connsiteY5" fmla="*/ 6451 h 849897"/>
                <a:gd name="connsiteX6" fmla="*/ 174272 w 174097"/>
                <a:gd name="connsiteY6" fmla="*/ 3617 h 849897"/>
                <a:gd name="connsiteX7" fmla="*/ 166841 w 174097"/>
                <a:gd name="connsiteY7" fmla="*/ 74 h 849897"/>
                <a:gd name="connsiteX8" fmla="*/ 155871 w 174097"/>
                <a:gd name="connsiteY8" fmla="*/ 5388 h 849897"/>
                <a:gd name="connsiteX9" fmla="*/ 174 w 174097"/>
                <a:gd name="connsiteY9" fmla="*/ 424846 h 849897"/>
                <a:gd name="connsiteX10" fmla="*/ 121901 w 174097"/>
                <a:gd name="connsiteY10" fmla="*/ 810293 h 849897"/>
                <a:gd name="connsiteX11" fmla="*/ 156933 w 174097"/>
                <a:gd name="connsiteY11" fmla="*/ 845720 h 849897"/>
                <a:gd name="connsiteX12" fmla="*/ 166841 w 174097"/>
                <a:gd name="connsiteY12" fmla="*/ 849971 h 849897"/>
                <a:gd name="connsiteX13" fmla="*/ 174272 w 174097"/>
                <a:gd name="connsiteY13" fmla="*/ 846429 h 8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097" h="849897">
                  <a:moveTo>
                    <a:pt x="174272" y="846429"/>
                  </a:moveTo>
                  <a:cubicBezTo>
                    <a:pt x="174272" y="845012"/>
                    <a:pt x="173564" y="844303"/>
                    <a:pt x="172857" y="843240"/>
                  </a:cubicBezTo>
                  <a:cubicBezTo>
                    <a:pt x="159764" y="830132"/>
                    <a:pt x="136055" y="806396"/>
                    <a:pt x="112347" y="768135"/>
                  </a:cubicBezTo>
                  <a:cubicBezTo>
                    <a:pt x="55376" y="676733"/>
                    <a:pt x="29544" y="561594"/>
                    <a:pt x="29544" y="425200"/>
                  </a:cubicBezTo>
                  <a:cubicBezTo>
                    <a:pt x="29544" y="329901"/>
                    <a:pt x="42283" y="206969"/>
                    <a:pt x="100670" y="101396"/>
                  </a:cubicBezTo>
                  <a:cubicBezTo>
                    <a:pt x="128624" y="51089"/>
                    <a:pt x="157641" y="22039"/>
                    <a:pt x="173210" y="6451"/>
                  </a:cubicBezTo>
                  <a:cubicBezTo>
                    <a:pt x="174272" y="5388"/>
                    <a:pt x="174272" y="4680"/>
                    <a:pt x="174272" y="3617"/>
                  </a:cubicBezTo>
                  <a:cubicBezTo>
                    <a:pt x="174272" y="74"/>
                    <a:pt x="171795" y="74"/>
                    <a:pt x="166841" y="74"/>
                  </a:cubicBezTo>
                  <a:cubicBezTo>
                    <a:pt x="161887" y="74"/>
                    <a:pt x="161179" y="74"/>
                    <a:pt x="155871" y="5388"/>
                  </a:cubicBezTo>
                  <a:cubicBezTo>
                    <a:pt x="37329" y="113441"/>
                    <a:pt x="174" y="275697"/>
                    <a:pt x="174" y="424846"/>
                  </a:cubicBezTo>
                  <a:cubicBezTo>
                    <a:pt x="174" y="564074"/>
                    <a:pt x="32021" y="704366"/>
                    <a:pt x="121901" y="810293"/>
                  </a:cubicBezTo>
                  <a:cubicBezTo>
                    <a:pt x="128978" y="818441"/>
                    <a:pt x="142425" y="832966"/>
                    <a:pt x="156933" y="845720"/>
                  </a:cubicBezTo>
                  <a:cubicBezTo>
                    <a:pt x="161179" y="849971"/>
                    <a:pt x="161887" y="849971"/>
                    <a:pt x="166841" y="849971"/>
                  </a:cubicBezTo>
                  <a:cubicBezTo>
                    <a:pt x="171795" y="849971"/>
                    <a:pt x="174272" y="849971"/>
                    <a:pt x="174272" y="846429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9CEE3F4E-36BE-1BF3-B8D2-DD4FAFEABC45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9015592" y="4618651"/>
              <a:ext cx="184713" cy="225316"/>
            </a:xfrm>
            <a:custGeom>
              <a:avLst/>
              <a:gdLst>
                <a:gd name="connsiteX0" fmla="*/ 27444 w 184713"/>
                <a:gd name="connsiteY0" fmla="*/ 199891 h 225316"/>
                <a:gd name="connsiteX1" fmla="*/ 8336 w 184713"/>
                <a:gd name="connsiteY1" fmla="*/ 214416 h 225316"/>
                <a:gd name="connsiteX2" fmla="*/ 197 w 184713"/>
                <a:gd name="connsiteY2" fmla="*/ 221147 h 225316"/>
                <a:gd name="connsiteX3" fmla="*/ 4797 w 184713"/>
                <a:gd name="connsiteY3" fmla="*/ 225398 h 225316"/>
                <a:gd name="connsiteX4" fmla="*/ 34521 w 184713"/>
                <a:gd name="connsiteY4" fmla="*/ 224335 h 225316"/>
                <a:gd name="connsiteX5" fmla="*/ 69553 w 184713"/>
                <a:gd name="connsiteY5" fmla="*/ 225398 h 225316"/>
                <a:gd name="connsiteX6" fmla="*/ 75922 w 184713"/>
                <a:gd name="connsiteY6" fmla="*/ 218313 h 225316"/>
                <a:gd name="connsiteX7" fmla="*/ 67430 w 184713"/>
                <a:gd name="connsiteY7" fmla="*/ 214416 h 225316"/>
                <a:gd name="connsiteX8" fmla="*/ 49737 w 184713"/>
                <a:gd name="connsiteY8" fmla="*/ 208747 h 225316"/>
                <a:gd name="connsiteX9" fmla="*/ 67076 w 184713"/>
                <a:gd name="connsiteY9" fmla="*/ 137893 h 225316"/>
                <a:gd name="connsiteX10" fmla="*/ 99631 w 184713"/>
                <a:gd name="connsiteY10" fmla="*/ 160566 h 225316"/>
                <a:gd name="connsiteX11" fmla="*/ 184911 w 184713"/>
                <a:gd name="connsiteY11" fmla="*/ 56765 h 225316"/>
                <a:gd name="connsiteX12" fmla="*/ 137848 w 184713"/>
                <a:gd name="connsiteY12" fmla="*/ 81 h 225316"/>
                <a:gd name="connsiteX13" fmla="*/ 91492 w 184713"/>
                <a:gd name="connsiteY13" fmla="*/ 26652 h 225316"/>
                <a:gd name="connsiteX14" fmla="*/ 59645 w 184713"/>
                <a:gd name="connsiteY14" fmla="*/ 81 h 225316"/>
                <a:gd name="connsiteX15" fmla="*/ 33460 w 184713"/>
                <a:gd name="connsiteY15" fmla="*/ 20275 h 225316"/>
                <a:gd name="connsiteX16" fmla="*/ 22490 w 184713"/>
                <a:gd name="connsiteY16" fmla="*/ 54639 h 225316"/>
                <a:gd name="connsiteX17" fmla="*/ 26736 w 184713"/>
                <a:gd name="connsiteY17" fmla="*/ 58182 h 225316"/>
                <a:gd name="connsiteX18" fmla="*/ 32752 w 184713"/>
                <a:gd name="connsiteY18" fmla="*/ 50034 h 225316"/>
                <a:gd name="connsiteX19" fmla="*/ 58583 w 184713"/>
                <a:gd name="connsiteY19" fmla="*/ 7875 h 225316"/>
                <a:gd name="connsiteX20" fmla="*/ 69553 w 184713"/>
                <a:gd name="connsiteY20" fmla="*/ 24172 h 225316"/>
                <a:gd name="connsiteX21" fmla="*/ 67076 w 184713"/>
                <a:gd name="connsiteY21" fmla="*/ 42240 h 225316"/>
                <a:gd name="connsiteX22" fmla="*/ 27444 w 184713"/>
                <a:gd name="connsiteY22" fmla="*/ 199891 h 225316"/>
                <a:gd name="connsiteX23" fmla="*/ 89723 w 184713"/>
                <a:gd name="connsiteY23" fmla="*/ 46137 h 225316"/>
                <a:gd name="connsiteX24" fmla="*/ 108124 w 184713"/>
                <a:gd name="connsiteY24" fmla="*/ 21338 h 225316"/>
                <a:gd name="connsiteX25" fmla="*/ 136786 w 184713"/>
                <a:gd name="connsiteY25" fmla="*/ 7875 h 225316"/>
                <a:gd name="connsiteX26" fmla="*/ 159433 w 184713"/>
                <a:gd name="connsiteY26" fmla="*/ 41177 h 225316"/>
                <a:gd name="connsiteX27" fmla="*/ 141386 w 184713"/>
                <a:gd name="connsiteY27" fmla="*/ 116282 h 225316"/>
                <a:gd name="connsiteX28" fmla="*/ 99277 w 184713"/>
                <a:gd name="connsiteY28" fmla="*/ 152772 h 225316"/>
                <a:gd name="connsiteX29" fmla="*/ 71322 w 184713"/>
                <a:gd name="connsiteY29" fmla="*/ 121242 h 225316"/>
                <a:gd name="connsiteX30" fmla="*/ 72384 w 184713"/>
                <a:gd name="connsiteY30" fmla="*/ 115574 h 225316"/>
                <a:gd name="connsiteX31" fmla="*/ 89723 w 184713"/>
                <a:gd name="connsiteY31" fmla="*/ 46137 h 2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4713" h="225316">
                  <a:moveTo>
                    <a:pt x="27444" y="199891"/>
                  </a:moveTo>
                  <a:cubicBezTo>
                    <a:pt x="24613" y="211936"/>
                    <a:pt x="23905" y="214416"/>
                    <a:pt x="8336" y="214416"/>
                  </a:cubicBezTo>
                  <a:cubicBezTo>
                    <a:pt x="4089" y="214416"/>
                    <a:pt x="197" y="214416"/>
                    <a:pt x="197" y="221147"/>
                  </a:cubicBezTo>
                  <a:cubicBezTo>
                    <a:pt x="197" y="223981"/>
                    <a:pt x="1966" y="225398"/>
                    <a:pt x="4797" y="225398"/>
                  </a:cubicBezTo>
                  <a:cubicBezTo>
                    <a:pt x="14351" y="225398"/>
                    <a:pt x="24613" y="224335"/>
                    <a:pt x="34521" y="224335"/>
                  </a:cubicBezTo>
                  <a:cubicBezTo>
                    <a:pt x="46198" y="224335"/>
                    <a:pt x="58230" y="225398"/>
                    <a:pt x="69553" y="225398"/>
                  </a:cubicBezTo>
                  <a:cubicBezTo>
                    <a:pt x="71322" y="225398"/>
                    <a:pt x="75922" y="225398"/>
                    <a:pt x="75922" y="218313"/>
                  </a:cubicBezTo>
                  <a:cubicBezTo>
                    <a:pt x="75922" y="214416"/>
                    <a:pt x="72384" y="214416"/>
                    <a:pt x="67430" y="214416"/>
                  </a:cubicBezTo>
                  <a:cubicBezTo>
                    <a:pt x="49737" y="214416"/>
                    <a:pt x="49737" y="211936"/>
                    <a:pt x="49737" y="208747"/>
                  </a:cubicBezTo>
                  <a:cubicBezTo>
                    <a:pt x="49737" y="204496"/>
                    <a:pt x="64599" y="146750"/>
                    <a:pt x="67076" y="137893"/>
                  </a:cubicBezTo>
                  <a:cubicBezTo>
                    <a:pt x="71676" y="148167"/>
                    <a:pt x="81584" y="160566"/>
                    <a:pt x="99631" y="160566"/>
                  </a:cubicBezTo>
                  <a:cubicBezTo>
                    <a:pt x="140678" y="160566"/>
                    <a:pt x="184911" y="108843"/>
                    <a:pt x="184911" y="56765"/>
                  </a:cubicBezTo>
                  <a:cubicBezTo>
                    <a:pt x="184911" y="23463"/>
                    <a:pt x="164741" y="81"/>
                    <a:pt x="137848" y="81"/>
                  </a:cubicBezTo>
                  <a:cubicBezTo>
                    <a:pt x="120155" y="81"/>
                    <a:pt x="103170" y="12835"/>
                    <a:pt x="91492" y="26652"/>
                  </a:cubicBezTo>
                  <a:cubicBezTo>
                    <a:pt x="87954" y="7521"/>
                    <a:pt x="72738" y="81"/>
                    <a:pt x="59645" y="81"/>
                  </a:cubicBezTo>
                  <a:cubicBezTo>
                    <a:pt x="43368" y="81"/>
                    <a:pt x="36644" y="13898"/>
                    <a:pt x="33460" y="20275"/>
                  </a:cubicBezTo>
                  <a:cubicBezTo>
                    <a:pt x="27090" y="32320"/>
                    <a:pt x="22490" y="53576"/>
                    <a:pt x="22490" y="54639"/>
                  </a:cubicBezTo>
                  <a:cubicBezTo>
                    <a:pt x="22490" y="58182"/>
                    <a:pt x="26029" y="58182"/>
                    <a:pt x="26736" y="58182"/>
                  </a:cubicBezTo>
                  <a:cubicBezTo>
                    <a:pt x="30275" y="58182"/>
                    <a:pt x="30629" y="57828"/>
                    <a:pt x="32752" y="50034"/>
                  </a:cubicBezTo>
                  <a:cubicBezTo>
                    <a:pt x="38767" y="24880"/>
                    <a:pt x="45845" y="7875"/>
                    <a:pt x="58583" y="7875"/>
                  </a:cubicBezTo>
                  <a:cubicBezTo>
                    <a:pt x="64599" y="7875"/>
                    <a:pt x="69553" y="10710"/>
                    <a:pt x="69553" y="24172"/>
                  </a:cubicBezTo>
                  <a:cubicBezTo>
                    <a:pt x="69553" y="32320"/>
                    <a:pt x="68492" y="36217"/>
                    <a:pt x="67076" y="42240"/>
                  </a:cubicBezTo>
                  <a:lnTo>
                    <a:pt x="27444" y="199891"/>
                  </a:lnTo>
                  <a:close/>
                  <a:moveTo>
                    <a:pt x="89723" y="46137"/>
                  </a:moveTo>
                  <a:cubicBezTo>
                    <a:pt x="92200" y="36571"/>
                    <a:pt x="101754" y="26652"/>
                    <a:pt x="108124" y="21338"/>
                  </a:cubicBezTo>
                  <a:cubicBezTo>
                    <a:pt x="120509" y="10355"/>
                    <a:pt x="130770" y="7875"/>
                    <a:pt x="136786" y="7875"/>
                  </a:cubicBezTo>
                  <a:cubicBezTo>
                    <a:pt x="150940" y="7875"/>
                    <a:pt x="159433" y="20275"/>
                    <a:pt x="159433" y="41177"/>
                  </a:cubicBezTo>
                  <a:cubicBezTo>
                    <a:pt x="159433" y="62079"/>
                    <a:pt x="147756" y="102820"/>
                    <a:pt x="141386" y="116282"/>
                  </a:cubicBezTo>
                  <a:cubicBezTo>
                    <a:pt x="129355" y="141082"/>
                    <a:pt x="112370" y="152772"/>
                    <a:pt x="99277" y="152772"/>
                  </a:cubicBezTo>
                  <a:cubicBezTo>
                    <a:pt x="75922" y="152772"/>
                    <a:pt x="71322" y="123368"/>
                    <a:pt x="71322" y="121242"/>
                  </a:cubicBezTo>
                  <a:cubicBezTo>
                    <a:pt x="71322" y="120534"/>
                    <a:pt x="71322" y="119825"/>
                    <a:pt x="72384" y="115574"/>
                  </a:cubicBezTo>
                  <a:lnTo>
                    <a:pt x="89723" y="46137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776ED56C-4534-E222-2552-E1DC038B814D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8514892" y="4919253"/>
              <a:ext cx="1202080" cy="14170"/>
            </a:xfrm>
            <a:custGeom>
              <a:avLst/>
              <a:gdLst>
                <a:gd name="connsiteX0" fmla="*/ 0 w 1202080"/>
                <a:gd name="connsiteY0" fmla="*/ 0 h 14170"/>
                <a:gd name="connsiteX1" fmla="*/ 1202081 w 1202080"/>
                <a:gd name="connsiteY1" fmla="*/ 0 h 14170"/>
                <a:gd name="connsiteX2" fmla="*/ 1202081 w 1202080"/>
                <a:gd name="connsiteY2" fmla="*/ 14170 h 14170"/>
                <a:gd name="connsiteX3" fmla="*/ 0 w 1202080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2080" h="14170">
                  <a:moveTo>
                    <a:pt x="0" y="0"/>
                  </a:moveTo>
                  <a:lnTo>
                    <a:pt x="1202081" y="0"/>
                  </a:lnTo>
                  <a:lnTo>
                    <a:pt x="1202081" y="14170"/>
                  </a:lnTo>
                  <a:lnTo>
                    <a:pt x="0" y="14170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21FF088C-535B-982F-8FDE-3C741BCF4907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8546385" y="5076742"/>
              <a:ext cx="116772" cy="235944"/>
            </a:xfrm>
            <a:custGeom>
              <a:avLst/>
              <a:gdLst>
                <a:gd name="connsiteX0" fmla="*/ 72723 w 116772"/>
                <a:gd name="connsiteY0" fmla="*/ 9308 h 235944"/>
                <a:gd name="connsiteX1" fmla="*/ 64585 w 116772"/>
                <a:gd name="connsiteY1" fmla="*/ 97 h 235944"/>
                <a:gd name="connsiteX2" fmla="*/ 183 w 116772"/>
                <a:gd name="connsiteY2" fmla="*/ 22770 h 235944"/>
                <a:gd name="connsiteX3" fmla="*/ 183 w 116772"/>
                <a:gd name="connsiteY3" fmla="*/ 33752 h 235944"/>
                <a:gd name="connsiteX4" fmla="*/ 46538 w 116772"/>
                <a:gd name="connsiteY4" fmla="*/ 24541 h 235944"/>
                <a:gd name="connsiteX5" fmla="*/ 46538 w 116772"/>
                <a:gd name="connsiteY5" fmla="*/ 208054 h 235944"/>
                <a:gd name="connsiteX6" fmla="*/ 13629 w 116772"/>
                <a:gd name="connsiteY6" fmla="*/ 225059 h 235944"/>
                <a:gd name="connsiteX7" fmla="*/ 2306 w 116772"/>
                <a:gd name="connsiteY7" fmla="*/ 225059 h 235944"/>
                <a:gd name="connsiteX8" fmla="*/ 2306 w 116772"/>
                <a:gd name="connsiteY8" fmla="*/ 236041 h 235944"/>
                <a:gd name="connsiteX9" fmla="*/ 59631 w 116772"/>
                <a:gd name="connsiteY9" fmla="*/ 234979 h 235944"/>
                <a:gd name="connsiteX10" fmla="*/ 116956 w 116772"/>
                <a:gd name="connsiteY10" fmla="*/ 236041 h 235944"/>
                <a:gd name="connsiteX11" fmla="*/ 116956 w 116772"/>
                <a:gd name="connsiteY11" fmla="*/ 225059 h 235944"/>
                <a:gd name="connsiteX12" fmla="*/ 105632 w 116772"/>
                <a:gd name="connsiteY12" fmla="*/ 225059 h 235944"/>
                <a:gd name="connsiteX13" fmla="*/ 72723 w 116772"/>
                <a:gd name="connsiteY13" fmla="*/ 208054 h 235944"/>
                <a:gd name="connsiteX14" fmla="*/ 72723 w 116772"/>
                <a:gd name="connsiteY14" fmla="*/ 9308 h 23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6772" h="235944">
                  <a:moveTo>
                    <a:pt x="72723" y="9308"/>
                  </a:moveTo>
                  <a:cubicBezTo>
                    <a:pt x="72723" y="805"/>
                    <a:pt x="72723" y="97"/>
                    <a:pt x="64585" y="97"/>
                  </a:cubicBezTo>
                  <a:cubicBezTo>
                    <a:pt x="42646" y="22770"/>
                    <a:pt x="11506" y="22770"/>
                    <a:pt x="183" y="22770"/>
                  </a:cubicBezTo>
                  <a:lnTo>
                    <a:pt x="183" y="33752"/>
                  </a:lnTo>
                  <a:cubicBezTo>
                    <a:pt x="7260" y="33752"/>
                    <a:pt x="28137" y="33752"/>
                    <a:pt x="46538" y="24541"/>
                  </a:cubicBezTo>
                  <a:lnTo>
                    <a:pt x="46538" y="208054"/>
                  </a:lnTo>
                  <a:cubicBezTo>
                    <a:pt x="46538" y="220808"/>
                    <a:pt x="45476" y="225059"/>
                    <a:pt x="13629" y="225059"/>
                  </a:cubicBezTo>
                  <a:lnTo>
                    <a:pt x="2306" y="225059"/>
                  </a:lnTo>
                  <a:lnTo>
                    <a:pt x="2306" y="236041"/>
                  </a:lnTo>
                  <a:cubicBezTo>
                    <a:pt x="14691" y="234979"/>
                    <a:pt x="45476" y="234979"/>
                    <a:pt x="59631" y="234979"/>
                  </a:cubicBezTo>
                  <a:cubicBezTo>
                    <a:pt x="73785" y="234979"/>
                    <a:pt x="104571" y="234979"/>
                    <a:pt x="116956" y="236041"/>
                  </a:cubicBezTo>
                  <a:lnTo>
                    <a:pt x="116956" y="225059"/>
                  </a:lnTo>
                  <a:lnTo>
                    <a:pt x="105632" y="225059"/>
                  </a:lnTo>
                  <a:cubicBezTo>
                    <a:pt x="73785" y="225059"/>
                    <a:pt x="72723" y="221162"/>
                    <a:pt x="72723" y="208054"/>
                  </a:cubicBezTo>
                  <a:lnTo>
                    <a:pt x="72723" y="930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9FCBE39-BF0B-AA76-1272-943CB2144BF5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8705622" y="5076742"/>
              <a:ext cx="148973" cy="243738"/>
            </a:xfrm>
            <a:custGeom>
              <a:avLst/>
              <a:gdLst>
                <a:gd name="connsiteX0" fmla="*/ 149162 w 148973"/>
                <a:gd name="connsiteY0" fmla="*/ 122674 h 243738"/>
                <a:gd name="connsiteX1" fmla="*/ 135007 w 148973"/>
                <a:gd name="connsiteY1" fmla="*/ 39775 h 243738"/>
                <a:gd name="connsiteX2" fmla="*/ 74852 w 148973"/>
                <a:gd name="connsiteY2" fmla="*/ 97 h 243738"/>
                <a:gd name="connsiteX3" fmla="*/ 13280 w 148973"/>
                <a:gd name="connsiteY3" fmla="*/ 42255 h 243738"/>
                <a:gd name="connsiteX4" fmla="*/ 188 w 148973"/>
                <a:gd name="connsiteY4" fmla="*/ 122674 h 243738"/>
                <a:gd name="connsiteX5" fmla="*/ 16111 w 148973"/>
                <a:gd name="connsiteY5" fmla="*/ 208054 h 243738"/>
                <a:gd name="connsiteX6" fmla="*/ 74498 w 148973"/>
                <a:gd name="connsiteY6" fmla="*/ 243835 h 243738"/>
                <a:gd name="connsiteX7" fmla="*/ 136069 w 148973"/>
                <a:gd name="connsiteY7" fmla="*/ 202740 h 243738"/>
                <a:gd name="connsiteX8" fmla="*/ 149162 w 148973"/>
                <a:gd name="connsiteY8" fmla="*/ 122674 h 243738"/>
                <a:gd name="connsiteX9" fmla="*/ 74498 w 148973"/>
                <a:gd name="connsiteY9" fmla="*/ 236041 h 243738"/>
                <a:gd name="connsiteX10" fmla="*/ 33450 w 148973"/>
                <a:gd name="connsiteY10" fmla="*/ 193175 h 243738"/>
                <a:gd name="connsiteX11" fmla="*/ 29558 w 148973"/>
                <a:gd name="connsiteY11" fmla="*/ 118423 h 243738"/>
                <a:gd name="connsiteX12" fmla="*/ 32389 w 148973"/>
                <a:gd name="connsiteY12" fmla="*/ 53237 h 243738"/>
                <a:gd name="connsiteX13" fmla="*/ 74498 w 148973"/>
                <a:gd name="connsiteY13" fmla="*/ 7891 h 243738"/>
                <a:gd name="connsiteX14" fmla="*/ 116253 w 148973"/>
                <a:gd name="connsiteY14" fmla="*/ 49340 h 243738"/>
                <a:gd name="connsiteX15" fmla="*/ 119791 w 148973"/>
                <a:gd name="connsiteY15" fmla="*/ 118423 h 243738"/>
                <a:gd name="connsiteX16" fmla="*/ 115899 w 148973"/>
                <a:gd name="connsiteY16" fmla="*/ 191757 h 243738"/>
                <a:gd name="connsiteX17" fmla="*/ 74498 w 148973"/>
                <a:gd name="connsiteY17" fmla="*/ 236041 h 243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8973" h="243738">
                  <a:moveTo>
                    <a:pt x="149162" y="122674"/>
                  </a:moveTo>
                  <a:cubicBezTo>
                    <a:pt x="149162" y="94333"/>
                    <a:pt x="147392" y="65991"/>
                    <a:pt x="135007" y="39775"/>
                  </a:cubicBezTo>
                  <a:cubicBezTo>
                    <a:pt x="118730" y="5765"/>
                    <a:pt x="89714" y="97"/>
                    <a:pt x="74852" y="97"/>
                  </a:cubicBezTo>
                  <a:cubicBezTo>
                    <a:pt x="53620" y="97"/>
                    <a:pt x="27788" y="9308"/>
                    <a:pt x="13280" y="42255"/>
                  </a:cubicBezTo>
                  <a:cubicBezTo>
                    <a:pt x="1957" y="66700"/>
                    <a:pt x="188" y="94333"/>
                    <a:pt x="188" y="122674"/>
                  </a:cubicBezTo>
                  <a:cubicBezTo>
                    <a:pt x="188" y="149245"/>
                    <a:pt x="1603" y="181129"/>
                    <a:pt x="16111" y="208054"/>
                  </a:cubicBezTo>
                  <a:cubicBezTo>
                    <a:pt x="31327" y="236750"/>
                    <a:pt x="57159" y="243835"/>
                    <a:pt x="74498" y="243835"/>
                  </a:cubicBezTo>
                  <a:cubicBezTo>
                    <a:pt x="93606" y="243835"/>
                    <a:pt x="120499" y="236396"/>
                    <a:pt x="136069" y="202740"/>
                  </a:cubicBezTo>
                  <a:cubicBezTo>
                    <a:pt x="147392" y="178295"/>
                    <a:pt x="149162" y="150662"/>
                    <a:pt x="149162" y="122674"/>
                  </a:cubicBezTo>
                  <a:close/>
                  <a:moveTo>
                    <a:pt x="74498" y="236041"/>
                  </a:moveTo>
                  <a:cubicBezTo>
                    <a:pt x="60697" y="236041"/>
                    <a:pt x="39820" y="227185"/>
                    <a:pt x="33450" y="193175"/>
                  </a:cubicBezTo>
                  <a:cubicBezTo>
                    <a:pt x="29558" y="171918"/>
                    <a:pt x="29558" y="139325"/>
                    <a:pt x="29558" y="118423"/>
                  </a:cubicBezTo>
                  <a:cubicBezTo>
                    <a:pt x="29558" y="95750"/>
                    <a:pt x="29558" y="72368"/>
                    <a:pt x="32389" y="53237"/>
                  </a:cubicBezTo>
                  <a:cubicBezTo>
                    <a:pt x="39112" y="11079"/>
                    <a:pt x="65651" y="7891"/>
                    <a:pt x="74498" y="7891"/>
                  </a:cubicBezTo>
                  <a:cubicBezTo>
                    <a:pt x="86175" y="7891"/>
                    <a:pt x="109530" y="14267"/>
                    <a:pt x="116253" y="49340"/>
                  </a:cubicBezTo>
                  <a:cubicBezTo>
                    <a:pt x="119791" y="69179"/>
                    <a:pt x="119791" y="96104"/>
                    <a:pt x="119791" y="118423"/>
                  </a:cubicBezTo>
                  <a:cubicBezTo>
                    <a:pt x="119791" y="144994"/>
                    <a:pt x="119791" y="169084"/>
                    <a:pt x="115899" y="191757"/>
                  </a:cubicBezTo>
                  <a:cubicBezTo>
                    <a:pt x="110591" y="225413"/>
                    <a:pt x="90421" y="236041"/>
                    <a:pt x="74498" y="236041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37F74F45-7A7E-EB8C-EA0C-8CC759D76128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8882551" y="5076742"/>
              <a:ext cx="148973" cy="243738"/>
            </a:xfrm>
            <a:custGeom>
              <a:avLst/>
              <a:gdLst>
                <a:gd name="connsiteX0" fmla="*/ 149167 w 148973"/>
                <a:gd name="connsiteY0" fmla="*/ 122674 h 243738"/>
                <a:gd name="connsiteX1" fmla="*/ 135012 w 148973"/>
                <a:gd name="connsiteY1" fmla="*/ 39775 h 243738"/>
                <a:gd name="connsiteX2" fmla="*/ 74856 w 148973"/>
                <a:gd name="connsiteY2" fmla="*/ 97 h 243738"/>
                <a:gd name="connsiteX3" fmla="*/ 13285 w 148973"/>
                <a:gd name="connsiteY3" fmla="*/ 42255 h 243738"/>
                <a:gd name="connsiteX4" fmla="*/ 193 w 148973"/>
                <a:gd name="connsiteY4" fmla="*/ 122674 h 243738"/>
                <a:gd name="connsiteX5" fmla="*/ 16116 w 148973"/>
                <a:gd name="connsiteY5" fmla="*/ 208054 h 243738"/>
                <a:gd name="connsiteX6" fmla="*/ 74503 w 148973"/>
                <a:gd name="connsiteY6" fmla="*/ 243835 h 243738"/>
                <a:gd name="connsiteX7" fmla="*/ 136074 w 148973"/>
                <a:gd name="connsiteY7" fmla="*/ 202740 h 243738"/>
                <a:gd name="connsiteX8" fmla="*/ 149167 w 148973"/>
                <a:gd name="connsiteY8" fmla="*/ 122674 h 243738"/>
                <a:gd name="connsiteX9" fmla="*/ 74503 w 148973"/>
                <a:gd name="connsiteY9" fmla="*/ 236041 h 243738"/>
                <a:gd name="connsiteX10" fmla="*/ 33455 w 148973"/>
                <a:gd name="connsiteY10" fmla="*/ 193175 h 243738"/>
                <a:gd name="connsiteX11" fmla="*/ 29563 w 148973"/>
                <a:gd name="connsiteY11" fmla="*/ 118423 h 243738"/>
                <a:gd name="connsiteX12" fmla="*/ 32394 w 148973"/>
                <a:gd name="connsiteY12" fmla="*/ 53237 h 243738"/>
                <a:gd name="connsiteX13" fmla="*/ 74503 w 148973"/>
                <a:gd name="connsiteY13" fmla="*/ 7891 h 243738"/>
                <a:gd name="connsiteX14" fmla="*/ 116258 w 148973"/>
                <a:gd name="connsiteY14" fmla="*/ 49340 h 243738"/>
                <a:gd name="connsiteX15" fmla="*/ 119796 w 148973"/>
                <a:gd name="connsiteY15" fmla="*/ 118423 h 243738"/>
                <a:gd name="connsiteX16" fmla="*/ 115904 w 148973"/>
                <a:gd name="connsiteY16" fmla="*/ 191757 h 243738"/>
                <a:gd name="connsiteX17" fmla="*/ 74503 w 148973"/>
                <a:gd name="connsiteY17" fmla="*/ 236041 h 243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8973" h="243738">
                  <a:moveTo>
                    <a:pt x="149167" y="122674"/>
                  </a:moveTo>
                  <a:cubicBezTo>
                    <a:pt x="149167" y="94333"/>
                    <a:pt x="147397" y="65991"/>
                    <a:pt x="135012" y="39775"/>
                  </a:cubicBezTo>
                  <a:cubicBezTo>
                    <a:pt x="118735" y="5765"/>
                    <a:pt x="89719" y="97"/>
                    <a:pt x="74856" y="97"/>
                  </a:cubicBezTo>
                  <a:cubicBezTo>
                    <a:pt x="53625" y="97"/>
                    <a:pt x="27793" y="9308"/>
                    <a:pt x="13285" y="42255"/>
                  </a:cubicBezTo>
                  <a:cubicBezTo>
                    <a:pt x="1962" y="66700"/>
                    <a:pt x="193" y="94333"/>
                    <a:pt x="193" y="122674"/>
                  </a:cubicBezTo>
                  <a:cubicBezTo>
                    <a:pt x="193" y="149245"/>
                    <a:pt x="1608" y="181129"/>
                    <a:pt x="16116" y="208054"/>
                  </a:cubicBezTo>
                  <a:cubicBezTo>
                    <a:pt x="31332" y="236750"/>
                    <a:pt x="57164" y="243835"/>
                    <a:pt x="74503" y="243835"/>
                  </a:cubicBezTo>
                  <a:cubicBezTo>
                    <a:pt x="93611" y="243835"/>
                    <a:pt x="120504" y="236396"/>
                    <a:pt x="136074" y="202740"/>
                  </a:cubicBezTo>
                  <a:cubicBezTo>
                    <a:pt x="147397" y="178295"/>
                    <a:pt x="149167" y="150662"/>
                    <a:pt x="149167" y="122674"/>
                  </a:cubicBezTo>
                  <a:close/>
                  <a:moveTo>
                    <a:pt x="74503" y="236041"/>
                  </a:moveTo>
                  <a:cubicBezTo>
                    <a:pt x="60702" y="236041"/>
                    <a:pt x="39825" y="227185"/>
                    <a:pt x="33455" y="193175"/>
                  </a:cubicBezTo>
                  <a:cubicBezTo>
                    <a:pt x="29563" y="171918"/>
                    <a:pt x="29563" y="139325"/>
                    <a:pt x="29563" y="118423"/>
                  </a:cubicBezTo>
                  <a:cubicBezTo>
                    <a:pt x="29563" y="95750"/>
                    <a:pt x="29563" y="72368"/>
                    <a:pt x="32394" y="53237"/>
                  </a:cubicBezTo>
                  <a:cubicBezTo>
                    <a:pt x="39117" y="11079"/>
                    <a:pt x="65656" y="7891"/>
                    <a:pt x="74503" y="7891"/>
                  </a:cubicBezTo>
                  <a:cubicBezTo>
                    <a:pt x="86180" y="7891"/>
                    <a:pt x="109535" y="14267"/>
                    <a:pt x="116258" y="49340"/>
                  </a:cubicBezTo>
                  <a:cubicBezTo>
                    <a:pt x="119796" y="69179"/>
                    <a:pt x="119796" y="96104"/>
                    <a:pt x="119796" y="118423"/>
                  </a:cubicBezTo>
                  <a:cubicBezTo>
                    <a:pt x="119796" y="144994"/>
                    <a:pt x="119796" y="169084"/>
                    <a:pt x="115904" y="191757"/>
                  </a:cubicBezTo>
                  <a:cubicBezTo>
                    <a:pt x="110596" y="225413"/>
                    <a:pt x="90426" y="236041"/>
                    <a:pt x="74503" y="236041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66E9A9C5-AF82-1E17-B9D2-A461AFAD8D55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9059481" y="5076742"/>
              <a:ext cx="148973" cy="243738"/>
            </a:xfrm>
            <a:custGeom>
              <a:avLst/>
              <a:gdLst>
                <a:gd name="connsiteX0" fmla="*/ 149172 w 148973"/>
                <a:gd name="connsiteY0" fmla="*/ 122674 h 243738"/>
                <a:gd name="connsiteX1" fmla="*/ 135017 w 148973"/>
                <a:gd name="connsiteY1" fmla="*/ 39775 h 243738"/>
                <a:gd name="connsiteX2" fmla="*/ 74861 w 148973"/>
                <a:gd name="connsiteY2" fmla="*/ 97 h 243738"/>
                <a:gd name="connsiteX3" fmla="*/ 13290 w 148973"/>
                <a:gd name="connsiteY3" fmla="*/ 42255 h 243738"/>
                <a:gd name="connsiteX4" fmla="*/ 198 w 148973"/>
                <a:gd name="connsiteY4" fmla="*/ 122674 h 243738"/>
                <a:gd name="connsiteX5" fmla="*/ 16121 w 148973"/>
                <a:gd name="connsiteY5" fmla="*/ 208054 h 243738"/>
                <a:gd name="connsiteX6" fmla="*/ 74508 w 148973"/>
                <a:gd name="connsiteY6" fmla="*/ 243835 h 243738"/>
                <a:gd name="connsiteX7" fmla="*/ 136079 w 148973"/>
                <a:gd name="connsiteY7" fmla="*/ 202740 h 243738"/>
                <a:gd name="connsiteX8" fmla="*/ 149172 w 148973"/>
                <a:gd name="connsiteY8" fmla="*/ 122674 h 243738"/>
                <a:gd name="connsiteX9" fmla="*/ 74508 w 148973"/>
                <a:gd name="connsiteY9" fmla="*/ 236041 h 243738"/>
                <a:gd name="connsiteX10" fmla="*/ 33460 w 148973"/>
                <a:gd name="connsiteY10" fmla="*/ 193175 h 243738"/>
                <a:gd name="connsiteX11" fmla="*/ 29568 w 148973"/>
                <a:gd name="connsiteY11" fmla="*/ 118423 h 243738"/>
                <a:gd name="connsiteX12" fmla="*/ 32399 w 148973"/>
                <a:gd name="connsiteY12" fmla="*/ 53237 h 243738"/>
                <a:gd name="connsiteX13" fmla="*/ 74508 w 148973"/>
                <a:gd name="connsiteY13" fmla="*/ 7891 h 243738"/>
                <a:gd name="connsiteX14" fmla="*/ 116263 w 148973"/>
                <a:gd name="connsiteY14" fmla="*/ 49340 h 243738"/>
                <a:gd name="connsiteX15" fmla="*/ 119801 w 148973"/>
                <a:gd name="connsiteY15" fmla="*/ 118423 h 243738"/>
                <a:gd name="connsiteX16" fmla="*/ 115909 w 148973"/>
                <a:gd name="connsiteY16" fmla="*/ 191757 h 243738"/>
                <a:gd name="connsiteX17" fmla="*/ 74508 w 148973"/>
                <a:gd name="connsiteY17" fmla="*/ 236041 h 243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8973" h="243738">
                  <a:moveTo>
                    <a:pt x="149172" y="122674"/>
                  </a:moveTo>
                  <a:cubicBezTo>
                    <a:pt x="149172" y="94333"/>
                    <a:pt x="147402" y="65991"/>
                    <a:pt x="135017" y="39775"/>
                  </a:cubicBezTo>
                  <a:cubicBezTo>
                    <a:pt x="118740" y="5765"/>
                    <a:pt x="89723" y="97"/>
                    <a:pt x="74861" y="97"/>
                  </a:cubicBezTo>
                  <a:cubicBezTo>
                    <a:pt x="53630" y="97"/>
                    <a:pt x="27798" y="9308"/>
                    <a:pt x="13290" y="42255"/>
                  </a:cubicBezTo>
                  <a:cubicBezTo>
                    <a:pt x="1967" y="66700"/>
                    <a:pt x="198" y="94333"/>
                    <a:pt x="198" y="122674"/>
                  </a:cubicBezTo>
                  <a:cubicBezTo>
                    <a:pt x="198" y="149245"/>
                    <a:pt x="1613" y="181129"/>
                    <a:pt x="16121" y="208054"/>
                  </a:cubicBezTo>
                  <a:cubicBezTo>
                    <a:pt x="31337" y="236750"/>
                    <a:pt x="57169" y="243835"/>
                    <a:pt x="74508" y="243835"/>
                  </a:cubicBezTo>
                  <a:cubicBezTo>
                    <a:pt x="93616" y="243835"/>
                    <a:pt x="120509" y="236396"/>
                    <a:pt x="136079" y="202740"/>
                  </a:cubicBezTo>
                  <a:cubicBezTo>
                    <a:pt x="147402" y="178295"/>
                    <a:pt x="149172" y="150662"/>
                    <a:pt x="149172" y="122674"/>
                  </a:cubicBezTo>
                  <a:close/>
                  <a:moveTo>
                    <a:pt x="74508" y="236041"/>
                  </a:moveTo>
                  <a:cubicBezTo>
                    <a:pt x="60707" y="236041"/>
                    <a:pt x="39830" y="227185"/>
                    <a:pt x="33460" y="193175"/>
                  </a:cubicBezTo>
                  <a:cubicBezTo>
                    <a:pt x="29568" y="171918"/>
                    <a:pt x="29568" y="139325"/>
                    <a:pt x="29568" y="118423"/>
                  </a:cubicBezTo>
                  <a:cubicBezTo>
                    <a:pt x="29568" y="95750"/>
                    <a:pt x="29568" y="72368"/>
                    <a:pt x="32399" y="53237"/>
                  </a:cubicBezTo>
                  <a:cubicBezTo>
                    <a:pt x="39122" y="11079"/>
                    <a:pt x="65661" y="7891"/>
                    <a:pt x="74508" y="7891"/>
                  </a:cubicBezTo>
                  <a:cubicBezTo>
                    <a:pt x="86185" y="7891"/>
                    <a:pt x="109540" y="14267"/>
                    <a:pt x="116263" y="49340"/>
                  </a:cubicBezTo>
                  <a:cubicBezTo>
                    <a:pt x="119801" y="69179"/>
                    <a:pt x="119801" y="96104"/>
                    <a:pt x="119801" y="118423"/>
                  </a:cubicBezTo>
                  <a:cubicBezTo>
                    <a:pt x="119801" y="144994"/>
                    <a:pt x="119801" y="169084"/>
                    <a:pt x="115909" y="191757"/>
                  </a:cubicBezTo>
                  <a:cubicBezTo>
                    <a:pt x="110601" y="225413"/>
                    <a:pt x="90431" y="236041"/>
                    <a:pt x="74508" y="236041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3DC73B07-613D-AB98-10DC-F7A4BC863636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9236410" y="5076742"/>
              <a:ext cx="148973" cy="243738"/>
            </a:xfrm>
            <a:custGeom>
              <a:avLst/>
              <a:gdLst>
                <a:gd name="connsiteX0" fmla="*/ 149177 w 148973"/>
                <a:gd name="connsiteY0" fmla="*/ 122674 h 243738"/>
                <a:gd name="connsiteX1" fmla="*/ 135022 w 148973"/>
                <a:gd name="connsiteY1" fmla="*/ 39775 h 243738"/>
                <a:gd name="connsiteX2" fmla="*/ 74866 w 148973"/>
                <a:gd name="connsiteY2" fmla="*/ 97 h 243738"/>
                <a:gd name="connsiteX3" fmla="*/ 13295 w 148973"/>
                <a:gd name="connsiteY3" fmla="*/ 42255 h 243738"/>
                <a:gd name="connsiteX4" fmla="*/ 203 w 148973"/>
                <a:gd name="connsiteY4" fmla="*/ 122674 h 243738"/>
                <a:gd name="connsiteX5" fmla="*/ 16126 w 148973"/>
                <a:gd name="connsiteY5" fmla="*/ 208054 h 243738"/>
                <a:gd name="connsiteX6" fmla="*/ 74513 w 148973"/>
                <a:gd name="connsiteY6" fmla="*/ 243835 h 243738"/>
                <a:gd name="connsiteX7" fmla="*/ 136084 w 148973"/>
                <a:gd name="connsiteY7" fmla="*/ 202740 h 243738"/>
                <a:gd name="connsiteX8" fmla="*/ 149177 w 148973"/>
                <a:gd name="connsiteY8" fmla="*/ 122674 h 243738"/>
                <a:gd name="connsiteX9" fmla="*/ 74513 w 148973"/>
                <a:gd name="connsiteY9" fmla="*/ 236041 h 243738"/>
                <a:gd name="connsiteX10" fmla="*/ 33465 w 148973"/>
                <a:gd name="connsiteY10" fmla="*/ 193175 h 243738"/>
                <a:gd name="connsiteX11" fmla="*/ 29573 w 148973"/>
                <a:gd name="connsiteY11" fmla="*/ 118423 h 243738"/>
                <a:gd name="connsiteX12" fmla="*/ 32404 w 148973"/>
                <a:gd name="connsiteY12" fmla="*/ 53237 h 243738"/>
                <a:gd name="connsiteX13" fmla="*/ 74513 w 148973"/>
                <a:gd name="connsiteY13" fmla="*/ 7891 h 243738"/>
                <a:gd name="connsiteX14" fmla="*/ 116268 w 148973"/>
                <a:gd name="connsiteY14" fmla="*/ 49340 h 243738"/>
                <a:gd name="connsiteX15" fmla="*/ 119806 w 148973"/>
                <a:gd name="connsiteY15" fmla="*/ 118423 h 243738"/>
                <a:gd name="connsiteX16" fmla="*/ 115914 w 148973"/>
                <a:gd name="connsiteY16" fmla="*/ 191757 h 243738"/>
                <a:gd name="connsiteX17" fmla="*/ 74513 w 148973"/>
                <a:gd name="connsiteY17" fmla="*/ 236041 h 243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8973" h="243738">
                  <a:moveTo>
                    <a:pt x="149177" y="122674"/>
                  </a:moveTo>
                  <a:cubicBezTo>
                    <a:pt x="149177" y="94333"/>
                    <a:pt x="147407" y="65991"/>
                    <a:pt x="135022" y="39775"/>
                  </a:cubicBezTo>
                  <a:cubicBezTo>
                    <a:pt x="118745" y="5765"/>
                    <a:pt x="89728" y="97"/>
                    <a:pt x="74866" y="97"/>
                  </a:cubicBezTo>
                  <a:cubicBezTo>
                    <a:pt x="53635" y="97"/>
                    <a:pt x="27803" y="9308"/>
                    <a:pt x="13295" y="42255"/>
                  </a:cubicBezTo>
                  <a:cubicBezTo>
                    <a:pt x="1972" y="66700"/>
                    <a:pt x="203" y="94333"/>
                    <a:pt x="203" y="122674"/>
                  </a:cubicBezTo>
                  <a:cubicBezTo>
                    <a:pt x="203" y="149245"/>
                    <a:pt x="1618" y="181129"/>
                    <a:pt x="16126" y="208054"/>
                  </a:cubicBezTo>
                  <a:cubicBezTo>
                    <a:pt x="31342" y="236750"/>
                    <a:pt x="57174" y="243835"/>
                    <a:pt x="74513" y="243835"/>
                  </a:cubicBezTo>
                  <a:cubicBezTo>
                    <a:pt x="93621" y="243835"/>
                    <a:pt x="120514" y="236396"/>
                    <a:pt x="136084" y="202740"/>
                  </a:cubicBezTo>
                  <a:cubicBezTo>
                    <a:pt x="147407" y="178295"/>
                    <a:pt x="149177" y="150662"/>
                    <a:pt x="149177" y="122674"/>
                  </a:cubicBezTo>
                  <a:close/>
                  <a:moveTo>
                    <a:pt x="74513" y="236041"/>
                  </a:moveTo>
                  <a:cubicBezTo>
                    <a:pt x="60712" y="236041"/>
                    <a:pt x="39835" y="227185"/>
                    <a:pt x="33465" y="193175"/>
                  </a:cubicBezTo>
                  <a:cubicBezTo>
                    <a:pt x="29573" y="171918"/>
                    <a:pt x="29573" y="139325"/>
                    <a:pt x="29573" y="118423"/>
                  </a:cubicBezTo>
                  <a:cubicBezTo>
                    <a:pt x="29573" y="95750"/>
                    <a:pt x="29573" y="72368"/>
                    <a:pt x="32404" y="53237"/>
                  </a:cubicBezTo>
                  <a:cubicBezTo>
                    <a:pt x="39127" y="11079"/>
                    <a:pt x="65666" y="7891"/>
                    <a:pt x="74513" y="7891"/>
                  </a:cubicBezTo>
                  <a:cubicBezTo>
                    <a:pt x="86190" y="7891"/>
                    <a:pt x="109545" y="14267"/>
                    <a:pt x="116268" y="49340"/>
                  </a:cubicBezTo>
                  <a:cubicBezTo>
                    <a:pt x="119806" y="69179"/>
                    <a:pt x="119806" y="96104"/>
                    <a:pt x="119806" y="118423"/>
                  </a:cubicBezTo>
                  <a:cubicBezTo>
                    <a:pt x="119806" y="144994"/>
                    <a:pt x="119806" y="169084"/>
                    <a:pt x="115914" y="191757"/>
                  </a:cubicBezTo>
                  <a:cubicBezTo>
                    <a:pt x="110606" y="225413"/>
                    <a:pt x="90436" y="236041"/>
                    <a:pt x="74513" y="236041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B6E05476-1CA5-C5A6-DA1E-AC62EFF0CDAF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9458102" y="4976016"/>
              <a:ext cx="88110" cy="117972"/>
            </a:xfrm>
            <a:custGeom>
              <a:avLst/>
              <a:gdLst>
                <a:gd name="connsiteX0" fmla="*/ 88319 w 88110"/>
                <a:gd name="connsiteY0" fmla="*/ 83876 h 117972"/>
                <a:gd name="connsiteX1" fmla="*/ 80888 w 88110"/>
                <a:gd name="connsiteY1" fmla="*/ 83876 h 117972"/>
                <a:gd name="connsiteX2" fmla="*/ 75757 w 88110"/>
                <a:gd name="connsiteY2" fmla="*/ 99995 h 117972"/>
                <a:gd name="connsiteX3" fmla="*/ 56826 w 88110"/>
                <a:gd name="connsiteY3" fmla="*/ 101058 h 117972"/>
                <a:gd name="connsiteX4" fmla="*/ 22148 w 88110"/>
                <a:gd name="connsiteY4" fmla="*/ 101058 h 117972"/>
                <a:gd name="connsiteX5" fmla="*/ 57534 w 88110"/>
                <a:gd name="connsiteY5" fmla="*/ 75373 h 117972"/>
                <a:gd name="connsiteX6" fmla="*/ 88319 w 88110"/>
                <a:gd name="connsiteY6" fmla="*/ 35340 h 117972"/>
                <a:gd name="connsiteX7" fmla="*/ 41610 w 88110"/>
                <a:gd name="connsiteY7" fmla="*/ 90 h 117972"/>
                <a:gd name="connsiteX8" fmla="*/ 209 w 88110"/>
                <a:gd name="connsiteY8" fmla="*/ 31266 h 117972"/>
                <a:gd name="connsiteX9" fmla="*/ 10471 w 88110"/>
                <a:gd name="connsiteY9" fmla="*/ 42072 h 117972"/>
                <a:gd name="connsiteX10" fmla="*/ 20909 w 88110"/>
                <a:gd name="connsiteY10" fmla="*/ 31621 h 117972"/>
                <a:gd name="connsiteX11" fmla="*/ 10824 w 88110"/>
                <a:gd name="connsiteY11" fmla="*/ 21170 h 117972"/>
                <a:gd name="connsiteX12" fmla="*/ 37895 w 88110"/>
                <a:gd name="connsiteY12" fmla="*/ 7884 h 117972"/>
                <a:gd name="connsiteX13" fmla="*/ 69388 w 88110"/>
                <a:gd name="connsiteY13" fmla="*/ 35518 h 117972"/>
                <a:gd name="connsiteX14" fmla="*/ 45502 w 88110"/>
                <a:gd name="connsiteY14" fmla="*/ 73247 h 117972"/>
                <a:gd name="connsiteX15" fmla="*/ 2332 w 88110"/>
                <a:gd name="connsiteY15" fmla="*/ 109915 h 117972"/>
                <a:gd name="connsiteX16" fmla="*/ 209 w 88110"/>
                <a:gd name="connsiteY16" fmla="*/ 112749 h 117972"/>
                <a:gd name="connsiteX17" fmla="*/ 209 w 88110"/>
                <a:gd name="connsiteY17" fmla="*/ 118063 h 117972"/>
                <a:gd name="connsiteX18" fmla="*/ 82481 w 88110"/>
                <a:gd name="connsiteY18" fmla="*/ 118063 h 117972"/>
                <a:gd name="connsiteX19" fmla="*/ 88319 w 88110"/>
                <a:gd name="connsiteY19" fmla="*/ 83876 h 117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8110" h="117972">
                  <a:moveTo>
                    <a:pt x="88319" y="83876"/>
                  </a:moveTo>
                  <a:lnTo>
                    <a:pt x="80888" y="83876"/>
                  </a:lnTo>
                  <a:cubicBezTo>
                    <a:pt x="80357" y="87241"/>
                    <a:pt x="78588" y="98224"/>
                    <a:pt x="75757" y="99995"/>
                  </a:cubicBezTo>
                  <a:cubicBezTo>
                    <a:pt x="74342" y="101058"/>
                    <a:pt x="59480" y="101058"/>
                    <a:pt x="56826" y="101058"/>
                  </a:cubicBezTo>
                  <a:lnTo>
                    <a:pt x="22148" y="101058"/>
                  </a:lnTo>
                  <a:cubicBezTo>
                    <a:pt x="33825" y="92378"/>
                    <a:pt x="46918" y="82459"/>
                    <a:pt x="57534" y="75373"/>
                  </a:cubicBezTo>
                  <a:cubicBezTo>
                    <a:pt x="73457" y="64391"/>
                    <a:pt x="88319" y="54117"/>
                    <a:pt x="88319" y="35340"/>
                  </a:cubicBezTo>
                  <a:cubicBezTo>
                    <a:pt x="88319" y="12667"/>
                    <a:pt x="66911" y="90"/>
                    <a:pt x="41610" y="90"/>
                  </a:cubicBezTo>
                  <a:cubicBezTo>
                    <a:pt x="17725" y="90"/>
                    <a:pt x="209" y="13907"/>
                    <a:pt x="209" y="31266"/>
                  </a:cubicBezTo>
                  <a:cubicBezTo>
                    <a:pt x="209" y="40477"/>
                    <a:pt x="7994" y="42072"/>
                    <a:pt x="10471" y="42072"/>
                  </a:cubicBezTo>
                  <a:cubicBezTo>
                    <a:pt x="15248" y="42072"/>
                    <a:pt x="20909" y="38883"/>
                    <a:pt x="20909" y="31621"/>
                  </a:cubicBezTo>
                  <a:cubicBezTo>
                    <a:pt x="20909" y="25244"/>
                    <a:pt x="16309" y="21701"/>
                    <a:pt x="10824" y="21170"/>
                  </a:cubicBezTo>
                  <a:cubicBezTo>
                    <a:pt x="15778" y="13198"/>
                    <a:pt x="26040" y="7884"/>
                    <a:pt x="37895" y="7884"/>
                  </a:cubicBezTo>
                  <a:cubicBezTo>
                    <a:pt x="55057" y="7884"/>
                    <a:pt x="69388" y="18158"/>
                    <a:pt x="69388" y="35518"/>
                  </a:cubicBezTo>
                  <a:cubicBezTo>
                    <a:pt x="69388" y="50397"/>
                    <a:pt x="59126" y="61734"/>
                    <a:pt x="45502" y="73247"/>
                  </a:cubicBezTo>
                  <a:lnTo>
                    <a:pt x="2332" y="109915"/>
                  </a:lnTo>
                  <a:cubicBezTo>
                    <a:pt x="563" y="111509"/>
                    <a:pt x="386" y="111509"/>
                    <a:pt x="209" y="112749"/>
                  </a:cubicBezTo>
                  <a:lnTo>
                    <a:pt x="209" y="118063"/>
                  </a:lnTo>
                  <a:lnTo>
                    <a:pt x="82481" y="118063"/>
                  </a:lnTo>
                  <a:lnTo>
                    <a:pt x="88319" y="83876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8C8BCF9-E61F-FA5B-FCEA-8E851FC634CF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9578514" y="4975839"/>
              <a:ext cx="62278" cy="120098"/>
            </a:xfrm>
            <a:custGeom>
              <a:avLst/>
              <a:gdLst>
                <a:gd name="connsiteX0" fmla="*/ 54175 w 62278"/>
                <a:gd name="connsiteY0" fmla="*/ 7707 h 120098"/>
                <a:gd name="connsiteX1" fmla="*/ 46391 w 62278"/>
                <a:gd name="connsiteY1" fmla="*/ 90 h 120098"/>
                <a:gd name="connsiteX2" fmla="*/ 35598 w 62278"/>
                <a:gd name="connsiteY2" fmla="*/ 10719 h 120098"/>
                <a:gd name="connsiteX3" fmla="*/ 43206 w 62278"/>
                <a:gd name="connsiteY3" fmla="*/ 18335 h 120098"/>
                <a:gd name="connsiteX4" fmla="*/ 54175 w 62278"/>
                <a:gd name="connsiteY4" fmla="*/ 7707 h 120098"/>
                <a:gd name="connsiteX5" fmla="*/ 62491 w 62278"/>
                <a:gd name="connsiteY5" fmla="*/ 92732 h 120098"/>
                <a:gd name="connsiteX6" fmla="*/ 58776 w 62278"/>
                <a:gd name="connsiteY6" fmla="*/ 90252 h 120098"/>
                <a:gd name="connsiteX7" fmla="*/ 54529 w 62278"/>
                <a:gd name="connsiteY7" fmla="*/ 94327 h 120098"/>
                <a:gd name="connsiteX8" fmla="*/ 34713 w 62278"/>
                <a:gd name="connsiteY8" fmla="*/ 114166 h 120098"/>
                <a:gd name="connsiteX9" fmla="*/ 29405 w 62278"/>
                <a:gd name="connsiteY9" fmla="*/ 107435 h 120098"/>
                <a:gd name="connsiteX10" fmla="*/ 31705 w 62278"/>
                <a:gd name="connsiteY10" fmla="*/ 98401 h 120098"/>
                <a:gd name="connsiteX11" fmla="*/ 35421 w 62278"/>
                <a:gd name="connsiteY11" fmla="*/ 88835 h 120098"/>
                <a:gd name="connsiteX12" fmla="*/ 45506 w 62278"/>
                <a:gd name="connsiteY12" fmla="*/ 64391 h 120098"/>
                <a:gd name="connsiteX13" fmla="*/ 47983 w 62278"/>
                <a:gd name="connsiteY13" fmla="*/ 55534 h 120098"/>
                <a:gd name="connsiteX14" fmla="*/ 28698 w 62278"/>
                <a:gd name="connsiteY14" fmla="*/ 39946 h 120098"/>
                <a:gd name="connsiteX15" fmla="*/ 212 w 62278"/>
                <a:gd name="connsiteY15" fmla="*/ 67402 h 120098"/>
                <a:gd name="connsiteX16" fmla="*/ 3928 w 62278"/>
                <a:gd name="connsiteY16" fmla="*/ 69882 h 120098"/>
                <a:gd name="connsiteX17" fmla="*/ 7997 w 62278"/>
                <a:gd name="connsiteY17" fmla="*/ 66339 h 120098"/>
                <a:gd name="connsiteX18" fmla="*/ 27990 w 62278"/>
                <a:gd name="connsiteY18" fmla="*/ 45969 h 120098"/>
                <a:gd name="connsiteX19" fmla="*/ 33298 w 62278"/>
                <a:gd name="connsiteY19" fmla="*/ 52700 h 120098"/>
                <a:gd name="connsiteX20" fmla="*/ 32236 w 62278"/>
                <a:gd name="connsiteY20" fmla="*/ 59077 h 120098"/>
                <a:gd name="connsiteX21" fmla="*/ 20559 w 62278"/>
                <a:gd name="connsiteY21" fmla="*/ 87241 h 120098"/>
                <a:gd name="connsiteX22" fmla="*/ 16666 w 62278"/>
                <a:gd name="connsiteY22" fmla="*/ 96629 h 120098"/>
                <a:gd name="connsiteX23" fmla="*/ 14720 w 62278"/>
                <a:gd name="connsiteY23" fmla="*/ 104600 h 120098"/>
                <a:gd name="connsiteX24" fmla="*/ 34005 w 62278"/>
                <a:gd name="connsiteY24" fmla="*/ 120188 h 120098"/>
                <a:gd name="connsiteX25" fmla="*/ 62491 w 62278"/>
                <a:gd name="connsiteY25" fmla="*/ 92732 h 12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2278" h="120098">
                  <a:moveTo>
                    <a:pt x="54175" y="7707"/>
                  </a:moveTo>
                  <a:cubicBezTo>
                    <a:pt x="54175" y="3456"/>
                    <a:pt x="50991" y="90"/>
                    <a:pt x="46391" y="90"/>
                  </a:cubicBezTo>
                  <a:cubicBezTo>
                    <a:pt x="41437" y="90"/>
                    <a:pt x="35598" y="4873"/>
                    <a:pt x="35598" y="10719"/>
                  </a:cubicBezTo>
                  <a:cubicBezTo>
                    <a:pt x="35598" y="15678"/>
                    <a:pt x="39490" y="18335"/>
                    <a:pt x="43206" y="18335"/>
                  </a:cubicBezTo>
                  <a:cubicBezTo>
                    <a:pt x="49044" y="18335"/>
                    <a:pt x="54175" y="13021"/>
                    <a:pt x="54175" y="7707"/>
                  </a:cubicBezTo>
                  <a:close/>
                  <a:moveTo>
                    <a:pt x="62491" y="92732"/>
                  </a:moveTo>
                  <a:cubicBezTo>
                    <a:pt x="62491" y="90252"/>
                    <a:pt x="59483" y="90252"/>
                    <a:pt x="58776" y="90252"/>
                  </a:cubicBezTo>
                  <a:cubicBezTo>
                    <a:pt x="55768" y="90252"/>
                    <a:pt x="55591" y="90961"/>
                    <a:pt x="54529" y="94327"/>
                  </a:cubicBezTo>
                  <a:cubicBezTo>
                    <a:pt x="51521" y="104069"/>
                    <a:pt x="43560" y="114166"/>
                    <a:pt x="34713" y="114166"/>
                  </a:cubicBezTo>
                  <a:cubicBezTo>
                    <a:pt x="30644" y="114166"/>
                    <a:pt x="29405" y="111332"/>
                    <a:pt x="29405" y="107435"/>
                  </a:cubicBezTo>
                  <a:cubicBezTo>
                    <a:pt x="29405" y="103715"/>
                    <a:pt x="30290" y="101766"/>
                    <a:pt x="31705" y="98401"/>
                  </a:cubicBezTo>
                  <a:cubicBezTo>
                    <a:pt x="33121" y="94858"/>
                    <a:pt x="34536" y="91315"/>
                    <a:pt x="35421" y="88835"/>
                  </a:cubicBezTo>
                  <a:cubicBezTo>
                    <a:pt x="36129" y="87241"/>
                    <a:pt x="43029" y="70768"/>
                    <a:pt x="45506" y="64391"/>
                  </a:cubicBezTo>
                  <a:cubicBezTo>
                    <a:pt x="46921" y="60848"/>
                    <a:pt x="47983" y="58545"/>
                    <a:pt x="47983" y="55534"/>
                  </a:cubicBezTo>
                  <a:cubicBezTo>
                    <a:pt x="47983" y="47031"/>
                    <a:pt x="39844" y="39946"/>
                    <a:pt x="28698" y="39946"/>
                  </a:cubicBezTo>
                  <a:cubicBezTo>
                    <a:pt x="10120" y="39946"/>
                    <a:pt x="212" y="62619"/>
                    <a:pt x="212" y="67402"/>
                  </a:cubicBezTo>
                  <a:cubicBezTo>
                    <a:pt x="212" y="69882"/>
                    <a:pt x="3043" y="69882"/>
                    <a:pt x="3928" y="69882"/>
                  </a:cubicBezTo>
                  <a:cubicBezTo>
                    <a:pt x="6935" y="69882"/>
                    <a:pt x="7112" y="68996"/>
                    <a:pt x="7997" y="66339"/>
                  </a:cubicBezTo>
                  <a:cubicBezTo>
                    <a:pt x="11889" y="53763"/>
                    <a:pt x="20382" y="45969"/>
                    <a:pt x="27990" y="45969"/>
                  </a:cubicBezTo>
                  <a:cubicBezTo>
                    <a:pt x="31352" y="45969"/>
                    <a:pt x="33298" y="47917"/>
                    <a:pt x="33298" y="52700"/>
                  </a:cubicBezTo>
                  <a:cubicBezTo>
                    <a:pt x="33298" y="53408"/>
                    <a:pt x="33298" y="55711"/>
                    <a:pt x="32236" y="59077"/>
                  </a:cubicBezTo>
                  <a:cubicBezTo>
                    <a:pt x="30998" y="62265"/>
                    <a:pt x="23036" y="81219"/>
                    <a:pt x="20559" y="87241"/>
                  </a:cubicBezTo>
                  <a:cubicBezTo>
                    <a:pt x="19320" y="90252"/>
                    <a:pt x="19320" y="90607"/>
                    <a:pt x="16666" y="96629"/>
                  </a:cubicBezTo>
                  <a:cubicBezTo>
                    <a:pt x="15782" y="99109"/>
                    <a:pt x="14720" y="101589"/>
                    <a:pt x="14720" y="104600"/>
                  </a:cubicBezTo>
                  <a:cubicBezTo>
                    <a:pt x="14720" y="113812"/>
                    <a:pt x="23390" y="120188"/>
                    <a:pt x="34005" y="120188"/>
                  </a:cubicBezTo>
                  <a:cubicBezTo>
                    <a:pt x="52583" y="120188"/>
                    <a:pt x="62491" y="97161"/>
                    <a:pt x="62491" y="92732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00E49110-164A-A1E4-FB77-7A5739BA183B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9442002" y="5121172"/>
              <a:ext cx="214815" cy="12044"/>
            </a:xfrm>
            <a:custGeom>
              <a:avLst/>
              <a:gdLst>
                <a:gd name="connsiteX0" fmla="*/ 0 w 214815"/>
                <a:gd name="connsiteY0" fmla="*/ 0 h 12044"/>
                <a:gd name="connsiteX1" fmla="*/ 214815 w 214815"/>
                <a:gd name="connsiteY1" fmla="*/ 0 h 12044"/>
                <a:gd name="connsiteX2" fmla="*/ 214815 w 214815"/>
                <a:gd name="connsiteY2" fmla="*/ 12045 h 12044"/>
                <a:gd name="connsiteX3" fmla="*/ 0 w 214815"/>
                <a:gd name="connsiteY3" fmla="*/ 12045 h 1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815" h="12044">
                  <a:moveTo>
                    <a:pt x="0" y="0"/>
                  </a:moveTo>
                  <a:lnTo>
                    <a:pt x="214815" y="0"/>
                  </a:lnTo>
                  <a:lnTo>
                    <a:pt x="214815" y="12045"/>
                  </a:lnTo>
                  <a:lnTo>
                    <a:pt x="0" y="1204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0A590C22-CF8C-F216-2C64-4E138166F647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9502550" y="5151736"/>
              <a:ext cx="102441" cy="124765"/>
            </a:xfrm>
            <a:custGeom>
              <a:avLst/>
              <a:gdLst>
                <a:gd name="connsiteX0" fmla="*/ 98759 w 102441"/>
                <a:gd name="connsiteY0" fmla="*/ 6712 h 124765"/>
                <a:gd name="connsiteX1" fmla="*/ 99467 w 102441"/>
                <a:gd name="connsiteY1" fmla="*/ 2992 h 124765"/>
                <a:gd name="connsiteX2" fmla="*/ 93982 w 102441"/>
                <a:gd name="connsiteY2" fmla="*/ 158 h 124765"/>
                <a:gd name="connsiteX3" fmla="*/ 72220 w 102441"/>
                <a:gd name="connsiteY3" fmla="*/ 1752 h 124765"/>
                <a:gd name="connsiteX4" fmla="*/ 67974 w 102441"/>
                <a:gd name="connsiteY4" fmla="*/ 2815 h 124765"/>
                <a:gd name="connsiteX5" fmla="*/ 66735 w 102441"/>
                <a:gd name="connsiteY5" fmla="*/ 6889 h 124765"/>
                <a:gd name="connsiteX6" fmla="*/ 72043 w 102441"/>
                <a:gd name="connsiteY6" fmla="*/ 9900 h 124765"/>
                <a:gd name="connsiteX7" fmla="*/ 78059 w 102441"/>
                <a:gd name="connsiteY7" fmla="*/ 10255 h 124765"/>
                <a:gd name="connsiteX8" fmla="*/ 81597 w 102441"/>
                <a:gd name="connsiteY8" fmla="*/ 12557 h 124765"/>
                <a:gd name="connsiteX9" fmla="*/ 79474 w 102441"/>
                <a:gd name="connsiteY9" fmla="*/ 21946 h 124765"/>
                <a:gd name="connsiteX10" fmla="*/ 71158 w 102441"/>
                <a:gd name="connsiteY10" fmla="*/ 55247 h 124765"/>
                <a:gd name="connsiteX11" fmla="*/ 49927 w 102441"/>
                <a:gd name="connsiteY11" fmla="*/ 44619 h 124765"/>
                <a:gd name="connsiteX12" fmla="*/ 210 w 102441"/>
                <a:gd name="connsiteY12" fmla="*/ 94040 h 124765"/>
                <a:gd name="connsiteX13" fmla="*/ 31172 w 102441"/>
                <a:gd name="connsiteY13" fmla="*/ 124861 h 124765"/>
                <a:gd name="connsiteX14" fmla="*/ 59127 w 102441"/>
                <a:gd name="connsiteY14" fmla="*/ 112462 h 124765"/>
                <a:gd name="connsiteX15" fmla="*/ 80005 w 102441"/>
                <a:gd name="connsiteY15" fmla="*/ 124861 h 124765"/>
                <a:gd name="connsiteX16" fmla="*/ 95574 w 102441"/>
                <a:gd name="connsiteY16" fmla="*/ 114942 h 124765"/>
                <a:gd name="connsiteX17" fmla="*/ 102652 w 102441"/>
                <a:gd name="connsiteY17" fmla="*/ 97405 h 124765"/>
                <a:gd name="connsiteX18" fmla="*/ 98936 w 102441"/>
                <a:gd name="connsiteY18" fmla="*/ 94925 h 124765"/>
                <a:gd name="connsiteX19" fmla="*/ 94690 w 102441"/>
                <a:gd name="connsiteY19" fmla="*/ 98822 h 124765"/>
                <a:gd name="connsiteX20" fmla="*/ 80712 w 102441"/>
                <a:gd name="connsiteY20" fmla="*/ 118839 h 124765"/>
                <a:gd name="connsiteX21" fmla="*/ 73635 w 102441"/>
                <a:gd name="connsiteY21" fmla="*/ 109451 h 124765"/>
                <a:gd name="connsiteX22" fmla="*/ 74343 w 102441"/>
                <a:gd name="connsiteY22" fmla="*/ 103782 h 124765"/>
                <a:gd name="connsiteX23" fmla="*/ 98759 w 102441"/>
                <a:gd name="connsiteY23" fmla="*/ 6712 h 124765"/>
                <a:gd name="connsiteX24" fmla="*/ 60189 w 102441"/>
                <a:gd name="connsiteY24" fmla="*/ 99354 h 124765"/>
                <a:gd name="connsiteX25" fmla="*/ 56296 w 102441"/>
                <a:gd name="connsiteY25" fmla="*/ 105908 h 124765"/>
                <a:gd name="connsiteX26" fmla="*/ 31703 w 102441"/>
                <a:gd name="connsiteY26" fmla="*/ 118839 h 124765"/>
                <a:gd name="connsiteX27" fmla="*/ 16133 w 102441"/>
                <a:gd name="connsiteY27" fmla="*/ 100771 h 124765"/>
                <a:gd name="connsiteX28" fmla="*/ 26572 w 102441"/>
                <a:gd name="connsiteY28" fmla="*/ 64812 h 124765"/>
                <a:gd name="connsiteX29" fmla="*/ 49927 w 102441"/>
                <a:gd name="connsiteY29" fmla="*/ 50642 h 124765"/>
                <a:gd name="connsiteX30" fmla="*/ 68327 w 102441"/>
                <a:gd name="connsiteY30" fmla="*/ 66052 h 124765"/>
                <a:gd name="connsiteX31" fmla="*/ 60189 w 102441"/>
                <a:gd name="connsiteY31" fmla="*/ 99354 h 124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02441" h="124765">
                  <a:moveTo>
                    <a:pt x="98759" y="6712"/>
                  </a:moveTo>
                  <a:cubicBezTo>
                    <a:pt x="99467" y="4232"/>
                    <a:pt x="99467" y="3878"/>
                    <a:pt x="99467" y="2992"/>
                  </a:cubicBezTo>
                  <a:cubicBezTo>
                    <a:pt x="99467" y="-19"/>
                    <a:pt x="96813" y="-19"/>
                    <a:pt x="93982" y="158"/>
                  </a:cubicBezTo>
                  <a:lnTo>
                    <a:pt x="72220" y="1752"/>
                  </a:lnTo>
                  <a:cubicBezTo>
                    <a:pt x="69212" y="1929"/>
                    <a:pt x="68858" y="2106"/>
                    <a:pt x="67974" y="2815"/>
                  </a:cubicBezTo>
                  <a:cubicBezTo>
                    <a:pt x="67266" y="3701"/>
                    <a:pt x="66735" y="5826"/>
                    <a:pt x="66735" y="6889"/>
                  </a:cubicBezTo>
                  <a:cubicBezTo>
                    <a:pt x="66735" y="9900"/>
                    <a:pt x="69566" y="9900"/>
                    <a:pt x="72043" y="9900"/>
                  </a:cubicBezTo>
                  <a:cubicBezTo>
                    <a:pt x="72220" y="9900"/>
                    <a:pt x="75405" y="9900"/>
                    <a:pt x="78059" y="10255"/>
                  </a:cubicBezTo>
                  <a:cubicBezTo>
                    <a:pt x="81420" y="10609"/>
                    <a:pt x="81597" y="11140"/>
                    <a:pt x="81597" y="12557"/>
                  </a:cubicBezTo>
                  <a:cubicBezTo>
                    <a:pt x="81597" y="13443"/>
                    <a:pt x="80182" y="18757"/>
                    <a:pt x="79474" y="21946"/>
                  </a:cubicBezTo>
                  <a:lnTo>
                    <a:pt x="71158" y="55247"/>
                  </a:lnTo>
                  <a:cubicBezTo>
                    <a:pt x="67797" y="50642"/>
                    <a:pt x="61073" y="44619"/>
                    <a:pt x="49927" y="44619"/>
                  </a:cubicBezTo>
                  <a:cubicBezTo>
                    <a:pt x="24980" y="44619"/>
                    <a:pt x="210" y="68887"/>
                    <a:pt x="210" y="94040"/>
                  </a:cubicBezTo>
                  <a:cubicBezTo>
                    <a:pt x="210" y="112108"/>
                    <a:pt x="13480" y="124861"/>
                    <a:pt x="31172" y="124861"/>
                  </a:cubicBezTo>
                  <a:cubicBezTo>
                    <a:pt x="45681" y="124861"/>
                    <a:pt x="57004" y="114588"/>
                    <a:pt x="59127" y="112462"/>
                  </a:cubicBezTo>
                  <a:cubicBezTo>
                    <a:pt x="62312" y="121142"/>
                    <a:pt x="72043" y="124861"/>
                    <a:pt x="80005" y="124861"/>
                  </a:cubicBezTo>
                  <a:cubicBezTo>
                    <a:pt x="87082" y="124861"/>
                    <a:pt x="91859" y="120787"/>
                    <a:pt x="95574" y="114942"/>
                  </a:cubicBezTo>
                  <a:cubicBezTo>
                    <a:pt x="100175" y="108034"/>
                    <a:pt x="102652" y="98645"/>
                    <a:pt x="102652" y="97405"/>
                  </a:cubicBezTo>
                  <a:cubicBezTo>
                    <a:pt x="102652" y="94925"/>
                    <a:pt x="99644" y="94925"/>
                    <a:pt x="98936" y="94925"/>
                  </a:cubicBezTo>
                  <a:cubicBezTo>
                    <a:pt x="95751" y="94925"/>
                    <a:pt x="95574" y="95988"/>
                    <a:pt x="94690" y="98822"/>
                  </a:cubicBezTo>
                  <a:cubicBezTo>
                    <a:pt x="91505" y="111931"/>
                    <a:pt x="86905" y="118839"/>
                    <a:pt x="80712" y="118839"/>
                  </a:cubicBezTo>
                  <a:cubicBezTo>
                    <a:pt x="75758" y="118839"/>
                    <a:pt x="73635" y="114942"/>
                    <a:pt x="73635" y="109451"/>
                  </a:cubicBezTo>
                  <a:cubicBezTo>
                    <a:pt x="73635" y="107502"/>
                    <a:pt x="73812" y="105554"/>
                    <a:pt x="74343" y="103782"/>
                  </a:cubicBezTo>
                  <a:lnTo>
                    <a:pt x="98759" y="6712"/>
                  </a:lnTo>
                  <a:close/>
                  <a:moveTo>
                    <a:pt x="60189" y="99354"/>
                  </a:moveTo>
                  <a:cubicBezTo>
                    <a:pt x="59481" y="102011"/>
                    <a:pt x="59481" y="102365"/>
                    <a:pt x="56296" y="105908"/>
                  </a:cubicBezTo>
                  <a:cubicBezTo>
                    <a:pt x="49750" y="113348"/>
                    <a:pt x="40550" y="118839"/>
                    <a:pt x="31703" y="118839"/>
                  </a:cubicBezTo>
                  <a:cubicBezTo>
                    <a:pt x="25511" y="118839"/>
                    <a:pt x="16133" y="115473"/>
                    <a:pt x="16133" y="100771"/>
                  </a:cubicBezTo>
                  <a:cubicBezTo>
                    <a:pt x="16133" y="92623"/>
                    <a:pt x="20380" y="74023"/>
                    <a:pt x="26572" y="64812"/>
                  </a:cubicBezTo>
                  <a:cubicBezTo>
                    <a:pt x="33472" y="55070"/>
                    <a:pt x="42496" y="50642"/>
                    <a:pt x="49927" y="50642"/>
                  </a:cubicBezTo>
                  <a:cubicBezTo>
                    <a:pt x="57889" y="50642"/>
                    <a:pt x="65497" y="55424"/>
                    <a:pt x="68327" y="66052"/>
                  </a:cubicBezTo>
                  <a:lnTo>
                    <a:pt x="60189" y="99354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8DE5C702-5819-0C64-64CE-8257DD570052}"/>
                </a:ext>
              </a:extLst>
            </p:cNvPr>
            <p:cNvSpPr/>
            <p:nvPr>
              <p:custDataLst>
                <p:tags r:id="rId101"/>
              </p:custDataLst>
            </p:nvPr>
          </p:nvSpPr>
          <p:spPr>
            <a:xfrm>
              <a:off x="9771820" y="4501208"/>
              <a:ext cx="174097" cy="849897"/>
            </a:xfrm>
            <a:custGeom>
              <a:avLst/>
              <a:gdLst>
                <a:gd name="connsiteX0" fmla="*/ 174316 w 174097"/>
                <a:gd name="connsiteY0" fmla="*/ 425200 h 849897"/>
                <a:gd name="connsiteX1" fmla="*/ 52589 w 174097"/>
                <a:gd name="connsiteY1" fmla="*/ 39753 h 849897"/>
                <a:gd name="connsiteX2" fmla="*/ 17557 w 174097"/>
                <a:gd name="connsiteY2" fmla="*/ 4325 h 849897"/>
                <a:gd name="connsiteX3" fmla="*/ 7649 w 174097"/>
                <a:gd name="connsiteY3" fmla="*/ 74 h 849897"/>
                <a:gd name="connsiteX4" fmla="*/ 218 w 174097"/>
                <a:gd name="connsiteY4" fmla="*/ 3617 h 849897"/>
                <a:gd name="connsiteX5" fmla="*/ 2341 w 174097"/>
                <a:gd name="connsiteY5" fmla="*/ 7160 h 849897"/>
                <a:gd name="connsiteX6" fmla="*/ 62143 w 174097"/>
                <a:gd name="connsiteY6" fmla="*/ 81911 h 849897"/>
                <a:gd name="connsiteX7" fmla="*/ 144945 w 174097"/>
                <a:gd name="connsiteY7" fmla="*/ 424846 h 849897"/>
                <a:gd name="connsiteX8" fmla="*/ 73820 w 174097"/>
                <a:gd name="connsiteY8" fmla="*/ 748650 h 849897"/>
                <a:gd name="connsiteX9" fmla="*/ 1633 w 174097"/>
                <a:gd name="connsiteY9" fmla="*/ 843240 h 849897"/>
                <a:gd name="connsiteX10" fmla="*/ 218 w 174097"/>
                <a:gd name="connsiteY10" fmla="*/ 846429 h 849897"/>
                <a:gd name="connsiteX11" fmla="*/ 7649 w 174097"/>
                <a:gd name="connsiteY11" fmla="*/ 849971 h 849897"/>
                <a:gd name="connsiteX12" fmla="*/ 18618 w 174097"/>
                <a:gd name="connsiteY12" fmla="*/ 844657 h 849897"/>
                <a:gd name="connsiteX13" fmla="*/ 174316 w 174097"/>
                <a:gd name="connsiteY13" fmla="*/ 425200 h 8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097" h="849897">
                  <a:moveTo>
                    <a:pt x="174316" y="425200"/>
                  </a:moveTo>
                  <a:cubicBezTo>
                    <a:pt x="174316" y="285971"/>
                    <a:pt x="142468" y="145680"/>
                    <a:pt x="52589" y="39753"/>
                  </a:cubicBezTo>
                  <a:cubicBezTo>
                    <a:pt x="45511" y="31604"/>
                    <a:pt x="32065" y="17079"/>
                    <a:pt x="17557" y="4325"/>
                  </a:cubicBezTo>
                  <a:cubicBezTo>
                    <a:pt x="13310" y="74"/>
                    <a:pt x="12603" y="74"/>
                    <a:pt x="7649" y="74"/>
                  </a:cubicBezTo>
                  <a:cubicBezTo>
                    <a:pt x="3402" y="74"/>
                    <a:pt x="218" y="74"/>
                    <a:pt x="218" y="3617"/>
                  </a:cubicBezTo>
                  <a:cubicBezTo>
                    <a:pt x="218" y="5034"/>
                    <a:pt x="1633" y="6451"/>
                    <a:pt x="2341" y="7160"/>
                  </a:cubicBezTo>
                  <a:cubicBezTo>
                    <a:pt x="14726" y="19913"/>
                    <a:pt x="38434" y="43650"/>
                    <a:pt x="62143" y="81911"/>
                  </a:cubicBezTo>
                  <a:cubicBezTo>
                    <a:pt x="119114" y="173313"/>
                    <a:pt x="144945" y="288451"/>
                    <a:pt x="144945" y="424846"/>
                  </a:cubicBezTo>
                  <a:cubicBezTo>
                    <a:pt x="144945" y="520145"/>
                    <a:pt x="132206" y="643077"/>
                    <a:pt x="73820" y="748650"/>
                  </a:cubicBezTo>
                  <a:cubicBezTo>
                    <a:pt x="45865" y="798956"/>
                    <a:pt x="16495" y="828361"/>
                    <a:pt x="1633" y="843240"/>
                  </a:cubicBezTo>
                  <a:cubicBezTo>
                    <a:pt x="925" y="844303"/>
                    <a:pt x="218" y="845366"/>
                    <a:pt x="218" y="846429"/>
                  </a:cubicBezTo>
                  <a:cubicBezTo>
                    <a:pt x="218" y="849971"/>
                    <a:pt x="3402" y="849971"/>
                    <a:pt x="7649" y="849971"/>
                  </a:cubicBezTo>
                  <a:cubicBezTo>
                    <a:pt x="12603" y="849971"/>
                    <a:pt x="13310" y="849971"/>
                    <a:pt x="18618" y="844657"/>
                  </a:cubicBezTo>
                  <a:cubicBezTo>
                    <a:pt x="137161" y="736605"/>
                    <a:pt x="174316" y="574348"/>
                    <a:pt x="174316" y="42520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64104179-4D43-EFFC-CAF7-C9570A5003AC}"/>
                </a:ext>
              </a:extLst>
            </p:cNvPr>
            <p:cNvSpPr/>
            <p:nvPr>
              <p:custDataLst>
                <p:tags r:id="rId102"/>
              </p:custDataLst>
            </p:nvPr>
          </p:nvSpPr>
          <p:spPr>
            <a:xfrm>
              <a:off x="10109321" y="4977353"/>
              <a:ext cx="41401" cy="105927"/>
            </a:xfrm>
            <a:custGeom>
              <a:avLst/>
              <a:gdLst>
                <a:gd name="connsiteX0" fmla="*/ 41628 w 41401"/>
                <a:gd name="connsiteY0" fmla="*/ 37287 h 105927"/>
                <a:gd name="connsiteX1" fmla="*/ 18981 w 41401"/>
                <a:gd name="connsiteY1" fmla="*/ 88 h 105927"/>
                <a:gd name="connsiteX2" fmla="*/ 227 w 41401"/>
                <a:gd name="connsiteY2" fmla="*/ 18865 h 105927"/>
                <a:gd name="connsiteX3" fmla="*/ 18981 w 41401"/>
                <a:gd name="connsiteY3" fmla="*/ 37641 h 105927"/>
                <a:gd name="connsiteX4" fmla="*/ 31366 w 41401"/>
                <a:gd name="connsiteY4" fmla="*/ 33035 h 105927"/>
                <a:gd name="connsiteX5" fmla="*/ 33135 w 41401"/>
                <a:gd name="connsiteY5" fmla="*/ 31973 h 105927"/>
                <a:gd name="connsiteX6" fmla="*/ 33843 w 41401"/>
                <a:gd name="connsiteY6" fmla="*/ 37287 h 105927"/>
                <a:gd name="connsiteX7" fmla="*/ 9781 w 41401"/>
                <a:gd name="connsiteY7" fmla="*/ 96450 h 105927"/>
                <a:gd name="connsiteX8" fmla="*/ 5888 w 41401"/>
                <a:gd name="connsiteY8" fmla="*/ 102118 h 105927"/>
                <a:gd name="connsiteX9" fmla="*/ 9427 w 41401"/>
                <a:gd name="connsiteY9" fmla="*/ 106015 h 105927"/>
                <a:gd name="connsiteX10" fmla="*/ 41628 w 41401"/>
                <a:gd name="connsiteY10" fmla="*/ 37287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401" h="105927">
                  <a:moveTo>
                    <a:pt x="41628" y="37287"/>
                  </a:moveTo>
                  <a:cubicBezTo>
                    <a:pt x="41628" y="13905"/>
                    <a:pt x="32782" y="88"/>
                    <a:pt x="18981" y="88"/>
                  </a:cubicBezTo>
                  <a:cubicBezTo>
                    <a:pt x="7304" y="88"/>
                    <a:pt x="227" y="8945"/>
                    <a:pt x="227" y="18865"/>
                  </a:cubicBezTo>
                  <a:cubicBezTo>
                    <a:pt x="227" y="28430"/>
                    <a:pt x="7304" y="37641"/>
                    <a:pt x="18981" y="37641"/>
                  </a:cubicBezTo>
                  <a:cubicBezTo>
                    <a:pt x="23227" y="37641"/>
                    <a:pt x="27828" y="36224"/>
                    <a:pt x="31366" y="33035"/>
                  </a:cubicBezTo>
                  <a:cubicBezTo>
                    <a:pt x="32428" y="32327"/>
                    <a:pt x="32782" y="31973"/>
                    <a:pt x="33135" y="31973"/>
                  </a:cubicBezTo>
                  <a:cubicBezTo>
                    <a:pt x="33489" y="31973"/>
                    <a:pt x="33843" y="32327"/>
                    <a:pt x="33843" y="37287"/>
                  </a:cubicBezTo>
                  <a:cubicBezTo>
                    <a:pt x="33843" y="63503"/>
                    <a:pt x="21458" y="84759"/>
                    <a:pt x="9781" y="96450"/>
                  </a:cubicBezTo>
                  <a:cubicBezTo>
                    <a:pt x="5888" y="100347"/>
                    <a:pt x="5888" y="101056"/>
                    <a:pt x="5888" y="102118"/>
                  </a:cubicBezTo>
                  <a:cubicBezTo>
                    <a:pt x="5888" y="104598"/>
                    <a:pt x="7658" y="106015"/>
                    <a:pt x="9427" y="106015"/>
                  </a:cubicBezTo>
                  <a:cubicBezTo>
                    <a:pt x="13319" y="106015"/>
                    <a:pt x="41628" y="78736"/>
                    <a:pt x="41628" y="37287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5F234556-2A89-B42E-6506-047B7ABEFAA6}"/>
                </a:ext>
              </a:extLst>
            </p:cNvPr>
            <p:cNvSpPr/>
            <p:nvPr>
              <p:custDataLst>
                <p:tags r:id="rId103"/>
              </p:custDataLst>
            </p:nvPr>
          </p:nvSpPr>
          <p:spPr>
            <a:xfrm>
              <a:off x="10249251" y="4855484"/>
              <a:ext cx="199221" cy="228150"/>
            </a:xfrm>
            <a:custGeom>
              <a:avLst/>
              <a:gdLst>
                <a:gd name="connsiteX0" fmla="*/ 64987 w 199221"/>
                <a:gd name="connsiteY0" fmla="*/ 42955 h 228150"/>
                <a:gd name="connsiteX1" fmla="*/ 70295 w 199221"/>
                <a:gd name="connsiteY1" fmla="*/ 30910 h 228150"/>
                <a:gd name="connsiteX2" fmla="*/ 110635 w 199221"/>
                <a:gd name="connsiteY2" fmla="*/ 14259 h 228150"/>
                <a:gd name="connsiteX3" fmla="*/ 154159 w 199221"/>
                <a:gd name="connsiteY3" fmla="*/ 80508 h 228150"/>
                <a:gd name="connsiteX4" fmla="*/ 106388 w 199221"/>
                <a:gd name="connsiteY4" fmla="*/ 148882 h 228150"/>
                <a:gd name="connsiteX5" fmla="*/ 68879 w 199221"/>
                <a:gd name="connsiteY5" fmla="*/ 129752 h 228150"/>
                <a:gd name="connsiteX6" fmla="*/ 64987 w 199221"/>
                <a:gd name="connsiteY6" fmla="*/ 118061 h 228150"/>
                <a:gd name="connsiteX7" fmla="*/ 64987 w 199221"/>
                <a:gd name="connsiteY7" fmla="*/ 42955 h 228150"/>
                <a:gd name="connsiteX8" fmla="*/ 64987 w 199221"/>
                <a:gd name="connsiteY8" fmla="*/ 145694 h 228150"/>
                <a:gd name="connsiteX9" fmla="*/ 110281 w 199221"/>
                <a:gd name="connsiteY9" fmla="*/ 161636 h 228150"/>
                <a:gd name="connsiteX10" fmla="*/ 199453 w 199221"/>
                <a:gd name="connsiteY10" fmla="*/ 80508 h 228150"/>
                <a:gd name="connsiteX11" fmla="*/ 116296 w 199221"/>
                <a:gd name="connsiteY11" fmla="*/ 88 h 228150"/>
                <a:gd name="connsiteX12" fmla="*/ 62864 w 199221"/>
                <a:gd name="connsiteY12" fmla="*/ 17447 h 228150"/>
                <a:gd name="connsiteX13" fmla="*/ 62864 w 199221"/>
                <a:gd name="connsiteY13" fmla="*/ 88 h 228150"/>
                <a:gd name="connsiteX14" fmla="*/ 231 w 199221"/>
                <a:gd name="connsiteY14" fmla="*/ 2922 h 228150"/>
                <a:gd name="connsiteX15" fmla="*/ 231 w 199221"/>
                <a:gd name="connsiteY15" fmla="*/ 19573 h 228150"/>
                <a:gd name="connsiteX16" fmla="*/ 24647 w 199221"/>
                <a:gd name="connsiteY16" fmla="*/ 33035 h 228150"/>
                <a:gd name="connsiteX17" fmla="*/ 24647 w 199221"/>
                <a:gd name="connsiteY17" fmla="*/ 211588 h 228150"/>
                <a:gd name="connsiteX18" fmla="*/ 231 w 199221"/>
                <a:gd name="connsiteY18" fmla="*/ 211588 h 228150"/>
                <a:gd name="connsiteX19" fmla="*/ 231 w 199221"/>
                <a:gd name="connsiteY19" fmla="*/ 228239 h 228150"/>
                <a:gd name="connsiteX20" fmla="*/ 44817 w 199221"/>
                <a:gd name="connsiteY20" fmla="*/ 227176 h 228150"/>
                <a:gd name="connsiteX21" fmla="*/ 89403 w 199221"/>
                <a:gd name="connsiteY21" fmla="*/ 228239 h 228150"/>
                <a:gd name="connsiteX22" fmla="*/ 89403 w 199221"/>
                <a:gd name="connsiteY22" fmla="*/ 211588 h 228150"/>
                <a:gd name="connsiteX23" fmla="*/ 64987 w 199221"/>
                <a:gd name="connsiteY23" fmla="*/ 211588 h 228150"/>
                <a:gd name="connsiteX24" fmla="*/ 64987 w 199221"/>
                <a:gd name="connsiteY24" fmla="*/ 145694 h 228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9221" h="228150">
                  <a:moveTo>
                    <a:pt x="64987" y="42955"/>
                  </a:moveTo>
                  <a:cubicBezTo>
                    <a:pt x="64987" y="36224"/>
                    <a:pt x="65341" y="35870"/>
                    <a:pt x="70295" y="30910"/>
                  </a:cubicBezTo>
                  <a:cubicBezTo>
                    <a:pt x="84449" y="16385"/>
                    <a:pt x="102850" y="14259"/>
                    <a:pt x="110635" y="14259"/>
                  </a:cubicBezTo>
                  <a:cubicBezTo>
                    <a:pt x="134343" y="14259"/>
                    <a:pt x="154159" y="35870"/>
                    <a:pt x="154159" y="80508"/>
                  </a:cubicBezTo>
                  <a:cubicBezTo>
                    <a:pt x="154159" y="130460"/>
                    <a:pt x="129389" y="148882"/>
                    <a:pt x="106388" y="148882"/>
                  </a:cubicBezTo>
                  <a:cubicBezTo>
                    <a:pt x="101434" y="148882"/>
                    <a:pt x="84803" y="148882"/>
                    <a:pt x="68879" y="129752"/>
                  </a:cubicBezTo>
                  <a:cubicBezTo>
                    <a:pt x="64987" y="125146"/>
                    <a:pt x="64987" y="124792"/>
                    <a:pt x="64987" y="118061"/>
                  </a:cubicBezTo>
                  <a:lnTo>
                    <a:pt x="64987" y="42955"/>
                  </a:lnTo>
                  <a:close/>
                  <a:moveTo>
                    <a:pt x="64987" y="145694"/>
                  </a:moveTo>
                  <a:cubicBezTo>
                    <a:pt x="80203" y="158093"/>
                    <a:pt x="95773" y="161636"/>
                    <a:pt x="110281" y="161636"/>
                  </a:cubicBezTo>
                  <a:cubicBezTo>
                    <a:pt x="163359" y="161636"/>
                    <a:pt x="199453" y="129752"/>
                    <a:pt x="199453" y="80508"/>
                  </a:cubicBezTo>
                  <a:cubicBezTo>
                    <a:pt x="199453" y="33390"/>
                    <a:pt x="167252" y="88"/>
                    <a:pt x="116296" y="88"/>
                  </a:cubicBezTo>
                  <a:cubicBezTo>
                    <a:pt x="89757" y="88"/>
                    <a:pt x="71003" y="11071"/>
                    <a:pt x="62864" y="17447"/>
                  </a:cubicBezTo>
                  <a:lnTo>
                    <a:pt x="62864" y="88"/>
                  </a:lnTo>
                  <a:lnTo>
                    <a:pt x="231" y="2922"/>
                  </a:lnTo>
                  <a:lnTo>
                    <a:pt x="231" y="19573"/>
                  </a:lnTo>
                  <a:cubicBezTo>
                    <a:pt x="22170" y="19573"/>
                    <a:pt x="24647" y="19573"/>
                    <a:pt x="24647" y="33035"/>
                  </a:cubicBezTo>
                  <a:lnTo>
                    <a:pt x="24647" y="211588"/>
                  </a:lnTo>
                  <a:lnTo>
                    <a:pt x="231" y="211588"/>
                  </a:lnTo>
                  <a:lnTo>
                    <a:pt x="231" y="228239"/>
                  </a:lnTo>
                  <a:cubicBezTo>
                    <a:pt x="10139" y="227885"/>
                    <a:pt x="31371" y="227176"/>
                    <a:pt x="44817" y="227176"/>
                  </a:cubicBezTo>
                  <a:cubicBezTo>
                    <a:pt x="58618" y="227176"/>
                    <a:pt x="79495" y="227885"/>
                    <a:pt x="89403" y="228239"/>
                  </a:cubicBezTo>
                  <a:lnTo>
                    <a:pt x="89403" y="211588"/>
                  </a:lnTo>
                  <a:lnTo>
                    <a:pt x="64987" y="211588"/>
                  </a:lnTo>
                  <a:lnTo>
                    <a:pt x="64987" y="145694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92BEF24A-82AB-6B70-E545-C55D9A2D6560}"/>
                </a:ext>
              </a:extLst>
            </p:cNvPr>
            <p:cNvSpPr/>
            <p:nvPr>
              <p:custDataLst>
                <p:tags r:id="rId104"/>
              </p:custDataLst>
            </p:nvPr>
          </p:nvSpPr>
          <p:spPr>
            <a:xfrm>
              <a:off x="10461985" y="4958682"/>
              <a:ext cx="138216" cy="157473"/>
            </a:xfrm>
            <a:custGeom>
              <a:avLst/>
              <a:gdLst>
                <a:gd name="connsiteX0" fmla="*/ 19063 w 138216"/>
                <a:gd name="connsiteY0" fmla="*/ 139708 h 157473"/>
                <a:gd name="connsiteX1" fmla="*/ 6925 w 138216"/>
                <a:gd name="connsiteY1" fmla="*/ 148636 h 157473"/>
                <a:gd name="connsiteX2" fmla="*/ 237 w 138216"/>
                <a:gd name="connsiteY2" fmla="*/ 153844 h 157473"/>
                <a:gd name="connsiteX3" fmla="*/ 3705 w 138216"/>
                <a:gd name="connsiteY3" fmla="*/ 157563 h 157473"/>
                <a:gd name="connsiteX4" fmla="*/ 25007 w 138216"/>
                <a:gd name="connsiteY4" fmla="*/ 156571 h 157473"/>
                <a:gd name="connsiteX5" fmla="*/ 51016 w 138216"/>
                <a:gd name="connsiteY5" fmla="*/ 157563 h 157473"/>
                <a:gd name="connsiteX6" fmla="*/ 55970 w 138216"/>
                <a:gd name="connsiteY6" fmla="*/ 152108 h 157473"/>
                <a:gd name="connsiteX7" fmla="*/ 49530 w 138216"/>
                <a:gd name="connsiteY7" fmla="*/ 148636 h 157473"/>
                <a:gd name="connsiteX8" fmla="*/ 37392 w 138216"/>
                <a:gd name="connsiteY8" fmla="*/ 145660 h 157473"/>
                <a:gd name="connsiteX9" fmla="*/ 40117 w 138216"/>
                <a:gd name="connsiteY9" fmla="*/ 134252 h 157473"/>
                <a:gd name="connsiteX10" fmla="*/ 49282 w 138216"/>
                <a:gd name="connsiteY10" fmla="*/ 97302 h 157473"/>
                <a:gd name="connsiteX11" fmla="*/ 74795 w 138216"/>
                <a:gd name="connsiteY11" fmla="*/ 111933 h 157473"/>
                <a:gd name="connsiteX12" fmla="*/ 138454 w 138216"/>
                <a:gd name="connsiteY12" fmla="*/ 41504 h 157473"/>
                <a:gd name="connsiteX13" fmla="*/ 101299 w 138216"/>
                <a:gd name="connsiteY13" fmla="*/ 90 h 157473"/>
                <a:gd name="connsiteX14" fmla="*/ 66126 w 138216"/>
                <a:gd name="connsiteY14" fmla="*/ 17449 h 157473"/>
                <a:gd name="connsiteX15" fmla="*/ 40613 w 138216"/>
                <a:gd name="connsiteY15" fmla="*/ 90 h 157473"/>
                <a:gd name="connsiteX16" fmla="*/ 21044 w 138216"/>
                <a:gd name="connsiteY16" fmla="*/ 13233 h 157473"/>
                <a:gd name="connsiteX17" fmla="*/ 12127 w 138216"/>
                <a:gd name="connsiteY17" fmla="*/ 38032 h 157473"/>
                <a:gd name="connsiteX18" fmla="*/ 16338 w 138216"/>
                <a:gd name="connsiteY18" fmla="*/ 41256 h 157473"/>
                <a:gd name="connsiteX19" fmla="*/ 21787 w 138216"/>
                <a:gd name="connsiteY19" fmla="*/ 33816 h 157473"/>
                <a:gd name="connsiteX20" fmla="*/ 39869 w 138216"/>
                <a:gd name="connsiteY20" fmla="*/ 7033 h 157473"/>
                <a:gd name="connsiteX21" fmla="*/ 48044 w 138216"/>
                <a:gd name="connsiteY21" fmla="*/ 19185 h 157473"/>
                <a:gd name="connsiteX22" fmla="*/ 47300 w 138216"/>
                <a:gd name="connsiteY22" fmla="*/ 26625 h 157473"/>
                <a:gd name="connsiteX23" fmla="*/ 19063 w 138216"/>
                <a:gd name="connsiteY23" fmla="*/ 139708 h 157473"/>
                <a:gd name="connsiteX24" fmla="*/ 65878 w 138216"/>
                <a:gd name="connsiteY24" fmla="*/ 29848 h 157473"/>
                <a:gd name="connsiteX25" fmla="*/ 100556 w 138216"/>
                <a:gd name="connsiteY25" fmla="*/ 7033 h 157473"/>
                <a:gd name="connsiteX26" fmla="*/ 118638 w 138216"/>
                <a:gd name="connsiteY26" fmla="*/ 31088 h 157473"/>
                <a:gd name="connsiteX27" fmla="*/ 105758 w 138216"/>
                <a:gd name="connsiteY27" fmla="*/ 80934 h 157473"/>
                <a:gd name="connsiteX28" fmla="*/ 74795 w 138216"/>
                <a:gd name="connsiteY28" fmla="*/ 104989 h 157473"/>
                <a:gd name="connsiteX29" fmla="*/ 52750 w 138216"/>
                <a:gd name="connsiteY29" fmla="*/ 83414 h 157473"/>
                <a:gd name="connsiteX30" fmla="*/ 53493 w 138216"/>
                <a:gd name="connsiteY30" fmla="*/ 79694 h 157473"/>
                <a:gd name="connsiteX31" fmla="*/ 65878 w 138216"/>
                <a:gd name="connsiteY31" fmla="*/ 29848 h 157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38216" h="157473">
                  <a:moveTo>
                    <a:pt x="19063" y="139708"/>
                  </a:moveTo>
                  <a:cubicBezTo>
                    <a:pt x="17329" y="146652"/>
                    <a:pt x="16833" y="148636"/>
                    <a:pt x="6925" y="148636"/>
                  </a:cubicBezTo>
                  <a:cubicBezTo>
                    <a:pt x="3705" y="148636"/>
                    <a:pt x="237" y="148636"/>
                    <a:pt x="237" y="153844"/>
                  </a:cubicBezTo>
                  <a:cubicBezTo>
                    <a:pt x="237" y="156571"/>
                    <a:pt x="2467" y="157563"/>
                    <a:pt x="3705" y="157563"/>
                  </a:cubicBezTo>
                  <a:cubicBezTo>
                    <a:pt x="10145" y="157563"/>
                    <a:pt x="18320" y="156571"/>
                    <a:pt x="25007" y="156571"/>
                  </a:cubicBezTo>
                  <a:cubicBezTo>
                    <a:pt x="33429" y="156571"/>
                    <a:pt x="42842" y="157563"/>
                    <a:pt x="51016" y="157563"/>
                  </a:cubicBezTo>
                  <a:cubicBezTo>
                    <a:pt x="53245" y="157563"/>
                    <a:pt x="55970" y="156819"/>
                    <a:pt x="55970" y="152108"/>
                  </a:cubicBezTo>
                  <a:cubicBezTo>
                    <a:pt x="55970" y="148636"/>
                    <a:pt x="52502" y="148636"/>
                    <a:pt x="49530" y="148636"/>
                  </a:cubicBezTo>
                  <a:cubicBezTo>
                    <a:pt x="44080" y="148636"/>
                    <a:pt x="37392" y="148636"/>
                    <a:pt x="37392" y="145660"/>
                  </a:cubicBezTo>
                  <a:cubicBezTo>
                    <a:pt x="37392" y="144420"/>
                    <a:pt x="39126" y="137972"/>
                    <a:pt x="40117" y="134252"/>
                  </a:cubicBezTo>
                  <a:cubicBezTo>
                    <a:pt x="43090" y="121109"/>
                    <a:pt x="46557" y="107717"/>
                    <a:pt x="49282" y="97302"/>
                  </a:cubicBezTo>
                  <a:cubicBezTo>
                    <a:pt x="52254" y="102262"/>
                    <a:pt x="59933" y="111933"/>
                    <a:pt x="74795" y="111933"/>
                  </a:cubicBezTo>
                  <a:cubicBezTo>
                    <a:pt x="105015" y="111933"/>
                    <a:pt x="138454" y="78455"/>
                    <a:pt x="138454" y="41504"/>
                  </a:cubicBezTo>
                  <a:cubicBezTo>
                    <a:pt x="138454" y="12489"/>
                    <a:pt x="118390" y="90"/>
                    <a:pt x="101299" y="90"/>
                  </a:cubicBezTo>
                  <a:cubicBezTo>
                    <a:pt x="85942" y="90"/>
                    <a:pt x="72814" y="10505"/>
                    <a:pt x="66126" y="17449"/>
                  </a:cubicBezTo>
                  <a:cubicBezTo>
                    <a:pt x="61915" y="3314"/>
                    <a:pt x="48044" y="90"/>
                    <a:pt x="40613" y="90"/>
                  </a:cubicBezTo>
                  <a:cubicBezTo>
                    <a:pt x="30952" y="90"/>
                    <a:pt x="25007" y="6537"/>
                    <a:pt x="21044" y="13233"/>
                  </a:cubicBezTo>
                  <a:cubicBezTo>
                    <a:pt x="16090" y="21665"/>
                    <a:pt x="12127" y="36544"/>
                    <a:pt x="12127" y="38032"/>
                  </a:cubicBezTo>
                  <a:cubicBezTo>
                    <a:pt x="12127" y="41256"/>
                    <a:pt x="15595" y="41256"/>
                    <a:pt x="16338" y="41256"/>
                  </a:cubicBezTo>
                  <a:cubicBezTo>
                    <a:pt x="19806" y="41256"/>
                    <a:pt x="20053" y="40512"/>
                    <a:pt x="21787" y="33816"/>
                  </a:cubicBezTo>
                  <a:cubicBezTo>
                    <a:pt x="25503" y="19433"/>
                    <a:pt x="30209" y="7033"/>
                    <a:pt x="39869" y="7033"/>
                  </a:cubicBezTo>
                  <a:cubicBezTo>
                    <a:pt x="46310" y="7033"/>
                    <a:pt x="48044" y="12489"/>
                    <a:pt x="48044" y="19185"/>
                  </a:cubicBezTo>
                  <a:cubicBezTo>
                    <a:pt x="48044" y="21913"/>
                    <a:pt x="47548" y="25137"/>
                    <a:pt x="47300" y="26625"/>
                  </a:cubicBezTo>
                  <a:lnTo>
                    <a:pt x="19063" y="139708"/>
                  </a:lnTo>
                  <a:close/>
                  <a:moveTo>
                    <a:pt x="65878" y="29848"/>
                  </a:moveTo>
                  <a:cubicBezTo>
                    <a:pt x="80245" y="10753"/>
                    <a:pt x="92630" y="7033"/>
                    <a:pt x="100556" y="7033"/>
                  </a:cubicBezTo>
                  <a:cubicBezTo>
                    <a:pt x="110216" y="7033"/>
                    <a:pt x="118638" y="14225"/>
                    <a:pt x="118638" y="31088"/>
                  </a:cubicBezTo>
                  <a:cubicBezTo>
                    <a:pt x="118638" y="41256"/>
                    <a:pt x="113189" y="66551"/>
                    <a:pt x="105758" y="80934"/>
                  </a:cubicBezTo>
                  <a:cubicBezTo>
                    <a:pt x="99565" y="93086"/>
                    <a:pt x="87428" y="104989"/>
                    <a:pt x="74795" y="104989"/>
                  </a:cubicBezTo>
                  <a:cubicBezTo>
                    <a:pt x="57208" y="104989"/>
                    <a:pt x="52750" y="85894"/>
                    <a:pt x="52750" y="83414"/>
                  </a:cubicBezTo>
                  <a:cubicBezTo>
                    <a:pt x="52750" y="82422"/>
                    <a:pt x="53245" y="80686"/>
                    <a:pt x="53493" y="79694"/>
                  </a:cubicBezTo>
                  <a:lnTo>
                    <a:pt x="65878" y="2984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D4C6B8B3-059F-CCD7-6039-693A2A520542}"/>
                </a:ext>
              </a:extLst>
            </p:cNvPr>
            <p:cNvSpPr/>
            <p:nvPr>
              <p:custDataLst>
                <p:tags r:id="rId105"/>
              </p:custDataLst>
            </p:nvPr>
          </p:nvSpPr>
          <p:spPr>
            <a:xfrm>
              <a:off x="10635848" y="5039527"/>
              <a:ext cx="31457" cy="76380"/>
            </a:xfrm>
            <a:custGeom>
              <a:avLst/>
              <a:gdLst>
                <a:gd name="connsiteX0" fmla="*/ 24764 w 31457"/>
                <a:gd name="connsiteY0" fmla="*/ 24641 h 76380"/>
                <a:gd name="connsiteX1" fmla="*/ 5443 w 31457"/>
                <a:gd name="connsiteY1" fmla="*/ 70023 h 76380"/>
                <a:gd name="connsiteX2" fmla="*/ 3709 w 31457"/>
                <a:gd name="connsiteY2" fmla="*/ 72999 h 76380"/>
                <a:gd name="connsiteX3" fmla="*/ 7177 w 31457"/>
                <a:gd name="connsiteY3" fmla="*/ 76471 h 76380"/>
                <a:gd name="connsiteX4" fmla="*/ 31699 w 31457"/>
                <a:gd name="connsiteY4" fmla="*/ 27121 h 76380"/>
                <a:gd name="connsiteX5" fmla="*/ 14360 w 31457"/>
                <a:gd name="connsiteY5" fmla="*/ 90 h 76380"/>
                <a:gd name="connsiteX6" fmla="*/ 242 w 31457"/>
                <a:gd name="connsiteY6" fmla="*/ 14225 h 76380"/>
                <a:gd name="connsiteX7" fmla="*/ 14608 w 31457"/>
                <a:gd name="connsiteY7" fmla="*/ 28609 h 76380"/>
                <a:gd name="connsiteX8" fmla="*/ 24764 w 31457"/>
                <a:gd name="connsiteY8" fmla="*/ 24641 h 76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457" h="76380">
                  <a:moveTo>
                    <a:pt x="24764" y="24641"/>
                  </a:moveTo>
                  <a:cubicBezTo>
                    <a:pt x="24764" y="38280"/>
                    <a:pt x="22287" y="54151"/>
                    <a:pt x="5443" y="70023"/>
                  </a:cubicBezTo>
                  <a:cubicBezTo>
                    <a:pt x="4452" y="71015"/>
                    <a:pt x="3709" y="71759"/>
                    <a:pt x="3709" y="72999"/>
                  </a:cubicBezTo>
                  <a:cubicBezTo>
                    <a:pt x="3709" y="74735"/>
                    <a:pt x="5691" y="76471"/>
                    <a:pt x="7177" y="76471"/>
                  </a:cubicBezTo>
                  <a:cubicBezTo>
                    <a:pt x="10645" y="76471"/>
                    <a:pt x="31699" y="56631"/>
                    <a:pt x="31699" y="27121"/>
                  </a:cubicBezTo>
                  <a:cubicBezTo>
                    <a:pt x="31699" y="11745"/>
                    <a:pt x="25755" y="90"/>
                    <a:pt x="14360" y="90"/>
                  </a:cubicBezTo>
                  <a:cubicBezTo>
                    <a:pt x="6186" y="90"/>
                    <a:pt x="242" y="6537"/>
                    <a:pt x="242" y="14225"/>
                  </a:cubicBezTo>
                  <a:cubicBezTo>
                    <a:pt x="242" y="22161"/>
                    <a:pt x="5939" y="28609"/>
                    <a:pt x="14608" y="28609"/>
                  </a:cubicBezTo>
                  <a:cubicBezTo>
                    <a:pt x="20553" y="28609"/>
                    <a:pt x="24516" y="24641"/>
                    <a:pt x="24764" y="24641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54441999-FB1F-F702-7902-167D5F033184}"/>
                </a:ext>
              </a:extLst>
            </p:cNvPr>
            <p:cNvSpPr/>
            <p:nvPr>
              <p:custDataLst>
                <p:tags r:id="rId106"/>
              </p:custDataLst>
            </p:nvPr>
          </p:nvSpPr>
          <p:spPr>
            <a:xfrm>
              <a:off x="10707752" y="4903381"/>
              <a:ext cx="109483" cy="164665"/>
            </a:xfrm>
            <a:custGeom>
              <a:avLst/>
              <a:gdLst>
                <a:gd name="connsiteX0" fmla="*/ 109727 w 109483"/>
                <a:gd name="connsiteY0" fmla="*/ 119621 h 164665"/>
                <a:gd name="connsiteX1" fmla="*/ 101306 w 109483"/>
                <a:gd name="connsiteY1" fmla="*/ 119621 h 164665"/>
                <a:gd name="connsiteX2" fmla="*/ 94865 w 109483"/>
                <a:gd name="connsiteY2" fmla="*/ 142188 h 164665"/>
                <a:gd name="connsiteX3" fmla="*/ 70343 w 109483"/>
                <a:gd name="connsiteY3" fmla="*/ 143676 h 164665"/>
                <a:gd name="connsiteX4" fmla="*/ 24766 w 109483"/>
                <a:gd name="connsiteY4" fmla="*/ 143676 h 164665"/>
                <a:gd name="connsiteX5" fmla="*/ 74306 w 109483"/>
                <a:gd name="connsiteY5" fmla="*/ 102014 h 164665"/>
                <a:gd name="connsiteX6" fmla="*/ 109727 w 109483"/>
                <a:gd name="connsiteY6" fmla="*/ 48448 h 164665"/>
                <a:gd name="connsiteX7" fmla="*/ 51766 w 109483"/>
                <a:gd name="connsiteY7" fmla="*/ 90 h 164665"/>
                <a:gd name="connsiteX8" fmla="*/ 244 w 109483"/>
                <a:gd name="connsiteY8" fmla="*/ 44480 h 164665"/>
                <a:gd name="connsiteX9" fmla="*/ 13372 w 109483"/>
                <a:gd name="connsiteY9" fmla="*/ 58367 h 164665"/>
                <a:gd name="connsiteX10" fmla="*/ 26500 w 109483"/>
                <a:gd name="connsiteY10" fmla="*/ 45224 h 164665"/>
                <a:gd name="connsiteX11" fmla="*/ 11886 w 109483"/>
                <a:gd name="connsiteY11" fmla="*/ 32080 h 164665"/>
                <a:gd name="connsiteX12" fmla="*/ 48050 w 109483"/>
                <a:gd name="connsiteY12" fmla="*/ 9017 h 164665"/>
                <a:gd name="connsiteX13" fmla="*/ 85701 w 109483"/>
                <a:gd name="connsiteY13" fmla="*/ 48448 h 164665"/>
                <a:gd name="connsiteX14" fmla="*/ 62417 w 109483"/>
                <a:gd name="connsiteY14" fmla="*/ 96062 h 164665"/>
                <a:gd name="connsiteX15" fmla="*/ 2721 w 109483"/>
                <a:gd name="connsiteY15" fmla="*/ 155083 h 164665"/>
                <a:gd name="connsiteX16" fmla="*/ 244 w 109483"/>
                <a:gd name="connsiteY16" fmla="*/ 164755 h 164665"/>
                <a:gd name="connsiteX17" fmla="*/ 102296 w 109483"/>
                <a:gd name="connsiteY17" fmla="*/ 164755 h 164665"/>
                <a:gd name="connsiteX18" fmla="*/ 109727 w 109483"/>
                <a:gd name="connsiteY18" fmla="*/ 119621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483" h="164665">
                  <a:moveTo>
                    <a:pt x="109727" y="119621"/>
                  </a:moveTo>
                  <a:lnTo>
                    <a:pt x="101306" y="119621"/>
                  </a:lnTo>
                  <a:cubicBezTo>
                    <a:pt x="100563" y="125077"/>
                    <a:pt x="98086" y="139708"/>
                    <a:pt x="94865" y="142188"/>
                  </a:cubicBezTo>
                  <a:cubicBezTo>
                    <a:pt x="92884" y="143676"/>
                    <a:pt x="73811" y="143676"/>
                    <a:pt x="70343" y="143676"/>
                  </a:cubicBezTo>
                  <a:lnTo>
                    <a:pt x="24766" y="143676"/>
                  </a:lnTo>
                  <a:cubicBezTo>
                    <a:pt x="50775" y="120613"/>
                    <a:pt x="59444" y="113669"/>
                    <a:pt x="74306" y="102014"/>
                  </a:cubicBezTo>
                  <a:cubicBezTo>
                    <a:pt x="92636" y="87382"/>
                    <a:pt x="109727" y="72007"/>
                    <a:pt x="109727" y="48448"/>
                  </a:cubicBezTo>
                  <a:cubicBezTo>
                    <a:pt x="109727" y="18441"/>
                    <a:pt x="83471" y="90"/>
                    <a:pt x="51766" y="90"/>
                  </a:cubicBezTo>
                  <a:cubicBezTo>
                    <a:pt x="21051" y="90"/>
                    <a:pt x="244" y="21665"/>
                    <a:pt x="244" y="44480"/>
                  </a:cubicBezTo>
                  <a:cubicBezTo>
                    <a:pt x="244" y="57127"/>
                    <a:pt x="10895" y="58367"/>
                    <a:pt x="13372" y="58367"/>
                  </a:cubicBezTo>
                  <a:cubicBezTo>
                    <a:pt x="19317" y="58367"/>
                    <a:pt x="26500" y="54151"/>
                    <a:pt x="26500" y="45224"/>
                  </a:cubicBezTo>
                  <a:cubicBezTo>
                    <a:pt x="26500" y="40760"/>
                    <a:pt x="24766" y="32080"/>
                    <a:pt x="11886" y="32080"/>
                  </a:cubicBezTo>
                  <a:cubicBezTo>
                    <a:pt x="19565" y="14473"/>
                    <a:pt x="36408" y="9017"/>
                    <a:pt x="48050" y="9017"/>
                  </a:cubicBezTo>
                  <a:cubicBezTo>
                    <a:pt x="72820" y="9017"/>
                    <a:pt x="85701" y="28361"/>
                    <a:pt x="85701" y="48448"/>
                  </a:cubicBezTo>
                  <a:cubicBezTo>
                    <a:pt x="85701" y="70023"/>
                    <a:pt x="70343" y="87134"/>
                    <a:pt x="62417" y="96062"/>
                  </a:cubicBezTo>
                  <a:lnTo>
                    <a:pt x="2721" y="155083"/>
                  </a:lnTo>
                  <a:cubicBezTo>
                    <a:pt x="244" y="157315"/>
                    <a:pt x="244" y="157811"/>
                    <a:pt x="244" y="164755"/>
                  </a:cubicBezTo>
                  <a:lnTo>
                    <a:pt x="102296" y="164755"/>
                  </a:lnTo>
                  <a:lnTo>
                    <a:pt x="109727" y="119621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FE2EBCCC-F4A5-A1D9-48EC-FA4927C6A169}"/>
                </a:ext>
              </a:extLst>
            </p:cNvPr>
            <p:cNvSpPr/>
            <p:nvPr>
              <p:custDataLst>
                <p:tags r:id="rId107"/>
              </p:custDataLst>
            </p:nvPr>
          </p:nvSpPr>
          <p:spPr>
            <a:xfrm>
              <a:off x="10844841" y="4903629"/>
              <a:ext cx="75053" cy="166897"/>
            </a:xfrm>
            <a:custGeom>
              <a:avLst/>
              <a:gdLst>
                <a:gd name="connsiteX0" fmla="*/ 68861 w 75053"/>
                <a:gd name="connsiteY0" fmla="*/ 9513 h 166897"/>
                <a:gd name="connsiteX1" fmla="*/ 58953 w 75053"/>
                <a:gd name="connsiteY1" fmla="*/ 90 h 166897"/>
                <a:gd name="connsiteX2" fmla="*/ 45082 w 75053"/>
                <a:gd name="connsiteY2" fmla="*/ 13729 h 166897"/>
                <a:gd name="connsiteX3" fmla="*/ 54990 w 75053"/>
                <a:gd name="connsiteY3" fmla="*/ 23153 h 166897"/>
                <a:gd name="connsiteX4" fmla="*/ 68861 w 75053"/>
                <a:gd name="connsiteY4" fmla="*/ 9513 h 166897"/>
                <a:gd name="connsiteX5" fmla="*/ 18330 w 75053"/>
                <a:gd name="connsiteY5" fmla="*/ 135492 h 166897"/>
                <a:gd name="connsiteX6" fmla="*/ 16101 w 75053"/>
                <a:gd name="connsiteY6" fmla="*/ 145908 h 166897"/>
                <a:gd name="connsiteX7" fmla="*/ 39632 w 75053"/>
                <a:gd name="connsiteY7" fmla="*/ 166987 h 166897"/>
                <a:gd name="connsiteX8" fmla="*/ 75301 w 75053"/>
                <a:gd name="connsiteY8" fmla="*/ 129044 h 166897"/>
                <a:gd name="connsiteX9" fmla="*/ 71338 w 75053"/>
                <a:gd name="connsiteY9" fmla="*/ 125821 h 166897"/>
                <a:gd name="connsiteX10" fmla="*/ 66632 w 75053"/>
                <a:gd name="connsiteY10" fmla="*/ 130036 h 166897"/>
                <a:gd name="connsiteX11" fmla="*/ 40375 w 75053"/>
                <a:gd name="connsiteY11" fmla="*/ 160043 h 166897"/>
                <a:gd name="connsiteX12" fmla="*/ 34183 w 75053"/>
                <a:gd name="connsiteY12" fmla="*/ 151364 h 166897"/>
                <a:gd name="connsiteX13" fmla="*/ 38146 w 75053"/>
                <a:gd name="connsiteY13" fmla="*/ 135492 h 166897"/>
                <a:gd name="connsiteX14" fmla="*/ 46072 w 75053"/>
                <a:gd name="connsiteY14" fmla="*/ 115653 h 166897"/>
                <a:gd name="connsiteX15" fmla="*/ 58210 w 75053"/>
                <a:gd name="connsiteY15" fmla="*/ 84158 h 166897"/>
                <a:gd name="connsiteX16" fmla="*/ 59696 w 75053"/>
                <a:gd name="connsiteY16" fmla="*/ 76223 h 166897"/>
                <a:gd name="connsiteX17" fmla="*/ 36164 w 75053"/>
                <a:gd name="connsiteY17" fmla="*/ 55143 h 166897"/>
                <a:gd name="connsiteX18" fmla="*/ 248 w 75053"/>
                <a:gd name="connsiteY18" fmla="*/ 93086 h 166897"/>
                <a:gd name="connsiteX19" fmla="*/ 4459 w 75053"/>
                <a:gd name="connsiteY19" fmla="*/ 96310 h 166897"/>
                <a:gd name="connsiteX20" fmla="*/ 8917 w 75053"/>
                <a:gd name="connsiteY20" fmla="*/ 92342 h 166897"/>
                <a:gd name="connsiteX21" fmla="*/ 35421 w 75053"/>
                <a:gd name="connsiteY21" fmla="*/ 62087 h 166897"/>
                <a:gd name="connsiteX22" fmla="*/ 41614 w 75053"/>
                <a:gd name="connsiteY22" fmla="*/ 70767 h 166897"/>
                <a:gd name="connsiteX23" fmla="*/ 33935 w 75053"/>
                <a:gd name="connsiteY23" fmla="*/ 95566 h 166897"/>
                <a:gd name="connsiteX24" fmla="*/ 18330 w 75053"/>
                <a:gd name="connsiteY24" fmla="*/ 135492 h 16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053" h="166897">
                  <a:moveTo>
                    <a:pt x="68861" y="9513"/>
                  </a:moveTo>
                  <a:cubicBezTo>
                    <a:pt x="68861" y="5545"/>
                    <a:pt x="65888" y="90"/>
                    <a:pt x="58953" y="90"/>
                  </a:cubicBezTo>
                  <a:cubicBezTo>
                    <a:pt x="52265" y="90"/>
                    <a:pt x="45082" y="6537"/>
                    <a:pt x="45082" y="13729"/>
                  </a:cubicBezTo>
                  <a:cubicBezTo>
                    <a:pt x="45082" y="17945"/>
                    <a:pt x="48302" y="23153"/>
                    <a:pt x="54990" y="23153"/>
                  </a:cubicBezTo>
                  <a:cubicBezTo>
                    <a:pt x="62173" y="23153"/>
                    <a:pt x="68861" y="16209"/>
                    <a:pt x="68861" y="9513"/>
                  </a:cubicBezTo>
                  <a:close/>
                  <a:moveTo>
                    <a:pt x="18330" y="135492"/>
                  </a:moveTo>
                  <a:cubicBezTo>
                    <a:pt x="17339" y="138716"/>
                    <a:pt x="16101" y="141692"/>
                    <a:pt x="16101" y="145908"/>
                  </a:cubicBezTo>
                  <a:cubicBezTo>
                    <a:pt x="16101" y="157563"/>
                    <a:pt x="26009" y="166987"/>
                    <a:pt x="39632" y="166987"/>
                  </a:cubicBezTo>
                  <a:cubicBezTo>
                    <a:pt x="64402" y="166987"/>
                    <a:pt x="75301" y="132764"/>
                    <a:pt x="75301" y="129044"/>
                  </a:cubicBezTo>
                  <a:cubicBezTo>
                    <a:pt x="75301" y="125821"/>
                    <a:pt x="72081" y="125821"/>
                    <a:pt x="71338" y="125821"/>
                  </a:cubicBezTo>
                  <a:cubicBezTo>
                    <a:pt x="67870" y="125821"/>
                    <a:pt x="67622" y="127309"/>
                    <a:pt x="66632" y="130036"/>
                  </a:cubicBezTo>
                  <a:cubicBezTo>
                    <a:pt x="60934" y="149876"/>
                    <a:pt x="50036" y="160043"/>
                    <a:pt x="40375" y="160043"/>
                  </a:cubicBezTo>
                  <a:cubicBezTo>
                    <a:pt x="35421" y="160043"/>
                    <a:pt x="34183" y="156819"/>
                    <a:pt x="34183" y="151364"/>
                  </a:cubicBezTo>
                  <a:cubicBezTo>
                    <a:pt x="34183" y="145660"/>
                    <a:pt x="35917" y="140948"/>
                    <a:pt x="38146" y="135492"/>
                  </a:cubicBezTo>
                  <a:cubicBezTo>
                    <a:pt x="40623" y="128796"/>
                    <a:pt x="43348" y="122101"/>
                    <a:pt x="46072" y="115653"/>
                  </a:cubicBezTo>
                  <a:cubicBezTo>
                    <a:pt x="48302" y="109701"/>
                    <a:pt x="57219" y="87134"/>
                    <a:pt x="58210" y="84158"/>
                  </a:cubicBezTo>
                  <a:cubicBezTo>
                    <a:pt x="58953" y="81678"/>
                    <a:pt x="59696" y="78703"/>
                    <a:pt x="59696" y="76223"/>
                  </a:cubicBezTo>
                  <a:cubicBezTo>
                    <a:pt x="59696" y="64567"/>
                    <a:pt x="49788" y="55143"/>
                    <a:pt x="36164" y="55143"/>
                  </a:cubicBezTo>
                  <a:cubicBezTo>
                    <a:pt x="11642" y="55143"/>
                    <a:pt x="248" y="88870"/>
                    <a:pt x="248" y="93086"/>
                  </a:cubicBezTo>
                  <a:cubicBezTo>
                    <a:pt x="248" y="96310"/>
                    <a:pt x="3716" y="96310"/>
                    <a:pt x="4459" y="96310"/>
                  </a:cubicBezTo>
                  <a:cubicBezTo>
                    <a:pt x="7927" y="96310"/>
                    <a:pt x="8174" y="95070"/>
                    <a:pt x="8917" y="92342"/>
                  </a:cubicBezTo>
                  <a:cubicBezTo>
                    <a:pt x="15358" y="71015"/>
                    <a:pt x="26256" y="62087"/>
                    <a:pt x="35421" y="62087"/>
                  </a:cubicBezTo>
                  <a:cubicBezTo>
                    <a:pt x="39385" y="62087"/>
                    <a:pt x="41614" y="64071"/>
                    <a:pt x="41614" y="70767"/>
                  </a:cubicBezTo>
                  <a:cubicBezTo>
                    <a:pt x="41614" y="76471"/>
                    <a:pt x="40128" y="80190"/>
                    <a:pt x="33935" y="95566"/>
                  </a:cubicBezTo>
                  <a:lnTo>
                    <a:pt x="18330" y="135492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93A2CB1B-D11E-E6B6-0B1E-E9414CA461B5}"/>
                </a:ext>
              </a:extLst>
            </p:cNvPr>
            <p:cNvSpPr/>
            <p:nvPr>
              <p:custDataLst>
                <p:tags r:id="rId108"/>
              </p:custDataLst>
            </p:nvPr>
          </p:nvSpPr>
          <p:spPr>
            <a:xfrm>
              <a:off x="10950655" y="4914540"/>
              <a:ext cx="182307" cy="182768"/>
            </a:xfrm>
            <a:custGeom>
              <a:avLst/>
              <a:gdLst>
                <a:gd name="connsiteX0" fmla="*/ 97597 w 182307"/>
                <a:gd name="connsiteY0" fmla="*/ 97550 h 182768"/>
                <a:gd name="connsiteX1" fmla="*/ 173393 w 182307"/>
                <a:gd name="connsiteY1" fmla="*/ 97550 h 182768"/>
                <a:gd name="connsiteX2" fmla="*/ 182558 w 182307"/>
                <a:gd name="connsiteY2" fmla="*/ 91598 h 182768"/>
                <a:gd name="connsiteX3" fmla="*/ 173393 w 182307"/>
                <a:gd name="connsiteY3" fmla="*/ 85398 h 182768"/>
                <a:gd name="connsiteX4" fmla="*/ 97597 w 182307"/>
                <a:gd name="connsiteY4" fmla="*/ 85398 h 182768"/>
                <a:gd name="connsiteX5" fmla="*/ 97597 w 182307"/>
                <a:gd name="connsiteY5" fmla="*/ 9265 h 182768"/>
                <a:gd name="connsiteX6" fmla="*/ 91652 w 182307"/>
                <a:gd name="connsiteY6" fmla="*/ 90 h 182768"/>
                <a:gd name="connsiteX7" fmla="*/ 85460 w 182307"/>
                <a:gd name="connsiteY7" fmla="*/ 9265 h 182768"/>
                <a:gd name="connsiteX8" fmla="*/ 85460 w 182307"/>
                <a:gd name="connsiteY8" fmla="*/ 85398 h 182768"/>
                <a:gd name="connsiteX9" fmla="*/ 9416 w 182307"/>
                <a:gd name="connsiteY9" fmla="*/ 85398 h 182768"/>
                <a:gd name="connsiteX10" fmla="*/ 251 w 182307"/>
                <a:gd name="connsiteY10" fmla="*/ 91350 h 182768"/>
                <a:gd name="connsiteX11" fmla="*/ 9416 w 182307"/>
                <a:gd name="connsiteY11" fmla="*/ 97550 h 182768"/>
                <a:gd name="connsiteX12" fmla="*/ 85460 w 182307"/>
                <a:gd name="connsiteY12" fmla="*/ 97550 h 182768"/>
                <a:gd name="connsiteX13" fmla="*/ 85460 w 182307"/>
                <a:gd name="connsiteY13" fmla="*/ 173683 h 182768"/>
                <a:gd name="connsiteX14" fmla="*/ 91404 w 182307"/>
                <a:gd name="connsiteY14" fmla="*/ 182858 h 182768"/>
                <a:gd name="connsiteX15" fmla="*/ 97597 w 182307"/>
                <a:gd name="connsiteY15" fmla="*/ 173683 h 182768"/>
                <a:gd name="connsiteX16" fmla="*/ 97597 w 182307"/>
                <a:gd name="connsiteY16" fmla="*/ 97550 h 182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82307" h="182768">
                  <a:moveTo>
                    <a:pt x="97597" y="97550"/>
                  </a:moveTo>
                  <a:lnTo>
                    <a:pt x="173393" y="97550"/>
                  </a:lnTo>
                  <a:cubicBezTo>
                    <a:pt x="176613" y="97550"/>
                    <a:pt x="182558" y="97550"/>
                    <a:pt x="182558" y="91598"/>
                  </a:cubicBezTo>
                  <a:cubicBezTo>
                    <a:pt x="182558" y="85398"/>
                    <a:pt x="176861" y="85398"/>
                    <a:pt x="173393" y="85398"/>
                  </a:cubicBezTo>
                  <a:lnTo>
                    <a:pt x="97597" y="85398"/>
                  </a:lnTo>
                  <a:lnTo>
                    <a:pt x="97597" y="9265"/>
                  </a:lnTo>
                  <a:cubicBezTo>
                    <a:pt x="97597" y="6041"/>
                    <a:pt x="97597" y="90"/>
                    <a:pt x="91652" y="90"/>
                  </a:cubicBezTo>
                  <a:cubicBezTo>
                    <a:pt x="85460" y="90"/>
                    <a:pt x="85460" y="5793"/>
                    <a:pt x="85460" y="9265"/>
                  </a:cubicBezTo>
                  <a:lnTo>
                    <a:pt x="85460" y="85398"/>
                  </a:lnTo>
                  <a:lnTo>
                    <a:pt x="9416" y="85398"/>
                  </a:lnTo>
                  <a:cubicBezTo>
                    <a:pt x="6196" y="85398"/>
                    <a:pt x="251" y="85398"/>
                    <a:pt x="251" y="91350"/>
                  </a:cubicBezTo>
                  <a:cubicBezTo>
                    <a:pt x="251" y="97550"/>
                    <a:pt x="5948" y="97550"/>
                    <a:pt x="9416" y="97550"/>
                  </a:cubicBezTo>
                  <a:lnTo>
                    <a:pt x="85460" y="97550"/>
                  </a:lnTo>
                  <a:lnTo>
                    <a:pt x="85460" y="173683"/>
                  </a:lnTo>
                  <a:cubicBezTo>
                    <a:pt x="85460" y="176907"/>
                    <a:pt x="85460" y="182858"/>
                    <a:pt x="91404" y="182858"/>
                  </a:cubicBezTo>
                  <a:cubicBezTo>
                    <a:pt x="97597" y="182858"/>
                    <a:pt x="97597" y="177155"/>
                    <a:pt x="97597" y="173683"/>
                  </a:cubicBezTo>
                  <a:lnTo>
                    <a:pt x="97597" y="97550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2F3D43C9-EC93-BA49-370A-A26B95C3474B}"/>
                </a:ext>
              </a:extLst>
            </p:cNvPr>
            <p:cNvSpPr/>
            <p:nvPr>
              <p:custDataLst>
                <p:tags r:id="rId109"/>
              </p:custDataLst>
            </p:nvPr>
          </p:nvSpPr>
          <p:spPr>
            <a:xfrm>
              <a:off x="11177546" y="4903381"/>
              <a:ext cx="90162" cy="164665"/>
            </a:xfrm>
            <a:custGeom>
              <a:avLst/>
              <a:gdLst>
                <a:gd name="connsiteX0" fmla="*/ 56237 w 90162"/>
                <a:gd name="connsiteY0" fmla="*/ 7033 h 164665"/>
                <a:gd name="connsiteX1" fmla="*/ 48806 w 90162"/>
                <a:gd name="connsiteY1" fmla="*/ 90 h 164665"/>
                <a:gd name="connsiteX2" fmla="*/ 257 w 90162"/>
                <a:gd name="connsiteY2" fmla="*/ 15961 h 164665"/>
                <a:gd name="connsiteX3" fmla="*/ 257 w 90162"/>
                <a:gd name="connsiteY3" fmla="*/ 24889 h 164665"/>
                <a:gd name="connsiteX4" fmla="*/ 36173 w 90162"/>
                <a:gd name="connsiteY4" fmla="*/ 17945 h 164665"/>
                <a:gd name="connsiteX5" fmla="*/ 36173 w 90162"/>
                <a:gd name="connsiteY5" fmla="*/ 144420 h 164665"/>
                <a:gd name="connsiteX6" fmla="*/ 11403 w 90162"/>
                <a:gd name="connsiteY6" fmla="*/ 155827 h 164665"/>
                <a:gd name="connsiteX7" fmla="*/ 1991 w 90162"/>
                <a:gd name="connsiteY7" fmla="*/ 155827 h 164665"/>
                <a:gd name="connsiteX8" fmla="*/ 1991 w 90162"/>
                <a:gd name="connsiteY8" fmla="*/ 164755 h 164665"/>
                <a:gd name="connsiteX9" fmla="*/ 46081 w 90162"/>
                <a:gd name="connsiteY9" fmla="*/ 163763 h 164665"/>
                <a:gd name="connsiteX10" fmla="*/ 90420 w 90162"/>
                <a:gd name="connsiteY10" fmla="*/ 164755 h 164665"/>
                <a:gd name="connsiteX11" fmla="*/ 90420 w 90162"/>
                <a:gd name="connsiteY11" fmla="*/ 155827 h 164665"/>
                <a:gd name="connsiteX12" fmla="*/ 81007 w 90162"/>
                <a:gd name="connsiteY12" fmla="*/ 155827 h 164665"/>
                <a:gd name="connsiteX13" fmla="*/ 56237 w 90162"/>
                <a:gd name="connsiteY13" fmla="*/ 144420 h 164665"/>
                <a:gd name="connsiteX14" fmla="*/ 56237 w 90162"/>
                <a:gd name="connsiteY14" fmla="*/ 7033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162" h="164665">
                  <a:moveTo>
                    <a:pt x="56237" y="7033"/>
                  </a:moveTo>
                  <a:cubicBezTo>
                    <a:pt x="56237" y="338"/>
                    <a:pt x="55742" y="90"/>
                    <a:pt x="48806" y="90"/>
                  </a:cubicBezTo>
                  <a:cubicBezTo>
                    <a:pt x="32953" y="15713"/>
                    <a:pt x="10413" y="15961"/>
                    <a:pt x="257" y="15961"/>
                  </a:cubicBezTo>
                  <a:lnTo>
                    <a:pt x="257" y="24889"/>
                  </a:lnTo>
                  <a:cubicBezTo>
                    <a:pt x="6202" y="24889"/>
                    <a:pt x="22550" y="24889"/>
                    <a:pt x="36173" y="17945"/>
                  </a:cubicBezTo>
                  <a:lnTo>
                    <a:pt x="36173" y="144420"/>
                  </a:lnTo>
                  <a:cubicBezTo>
                    <a:pt x="36173" y="152604"/>
                    <a:pt x="36173" y="155827"/>
                    <a:pt x="11403" y="155827"/>
                  </a:cubicBezTo>
                  <a:lnTo>
                    <a:pt x="1991" y="155827"/>
                  </a:lnTo>
                  <a:lnTo>
                    <a:pt x="1991" y="164755"/>
                  </a:lnTo>
                  <a:cubicBezTo>
                    <a:pt x="6449" y="164507"/>
                    <a:pt x="36916" y="163763"/>
                    <a:pt x="46081" y="163763"/>
                  </a:cubicBezTo>
                  <a:cubicBezTo>
                    <a:pt x="53760" y="163763"/>
                    <a:pt x="84970" y="164507"/>
                    <a:pt x="90420" y="164755"/>
                  </a:cubicBezTo>
                  <a:lnTo>
                    <a:pt x="90420" y="155827"/>
                  </a:lnTo>
                  <a:lnTo>
                    <a:pt x="81007" y="155827"/>
                  </a:lnTo>
                  <a:cubicBezTo>
                    <a:pt x="56237" y="155827"/>
                    <a:pt x="56237" y="152604"/>
                    <a:pt x="56237" y="144420"/>
                  </a:cubicBezTo>
                  <a:lnTo>
                    <a:pt x="56237" y="7033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0732EA44-E336-D15B-7588-3B6B69C53586}"/>
                </a:ext>
              </a:extLst>
            </p:cNvPr>
            <p:cNvSpPr/>
            <p:nvPr>
              <p:custDataLst>
                <p:tags r:id="rId110"/>
              </p:custDataLst>
            </p:nvPr>
          </p:nvSpPr>
          <p:spPr>
            <a:xfrm>
              <a:off x="11427397" y="4884888"/>
              <a:ext cx="235315" cy="82899"/>
            </a:xfrm>
            <a:custGeom>
              <a:avLst/>
              <a:gdLst>
                <a:gd name="connsiteX0" fmla="*/ 223548 w 235315"/>
                <a:gd name="connsiteY0" fmla="*/ 14259 h 82899"/>
                <a:gd name="connsiteX1" fmla="*/ 235579 w 235315"/>
                <a:gd name="connsiteY1" fmla="*/ 7174 h 82899"/>
                <a:gd name="connsiteX2" fmla="*/ 223902 w 235315"/>
                <a:gd name="connsiteY2" fmla="*/ 88 h 82899"/>
                <a:gd name="connsiteX3" fmla="*/ 11941 w 235315"/>
                <a:gd name="connsiteY3" fmla="*/ 88 h 82899"/>
                <a:gd name="connsiteX4" fmla="*/ 264 w 235315"/>
                <a:gd name="connsiteY4" fmla="*/ 7174 h 82899"/>
                <a:gd name="connsiteX5" fmla="*/ 12295 w 235315"/>
                <a:gd name="connsiteY5" fmla="*/ 14259 h 82899"/>
                <a:gd name="connsiteX6" fmla="*/ 223548 w 235315"/>
                <a:gd name="connsiteY6" fmla="*/ 14259 h 82899"/>
                <a:gd name="connsiteX7" fmla="*/ 223902 w 235315"/>
                <a:gd name="connsiteY7" fmla="*/ 82988 h 82899"/>
                <a:gd name="connsiteX8" fmla="*/ 235579 w 235315"/>
                <a:gd name="connsiteY8" fmla="*/ 75902 h 82899"/>
                <a:gd name="connsiteX9" fmla="*/ 223548 w 235315"/>
                <a:gd name="connsiteY9" fmla="*/ 68817 h 82899"/>
                <a:gd name="connsiteX10" fmla="*/ 12295 w 235315"/>
                <a:gd name="connsiteY10" fmla="*/ 68817 h 82899"/>
                <a:gd name="connsiteX11" fmla="*/ 264 w 235315"/>
                <a:gd name="connsiteY11" fmla="*/ 75902 h 82899"/>
                <a:gd name="connsiteX12" fmla="*/ 11941 w 235315"/>
                <a:gd name="connsiteY12" fmla="*/ 82988 h 82899"/>
                <a:gd name="connsiteX13" fmla="*/ 223902 w 235315"/>
                <a:gd name="connsiteY13" fmla="*/ 82988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315" h="82899">
                  <a:moveTo>
                    <a:pt x="223548" y="14259"/>
                  </a:moveTo>
                  <a:cubicBezTo>
                    <a:pt x="228856" y="14259"/>
                    <a:pt x="235579" y="14259"/>
                    <a:pt x="235579" y="7174"/>
                  </a:cubicBezTo>
                  <a:cubicBezTo>
                    <a:pt x="235579" y="88"/>
                    <a:pt x="228856" y="88"/>
                    <a:pt x="223902" y="88"/>
                  </a:cubicBezTo>
                  <a:lnTo>
                    <a:pt x="11941" y="88"/>
                  </a:lnTo>
                  <a:cubicBezTo>
                    <a:pt x="6987" y="88"/>
                    <a:pt x="264" y="88"/>
                    <a:pt x="264" y="7174"/>
                  </a:cubicBezTo>
                  <a:cubicBezTo>
                    <a:pt x="264" y="14259"/>
                    <a:pt x="6987" y="14259"/>
                    <a:pt x="12295" y="14259"/>
                  </a:cubicBezTo>
                  <a:lnTo>
                    <a:pt x="223548" y="14259"/>
                  </a:lnTo>
                  <a:close/>
                  <a:moveTo>
                    <a:pt x="223902" y="82988"/>
                  </a:moveTo>
                  <a:cubicBezTo>
                    <a:pt x="228856" y="82988"/>
                    <a:pt x="235579" y="82988"/>
                    <a:pt x="235579" y="75902"/>
                  </a:cubicBezTo>
                  <a:cubicBezTo>
                    <a:pt x="235579" y="68817"/>
                    <a:pt x="228856" y="68817"/>
                    <a:pt x="223548" y="68817"/>
                  </a:cubicBezTo>
                  <a:lnTo>
                    <a:pt x="12295" y="68817"/>
                  </a:lnTo>
                  <a:cubicBezTo>
                    <a:pt x="6987" y="68817"/>
                    <a:pt x="264" y="68817"/>
                    <a:pt x="264" y="75902"/>
                  </a:cubicBezTo>
                  <a:cubicBezTo>
                    <a:pt x="264" y="82988"/>
                    <a:pt x="6987" y="82988"/>
                    <a:pt x="11941" y="82988"/>
                  </a:cubicBezTo>
                  <a:lnTo>
                    <a:pt x="223902" y="8298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63A8232F-6A41-9D5F-65E2-2FBC48ABC0C1}"/>
                </a:ext>
              </a:extLst>
            </p:cNvPr>
            <p:cNvSpPr/>
            <p:nvPr>
              <p:custDataLst>
                <p:tags r:id="rId111"/>
              </p:custDataLst>
            </p:nvPr>
          </p:nvSpPr>
          <p:spPr>
            <a:xfrm>
              <a:off x="11793127" y="4856192"/>
              <a:ext cx="134819" cy="162610"/>
            </a:xfrm>
            <a:custGeom>
              <a:avLst/>
              <a:gdLst>
                <a:gd name="connsiteX0" fmla="*/ 29645 w 134819"/>
                <a:gd name="connsiteY0" fmla="*/ 81571 h 162610"/>
                <a:gd name="connsiteX1" fmla="*/ 77415 w 134819"/>
                <a:gd name="connsiteY1" fmla="*/ 8945 h 162610"/>
                <a:gd name="connsiteX2" fmla="*/ 115278 w 134819"/>
                <a:gd name="connsiteY2" fmla="*/ 22053 h 162610"/>
                <a:gd name="connsiteX3" fmla="*/ 98647 w 134819"/>
                <a:gd name="connsiteY3" fmla="*/ 38349 h 162610"/>
                <a:gd name="connsiteX4" fmla="*/ 114924 w 134819"/>
                <a:gd name="connsiteY4" fmla="*/ 54646 h 162610"/>
                <a:gd name="connsiteX5" fmla="*/ 131202 w 134819"/>
                <a:gd name="connsiteY5" fmla="*/ 37995 h 162610"/>
                <a:gd name="connsiteX6" fmla="*/ 77062 w 134819"/>
                <a:gd name="connsiteY6" fmla="*/ 88 h 162610"/>
                <a:gd name="connsiteX7" fmla="*/ 275 w 134819"/>
                <a:gd name="connsiteY7" fmla="*/ 82279 h 162610"/>
                <a:gd name="connsiteX8" fmla="*/ 76354 w 134819"/>
                <a:gd name="connsiteY8" fmla="*/ 162699 h 162610"/>
                <a:gd name="connsiteX9" fmla="*/ 135094 w 134819"/>
                <a:gd name="connsiteY9" fmla="*/ 116644 h 162610"/>
                <a:gd name="connsiteX10" fmla="*/ 130494 w 134819"/>
                <a:gd name="connsiteY10" fmla="*/ 113101 h 162610"/>
                <a:gd name="connsiteX11" fmla="*/ 125894 w 134819"/>
                <a:gd name="connsiteY11" fmla="*/ 116644 h 162610"/>
                <a:gd name="connsiteX12" fmla="*/ 79539 w 134819"/>
                <a:gd name="connsiteY12" fmla="*/ 153842 h 162610"/>
                <a:gd name="connsiteX13" fmla="*/ 29645 w 134819"/>
                <a:gd name="connsiteY13" fmla="*/ 81571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819" h="162610">
                  <a:moveTo>
                    <a:pt x="29645" y="81571"/>
                  </a:moveTo>
                  <a:cubicBezTo>
                    <a:pt x="29645" y="23824"/>
                    <a:pt x="58661" y="8945"/>
                    <a:pt x="77415" y="8945"/>
                  </a:cubicBezTo>
                  <a:cubicBezTo>
                    <a:pt x="80600" y="8945"/>
                    <a:pt x="102893" y="9299"/>
                    <a:pt x="115278" y="22053"/>
                  </a:cubicBezTo>
                  <a:cubicBezTo>
                    <a:pt x="100770" y="23116"/>
                    <a:pt x="98647" y="33744"/>
                    <a:pt x="98647" y="38349"/>
                  </a:cubicBezTo>
                  <a:cubicBezTo>
                    <a:pt x="98647" y="47561"/>
                    <a:pt x="105016" y="54646"/>
                    <a:pt x="114924" y="54646"/>
                  </a:cubicBezTo>
                  <a:cubicBezTo>
                    <a:pt x="124125" y="54646"/>
                    <a:pt x="131202" y="48623"/>
                    <a:pt x="131202" y="37995"/>
                  </a:cubicBezTo>
                  <a:cubicBezTo>
                    <a:pt x="131202" y="13905"/>
                    <a:pt x="104309" y="88"/>
                    <a:pt x="77062" y="88"/>
                  </a:cubicBezTo>
                  <a:cubicBezTo>
                    <a:pt x="32829" y="88"/>
                    <a:pt x="275" y="38349"/>
                    <a:pt x="275" y="82279"/>
                  </a:cubicBezTo>
                  <a:cubicBezTo>
                    <a:pt x="275" y="127626"/>
                    <a:pt x="35306" y="162699"/>
                    <a:pt x="76354" y="162699"/>
                  </a:cubicBezTo>
                  <a:cubicBezTo>
                    <a:pt x="123771" y="162699"/>
                    <a:pt x="135094" y="120186"/>
                    <a:pt x="135094" y="116644"/>
                  </a:cubicBezTo>
                  <a:cubicBezTo>
                    <a:pt x="135094" y="113101"/>
                    <a:pt x="131556" y="113101"/>
                    <a:pt x="130494" y="113101"/>
                  </a:cubicBezTo>
                  <a:cubicBezTo>
                    <a:pt x="127309" y="113101"/>
                    <a:pt x="126602" y="114518"/>
                    <a:pt x="125894" y="116644"/>
                  </a:cubicBezTo>
                  <a:cubicBezTo>
                    <a:pt x="115632" y="149591"/>
                    <a:pt x="92631" y="153842"/>
                    <a:pt x="79539" y="153842"/>
                  </a:cubicBezTo>
                  <a:cubicBezTo>
                    <a:pt x="60784" y="153842"/>
                    <a:pt x="29645" y="138608"/>
                    <a:pt x="29645" y="81571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881A4D7C-7F9C-0851-713B-631017571EDF}"/>
                </a:ext>
              </a:extLst>
            </p:cNvPr>
            <p:cNvSpPr/>
            <p:nvPr>
              <p:custDataLst>
                <p:tags r:id="rId112"/>
              </p:custDataLst>
            </p:nvPr>
          </p:nvSpPr>
          <p:spPr>
            <a:xfrm>
              <a:off x="11948274" y="4856192"/>
              <a:ext cx="156758" cy="162610"/>
            </a:xfrm>
            <a:custGeom>
              <a:avLst/>
              <a:gdLst>
                <a:gd name="connsiteX0" fmla="*/ 157038 w 156758"/>
                <a:gd name="connsiteY0" fmla="*/ 82988 h 162610"/>
                <a:gd name="connsiteX1" fmla="*/ 78835 w 156758"/>
                <a:gd name="connsiteY1" fmla="*/ 88 h 162610"/>
                <a:gd name="connsiteX2" fmla="*/ 279 w 156758"/>
                <a:gd name="connsiteY2" fmla="*/ 82988 h 162610"/>
                <a:gd name="connsiteX3" fmla="*/ 78481 w 156758"/>
                <a:gd name="connsiteY3" fmla="*/ 162699 h 162610"/>
                <a:gd name="connsiteX4" fmla="*/ 157038 w 156758"/>
                <a:gd name="connsiteY4" fmla="*/ 82988 h 162610"/>
                <a:gd name="connsiteX5" fmla="*/ 78835 w 156758"/>
                <a:gd name="connsiteY5" fmla="*/ 153842 h 162610"/>
                <a:gd name="connsiteX6" fmla="*/ 38496 w 156758"/>
                <a:gd name="connsiteY6" fmla="*/ 130106 h 162610"/>
                <a:gd name="connsiteX7" fmla="*/ 29649 w 156758"/>
                <a:gd name="connsiteY7" fmla="*/ 80154 h 162610"/>
                <a:gd name="connsiteX8" fmla="*/ 38142 w 156758"/>
                <a:gd name="connsiteY8" fmla="*/ 31618 h 162610"/>
                <a:gd name="connsiteX9" fmla="*/ 78481 w 156758"/>
                <a:gd name="connsiteY9" fmla="*/ 7882 h 162610"/>
                <a:gd name="connsiteX10" fmla="*/ 118467 w 156758"/>
                <a:gd name="connsiteY10" fmla="*/ 30910 h 162610"/>
                <a:gd name="connsiteX11" fmla="*/ 127668 w 156758"/>
                <a:gd name="connsiteY11" fmla="*/ 80154 h 162610"/>
                <a:gd name="connsiteX12" fmla="*/ 119883 w 156758"/>
                <a:gd name="connsiteY12" fmla="*/ 127626 h 162610"/>
                <a:gd name="connsiteX13" fmla="*/ 78835 w 156758"/>
                <a:gd name="connsiteY13" fmla="*/ 153842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758" h="162610">
                  <a:moveTo>
                    <a:pt x="157038" y="82988"/>
                  </a:moveTo>
                  <a:cubicBezTo>
                    <a:pt x="157038" y="37641"/>
                    <a:pt x="121652" y="88"/>
                    <a:pt x="78835" y="88"/>
                  </a:cubicBezTo>
                  <a:cubicBezTo>
                    <a:pt x="34603" y="88"/>
                    <a:pt x="279" y="38704"/>
                    <a:pt x="279" y="82988"/>
                  </a:cubicBezTo>
                  <a:cubicBezTo>
                    <a:pt x="279" y="128689"/>
                    <a:pt x="37080" y="162699"/>
                    <a:pt x="78481" y="162699"/>
                  </a:cubicBezTo>
                  <a:cubicBezTo>
                    <a:pt x="121298" y="162699"/>
                    <a:pt x="157038" y="127980"/>
                    <a:pt x="157038" y="82988"/>
                  </a:cubicBezTo>
                  <a:close/>
                  <a:moveTo>
                    <a:pt x="78835" y="153842"/>
                  </a:moveTo>
                  <a:cubicBezTo>
                    <a:pt x="63620" y="153842"/>
                    <a:pt x="48050" y="146402"/>
                    <a:pt x="38496" y="130106"/>
                  </a:cubicBezTo>
                  <a:cubicBezTo>
                    <a:pt x="29649" y="114518"/>
                    <a:pt x="29649" y="92907"/>
                    <a:pt x="29649" y="80154"/>
                  </a:cubicBezTo>
                  <a:cubicBezTo>
                    <a:pt x="29649" y="66337"/>
                    <a:pt x="29649" y="47206"/>
                    <a:pt x="38142" y="31618"/>
                  </a:cubicBezTo>
                  <a:cubicBezTo>
                    <a:pt x="47696" y="15322"/>
                    <a:pt x="64327" y="7882"/>
                    <a:pt x="78481" y="7882"/>
                  </a:cubicBezTo>
                  <a:cubicBezTo>
                    <a:pt x="94051" y="7882"/>
                    <a:pt x="109267" y="15676"/>
                    <a:pt x="118467" y="30910"/>
                  </a:cubicBezTo>
                  <a:cubicBezTo>
                    <a:pt x="127668" y="46143"/>
                    <a:pt x="127668" y="66691"/>
                    <a:pt x="127668" y="80154"/>
                  </a:cubicBezTo>
                  <a:cubicBezTo>
                    <a:pt x="127668" y="92907"/>
                    <a:pt x="127668" y="112038"/>
                    <a:pt x="119883" y="127626"/>
                  </a:cubicBezTo>
                  <a:cubicBezTo>
                    <a:pt x="112098" y="143568"/>
                    <a:pt x="96528" y="153842"/>
                    <a:pt x="78835" y="153842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B499F436-EE80-9130-D7D0-88D5727FD590}"/>
                </a:ext>
              </a:extLst>
            </p:cNvPr>
            <p:cNvSpPr/>
            <p:nvPr>
              <p:custDataLst>
                <p:tags r:id="rId113"/>
              </p:custDataLst>
            </p:nvPr>
          </p:nvSpPr>
          <p:spPr>
            <a:xfrm>
              <a:off x="12126973" y="4856192"/>
              <a:ext cx="115711" cy="162610"/>
            </a:xfrm>
            <a:custGeom>
              <a:avLst/>
              <a:gdLst>
                <a:gd name="connsiteX0" fmla="*/ 62209 w 115711"/>
                <a:gd name="connsiteY0" fmla="*/ 90073 h 162610"/>
                <a:gd name="connsiteX1" fmla="*/ 99010 w 115711"/>
                <a:gd name="connsiteY1" fmla="*/ 122666 h 162610"/>
                <a:gd name="connsiteX2" fmla="*/ 59024 w 115711"/>
                <a:gd name="connsiteY2" fmla="*/ 154905 h 162610"/>
                <a:gd name="connsiteX3" fmla="*/ 9838 w 115711"/>
                <a:gd name="connsiteY3" fmla="*/ 104598 h 162610"/>
                <a:gd name="connsiteX4" fmla="*/ 4884 w 115711"/>
                <a:gd name="connsiteY4" fmla="*/ 98576 h 162610"/>
                <a:gd name="connsiteX5" fmla="*/ 284 w 115711"/>
                <a:gd name="connsiteY5" fmla="*/ 107432 h 162610"/>
                <a:gd name="connsiteX6" fmla="*/ 284 w 115711"/>
                <a:gd name="connsiteY6" fmla="*/ 154196 h 162610"/>
                <a:gd name="connsiteX7" fmla="*/ 4176 w 115711"/>
                <a:gd name="connsiteY7" fmla="*/ 162699 h 162610"/>
                <a:gd name="connsiteX8" fmla="*/ 13023 w 115711"/>
                <a:gd name="connsiteY8" fmla="*/ 155613 h 162610"/>
                <a:gd name="connsiteX9" fmla="*/ 20100 w 115711"/>
                <a:gd name="connsiteY9" fmla="*/ 147465 h 162610"/>
                <a:gd name="connsiteX10" fmla="*/ 59024 w 115711"/>
                <a:gd name="connsiteY10" fmla="*/ 162699 h 162610"/>
                <a:gd name="connsiteX11" fmla="*/ 115995 w 115711"/>
                <a:gd name="connsiteY11" fmla="*/ 113455 h 162610"/>
                <a:gd name="connsiteX12" fmla="*/ 101133 w 115711"/>
                <a:gd name="connsiteY12" fmla="*/ 79799 h 162610"/>
                <a:gd name="connsiteX13" fmla="*/ 60794 w 115711"/>
                <a:gd name="connsiteY13" fmla="*/ 62794 h 162610"/>
                <a:gd name="connsiteX14" fmla="*/ 17269 w 115711"/>
                <a:gd name="connsiteY14" fmla="*/ 33744 h 162610"/>
                <a:gd name="connsiteX15" fmla="*/ 56901 w 115711"/>
                <a:gd name="connsiteY15" fmla="*/ 6819 h 162610"/>
                <a:gd name="connsiteX16" fmla="*/ 98302 w 115711"/>
                <a:gd name="connsiteY16" fmla="*/ 49686 h 162610"/>
                <a:gd name="connsiteX17" fmla="*/ 102549 w 115711"/>
                <a:gd name="connsiteY17" fmla="*/ 52875 h 162610"/>
                <a:gd name="connsiteX18" fmla="*/ 107149 w 115711"/>
                <a:gd name="connsiteY18" fmla="*/ 44372 h 162610"/>
                <a:gd name="connsiteX19" fmla="*/ 107149 w 115711"/>
                <a:gd name="connsiteY19" fmla="*/ 8591 h 162610"/>
                <a:gd name="connsiteX20" fmla="*/ 103256 w 115711"/>
                <a:gd name="connsiteY20" fmla="*/ 88 h 162610"/>
                <a:gd name="connsiteX21" fmla="*/ 96179 w 115711"/>
                <a:gd name="connsiteY21" fmla="*/ 4339 h 162610"/>
                <a:gd name="connsiteX22" fmla="*/ 90164 w 115711"/>
                <a:gd name="connsiteY22" fmla="*/ 10008 h 162610"/>
                <a:gd name="connsiteX23" fmla="*/ 56901 w 115711"/>
                <a:gd name="connsiteY23" fmla="*/ 88 h 162610"/>
                <a:gd name="connsiteX24" fmla="*/ 284 w 115711"/>
                <a:gd name="connsiteY24" fmla="*/ 43664 h 162610"/>
                <a:gd name="connsiteX25" fmla="*/ 15500 w 115711"/>
                <a:gd name="connsiteY25" fmla="*/ 73777 h 162610"/>
                <a:gd name="connsiteX26" fmla="*/ 62209 w 115711"/>
                <a:gd name="connsiteY26" fmla="*/ 90073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711" h="162610">
                  <a:moveTo>
                    <a:pt x="62209" y="90073"/>
                  </a:moveTo>
                  <a:cubicBezTo>
                    <a:pt x="69994" y="91490"/>
                    <a:pt x="99010" y="97159"/>
                    <a:pt x="99010" y="122666"/>
                  </a:cubicBezTo>
                  <a:cubicBezTo>
                    <a:pt x="99010" y="140734"/>
                    <a:pt x="86625" y="154905"/>
                    <a:pt x="59024" y="154905"/>
                  </a:cubicBezTo>
                  <a:cubicBezTo>
                    <a:pt x="29300" y="154905"/>
                    <a:pt x="16561" y="134711"/>
                    <a:pt x="9838" y="104598"/>
                  </a:cubicBezTo>
                  <a:cubicBezTo>
                    <a:pt x="8777" y="99993"/>
                    <a:pt x="8423" y="98576"/>
                    <a:pt x="4884" y="98576"/>
                  </a:cubicBezTo>
                  <a:cubicBezTo>
                    <a:pt x="284" y="98576"/>
                    <a:pt x="284" y="101056"/>
                    <a:pt x="284" y="107432"/>
                  </a:cubicBezTo>
                  <a:lnTo>
                    <a:pt x="284" y="154196"/>
                  </a:lnTo>
                  <a:cubicBezTo>
                    <a:pt x="284" y="160219"/>
                    <a:pt x="284" y="162699"/>
                    <a:pt x="4176" y="162699"/>
                  </a:cubicBezTo>
                  <a:cubicBezTo>
                    <a:pt x="5946" y="162699"/>
                    <a:pt x="6300" y="162345"/>
                    <a:pt x="13023" y="155613"/>
                  </a:cubicBezTo>
                  <a:cubicBezTo>
                    <a:pt x="13731" y="154905"/>
                    <a:pt x="13731" y="154196"/>
                    <a:pt x="20100" y="147465"/>
                  </a:cubicBezTo>
                  <a:cubicBezTo>
                    <a:pt x="35670" y="162345"/>
                    <a:pt x="51593" y="162699"/>
                    <a:pt x="59024" y="162699"/>
                  </a:cubicBezTo>
                  <a:cubicBezTo>
                    <a:pt x="99718" y="162699"/>
                    <a:pt x="115995" y="138963"/>
                    <a:pt x="115995" y="113455"/>
                  </a:cubicBezTo>
                  <a:cubicBezTo>
                    <a:pt x="115995" y="94679"/>
                    <a:pt x="105380" y="84051"/>
                    <a:pt x="101133" y="79799"/>
                  </a:cubicBezTo>
                  <a:cubicBezTo>
                    <a:pt x="89456" y="68463"/>
                    <a:pt x="75656" y="65628"/>
                    <a:pt x="60794" y="62794"/>
                  </a:cubicBezTo>
                  <a:cubicBezTo>
                    <a:pt x="40978" y="58897"/>
                    <a:pt x="17269" y="54292"/>
                    <a:pt x="17269" y="33744"/>
                  </a:cubicBezTo>
                  <a:cubicBezTo>
                    <a:pt x="17269" y="21344"/>
                    <a:pt x="26469" y="6819"/>
                    <a:pt x="56901" y="6819"/>
                  </a:cubicBezTo>
                  <a:cubicBezTo>
                    <a:pt x="95826" y="6819"/>
                    <a:pt x="97595" y="38704"/>
                    <a:pt x="98302" y="49686"/>
                  </a:cubicBezTo>
                  <a:cubicBezTo>
                    <a:pt x="98656" y="52875"/>
                    <a:pt x="101841" y="52875"/>
                    <a:pt x="102549" y="52875"/>
                  </a:cubicBezTo>
                  <a:cubicBezTo>
                    <a:pt x="107149" y="52875"/>
                    <a:pt x="107149" y="51103"/>
                    <a:pt x="107149" y="44372"/>
                  </a:cubicBezTo>
                  <a:lnTo>
                    <a:pt x="107149" y="8591"/>
                  </a:lnTo>
                  <a:cubicBezTo>
                    <a:pt x="107149" y="2568"/>
                    <a:pt x="107149" y="88"/>
                    <a:pt x="103256" y="88"/>
                  </a:cubicBezTo>
                  <a:cubicBezTo>
                    <a:pt x="101487" y="88"/>
                    <a:pt x="100780" y="88"/>
                    <a:pt x="96179" y="4339"/>
                  </a:cubicBezTo>
                  <a:cubicBezTo>
                    <a:pt x="95118" y="5757"/>
                    <a:pt x="91579" y="8945"/>
                    <a:pt x="90164" y="10008"/>
                  </a:cubicBezTo>
                  <a:cubicBezTo>
                    <a:pt x="76717" y="88"/>
                    <a:pt x="62209" y="88"/>
                    <a:pt x="56901" y="88"/>
                  </a:cubicBezTo>
                  <a:cubicBezTo>
                    <a:pt x="13731" y="88"/>
                    <a:pt x="284" y="23824"/>
                    <a:pt x="284" y="43664"/>
                  </a:cubicBezTo>
                  <a:cubicBezTo>
                    <a:pt x="284" y="56063"/>
                    <a:pt x="5946" y="65983"/>
                    <a:pt x="15500" y="73777"/>
                  </a:cubicBezTo>
                  <a:cubicBezTo>
                    <a:pt x="26823" y="82988"/>
                    <a:pt x="36731" y="85113"/>
                    <a:pt x="62209" y="90073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F19C1F73-C976-4FFD-358E-64A744288D1C}"/>
                </a:ext>
              </a:extLst>
            </p:cNvPr>
            <p:cNvSpPr/>
            <p:nvPr>
              <p:custDataLst>
                <p:tags r:id="rId114"/>
              </p:custDataLst>
            </p:nvPr>
          </p:nvSpPr>
          <p:spPr>
            <a:xfrm>
              <a:off x="12387449" y="4501208"/>
              <a:ext cx="174097" cy="849897"/>
            </a:xfrm>
            <a:custGeom>
              <a:avLst/>
              <a:gdLst>
                <a:gd name="connsiteX0" fmla="*/ 174387 w 174097"/>
                <a:gd name="connsiteY0" fmla="*/ 846429 h 849897"/>
                <a:gd name="connsiteX1" fmla="*/ 172972 w 174097"/>
                <a:gd name="connsiteY1" fmla="*/ 843240 h 849897"/>
                <a:gd name="connsiteX2" fmla="*/ 112462 w 174097"/>
                <a:gd name="connsiteY2" fmla="*/ 768135 h 849897"/>
                <a:gd name="connsiteX3" fmla="*/ 29660 w 174097"/>
                <a:gd name="connsiteY3" fmla="*/ 425200 h 849897"/>
                <a:gd name="connsiteX4" fmla="*/ 100785 w 174097"/>
                <a:gd name="connsiteY4" fmla="*/ 101396 h 849897"/>
                <a:gd name="connsiteX5" fmla="*/ 173326 w 174097"/>
                <a:gd name="connsiteY5" fmla="*/ 6451 h 849897"/>
                <a:gd name="connsiteX6" fmla="*/ 174387 w 174097"/>
                <a:gd name="connsiteY6" fmla="*/ 3617 h 849897"/>
                <a:gd name="connsiteX7" fmla="*/ 166956 w 174097"/>
                <a:gd name="connsiteY7" fmla="*/ 74 h 849897"/>
                <a:gd name="connsiteX8" fmla="*/ 155987 w 174097"/>
                <a:gd name="connsiteY8" fmla="*/ 5388 h 849897"/>
                <a:gd name="connsiteX9" fmla="*/ 290 w 174097"/>
                <a:gd name="connsiteY9" fmla="*/ 424846 h 849897"/>
                <a:gd name="connsiteX10" fmla="*/ 122017 w 174097"/>
                <a:gd name="connsiteY10" fmla="*/ 810293 h 849897"/>
                <a:gd name="connsiteX11" fmla="*/ 157048 w 174097"/>
                <a:gd name="connsiteY11" fmla="*/ 845720 h 849897"/>
                <a:gd name="connsiteX12" fmla="*/ 166956 w 174097"/>
                <a:gd name="connsiteY12" fmla="*/ 849971 h 849897"/>
                <a:gd name="connsiteX13" fmla="*/ 174387 w 174097"/>
                <a:gd name="connsiteY13" fmla="*/ 846429 h 8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097" h="849897">
                  <a:moveTo>
                    <a:pt x="174387" y="846429"/>
                  </a:moveTo>
                  <a:cubicBezTo>
                    <a:pt x="174387" y="845012"/>
                    <a:pt x="173680" y="844303"/>
                    <a:pt x="172972" y="843240"/>
                  </a:cubicBezTo>
                  <a:cubicBezTo>
                    <a:pt x="159879" y="830132"/>
                    <a:pt x="136171" y="806396"/>
                    <a:pt x="112462" y="768135"/>
                  </a:cubicBezTo>
                  <a:cubicBezTo>
                    <a:pt x="55491" y="676733"/>
                    <a:pt x="29660" y="561594"/>
                    <a:pt x="29660" y="425200"/>
                  </a:cubicBezTo>
                  <a:cubicBezTo>
                    <a:pt x="29660" y="329901"/>
                    <a:pt x="42399" y="206969"/>
                    <a:pt x="100785" y="101396"/>
                  </a:cubicBezTo>
                  <a:cubicBezTo>
                    <a:pt x="128740" y="51089"/>
                    <a:pt x="157756" y="22039"/>
                    <a:pt x="173326" y="6451"/>
                  </a:cubicBezTo>
                  <a:cubicBezTo>
                    <a:pt x="174387" y="5388"/>
                    <a:pt x="174387" y="4680"/>
                    <a:pt x="174387" y="3617"/>
                  </a:cubicBezTo>
                  <a:cubicBezTo>
                    <a:pt x="174387" y="74"/>
                    <a:pt x="171910" y="74"/>
                    <a:pt x="166956" y="74"/>
                  </a:cubicBezTo>
                  <a:cubicBezTo>
                    <a:pt x="162002" y="74"/>
                    <a:pt x="161295" y="74"/>
                    <a:pt x="155987" y="5388"/>
                  </a:cubicBezTo>
                  <a:cubicBezTo>
                    <a:pt x="37445" y="113441"/>
                    <a:pt x="290" y="275697"/>
                    <a:pt x="290" y="424846"/>
                  </a:cubicBezTo>
                  <a:cubicBezTo>
                    <a:pt x="290" y="564074"/>
                    <a:pt x="32137" y="704366"/>
                    <a:pt x="122017" y="810293"/>
                  </a:cubicBezTo>
                  <a:cubicBezTo>
                    <a:pt x="129094" y="818441"/>
                    <a:pt x="142540" y="832966"/>
                    <a:pt x="157048" y="845720"/>
                  </a:cubicBezTo>
                  <a:cubicBezTo>
                    <a:pt x="161295" y="849971"/>
                    <a:pt x="162002" y="849971"/>
                    <a:pt x="166956" y="849971"/>
                  </a:cubicBezTo>
                  <a:cubicBezTo>
                    <a:pt x="171910" y="849971"/>
                    <a:pt x="174387" y="849971"/>
                    <a:pt x="174387" y="846429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DB76F60F-2DE7-C525-6FDA-011E72197BD9}"/>
                </a:ext>
              </a:extLst>
            </p:cNvPr>
            <p:cNvSpPr/>
            <p:nvPr>
              <p:custDataLst>
                <p:tags r:id="rId115"/>
              </p:custDataLst>
            </p:nvPr>
          </p:nvSpPr>
          <p:spPr>
            <a:xfrm>
              <a:off x="13117489" y="4618651"/>
              <a:ext cx="184713" cy="225316"/>
            </a:xfrm>
            <a:custGeom>
              <a:avLst/>
              <a:gdLst>
                <a:gd name="connsiteX0" fmla="*/ 27560 w 184713"/>
                <a:gd name="connsiteY0" fmla="*/ 199891 h 225316"/>
                <a:gd name="connsiteX1" fmla="*/ 8451 w 184713"/>
                <a:gd name="connsiteY1" fmla="*/ 214416 h 225316"/>
                <a:gd name="connsiteX2" fmla="*/ 313 w 184713"/>
                <a:gd name="connsiteY2" fmla="*/ 221147 h 225316"/>
                <a:gd name="connsiteX3" fmla="*/ 4913 w 184713"/>
                <a:gd name="connsiteY3" fmla="*/ 225398 h 225316"/>
                <a:gd name="connsiteX4" fmla="*/ 34637 w 184713"/>
                <a:gd name="connsiteY4" fmla="*/ 224335 h 225316"/>
                <a:gd name="connsiteX5" fmla="*/ 69669 w 184713"/>
                <a:gd name="connsiteY5" fmla="*/ 225398 h 225316"/>
                <a:gd name="connsiteX6" fmla="*/ 76038 w 184713"/>
                <a:gd name="connsiteY6" fmla="*/ 218313 h 225316"/>
                <a:gd name="connsiteX7" fmla="*/ 67545 w 184713"/>
                <a:gd name="connsiteY7" fmla="*/ 214416 h 225316"/>
                <a:gd name="connsiteX8" fmla="*/ 49853 w 184713"/>
                <a:gd name="connsiteY8" fmla="*/ 208747 h 225316"/>
                <a:gd name="connsiteX9" fmla="*/ 67192 w 184713"/>
                <a:gd name="connsiteY9" fmla="*/ 137893 h 225316"/>
                <a:gd name="connsiteX10" fmla="*/ 99746 w 184713"/>
                <a:gd name="connsiteY10" fmla="*/ 160566 h 225316"/>
                <a:gd name="connsiteX11" fmla="*/ 185026 w 184713"/>
                <a:gd name="connsiteY11" fmla="*/ 56765 h 225316"/>
                <a:gd name="connsiteX12" fmla="*/ 137963 w 184713"/>
                <a:gd name="connsiteY12" fmla="*/ 81 h 225316"/>
                <a:gd name="connsiteX13" fmla="*/ 91608 w 184713"/>
                <a:gd name="connsiteY13" fmla="*/ 26652 h 225316"/>
                <a:gd name="connsiteX14" fmla="*/ 59761 w 184713"/>
                <a:gd name="connsiteY14" fmla="*/ 81 h 225316"/>
                <a:gd name="connsiteX15" fmla="*/ 33575 w 184713"/>
                <a:gd name="connsiteY15" fmla="*/ 20275 h 225316"/>
                <a:gd name="connsiteX16" fmla="*/ 22606 w 184713"/>
                <a:gd name="connsiteY16" fmla="*/ 54639 h 225316"/>
                <a:gd name="connsiteX17" fmla="*/ 26852 w 184713"/>
                <a:gd name="connsiteY17" fmla="*/ 58182 h 225316"/>
                <a:gd name="connsiteX18" fmla="*/ 32867 w 184713"/>
                <a:gd name="connsiteY18" fmla="*/ 50034 h 225316"/>
                <a:gd name="connsiteX19" fmla="*/ 58699 w 184713"/>
                <a:gd name="connsiteY19" fmla="*/ 7875 h 225316"/>
                <a:gd name="connsiteX20" fmla="*/ 69669 w 184713"/>
                <a:gd name="connsiteY20" fmla="*/ 24172 h 225316"/>
                <a:gd name="connsiteX21" fmla="*/ 67192 w 184713"/>
                <a:gd name="connsiteY21" fmla="*/ 42240 h 225316"/>
                <a:gd name="connsiteX22" fmla="*/ 27560 w 184713"/>
                <a:gd name="connsiteY22" fmla="*/ 199891 h 225316"/>
                <a:gd name="connsiteX23" fmla="*/ 89838 w 184713"/>
                <a:gd name="connsiteY23" fmla="*/ 46137 h 225316"/>
                <a:gd name="connsiteX24" fmla="*/ 108239 w 184713"/>
                <a:gd name="connsiteY24" fmla="*/ 21338 h 225316"/>
                <a:gd name="connsiteX25" fmla="*/ 136901 w 184713"/>
                <a:gd name="connsiteY25" fmla="*/ 7875 h 225316"/>
                <a:gd name="connsiteX26" fmla="*/ 159548 w 184713"/>
                <a:gd name="connsiteY26" fmla="*/ 41177 h 225316"/>
                <a:gd name="connsiteX27" fmla="*/ 141502 w 184713"/>
                <a:gd name="connsiteY27" fmla="*/ 116282 h 225316"/>
                <a:gd name="connsiteX28" fmla="*/ 99393 w 184713"/>
                <a:gd name="connsiteY28" fmla="*/ 152772 h 225316"/>
                <a:gd name="connsiteX29" fmla="*/ 71438 w 184713"/>
                <a:gd name="connsiteY29" fmla="*/ 121242 h 225316"/>
                <a:gd name="connsiteX30" fmla="*/ 72499 w 184713"/>
                <a:gd name="connsiteY30" fmla="*/ 115574 h 225316"/>
                <a:gd name="connsiteX31" fmla="*/ 89838 w 184713"/>
                <a:gd name="connsiteY31" fmla="*/ 46137 h 2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4713" h="225316">
                  <a:moveTo>
                    <a:pt x="27560" y="199891"/>
                  </a:moveTo>
                  <a:cubicBezTo>
                    <a:pt x="24729" y="211936"/>
                    <a:pt x="24021" y="214416"/>
                    <a:pt x="8451" y="214416"/>
                  </a:cubicBezTo>
                  <a:cubicBezTo>
                    <a:pt x="4205" y="214416"/>
                    <a:pt x="313" y="214416"/>
                    <a:pt x="313" y="221147"/>
                  </a:cubicBezTo>
                  <a:cubicBezTo>
                    <a:pt x="313" y="223981"/>
                    <a:pt x="2082" y="225398"/>
                    <a:pt x="4913" y="225398"/>
                  </a:cubicBezTo>
                  <a:cubicBezTo>
                    <a:pt x="14467" y="225398"/>
                    <a:pt x="24729" y="224335"/>
                    <a:pt x="34637" y="224335"/>
                  </a:cubicBezTo>
                  <a:cubicBezTo>
                    <a:pt x="46314" y="224335"/>
                    <a:pt x="58345" y="225398"/>
                    <a:pt x="69669" y="225398"/>
                  </a:cubicBezTo>
                  <a:cubicBezTo>
                    <a:pt x="71438" y="225398"/>
                    <a:pt x="76038" y="225398"/>
                    <a:pt x="76038" y="218313"/>
                  </a:cubicBezTo>
                  <a:cubicBezTo>
                    <a:pt x="76038" y="214416"/>
                    <a:pt x="72499" y="214416"/>
                    <a:pt x="67545" y="214416"/>
                  </a:cubicBezTo>
                  <a:cubicBezTo>
                    <a:pt x="49853" y="214416"/>
                    <a:pt x="49853" y="211936"/>
                    <a:pt x="49853" y="208747"/>
                  </a:cubicBezTo>
                  <a:cubicBezTo>
                    <a:pt x="49853" y="204496"/>
                    <a:pt x="64715" y="146750"/>
                    <a:pt x="67192" y="137893"/>
                  </a:cubicBezTo>
                  <a:cubicBezTo>
                    <a:pt x="71792" y="148167"/>
                    <a:pt x="81700" y="160566"/>
                    <a:pt x="99746" y="160566"/>
                  </a:cubicBezTo>
                  <a:cubicBezTo>
                    <a:pt x="140794" y="160566"/>
                    <a:pt x="185026" y="108843"/>
                    <a:pt x="185026" y="56765"/>
                  </a:cubicBezTo>
                  <a:cubicBezTo>
                    <a:pt x="185026" y="23463"/>
                    <a:pt x="164856" y="81"/>
                    <a:pt x="137963" y="81"/>
                  </a:cubicBezTo>
                  <a:cubicBezTo>
                    <a:pt x="120270" y="81"/>
                    <a:pt x="103285" y="12835"/>
                    <a:pt x="91608" y="26652"/>
                  </a:cubicBezTo>
                  <a:cubicBezTo>
                    <a:pt x="88069" y="7521"/>
                    <a:pt x="72853" y="81"/>
                    <a:pt x="59761" y="81"/>
                  </a:cubicBezTo>
                  <a:cubicBezTo>
                    <a:pt x="43483" y="81"/>
                    <a:pt x="36760" y="13898"/>
                    <a:pt x="33575" y="20275"/>
                  </a:cubicBezTo>
                  <a:cubicBezTo>
                    <a:pt x="27206" y="32320"/>
                    <a:pt x="22606" y="53576"/>
                    <a:pt x="22606" y="54639"/>
                  </a:cubicBezTo>
                  <a:cubicBezTo>
                    <a:pt x="22606" y="58182"/>
                    <a:pt x="26144" y="58182"/>
                    <a:pt x="26852" y="58182"/>
                  </a:cubicBezTo>
                  <a:cubicBezTo>
                    <a:pt x="30390" y="58182"/>
                    <a:pt x="30744" y="57828"/>
                    <a:pt x="32867" y="50034"/>
                  </a:cubicBezTo>
                  <a:cubicBezTo>
                    <a:pt x="38883" y="24880"/>
                    <a:pt x="45960" y="7875"/>
                    <a:pt x="58699" y="7875"/>
                  </a:cubicBezTo>
                  <a:cubicBezTo>
                    <a:pt x="64715" y="7875"/>
                    <a:pt x="69669" y="10710"/>
                    <a:pt x="69669" y="24172"/>
                  </a:cubicBezTo>
                  <a:cubicBezTo>
                    <a:pt x="69669" y="32320"/>
                    <a:pt x="68607" y="36217"/>
                    <a:pt x="67192" y="42240"/>
                  </a:cubicBezTo>
                  <a:lnTo>
                    <a:pt x="27560" y="199891"/>
                  </a:lnTo>
                  <a:close/>
                  <a:moveTo>
                    <a:pt x="89838" y="46137"/>
                  </a:moveTo>
                  <a:cubicBezTo>
                    <a:pt x="92315" y="36571"/>
                    <a:pt x="101870" y="26652"/>
                    <a:pt x="108239" y="21338"/>
                  </a:cubicBezTo>
                  <a:cubicBezTo>
                    <a:pt x="120624" y="10355"/>
                    <a:pt x="130886" y="7875"/>
                    <a:pt x="136901" y="7875"/>
                  </a:cubicBezTo>
                  <a:cubicBezTo>
                    <a:pt x="151056" y="7875"/>
                    <a:pt x="159548" y="20275"/>
                    <a:pt x="159548" y="41177"/>
                  </a:cubicBezTo>
                  <a:cubicBezTo>
                    <a:pt x="159548" y="62079"/>
                    <a:pt x="147871" y="102820"/>
                    <a:pt x="141502" y="116282"/>
                  </a:cubicBezTo>
                  <a:cubicBezTo>
                    <a:pt x="129470" y="141082"/>
                    <a:pt x="112485" y="152772"/>
                    <a:pt x="99393" y="152772"/>
                  </a:cubicBezTo>
                  <a:cubicBezTo>
                    <a:pt x="76038" y="152772"/>
                    <a:pt x="71438" y="123368"/>
                    <a:pt x="71438" y="121242"/>
                  </a:cubicBezTo>
                  <a:cubicBezTo>
                    <a:pt x="71438" y="120534"/>
                    <a:pt x="71438" y="119825"/>
                    <a:pt x="72499" y="115574"/>
                  </a:cubicBezTo>
                  <a:lnTo>
                    <a:pt x="89838" y="46137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E76D5017-0FA0-D980-3D33-632DF18C8805}"/>
                </a:ext>
              </a:extLst>
            </p:cNvPr>
            <p:cNvSpPr/>
            <p:nvPr>
              <p:custDataLst>
                <p:tags r:id="rId116"/>
              </p:custDataLst>
            </p:nvPr>
          </p:nvSpPr>
          <p:spPr>
            <a:xfrm>
              <a:off x="12616789" y="4919253"/>
              <a:ext cx="1202080" cy="14170"/>
            </a:xfrm>
            <a:custGeom>
              <a:avLst/>
              <a:gdLst>
                <a:gd name="connsiteX0" fmla="*/ 0 w 1202080"/>
                <a:gd name="connsiteY0" fmla="*/ 0 h 14170"/>
                <a:gd name="connsiteX1" fmla="*/ 1202080 w 1202080"/>
                <a:gd name="connsiteY1" fmla="*/ 0 h 14170"/>
                <a:gd name="connsiteX2" fmla="*/ 1202080 w 1202080"/>
                <a:gd name="connsiteY2" fmla="*/ 14170 h 14170"/>
                <a:gd name="connsiteX3" fmla="*/ 0 w 1202080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2080" h="14170">
                  <a:moveTo>
                    <a:pt x="0" y="0"/>
                  </a:moveTo>
                  <a:lnTo>
                    <a:pt x="1202080" y="0"/>
                  </a:lnTo>
                  <a:lnTo>
                    <a:pt x="1202080" y="14170"/>
                  </a:lnTo>
                  <a:lnTo>
                    <a:pt x="0" y="14170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96DA2BEF-5034-CE1D-11E0-3E0350AD484D}"/>
                </a:ext>
              </a:extLst>
            </p:cNvPr>
            <p:cNvSpPr/>
            <p:nvPr>
              <p:custDataLst>
                <p:tags r:id="rId117"/>
              </p:custDataLst>
            </p:nvPr>
          </p:nvSpPr>
          <p:spPr>
            <a:xfrm>
              <a:off x="12648283" y="5076742"/>
              <a:ext cx="116772" cy="235944"/>
            </a:xfrm>
            <a:custGeom>
              <a:avLst/>
              <a:gdLst>
                <a:gd name="connsiteX0" fmla="*/ 72839 w 116772"/>
                <a:gd name="connsiteY0" fmla="*/ 9308 h 235944"/>
                <a:gd name="connsiteX1" fmla="*/ 64700 w 116772"/>
                <a:gd name="connsiteY1" fmla="*/ 97 h 235944"/>
                <a:gd name="connsiteX2" fmla="*/ 298 w 116772"/>
                <a:gd name="connsiteY2" fmla="*/ 22770 h 235944"/>
                <a:gd name="connsiteX3" fmla="*/ 298 w 116772"/>
                <a:gd name="connsiteY3" fmla="*/ 33752 h 235944"/>
                <a:gd name="connsiteX4" fmla="*/ 46653 w 116772"/>
                <a:gd name="connsiteY4" fmla="*/ 24541 h 235944"/>
                <a:gd name="connsiteX5" fmla="*/ 46653 w 116772"/>
                <a:gd name="connsiteY5" fmla="*/ 208054 h 235944"/>
                <a:gd name="connsiteX6" fmla="*/ 13745 w 116772"/>
                <a:gd name="connsiteY6" fmla="*/ 225059 h 235944"/>
                <a:gd name="connsiteX7" fmla="*/ 2421 w 116772"/>
                <a:gd name="connsiteY7" fmla="*/ 225059 h 235944"/>
                <a:gd name="connsiteX8" fmla="*/ 2421 w 116772"/>
                <a:gd name="connsiteY8" fmla="*/ 236041 h 235944"/>
                <a:gd name="connsiteX9" fmla="*/ 59746 w 116772"/>
                <a:gd name="connsiteY9" fmla="*/ 234979 h 235944"/>
                <a:gd name="connsiteX10" fmla="*/ 117071 w 116772"/>
                <a:gd name="connsiteY10" fmla="*/ 236041 h 235944"/>
                <a:gd name="connsiteX11" fmla="*/ 117071 w 116772"/>
                <a:gd name="connsiteY11" fmla="*/ 225059 h 235944"/>
                <a:gd name="connsiteX12" fmla="*/ 105748 w 116772"/>
                <a:gd name="connsiteY12" fmla="*/ 225059 h 235944"/>
                <a:gd name="connsiteX13" fmla="*/ 72839 w 116772"/>
                <a:gd name="connsiteY13" fmla="*/ 208054 h 235944"/>
                <a:gd name="connsiteX14" fmla="*/ 72839 w 116772"/>
                <a:gd name="connsiteY14" fmla="*/ 9308 h 23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6772" h="235944">
                  <a:moveTo>
                    <a:pt x="72839" y="9308"/>
                  </a:moveTo>
                  <a:cubicBezTo>
                    <a:pt x="72839" y="805"/>
                    <a:pt x="72839" y="97"/>
                    <a:pt x="64700" y="97"/>
                  </a:cubicBezTo>
                  <a:cubicBezTo>
                    <a:pt x="42761" y="22770"/>
                    <a:pt x="11622" y="22770"/>
                    <a:pt x="298" y="22770"/>
                  </a:cubicBezTo>
                  <a:lnTo>
                    <a:pt x="298" y="33752"/>
                  </a:lnTo>
                  <a:cubicBezTo>
                    <a:pt x="7375" y="33752"/>
                    <a:pt x="28253" y="33752"/>
                    <a:pt x="46653" y="24541"/>
                  </a:cubicBezTo>
                  <a:lnTo>
                    <a:pt x="46653" y="208054"/>
                  </a:lnTo>
                  <a:cubicBezTo>
                    <a:pt x="46653" y="220808"/>
                    <a:pt x="45592" y="225059"/>
                    <a:pt x="13745" y="225059"/>
                  </a:cubicBezTo>
                  <a:lnTo>
                    <a:pt x="2421" y="225059"/>
                  </a:lnTo>
                  <a:lnTo>
                    <a:pt x="2421" y="236041"/>
                  </a:lnTo>
                  <a:cubicBezTo>
                    <a:pt x="14806" y="234979"/>
                    <a:pt x="45592" y="234979"/>
                    <a:pt x="59746" y="234979"/>
                  </a:cubicBezTo>
                  <a:cubicBezTo>
                    <a:pt x="73900" y="234979"/>
                    <a:pt x="104686" y="234979"/>
                    <a:pt x="117071" y="236041"/>
                  </a:cubicBezTo>
                  <a:lnTo>
                    <a:pt x="117071" y="225059"/>
                  </a:lnTo>
                  <a:lnTo>
                    <a:pt x="105748" y="225059"/>
                  </a:lnTo>
                  <a:cubicBezTo>
                    <a:pt x="73900" y="225059"/>
                    <a:pt x="72839" y="221162"/>
                    <a:pt x="72839" y="208054"/>
                  </a:cubicBezTo>
                  <a:lnTo>
                    <a:pt x="72839" y="9308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4D19F90A-FDE7-958B-E514-7945E4AD59E4}"/>
                </a:ext>
              </a:extLst>
            </p:cNvPr>
            <p:cNvSpPr/>
            <p:nvPr>
              <p:custDataLst>
                <p:tags r:id="rId118"/>
              </p:custDataLst>
            </p:nvPr>
          </p:nvSpPr>
          <p:spPr>
            <a:xfrm>
              <a:off x="12807519" y="5076742"/>
              <a:ext cx="148973" cy="243738"/>
            </a:xfrm>
            <a:custGeom>
              <a:avLst/>
              <a:gdLst>
                <a:gd name="connsiteX0" fmla="*/ 149277 w 148973"/>
                <a:gd name="connsiteY0" fmla="*/ 122674 h 243738"/>
                <a:gd name="connsiteX1" fmla="*/ 135123 w 148973"/>
                <a:gd name="connsiteY1" fmla="*/ 39775 h 243738"/>
                <a:gd name="connsiteX2" fmla="*/ 74967 w 148973"/>
                <a:gd name="connsiteY2" fmla="*/ 97 h 243738"/>
                <a:gd name="connsiteX3" fmla="*/ 13396 w 148973"/>
                <a:gd name="connsiteY3" fmla="*/ 42255 h 243738"/>
                <a:gd name="connsiteX4" fmla="*/ 303 w 148973"/>
                <a:gd name="connsiteY4" fmla="*/ 122674 h 243738"/>
                <a:gd name="connsiteX5" fmla="*/ 16227 w 148973"/>
                <a:gd name="connsiteY5" fmla="*/ 208054 h 243738"/>
                <a:gd name="connsiteX6" fmla="*/ 74613 w 148973"/>
                <a:gd name="connsiteY6" fmla="*/ 243835 h 243738"/>
                <a:gd name="connsiteX7" fmla="*/ 136184 w 148973"/>
                <a:gd name="connsiteY7" fmla="*/ 202740 h 243738"/>
                <a:gd name="connsiteX8" fmla="*/ 149277 w 148973"/>
                <a:gd name="connsiteY8" fmla="*/ 122674 h 243738"/>
                <a:gd name="connsiteX9" fmla="*/ 74613 w 148973"/>
                <a:gd name="connsiteY9" fmla="*/ 236041 h 243738"/>
                <a:gd name="connsiteX10" fmla="*/ 33566 w 148973"/>
                <a:gd name="connsiteY10" fmla="*/ 193175 h 243738"/>
                <a:gd name="connsiteX11" fmla="*/ 29673 w 148973"/>
                <a:gd name="connsiteY11" fmla="*/ 118423 h 243738"/>
                <a:gd name="connsiteX12" fmla="*/ 32504 w 148973"/>
                <a:gd name="connsiteY12" fmla="*/ 53237 h 243738"/>
                <a:gd name="connsiteX13" fmla="*/ 74613 w 148973"/>
                <a:gd name="connsiteY13" fmla="*/ 7891 h 243738"/>
                <a:gd name="connsiteX14" fmla="*/ 116368 w 148973"/>
                <a:gd name="connsiteY14" fmla="*/ 49340 h 243738"/>
                <a:gd name="connsiteX15" fmla="*/ 119907 w 148973"/>
                <a:gd name="connsiteY15" fmla="*/ 118423 h 243738"/>
                <a:gd name="connsiteX16" fmla="*/ 116014 w 148973"/>
                <a:gd name="connsiteY16" fmla="*/ 191757 h 243738"/>
                <a:gd name="connsiteX17" fmla="*/ 74613 w 148973"/>
                <a:gd name="connsiteY17" fmla="*/ 236041 h 243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8973" h="243738">
                  <a:moveTo>
                    <a:pt x="149277" y="122674"/>
                  </a:moveTo>
                  <a:cubicBezTo>
                    <a:pt x="149277" y="94333"/>
                    <a:pt x="147508" y="65991"/>
                    <a:pt x="135123" y="39775"/>
                  </a:cubicBezTo>
                  <a:cubicBezTo>
                    <a:pt x="118845" y="5765"/>
                    <a:pt x="89829" y="97"/>
                    <a:pt x="74967" y="97"/>
                  </a:cubicBezTo>
                  <a:cubicBezTo>
                    <a:pt x="53736" y="97"/>
                    <a:pt x="27904" y="9308"/>
                    <a:pt x="13396" y="42255"/>
                  </a:cubicBezTo>
                  <a:cubicBezTo>
                    <a:pt x="2072" y="66700"/>
                    <a:pt x="303" y="94333"/>
                    <a:pt x="303" y="122674"/>
                  </a:cubicBezTo>
                  <a:cubicBezTo>
                    <a:pt x="303" y="149245"/>
                    <a:pt x="1719" y="181129"/>
                    <a:pt x="16227" y="208054"/>
                  </a:cubicBezTo>
                  <a:cubicBezTo>
                    <a:pt x="31443" y="236750"/>
                    <a:pt x="57274" y="243835"/>
                    <a:pt x="74613" y="243835"/>
                  </a:cubicBezTo>
                  <a:cubicBezTo>
                    <a:pt x="93721" y="243835"/>
                    <a:pt x="120615" y="236396"/>
                    <a:pt x="136184" y="202740"/>
                  </a:cubicBezTo>
                  <a:cubicBezTo>
                    <a:pt x="147508" y="178295"/>
                    <a:pt x="149277" y="150662"/>
                    <a:pt x="149277" y="122674"/>
                  </a:cubicBezTo>
                  <a:close/>
                  <a:moveTo>
                    <a:pt x="74613" y="236041"/>
                  </a:moveTo>
                  <a:cubicBezTo>
                    <a:pt x="60813" y="236041"/>
                    <a:pt x="39935" y="227185"/>
                    <a:pt x="33566" y="193175"/>
                  </a:cubicBezTo>
                  <a:cubicBezTo>
                    <a:pt x="29673" y="171918"/>
                    <a:pt x="29673" y="139325"/>
                    <a:pt x="29673" y="118423"/>
                  </a:cubicBezTo>
                  <a:cubicBezTo>
                    <a:pt x="29673" y="95750"/>
                    <a:pt x="29673" y="72368"/>
                    <a:pt x="32504" y="53237"/>
                  </a:cubicBezTo>
                  <a:cubicBezTo>
                    <a:pt x="39227" y="11079"/>
                    <a:pt x="65767" y="7891"/>
                    <a:pt x="74613" y="7891"/>
                  </a:cubicBezTo>
                  <a:cubicBezTo>
                    <a:pt x="86290" y="7891"/>
                    <a:pt x="109645" y="14267"/>
                    <a:pt x="116368" y="49340"/>
                  </a:cubicBezTo>
                  <a:cubicBezTo>
                    <a:pt x="119907" y="69179"/>
                    <a:pt x="119907" y="96104"/>
                    <a:pt x="119907" y="118423"/>
                  </a:cubicBezTo>
                  <a:cubicBezTo>
                    <a:pt x="119907" y="144994"/>
                    <a:pt x="119907" y="169084"/>
                    <a:pt x="116014" y="191757"/>
                  </a:cubicBezTo>
                  <a:cubicBezTo>
                    <a:pt x="110707" y="225413"/>
                    <a:pt x="90537" y="236041"/>
                    <a:pt x="74613" y="236041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C98C9B6A-6BA1-9B26-1414-E20825D46296}"/>
                </a:ext>
              </a:extLst>
            </p:cNvPr>
            <p:cNvSpPr/>
            <p:nvPr>
              <p:custDataLst>
                <p:tags r:id="rId119"/>
              </p:custDataLst>
            </p:nvPr>
          </p:nvSpPr>
          <p:spPr>
            <a:xfrm>
              <a:off x="12984449" y="5076742"/>
              <a:ext cx="148973" cy="243738"/>
            </a:xfrm>
            <a:custGeom>
              <a:avLst/>
              <a:gdLst>
                <a:gd name="connsiteX0" fmla="*/ 149282 w 148973"/>
                <a:gd name="connsiteY0" fmla="*/ 122674 h 243738"/>
                <a:gd name="connsiteX1" fmla="*/ 135128 w 148973"/>
                <a:gd name="connsiteY1" fmla="*/ 39775 h 243738"/>
                <a:gd name="connsiteX2" fmla="*/ 74972 w 148973"/>
                <a:gd name="connsiteY2" fmla="*/ 97 h 243738"/>
                <a:gd name="connsiteX3" fmla="*/ 13401 w 148973"/>
                <a:gd name="connsiteY3" fmla="*/ 42255 h 243738"/>
                <a:gd name="connsiteX4" fmla="*/ 308 w 148973"/>
                <a:gd name="connsiteY4" fmla="*/ 122674 h 243738"/>
                <a:gd name="connsiteX5" fmla="*/ 16232 w 148973"/>
                <a:gd name="connsiteY5" fmla="*/ 208054 h 243738"/>
                <a:gd name="connsiteX6" fmla="*/ 74618 w 148973"/>
                <a:gd name="connsiteY6" fmla="*/ 243835 h 243738"/>
                <a:gd name="connsiteX7" fmla="*/ 136189 w 148973"/>
                <a:gd name="connsiteY7" fmla="*/ 202740 h 243738"/>
                <a:gd name="connsiteX8" fmla="*/ 149282 w 148973"/>
                <a:gd name="connsiteY8" fmla="*/ 122674 h 243738"/>
                <a:gd name="connsiteX9" fmla="*/ 74618 w 148973"/>
                <a:gd name="connsiteY9" fmla="*/ 236041 h 243738"/>
                <a:gd name="connsiteX10" fmla="*/ 33571 w 148973"/>
                <a:gd name="connsiteY10" fmla="*/ 193175 h 243738"/>
                <a:gd name="connsiteX11" fmla="*/ 29678 w 148973"/>
                <a:gd name="connsiteY11" fmla="*/ 118423 h 243738"/>
                <a:gd name="connsiteX12" fmla="*/ 32509 w 148973"/>
                <a:gd name="connsiteY12" fmla="*/ 53237 h 243738"/>
                <a:gd name="connsiteX13" fmla="*/ 74618 w 148973"/>
                <a:gd name="connsiteY13" fmla="*/ 7891 h 243738"/>
                <a:gd name="connsiteX14" fmla="*/ 116373 w 148973"/>
                <a:gd name="connsiteY14" fmla="*/ 49340 h 243738"/>
                <a:gd name="connsiteX15" fmla="*/ 119912 w 148973"/>
                <a:gd name="connsiteY15" fmla="*/ 118423 h 243738"/>
                <a:gd name="connsiteX16" fmla="*/ 116019 w 148973"/>
                <a:gd name="connsiteY16" fmla="*/ 191757 h 243738"/>
                <a:gd name="connsiteX17" fmla="*/ 74618 w 148973"/>
                <a:gd name="connsiteY17" fmla="*/ 236041 h 243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8973" h="243738">
                  <a:moveTo>
                    <a:pt x="149282" y="122674"/>
                  </a:moveTo>
                  <a:cubicBezTo>
                    <a:pt x="149282" y="94333"/>
                    <a:pt x="147513" y="65991"/>
                    <a:pt x="135128" y="39775"/>
                  </a:cubicBezTo>
                  <a:cubicBezTo>
                    <a:pt x="118850" y="5765"/>
                    <a:pt x="89834" y="97"/>
                    <a:pt x="74972" y="97"/>
                  </a:cubicBezTo>
                  <a:cubicBezTo>
                    <a:pt x="53741" y="97"/>
                    <a:pt x="27909" y="9308"/>
                    <a:pt x="13401" y="42255"/>
                  </a:cubicBezTo>
                  <a:cubicBezTo>
                    <a:pt x="2077" y="66700"/>
                    <a:pt x="308" y="94333"/>
                    <a:pt x="308" y="122674"/>
                  </a:cubicBezTo>
                  <a:cubicBezTo>
                    <a:pt x="308" y="149245"/>
                    <a:pt x="1724" y="181129"/>
                    <a:pt x="16232" y="208054"/>
                  </a:cubicBezTo>
                  <a:cubicBezTo>
                    <a:pt x="31448" y="236750"/>
                    <a:pt x="57279" y="243835"/>
                    <a:pt x="74618" y="243835"/>
                  </a:cubicBezTo>
                  <a:cubicBezTo>
                    <a:pt x="93726" y="243835"/>
                    <a:pt x="120620" y="236396"/>
                    <a:pt x="136189" y="202740"/>
                  </a:cubicBezTo>
                  <a:cubicBezTo>
                    <a:pt x="147513" y="178295"/>
                    <a:pt x="149282" y="150662"/>
                    <a:pt x="149282" y="122674"/>
                  </a:cubicBezTo>
                  <a:close/>
                  <a:moveTo>
                    <a:pt x="74618" y="236041"/>
                  </a:moveTo>
                  <a:cubicBezTo>
                    <a:pt x="60818" y="236041"/>
                    <a:pt x="39940" y="227185"/>
                    <a:pt x="33571" y="193175"/>
                  </a:cubicBezTo>
                  <a:cubicBezTo>
                    <a:pt x="29678" y="171918"/>
                    <a:pt x="29678" y="139325"/>
                    <a:pt x="29678" y="118423"/>
                  </a:cubicBezTo>
                  <a:cubicBezTo>
                    <a:pt x="29678" y="95750"/>
                    <a:pt x="29678" y="72368"/>
                    <a:pt x="32509" y="53237"/>
                  </a:cubicBezTo>
                  <a:cubicBezTo>
                    <a:pt x="39232" y="11079"/>
                    <a:pt x="65772" y="7891"/>
                    <a:pt x="74618" y="7891"/>
                  </a:cubicBezTo>
                  <a:cubicBezTo>
                    <a:pt x="86295" y="7891"/>
                    <a:pt x="109650" y="14267"/>
                    <a:pt x="116373" y="49340"/>
                  </a:cubicBezTo>
                  <a:cubicBezTo>
                    <a:pt x="119912" y="69179"/>
                    <a:pt x="119912" y="96104"/>
                    <a:pt x="119912" y="118423"/>
                  </a:cubicBezTo>
                  <a:cubicBezTo>
                    <a:pt x="119912" y="144994"/>
                    <a:pt x="119912" y="169084"/>
                    <a:pt x="116019" y="191757"/>
                  </a:cubicBezTo>
                  <a:cubicBezTo>
                    <a:pt x="110712" y="225413"/>
                    <a:pt x="90542" y="236041"/>
                    <a:pt x="74618" y="236041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4F441190-B1D5-1846-3B5D-129C5361A145}"/>
                </a:ext>
              </a:extLst>
            </p:cNvPr>
            <p:cNvSpPr/>
            <p:nvPr>
              <p:custDataLst>
                <p:tags r:id="rId120"/>
              </p:custDataLst>
            </p:nvPr>
          </p:nvSpPr>
          <p:spPr>
            <a:xfrm>
              <a:off x="13161378" y="5076742"/>
              <a:ext cx="148973" cy="243738"/>
            </a:xfrm>
            <a:custGeom>
              <a:avLst/>
              <a:gdLst>
                <a:gd name="connsiteX0" fmla="*/ 149287 w 148973"/>
                <a:gd name="connsiteY0" fmla="*/ 122674 h 243738"/>
                <a:gd name="connsiteX1" fmla="*/ 135133 w 148973"/>
                <a:gd name="connsiteY1" fmla="*/ 39775 h 243738"/>
                <a:gd name="connsiteX2" fmla="*/ 74977 w 148973"/>
                <a:gd name="connsiteY2" fmla="*/ 97 h 243738"/>
                <a:gd name="connsiteX3" fmla="*/ 13406 w 148973"/>
                <a:gd name="connsiteY3" fmla="*/ 42255 h 243738"/>
                <a:gd name="connsiteX4" fmla="*/ 313 w 148973"/>
                <a:gd name="connsiteY4" fmla="*/ 122674 h 243738"/>
                <a:gd name="connsiteX5" fmla="*/ 16237 w 148973"/>
                <a:gd name="connsiteY5" fmla="*/ 208054 h 243738"/>
                <a:gd name="connsiteX6" fmla="*/ 74623 w 148973"/>
                <a:gd name="connsiteY6" fmla="*/ 243835 h 243738"/>
                <a:gd name="connsiteX7" fmla="*/ 136194 w 148973"/>
                <a:gd name="connsiteY7" fmla="*/ 202740 h 243738"/>
                <a:gd name="connsiteX8" fmla="*/ 149287 w 148973"/>
                <a:gd name="connsiteY8" fmla="*/ 122674 h 243738"/>
                <a:gd name="connsiteX9" fmla="*/ 74623 w 148973"/>
                <a:gd name="connsiteY9" fmla="*/ 236041 h 243738"/>
                <a:gd name="connsiteX10" fmla="*/ 33576 w 148973"/>
                <a:gd name="connsiteY10" fmla="*/ 193175 h 243738"/>
                <a:gd name="connsiteX11" fmla="*/ 29683 w 148973"/>
                <a:gd name="connsiteY11" fmla="*/ 118423 h 243738"/>
                <a:gd name="connsiteX12" fmla="*/ 32514 w 148973"/>
                <a:gd name="connsiteY12" fmla="*/ 53237 h 243738"/>
                <a:gd name="connsiteX13" fmla="*/ 74623 w 148973"/>
                <a:gd name="connsiteY13" fmla="*/ 7891 h 243738"/>
                <a:gd name="connsiteX14" fmla="*/ 116378 w 148973"/>
                <a:gd name="connsiteY14" fmla="*/ 49340 h 243738"/>
                <a:gd name="connsiteX15" fmla="*/ 119917 w 148973"/>
                <a:gd name="connsiteY15" fmla="*/ 118423 h 243738"/>
                <a:gd name="connsiteX16" fmla="*/ 116024 w 148973"/>
                <a:gd name="connsiteY16" fmla="*/ 191757 h 243738"/>
                <a:gd name="connsiteX17" fmla="*/ 74623 w 148973"/>
                <a:gd name="connsiteY17" fmla="*/ 236041 h 243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8973" h="243738">
                  <a:moveTo>
                    <a:pt x="149287" y="122674"/>
                  </a:moveTo>
                  <a:cubicBezTo>
                    <a:pt x="149287" y="94333"/>
                    <a:pt x="147518" y="65991"/>
                    <a:pt x="135133" y="39775"/>
                  </a:cubicBezTo>
                  <a:cubicBezTo>
                    <a:pt x="118855" y="5765"/>
                    <a:pt x="89839" y="97"/>
                    <a:pt x="74977" y="97"/>
                  </a:cubicBezTo>
                  <a:cubicBezTo>
                    <a:pt x="53746" y="97"/>
                    <a:pt x="27914" y="9308"/>
                    <a:pt x="13406" y="42255"/>
                  </a:cubicBezTo>
                  <a:cubicBezTo>
                    <a:pt x="2082" y="66700"/>
                    <a:pt x="313" y="94333"/>
                    <a:pt x="313" y="122674"/>
                  </a:cubicBezTo>
                  <a:cubicBezTo>
                    <a:pt x="313" y="149245"/>
                    <a:pt x="1728" y="181129"/>
                    <a:pt x="16237" y="208054"/>
                  </a:cubicBezTo>
                  <a:cubicBezTo>
                    <a:pt x="31452" y="236750"/>
                    <a:pt x="57284" y="243835"/>
                    <a:pt x="74623" y="243835"/>
                  </a:cubicBezTo>
                  <a:cubicBezTo>
                    <a:pt x="93731" y="243835"/>
                    <a:pt x="120625" y="236396"/>
                    <a:pt x="136194" y="202740"/>
                  </a:cubicBezTo>
                  <a:cubicBezTo>
                    <a:pt x="147518" y="178295"/>
                    <a:pt x="149287" y="150662"/>
                    <a:pt x="149287" y="122674"/>
                  </a:cubicBezTo>
                  <a:close/>
                  <a:moveTo>
                    <a:pt x="74623" y="236041"/>
                  </a:moveTo>
                  <a:cubicBezTo>
                    <a:pt x="60823" y="236041"/>
                    <a:pt x="39945" y="227185"/>
                    <a:pt x="33576" y="193175"/>
                  </a:cubicBezTo>
                  <a:cubicBezTo>
                    <a:pt x="29683" y="171918"/>
                    <a:pt x="29683" y="139325"/>
                    <a:pt x="29683" y="118423"/>
                  </a:cubicBezTo>
                  <a:cubicBezTo>
                    <a:pt x="29683" y="95750"/>
                    <a:pt x="29683" y="72368"/>
                    <a:pt x="32514" y="53237"/>
                  </a:cubicBezTo>
                  <a:cubicBezTo>
                    <a:pt x="39237" y="11079"/>
                    <a:pt x="65777" y="7891"/>
                    <a:pt x="74623" y="7891"/>
                  </a:cubicBezTo>
                  <a:cubicBezTo>
                    <a:pt x="86300" y="7891"/>
                    <a:pt x="109655" y="14267"/>
                    <a:pt x="116378" y="49340"/>
                  </a:cubicBezTo>
                  <a:cubicBezTo>
                    <a:pt x="119917" y="69179"/>
                    <a:pt x="119917" y="96104"/>
                    <a:pt x="119917" y="118423"/>
                  </a:cubicBezTo>
                  <a:cubicBezTo>
                    <a:pt x="119917" y="144994"/>
                    <a:pt x="119917" y="169084"/>
                    <a:pt x="116024" y="191757"/>
                  </a:cubicBezTo>
                  <a:cubicBezTo>
                    <a:pt x="110717" y="225413"/>
                    <a:pt x="90547" y="236041"/>
                    <a:pt x="74623" y="236041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064B9F99-DF3C-1600-33D0-67A82620F2E6}"/>
                </a:ext>
              </a:extLst>
            </p:cNvPr>
            <p:cNvSpPr/>
            <p:nvPr>
              <p:custDataLst>
                <p:tags r:id="rId121"/>
              </p:custDataLst>
            </p:nvPr>
          </p:nvSpPr>
          <p:spPr>
            <a:xfrm>
              <a:off x="13338308" y="5076742"/>
              <a:ext cx="148973" cy="243738"/>
            </a:xfrm>
            <a:custGeom>
              <a:avLst/>
              <a:gdLst>
                <a:gd name="connsiteX0" fmla="*/ 149292 w 148973"/>
                <a:gd name="connsiteY0" fmla="*/ 122674 h 243738"/>
                <a:gd name="connsiteX1" fmla="*/ 135138 w 148973"/>
                <a:gd name="connsiteY1" fmla="*/ 39775 h 243738"/>
                <a:gd name="connsiteX2" fmla="*/ 74982 w 148973"/>
                <a:gd name="connsiteY2" fmla="*/ 97 h 243738"/>
                <a:gd name="connsiteX3" fmla="*/ 13411 w 148973"/>
                <a:gd name="connsiteY3" fmla="*/ 42255 h 243738"/>
                <a:gd name="connsiteX4" fmla="*/ 318 w 148973"/>
                <a:gd name="connsiteY4" fmla="*/ 122674 h 243738"/>
                <a:gd name="connsiteX5" fmla="*/ 16242 w 148973"/>
                <a:gd name="connsiteY5" fmla="*/ 208054 h 243738"/>
                <a:gd name="connsiteX6" fmla="*/ 74628 w 148973"/>
                <a:gd name="connsiteY6" fmla="*/ 243835 h 243738"/>
                <a:gd name="connsiteX7" fmla="*/ 136199 w 148973"/>
                <a:gd name="connsiteY7" fmla="*/ 202740 h 243738"/>
                <a:gd name="connsiteX8" fmla="*/ 149292 w 148973"/>
                <a:gd name="connsiteY8" fmla="*/ 122674 h 243738"/>
                <a:gd name="connsiteX9" fmla="*/ 74628 w 148973"/>
                <a:gd name="connsiteY9" fmla="*/ 236041 h 243738"/>
                <a:gd name="connsiteX10" fmla="*/ 33581 w 148973"/>
                <a:gd name="connsiteY10" fmla="*/ 193175 h 243738"/>
                <a:gd name="connsiteX11" fmla="*/ 29688 w 148973"/>
                <a:gd name="connsiteY11" fmla="*/ 118423 h 243738"/>
                <a:gd name="connsiteX12" fmla="*/ 32519 w 148973"/>
                <a:gd name="connsiteY12" fmla="*/ 53237 h 243738"/>
                <a:gd name="connsiteX13" fmla="*/ 74628 w 148973"/>
                <a:gd name="connsiteY13" fmla="*/ 7891 h 243738"/>
                <a:gd name="connsiteX14" fmla="*/ 116383 w 148973"/>
                <a:gd name="connsiteY14" fmla="*/ 49340 h 243738"/>
                <a:gd name="connsiteX15" fmla="*/ 119922 w 148973"/>
                <a:gd name="connsiteY15" fmla="*/ 118423 h 243738"/>
                <a:gd name="connsiteX16" fmla="*/ 116029 w 148973"/>
                <a:gd name="connsiteY16" fmla="*/ 191757 h 243738"/>
                <a:gd name="connsiteX17" fmla="*/ 74628 w 148973"/>
                <a:gd name="connsiteY17" fmla="*/ 236041 h 243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8973" h="243738">
                  <a:moveTo>
                    <a:pt x="149292" y="122674"/>
                  </a:moveTo>
                  <a:cubicBezTo>
                    <a:pt x="149292" y="94333"/>
                    <a:pt x="147523" y="65991"/>
                    <a:pt x="135138" y="39775"/>
                  </a:cubicBezTo>
                  <a:cubicBezTo>
                    <a:pt x="118860" y="5765"/>
                    <a:pt x="89844" y="97"/>
                    <a:pt x="74982" y="97"/>
                  </a:cubicBezTo>
                  <a:cubicBezTo>
                    <a:pt x="53751" y="97"/>
                    <a:pt x="27919" y="9308"/>
                    <a:pt x="13411" y="42255"/>
                  </a:cubicBezTo>
                  <a:cubicBezTo>
                    <a:pt x="2087" y="66700"/>
                    <a:pt x="318" y="94333"/>
                    <a:pt x="318" y="122674"/>
                  </a:cubicBezTo>
                  <a:cubicBezTo>
                    <a:pt x="318" y="149245"/>
                    <a:pt x="1733" y="181129"/>
                    <a:pt x="16242" y="208054"/>
                  </a:cubicBezTo>
                  <a:cubicBezTo>
                    <a:pt x="31457" y="236750"/>
                    <a:pt x="57289" y="243835"/>
                    <a:pt x="74628" y="243835"/>
                  </a:cubicBezTo>
                  <a:cubicBezTo>
                    <a:pt x="93736" y="243835"/>
                    <a:pt x="120630" y="236396"/>
                    <a:pt x="136199" y="202740"/>
                  </a:cubicBezTo>
                  <a:cubicBezTo>
                    <a:pt x="147523" y="178295"/>
                    <a:pt x="149292" y="150662"/>
                    <a:pt x="149292" y="122674"/>
                  </a:cubicBezTo>
                  <a:close/>
                  <a:moveTo>
                    <a:pt x="74628" y="236041"/>
                  </a:moveTo>
                  <a:cubicBezTo>
                    <a:pt x="60828" y="236041"/>
                    <a:pt x="39950" y="227185"/>
                    <a:pt x="33581" y="193175"/>
                  </a:cubicBezTo>
                  <a:cubicBezTo>
                    <a:pt x="29688" y="171918"/>
                    <a:pt x="29688" y="139325"/>
                    <a:pt x="29688" y="118423"/>
                  </a:cubicBezTo>
                  <a:cubicBezTo>
                    <a:pt x="29688" y="95750"/>
                    <a:pt x="29688" y="72368"/>
                    <a:pt x="32519" y="53237"/>
                  </a:cubicBezTo>
                  <a:cubicBezTo>
                    <a:pt x="39242" y="11079"/>
                    <a:pt x="65782" y="7891"/>
                    <a:pt x="74628" y="7891"/>
                  </a:cubicBezTo>
                  <a:cubicBezTo>
                    <a:pt x="86305" y="7891"/>
                    <a:pt x="109660" y="14267"/>
                    <a:pt x="116383" y="49340"/>
                  </a:cubicBezTo>
                  <a:cubicBezTo>
                    <a:pt x="119922" y="69179"/>
                    <a:pt x="119922" y="96104"/>
                    <a:pt x="119922" y="118423"/>
                  </a:cubicBezTo>
                  <a:cubicBezTo>
                    <a:pt x="119922" y="144994"/>
                    <a:pt x="119922" y="169084"/>
                    <a:pt x="116029" y="191757"/>
                  </a:cubicBezTo>
                  <a:cubicBezTo>
                    <a:pt x="110722" y="225413"/>
                    <a:pt x="90552" y="236041"/>
                    <a:pt x="74628" y="236041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97978D77-7CC9-1EB4-39A2-0C60241A749B}"/>
                </a:ext>
              </a:extLst>
            </p:cNvPr>
            <p:cNvSpPr/>
            <p:nvPr>
              <p:custDataLst>
                <p:tags r:id="rId122"/>
              </p:custDataLst>
            </p:nvPr>
          </p:nvSpPr>
          <p:spPr>
            <a:xfrm>
              <a:off x="13560000" y="4976016"/>
              <a:ext cx="88110" cy="117972"/>
            </a:xfrm>
            <a:custGeom>
              <a:avLst/>
              <a:gdLst>
                <a:gd name="connsiteX0" fmla="*/ 88435 w 88110"/>
                <a:gd name="connsiteY0" fmla="*/ 83876 h 117972"/>
                <a:gd name="connsiteX1" fmla="*/ 81004 w 88110"/>
                <a:gd name="connsiteY1" fmla="*/ 83876 h 117972"/>
                <a:gd name="connsiteX2" fmla="*/ 75873 w 88110"/>
                <a:gd name="connsiteY2" fmla="*/ 99995 h 117972"/>
                <a:gd name="connsiteX3" fmla="*/ 56941 w 88110"/>
                <a:gd name="connsiteY3" fmla="*/ 101058 h 117972"/>
                <a:gd name="connsiteX4" fmla="*/ 22263 w 88110"/>
                <a:gd name="connsiteY4" fmla="*/ 101058 h 117972"/>
                <a:gd name="connsiteX5" fmla="*/ 57649 w 88110"/>
                <a:gd name="connsiteY5" fmla="*/ 75373 h 117972"/>
                <a:gd name="connsiteX6" fmla="*/ 88435 w 88110"/>
                <a:gd name="connsiteY6" fmla="*/ 35340 h 117972"/>
                <a:gd name="connsiteX7" fmla="*/ 41726 w 88110"/>
                <a:gd name="connsiteY7" fmla="*/ 90 h 117972"/>
                <a:gd name="connsiteX8" fmla="*/ 324 w 88110"/>
                <a:gd name="connsiteY8" fmla="*/ 31266 h 117972"/>
                <a:gd name="connsiteX9" fmla="*/ 10586 w 88110"/>
                <a:gd name="connsiteY9" fmla="*/ 42072 h 117972"/>
                <a:gd name="connsiteX10" fmla="*/ 21025 w 88110"/>
                <a:gd name="connsiteY10" fmla="*/ 31621 h 117972"/>
                <a:gd name="connsiteX11" fmla="*/ 10940 w 88110"/>
                <a:gd name="connsiteY11" fmla="*/ 21170 h 117972"/>
                <a:gd name="connsiteX12" fmla="*/ 38010 w 88110"/>
                <a:gd name="connsiteY12" fmla="*/ 7884 h 117972"/>
                <a:gd name="connsiteX13" fmla="*/ 69503 w 88110"/>
                <a:gd name="connsiteY13" fmla="*/ 35518 h 117972"/>
                <a:gd name="connsiteX14" fmla="*/ 45618 w 88110"/>
                <a:gd name="connsiteY14" fmla="*/ 73247 h 117972"/>
                <a:gd name="connsiteX15" fmla="*/ 2447 w 88110"/>
                <a:gd name="connsiteY15" fmla="*/ 109915 h 117972"/>
                <a:gd name="connsiteX16" fmla="*/ 324 w 88110"/>
                <a:gd name="connsiteY16" fmla="*/ 112749 h 117972"/>
                <a:gd name="connsiteX17" fmla="*/ 324 w 88110"/>
                <a:gd name="connsiteY17" fmla="*/ 118063 h 117972"/>
                <a:gd name="connsiteX18" fmla="*/ 82596 w 88110"/>
                <a:gd name="connsiteY18" fmla="*/ 118063 h 117972"/>
                <a:gd name="connsiteX19" fmla="*/ 88435 w 88110"/>
                <a:gd name="connsiteY19" fmla="*/ 83876 h 117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8110" h="117972">
                  <a:moveTo>
                    <a:pt x="88435" y="83876"/>
                  </a:moveTo>
                  <a:lnTo>
                    <a:pt x="81004" y="83876"/>
                  </a:lnTo>
                  <a:cubicBezTo>
                    <a:pt x="80473" y="87241"/>
                    <a:pt x="78704" y="98224"/>
                    <a:pt x="75873" y="99995"/>
                  </a:cubicBezTo>
                  <a:cubicBezTo>
                    <a:pt x="74457" y="101058"/>
                    <a:pt x="59595" y="101058"/>
                    <a:pt x="56941" y="101058"/>
                  </a:cubicBezTo>
                  <a:lnTo>
                    <a:pt x="22263" y="101058"/>
                  </a:lnTo>
                  <a:cubicBezTo>
                    <a:pt x="33941" y="92378"/>
                    <a:pt x="47033" y="82459"/>
                    <a:pt x="57649" y="75373"/>
                  </a:cubicBezTo>
                  <a:cubicBezTo>
                    <a:pt x="73573" y="64391"/>
                    <a:pt x="88435" y="54117"/>
                    <a:pt x="88435" y="35340"/>
                  </a:cubicBezTo>
                  <a:cubicBezTo>
                    <a:pt x="88435" y="12667"/>
                    <a:pt x="67026" y="90"/>
                    <a:pt x="41726" y="90"/>
                  </a:cubicBezTo>
                  <a:cubicBezTo>
                    <a:pt x="17840" y="90"/>
                    <a:pt x="324" y="13907"/>
                    <a:pt x="324" y="31266"/>
                  </a:cubicBezTo>
                  <a:cubicBezTo>
                    <a:pt x="324" y="40477"/>
                    <a:pt x="8109" y="42072"/>
                    <a:pt x="10586" y="42072"/>
                  </a:cubicBezTo>
                  <a:cubicBezTo>
                    <a:pt x="15363" y="42072"/>
                    <a:pt x="21025" y="38883"/>
                    <a:pt x="21025" y="31621"/>
                  </a:cubicBezTo>
                  <a:cubicBezTo>
                    <a:pt x="21025" y="25244"/>
                    <a:pt x="16425" y="21701"/>
                    <a:pt x="10940" y="21170"/>
                  </a:cubicBezTo>
                  <a:cubicBezTo>
                    <a:pt x="15894" y="13198"/>
                    <a:pt x="26156" y="7884"/>
                    <a:pt x="38010" y="7884"/>
                  </a:cubicBezTo>
                  <a:cubicBezTo>
                    <a:pt x="55172" y="7884"/>
                    <a:pt x="69503" y="18158"/>
                    <a:pt x="69503" y="35518"/>
                  </a:cubicBezTo>
                  <a:cubicBezTo>
                    <a:pt x="69503" y="50397"/>
                    <a:pt x="59241" y="61734"/>
                    <a:pt x="45618" y="73247"/>
                  </a:cubicBezTo>
                  <a:lnTo>
                    <a:pt x="2447" y="109915"/>
                  </a:lnTo>
                  <a:cubicBezTo>
                    <a:pt x="678" y="111509"/>
                    <a:pt x="501" y="111509"/>
                    <a:pt x="324" y="112749"/>
                  </a:cubicBezTo>
                  <a:lnTo>
                    <a:pt x="324" y="118063"/>
                  </a:lnTo>
                  <a:lnTo>
                    <a:pt x="82596" y="118063"/>
                  </a:lnTo>
                  <a:lnTo>
                    <a:pt x="88435" y="83876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E913AC27-FD62-62A0-D910-C5E4E8985149}"/>
                </a:ext>
              </a:extLst>
            </p:cNvPr>
            <p:cNvSpPr/>
            <p:nvPr>
              <p:custDataLst>
                <p:tags r:id="rId123"/>
              </p:custDataLst>
            </p:nvPr>
          </p:nvSpPr>
          <p:spPr>
            <a:xfrm>
              <a:off x="13680412" y="4975839"/>
              <a:ext cx="62278" cy="120098"/>
            </a:xfrm>
            <a:custGeom>
              <a:avLst/>
              <a:gdLst>
                <a:gd name="connsiteX0" fmla="*/ 54291 w 62278"/>
                <a:gd name="connsiteY0" fmla="*/ 7707 h 120098"/>
                <a:gd name="connsiteX1" fmla="*/ 46506 w 62278"/>
                <a:gd name="connsiteY1" fmla="*/ 90 h 120098"/>
                <a:gd name="connsiteX2" fmla="*/ 35713 w 62278"/>
                <a:gd name="connsiteY2" fmla="*/ 10719 h 120098"/>
                <a:gd name="connsiteX3" fmla="*/ 43321 w 62278"/>
                <a:gd name="connsiteY3" fmla="*/ 18335 h 120098"/>
                <a:gd name="connsiteX4" fmla="*/ 54291 w 62278"/>
                <a:gd name="connsiteY4" fmla="*/ 7707 h 120098"/>
                <a:gd name="connsiteX5" fmla="*/ 62607 w 62278"/>
                <a:gd name="connsiteY5" fmla="*/ 92732 h 120098"/>
                <a:gd name="connsiteX6" fmla="*/ 58891 w 62278"/>
                <a:gd name="connsiteY6" fmla="*/ 90252 h 120098"/>
                <a:gd name="connsiteX7" fmla="*/ 54645 w 62278"/>
                <a:gd name="connsiteY7" fmla="*/ 94327 h 120098"/>
                <a:gd name="connsiteX8" fmla="*/ 34829 w 62278"/>
                <a:gd name="connsiteY8" fmla="*/ 114166 h 120098"/>
                <a:gd name="connsiteX9" fmla="*/ 29521 w 62278"/>
                <a:gd name="connsiteY9" fmla="*/ 107435 h 120098"/>
                <a:gd name="connsiteX10" fmla="*/ 31821 w 62278"/>
                <a:gd name="connsiteY10" fmla="*/ 98401 h 120098"/>
                <a:gd name="connsiteX11" fmla="*/ 35536 w 62278"/>
                <a:gd name="connsiteY11" fmla="*/ 88835 h 120098"/>
                <a:gd name="connsiteX12" fmla="*/ 45621 w 62278"/>
                <a:gd name="connsiteY12" fmla="*/ 64391 h 120098"/>
                <a:gd name="connsiteX13" fmla="*/ 48098 w 62278"/>
                <a:gd name="connsiteY13" fmla="*/ 55534 h 120098"/>
                <a:gd name="connsiteX14" fmla="*/ 28813 w 62278"/>
                <a:gd name="connsiteY14" fmla="*/ 39946 h 120098"/>
                <a:gd name="connsiteX15" fmla="*/ 328 w 62278"/>
                <a:gd name="connsiteY15" fmla="*/ 67402 h 120098"/>
                <a:gd name="connsiteX16" fmla="*/ 4043 w 62278"/>
                <a:gd name="connsiteY16" fmla="*/ 69882 h 120098"/>
                <a:gd name="connsiteX17" fmla="*/ 8112 w 62278"/>
                <a:gd name="connsiteY17" fmla="*/ 66339 h 120098"/>
                <a:gd name="connsiteX18" fmla="*/ 28105 w 62278"/>
                <a:gd name="connsiteY18" fmla="*/ 45969 h 120098"/>
                <a:gd name="connsiteX19" fmla="*/ 33413 w 62278"/>
                <a:gd name="connsiteY19" fmla="*/ 52700 h 120098"/>
                <a:gd name="connsiteX20" fmla="*/ 32352 w 62278"/>
                <a:gd name="connsiteY20" fmla="*/ 59077 h 120098"/>
                <a:gd name="connsiteX21" fmla="*/ 20674 w 62278"/>
                <a:gd name="connsiteY21" fmla="*/ 87241 h 120098"/>
                <a:gd name="connsiteX22" fmla="*/ 16782 w 62278"/>
                <a:gd name="connsiteY22" fmla="*/ 96629 h 120098"/>
                <a:gd name="connsiteX23" fmla="*/ 14836 w 62278"/>
                <a:gd name="connsiteY23" fmla="*/ 104600 h 120098"/>
                <a:gd name="connsiteX24" fmla="*/ 34121 w 62278"/>
                <a:gd name="connsiteY24" fmla="*/ 120188 h 120098"/>
                <a:gd name="connsiteX25" fmla="*/ 62607 w 62278"/>
                <a:gd name="connsiteY25" fmla="*/ 92732 h 120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2278" h="120098">
                  <a:moveTo>
                    <a:pt x="54291" y="7707"/>
                  </a:moveTo>
                  <a:cubicBezTo>
                    <a:pt x="54291" y="3456"/>
                    <a:pt x="51106" y="90"/>
                    <a:pt x="46506" y="90"/>
                  </a:cubicBezTo>
                  <a:cubicBezTo>
                    <a:pt x="41552" y="90"/>
                    <a:pt x="35713" y="4873"/>
                    <a:pt x="35713" y="10719"/>
                  </a:cubicBezTo>
                  <a:cubicBezTo>
                    <a:pt x="35713" y="15678"/>
                    <a:pt x="39606" y="18335"/>
                    <a:pt x="43321" y="18335"/>
                  </a:cubicBezTo>
                  <a:cubicBezTo>
                    <a:pt x="49160" y="18335"/>
                    <a:pt x="54291" y="13021"/>
                    <a:pt x="54291" y="7707"/>
                  </a:cubicBezTo>
                  <a:close/>
                  <a:moveTo>
                    <a:pt x="62607" y="92732"/>
                  </a:moveTo>
                  <a:cubicBezTo>
                    <a:pt x="62607" y="90252"/>
                    <a:pt x="59599" y="90252"/>
                    <a:pt x="58891" y="90252"/>
                  </a:cubicBezTo>
                  <a:cubicBezTo>
                    <a:pt x="55883" y="90252"/>
                    <a:pt x="55706" y="90961"/>
                    <a:pt x="54645" y="94327"/>
                  </a:cubicBezTo>
                  <a:cubicBezTo>
                    <a:pt x="51637" y="104069"/>
                    <a:pt x="43675" y="114166"/>
                    <a:pt x="34829" y="114166"/>
                  </a:cubicBezTo>
                  <a:cubicBezTo>
                    <a:pt x="30759" y="114166"/>
                    <a:pt x="29521" y="111332"/>
                    <a:pt x="29521" y="107435"/>
                  </a:cubicBezTo>
                  <a:cubicBezTo>
                    <a:pt x="29521" y="103715"/>
                    <a:pt x="30405" y="101766"/>
                    <a:pt x="31821" y="98401"/>
                  </a:cubicBezTo>
                  <a:cubicBezTo>
                    <a:pt x="33236" y="94858"/>
                    <a:pt x="34652" y="91315"/>
                    <a:pt x="35536" y="88835"/>
                  </a:cubicBezTo>
                  <a:cubicBezTo>
                    <a:pt x="36244" y="87241"/>
                    <a:pt x="43144" y="70768"/>
                    <a:pt x="45621" y="64391"/>
                  </a:cubicBezTo>
                  <a:cubicBezTo>
                    <a:pt x="47037" y="60848"/>
                    <a:pt x="48098" y="58545"/>
                    <a:pt x="48098" y="55534"/>
                  </a:cubicBezTo>
                  <a:cubicBezTo>
                    <a:pt x="48098" y="47031"/>
                    <a:pt x="39960" y="39946"/>
                    <a:pt x="28813" y="39946"/>
                  </a:cubicBezTo>
                  <a:cubicBezTo>
                    <a:pt x="10236" y="39946"/>
                    <a:pt x="328" y="62619"/>
                    <a:pt x="328" y="67402"/>
                  </a:cubicBezTo>
                  <a:cubicBezTo>
                    <a:pt x="328" y="69882"/>
                    <a:pt x="3158" y="69882"/>
                    <a:pt x="4043" y="69882"/>
                  </a:cubicBezTo>
                  <a:cubicBezTo>
                    <a:pt x="7051" y="69882"/>
                    <a:pt x="7228" y="68996"/>
                    <a:pt x="8112" y="66339"/>
                  </a:cubicBezTo>
                  <a:cubicBezTo>
                    <a:pt x="12005" y="53763"/>
                    <a:pt x="20497" y="45969"/>
                    <a:pt x="28105" y="45969"/>
                  </a:cubicBezTo>
                  <a:cubicBezTo>
                    <a:pt x="31467" y="45969"/>
                    <a:pt x="33413" y="47917"/>
                    <a:pt x="33413" y="52700"/>
                  </a:cubicBezTo>
                  <a:cubicBezTo>
                    <a:pt x="33413" y="53408"/>
                    <a:pt x="33413" y="55711"/>
                    <a:pt x="32352" y="59077"/>
                  </a:cubicBezTo>
                  <a:cubicBezTo>
                    <a:pt x="31113" y="62265"/>
                    <a:pt x="23151" y="81219"/>
                    <a:pt x="20674" y="87241"/>
                  </a:cubicBezTo>
                  <a:cubicBezTo>
                    <a:pt x="19436" y="90252"/>
                    <a:pt x="19436" y="90607"/>
                    <a:pt x="16782" y="96629"/>
                  </a:cubicBezTo>
                  <a:cubicBezTo>
                    <a:pt x="15897" y="99109"/>
                    <a:pt x="14836" y="101589"/>
                    <a:pt x="14836" y="104600"/>
                  </a:cubicBezTo>
                  <a:cubicBezTo>
                    <a:pt x="14836" y="113812"/>
                    <a:pt x="23505" y="120188"/>
                    <a:pt x="34121" y="120188"/>
                  </a:cubicBezTo>
                  <a:cubicBezTo>
                    <a:pt x="52699" y="120188"/>
                    <a:pt x="62607" y="97161"/>
                    <a:pt x="62607" y="92732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690CDC35-ED42-200A-AB3A-33FA49D189B7}"/>
                </a:ext>
              </a:extLst>
            </p:cNvPr>
            <p:cNvSpPr/>
            <p:nvPr>
              <p:custDataLst>
                <p:tags r:id="rId124"/>
              </p:custDataLst>
            </p:nvPr>
          </p:nvSpPr>
          <p:spPr>
            <a:xfrm>
              <a:off x="13543899" y="5121172"/>
              <a:ext cx="214815" cy="12044"/>
            </a:xfrm>
            <a:custGeom>
              <a:avLst/>
              <a:gdLst>
                <a:gd name="connsiteX0" fmla="*/ 0 w 214815"/>
                <a:gd name="connsiteY0" fmla="*/ 0 h 12044"/>
                <a:gd name="connsiteX1" fmla="*/ 214815 w 214815"/>
                <a:gd name="connsiteY1" fmla="*/ 0 h 12044"/>
                <a:gd name="connsiteX2" fmla="*/ 214815 w 214815"/>
                <a:gd name="connsiteY2" fmla="*/ 12045 h 12044"/>
                <a:gd name="connsiteX3" fmla="*/ 0 w 214815"/>
                <a:gd name="connsiteY3" fmla="*/ 12045 h 1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815" h="12044">
                  <a:moveTo>
                    <a:pt x="0" y="0"/>
                  </a:moveTo>
                  <a:lnTo>
                    <a:pt x="214815" y="0"/>
                  </a:lnTo>
                  <a:lnTo>
                    <a:pt x="214815" y="12045"/>
                  </a:lnTo>
                  <a:lnTo>
                    <a:pt x="0" y="12045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880E0143-1E48-C154-D07B-0BF2A23242C5}"/>
                </a:ext>
              </a:extLst>
            </p:cNvPr>
            <p:cNvSpPr/>
            <p:nvPr>
              <p:custDataLst>
                <p:tags r:id="rId125"/>
              </p:custDataLst>
            </p:nvPr>
          </p:nvSpPr>
          <p:spPr>
            <a:xfrm>
              <a:off x="13604447" y="5151736"/>
              <a:ext cx="102441" cy="124765"/>
            </a:xfrm>
            <a:custGeom>
              <a:avLst/>
              <a:gdLst>
                <a:gd name="connsiteX0" fmla="*/ 98875 w 102441"/>
                <a:gd name="connsiteY0" fmla="*/ 6712 h 124765"/>
                <a:gd name="connsiteX1" fmla="*/ 99582 w 102441"/>
                <a:gd name="connsiteY1" fmla="*/ 2992 h 124765"/>
                <a:gd name="connsiteX2" fmla="*/ 94098 w 102441"/>
                <a:gd name="connsiteY2" fmla="*/ 158 h 124765"/>
                <a:gd name="connsiteX3" fmla="*/ 72335 w 102441"/>
                <a:gd name="connsiteY3" fmla="*/ 1752 h 124765"/>
                <a:gd name="connsiteX4" fmla="*/ 68089 w 102441"/>
                <a:gd name="connsiteY4" fmla="*/ 2815 h 124765"/>
                <a:gd name="connsiteX5" fmla="*/ 66851 w 102441"/>
                <a:gd name="connsiteY5" fmla="*/ 6889 h 124765"/>
                <a:gd name="connsiteX6" fmla="*/ 72158 w 102441"/>
                <a:gd name="connsiteY6" fmla="*/ 9900 h 124765"/>
                <a:gd name="connsiteX7" fmla="*/ 78174 w 102441"/>
                <a:gd name="connsiteY7" fmla="*/ 10255 h 124765"/>
                <a:gd name="connsiteX8" fmla="*/ 81713 w 102441"/>
                <a:gd name="connsiteY8" fmla="*/ 12557 h 124765"/>
                <a:gd name="connsiteX9" fmla="*/ 79589 w 102441"/>
                <a:gd name="connsiteY9" fmla="*/ 21946 h 124765"/>
                <a:gd name="connsiteX10" fmla="*/ 71274 w 102441"/>
                <a:gd name="connsiteY10" fmla="*/ 55247 h 124765"/>
                <a:gd name="connsiteX11" fmla="*/ 50042 w 102441"/>
                <a:gd name="connsiteY11" fmla="*/ 44619 h 124765"/>
                <a:gd name="connsiteX12" fmla="*/ 325 w 102441"/>
                <a:gd name="connsiteY12" fmla="*/ 94040 h 124765"/>
                <a:gd name="connsiteX13" fmla="*/ 31288 w 102441"/>
                <a:gd name="connsiteY13" fmla="*/ 124861 h 124765"/>
                <a:gd name="connsiteX14" fmla="*/ 59243 w 102441"/>
                <a:gd name="connsiteY14" fmla="*/ 112462 h 124765"/>
                <a:gd name="connsiteX15" fmla="*/ 80120 w 102441"/>
                <a:gd name="connsiteY15" fmla="*/ 124861 h 124765"/>
                <a:gd name="connsiteX16" fmla="*/ 95690 w 102441"/>
                <a:gd name="connsiteY16" fmla="*/ 114942 h 124765"/>
                <a:gd name="connsiteX17" fmla="*/ 102767 w 102441"/>
                <a:gd name="connsiteY17" fmla="*/ 97405 h 124765"/>
                <a:gd name="connsiteX18" fmla="*/ 99052 w 102441"/>
                <a:gd name="connsiteY18" fmla="*/ 94925 h 124765"/>
                <a:gd name="connsiteX19" fmla="*/ 94805 w 102441"/>
                <a:gd name="connsiteY19" fmla="*/ 98822 h 124765"/>
                <a:gd name="connsiteX20" fmla="*/ 80828 w 102441"/>
                <a:gd name="connsiteY20" fmla="*/ 118839 h 124765"/>
                <a:gd name="connsiteX21" fmla="*/ 73751 w 102441"/>
                <a:gd name="connsiteY21" fmla="*/ 109451 h 124765"/>
                <a:gd name="connsiteX22" fmla="*/ 74459 w 102441"/>
                <a:gd name="connsiteY22" fmla="*/ 103782 h 124765"/>
                <a:gd name="connsiteX23" fmla="*/ 98875 w 102441"/>
                <a:gd name="connsiteY23" fmla="*/ 6712 h 124765"/>
                <a:gd name="connsiteX24" fmla="*/ 60304 w 102441"/>
                <a:gd name="connsiteY24" fmla="*/ 99354 h 124765"/>
                <a:gd name="connsiteX25" fmla="*/ 56412 w 102441"/>
                <a:gd name="connsiteY25" fmla="*/ 105908 h 124765"/>
                <a:gd name="connsiteX26" fmla="*/ 31819 w 102441"/>
                <a:gd name="connsiteY26" fmla="*/ 118839 h 124765"/>
                <a:gd name="connsiteX27" fmla="*/ 16249 w 102441"/>
                <a:gd name="connsiteY27" fmla="*/ 100771 h 124765"/>
                <a:gd name="connsiteX28" fmla="*/ 26688 w 102441"/>
                <a:gd name="connsiteY28" fmla="*/ 64812 h 124765"/>
                <a:gd name="connsiteX29" fmla="*/ 50042 w 102441"/>
                <a:gd name="connsiteY29" fmla="*/ 50642 h 124765"/>
                <a:gd name="connsiteX30" fmla="*/ 68443 w 102441"/>
                <a:gd name="connsiteY30" fmla="*/ 66052 h 124765"/>
                <a:gd name="connsiteX31" fmla="*/ 60304 w 102441"/>
                <a:gd name="connsiteY31" fmla="*/ 99354 h 124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02441" h="124765">
                  <a:moveTo>
                    <a:pt x="98875" y="6712"/>
                  </a:moveTo>
                  <a:cubicBezTo>
                    <a:pt x="99582" y="4232"/>
                    <a:pt x="99582" y="3878"/>
                    <a:pt x="99582" y="2992"/>
                  </a:cubicBezTo>
                  <a:cubicBezTo>
                    <a:pt x="99582" y="-19"/>
                    <a:pt x="96928" y="-19"/>
                    <a:pt x="94098" y="158"/>
                  </a:cubicBezTo>
                  <a:lnTo>
                    <a:pt x="72335" y="1752"/>
                  </a:lnTo>
                  <a:cubicBezTo>
                    <a:pt x="69328" y="1929"/>
                    <a:pt x="68974" y="2106"/>
                    <a:pt x="68089" y="2815"/>
                  </a:cubicBezTo>
                  <a:cubicBezTo>
                    <a:pt x="67381" y="3701"/>
                    <a:pt x="66851" y="5826"/>
                    <a:pt x="66851" y="6889"/>
                  </a:cubicBezTo>
                  <a:cubicBezTo>
                    <a:pt x="66851" y="9900"/>
                    <a:pt x="69681" y="9900"/>
                    <a:pt x="72158" y="9900"/>
                  </a:cubicBezTo>
                  <a:cubicBezTo>
                    <a:pt x="72335" y="9900"/>
                    <a:pt x="75520" y="9900"/>
                    <a:pt x="78174" y="10255"/>
                  </a:cubicBezTo>
                  <a:cubicBezTo>
                    <a:pt x="81536" y="10609"/>
                    <a:pt x="81713" y="11140"/>
                    <a:pt x="81713" y="12557"/>
                  </a:cubicBezTo>
                  <a:cubicBezTo>
                    <a:pt x="81713" y="13443"/>
                    <a:pt x="80297" y="18757"/>
                    <a:pt x="79589" y="21946"/>
                  </a:cubicBezTo>
                  <a:lnTo>
                    <a:pt x="71274" y="55247"/>
                  </a:lnTo>
                  <a:cubicBezTo>
                    <a:pt x="67912" y="50642"/>
                    <a:pt x="61189" y="44619"/>
                    <a:pt x="50042" y="44619"/>
                  </a:cubicBezTo>
                  <a:cubicBezTo>
                    <a:pt x="25095" y="44619"/>
                    <a:pt x="325" y="68887"/>
                    <a:pt x="325" y="94040"/>
                  </a:cubicBezTo>
                  <a:cubicBezTo>
                    <a:pt x="325" y="112108"/>
                    <a:pt x="13595" y="124861"/>
                    <a:pt x="31288" y="124861"/>
                  </a:cubicBezTo>
                  <a:cubicBezTo>
                    <a:pt x="45796" y="124861"/>
                    <a:pt x="57119" y="114588"/>
                    <a:pt x="59243" y="112462"/>
                  </a:cubicBezTo>
                  <a:cubicBezTo>
                    <a:pt x="62427" y="121142"/>
                    <a:pt x="72158" y="124861"/>
                    <a:pt x="80120" y="124861"/>
                  </a:cubicBezTo>
                  <a:cubicBezTo>
                    <a:pt x="87197" y="124861"/>
                    <a:pt x="91974" y="120787"/>
                    <a:pt x="95690" y="114942"/>
                  </a:cubicBezTo>
                  <a:cubicBezTo>
                    <a:pt x="100290" y="108034"/>
                    <a:pt x="102767" y="98645"/>
                    <a:pt x="102767" y="97405"/>
                  </a:cubicBezTo>
                  <a:cubicBezTo>
                    <a:pt x="102767" y="94925"/>
                    <a:pt x="99759" y="94925"/>
                    <a:pt x="99052" y="94925"/>
                  </a:cubicBezTo>
                  <a:cubicBezTo>
                    <a:pt x="95867" y="94925"/>
                    <a:pt x="95690" y="95988"/>
                    <a:pt x="94805" y="98822"/>
                  </a:cubicBezTo>
                  <a:cubicBezTo>
                    <a:pt x="91621" y="111931"/>
                    <a:pt x="87020" y="118839"/>
                    <a:pt x="80828" y="118839"/>
                  </a:cubicBezTo>
                  <a:cubicBezTo>
                    <a:pt x="75874" y="118839"/>
                    <a:pt x="73751" y="114942"/>
                    <a:pt x="73751" y="109451"/>
                  </a:cubicBezTo>
                  <a:cubicBezTo>
                    <a:pt x="73751" y="107502"/>
                    <a:pt x="73928" y="105554"/>
                    <a:pt x="74459" y="103782"/>
                  </a:cubicBezTo>
                  <a:lnTo>
                    <a:pt x="98875" y="6712"/>
                  </a:lnTo>
                  <a:close/>
                  <a:moveTo>
                    <a:pt x="60304" y="99354"/>
                  </a:moveTo>
                  <a:cubicBezTo>
                    <a:pt x="59597" y="102011"/>
                    <a:pt x="59597" y="102365"/>
                    <a:pt x="56412" y="105908"/>
                  </a:cubicBezTo>
                  <a:cubicBezTo>
                    <a:pt x="49865" y="113348"/>
                    <a:pt x="40665" y="118839"/>
                    <a:pt x="31819" y="118839"/>
                  </a:cubicBezTo>
                  <a:cubicBezTo>
                    <a:pt x="25626" y="118839"/>
                    <a:pt x="16249" y="115473"/>
                    <a:pt x="16249" y="100771"/>
                  </a:cubicBezTo>
                  <a:cubicBezTo>
                    <a:pt x="16249" y="92623"/>
                    <a:pt x="20495" y="74023"/>
                    <a:pt x="26688" y="64812"/>
                  </a:cubicBezTo>
                  <a:cubicBezTo>
                    <a:pt x="33588" y="55070"/>
                    <a:pt x="42611" y="50642"/>
                    <a:pt x="50042" y="50642"/>
                  </a:cubicBezTo>
                  <a:cubicBezTo>
                    <a:pt x="58004" y="50642"/>
                    <a:pt x="65612" y="55424"/>
                    <a:pt x="68443" y="66052"/>
                  </a:cubicBezTo>
                  <a:lnTo>
                    <a:pt x="60304" y="99354"/>
                  </a:ln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1BA3DA4B-1B19-2F98-C59B-0E8EC79CB6DE}"/>
                </a:ext>
              </a:extLst>
            </p:cNvPr>
            <p:cNvSpPr/>
            <p:nvPr>
              <p:custDataLst>
                <p:tags r:id="rId126"/>
              </p:custDataLst>
            </p:nvPr>
          </p:nvSpPr>
          <p:spPr>
            <a:xfrm>
              <a:off x="13873718" y="4501208"/>
              <a:ext cx="174097" cy="849897"/>
            </a:xfrm>
            <a:custGeom>
              <a:avLst/>
              <a:gdLst>
                <a:gd name="connsiteX0" fmla="*/ 174431 w 174097"/>
                <a:gd name="connsiteY0" fmla="*/ 425200 h 849897"/>
                <a:gd name="connsiteX1" fmla="*/ 52704 w 174097"/>
                <a:gd name="connsiteY1" fmla="*/ 39753 h 849897"/>
                <a:gd name="connsiteX2" fmla="*/ 17672 w 174097"/>
                <a:gd name="connsiteY2" fmla="*/ 4325 h 849897"/>
                <a:gd name="connsiteX3" fmla="*/ 7764 w 174097"/>
                <a:gd name="connsiteY3" fmla="*/ 74 h 849897"/>
                <a:gd name="connsiteX4" fmla="*/ 333 w 174097"/>
                <a:gd name="connsiteY4" fmla="*/ 3617 h 849897"/>
                <a:gd name="connsiteX5" fmla="*/ 2456 w 174097"/>
                <a:gd name="connsiteY5" fmla="*/ 7160 h 849897"/>
                <a:gd name="connsiteX6" fmla="*/ 62258 w 174097"/>
                <a:gd name="connsiteY6" fmla="*/ 81911 h 849897"/>
                <a:gd name="connsiteX7" fmla="*/ 145061 w 174097"/>
                <a:gd name="connsiteY7" fmla="*/ 424846 h 849897"/>
                <a:gd name="connsiteX8" fmla="*/ 73936 w 174097"/>
                <a:gd name="connsiteY8" fmla="*/ 748650 h 849897"/>
                <a:gd name="connsiteX9" fmla="*/ 1749 w 174097"/>
                <a:gd name="connsiteY9" fmla="*/ 843240 h 849897"/>
                <a:gd name="connsiteX10" fmla="*/ 333 w 174097"/>
                <a:gd name="connsiteY10" fmla="*/ 846429 h 849897"/>
                <a:gd name="connsiteX11" fmla="*/ 7764 w 174097"/>
                <a:gd name="connsiteY11" fmla="*/ 849971 h 849897"/>
                <a:gd name="connsiteX12" fmla="*/ 18734 w 174097"/>
                <a:gd name="connsiteY12" fmla="*/ 844657 h 849897"/>
                <a:gd name="connsiteX13" fmla="*/ 174431 w 174097"/>
                <a:gd name="connsiteY13" fmla="*/ 425200 h 8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097" h="849897">
                  <a:moveTo>
                    <a:pt x="174431" y="425200"/>
                  </a:moveTo>
                  <a:cubicBezTo>
                    <a:pt x="174431" y="285971"/>
                    <a:pt x="142584" y="145680"/>
                    <a:pt x="52704" y="39753"/>
                  </a:cubicBezTo>
                  <a:cubicBezTo>
                    <a:pt x="45627" y="31604"/>
                    <a:pt x="32180" y="17079"/>
                    <a:pt x="17672" y="4325"/>
                  </a:cubicBezTo>
                  <a:cubicBezTo>
                    <a:pt x="13426" y="74"/>
                    <a:pt x="12718" y="74"/>
                    <a:pt x="7764" y="74"/>
                  </a:cubicBezTo>
                  <a:cubicBezTo>
                    <a:pt x="3518" y="74"/>
                    <a:pt x="333" y="74"/>
                    <a:pt x="333" y="3617"/>
                  </a:cubicBezTo>
                  <a:cubicBezTo>
                    <a:pt x="333" y="5034"/>
                    <a:pt x="1749" y="6451"/>
                    <a:pt x="2456" y="7160"/>
                  </a:cubicBezTo>
                  <a:cubicBezTo>
                    <a:pt x="14841" y="19913"/>
                    <a:pt x="38550" y="43650"/>
                    <a:pt x="62258" y="81911"/>
                  </a:cubicBezTo>
                  <a:cubicBezTo>
                    <a:pt x="119229" y="173313"/>
                    <a:pt x="145061" y="288451"/>
                    <a:pt x="145061" y="424846"/>
                  </a:cubicBezTo>
                  <a:cubicBezTo>
                    <a:pt x="145061" y="520145"/>
                    <a:pt x="132322" y="643077"/>
                    <a:pt x="73936" y="748650"/>
                  </a:cubicBezTo>
                  <a:cubicBezTo>
                    <a:pt x="45981" y="798956"/>
                    <a:pt x="16611" y="828361"/>
                    <a:pt x="1749" y="843240"/>
                  </a:cubicBezTo>
                  <a:cubicBezTo>
                    <a:pt x="1041" y="844303"/>
                    <a:pt x="333" y="845366"/>
                    <a:pt x="333" y="846429"/>
                  </a:cubicBezTo>
                  <a:cubicBezTo>
                    <a:pt x="333" y="849971"/>
                    <a:pt x="3518" y="849971"/>
                    <a:pt x="7764" y="849971"/>
                  </a:cubicBezTo>
                  <a:cubicBezTo>
                    <a:pt x="12718" y="849971"/>
                    <a:pt x="13426" y="849971"/>
                    <a:pt x="18734" y="844657"/>
                  </a:cubicBezTo>
                  <a:cubicBezTo>
                    <a:pt x="137276" y="736605"/>
                    <a:pt x="174431" y="574348"/>
                    <a:pt x="174431" y="425200"/>
                  </a:cubicBezTo>
                  <a:close/>
                </a:path>
              </a:pathLst>
            </a:custGeom>
            <a:solidFill>
              <a:srgbClr val="000000"/>
            </a:solidFill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181" name="Group 180" descr="\documentclass{article}&#10;\usepackage{amsmath,amssymb}&#10;\pagestyle{empty}&#10;\begin{document}&#10;&#10;\newcommand{\score}{\textrm{score}}&#10;\newcommand{\classify}{\textrm{classify}}&#10;\newcommand{\bx}{\mathbf{x}}&#10;&#10;\begin{align*}&#10;\sin(\alpha+\beta) &amp;= \sin\alpha\cos\beta+\cos\alpha\sin\beta \\&#10;\cos(\alpha+\beta) &amp;= \cos\alpha\cos\beta-\sin\alpha\sin\beta \\&#10;\end{align*}&#10;&#10;&#10;\end{document}" title="IguanaTex Vector Display">
            <a:extLst>
              <a:ext uri="{FF2B5EF4-FFF2-40B4-BE49-F238E27FC236}">
                <a16:creationId xmlns:a16="http://schemas.microsoft.com/office/drawing/2014/main" id="{DF795D93-1D6E-5439-5265-8B7AB6ED5630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3364289" y="5137236"/>
            <a:ext cx="5557087" cy="876822"/>
            <a:chOff x="8884134" y="4690998"/>
            <a:chExt cx="5557087" cy="876822"/>
          </a:xfrm>
        </p:grpSpPr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115E8E4A-198F-B8AB-96BA-D0AEEE760803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8923020" y="4796919"/>
              <a:ext cx="115480" cy="160984"/>
            </a:xfrm>
            <a:custGeom>
              <a:avLst/>
              <a:gdLst>
                <a:gd name="connsiteX0" fmla="*/ 61957 w 115480"/>
                <a:gd name="connsiteY0" fmla="*/ 89170 h 160984"/>
                <a:gd name="connsiteX1" fmla="*/ 98685 w 115480"/>
                <a:gd name="connsiteY1" fmla="*/ 121437 h 160984"/>
                <a:gd name="connsiteX2" fmla="*/ 58779 w 115480"/>
                <a:gd name="connsiteY2" fmla="*/ 153353 h 160984"/>
                <a:gd name="connsiteX3" fmla="*/ 9691 w 115480"/>
                <a:gd name="connsiteY3" fmla="*/ 103550 h 160984"/>
                <a:gd name="connsiteX4" fmla="*/ 4747 w 115480"/>
                <a:gd name="connsiteY4" fmla="*/ 97587 h 160984"/>
                <a:gd name="connsiteX5" fmla="*/ 156 w 115480"/>
                <a:gd name="connsiteY5" fmla="*/ 106356 h 160984"/>
                <a:gd name="connsiteX6" fmla="*/ 156 w 115480"/>
                <a:gd name="connsiteY6" fmla="*/ 152652 h 160984"/>
                <a:gd name="connsiteX7" fmla="*/ 4041 w 115480"/>
                <a:gd name="connsiteY7" fmla="*/ 161069 h 160984"/>
                <a:gd name="connsiteX8" fmla="*/ 12869 w 115480"/>
                <a:gd name="connsiteY8" fmla="*/ 154055 h 160984"/>
                <a:gd name="connsiteX9" fmla="*/ 19932 w 115480"/>
                <a:gd name="connsiteY9" fmla="*/ 145988 h 160984"/>
                <a:gd name="connsiteX10" fmla="*/ 58779 w 115480"/>
                <a:gd name="connsiteY10" fmla="*/ 161069 h 160984"/>
                <a:gd name="connsiteX11" fmla="*/ 115636 w 115480"/>
                <a:gd name="connsiteY11" fmla="*/ 112318 h 160984"/>
                <a:gd name="connsiteX12" fmla="*/ 100804 w 115480"/>
                <a:gd name="connsiteY12" fmla="*/ 78999 h 160984"/>
                <a:gd name="connsiteX13" fmla="*/ 60545 w 115480"/>
                <a:gd name="connsiteY13" fmla="*/ 62164 h 160984"/>
                <a:gd name="connsiteX14" fmla="*/ 17107 w 115480"/>
                <a:gd name="connsiteY14" fmla="*/ 33404 h 160984"/>
                <a:gd name="connsiteX15" fmla="*/ 56660 w 115480"/>
                <a:gd name="connsiteY15" fmla="*/ 6749 h 160984"/>
                <a:gd name="connsiteX16" fmla="*/ 97979 w 115480"/>
                <a:gd name="connsiteY16" fmla="*/ 49187 h 160984"/>
                <a:gd name="connsiteX17" fmla="*/ 102216 w 115480"/>
                <a:gd name="connsiteY17" fmla="*/ 52343 h 160984"/>
                <a:gd name="connsiteX18" fmla="*/ 106807 w 115480"/>
                <a:gd name="connsiteY18" fmla="*/ 43926 h 160984"/>
                <a:gd name="connsiteX19" fmla="*/ 106807 w 115480"/>
                <a:gd name="connsiteY19" fmla="*/ 8502 h 160984"/>
                <a:gd name="connsiteX20" fmla="*/ 102923 w 115480"/>
                <a:gd name="connsiteY20" fmla="*/ 85 h 160984"/>
                <a:gd name="connsiteX21" fmla="*/ 95860 w 115480"/>
                <a:gd name="connsiteY21" fmla="*/ 4293 h 160984"/>
                <a:gd name="connsiteX22" fmla="*/ 89856 w 115480"/>
                <a:gd name="connsiteY22" fmla="*/ 9905 h 160984"/>
                <a:gd name="connsiteX23" fmla="*/ 56660 w 115480"/>
                <a:gd name="connsiteY23" fmla="*/ 85 h 160984"/>
                <a:gd name="connsiteX24" fmla="*/ 156 w 115480"/>
                <a:gd name="connsiteY24" fmla="*/ 43224 h 160984"/>
                <a:gd name="connsiteX25" fmla="*/ 15341 w 115480"/>
                <a:gd name="connsiteY25" fmla="*/ 73036 h 160984"/>
                <a:gd name="connsiteX26" fmla="*/ 61957 w 115480"/>
                <a:gd name="connsiteY26" fmla="*/ 89170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480" h="160984">
                  <a:moveTo>
                    <a:pt x="61957" y="89170"/>
                  </a:moveTo>
                  <a:cubicBezTo>
                    <a:pt x="69727" y="90573"/>
                    <a:pt x="98685" y="96184"/>
                    <a:pt x="98685" y="121437"/>
                  </a:cubicBezTo>
                  <a:cubicBezTo>
                    <a:pt x="98685" y="139324"/>
                    <a:pt x="86325" y="153353"/>
                    <a:pt x="58779" y="153353"/>
                  </a:cubicBezTo>
                  <a:cubicBezTo>
                    <a:pt x="29114" y="153353"/>
                    <a:pt x="16401" y="133362"/>
                    <a:pt x="9691" y="103550"/>
                  </a:cubicBezTo>
                  <a:cubicBezTo>
                    <a:pt x="8632" y="98990"/>
                    <a:pt x="8278" y="97587"/>
                    <a:pt x="4747" y="97587"/>
                  </a:cubicBezTo>
                  <a:cubicBezTo>
                    <a:pt x="156" y="97587"/>
                    <a:pt x="156" y="100042"/>
                    <a:pt x="156" y="106356"/>
                  </a:cubicBezTo>
                  <a:lnTo>
                    <a:pt x="156" y="152652"/>
                  </a:lnTo>
                  <a:cubicBezTo>
                    <a:pt x="156" y="158614"/>
                    <a:pt x="156" y="161069"/>
                    <a:pt x="4041" y="161069"/>
                  </a:cubicBezTo>
                  <a:cubicBezTo>
                    <a:pt x="5806" y="161069"/>
                    <a:pt x="6160" y="160718"/>
                    <a:pt x="12869" y="154055"/>
                  </a:cubicBezTo>
                  <a:cubicBezTo>
                    <a:pt x="13576" y="153353"/>
                    <a:pt x="13576" y="152652"/>
                    <a:pt x="19932" y="145988"/>
                  </a:cubicBezTo>
                  <a:cubicBezTo>
                    <a:pt x="35471" y="160718"/>
                    <a:pt x="51363" y="161069"/>
                    <a:pt x="58779" y="161069"/>
                  </a:cubicBezTo>
                  <a:cubicBezTo>
                    <a:pt x="99391" y="161069"/>
                    <a:pt x="115636" y="137570"/>
                    <a:pt x="115636" y="112318"/>
                  </a:cubicBezTo>
                  <a:cubicBezTo>
                    <a:pt x="115636" y="93729"/>
                    <a:pt x="105042" y="83207"/>
                    <a:pt x="100804" y="78999"/>
                  </a:cubicBezTo>
                  <a:cubicBezTo>
                    <a:pt x="89150" y="67775"/>
                    <a:pt x="75377" y="64970"/>
                    <a:pt x="60545" y="62164"/>
                  </a:cubicBezTo>
                  <a:cubicBezTo>
                    <a:pt x="40768" y="58306"/>
                    <a:pt x="17107" y="53746"/>
                    <a:pt x="17107" y="33404"/>
                  </a:cubicBezTo>
                  <a:cubicBezTo>
                    <a:pt x="17107" y="21128"/>
                    <a:pt x="26289" y="6749"/>
                    <a:pt x="56660" y="6749"/>
                  </a:cubicBezTo>
                  <a:cubicBezTo>
                    <a:pt x="95507" y="6749"/>
                    <a:pt x="97272" y="38314"/>
                    <a:pt x="97979" y="49187"/>
                  </a:cubicBezTo>
                  <a:cubicBezTo>
                    <a:pt x="98332" y="52343"/>
                    <a:pt x="101510" y="52343"/>
                    <a:pt x="102216" y="52343"/>
                  </a:cubicBezTo>
                  <a:cubicBezTo>
                    <a:pt x="106807" y="52343"/>
                    <a:pt x="106807" y="50590"/>
                    <a:pt x="106807" y="43926"/>
                  </a:cubicBezTo>
                  <a:lnTo>
                    <a:pt x="106807" y="8502"/>
                  </a:lnTo>
                  <a:cubicBezTo>
                    <a:pt x="106807" y="2540"/>
                    <a:pt x="106807" y="85"/>
                    <a:pt x="102923" y="85"/>
                  </a:cubicBezTo>
                  <a:cubicBezTo>
                    <a:pt x="101157" y="85"/>
                    <a:pt x="100451" y="85"/>
                    <a:pt x="95860" y="4293"/>
                  </a:cubicBezTo>
                  <a:cubicBezTo>
                    <a:pt x="94800" y="5696"/>
                    <a:pt x="91269" y="8853"/>
                    <a:pt x="89856" y="9905"/>
                  </a:cubicBezTo>
                  <a:cubicBezTo>
                    <a:pt x="76436" y="85"/>
                    <a:pt x="61957" y="85"/>
                    <a:pt x="56660" y="85"/>
                  </a:cubicBezTo>
                  <a:cubicBezTo>
                    <a:pt x="13576" y="85"/>
                    <a:pt x="156" y="23584"/>
                    <a:pt x="156" y="43224"/>
                  </a:cubicBezTo>
                  <a:cubicBezTo>
                    <a:pt x="156" y="55500"/>
                    <a:pt x="5806" y="65320"/>
                    <a:pt x="15341" y="73036"/>
                  </a:cubicBezTo>
                  <a:cubicBezTo>
                    <a:pt x="26642" y="82155"/>
                    <a:pt x="36530" y="84260"/>
                    <a:pt x="61957" y="89170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454BB6FF-202F-C0B1-351E-E2314CF3D9B2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9062318" y="4719407"/>
              <a:ext cx="75574" cy="234637"/>
            </a:xfrm>
            <a:custGeom>
              <a:avLst/>
              <a:gdLst>
                <a:gd name="connsiteX0" fmla="*/ 51014 w 75574"/>
                <a:gd name="connsiteY0" fmla="*/ 79700 h 234637"/>
                <a:gd name="connsiteX1" fmla="*/ 1573 w 75574"/>
                <a:gd name="connsiteY1" fmla="*/ 83558 h 234637"/>
                <a:gd name="connsiteX2" fmla="*/ 1573 w 75574"/>
                <a:gd name="connsiteY2" fmla="*/ 94431 h 234637"/>
                <a:gd name="connsiteX3" fmla="*/ 27706 w 75574"/>
                <a:gd name="connsiteY3" fmla="*/ 113721 h 234637"/>
                <a:gd name="connsiteX4" fmla="*/ 27706 w 75574"/>
                <a:gd name="connsiteY4" fmla="*/ 208067 h 234637"/>
                <a:gd name="connsiteX5" fmla="*/ 160 w 75574"/>
                <a:gd name="connsiteY5" fmla="*/ 223850 h 234637"/>
                <a:gd name="connsiteX6" fmla="*/ 160 w 75574"/>
                <a:gd name="connsiteY6" fmla="*/ 234722 h 234637"/>
                <a:gd name="connsiteX7" fmla="*/ 39006 w 75574"/>
                <a:gd name="connsiteY7" fmla="*/ 233670 h 234637"/>
                <a:gd name="connsiteX8" fmla="*/ 75734 w 75574"/>
                <a:gd name="connsiteY8" fmla="*/ 234722 h 234637"/>
                <a:gd name="connsiteX9" fmla="*/ 75734 w 75574"/>
                <a:gd name="connsiteY9" fmla="*/ 223850 h 234637"/>
                <a:gd name="connsiteX10" fmla="*/ 51014 w 75574"/>
                <a:gd name="connsiteY10" fmla="*/ 208418 h 234637"/>
                <a:gd name="connsiteX11" fmla="*/ 51014 w 75574"/>
                <a:gd name="connsiteY11" fmla="*/ 79700 h 234637"/>
                <a:gd name="connsiteX12" fmla="*/ 52426 w 75574"/>
                <a:gd name="connsiteY12" fmla="*/ 18673 h 234637"/>
                <a:gd name="connsiteX13" fmla="*/ 33709 w 75574"/>
                <a:gd name="connsiteY13" fmla="*/ 85 h 234637"/>
                <a:gd name="connsiteX14" fmla="*/ 14992 w 75574"/>
                <a:gd name="connsiteY14" fmla="*/ 18673 h 234637"/>
                <a:gd name="connsiteX15" fmla="*/ 33709 w 75574"/>
                <a:gd name="connsiteY15" fmla="*/ 37262 h 234637"/>
                <a:gd name="connsiteX16" fmla="*/ 52426 w 75574"/>
                <a:gd name="connsiteY16" fmla="*/ 18673 h 234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5574" h="234637">
                  <a:moveTo>
                    <a:pt x="51014" y="79700"/>
                  </a:moveTo>
                  <a:lnTo>
                    <a:pt x="1573" y="83558"/>
                  </a:lnTo>
                  <a:lnTo>
                    <a:pt x="1573" y="94431"/>
                  </a:lnTo>
                  <a:cubicBezTo>
                    <a:pt x="24527" y="94431"/>
                    <a:pt x="27706" y="96535"/>
                    <a:pt x="27706" y="113721"/>
                  </a:cubicBezTo>
                  <a:lnTo>
                    <a:pt x="27706" y="208067"/>
                  </a:lnTo>
                  <a:cubicBezTo>
                    <a:pt x="27706" y="223850"/>
                    <a:pt x="23821" y="223850"/>
                    <a:pt x="160" y="223850"/>
                  </a:cubicBezTo>
                  <a:lnTo>
                    <a:pt x="160" y="234722"/>
                  </a:lnTo>
                  <a:cubicBezTo>
                    <a:pt x="11461" y="234371"/>
                    <a:pt x="30531" y="233670"/>
                    <a:pt x="39006" y="233670"/>
                  </a:cubicBezTo>
                  <a:cubicBezTo>
                    <a:pt x="51367" y="233670"/>
                    <a:pt x="63727" y="234371"/>
                    <a:pt x="75734" y="234722"/>
                  </a:cubicBezTo>
                  <a:lnTo>
                    <a:pt x="75734" y="223850"/>
                  </a:lnTo>
                  <a:cubicBezTo>
                    <a:pt x="52426" y="223850"/>
                    <a:pt x="51014" y="222096"/>
                    <a:pt x="51014" y="208418"/>
                  </a:cubicBezTo>
                  <a:lnTo>
                    <a:pt x="51014" y="79700"/>
                  </a:lnTo>
                  <a:close/>
                  <a:moveTo>
                    <a:pt x="52426" y="18673"/>
                  </a:moveTo>
                  <a:cubicBezTo>
                    <a:pt x="52426" y="7450"/>
                    <a:pt x="43597" y="85"/>
                    <a:pt x="33709" y="85"/>
                  </a:cubicBezTo>
                  <a:cubicBezTo>
                    <a:pt x="22762" y="85"/>
                    <a:pt x="14992" y="9554"/>
                    <a:pt x="14992" y="18673"/>
                  </a:cubicBezTo>
                  <a:cubicBezTo>
                    <a:pt x="14992" y="28143"/>
                    <a:pt x="22762" y="37262"/>
                    <a:pt x="33709" y="37262"/>
                  </a:cubicBezTo>
                  <a:cubicBezTo>
                    <a:pt x="43597" y="37262"/>
                    <a:pt x="52426" y="29897"/>
                    <a:pt x="52426" y="18673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C873A2BC-6E34-8CD6-85DB-F763486B483D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9160063" y="4799023"/>
              <a:ext cx="177634" cy="155022"/>
            </a:xfrm>
            <a:custGeom>
              <a:avLst/>
              <a:gdLst>
                <a:gd name="connsiteX0" fmla="*/ 27708 w 177634"/>
                <a:gd name="connsiteY0" fmla="*/ 34456 h 155022"/>
                <a:gd name="connsiteX1" fmla="*/ 27708 w 177634"/>
                <a:gd name="connsiteY1" fmla="*/ 128451 h 155022"/>
                <a:gd name="connsiteX2" fmla="*/ 163 w 177634"/>
                <a:gd name="connsiteY2" fmla="*/ 144234 h 155022"/>
                <a:gd name="connsiteX3" fmla="*/ 163 w 177634"/>
                <a:gd name="connsiteY3" fmla="*/ 155107 h 155022"/>
                <a:gd name="connsiteX4" fmla="*/ 40069 w 177634"/>
                <a:gd name="connsiteY4" fmla="*/ 154055 h 155022"/>
                <a:gd name="connsiteX5" fmla="*/ 79622 w 177634"/>
                <a:gd name="connsiteY5" fmla="*/ 155107 h 155022"/>
                <a:gd name="connsiteX6" fmla="*/ 79622 w 177634"/>
                <a:gd name="connsiteY6" fmla="*/ 144234 h 155022"/>
                <a:gd name="connsiteX7" fmla="*/ 52076 w 177634"/>
                <a:gd name="connsiteY7" fmla="*/ 128451 h 155022"/>
                <a:gd name="connsiteX8" fmla="*/ 52076 w 177634"/>
                <a:gd name="connsiteY8" fmla="*/ 63917 h 155022"/>
                <a:gd name="connsiteX9" fmla="*/ 99751 w 177634"/>
                <a:gd name="connsiteY9" fmla="*/ 7801 h 155022"/>
                <a:gd name="connsiteX10" fmla="*/ 125884 w 177634"/>
                <a:gd name="connsiteY10" fmla="*/ 46732 h 155022"/>
                <a:gd name="connsiteX11" fmla="*/ 125884 w 177634"/>
                <a:gd name="connsiteY11" fmla="*/ 128451 h 155022"/>
                <a:gd name="connsiteX12" fmla="*/ 98338 w 177634"/>
                <a:gd name="connsiteY12" fmla="*/ 144234 h 155022"/>
                <a:gd name="connsiteX13" fmla="*/ 98338 w 177634"/>
                <a:gd name="connsiteY13" fmla="*/ 155107 h 155022"/>
                <a:gd name="connsiteX14" fmla="*/ 138244 w 177634"/>
                <a:gd name="connsiteY14" fmla="*/ 154055 h 155022"/>
                <a:gd name="connsiteX15" fmla="*/ 177797 w 177634"/>
                <a:gd name="connsiteY15" fmla="*/ 155107 h 155022"/>
                <a:gd name="connsiteX16" fmla="*/ 177797 w 177634"/>
                <a:gd name="connsiteY16" fmla="*/ 144234 h 155022"/>
                <a:gd name="connsiteX17" fmla="*/ 150252 w 177634"/>
                <a:gd name="connsiteY17" fmla="*/ 133712 h 155022"/>
                <a:gd name="connsiteX18" fmla="*/ 150252 w 177634"/>
                <a:gd name="connsiteY18" fmla="*/ 66723 h 155022"/>
                <a:gd name="connsiteX19" fmla="*/ 139304 w 177634"/>
                <a:gd name="connsiteY19" fmla="*/ 13062 h 155022"/>
                <a:gd name="connsiteX20" fmla="*/ 102223 w 177634"/>
                <a:gd name="connsiteY20" fmla="*/ 85 h 155022"/>
                <a:gd name="connsiteX21" fmla="*/ 49957 w 177634"/>
                <a:gd name="connsiteY21" fmla="*/ 36911 h 155022"/>
                <a:gd name="connsiteX22" fmla="*/ 49957 w 177634"/>
                <a:gd name="connsiteY22" fmla="*/ 85 h 155022"/>
                <a:gd name="connsiteX23" fmla="*/ 163 w 177634"/>
                <a:gd name="connsiteY23" fmla="*/ 3943 h 155022"/>
                <a:gd name="connsiteX24" fmla="*/ 163 w 177634"/>
                <a:gd name="connsiteY24" fmla="*/ 14815 h 155022"/>
                <a:gd name="connsiteX25" fmla="*/ 27708 w 177634"/>
                <a:gd name="connsiteY25" fmla="*/ 34456 h 155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634" h="155022">
                  <a:moveTo>
                    <a:pt x="27708" y="34456"/>
                  </a:moveTo>
                  <a:lnTo>
                    <a:pt x="27708" y="128451"/>
                  </a:lnTo>
                  <a:cubicBezTo>
                    <a:pt x="27708" y="144234"/>
                    <a:pt x="23824" y="144234"/>
                    <a:pt x="163" y="144234"/>
                  </a:cubicBezTo>
                  <a:lnTo>
                    <a:pt x="163" y="155107"/>
                  </a:lnTo>
                  <a:cubicBezTo>
                    <a:pt x="12523" y="154756"/>
                    <a:pt x="30534" y="154055"/>
                    <a:pt x="40069" y="154055"/>
                  </a:cubicBezTo>
                  <a:cubicBezTo>
                    <a:pt x="49251" y="154055"/>
                    <a:pt x="67614" y="154756"/>
                    <a:pt x="79622" y="155107"/>
                  </a:cubicBezTo>
                  <a:lnTo>
                    <a:pt x="79622" y="144234"/>
                  </a:lnTo>
                  <a:cubicBezTo>
                    <a:pt x="55960" y="144234"/>
                    <a:pt x="52076" y="144234"/>
                    <a:pt x="52076" y="128451"/>
                  </a:cubicBezTo>
                  <a:lnTo>
                    <a:pt x="52076" y="63917"/>
                  </a:lnTo>
                  <a:cubicBezTo>
                    <a:pt x="52076" y="27442"/>
                    <a:pt x="77149" y="7801"/>
                    <a:pt x="99751" y="7801"/>
                  </a:cubicBezTo>
                  <a:cubicBezTo>
                    <a:pt x="122000" y="7801"/>
                    <a:pt x="125884" y="26740"/>
                    <a:pt x="125884" y="46732"/>
                  </a:cubicBezTo>
                  <a:lnTo>
                    <a:pt x="125884" y="128451"/>
                  </a:lnTo>
                  <a:cubicBezTo>
                    <a:pt x="125884" y="144234"/>
                    <a:pt x="122000" y="144234"/>
                    <a:pt x="98338" y="144234"/>
                  </a:cubicBezTo>
                  <a:lnTo>
                    <a:pt x="98338" y="155107"/>
                  </a:lnTo>
                  <a:cubicBezTo>
                    <a:pt x="110699" y="154756"/>
                    <a:pt x="128709" y="154055"/>
                    <a:pt x="138244" y="154055"/>
                  </a:cubicBezTo>
                  <a:cubicBezTo>
                    <a:pt x="147426" y="154055"/>
                    <a:pt x="165790" y="154756"/>
                    <a:pt x="177797" y="155107"/>
                  </a:cubicBezTo>
                  <a:lnTo>
                    <a:pt x="177797" y="144234"/>
                  </a:lnTo>
                  <a:cubicBezTo>
                    <a:pt x="159433" y="144234"/>
                    <a:pt x="150605" y="144234"/>
                    <a:pt x="150252" y="133712"/>
                  </a:cubicBezTo>
                  <a:lnTo>
                    <a:pt x="150252" y="66723"/>
                  </a:lnTo>
                  <a:cubicBezTo>
                    <a:pt x="150252" y="36560"/>
                    <a:pt x="150252" y="25688"/>
                    <a:pt x="139304" y="13062"/>
                  </a:cubicBezTo>
                  <a:cubicBezTo>
                    <a:pt x="134360" y="7099"/>
                    <a:pt x="122706" y="85"/>
                    <a:pt x="102223" y="85"/>
                  </a:cubicBezTo>
                  <a:cubicBezTo>
                    <a:pt x="76443" y="85"/>
                    <a:pt x="59845" y="15166"/>
                    <a:pt x="49957" y="36911"/>
                  </a:cubicBezTo>
                  <a:lnTo>
                    <a:pt x="49957" y="85"/>
                  </a:lnTo>
                  <a:lnTo>
                    <a:pt x="163" y="3943"/>
                  </a:lnTo>
                  <a:lnTo>
                    <a:pt x="163" y="14815"/>
                  </a:lnTo>
                  <a:cubicBezTo>
                    <a:pt x="24883" y="14815"/>
                    <a:pt x="27708" y="17270"/>
                    <a:pt x="27708" y="34456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219A84CA-ED1F-D72D-CD16-C37E4102CF44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9379919" y="4690998"/>
              <a:ext cx="81930" cy="350728"/>
            </a:xfrm>
            <a:custGeom>
              <a:avLst/>
              <a:gdLst>
                <a:gd name="connsiteX0" fmla="*/ 82099 w 81930"/>
                <a:gd name="connsiteY0" fmla="*/ 347306 h 350728"/>
                <a:gd name="connsiteX1" fmla="*/ 76096 w 81930"/>
                <a:gd name="connsiteY1" fmla="*/ 339590 h 350728"/>
                <a:gd name="connsiteX2" fmla="*/ 20651 w 81930"/>
                <a:gd name="connsiteY2" fmla="*/ 175449 h 350728"/>
                <a:gd name="connsiteX3" fmla="*/ 77508 w 81930"/>
                <a:gd name="connsiteY3" fmla="*/ 9554 h 350728"/>
                <a:gd name="connsiteX4" fmla="*/ 82099 w 81930"/>
                <a:gd name="connsiteY4" fmla="*/ 3592 h 350728"/>
                <a:gd name="connsiteX5" fmla="*/ 78568 w 81930"/>
                <a:gd name="connsiteY5" fmla="*/ 85 h 350728"/>
                <a:gd name="connsiteX6" fmla="*/ 22417 w 81930"/>
                <a:gd name="connsiteY6" fmla="*/ 68477 h 350728"/>
                <a:gd name="connsiteX7" fmla="*/ 168 w 81930"/>
                <a:gd name="connsiteY7" fmla="*/ 175449 h 350728"/>
                <a:gd name="connsiteX8" fmla="*/ 23476 w 81930"/>
                <a:gd name="connsiteY8" fmla="*/ 284876 h 350728"/>
                <a:gd name="connsiteX9" fmla="*/ 78568 w 81930"/>
                <a:gd name="connsiteY9" fmla="*/ 350813 h 350728"/>
                <a:gd name="connsiteX10" fmla="*/ 82099 w 81930"/>
                <a:gd name="connsiteY10" fmla="*/ 347306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930" h="350728">
                  <a:moveTo>
                    <a:pt x="82099" y="347306"/>
                  </a:moveTo>
                  <a:cubicBezTo>
                    <a:pt x="82099" y="346254"/>
                    <a:pt x="82099" y="345553"/>
                    <a:pt x="76096" y="339590"/>
                  </a:cubicBezTo>
                  <a:cubicBezTo>
                    <a:pt x="31952" y="295398"/>
                    <a:pt x="20651" y="229111"/>
                    <a:pt x="20651" y="175449"/>
                  </a:cubicBezTo>
                  <a:cubicBezTo>
                    <a:pt x="20651" y="114422"/>
                    <a:pt x="34071" y="53395"/>
                    <a:pt x="77508" y="9554"/>
                  </a:cubicBezTo>
                  <a:cubicBezTo>
                    <a:pt x="82099" y="5346"/>
                    <a:pt x="82099" y="4644"/>
                    <a:pt x="82099" y="3592"/>
                  </a:cubicBezTo>
                  <a:cubicBezTo>
                    <a:pt x="82099" y="1137"/>
                    <a:pt x="80686" y="85"/>
                    <a:pt x="78568" y="85"/>
                  </a:cubicBezTo>
                  <a:cubicBezTo>
                    <a:pt x="75036" y="85"/>
                    <a:pt x="43253" y="23934"/>
                    <a:pt x="22417" y="68477"/>
                  </a:cubicBezTo>
                  <a:cubicBezTo>
                    <a:pt x="4406" y="107057"/>
                    <a:pt x="168" y="145988"/>
                    <a:pt x="168" y="175449"/>
                  </a:cubicBezTo>
                  <a:cubicBezTo>
                    <a:pt x="168" y="202806"/>
                    <a:pt x="4053" y="245244"/>
                    <a:pt x="23476" y="284876"/>
                  </a:cubicBezTo>
                  <a:cubicBezTo>
                    <a:pt x="44665" y="328016"/>
                    <a:pt x="75036" y="350813"/>
                    <a:pt x="78568" y="350813"/>
                  </a:cubicBezTo>
                  <a:cubicBezTo>
                    <a:pt x="80686" y="350813"/>
                    <a:pt x="82099" y="349761"/>
                    <a:pt x="82099" y="347306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952B6526-222C-7390-A3E1-E13BE96BD74A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9496773" y="4799023"/>
              <a:ext cx="198117" cy="158880"/>
            </a:xfrm>
            <a:custGeom>
              <a:avLst/>
              <a:gdLst>
                <a:gd name="connsiteX0" fmla="*/ 154146 w 198117"/>
                <a:gd name="connsiteY0" fmla="*/ 72335 h 158880"/>
                <a:gd name="connsiteX1" fmla="*/ 95170 w 198117"/>
                <a:gd name="connsiteY1" fmla="*/ 85 h 158880"/>
                <a:gd name="connsiteX2" fmla="*/ 172 w 198117"/>
                <a:gd name="connsiteY2" fmla="*/ 99692 h 158880"/>
                <a:gd name="connsiteX3" fmla="*/ 57382 w 198117"/>
                <a:gd name="connsiteY3" fmla="*/ 158965 h 158880"/>
                <a:gd name="connsiteX4" fmla="*/ 131897 w 198117"/>
                <a:gd name="connsiteY4" fmla="*/ 129504 h 158880"/>
                <a:gd name="connsiteX5" fmla="*/ 164034 w 198117"/>
                <a:gd name="connsiteY5" fmla="*/ 158965 h 158880"/>
                <a:gd name="connsiteX6" fmla="*/ 193698 w 198117"/>
                <a:gd name="connsiteY6" fmla="*/ 134063 h 158880"/>
                <a:gd name="connsiteX7" fmla="*/ 189461 w 198117"/>
                <a:gd name="connsiteY7" fmla="*/ 130556 h 158880"/>
                <a:gd name="connsiteX8" fmla="*/ 184870 w 198117"/>
                <a:gd name="connsiteY8" fmla="*/ 134063 h 158880"/>
                <a:gd name="connsiteX9" fmla="*/ 165093 w 198117"/>
                <a:gd name="connsiteY9" fmla="*/ 151249 h 158880"/>
                <a:gd name="connsiteX10" fmla="*/ 154146 w 198117"/>
                <a:gd name="connsiteY10" fmla="*/ 115474 h 158880"/>
                <a:gd name="connsiteX11" fmla="*/ 157677 w 198117"/>
                <a:gd name="connsiteY11" fmla="*/ 103199 h 158880"/>
                <a:gd name="connsiteX12" fmla="*/ 198289 w 198117"/>
                <a:gd name="connsiteY12" fmla="*/ 20778 h 158880"/>
                <a:gd name="connsiteX13" fmla="*/ 194052 w 198117"/>
                <a:gd name="connsiteY13" fmla="*/ 17270 h 158880"/>
                <a:gd name="connsiteX14" fmla="*/ 188754 w 198117"/>
                <a:gd name="connsiteY14" fmla="*/ 24636 h 158880"/>
                <a:gd name="connsiteX15" fmla="*/ 154146 w 198117"/>
                <a:gd name="connsiteY15" fmla="*/ 94080 h 158880"/>
                <a:gd name="connsiteX16" fmla="*/ 154146 w 198117"/>
                <a:gd name="connsiteY16" fmla="*/ 72335 h 158880"/>
                <a:gd name="connsiteX17" fmla="*/ 130485 w 198117"/>
                <a:gd name="connsiteY17" fmla="*/ 120385 h 158880"/>
                <a:gd name="connsiteX18" fmla="*/ 58089 w 198117"/>
                <a:gd name="connsiteY18" fmla="*/ 151249 h 158880"/>
                <a:gd name="connsiteX19" fmla="*/ 26305 w 198117"/>
                <a:gd name="connsiteY19" fmla="*/ 113019 h 158880"/>
                <a:gd name="connsiteX20" fmla="*/ 46788 w 198117"/>
                <a:gd name="connsiteY20" fmla="*/ 40068 h 158880"/>
                <a:gd name="connsiteX21" fmla="*/ 94816 w 198117"/>
                <a:gd name="connsiteY21" fmla="*/ 7801 h 158880"/>
                <a:gd name="connsiteX22" fmla="*/ 129778 w 198117"/>
                <a:gd name="connsiteY22" fmla="*/ 81103 h 158880"/>
                <a:gd name="connsiteX23" fmla="*/ 130485 w 198117"/>
                <a:gd name="connsiteY23" fmla="*/ 120385 h 158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8117" h="158880">
                  <a:moveTo>
                    <a:pt x="154146" y="72335"/>
                  </a:moveTo>
                  <a:cubicBezTo>
                    <a:pt x="154146" y="17270"/>
                    <a:pt x="121303" y="85"/>
                    <a:pt x="95170" y="85"/>
                  </a:cubicBezTo>
                  <a:cubicBezTo>
                    <a:pt x="46788" y="85"/>
                    <a:pt x="172" y="50239"/>
                    <a:pt x="172" y="99692"/>
                  </a:cubicBezTo>
                  <a:cubicBezTo>
                    <a:pt x="172" y="132309"/>
                    <a:pt x="21361" y="158965"/>
                    <a:pt x="57382" y="158965"/>
                  </a:cubicBezTo>
                  <a:cubicBezTo>
                    <a:pt x="79631" y="158965"/>
                    <a:pt x="105058" y="150898"/>
                    <a:pt x="131897" y="129504"/>
                  </a:cubicBezTo>
                  <a:cubicBezTo>
                    <a:pt x="136488" y="148092"/>
                    <a:pt x="148142" y="158965"/>
                    <a:pt x="164034" y="158965"/>
                  </a:cubicBezTo>
                  <a:cubicBezTo>
                    <a:pt x="182751" y="158965"/>
                    <a:pt x="193698" y="139675"/>
                    <a:pt x="193698" y="134063"/>
                  </a:cubicBezTo>
                  <a:cubicBezTo>
                    <a:pt x="193698" y="131608"/>
                    <a:pt x="191580" y="130556"/>
                    <a:pt x="189461" y="130556"/>
                  </a:cubicBezTo>
                  <a:cubicBezTo>
                    <a:pt x="186989" y="130556"/>
                    <a:pt x="185929" y="131608"/>
                    <a:pt x="184870" y="134063"/>
                  </a:cubicBezTo>
                  <a:cubicBezTo>
                    <a:pt x="178513" y="151249"/>
                    <a:pt x="165800" y="151249"/>
                    <a:pt x="165093" y="151249"/>
                  </a:cubicBezTo>
                  <a:cubicBezTo>
                    <a:pt x="154146" y="151249"/>
                    <a:pt x="154146" y="123892"/>
                    <a:pt x="154146" y="115474"/>
                  </a:cubicBezTo>
                  <a:cubicBezTo>
                    <a:pt x="154146" y="108109"/>
                    <a:pt x="154146" y="107408"/>
                    <a:pt x="157677" y="103199"/>
                  </a:cubicBezTo>
                  <a:cubicBezTo>
                    <a:pt x="190873" y="61813"/>
                    <a:pt x="198289" y="21128"/>
                    <a:pt x="198289" y="20778"/>
                  </a:cubicBezTo>
                  <a:cubicBezTo>
                    <a:pt x="198289" y="20076"/>
                    <a:pt x="197936" y="17270"/>
                    <a:pt x="194052" y="17270"/>
                  </a:cubicBezTo>
                  <a:cubicBezTo>
                    <a:pt x="190520" y="17270"/>
                    <a:pt x="190520" y="18323"/>
                    <a:pt x="188754" y="24636"/>
                  </a:cubicBezTo>
                  <a:cubicBezTo>
                    <a:pt x="182398" y="46732"/>
                    <a:pt x="170744" y="73387"/>
                    <a:pt x="154146" y="94080"/>
                  </a:cubicBezTo>
                  <a:lnTo>
                    <a:pt x="154146" y="72335"/>
                  </a:lnTo>
                  <a:close/>
                  <a:moveTo>
                    <a:pt x="130485" y="120385"/>
                  </a:moveTo>
                  <a:cubicBezTo>
                    <a:pt x="99407" y="147391"/>
                    <a:pt x="72215" y="151249"/>
                    <a:pt x="58089" y="151249"/>
                  </a:cubicBezTo>
                  <a:cubicBezTo>
                    <a:pt x="36900" y="151249"/>
                    <a:pt x="26305" y="135466"/>
                    <a:pt x="26305" y="113019"/>
                  </a:cubicBezTo>
                  <a:cubicBezTo>
                    <a:pt x="26305" y="95834"/>
                    <a:pt x="35487" y="57955"/>
                    <a:pt x="46788" y="40068"/>
                  </a:cubicBezTo>
                  <a:cubicBezTo>
                    <a:pt x="63386" y="14465"/>
                    <a:pt x="82456" y="7801"/>
                    <a:pt x="94816" y="7801"/>
                  </a:cubicBezTo>
                  <a:cubicBezTo>
                    <a:pt x="129778" y="7801"/>
                    <a:pt x="129778" y="53746"/>
                    <a:pt x="129778" y="81103"/>
                  </a:cubicBezTo>
                  <a:cubicBezTo>
                    <a:pt x="129778" y="94080"/>
                    <a:pt x="129778" y="114422"/>
                    <a:pt x="130485" y="120385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BDCC5268-AE63-514B-651D-779C64D426B0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9807764" y="4749570"/>
              <a:ext cx="234845" cy="233585"/>
            </a:xfrm>
            <a:custGeom>
              <a:avLst/>
              <a:gdLst>
                <a:gd name="connsiteX0" fmla="*/ 124843 w 234845"/>
                <a:gd name="connsiteY0" fmla="*/ 123892 h 233585"/>
                <a:gd name="connsiteX1" fmla="*/ 223372 w 234845"/>
                <a:gd name="connsiteY1" fmla="*/ 123892 h 233585"/>
                <a:gd name="connsiteX2" fmla="*/ 235026 w 234845"/>
                <a:gd name="connsiteY2" fmla="*/ 116877 h 233585"/>
                <a:gd name="connsiteX3" fmla="*/ 223372 w 234845"/>
                <a:gd name="connsiteY3" fmla="*/ 109863 h 233585"/>
                <a:gd name="connsiteX4" fmla="*/ 124843 w 234845"/>
                <a:gd name="connsiteY4" fmla="*/ 109863 h 233585"/>
                <a:gd name="connsiteX5" fmla="*/ 124843 w 234845"/>
                <a:gd name="connsiteY5" fmla="*/ 11659 h 233585"/>
                <a:gd name="connsiteX6" fmla="*/ 117780 w 234845"/>
                <a:gd name="connsiteY6" fmla="*/ 85 h 233585"/>
                <a:gd name="connsiteX7" fmla="*/ 110717 w 234845"/>
                <a:gd name="connsiteY7" fmla="*/ 11659 h 233585"/>
                <a:gd name="connsiteX8" fmla="*/ 110717 w 234845"/>
                <a:gd name="connsiteY8" fmla="*/ 109863 h 233585"/>
                <a:gd name="connsiteX9" fmla="*/ 11835 w 234845"/>
                <a:gd name="connsiteY9" fmla="*/ 109863 h 233585"/>
                <a:gd name="connsiteX10" fmla="*/ 181 w 234845"/>
                <a:gd name="connsiteY10" fmla="*/ 116877 h 233585"/>
                <a:gd name="connsiteX11" fmla="*/ 11835 w 234845"/>
                <a:gd name="connsiteY11" fmla="*/ 123892 h 233585"/>
                <a:gd name="connsiteX12" fmla="*/ 110717 w 234845"/>
                <a:gd name="connsiteY12" fmla="*/ 123892 h 233585"/>
                <a:gd name="connsiteX13" fmla="*/ 110717 w 234845"/>
                <a:gd name="connsiteY13" fmla="*/ 222096 h 233585"/>
                <a:gd name="connsiteX14" fmla="*/ 117780 w 234845"/>
                <a:gd name="connsiteY14" fmla="*/ 233670 h 233585"/>
                <a:gd name="connsiteX15" fmla="*/ 124843 w 234845"/>
                <a:gd name="connsiteY15" fmla="*/ 222096 h 233585"/>
                <a:gd name="connsiteX16" fmla="*/ 124843 w 234845"/>
                <a:gd name="connsiteY16" fmla="*/ 123892 h 23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4845" h="233585">
                  <a:moveTo>
                    <a:pt x="124843" y="123892"/>
                  </a:moveTo>
                  <a:lnTo>
                    <a:pt x="223372" y="123892"/>
                  </a:lnTo>
                  <a:cubicBezTo>
                    <a:pt x="228316" y="123892"/>
                    <a:pt x="235026" y="123892"/>
                    <a:pt x="235026" y="116877"/>
                  </a:cubicBezTo>
                  <a:cubicBezTo>
                    <a:pt x="235026" y="109863"/>
                    <a:pt x="228316" y="109863"/>
                    <a:pt x="223372" y="109863"/>
                  </a:cubicBezTo>
                  <a:lnTo>
                    <a:pt x="124843" y="109863"/>
                  </a:lnTo>
                  <a:lnTo>
                    <a:pt x="124843" y="11659"/>
                  </a:lnTo>
                  <a:cubicBezTo>
                    <a:pt x="124843" y="6749"/>
                    <a:pt x="124843" y="85"/>
                    <a:pt x="117780" y="85"/>
                  </a:cubicBezTo>
                  <a:cubicBezTo>
                    <a:pt x="110717" y="85"/>
                    <a:pt x="110717" y="6749"/>
                    <a:pt x="110717" y="11659"/>
                  </a:cubicBezTo>
                  <a:lnTo>
                    <a:pt x="110717" y="109863"/>
                  </a:lnTo>
                  <a:lnTo>
                    <a:pt x="11835" y="109863"/>
                  </a:lnTo>
                  <a:cubicBezTo>
                    <a:pt x="6891" y="109863"/>
                    <a:pt x="181" y="109863"/>
                    <a:pt x="181" y="116877"/>
                  </a:cubicBezTo>
                  <a:cubicBezTo>
                    <a:pt x="181" y="123892"/>
                    <a:pt x="6891" y="123892"/>
                    <a:pt x="11835" y="123892"/>
                  </a:cubicBezTo>
                  <a:lnTo>
                    <a:pt x="110717" y="123892"/>
                  </a:lnTo>
                  <a:lnTo>
                    <a:pt x="110717" y="222096"/>
                  </a:lnTo>
                  <a:cubicBezTo>
                    <a:pt x="110717" y="227006"/>
                    <a:pt x="110717" y="233670"/>
                    <a:pt x="117780" y="233670"/>
                  </a:cubicBezTo>
                  <a:cubicBezTo>
                    <a:pt x="124843" y="233670"/>
                    <a:pt x="124843" y="227006"/>
                    <a:pt x="124843" y="222096"/>
                  </a:cubicBezTo>
                  <a:lnTo>
                    <a:pt x="124843" y="123892"/>
                  </a:ln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B10B5D0-D087-6A80-3AA6-7B686713D6FF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0151687" y="4706431"/>
              <a:ext cx="192511" cy="315655"/>
            </a:xfrm>
            <a:custGeom>
              <a:avLst/>
              <a:gdLst>
                <a:gd name="connsiteX0" fmla="*/ 192702 w 192511"/>
                <a:gd name="connsiteY0" fmla="*/ 48135 h 315655"/>
                <a:gd name="connsiteX1" fmla="*/ 144674 w 192511"/>
                <a:gd name="connsiteY1" fmla="*/ 85 h 315655"/>
                <a:gd name="connsiteX2" fmla="*/ 101943 w 192511"/>
                <a:gd name="connsiteY2" fmla="*/ 14815 h 315655"/>
                <a:gd name="connsiteX3" fmla="*/ 56386 w 192511"/>
                <a:gd name="connsiteY3" fmla="*/ 89521 h 315655"/>
                <a:gd name="connsiteX4" fmla="*/ 235 w 192511"/>
                <a:gd name="connsiteY4" fmla="*/ 312233 h 315655"/>
                <a:gd name="connsiteX5" fmla="*/ 4473 w 192511"/>
                <a:gd name="connsiteY5" fmla="*/ 315741 h 315655"/>
                <a:gd name="connsiteX6" fmla="*/ 8711 w 192511"/>
                <a:gd name="connsiteY6" fmla="*/ 313987 h 315655"/>
                <a:gd name="connsiteX7" fmla="*/ 33432 w 192511"/>
                <a:gd name="connsiteY7" fmla="*/ 217186 h 315655"/>
                <a:gd name="connsiteX8" fmla="*/ 81460 w 192511"/>
                <a:gd name="connsiteY8" fmla="*/ 251206 h 315655"/>
                <a:gd name="connsiteX9" fmla="*/ 149618 w 192511"/>
                <a:gd name="connsiteY9" fmla="*/ 223499 h 315655"/>
                <a:gd name="connsiteX10" fmla="*/ 177870 w 192511"/>
                <a:gd name="connsiteY10" fmla="*/ 158965 h 315655"/>
                <a:gd name="connsiteX11" fmla="*/ 152090 w 192511"/>
                <a:gd name="connsiteY11" fmla="*/ 106706 h 315655"/>
                <a:gd name="connsiteX12" fmla="*/ 192702 w 192511"/>
                <a:gd name="connsiteY12" fmla="*/ 48135 h 315655"/>
                <a:gd name="connsiteX13" fmla="*/ 129135 w 192511"/>
                <a:gd name="connsiteY13" fmla="*/ 106356 h 315655"/>
                <a:gd name="connsiteX14" fmla="*/ 112184 w 192511"/>
                <a:gd name="connsiteY14" fmla="*/ 108811 h 315655"/>
                <a:gd name="connsiteX15" fmla="*/ 96645 w 192511"/>
                <a:gd name="connsiteY15" fmla="*/ 107408 h 315655"/>
                <a:gd name="connsiteX16" fmla="*/ 113950 w 192511"/>
                <a:gd name="connsiteY16" fmla="*/ 104602 h 315655"/>
                <a:gd name="connsiteX17" fmla="*/ 129135 w 192511"/>
                <a:gd name="connsiteY17" fmla="*/ 106356 h 315655"/>
                <a:gd name="connsiteX18" fmla="*/ 172926 w 192511"/>
                <a:gd name="connsiteY18" fmla="*/ 40068 h 315655"/>
                <a:gd name="connsiteX19" fmla="*/ 141142 w 192511"/>
                <a:gd name="connsiteY19" fmla="*/ 100744 h 315655"/>
                <a:gd name="connsiteX20" fmla="*/ 113950 w 192511"/>
                <a:gd name="connsiteY20" fmla="*/ 96535 h 315655"/>
                <a:gd name="connsiteX21" fmla="*/ 86757 w 192511"/>
                <a:gd name="connsiteY21" fmla="*/ 107758 h 315655"/>
                <a:gd name="connsiteX22" fmla="*/ 111125 w 192511"/>
                <a:gd name="connsiteY22" fmla="*/ 116527 h 315655"/>
                <a:gd name="connsiteX23" fmla="*/ 140083 w 192511"/>
                <a:gd name="connsiteY23" fmla="*/ 111967 h 315655"/>
                <a:gd name="connsiteX24" fmla="*/ 155622 w 192511"/>
                <a:gd name="connsiteY24" fmla="*/ 151600 h 315655"/>
                <a:gd name="connsiteX25" fmla="*/ 137964 w 192511"/>
                <a:gd name="connsiteY25" fmla="*/ 211925 h 315655"/>
                <a:gd name="connsiteX26" fmla="*/ 80401 w 192511"/>
                <a:gd name="connsiteY26" fmla="*/ 243490 h 315655"/>
                <a:gd name="connsiteX27" fmla="*/ 40141 w 192511"/>
                <a:gd name="connsiteY27" fmla="*/ 198246 h 315655"/>
                <a:gd name="connsiteX28" fmla="*/ 41907 w 192511"/>
                <a:gd name="connsiteY28" fmla="*/ 182814 h 315655"/>
                <a:gd name="connsiteX29" fmla="*/ 64509 w 192511"/>
                <a:gd name="connsiteY29" fmla="*/ 94080 h 315655"/>
                <a:gd name="connsiteX30" fmla="*/ 140083 w 192511"/>
                <a:gd name="connsiteY30" fmla="*/ 8151 h 315655"/>
                <a:gd name="connsiteX31" fmla="*/ 172926 w 192511"/>
                <a:gd name="connsiteY31" fmla="*/ 40068 h 31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92511" h="315655">
                  <a:moveTo>
                    <a:pt x="192702" y="48135"/>
                  </a:moveTo>
                  <a:cubicBezTo>
                    <a:pt x="192702" y="21830"/>
                    <a:pt x="173279" y="85"/>
                    <a:pt x="144674" y="85"/>
                  </a:cubicBezTo>
                  <a:cubicBezTo>
                    <a:pt x="124191" y="85"/>
                    <a:pt x="114303" y="5696"/>
                    <a:pt x="101943" y="14815"/>
                  </a:cubicBezTo>
                  <a:cubicBezTo>
                    <a:pt x="82519" y="28844"/>
                    <a:pt x="63096" y="62865"/>
                    <a:pt x="56386" y="89521"/>
                  </a:cubicBezTo>
                  <a:lnTo>
                    <a:pt x="235" y="312233"/>
                  </a:lnTo>
                  <a:cubicBezTo>
                    <a:pt x="-118" y="313636"/>
                    <a:pt x="1648" y="315741"/>
                    <a:pt x="4473" y="315741"/>
                  </a:cubicBezTo>
                  <a:cubicBezTo>
                    <a:pt x="7298" y="315741"/>
                    <a:pt x="8358" y="315039"/>
                    <a:pt x="8711" y="313987"/>
                  </a:cubicBezTo>
                  <a:lnTo>
                    <a:pt x="33432" y="217186"/>
                  </a:lnTo>
                  <a:cubicBezTo>
                    <a:pt x="40141" y="238230"/>
                    <a:pt x="55680" y="251206"/>
                    <a:pt x="81460" y="251206"/>
                  </a:cubicBezTo>
                  <a:cubicBezTo>
                    <a:pt x="107240" y="251206"/>
                    <a:pt x="133726" y="238931"/>
                    <a:pt x="149618" y="223499"/>
                  </a:cubicBezTo>
                  <a:cubicBezTo>
                    <a:pt x="166569" y="207365"/>
                    <a:pt x="177870" y="184919"/>
                    <a:pt x="177870" y="158965"/>
                  </a:cubicBezTo>
                  <a:cubicBezTo>
                    <a:pt x="177870" y="133712"/>
                    <a:pt x="164804" y="115474"/>
                    <a:pt x="152090" y="106706"/>
                  </a:cubicBezTo>
                  <a:cubicBezTo>
                    <a:pt x="172573" y="95132"/>
                    <a:pt x="192702" y="73387"/>
                    <a:pt x="192702" y="48135"/>
                  </a:cubicBezTo>
                  <a:close/>
                  <a:moveTo>
                    <a:pt x="129135" y="106356"/>
                  </a:moveTo>
                  <a:cubicBezTo>
                    <a:pt x="124544" y="108109"/>
                    <a:pt x="120660" y="108811"/>
                    <a:pt x="112184" y="108811"/>
                  </a:cubicBezTo>
                  <a:cubicBezTo>
                    <a:pt x="107240" y="108811"/>
                    <a:pt x="100177" y="109161"/>
                    <a:pt x="96645" y="107408"/>
                  </a:cubicBezTo>
                  <a:cubicBezTo>
                    <a:pt x="97352" y="103900"/>
                    <a:pt x="110065" y="104602"/>
                    <a:pt x="113950" y="104602"/>
                  </a:cubicBezTo>
                  <a:cubicBezTo>
                    <a:pt x="121366" y="104602"/>
                    <a:pt x="124544" y="104602"/>
                    <a:pt x="129135" y="106356"/>
                  </a:cubicBezTo>
                  <a:close/>
                  <a:moveTo>
                    <a:pt x="172926" y="40068"/>
                  </a:moveTo>
                  <a:cubicBezTo>
                    <a:pt x="172926" y="64619"/>
                    <a:pt x="159506" y="89871"/>
                    <a:pt x="141142" y="100744"/>
                  </a:cubicBezTo>
                  <a:cubicBezTo>
                    <a:pt x="131607" y="97237"/>
                    <a:pt x="124544" y="96535"/>
                    <a:pt x="113950" y="96535"/>
                  </a:cubicBezTo>
                  <a:cubicBezTo>
                    <a:pt x="106534" y="96535"/>
                    <a:pt x="86757" y="96184"/>
                    <a:pt x="86757" y="107758"/>
                  </a:cubicBezTo>
                  <a:cubicBezTo>
                    <a:pt x="86404" y="117579"/>
                    <a:pt x="104768" y="116527"/>
                    <a:pt x="111125" y="116527"/>
                  </a:cubicBezTo>
                  <a:cubicBezTo>
                    <a:pt x="124191" y="116527"/>
                    <a:pt x="129488" y="116176"/>
                    <a:pt x="140083" y="111967"/>
                  </a:cubicBezTo>
                  <a:cubicBezTo>
                    <a:pt x="153503" y="124593"/>
                    <a:pt x="155268" y="135466"/>
                    <a:pt x="155622" y="151600"/>
                  </a:cubicBezTo>
                  <a:cubicBezTo>
                    <a:pt x="156328" y="171942"/>
                    <a:pt x="147852" y="198246"/>
                    <a:pt x="137964" y="211925"/>
                  </a:cubicBezTo>
                  <a:cubicBezTo>
                    <a:pt x="124191" y="230864"/>
                    <a:pt x="100530" y="243490"/>
                    <a:pt x="80401" y="243490"/>
                  </a:cubicBezTo>
                  <a:cubicBezTo>
                    <a:pt x="53561" y="243490"/>
                    <a:pt x="40141" y="223148"/>
                    <a:pt x="40141" y="198246"/>
                  </a:cubicBezTo>
                  <a:cubicBezTo>
                    <a:pt x="40141" y="194739"/>
                    <a:pt x="40141" y="189478"/>
                    <a:pt x="41907" y="182814"/>
                  </a:cubicBezTo>
                  <a:lnTo>
                    <a:pt x="64509" y="94080"/>
                  </a:lnTo>
                  <a:cubicBezTo>
                    <a:pt x="72278" y="63917"/>
                    <a:pt x="97705" y="8151"/>
                    <a:pt x="140083" y="8151"/>
                  </a:cubicBezTo>
                  <a:cubicBezTo>
                    <a:pt x="160566" y="8151"/>
                    <a:pt x="172926" y="19024"/>
                    <a:pt x="172926" y="40068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3BA68B91-151A-A891-B99A-33F3A78F5005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0379656" y="4690998"/>
              <a:ext cx="81930" cy="350728"/>
            </a:xfrm>
            <a:custGeom>
              <a:avLst/>
              <a:gdLst>
                <a:gd name="connsiteX0" fmla="*/ 82128 w 81930"/>
                <a:gd name="connsiteY0" fmla="*/ 175449 h 350728"/>
                <a:gd name="connsiteX1" fmla="*/ 58820 w 81930"/>
                <a:gd name="connsiteY1" fmla="*/ 66022 h 350728"/>
                <a:gd name="connsiteX2" fmla="*/ 3728 w 81930"/>
                <a:gd name="connsiteY2" fmla="*/ 85 h 350728"/>
                <a:gd name="connsiteX3" fmla="*/ 197 w 81930"/>
                <a:gd name="connsiteY3" fmla="*/ 3592 h 350728"/>
                <a:gd name="connsiteX4" fmla="*/ 6907 w 81930"/>
                <a:gd name="connsiteY4" fmla="*/ 11659 h 350728"/>
                <a:gd name="connsiteX5" fmla="*/ 61645 w 81930"/>
                <a:gd name="connsiteY5" fmla="*/ 175449 h 350728"/>
                <a:gd name="connsiteX6" fmla="*/ 4788 w 81930"/>
                <a:gd name="connsiteY6" fmla="*/ 341344 h 350728"/>
                <a:gd name="connsiteX7" fmla="*/ 197 w 81930"/>
                <a:gd name="connsiteY7" fmla="*/ 347306 h 350728"/>
                <a:gd name="connsiteX8" fmla="*/ 3728 w 81930"/>
                <a:gd name="connsiteY8" fmla="*/ 350813 h 350728"/>
                <a:gd name="connsiteX9" fmla="*/ 59879 w 81930"/>
                <a:gd name="connsiteY9" fmla="*/ 282421 h 350728"/>
                <a:gd name="connsiteX10" fmla="*/ 82128 w 81930"/>
                <a:gd name="connsiteY10" fmla="*/ 175449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930" h="350728">
                  <a:moveTo>
                    <a:pt x="82128" y="175449"/>
                  </a:moveTo>
                  <a:cubicBezTo>
                    <a:pt x="82128" y="148092"/>
                    <a:pt x="78243" y="105654"/>
                    <a:pt x="58820" y="66022"/>
                  </a:cubicBezTo>
                  <a:cubicBezTo>
                    <a:pt x="37631" y="22882"/>
                    <a:pt x="7260" y="85"/>
                    <a:pt x="3728" y="85"/>
                  </a:cubicBezTo>
                  <a:cubicBezTo>
                    <a:pt x="1609" y="85"/>
                    <a:pt x="197" y="1488"/>
                    <a:pt x="197" y="3592"/>
                  </a:cubicBezTo>
                  <a:cubicBezTo>
                    <a:pt x="197" y="4644"/>
                    <a:pt x="197" y="5346"/>
                    <a:pt x="6907" y="11659"/>
                  </a:cubicBezTo>
                  <a:cubicBezTo>
                    <a:pt x="41515" y="46381"/>
                    <a:pt x="61645" y="102147"/>
                    <a:pt x="61645" y="175449"/>
                  </a:cubicBezTo>
                  <a:cubicBezTo>
                    <a:pt x="61645" y="235424"/>
                    <a:pt x="48578" y="297152"/>
                    <a:pt x="4788" y="341344"/>
                  </a:cubicBezTo>
                  <a:cubicBezTo>
                    <a:pt x="197" y="345553"/>
                    <a:pt x="197" y="346254"/>
                    <a:pt x="197" y="347306"/>
                  </a:cubicBezTo>
                  <a:cubicBezTo>
                    <a:pt x="197" y="349411"/>
                    <a:pt x="1609" y="350813"/>
                    <a:pt x="3728" y="350813"/>
                  </a:cubicBezTo>
                  <a:cubicBezTo>
                    <a:pt x="7260" y="350813"/>
                    <a:pt x="39043" y="326964"/>
                    <a:pt x="59879" y="282421"/>
                  </a:cubicBezTo>
                  <a:cubicBezTo>
                    <a:pt x="77890" y="243841"/>
                    <a:pt x="82128" y="204910"/>
                    <a:pt x="82128" y="175449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6C772456-16EA-0734-9480-597F038478EE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0614734" y="4825328"/>
              <a:ext cx="234845" cy="82070"/>
            </a:xfrm>
            <a:custGeom>
              <a:avLst/>
              <a:gdLst>
                <a:gd name="connsiteX0" fmla="*/ 223041 w 234845"/>
                <a:gd name="connsiteY0" fmla="*/ 14114 h 82070"/>
                <a:gd name="connsiteX1" fmla="*/ 235048 w 234845"/>
                <a:gd name="connsiteY1" fmla="*/ 7099 h 82070"/>
                <a:gd name="connsiteX2" fmla="*/ 223394 w 234845"/>
                <a:gd name="connsiteY2" fmla="*/ 85 h 82070"/>
                <a:gd name="connsiteX3" fmla="*/ 11857 w 234845"/>
                <a:gd name="connsiteY3" fmla="*/ 85 h 82070"/>
                <a:gd name="connsiteX4" fmla="*/ 203 w 234845"/>
                <a:gd name="connsiteY4" fmla="*/ 7099 h 82070"/>
                <a:gd name="connsiteX5" fmla="*/ 12211 w 234845"/>
                <a:gd name="connsiteY5" fmla="*/ 14114 h 82070"/>
                <a:gd name="connsiteX6" fmla="*/ 223041 w 234845"/>
                <a:gd name="connsiteY6" fmla="*/ 14114 h 82070"/>
                <a:gd name="connsiteX7" fmla="*/ 223394 w 234845"/>
                <a:gd name="connsiteY7" fmla="*/ 82155 h 82070"/>
                <a:gd name="connsiteX8" fmla="*/ 235048 w 234845"/>
                <a:gd name="connsiteY8" fmla="*/ 75141 h 82070"/>
                <a:gd name="connsiteX9" fmla="*/ 223041 w 234845"/>
                <a:gd name="connsiteY9" fmla="*/ 68126 h 82070"/>
                <a:gd name="connsiteX10" fmla="*/ 12211 w 234845"/>
                <a:gd name="connsiteY10" fmla="*/ 68126 h 82070"/>
                <a:gd name="connsiteX11" fmla="*/ 203 w 234845"/>
                <a:gd name="connsiteY11" fmla="*/ 75141 h 82070"/>
                <a:gd name="connsiteX12" fmla="*/ 11857 w 234845"/>
                <a:gd name="connsiteY12" fmla="*/ 82155 h 82070"/>
                <a:gd name="connsiteX13" fmla="*/ 223394 w 234845"/>
                <a:gd name="connsiteY13" fmla="*/ 82155 h 8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845" h="82070">
                  <a:moveTo>
                    <a:pt x="223041" y="14114"/>
                  </a:moveTo>
                  <a:cubicBezTo>
                    <a:pt x="228339" y="14114"/>
                    <a:pt x="235048" y="14114"/>
                    <a:pt x="235048" y="7099"/>
                  </a:cubicBezTo>
                  <a:cubicBezTo>
                    <a:pt x="235048" y="85"/>
                    <a:pt x="228339" y="85"/>
                    <a:pt x="223394" y="85"/>
                  </a:cubicBezTo>
                  <a:lnTo>
                    <a:pt x="11857" y="85"/>
                  </a:lnTo>
                  <a:cubicBezTo>
                    <a:pt x="6913" y="85"/>
                    <a:pt x="203" y="85"/>
                    <a:pt x="203" y="7099"/>
                  </a:cubicBezTo>
                  <a:cubicBezTo>
                    <a:pt x="203" y="14114"/>
                    <a:pt x="6913" y="14114"/>
                    <a:pt x="12211" y="14114"/>
                  </a:cubicBezTo>
                  <a:lnTo>
                    <a:pt x="223041" y="14114"/>
                  </a:lnTo>
                  <a:close/>
                  <a:moveTo>
                    <a:pt x="223394" y="82155"/>
                  </a:moveTo>
                  <a:cubicBezTo>
                    <a:pt x="228339" y="82155"/>
                    <a:pt x="235048" y="82155"/>
                    <a:pt x="235048" y="75141"/>
                  </a:cubicBezTo>
                  <a:cubicBezTo>
                    <a:pt x="235048" y="68126"/>
                    <a:pt x="228339" y="68126"/>
                    <a:pt x="223041" y="68126"/>
                  </a:cubicBezTo>
                  <a:lnTo>
                    <a:pt x="12211" y="68126"/>
                  </a:lnTo>
                  <a:cubicBezTo>
                    <a:pt x="6913" y="68126"/>
                    <a:pt x="203" y="68126"/>
                    <a:pt x="203" y="75141"/>
                  </a:cubicBezTo>
                  <a:cubicBezTo>
                    <a:pt x="203" y="82155"/>
                    <a:pt x="6913" y="82155"/>
                    <a:pt x="11857" y="82155"/>
                  </a:cubicBezTo>
                  <a:lnTo>
                    <a:pt x="223394" y="82155"/>
                  </a:ln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13193E3D-6C38-C57E-0789-9179C1449749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0979380" y="4796919"/>
              <a:ext cx="115480" cy="160984"/>
            </a:xfrm>
            <a:custGeom>
              <a:avLst/>
              <a:gdLst>
                <a:gd name="connsiteX0" fmla="*/ 62015 w 115480"/>
                <a:gd name="connsiteY0" fmla="*/ 89170 h 160984"/>
                <a:gd name="connsiteX1" fmla="*/ 98743 w 115480"/>
                <a:gd name="connsiteY1" fmla="*/ 121437 h 160984"/>
                <a:gd name="connsiteX2" fmla="*/ 58837 w 115480"/>
                <a:gd name="connsiteY2" fmla="*/ 153353 h 160984"/>
                <a:gd name="connsiteX3" fmla="*/ 9749 w 115480"/>
                <a:gd name="connsiteY3" fmla="*/ 103550 h 160984"/>
                <a:gd name="connsiteX4" fmla="*/ 4805 w 115480"/>
                <a:gd name="connsiteY4" fmla="*/ 97587 h 160984"/>
                <a:gd name="connsiteX5" fmla="*/ 214 w 115480"/>
                <a:gd name="connsiteY5" fmla="*/ 106356 h 160984"/>
                <a:gd name="connsiteX6" fmla="*/ 214 w 115480"/>
                <a:gd name="connsiteY6" fmla="*/ 152652 h 160984"/>
                <a:gd name="connsiteX7" fmla="*/ 4099 w 115480"/>
                <a:gd name="connsiteY7" fmla="*/ 161069 h 160984"/>
                <a:gd name="connsiteX8" fmla="*/ 12927 w 115480"/>
                <a:gd name="connsiteY8" fmla="*/ 154055 h 160984"/>
                <a:gd name="connsiteX9" fmla="*/ 19990 w 115480"/>
                <a:gd name="connsiteY9" fmla="*/ 145988 h 160984"/>
                <a:gd name="connsiteX10" fmla="*/ 58837 w 115480"/>
                <a:gd name="connsiteY10" fmla="*/ 161069 h 160984"/>
                <a:gd name="connsiteX11" fmla="*/ 115694 w 115480"/>
                <a:gd name="connsiteY11" fmla="*/ 112318 h 160984"/>
                <a:gd name="connsiteX12" fmla="*/ 100862 w 115480"/>
                <a:gd name="connsiteY12" fmla="*/ 78999 h 160984"/>
                <a:gd name="connsiteX13" fmla="*/ 60603 w 115480"/>
                <a:gd name="connsiteY13" fmla="*/ 62164 h 160984"/>
                <a:gd name="connsiteX14" fmla="*/ 17165 w 115480"/>
                <a:gd name="connsiteY14" fmla="*/ 33404 h 160984"/>
                <a:gd name="connsiteX15" fmla="*/ 56718 w 115480"/>
                <a:gd name="connsiteY15" fmla="*/ 6749 h 160984"/>
                <a:gd name="connsiteX16" fmla="*/ 98037 w 115480"/>
                <a:gd name="connsiteY16" fmla="*/ 49187 h 160984"/>
                <a:gd name="connsiteX17" fmla="*/ 102274 w 115480"/>
                <a:gd name="connsiteY17" fmla="*/ 52343 h 160984"/>
                <a:gd name="connsiteX18" fmla="*/ 106865 w 115480"/>
                <a:gd name="connsiteY18" fmla="*/ 43926 h 160984"/>
                <a:gd name="connsiteX19" fmla="*/ 106865 w 115480"/>
                <a:gd name="connsiteY19" fmla="*/ 8502 h 160984"/>
                <a:gd name="connsiteX20" fmla="*/ 102981 w 115480"/>
                <a:gd name="connsiteY20" fmla="*/ 85 h 160984"/>
                <a:gd name="connsiteX21" fmla="*/ 95918 w 115480"/>
                <a:gd name="connsiteY21" fmla="*/ 4293 h 160984"/>
                <a:gd name="connsiteX22" fmla="*/ 89914 w 115480"/>
                <a:gd name="connsiteY22" fmla="*/ 9905 h 160984"/>
                <a:gd name="connsiteX23" fmla="*/ 56718 w 115480"/>
                <a:gd name="connsiteY23" fmla="*/ 85 h 160984"/>
                <a:gd name="connsiteX24" fmla="*/ 214 w 115480"/>
                <a:gd name="connsiteY24" fmla="*/ 43224 h 160984"/>
                <a:gd name="connsiteX25" fmla="*/ 15399 w 115480"/>
                <a:gd name="connsiteY25" fmla="*/ 73036 h 160984"/>
                <a:gd name="connsiteX26" fmla="*/ 62015 w 115480"/>
                <a:gd name="connsiteY26" fmla="*/ 89170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480" h="160984">
                  <a:moveTo>
                    <a:pt x="62015" y="89170"/>
                  </a:moveTo>
                  <a:cubicBezTo>
                    <a:pt x="69785" y="90573"/>
                    <a:pt x="98743" y="96184"/>
                    <a:pt x="98743" y="121437"/>
                  </a:cubicBezTo>
                  <a:cubicBezTo>
                    <a:pt x="98743" y="139324"/>
                    <a:pt x="86383" y="153353"/>
                    <a:pt x="58837" y="153353"/>
                  </a:cubicBezTo>
                  <a:cubicBezTo>
                    <a:pt x="29172" y="153353"/>
                    <a:pt x="16459" y="133362"/>
                    <a:pt x="9749" y="103550"/>
                  </a:cubicBezTo>
                  <a:cubicBezTo>
                    <a:pt x="8690" y="98990"/>
                    <a:pt x="8336" y="97587"/>
                    <a:pt x="4805" y="97587"/>
                  </a:cubicBezTo>
                  <a:cubicBezTo>
                    <a:pt x="214" y="97587"/>
                    <a:pt x="214" y="100042"/>
                    <a:pt x="214" y="106356"/>
                  </a:cubicBezTo>
                  <a:lnTo>
                    <a:pt x="214" y="152652"/>
                  </a:lnTo>
                  <a:cubicBezTo>
                    <a:pt x="214" y="158614"/>
                    <a:pt x="214" y="161069"/>
                    <a:pt x="4099" y="161069"/>
                  </a:cubicBezTo>
                  <a:cubicBezTo>
                    <a:pt x="5864" y="161069"/>
                    <a:pt x="6218" y="160718"/>
                    <a:pt x="12927" y="154055"/>
                  </a:cubicBezTo>
                  <a:cubicBezTo>
                    <a:pt x="13634" y="153353"/>
                    <a:pt x="13634" y="152652"/>
                    <a:pt x="19990" y="145988"/>
                  </a:cubicBezTo>
                  <a:cubicBezTo>
                    <a:pt x="35529" y="160718"/>
                    <a:pt x="51421" y="161069"/>
                    <a:pt x="58837" y="161069"/>
                  </a:cubicBezTo>
                  <a:cubicBezTo>
                    <a:pt x="99449" y="161069"/>
                    <a:pt x="115694" y="137570"/>
                    <a:pt x="115694" y="112318"/>
                  </a:cubicBezTo>
                  <a:cubicBezTo>
                    <a:pt x="115694" y="93729"/>
                    <a:pt x="105100" y="83207"/>
                    <a:pt x="100862" y="78999"/>
                  </a:cubicBezTo>
                  <a:cubicBezTo>
                    <a:pt x="89208" y="67775"/>
                    <a:pt x="75435" y="64970"/>
                    <a:pt x="60603" y="62164"/>
                  </a:cubicBezTo>
                  <a:cubicBezTo>
                    <a:pt x="40826" y="58306"/>
                    <a:pt x="17165" y="53746"/>
                    <a:pt x="17165" y="33404"/>
                  </a:cubicBezTo>
                  <a:cubicBezTo>
                    <a:pt x="17165" y="21128"/>
                    <a:pt x="26347" y="6749"/>
                    <a:pt x="56718" y="6749"/>
                  </a:cubicBezTo>
                  <a:cubicBezTo>
                    <a:pt x="95565" y="6749"/>
                    <a:pt x="97330" y="38314"/>
                    <a:pt x="98037" y="49187"/>
                  </a:cubicBezTo>
                  <a:cubicBezTo>
                    <a:pt x="98390" y="52343"/>
                    <a:pt x="101568" y="52343"/>
                    <a:pt x="102274" y="52343"/>
                  </a:cubicBezTo>
                  <a:cubicBezTo>
                    <a:pt x="106865" y="52343"/>
                    <a:pt x="106865" y="50590"/>
                    <a:pt x="106865" y="43926"/>
                  </a:cubicBezTo>
                  <a:lnTo>
                    <a:pt x="106865" y="8502"/>
                  </a:lnTo>
                  <a:cubicBezTo>
                    <a:pt x="106865" y="2540"/>
                    <a:pt x="106865" y="85"/>
                    <a:pt x="102981" y="85"/>
                  </a:cubicBezTo>
                  <a:cubicBezTo>
                    <a:pt x="101215" y="85"/>
                    <a:pt x="100509" y="85"/>
                    <a:pt x="95918" y="4293"/>
                  </a:cubicBezTo>
                  <a:cubicBezTo>
                    <a:pt x="94858" y="5696"/>
                    <a:pt x="91327" y="8853"/>
                    <a:pt x="89914" y="9905"/>
                  </a:cubicBezTo>
                  <a:cubicBezTo>
                    <a:pt x="76494" y="85"/>
                    <a:pt x="62015" y="85"/>
                    <a:pt x="56718" y="85"/>
                  </a:cubicBezTo>
                  <a:cubicBezTo>
                    <a:pt x="13634" y="85"/>
                    <a:pt x="214" y="23584"/>
                    <a:pt x="214" y="43224"/>
                  </a:cubicBezTo>
                  <a:cubicBezTo>
                    <a:pt x="214" y="55500"/>
                    <a:pt x="5864" y="65320"/>
                    <a:pt x="15399" y="73036"/>
                  </a:cubicBezTo>
                  <a:cubicBezTo>
                    <a:pt x="26700" y="82155"/>
                    <a:pt x="36588" y="84260"/>
                    <a:pt x="62015" y="89170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ECA6EDCA-0CC3-4D5D-C1A2-23ED6EE1748B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1118678" y="4719407"/>
              <a:ext cx="75574" cy="234637"/>
            </a:xfrm>
            <a:custGeom>
              <a:avLst/>
              <a:gdLst>
                <a:gd name="connsiteX0" fmla="*/ 51072 w 75574"/>
                <a:gd name="connsiteY0" fmla="*/ 79700 h 234637"/>
                <a:gd name="connsiteX1" fmla="*/ 1631 w 75574"/>
                <a:gd name="connsiteY1" fmla="*/ 83558 h 234637"/>
                <a:gd name="connsiteX2" fmla="*/ 1631 w 75574"/>
                <a:gd name="connsiteY2" fmla="*/ 94431 h 234637"/>
                <a:gd name="connsiteX3" fmla="*/ 27764 w 75574"/>
                <a:gd name="connsiteY3" fmla="*/ 113721 h 234637"/>
                <a:gd name="connsiteX4" fmla="*/ 27764 w 75574"/>
                <a:gd name="connsiteY4" fmla="*/ 208067 h 234637"/>
                <a:gd name="connsiteX5" fmla="*/ 218 w 75574"/>
                <a:gd name="connsiteY5" fmla="*/ 223850 h 234637"/>
                <a:gd name="connsiteX6" fmla="*/ 218 w 75574"/>
                <a:gd name="connsiteY6" fmla="*/ 234722 h 234637"/>
                <a:gd name="connsiteX7" fmla="*/ 39064 w 75574"/>
                <a:gd name="connsiteY7" fmla="*/ 233670 h 234637"/>
                <a:gd name="connsiteX8" fmla="*/ 75792 w 75574"/>
                <a:gd name="connsiteY8" fmla="*/ 234722 h 234637"/>
                <a:gd name="connsiteX9" fmla="*/ 75792 w 75574"/>
                <a:gd name="connsiteY9" fmla="*/ 223850 h 234637"/>
                <a:gd name="connsiteX10" fmla="*/ 51072 w 75574"/>
                <a:gd name="connsiteY10" fmla="*/ 208418 h 234637"/>
                <a:gd name="connsiteX11" fmla="*/ 51072 w 75574"/>
                <a:gd name="connsiteY11" fmla="*/ 79700 h 234637"/>
                <a:gd name="connsiteX12" fmla="*/ 52484 w 75574"/>
                <a:gd name="connsiteY12" fmla="*/ 18673 h 234637"/>
                <a:gd name="connsiteX13" fmla="*/ 33767 w 75574"/>
                <a:gd name="connsiteY13" fmla="*/ 85 h 234637"/>
                <a:gd name="connsiteX14" fmla="*/ 15050 w 75574"/>
                <a:gd name="connsiteY14" fmla="*/ 18673 h 234637"/>
                <a:gd name="connsiteX15" fmla="*/ 33767 w 75574"/>
                <a:gd name="connsiteY15" fmla="*/ 37262 h 234637"/>
                <a:gd name="connsiteX16" fmla="*/ 52484 w 75574"/>
                <a:gd name="connsiteY16" fmla="*/ 18673 h 234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5574" h="234637">
                  <a:moveTo>
                    <a:pt x="51072" y="79700"/>
                  </a:moveTo>
                  <a:lnTo>
                    <a:pt x="1631" y="83558"/>
                  </a:lnTo>
                  <a:lnTo>
                    <a:pt x="1631" y="94431"/>
                  </a:lnTo>
                  <a:cubicBezTo>
                    <a:pt x="24585" y="94431"/>
                    <a:pt x="27764" y="96535"/>
                    <a:pt x="27764" y="113721"/>
                  </a:cubicBezTo>
                  <a:lnTo>
                    <a:pt x="27764" y="208067"/>
                  </a:lnTo>
                  <a:cubicBezTo>
                    <a:pt x="27764" y="223850"/>
                    <a:pt x="23879" y="223850"/>
                    <a:pt x="218" y="223850"/>
                  </a:cubicBezTo>
                  <a:lnTo>
                    <a:pt x="218" y="234722"/>
                  </a:lnTo>
                  <a:cubicBezTo>
                    <a:pt x="11519" y="234371"/>
                    <a:pt x="30589" y="233670"/>
                    <a:pt x="39064" y="233670"/>
                  </a:cubicBezTo>
                  <a:cubicBezTo>
                    <a:pt x="51425" y="233670"/>
                    <a:pt x="63785" y="234371"/>
                    <a:pt x="75792" y="234722"/>
                  </a:cubicBezTo>
                  <a:lnTo>
                    <a:pt x="75792" y="223850"/>
                  </a:lnTo>
                  <a:cubicBezTo>
                    <a:pt x="52484" y="223850"/>
                    <a:pt x="51072" y="222096"/>
                    <a:pt x="51072" y="208418"/>
                  </a:cubicBezTo>
                  <a:lnTo>
                    <a:pt x="51072" y="79700"/>
                  </a:lnTo>
                  <a:close/>
                  <a:moveTo>
                    <a:pt x="52484" y="18673"/>
                  </a:moveTo>
                  <a:cubicBezTo>
                    <a:pt x="52484" y="7450"/>
                    <a:pt x="43655" y="85"/>
                    <a:pt x="33767" y="85"/>
                  </a:cubicBezTo>
                  <a:cubicBezTo>
                    <a:pt x="22820" y="85"/>
                    <a:pt x="15050" y="9554"/>
                    <a:pt x="15050" y="18673"/>
                  </a:cubicBezTo>
                  <a:cubicBezTo>
                    <a:pt x="15050" y="28143"/>
                    <a:pt x="22820" y="37262"/>
                    <a:pt x="33767" y="37262"/>
                  </a:cubicBezTo>
                  <a:cubicBezTo>
                    <a:pt x="43655" y="37262"/>
                    <a:pt x="52484" y="29897"/>
                    <a:pt x="52484" y="18673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8FD8E449-0161-E783-94B7-AAD4B28584E3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1216423" y="4799023"/>
              <a:ext cx="177634" cy="155022"/>
            </a:xfrm>
            <a:custGeom>
              <a:avLst/>
              <a:gdLst>
                <a:gd name="connsiteX0" fmla="*/ 27766 w 177634"/>
                <a:gd name="connsiteY0" fmla="*/ 34456 h 155022"/>
                <a:gd name="connsiteX1" fmla="*/ 27766 w 177634"/>
                <a:gd name="connsiteY1" fmla="*/ 128451 h 155022"/>
                <a:gd name="connsiteX2" fmla="*/ 221 w 177634"/>
                <a:gd name="connsiteY2" fmla="*/ 144234 h 155022"/>
                <a:gd name="connsiteX3" fmla="*/ 221 w 177634"/>
                <a:gd name="connsiteY3" fmla="*/ 155107 h 155022"/>
                <a:gd name="connsiteX4" fmla="*/ 40127 w 177634"/>
                <a:gd name="connsiteY4" fmla="*/ 154055 h 155022"/>
                <a:gd name="connsiteX5" fmla="*/ 79680 w 177634"/>
                <a:gd name="connsiteY5" fmla="*/ 155107 h 155022"/>
                <a:gd name="connsiteX6" fmla="*/ 79680 w 177634"/>
                <a:gd name="connsiteY6" fmla="*/ 144234 h 155022"/>
                <a:gd name="connsiteX7" fmla="*/ 52134 w 177634"/>
                <a:gd name="connsiteY7" fmla="*/ 128451 h 155022"/>
                <a:gd name="connsiteX8" fmla="*/ 52134 w 177634"/>
                <a:gd name="connsiteY8" fmla="*/ 63917 h 155022"/>
                <a:gd name="connsiteX9" fmla="*/ 99809 w 177634"/>
                <a:gd name="connsiteY9" fmla="*/ 7801 h 155022"/>
                <a:gd name="connsiteX10" fmla="*/ 125942 w 177634"/>
                <a:gd name="connsiteY10" fmla="*/ 46732 h 155022"/>
                <a:gd name="connsiteX11" fmla="*/ 125942 w 177634"/>
                <a:gd name="connsiteY11" fmla="*/ 128451 h 155022"/>
                <a:gd name="connsiteX12" fmla="*/ 98396 w 177634"/>
                <a:gd name="connsiteY12" fmla="*/ 144234 h 155022"/>
                <a:gd name="connsiteX13" fmla="*/ 98396 w 177634"/>
                <a:gd name="connsiteY13" fmla="*/ 155107 h 155022"/>
                <a:gd name="connsiteX14" fmla="*/ 138303 w 177634"/>
                <a:gd name="connsiteY14" fmla="*/ 154055 h 155022"/>
                <a:gd name="connsiteX15" fmla="*/ 177855 w 177634"/>
                <a:gd name="connsiteY15" fmla="*/ 155107 h 155022"/>
                <a:gd name="connsiteX16" fmla="*/ 177855 w 177634"/>
                <a:gd name="connsiteY16" fmla="*/ 144234 h 155022"/>
                <a:gd name="connsiteX17" fmla="*/ 150310 w 177634"/>
                <a:gd name="connsiteY17" fmla="*/ 133712 h 155022"/>
                <a:gd name="connsiteX18" fmla="*/ 150310 w 177634"/>
                <a:gd name="connsiteY18" fmla="*/ 66723 h 155022"/>
                <a:gd name="connsiteX19" fmla="*/ 139362 w 177634"/>
                <a:gd name="connsiteY19" fmla="*/ 13062 h 155022"/>
                <a:gd name="connsiteX20" fmla="*/ 102281 w 177634"/>
                <a:gd name="connsiteY20" fmla="*/ 85 h 155022"/>
                <a:gd name="connsiteX21" fmla="*/ 50015 w 177634"/>
                <a:gd name="connsiteY21" fmla="*/ 36911 h 155022"/>
                <a:gd name="connsiteX22" fmla="*/ 50015 w 177634"/>
                <a:gd name="connsiteY22" fmla="*/ 85 h 155022"/>
                <a:gd name="connsiteX23" fmla="*/ 221 w 177634"/>
                <a:gd name="connsiteY23" fmla="*/ 3943 h 155022"/>
                <a:gd name="connsiteX24" fmla="*/ 221 w 177634"/>
                <a:gd name="connsiteY24" fmla="*/ 14815 h 155022"/>
                <a:gd name="connsiteX25" fmla="*/ 27766 w 177634"/>
                <a:gd name="connsiteY25" fmla="*/ 34456 h 155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634" h="155022">
                  <a:moveTo>
                    <a:pt x="27766" y="34456"/>
                  </a:moveTo>
                  <a:lnTo>
                    <a:pt x="27766" y="128451"/>
                  </a:lnTo>
                  <a:cubicBezTo>
                    <a:pt x="27766" y="144234"/>
                    <a:pt x="23882" y="144234"/>
                    <a:pt x="221" y="144234"/>
                  </a:cubicBezTo>
                  <a:lnTo>
                    <a:pt x="221" y="155107"/>
                  </a:lnTo>
                  <a:cubicBezTo>
                    <a:pt x="12581" y="154756"/>
                    <a:pt x="30592" y="154055"/>
                    <a:pt x="40127" y="154055"/>
                  </a:cubicBezTo>
                  <a:cubicBezTo>
                    <a:pt x="49309" y="154055"/>
                    <a:pt x="67672" y="154756"/>
                    <a:pt x="79680" y="155107"/>
                  </a:cubicBezTo>
                  <a:lnTo>
                    <a:pt x="79680" y="144234"/>
                  </a:lnTo>
                  <a:cubicBezTo>
                    <a:pt x="56018" y="144234"/>
                    <a:pt x="52134" y="144234"/>
                    <a:pt x="52134" y="128451"/>
                  </a:cubicBezTo>
                  <a:lnTo>
                    <a:pt x="52134" y="63917"/>
                  </a:lnTo>
                  <a:cubicBezTo>
                    <a:pt x="52134" y="27442"/>
                    <a:pt x="77207" y="7801"/>
                    <a:pt x="99809" y="7801"/>
                  </a:cubicBezTo>
                  <a:cubicBezTo>
                    <a:pt x="122058" y="7801"/>
                    <a:pt x="125942" y="26740"/>
                    <a:pt x="125942" y="46732"/>
                  </a:cubicBezTo>
                  <a:lnTo>
                    <a:pt x="125942" y="128451"/>
                  </a:lnTo>
                  <a:cubicBezTo>
                    <a:pt x="125942" y="144234"/>
                    <a:pt x="122058" y="144234"/>
                    <a:pt x="98396" y="144234"/>
                  </a:cubicBezTo>
                  <a:lnTo>
                    <a:pt x="98396" y="155107"/>
                  </a:lnTo>
                  <a:cubicBezTo>
                    <a:pt x="110757" y="154756"/>
                    <a:pt x="128767" y="154055"/>
                    <a:pt x="138303" y="154055"/>
                  </a:cubicBezTo>
                  <a:cubicBezTo>
                    <a:pt x="147484" y="154055"/>
                    <a:pt x="165848" y="154756"/>
                    <a:pt x="177855" y="155107"/>
                  </a:cubicBezTo>
                  <a:lnTo>
                    <a:pt x="177855" y="144234"/>
                  </a:lnTo>
                  <a:cubicBezTo>
                    <a:pt x="159492" y="144234"/>
                    <a:pt x="150663" y="144234"/>
                    <a:pt x="150310" y="133712"/>
                  </a:cubicBezTo>
                  <a:lnTo>
                    <a:pt x="150310" y="66723"/>
                  </a:lnTo>
                  <a:cubicBezTo>
                    <a:pt x="150310" y="36560"/>
                    <a:pt x="150310" y="25688"/>
                    <a:pt x="139362" y="13062"/>
                  </a:cubicBezTo>
                  <a:cubicBezTo>
                    <a:pt x="134418" y="7099"/>
                    <a:pt x="122764" y="85"/>
                    <a:pt x="102281" y="85"/>
                  </a:cubicBezTo>
                  <a:cubicBezTo>
                    <a:pt x="76501" y="85"/>
                    <a:pt x="59903" y="15166"/>
                    <a:pt x="50015" y="36911"/>
                  </a:cubicBezTo>
                  <a:lnTo>
                    <a:pt x="50015" y="85"/>
                  </a:lnTo>
                  <a:lnTo>
                    <a:pt x="221" y="3943"/>
                  </a:lnTo>
                  <a:lnTo>
                    <a:pt x="221" y="14815"/>
                  </a:lnTo>
                  <a:cubicBezTo>
                    <a:pt x="24941" y="14815"/>
                    <a:pt x="27766" y="17270"/>
                    <a:pt x="27766" y="34456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41B4A9A9-880F-94DE-1CF3-B995EE795999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1474653" y="4799023"/>
              <a:ext cx="198117" cy="158880"/>
            </a:xfrm>
            <a:custGeom>
              <a:avLst/>
              <a:gdLst>
                <a:gd name="connsiteX0" fmla="*/ 154201 w 198117"/>
                <a:gd name="connsiteY0" fmla="*/ 72335 h 158880"/>
                <a:gd name="connsiteX1" fmla="*/ 95225 w 198117"/>
                <a:gd name="connsiteY1" fmla="*/ 85 h 158880"/>
                <a:gd name="connsiteX2" fmla="*/ 228 w 198117"/>
                <a:gd name="connsiteY2" fmla="*/ 99692 h 158880"/>
                <a:gd name="connsiteX3" fmla="*/ 57438 w 198117"/>
                <a:gd name="connsiteY3" fmla="*/ 158965 h 158880"/>
                <a:gd name="connsiteX4" fmla="*/ 131953 w 198117"/>
                <a:gd name="connsiteY4" fmla="*/ 129504 h 158880"/>
                <a:gd name="connsiteX5" fmla="*/ 164090 w 198117"/>
                <a:gd name="connsiteY5" fmla="*/ 158965 h 158880"/>
                <a:gd name="connsiteX6" fmla="*/ 193754 w 198117"/>
                <a:gd name="connsiteY6" fmla="*/ 134063 h 158880"/>
                <a:gd name="connsiteX7" fmla="*/ 189516 w 198117"/>
                <a:gd name="connsiteY7" fmla="*/ 130556 h 158880"/>
                <a:gd name="connsiteX8" fmla="*/ 184926 w 198117"/>
                <a:gd name="connsiteY8" fmla="*/ 134063 h 158880"/>
                <a:gd name="connsiteX9" fmla="*/ 165149 w 198117"/>
                <a:gd name="connsiteY9" fmla="*/ 151249 h 158880"/>
                <a:gd name="connsiteX10" fmla="*/ 154201 w 198117"/>
                <a:gd name="connsiteY10" fmla="*/ 115474 h 158880"/>
                <a:gd name="connsiteX11" fmla="*/ 157733 w 198117"/>
                <a:gd name="connsiteY11" fmla="*/ 103199 h 158880"/>
                <a:gd name="connsiteX12" fmla="*/ 198345 w 198117"/>
                <a:gd name="connsiteY12" fmla="*/ 20778 h 158880"/>
                <a:gd name="connsiteX13" fmla="*/ 194107 w 198117"/>
                <a:gd name="connsiteY13" fmla="*/ 17270 h 158880"/>
                <a:gd name="connsiteX14" fmla="*/ 188810 w 198117"/>
                <a:gd name="connsiteY14" fmla="*/ 24636 h 158880"/>
                <a:gd name="connsiteX15" fmla="*/ 154201 w 198117"/>
                <a:gd name="connsiteY15" fmla="*/ 94080 h 158880"/>
                <a:gd name="connsiteX16" fmla="*/ 154201 w 198117"/>
                <a:gd name="connsiteY16" fmla="*/ 72335 h 158880"/>
                <a:gd name="connsiteX17" fmla="*/ 130540 w 198117"/>
                <a:gd name="connsiteY17" fmla="*/ 120385 h 158880"/>
                <a:gd name="connsiteX18" fmla="*/ 58145 w 198117"/>
                <a:gd name="connsiteY18" fmla="*/ 151249 h 158880"/>
                <a:gd name="connsiteX19" fmla="*/ 26361 w 198117"/>
                <a:gd name="connsiteY19" fmla="*/ 113019 h 158880"/>
                <a:gd name="connsiteX20" fmla="*/ 46844 w 198117"/>
                <a:gd name="connsiteY20" fmla="*/ 40068 h 158880"/>
                <a:gd name="connsiteX21" fmla="*/ 94872 w 198117"/>
                <a:gd name="connsiteY21" fmla="*/ 7801 h 158880"/>
                <a:gd name="connsiteX22" fmla="*/ 129834 w 198117"/>
                <a:gd name="connsiteY22" fmla="*/ 81103 h 158880"/>
                <a:gd name="connsiteX23" fmla="*/ 130540 w 198117"/>
                <a:gd name="connsiteY23" fmla="*/ 120385 h 158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8117" h="158880">
                  <a:moveTo>
                    <a:pt x="154201" y="72335"/>
                  </a:moveTo>
                  <a:cubicBezTo>
                    <a:pt x="154201" y="17270"/>
                    <a:pt x="121358" y="85"/>
                    <a:pt x="95225" y="85"/>
                  </a:cubicBezTo>
                  <a:cubicBezTo>
                    <a:pt x="46844" y="85"/>
                    <a:pt x="228" y="50239"/>
                    <a:pt x="228" y="99692"/>
                  </a:cubicBezTo>
                  <a:cubicBezTo>
                    <a:pt x="228" y="132309"/>
                    <a:pt x="21417" y="158965"/>
                    <a:pt x="57438" y="158965"/>
                  </a:cubicBezTo>
                  <a:cubicBezTo>
                    <a:pt x="79687" y="158965"/>
                    <a:pt x="105114" y="150898"/>
                    <a:pt x="131953" y="129504"/>
                  </a:cubicBezTo>
                  <a:cubicBezTo>
                    <a:pt x="136544" y="148092"/>
                    <a:pt x="148198" y="158965"/>
                    <a:pt x="164090" y="158965"/>
                  </a:cubicBezTo>
                  <a:cubicBezTo>
                    <a:pt x="182807" y="158965"/>
                    <a:pt x="193754" y="139675"/>
                    <a:pt x="193754" y="134063"/>
                  </a:cubicBezTo>
                  <a:cubicBezTo>
                    <a:pt x="193754" y="131608"/>
                    <a:pt x="191635" y="130556"/>
                    <a:pt x="189516" y="130556"/>
                  </a:cubicBezTo>
                  <a:cubicBezTo>
                    <a:pt x="187044" y="130556"/>
                    <a:pt x="185985" y="131608"/>
                    <a:pt x="184926" y="134063"/>
                  </a:cubicBezTo>
                  <a:cubicBezTo>
                    <a:pt x="178569" y="151249"/>
                    <a:pt x="165855" y="151249"/>
                    <a:pt x="165149" y="151249"/>
                  </a:cubicBezTo>
                  <a:cubicBezTo>
                    <a:pt x="154201" y="151249"/>
                    <a:pt x="154201" y="123892"/>
                    <a:pt x="154201" y="115474"/>
                  </a:cubicBezTo>
                  <a:cubicBezTo>
                    <a:pt x="154201" y="108109"/>
                    <a:pt x="154201" y="107408"/>
                    <a:pt x="157733" y="103199"/>
                  </a:cubicBezTo>
                  <a:cubicBezTo>
                    <a:pt x="190929" y="61813"/>
                    <a:pt x="198345" y="21128"/>
                    <a:pt x="198345" y="20778"/>
                  </a:cubicBezTo>
                  <a:cubicBezTo>
                    <a:pt x="198345" y="20076"/>
                    <a:pt x="197992" y="17270"/>
                    <a:pt x="194107" y="17270"/>
                  </a:cubicBezTo>
                  <a:cubicBezTo>
                    <a:pt x="190576" y="17270"/>
                    <a:pt x="190576" y="18323"/>
                    <a:pt x="188810" y="24636"/>
                  </a:cubicBezTo>
                  <a:cubicBezTo>
                    <a:pt x="182453" y="46732"/>
                    <a:pt x="170800" y="73387"/>
                    <a:pt x="154201" y="94080"/>
                  </a:cubicBezTo>
                  <a:lnTo>
                    <a:pt x="154201" y="72335"/>
                  </a:lnTo>
                  <a:close/>
                  <a:moveTo>
                    <a:pt x="130540" y="120385"/>
                  </a:moveTo>
                  <a:cubicBezTo>
                    <a:pt x="99463" y="147391"/>
                    <a:pt x="72271" y="151249"/>
                    <a:pt x="58145" y="151249"/>
                  </a:cubicBezTo>
                  <a:cubicBezTo>
                    <a:pt x="36956" y="151249"/>
                    <a:pt x="26361" y="135466"/>
                    <a:pt x="26361" y="113019"/>
                  </a:cubicBezTo>
                  <a:cubicBezTo>
                    <a:pt x="26361" y="95834"/>
                    <a:pt x="35543" y="57955"/>
                    <a:pt x="46844" y="40068"/>
                  </a:cubicBezTo>
                  <a:cubicBezTo>
                    <a:pt x="63442" y="14465"/>
                    <a:pt x="82512" y="7801"/>
                    <a:pt x="94872" y="7801"/>
                  </a:cubicBezTo>
                  <a:cubicBezTo>
                    <a:pt x="129834" y="7801"/>
                    <a:pt x="129834" y="53746"/>
                    <a:pt x="129834" y="81103"/>
                  </a:cubicBezTo>
                  <a:cubicBezTo>
                    <a:pt x="129834" y="94080"/>
                    <a:pt x="129834" y="114422"/>
                    <a:pt x="130540" y="120385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B35B0866-4B6A-F8A1-43B3-E89900B69BAE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1758256" y="4796919"/>
              <a:ext cx="134550" cy="160984"/>
            </a:xfrm>
            <a:custGeom>
              <a:avLst/>
              <a:gdLst>
                <a:gd name="connsiteX0" fmla="*/ 29547 w 134550"/>
                <a:gd name="connsiteY0" fmla="*/ 80752 h 160984"/>
                <a:gd name="connsiteX1" fmla="*/ 77223 w 134550"/>
                <a:gd name="connsiteY1" fmla="*/ 8853 h 160984"/>
                <a:gd name="connsiteX2" fmla="*/ 115010 w 134550"/>
                <a:gd name="connsiteY2" fmla="*/ 21830 h 160984"/>
                <a:gd name="connsiteX3" fmla="*/ 98412 w 134550"/>
                <a:gd name="connsiteY3" fmla="*/ 37963 h 160984"/>
                <a:gd name="connsiteX4" fmla="*/ 114657 w 134550"/>
                <a:gd name="connsiteY4" fmla="*/ 54097 h 160984"/>
                <a:gd name="connsiteX5" fmla="*/ 130902 w 134550"/>
                <a:gd name="connsiteY5" fmla="*/ 37613 h 160984"/>
                <a:gd name="connsiteX6" fmla="*/ 76870 w 134550"/>
                <a:gd name="connsiteY6" fmla="*/ 85 h 160984"/>
                <a:gd name="connsiteX7" fmla="*/ 236 w 134550"/>
                <a:gd name="connsiteY7" fmla="*/ 81454 h 160984"/>
                <a:gd name="connsiteX8" fmla="*/ 76163 w 134550"/>
                <a:gd name="connsiteY8" fmla="*/ 161069 h 160984"/>
                <a:gd name="connsiteX9" fmla="*/ 134786 w 134550"/>
                <a:gd name="connsiteY9" fmla="*/ 115474 h 160984"/>
                <a:gd name="connsiteX10" fmla="*/ 130195 w 134550"/>
                <a:gd name="connsiteY10" fmla="*/ 111967 h 160984"/>
                <a:gd name="connsiteX11" fmla="*/ 125604 w 134550"/>
                <a:gd name="connsiteY11" fmla="*/ 115474 h 160984"/>
                <a:gd name="connsiteX12" fmla="*/ 79342 w 134550"/>
                <a:gd name="connsiteY12" fmla="*/ 152301 h 160984"/>
                <a:gd name="connsiteX13" fmla="*/ 29547 w 134550"/>
                <a:gd name="connsiteY13" fmla="*/ 80752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550" h="160984">
                  <a:moveTo>
                    <a:pt x="29547" y="80752"/>
                  </a:moveTo>
                  <a:cubicBezTo>
                    <a:pt x="29547" y="23584"/>
                    <a:pt x="58506" y="8853"/>
                    <a:pt x="77223" y="8853"/>
                  </a:cubicBezTo>
                  <a:cubicBezTo>
                    <a:pt x="80401" y="8853"/>
                    <a:pt x="102650" y="9204"/>
                    <a:pt x="115010" y="21830"/>
                  </a:cubicBezTo>
                  <a:cubicBezTo>
                    <a:pt x="100531" y="22882"/>
                    <a:pt x="98412" y="33404"/>
                    <a:pt x="98412" y="37963"/>
                  </a:cubicBezTo>
                  <a:cubicBezTo>
                    <a:pt x="98412" y="47082"/>
                    <a:pt x="104768" y="54097"/>
                    <a:pt x="114657" y="54097"/>
                  </a:cubicBezTo>
                  <a:cubicBezTo>
                    <a:pt x="123839" y="54097"/>
                    <a:pt x="130902" y="48135"/>
                    <a:pt x="130902" y="37613"/>
                  </a:cubicBezTo>
                  <a:cubicBezTo>
                    <a:pt x="130902" y="13763"/>
                    <a:pt x="104062" y="85"/>
                    <a:pt x="76870" y="85"/>
                  </a:cubicBezTo>
                  <a:cubicBezTo>
                    <a:pt x="32726" y="85"/>
                    <a:pt x="236" y="37963"/>
                    <a:pt x="236" y="81454"/>
                  </a:cubicBezTo>
                  <a:cubicBezTo>
                    <a:pt x="236" y="126347"/>
                    <a:pt x="35198" y="161069"/>
                    <a:pt x="76163" y="161069"/>
                  </a:cubicBezTo>
                  <a:cubicBezTo>
                    <a:pt x="123485" y="161069"/>
                    <a:pt x="134786" y="118982"/>
                    <a:pt x="134786" y="115474"/>
                  </a:cubicBezTo>
                  <a:cubicBezTo>
                    <a:pt x="134786" y="111967"/>
                    <a:pt x="131255" y="111967"/>
                    <a:pt x="130195" y="111967"/>
                  </a:cubicBezTo>
                  <a:cubicBezTo>
                    <a:pt x="127017" y="111967"/>
                    <a:pt x="126311" y="113370"/>
                    <a:pt x="125604" y="115474"/>
                  </a:cubicBezTo>
                  <a:cubicBezTo>
                    <a:pt x="115363" y="148092"/>
                    <a:pt x="92408" y="152301"/>
                    <a:pt x="79342" y="152301"/>
                  </a:cubicBezTo>
                  <a:cubicBezTo>
                    <a:pt x="60625" y="152301"/>
                    <a:pt x="29547" y="137220"/>
                    <a:pt x="29547" y="80752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88E95466-A2B0-4CCC-26B1-6A21B840BA62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1913093" y="4796919"/>
              <a:ext cx="156445" cy="160984"/>
            </a:xfrm>
            <a:custGeom>
              <a:avLst/>
              <a:gdLst>
                <a:gd name="connsiteX0" fmla="*/ 156686 w 156445"/>
                <a:gd name="connsiteY0" fmla="*/ 82155 h 160984"/>
                <a:gd name="connsiteX1" fmla="*/ 78640 w 156445"/>
                <a:gd name="connsiteY1" fmla="*/ 85 h 160984"/>
                <a:gd name="connsiteX2" fmla="*/ 240 w 156445"/>
                <a:gd name="connsiteY2" fmla="*/ 82155 h 160984"/>
                <a:gd name="connsiteX3" fmla="*/ 78287 w 156445"/>
                <a:gd name="connsiteY3" fmla="*/ 161069 h 160984"/>
                <a:gd name="connsiteX4" fmla="*/ 156686 w 156445"/>
                <a:gd name="connsiteY4" fmla="*/ 82155 h 160984"/>
                <a:gd name="connsiteX5" fmla="*/ 78640 w 156445"/>
                <a:gd name="connsiteY5" fmla="*/ 152301 h 160984"/>
                <a:gd name="connsiteX6" fmla="*/ 38381 w 156445"/>
                <a:gd name="connsiteY6" fmla="*/ 128802 h 160984"/>
                <a:gd name="connsiteX7" fmla="*/ 29552 w 156445"/>
                <a:gd name="connsiteY7" fmla="*/ 79349 h 160984"/>
                <a:gd name="connsiteX8" fmla="*/ 38027 w 156445"/>
                <a:gd name="connsiteY8" fmla="*/ 31300 h 160984"/>
                <a:gd name="connsiteX9" fmla="*/ 78287 w 156445"/>
                <a:gd name="connsiteY9" fmla="*/ 7801 h 160984"/>
                <a:gd name="connsiteX10" fmla="*/ 118193 w 156445"/>
                <a:gd name="connsiteY10" fmla="*/ 30598 h 160984"/>
                <a:gd name="connsiteX11" fmla="*/ 127374 w 156445"/>
                <a:gd name="connsiteY11" fmla="*/ 79349 h 160984"/>
                <a:gd name="connsiteX12" fmla="*/ 119605 w 156445"/>
                <a:gd name="connsiteY12" fmla="*/ 126347 h 160984"/>
                <a:gd name="connsiteX13" fmla="*/ 78640 w 156445"/>
                <a:gd name="connsiteY13" fmla="*/ 152301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445" h="160984">
                  <a:moveTo>
                    <a:pt x="156686" y="82155"/>
                  </a:moveTo>
                  <a:cubicBezTo>
                    <a:pt x="156686" y="37262"/>
                    <a:pt x="121371" y="85"/>
                    <a:pt x="78640" y="85"/>
                  </a:cubicBezTo>
                  <a:cubicBezTo>
                    <a:pt x="34496" y="85"/>
                    <a:pt x="240" y="38314"/>
                    <a:pt x="240" y="82155"/>
                  </a:cubicBezTo>
                  <a:cubicBezTo>
                    <a:pt x="240" y="127399"/>
                    <a:pt x="36968" y="161069"/>
                    <a:pt x="78287" y="161069"/>
                  </a:cubicBezTo>
                  <a:cubicBezTo>
                    <a:pt x="121018" y="161069"/>
                    <a:pt x="156686" y="126698"/>
                    <a:pt x="156686" y="82155"/>
                  </a:cubicBezTo>
                  <a:close/>
                  <a:moveTo>
                    <a:pt x="78640" y="152301"/>
                  </a:moveTo>
                  <a:cubicBezTo>
                    <a:pt x="63454" y="152301"/>
                    <a:pt x="47916" y="144936"/>
                    <a:pt x="38381" y="128802"/>
                  </a:cubicBezTo>
                  <a:cubicBezTo>
                    <a:pt x="29552" y="113370"/>
                    <a:pt x="29552" y="91976"/>
                    <a:pt x="29552" y="79349"/>
                  </a:cubicBezTo>
                  <a:cubicBezTo>
                    <a:pt x="29552" y="65671"/>
                    <a:pt x="29552" y="46732"/>
                    <a:pt x="38027" y="31300"/>
                  </a:cubicBezTo>
                  <a:cubicBezTo>
                    <a:pt x="47563" y="15166"/>
                    <a:pt x="64161" y="7801"/>
                    <a:pt x="78287" y="7801"/>
                  </a:cubicBezTo>
                  <a:cubicBezTo>
                    <a:pt x="93825" y="7801"/>
                    <a:pt x="109011" y="15517"/>
                    <a:pt x="118193" y="30598"/>
                  </a:cubicBezTo>
                  <a:cubicBezTo>
                    <a:pt x="127375" y="45679"/>
                    <a:pt x="127374" y="66022"/>
                    <a:pt x="127374" y="79349"/>
                  </a:cubicBezTo>
                  <a:cubicBezTo>
                    <a:pt x="127374" y="91976"/>
                    <a:pt x="127374" y="110915"/>
                    <a:pt x="119605" y="126347"/>
                  </a:cubicBezTo>
                  <a:cubicBezTo>
                    <a:pt x="111836" y="142130"/>
                    <a:pt x="96297" y="152301"/>
                    <a:pt x="78640" y="152301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C8956DB5-0713-08CE-B9D0-FEC57BCCC032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2091435" y="4796919"/>
              <a:ext cx="115480" cy="160984"/>
            </a:xfrm>
            <a:custGeom>
              <a:avLst/>
              <a:gdLst>
                <a:gd name="connsiteX0" fmla="*/ 62047 w 115480"/>
                <a:gd name="connsiteY0" fmla="*/ 89170 h 160984"/>
                <a:gd name="connsiteX1" fmla="*/ 98774 w 115480"/>
                <a:gd name="connsiteY1" fmla="*/ 121437 h 160984"/>
                <a:gd name="connsiteX2" fmla="*/ 58868 w 115480"/>
                <a:gd name="connsiteY2" fmla="*/ 153353 h 160984"/>
                <a:gd name="connsiteX3" fmla="*/ 9780 w 115480"/>
                <a:gd name="connsiteY3" fmla="*/ 103550 h 160984"/>
                <a:gd name="connsiteX4" fmla="*/ 4836 w 115480"/>
                <a:gd name="connsiteY4" fmla="*/ 97587 h 160984"/>
                <a:gd name="connsiteX5" fmla="*/ 245 w 115480"/>
                <a:gd name="connsiteY5" fmla="*/ 106356 h 160984"/>
                <a:gd name="connsiteX6" fmla="*/ 245 w 115480"/>
                <a:gd name="connsiteY6" fmla="*/ 152652 h 160984"/>
                <a:gd name="connsiteX7" fmla="*/ 4130 w 115480"/>
                <a:gd name="connsiteY7" fmla="*/ 161069 h 160984"/>
                <a:gd name="connsiteX8" fmla="*/ 12959 w 115480"/>
                <a:gd name="connsiteY8" fmla="*/ 154055 h 160984"/>
                <a:gd name="connsiteX9" fmla="*/ 20022 w 115480"/>
                <a:gd name="connsiteY9" fmla="*/ 145988 h 160984"/>
                <a:gd name="connsiteX10" fmla="*/ 58868 w 115480"/>
                <a:gd name="connsiteY10" fmla="*/ 161069 h 160984"/>
                <a:gd name="connsiteX11" fmla="*/ 115726 w 115480"/>
                <a:gd name="connsiteY11" fmla="*/ 112318 h 160984"/>
                <a:gd name="connsiteX12" fmla="*/ 100893 w 115480"/>
                <a:gd name="connsiteY12" fmla="*/ 78999 h 160984"/>
                <a:gd name="connsiteX13" fmla="*/ 60634 w 115480"/>
                <a:gd name="connsiteY13" fmla="*/ 62164 h 160984"/>
                <a:gd name="connsiteX14" fmla="*/ 17197 w 115480"/>
                <a:gd name="connsiteY14" fmla="*/ 33404 h 160984"/>
                <a:gd name="connsiteX15" fmla="*/ 56749 w 115480"/>
                <a:gd name="connsiteY15" fmla="*/ 6749 h 160984"/>
                <a:gd name="connsiteX16" fmla="*/ 98068 w 115480"/>
                <a:gd name="connsiteY16" fmla="*/ 49187 h 160984"/>
                <a:gd name="connsiteX17" fmla="*/ 102306 w 115480"/>
                <a:gd name="connsiteY17" fmla="*/ 52343 h 160984"/>
                <a:gd name="connsiteX18" fmla="*/ 106897 w 115480"/>
                <a:gd name="connsiteY18" fmla="*/ 43926 h 160984"/>
                <a:gd name="connsiteX19" fmla="*/ 106897 w 115480"/>
                <a:gd name="connsiteY19" fmla="*/ 8502 h 160984"/>
                <a:gd name="connsiteX20" fmla="*/ 103012 w 115480"/>
                <a:gd name="connsiteY20" fmla="*/ 85 h 160984"/>
                <a:gd name="connsiteX21" fmla="*/ 95949 w 115480"/>
                <a:gd name="connsiteY21" fmla="*/ 4293 h 160984"/>
                <a:gd name="connsiteX22" fmla="*/ 89946 w 115480"/>
                <a:gd name="connsiteY22" fmla="*/ 9905 h 160984"/>
                <a:gd name="connsiteX23" fmla="*/ 56749 w 115480"/>
                <a:gd name="connsiteY23" fmla="*/ 85 h 160984"/>
                <a:gd name="connsiteX24" fmla="*/ 245 w 115480"/>
                <a:gd name="connsiteY24" fmla="*/ 43224 h 160984"/>
                <a:gd name="connsiteX25" fmla="*/ 15431 w 115480"/>
                <a:gd name="connsiteY25" fmla="*/ 73036 h 160984"/>
                <a:gd name="connsiteX26" fmla="*/ 62047 w 115480"/>
                <a:gd name="connsiteY26" fmla="*/ 89170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480" h="160984">
                  <a:moveTo>
                    <a:pt x="62047" y="89170"/>
                  </a:moveTo>
                  <a:cubicBezTo>
                    <a:pt x="69816" y="90573"/>
                    <a:pt x="98774" y="96184"/>
                    <a:pt x="98774" y="121437"/>
                  </a:cubicBezTo>
                  <a:cubicBezTo>
                    <a:pt x="98774" y="139324"/>
                    <a:pt x="86414" y="153353"/>
                    <a:pt x="58868" y="153353"/>
                  </a:cubicBezTo>
                  <a:cubicBezTo>
                    <a:pt x="29204" y="153353"/>
                    <a:pt x="16490" y="133362"/>
                    <a:pt x="9780" y="103550"/>
                  </a:cubicBezTo>
                  <a:cubicBezTo>
                    <a:pt x="8721" y="98990"/>
                    <a:pt x="8368" y="97587"/>
                    <a:pt x="4836" y="97587"/>
                  </a:cubicBezTo>
                  <a:cubicBezTo>
                    <a:pt x="245" y="97587"/>
                    <a:pt x="245" y="100042"/>
                    <a:pt x="245" y="106356"/>
                  </a:cubicBezTo>
                  <a:lnTo>
                    <a:pt x="245" y="152652"/>
                  </a:lnTo>
                  <a:cubicBezTo>
                    <a:pt x="245" y="158614"/>
                    <a:pt x="245" y="161069"/>
                    <a:pt x="4130" y="161069"/>
                  </a:cubicBezTo>
                  <a:cubicBezTo>
                    <a:pt x="5896" y="161069"/>
                    <a:pt x="6249" y="160718"/>
                    <a:pt x="12959" y="154055"/>
                  </a:cubicBezTo>
                  <a:cubicBezTo>
                    <a:pt x="13665" y="153353"/>
                    <a:pt x="13665" y="152652"/>
                    <a:pt x="20022" y="145988"/>
                  </a:cubicBezTo>
                  <a:cubicBezTo>
                    <a:pt x="35560" y="160718"/>
                    <a:pt x="51452" y="161069"/>
                    <a:pt x="58868" y="161069"/>
                  </a:cubicBezTo>
                  <a:cubicBezTo>
                    <a:pt x="99481" y="161069"/>
                    <a:pt x="115726" y="137570"/>
                    <a:pt x="115726" y="112318"/>
                  </a:cubicBezTo>
                  <a:cubicBezTo>
                    <a:pt x="115726" y="93729"/>
                    <a:pt x="105131" y="83207"/>
                    <a:pt x="100893" y="78999"/>
                  </a:cubicBezTo>
                  <a:cubicBezTo>
                    <a:pt x="89239" y="67775"/>
                    <a:pt x="75466" y="64970"/>
                    <a:pt x="60634" y="62164"/>
                  </a:cubicBezTo>
                  <a:cubicBezTo>
                    <a:pt x="40858" y="58306"/>
                    <a:pt x="17197" y="53746"/>
                    <a:pt x="17197" y="33404"/>
                  </a:cubicBezTo>
                  <a:cubicBezTo>
                    <a:pt x="17197" y="21128"/>
                    <a:pt x="26378" y="6749"/>
                    <a:pt x="56749" y="6749"/>
                  </a:cubicBezTo>
                  <a:cubicBezTo>
                    <a:pt x="95596" y="6749"/>
                    <a:pt x="97362" y="38314"/>
                    <a:pt x="98068" y="49187"/>
                  </a:cubicBezTo>
                  <a:cubicBezTo>
                    <a:pt x="98421" y="52343"/>
                    <a:pt x="101600" y="52343"/>
                    <a:pt x="102306" y="52343"/>
                  </a:cubicBezTo>
                  <a:cubicBezTo>
                    <a:pt x="106897" y="52343"/>
                    <a:pt x="106897" y="50590"/>
                    <a:pt x="106897" y="43926"/>
                  </a:cubicBezTo>
                  <a:lnTo>
                    <a:pt x="106897" y="8502"/>
                  </a:lnTo>
                  <a:cubicBezTo>
                    <a:pt x="106897" y="2540"/>
                    <a:pt x="106897" y="85"/>
                    <a:pt x="103012" y="85"/>
                  </a:cubicBezTo>
                  <a:cubicBezTo>
                    <a:pt x="101246" y="85"/>
                    <a:pt x="100540" y="85"/>
                    <a:pt x="95949" y="4293"/>
                  </a:cubicBezTo>
                  <a:cubicBezTo>
                    <a:pt x="94890" y="5696"/>
                    <a:pt x="91358" y="8853"/>
                    <a:pt x="89946" y="9905"/>
                  </a:cubicBezTo>
                  <a:cubicBezTo>
                    <a:pt x="76526" y="85"/>
                    <a:pt x="62047" y="85"/>
                    <a:pt x="56749" y="85"/>
                  </a:cubicBezTo>
                  <a:cubicBezTo>
                    <a:pt x="13665" y="85"/>
                    <a:pt x="245" y="23584"/>
                    <a:pt x="245" y="43224"/>
                  </a:cubicBezTo>
                  <a:cubicBezTo>
                    <a:pt x="245" y="55500"/>
                    <a:pt x="5896" y="65320"/>
                    <a:pt x="15431" y="73036"/>
                  </a:cubicBezTo>
                  <a:cubicBezTo>
                    <a:pt x="26732" y="82155"/>
                    <a:pt x="36620" y="84260"/>
                    <a:pt x="62047" y="89170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B7309F3-2588-A5C5-C481-9016235B1FBF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2288485" y="4706431"/>
              <a:ext cx="192511" cy="315655"/>
            </a:xfrm>
            <a:custGeom>
              <a:avLst/>
              <a:gdLst>
                <a:gd name="connsiteX0" fmla="*/ 192763 w 192511"/>
                <a:gd name="connsiteY0" fmla="*/ 48135 h 315655"/>
                <a:gd name="connsiteX1" fmla="*/ 144734 w 192511"/>
                <a:gd name="connsiteY1" fmla="*/ 85 h 315655"/>
                <a:gd name="connsiteX2" fmla="*/ 102003 w 192511"/>
                <a:gd name="connsiteY2" fmla="*/ 14815 h 315655"/>
                <a:gd name="connsiteX3" fmla="*/ 56447 w 192511"/>
                <a:gd name="connsiteY3" fmla="*/ 89521 h 315655"/>
                <a:gd name="connsiteX4" fmla="*/ 296 w 192511"/>
                <a:gd name="connsiteY4" fmla="*/ 312233 h 315655"/>
                <a:gd name="connsiteX5" fmla="*/ 4534 w 192511"/>
                <a:gd name="connsiteY5" fmla="*/ 315741 h 315655"/>
                <a:gd name="connsiteX6" fmla="*/ 8771 w 192511"/>
                <a:gd name="connsiteY6" fmla="*/ 313987 h 315655"/>
                <a:gd name="connsiteX7" fmla="*/ 33492 w 192511"/>
                <a:gd name="connsiteY7" fmla="*/ 217186 h 315655"/>
                <a:gd name="connsiteX8" fmla="*/ 81520 w 192511"/>
                <a:gd name="connsiteY8" fmla="*/ 251206 h 315655"/>
                <a:gd name="connsiteX9" fmla="*/ 149678 w 192511"/>
                <a:gd name="connsiteY9" fmla="*/ 223499 h 315655"/>
                <a:gd name="connsiteX10" fmla="*/ 177930 w 192511"/>
                <a:gd name="connsiteY10" fmla="*/ 158965 h 315655"/>
                <a:gd name="connsiteX11" fmla="*/ 152150 w 192511"/>
                <a:gd name="connsiteY11" fmla="*/ 106706 h 315655"/>
                <a:gd name="connsiteX12" fmla="*/ 192763 w 192511"/>
                <a:gd name="connsiteY12" fmla="*/ 48135 h 315655"/>
                <a:gd name="connsiteX13" fmla="*/ 129196 w 192511"/>
                <a:gd name="connsiteY13" fmla="*/ 106356 h 315655"/>
                <a:gd name="connsiteX14" fmla="*/ 112244 w 192511"/>
                <a:gd name="connsiteY14" fmla="*/ 108811 h 315655"/>
                <a:gd name="connsiteX15" fmla="*/ 96706 w 192511"/>
                <a:gd name="connsiteY15" fmla="*/ 107408 h 315655"/>
                <a:gd name="connsiteX16" fmla="*/ 114010 w 192511"/>
                <a:gd name="connsiteY16" fmla="*/ 104602 h 315655"/>
                <a:gd name="connsiteX17" fmla="*/ 129196 w 192511"/>
                <a:gd name="connsiteY17" fmla="*/ 106356 h 315655"/>
                <a:gd name="connsiteX18" fmla="*/ 172986 w 192511"/>
                <a:gd name="connsiteY18" fmla="*/ 40068 h 315655"/>
                <a:gd name="connsiteX19" fmla="*/ 141203 w 192511"/>
                <a:gd name="connsiteY19" fmla="*/ 100744 h 315655"/>
                <a:gd name="connsiteX20" fmla="*/ 114010 w 192511"/>
                <a:gd name="connsiteY20" fmla="*/ 96535 h 315655"/>
                <a:gd name="connsiteX21" fmla="*/ 86818 w 192511"/>
                <a:gd name="connsiteY21" fmla="*/ 107758 h 315655"/>
                <a:gd name="connsiteX22" fmla="*/ 111185 w 192511"/>
                <a:gd name="connsiteY22" fmla="*/ 116527 h 315655"/>
                <a:gd name="connsiteX23" fmla="*/ 140143 w 192511"/>
                <a:gd name="connsiteY23" fmla="*/ 111967 h 315655"/>
                <a:gd name="connsiteX24" fmla="*/ 155682 w 192511"/>
                <a:gd name="connsiteY24" fmla="*/ 151600 h 315655"/>
                <a:gd name="connsiteX25" fmla="*/ 138024 w 192511"/>
                <a:gd name="connsiteY25" fmla="*/ 211925 h 315655"/>
                <a:gd name="connsiteX26" fmla="*/ 80461 w 192511"/>
                <a:gd name="connsiteY26" fmla="*/ 243490 h 315655"/>
                <a:gd name="connsiteX27" fmla="*/ 40202 w 192511"/>
                <a:gd name="connsiteY27" fmla="*/ 198246 h 315655"/>
                <a:gd name="connsiteX28" fmla="*/ 41967 w 192511"/>
                <a:gd name="connsiteY28" fmla="*/ 182814 h 315655"/>
                <a:gd name="connsiteX29" fmla="*/ 64569 w 192511"/>
                <a:gd name="connsiteY29" fmla="*/ 94080 h 315655"/>
                <a:gd name="connsiteX30" fmla="*/ 140143 w 192511"/>
                <a:gd name="connsiteY30" fmla="*/ 8151 h 315655"/>
                <a:gd name="connsiteX31" fmla="*/ 172986 w 192511"/>
                <a:gd name="connsiteY31" fmla="*/ 40068 h 31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92511" h="315655">
                  <a:moveTo>
                    <a:pt x="192763" y="48135"/>
                  </a:moveTo>
                  <a:cubicBezTo>
                    <a:pt x="192763" y="21830"/>
                    <a:pt x="173339" y="85"/>
                    <a:pt x="144734" y="85"/>
                  </a:cubicBezTo>
                  <a:cubicBezTo>
                    <a:pt x="124252" y="85"/>
                    <a:pt x="114363" y="5696"/>
                    <a:pt x="102003" y="14815"/>
                  </a:cubicBezTo>
                  <a:cubicBezTo>
                    <a:pt x="82580" y="28844"/>
                    <a:pt x="63156" y="62865"/>
                    <a:pt x="56447" y="89521"/>
                  </a:cubicBezTo>
                  <a:lnTo>
                    <a:pt x="296" y="312233"/>
                  </a:lnTo>
                  <a:cubicBezTo>
                    <a:pt x="-57" y="313636"/>
                    <a:pt x="1708" y="315741"/>
                    <a:pt x="4534" y="315741"/>
                  </a:cubicBezTo>
                  <a:cubicBezTo>
                    <a:pt x="7359" y="315741"/>
                    <a:pt x="8418" y="315039"/>
                    <a:pt x="8771" y="313987"/>
                  </a:cubicBezTo>
                  <a:lnTo>
                    <a:pt x="33492" y="217186"/>
                  </a:lnTo>
                  <a:cubicBezTo>
                    <a:pt x="40202" y="238230"/>
                    <a:pt x="55740" y="251206"/>
                    <a:pt x="81520" y="251206"/>
                  </a:cubicBezTo>
                  <a:cubicBezTo>
                    <a:pt x="107300" y="251206"/>
                    <a:pt x="133787" y="238931"/>
                    <a:pt x="149678" y="223499"/>
                  </a:cubicBezTo>
                  <a:cubicBezTo>
                    <a:pt x="166630" y="207365"/>
                    <a:pt x="177930" y="184919"/>
                    <a:pt x="177930" y="158965"/>
                  </a:cubicBezTo>
                  <a:cubicBezTo>
                    <a:pt x="177930" y="133712"/>
                    <a:pt x="164864" y="115474"/>
                    <a:pt x="152150" y="106706"/>
                  </a:cubicBezTo>
                  <a:cubicBezTo>
                    <a:pt x="172633" y="95132"/>
                    <a:pt x="192763" y="73387"/>
                    <a:pt x="192763" y="48135"/>
                  </a:cubicBezTo>
                  <a:close/>
                  <a:moveTo>
                    <a:pt x="129196" y="106356"/>
                  </a:moveTo>
                  <a:cubicBezTo>
                    <a:pt x="124605" y="108109"/>
                    <a:pt x="120720" y="108811"/>
                    <a:pt x="112244" y="108811"/>
                  </a:cubicBezTo>
                  <a:cubicBezTo>
                    <a:pt x="107300" y="108811"/>
                    <a:pt x="100237" y="109161"/>
                    <a:pt x="96706" y="107408"/>
                  </a:cubicBezTo>
                  <a:cubicBezTo>
                    <a:pt x="97412" y="103900"/>
                    <a:pt x="110125" y="104602"/>
                    <a:pt x="114010" y="104602"/>
                  </a:cubicBezTo>
                  <a:cubicBezTo>
                    <a:pt x="121426" y="104602"/>
                    <a:pt x="124605" y="104602"/>
                    <a:pt x="129196" y="106356"/>
                  </a:cubicBezTo>
                  <a:close/>
                  <a:moveTo>
                    <a:pt x="172986" y="40068"/>
                  </a:moveTo>
                  <a:cubicBezTo>
                    <a:pt x="172986" y="64619"/>
                    <a:pt x="159567" y="89871"/>
                    <a:pt x="141203" y="100744"/>
                  </a:cubicBezTo>
                  <a:cubicBezTo>
                    <a:pt x="131668" y="97237"/>
                    <a:pt x="124605" y="96535"/>
                    <a:pt x="114010" y="96535"/>
                  </a:cubicBezTo>
                  <a:cubicBezTo>
                    <a:pt x="106594" y="96535"/>
                    <a:pt x="86818" y="96184"/>
                    <a:pt x="86818" y="107758"/>
                  </a:cubicBezTo>
                  <a:cubicBezTo>
                    <a:pt x="86464" y="117579"/>
                    <a:pt x="104828" y="116527"/>
                    <a:pt x="111185" y="116527"/>
                  </a:cubicBezTo>
                  <a:cubicBezTo>
                    <a:pt x="124252" y="116527"/>
                    <a:pt x="129549" y="116176"/>
                    <a:pt x="140143" y="111967"/>
                  </a:cubicBezTo>
                  <a:cubicBezTo>
                    <a:pt x="153563" y="124593"/>
                    <a:pt x="155329" y="135466"/>
                    <a:pt x="155682" y="151600"/>
                  </a:cubicBezTo>
                  <a:cubicBezTo>
                    <a:pt x="156388" y="171942"/>
                    <a:pt x="147913" y="198246"/>
                    <a:pt x="138024" y="211925"/>
                  </a:cubicBezTo>
                  <a:cubicBezTo>
                    <a:pt x="124252" y="230864"/>
                    <a:pt x="100590" y="243490"/>
                    <a:pt x="80461" y="243490"/>
                  </a:cubicBezTo>
                  <a:cubicBezTo>
                    <a:pt x="53621" y="243490"/>
                    <a:pt x="40202" y="223148"/>
                    <a:pt x="40202" y="198246"/>
                  </a:cubicBezTo>
                  <a:cubicBezTo>
                    <a:pt x="40202" y="194739"/>
                    <a:pt x="40202" y="189478"/>
                    <a:pt x="41967" y="182814"/>
                  </a:cubicBezTo>
                  <a:lnTo>
                    <a:pt x="64569" y="94080"/>
                  </a:lnTo>
                  <a:cubicBezTo>
                    <a:pt x="72338" y="63917"/>
                    <a:pt x="97765" y="8151"/>
                    <a:pt x="140143" y="8151"/>
                  </a:cubicBezTo>
                  <a:cubicBezTo>
                    <a:pt x="160626" y="8151"/>
                    <a:pt x="172986" y="19024"/>
                    <a:pt x="172986" y="40068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8F20A45B-5590-95F5-FDFF-08A991CE0E9D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2594577" y="4749570"/>
              <a:ext cx="234845" cy="233585"/>
            </a:xfrm>
            <a:custGeom>
              <a:avLst/>
              <a:gdLst>
                <a:gd name="connsiteX0" fmla="*/ 124921 w 234845"/>
                <a:gd name="connsiteY0" fmla="*/ 123892 h 233585"/>
                <a:gd name="connsiteX1" fmla="*/ 223450 w 234845"/>
                <a:gd name="connsiteY1" fmla="*/ 123892 h 233585"/>
                <a:gd name="connsiteX2" fmla="*/ 235104 w 234845"/>
                <a:gd name="connsiteY2" fmla="*/ 116877 h 233585"/>
                <a:gd name="connsiteX3" fmla="*/ 223450 w 234845"/>
                <a:gd name="connsiteY3" fmla="*/ 109863 h 233585"/>
                <a:gd name="connsiteX4" fmla="*/ 124921 w 234845"/>
                <a:gd name="connsiteY4" fmla="*/ 109863 h 233585"/>
                <a:gd name="connsiteX5" fmla="*/ 124921 w 234845"/>
                <a:gd name="connsiteY5" fmla="*/ 11659 h 233585"/>
                <a:gd name="connsiteX6" fmla="*/ 117858 w 234845"/>
                <a:gd name="connsiteY6" fmla="*/ 85 h 233585"/>
                <a:gd name="connsiteX7" fmla="*/ 110795 w 234845"/>
                <a:gd name="connsiteY7" fmla="*/ 11659 h 233585"/>
                <a:gd name="connsiteX8" fmla="*/ 110795 w 234845"/>
                <a:gd name="connsiteY8" fmla="*/ 109863 h 233585"/>
                <a:gd name="connsiteX9" fmla="*/ 11913 w 234845"/>
                <a:gd name="connsiteY9" fmla="*/ 109863 h 233585"/>
                <a:gd name="connsiteX10" fmla="*/ 259 w 234845"/>
                <a:gd name="connsiteY10" fmla="*/ 116877 h 233585"/>
                <a:gd name="connsiteX11" fmla="*/ 11913 w 234845"/>
                <a:gd name="connsiteY11" fmla="*/ 123892 h 233585"/>
                <a:gd name="connsiteX12" fmla="*/ 110795 w 234845"/>
                <a:gd name="connsiteY12" fmla="*/ 123892 h 233585"/>
                <a:gd name="connsiteX13" fmla="*/ 110795 w 234845"/>
                <a:gd name="connsiteY13" fmla="*/ 222096 h 233585"/>
                <a:gd name="connsiteX14" fmla="*/ 117858 w 234845"/>
                <a:gd name="connsiteY14" fmla="*/ 233670 h 233585"/>
                <a:gd name="connsiteX15" fmla="*/ 124921 w 234845"/>
                <a:gd name="connsiteY15" fmla="*/ 222096 h 233585"/>
                <a:gd name="connsiteX16" fmla="*/ 124921 w 234845"/>
                <a:gd name="connsiteY16" fmla="*/ 123892 h 23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4845" h="233585">
                  <a:moveTo>
                    <a:pt x="124921" y="123892"/>
                  </a:moveTo>
                  <a:lnTo>
                    <a:pt x="223450" y="123892"/>
                  </a:lnTo>
                  <a:cubicBezTo>
                    <a:pt x="228394" y="123892"/>
                    <a:pt x="235104" y="123892"/>
                    <a:pt x="235104" y="116877"/>
                  </a:cubicBezTo>
                  <a:cubicBezTo>
                    <a:pt x="235104" y="109863"/>
                    <a:pt x="228394" y="109863"/>
                    <a:pt x="223450" y="109863"/>
                  </a:cubicBezTo>
                  <a:lnTo>
                    <a:pt x="124921" y="109863"/>
                  </a:lnTo>
                  <a:lnTo>
                    <a:pt x="124921" y="11659"/>
                  </a:lnTo>
                  <a:cubicBezTo>
                    <a:pt x="124921" y="6749"/>
                    <a:pt x="124921" y="85"/>
                    <a:pt x="117858" y="85"/>
                  </a:cubicBezTo>
                  <a:cubicBezTo>
                    <a:pt x="110795" y="85"/>
                    <a:pt x="110795" y="6749"/>
                    <a:pt x="110795" y="11659"/>
                  </a:cubicBezTo>
                  <a:lnTo>
                    <a:pt x="110795" y="109863"/>
                  </a:lnTo>
                  <a:lnTo>
                    <a:pt x="11913" y="109863"/>
                  </a:lnTo>
                  <a:cubicBezTo>
                    <a:pt x="6969" y="109863"/>
                    <a:pt x="259" y="109863"/>
                    <a:pt x="259" y="116877"/>
                  </a:cubicBezTo>
                  <a:cubicBezTo>
                    <a:pt x="259" y="123892"/>
                    <a:pt x="6969" y="123892"/>
                    <a:pt x="11913" y="123892"/>
                  </a:cubicBezTo>
                  <a:lnTo>
                    <a:pt x="110795" y="123892"/>
                  </a:lnTo>
                  <a:lnTo>
                    <a:pt x="110795" y="222096"/>
                  </a:lnTo>
                  <a:cubicBezTo>
                    <a:pt x="110795" y="227006"/>
                    <a:pt x="110795" y="233670"/>
                    <a:pt x="117858" y="233670"/>
                  </a:cubicBezTo>
                  <a:cubicBezTo>
                    <a:pt x="124921" y="233670"/>
                    <a:pt x="124921" y="227006"/>
                    <a:pt x="124921" y="222096"/>
                  </a:cubicBezTo>
                  <a:lnTo>
                    <a:pt x="124921" y="123892"/>
                  </a:ln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83B582DF-2299-8DA8-88DB-DD89A2B389B4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2939957" y="4796919"/>
              <a:ext cx="134550" cy="160984"/>
            </a:xfrm>
            <a:custGeom>
              <a:avLst/>
              <a:gdLst>
                <a:gd name="connsiteX0" fmla="*/ 29581 w 134550"/>
                <a:gd name="connsiteY0" fmla="*/ 80752 h 160984"/>
                <a:gd name="connsiteX1" fmla="*/ 77256 w 134550"/>
                <a:gd name="connsiteY1" fmla="*/ 8853 h 160984"/>
                <a:gd name="connsiteX2" fmla="*/ 115043 w 134550"/>
                <a:gd name="connsiteY2" fmla="*/ 21830 h 160984"/>
                <a:gd name="connsiteX3" fmla="*/ 98445 w 134550"/>
                <a:gd name="connsiteY3" fmla="*/ 37963 h 160984"/>
                <a:gd name="connsiteX4" fmla="*/ 114690 w 134550"/>
                <a:gd name="connsiteY4" fmla="*/ 54097 h 160984"/>
                <a:gd name="connsiteX5" fmla="*/ 130935 w 134550"/>
                <a:gd name="connsiteY5" fmla="*/ 37613 h 160984"/>
                <a:gd name="connsiteX6" fmla="*/ 76903 w 134550"/>
                <a:gd name="connsiteY6" fmla="*/ 85 h 160984"/>
                <a:gd name="connsiteX7" fmla="*/ 269 w 134550"/>
                <a:gd name="connsiteY7" fmla="*/ 81454 h 160984"/>
                <a:gd name="connsiteX8" fmla="*/ 76197 w 134550"/>
                <a:gd name="connsiteY8" fmla="*/ 161069 h 160984"/>
                <a:gd name="connsiteX9" fmla="*/ 134820 w 134550"/>
                <a:gd name="connsiteY9" fmla="*/ 115474 h 160984"/>
                <a:gd name="connsiteX10" fmla="*/ 130229 w 134550"/>
                <a:gd name="connsiteY10" fmla="*/ 111967 h 160984"/>
                <a:gd name="connsiteX11" fmla="*/ 125638 w 134550"/>
                <a:gd name="connsiteY11" fmla="*/ 115474 h 160984"/>
                <a:gd name="connsiteX12" fmla="*/ 79375 w 134550"/>
                <a:gd name="connsiteY12" fmla="*/ 152301 h 160984"/>
                <a:gd name="connsiteX13" fmla="*/ 29581 w 134550"/>
                <a:gd name="connsiteY13" fmla="*/ 80752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550" h="160984">
                  <a:moveTo>
                    <a:pt x="29581" y="80752"/>
                  </a:moveTo>
                  <a:cubicBezTo>
                    <a:pt x="29581" y="23584"/>
                    <a:pt x="58539" y="8853"/>
                    <a:pt x="77256" y="8853"/>
                  </a:cubicBezTo>
                  <a:cubicBezTo>
                    <a:pt x="80434" y="8853"/>
                    <a:pt x="102683" y="9204"/>
                    <a:pt x="115043" y="21830"/>
                  </a:cubicBezTo>
                  <a:cubicBezTo>
                    <a:pt x="100564" y="22882"/>
                    <a:pt x="98445" y="33404"/>
                    <a:pt x="98445" y="37963"/>
                  </a:cubicBezTo>
                  <a:cubicBezTo>
                    <a:pt x="98445" y="47082"/>
                    <a:pt x="104802" y="54097"/>
                    <a:pt x="114690" y="54097"/>
                  </a:cubicBezTo>
                  <a:cubicBezTo>
                    <a:pt x="123872" y="54097"/>
                    <a:pt x="130935" y="48135"/>
                    <a:pt x="130935" y="37613"/>
                  </a:cubicBezTo>
                  <a:cubicBezTo>
                    <a:pt x="130935" y="13763"/>
                    <a:pt x="104095" y="85"/>
                    <a:pt x="76903" y="85"/>
                  </a:cubicBezTo>
                  <a:cubicBezTo>
                    <a:pt x="32759" y="85"/>
                    <a:pt x="269" y="37963"/>
                    <a:pt x="269" y="81454"/>
                  </a:cubicBezTo>
                  <a:cubicBezTo>
                    <a:pt x="269" y="126347"/>
                    <a:pt x="35231" y="161069"/>
                    <a:pt x="76197" y="161069"/>
                  </a:cubicBezTo>
                  <a:cubicBezTo>
                    <a:pt x="123519" y="161069"/>
                    <a:pt x="134820" y="118982"/>
                    <a:pt x="134820" y="115474"/>
                  </a:cubicBezTo>
                  <a:cubicBezTo>
                    <a:pt x="134820" y="111967"/>
                    <a:pt x="131288" y="111967"/>
                    <a:pt x="130229" y="111967"/>
                  </a:cubicBezTo>
                  <a:cubicBezTo>
                    <a:pt x="127050" y="111967"/>
                    <a:pt x="126344" y="113370"/>
                    <a:pt x="125638" y="115474"/>
                  </a:cubicBezTo>
                  <a:cubicBezTo>
                    <a:pt x="115396" y="148092"/>
                    <a:pt x="92442" y="152301"/>
                    <a:pt x="79375" y="152301"/>
                  </a:cubicBezTo>
                  <a:cubicBezTo>
                    <a:pt x="60658" y="152301"/>
                    <a:pt x="29581" y="137220"/>
                    <a:pt x="29581" y="80752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769D52FB-83BA-BF1E-4827-52B9CD09F72F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3094795" y="4796919"/>
              <a:ext cx="156445" cy="160984"/>
            </a:xfrm>
            <a:custGeom>
              <a:avLst/>
              <a:gdLst>
                <a:gd name="connsiteX0" fmla="*/ 156719 w 156445"/>
                <a:gd name="connsiteY0" fmla="*/ 82155 h 160984"/>
                <a:gd name="connsiteX1" fmla="*/ 78673 w 156445"/>
                <a:gd name="connsiteY1" fmla="*/ 85 h 160984"/>
                <a:gd name="connsiteX2" fmla="*/ 274 w 156445"/>
                <a:gd name="connsiteY2" fmla="*/ 82155 h 160984"/>
                <a:gd name="connsiteX3" fmla="*/ 78320 w 156445"/>
                <a:gd name="connsiteY3" fmla="*/ 161069 h 160984"/>
                <a:gd name="connsiteX4" fmla="*/ 156719 w 156445"/>
                <a:gd name="connsiteY4" fmla="*/ 82155 h 160984"/>
                <a:gd name="connsiteX5" fmla="*/ 78673 w 156445"/>
                <a:gd name="connsiteY5" fmla="*/ 152301 h 160984"/>
                <a:gd name="connsiteX6" fmla="*/ 38414 w 156445"/>
                <a:gd name="connsiteY6" fmla="*/ 128802 h 160984"/>
                <a:gd name="connsiteX7" fmla="*/ 29585 w 156445"/>
                <a:gd name="connsiteY7" fmla="*/ 79349 h 160984"/>
                <a:gd name="connsiteX8" fmla="*/ 38061 w 156445"/>
                <a:gd name="connsiteY8" fmla="*/ 31300 h 160984"/>
                <a:gd name="connsiteX9" fmla="*/ 78320 w 156445"/>
                <a:gd name="connsiteY9" fmla="*/ 7801 h 160984"/>
                <a:gd name="connsiteX10" fmla="*/ 118226 w 156445"/>
                <a:gd name="connsiteY10" fmla="*/ 30598 h 160984"/>
                <a:gd name="connsiteX11" fmla="*/ 127408 w 156445"/>
                <a:gd name="connsiteY11" fmla="*/ 79349 h 160984"/>
                <a:gd name="connsiteX12" fmla="*/ 119639 w 156445"/>
                <a:gd name="connsiteY12" fmla="*/ 126347 h 160984"/>
                <a:gd name="connsiteX13" fmla="*/ 78673 w 156445"/>
                <a:gd name="connsiteY13" fmla="*/ 152301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445" h="160984">
                  <a:moveTo>
                    <a:pt x="156719" y="82155"/>
                  </a:moveTo>
                  <a:cubicBezTo>
                    <a:pt x="156719" y="37262"/>
                    <a:pt x="121404" y="85"/>
                    <a:pt x="78673" y="85"/>
                  </a:cubicBezTo>
                  <a:cubicBezTo>
                    <a:pt x="34529" y="85"/>
                    <a:pt x="274" y="38314"/>
                    <a:pt x="274" y="82155"/>
                  </a:cubicBezTo>
                  <a:cubicBezTo>
                    <a:pt x="274" y="127399"/>
                    <a:pt x="37001" y="161069"/>
                    <a:pt x="78320" y="161069"/>
                  </a:cubicBezTo>
                  <a:cubicBezTo>
                    <a:pt x="121051" y="161069"/>
                    <a:pt x="156719" y="126698"/>
                    <a:pt x="156719" y="82155"/>
                  </a:cubicBezTo>
                  <a:close/>
                  <a:moveTo>
                    <a:pt x="78673" y="152301"/>
                  </a:moveTo>
                  <a:cubicBezTo>
                    <a:pt x="63488" y="152301"/>
                    <a:pt x="47949" y="144936"/>
                    <a:pt x="38414" y="128802"/>
                  </a:cubicBezTo>
                  <a:cubicBezTo>
                    <a:pt x="29585" y="113370"/>
                    <a:pt x="29585" y="91976"/>
                    <a:pt x="29585" y="79349"/>
                  </a:cubicBezTo>
                  <a:cubicBezTo>
                    <a:pt x="29585" y="65671"/>
                    <a:pt x="29585" y="46732"/>
                    <a:pt x="38061" y="31300"/>
                  </a:cubicBezTo>
                  <a:cubicBezTo>
                    <a:pt x="47596" y="15166"/>
                    <a:pt x="64194" y="7801"/>
                    <a:pt x="78320" y="7801"/>
                  </a:cubicBezTo>
                  <a:cubicBezTo>
                    <a:pt x="93859" y="7801"/>
                    <a:pt x="109044" y="15517"/>
                    <a:pt x="118226" y="30598"/>
                  </a:cubicBezTo>
                  <a:cubicBezTo>
                    <a:pt x="127408" y="45679"/>
                    <a:pt x="127408" y="66022"/>
                    <a:pt x="127408" y="79349"/>
                  </a:cubicBezTo>
                  <a:cubicBezTo>
                    <a:pt x="127408" y="91976"/>
                    <a:pt x="127408" y="110915"/>
                    <a:pt x="119639" y="126347"/>
                  </a:cubicBezTo>
                  <a:cubicBezTo>
                    <a:pt x="111869" y="142130"/>
                    <a:pt x="96331" y="152301"/>
                    <a:pt x="78673" y="152301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E8DECC32-FC95-4B29-F9EF-782087114132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3273136" y="4796919"/>
              <a:ext cx="115480" cy="160984"/>
            </a:xfrm>
            <a:custGeom>
              <a:avLst/>
              <a:gdLst>
                <a:gd name="connsiteX0" fmla="*/ 62080 w 115480"/>
                <a:gd name="connsiteY0" fmla="*/ 89170 h 160984"/>
                <a:gd name="connsiteX1" fmla="*/ 98808 w 115480"/>
                <a:gd name="connsiteY1" fmla="*/ 121437 h 160984"/>
                <a:gd name="connsiteX2" fmla="*/ 58902 w 115480"/>
                <a:gd name="connsiteY2" fmla="*/ 153353 h 160984"/>
                <a:gd name="connsiteX3" fmla="*/ 9814 w 115480"/>
                <a:gd name="connsiteY3" fmla="*/ 103550 h 160984"/>
                <a:gd name="connsiteX4" fmla="*/ 4870 w 115480"/>
                <a:gd name="connsiteY4" fmla="*/ 97587 h 160984"/>
                <a:gd name="connsiteX5" fmla="*/ 279 w 115480"/>
                <a:gd name="connsiteY5" fmla="*/ 106356 h 160984"/>
                <a:gd name="connsiteX6" fmla="*/ 279 w 115480"/>
                <a:gd name="connsiteY6" fmla="*/ 152652 h 160984"/>
                <a:gd name="connsiteX7" fmla="*/ 4163 w 115480"/>
                <a:gd name="connsiteY7" fmla="*/ 161069 h 160984"/>
                <a:gd name="connsiteX8" fmla="*/ 12992 w 115480"/>
                <a:gd name="connsiteY8" fmla="*/ 154055 h 160984"/>
                <a:gd name="connsiteX9" fmla="*/ 20055 w 115480"/>
                <a:gd name="connsiteY9" fmla="*/ 145988 h 160984"/>
                <a:gd name="connsiteX10" fmla="*/ 58902 w 115480"/>
                <a:gd name="connsiteY10" fmla="*/ 161069 h 160984"/>
                <a:gd name="connsiteX11" fmla="*/ 115759 w 115480"/>
                <a:gd name="connsiteY11" fmla="*/ 112318 h 160984"/>
                <a:gd name="connsiteX12" fmla="*/ 100927 w 115480"/>
                <a:gd name="connsiteY12" fmla="*/ 78999 h 160984"/>
                <a:gd name="connsiteX13" fmla="*/ 60667 w 115480"/>
                <a:gd name="connsiteY13" fmla="*/ 62164 h 160984"/>
                <a:gd name="connsiteX14" fmla="*/ 17230 w 115480"/>
                <a:gd name="connsiteY14" fmla="*/ 33404 h 160984"/>
                <a:gd name="connsiteX15" fmla="*/ 56783 w 115480"/>
                <a:gd name="connsiteY15" fmla="*/ 6749 h 160984"/>
                <a:gd name="connsiteX16" fmla="*/ 98101 w 115480"/>
                <a:gd name="connsiteY16" fmla="*/ 49187 h 160984"/>
                <a:gd name="connsiteX17" fmla="*/ 102339 w 115480"/>
                <a:gd name="connsiteY17" fmla="*/ 52343 h 160984"/>
                <a:gd name="connsiteX18" fmla="*/ 106930 w 115480"/>
                <a:gd name="connsiteY18" fmla="*/ 43926 h 160984"/>
                <a:gd name="connsiteX19" fmla="*/ 106930 w 115480"/>
                <a:gd name="connsiteY19" fmla="*/ 8502 h 160984"/>
                <a:gd name="connsiteX20" fmla="*/ 103045 w 115480"/>
                <a:gd name="connsiteY20" fmla="*/ 85 h 160984"/>
                <a:gd name="connsiteX21" fmla="*/ 95982 w 115480"/>
                <a:gd name="connsiteY21" fmla="*/ 4293 h 160984"/>
                <a:gd name="connsiteX22" fmla="*/ 89979 w 115480"/>
                <a:gd name="connsiteY22" fmla="*/ 9905 h 160984"/>
                <a:gd name="connsiteX23" fmla="*/ 56783 w 115480"/>
                <a:gd name="connsiteY23" fmla="*/ 85 h 160984"/>
                <a:gd name="connsiteX24" fmla="*/ 279 w 115480"/>
                <a:gd name="connsiteY24" fmla="*/ 43224 h 160984"/>
                <a:gd name="connsiteX25" fmla="*/ 15464 w 115480"/>
                <a:gd name="connsiteY25" fmla="*/ 73036 h 160984"/>
                <a:gd name="connsiteX26" fmla="*/ 62080 w 115480"/>
                <a:gd name="connsiteY26" fmla="*/ 89170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480" h="160984">
                  <a:moveTo>
                    <a:pt x="62080" y="89170"/>
                  </a:moveTo>
                  <a:cubicBezTo>
                    <a:pt x="69849" y="90573"/>
                    <a:pt x="98808" y="96184"/>
                    <a:pt x="98808" y="121437"/>
                  </a:cubicBezTo>
                  <a:cubicBezTo>
                    <a:pt x="98808" y="139324"/>
                    <a:pt x="86447" y="153353"/>
                    <a:pt x="58902" y="153353"/>
                  </a:cubicBezTo>
                  <a:cubicBezTo>
                    <a:pt x="29237" y="153353"/>
                    <a:pt x="16524" y="133362"/>
                    <a:pt x="9814" y="103550"/>
                  </a:cubicBezTo>
                  <a:cubicBezTo>
                    <a:pt x="8754" y="98990"/>
                    <a:pt x="8401" y="97587"/>
                    <a:pt x="4870" y="97587"/>
                  </a:cubicBezTo>
                  <a:cubicBezTo>
                    <a:pt x="279" y="97587"/>
                    <a:pt x="279" y="100042"/>
                    <a:pt x="279" y="106356"/>
                  </a:cubicBezTo>
                  <a:lnTo>
                    <a:pt x="279" y="152652"/>
                  </a:lnTo>
                  <a:cubicBezTo>
                    <a:pt x="279" y="158614"/>
                    <a:pt x="279" y="161069"/>
                    <a:pt x="4163" y="161069"/>
                  </a:cubicBezTo>
                  <a:cubicBezTo>
                    <a:pt x="5929" y="161069"/>
                    <a:pt x="6282" y="160718"/>
                    <a:pt x="12992" y="154055"/>
                  </a:cubicBezTo>
                  <a:cubicBezTo>
                    <a:pt x="13698" y="153353"/>
                    <a:pt x="13698" y="152652"/>
                    <a:pt x="20055" y="145988"/>
                  </a:cubicBezTo>
                  <a:cubicBezTo>
                    <a:pt x="35594" y="160718"/>
                    <a:pt x="51485" y="161069"/>
                    <a:pt x="58902" y="161069"/>
                  </a:cubicBezTo>
                  <a:cubicBezTo>
                    <a:pt x="99514" y="161069"/>
                    <a:pt x="115759" y="137570"/>
                    <a:pt x="115759" y="112318"/>
                  </a:cubicBezTo>
                  <a:cubicBezTo>
                    <a:pt x="115759" y="93729"/>
                    <a:pt x="105164" y="83207"/>
                    <a:pt x="100927" y="78999"/>
                  </a:cubicBezTo>
                  <a:cubicBezTo>
                    <a:pt x="89273" y="67775"/>
                    <a:pt x="75500" y="64970"/>
                    <a:pt x="60667" y="62164"/>
                  </a:cubicBezTo>
                  <a:cubicBezTo>
                    <a:pt x="40891" y="58306"/>
                    <a:pt x="17230" y="53746"/>
                    <a:pt x="17230" y="33404"/>
                  </a:cubicBezTo>
                  <a:cubicBezTo>
                    <a:pt x="17230" y="21128"/>
                    <a:pt x="26412" y="6749"/>
                    <a:pt x="56783" y="6749"/>
                  </a:cubicBezTo>
                  <a:cubicBezTo>
                    <a:pt x="95629" y="6749"/>
                    <a:pt x="97395" y="38314"/>
                    <a:pt x="98101" y="49187"/>
                  </a:cubicBezTo>
                  <a:cubicBezTo>
                    <a:pt x="98454" y="52343"/>
                    <a:pt x="101633" y="52343"/>
                    <a:pt x="102339" y="52343"/>
                  </a:cubicBezTo>
                  <a:cubicBezTo>
                    <a:pt x="106930" y="52343"/>
                    <a:pt x="106930" y="50590"/>
                    <a:pt x="106930" y="43926"/>
                  </a:cubicBezTo>
                  <a:lnTo>
                    <a:pt x="106930" y="8502"/>
                  </a:lnTo>
                  <a:cubicBezTo>
                    <a:pt x="106930" y="2540"/>
                    <a:pt x="106930" y="85"/>
                    <a:pt x="103045" y="85"/>
                  </a:cubicBezTo>
                  <a:cubicBezTo>
                    <a:pt x="101280" y="85"/>
                    <a:pt x="100573" y="85"/>
                    <a:pt x="95982" y="4293"/>
                  </a:cubicBezTo>
                  <a:cubicBezTo>
                    <a:pt x="94923" y="5696"/>
                    <a:pt x="91391" y="8853"/>
                    <a:pt x="89979" y="9905"/>
                  </a:cubicBezTo>
                  <a:cubicBezTo>
                    <a:pt x="76559" y="85"/>
                    <a:pt x="62080" y="85"/>
                    <a:pt x="56783" y="85"/>
                  </a:cubicBezTo>
                  <a:cubicBezTo>
                    <a:pt x="13698" y="85"/>
                    <a:pt x="279" y="23584"/>
                    <a:pt x="279" y="43224"/>
                  </a:cubicBezTo>
                  <a:cubicBezTo>
                    <a:pt x="279" y="55500"/>
                    <a:pt x="5929" y="65320"/>
                    <a:pt x="15464" y="73036"/>
                  </a:cubicBezTo>
                  <a:cubicBezTo>
                    <a:pt x="26765" y="82155"/>
                    <a:pt x="36653" y="84260"/>
                    <a:pt x="62080" y="89170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16BA54FE-F847-E284-8175-AF8334FAEA7B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3474116" y="4799023"/>
              <a:ext cx="198117" cy="158880"/>
            </a:xfrm>
            <a:custGeom>
              <a:avLst/>
              <a:gdLst>
                <a:gd name="connsiteX0" fmla="*/ 154258 w 198117"/>
                <a:gd name="connsiteY0" fmla="*/ 72335 h 158880"/>
                <a:gd name="connsiteX1" fmla="*/ 95282 w 198117"/>
                <a:gd name="connsiteY1" fmla="*/ 85 h 158880"/>
                <a:gd name="connsiteX2" fmla="*/ 284 w 198117"/>
                <a:gd name="connsiteY2" fmla="*/ 99692 h 158880"/>
                <a:gd name="connsiteX3" fmla="*/ 57495 w 198117"/>
                <a:gd name="connsiteY3" fmla="*/ 158965 h 158880"/>
                <a:gd name="connsiteX4" fmla="*/ 132009 w 198117"/>
                <a:gd name="connsiteY4" fmla="*/ 129504 h 158880"/>
                <a:gd name="connsiteX5" fmla="*/ 164146 w 198117"/>
                <a:gd name="connsiteY5" fmla="*/ 158965 h 158880"/>
                <a:gd name="connsiteX6" fmla="*/ 193811 w 198117"/>
                <a:gd name="connsiteY6" fmla="*/ 134063 h 158880"/>
                <a:gd name="connsiteX7" fmla="*/ 189573 w 198117"/>
                <a:gd name="connsiteY7" fmla="*/ 130556 h 158880"/>
                <a:gd name="connsiteX8" fmla="*/ 184982 w 198117"/>
                <a:gd name="connsiteY8" fmla="*/ 134063 h 158880"/>
                <a:gd name="connsiteX9" fmla="*/ 165205 w 198117"/>
                <a:gd name="connsiteY9" fmla="*/ 151249 h 158880"/>
                <a:gd name="connsiteX10" fmla="*/ 154258 w 198117"/>
                <a:gd name="connsiteY10" fmla="*/ 115474 h 158880"/>
                <a:gd name="connsiteX11" fmla="*/ 157789 w 198117"/>
                <a:gd name="connsiteY11" fmla="*/ 103199 h 158880"/>
                <a:gd name="connsiteX12" fmla="*/ 198402 w 198117"/>
                <a:gd name="connsiteY12" fmla="*/ 20778 h 158880"/>
                <a:gd name="connsiteX13" fmla="*/ 194164 w 198117"/>
                <a:gd name="connsiteY13" fmla="*/ 17270 h 158880"/>
                <a:gd name="connsiteX14" fmla="*/ 188867 w 198117"/>
                <a:gd name="connsiteY14" fmla="*/ 24636 h 158880"/>
                <a:gd name="connsiteX15" fmla="*/ 154258 w 198117"/>
                <a:gd name="connsiteY15" fmla="*/ 94080 h 158880"/>
                <a:gd name="connsiteX16" fmla="*/ 154258 w 198117"/>
                <a:gd name="connsiteY16" fmla="*/ 72335 h 158880"/>
                <a:gd name="connsiteX17" fmla="*/ 130597 w 198117"/>
                <a:gd name="connsiteY17" fmla="*/ 120385 h 158880"/>
                <a:gd name="connsiteX18" fmla="*/ 58201 w 198117"/>
                <a:gd name="connsiteY18" fmla="*/ 151249 h 158880"/>
                <a:gd name="connsiteX19" fmla="*/ 26417 w 198117"/>
                <a:gd name="connsiteY19" fmla="*/ 113019 h 158880"/>
                <a:gd name="connsiteX20" fmla="*/ 46900 w 198117"/>
                <a:gd name="connsiteY20" fmla="*/ 40068 h 158880"/>
                <a:gd name="connsiteX21" fmla="*/ 94929 w 198117"/>
                <a:gd name="connsiteY21" fmla="*/ 7801 h 158880"/>
                <a:gd name="connsiteX22" fmla="*/ 129890 w 198117"/>
                <a:gd name="connsiteY22" fmla="*/ 81103 h 158880"/>
                <a:gd name="connsiteX23" fmla="*/ 130597 w 198117"/>
                <a:gd name="connsiteY23" fmla="*/ 120385 h 158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8117" h="158880">
                  <a:moveTo>
                    <a:pt x="154258" y="72335"/>
                  </a:moveTo>
                  <a:cubicBezTo>
                    <a:pt x="154258" y="17270"/>
                    <a:pt x="121415" y="85"/>
                    <a:pt x="95282" y="85"/>
                  </a:cubicBezTo>
                  <a:cubicBezTo>
                    <a:pt x="46900" y="85"/>
                    <a:pt x="284" y="50239"/>
                    <a:pt x="284" y="99692"/>
                  </a:cubicBezTo>
                  <a:cubicBezTo>
                    <a:pt x="284" y="132309"/>
                    <a:pt x="21473" y="158965"/>
                    <a:pt x="57495" y="158965"/>
                  </a:cubicBezTo>
                  <a:cubicBezTo>
                    <a:pt x="79743" y="158965"/>
                    <a:pt x="105170" y="150898"/>
                    <a:pt x="132009" y="129504"/>
                  </a:cubicBezTo>
                  <a:cubicBezTo>
                    <a:pt x="136600" y="148092"/>
                    <a:pt x="148254" y="158965"/>
                    <a:pt x="164146" y="158965"/>
                  </a:cubicBezTo>
                  <a:cubicBezTo>
                    <a:pt x="182863" y="158965"/>
                    <a:pt x="193811" y="139675"/>
                    <a:pt x="193811" y="134063"/>
                  </a:cubicBezTo>
                  <a:cubicBezTo>
                    <a:pt x="193811" y="131608"/>
                    <a:pt x="191692" y="130556"/>
                    <a:pt x="189573" y="130556"/>
                  </a:cubicBezTo>
                  <a:cubicBezTo>
                    <a:pt x="187101" y="130556"/>
                    <a:pt x="186041" y="131608"/>
                    <a:pt x="184982" y="134063"/>
                  </a:cubicBezTo>
                  <a:cubicBezTo>
                    <a:pt x="178625" y="151249"/>
                    <a:pt x="165912" y="151249"/>
                    <a:pt x="165205" y="151249"/>
                  </a:cubicBezTo>
                  <a:cubicBezTo>
                    <a:pt x="154258" y="151249"/>
                    <a:pt x="154258" y="123892"/>
                    <a:pt x="154258" y="115474"/>
                  </a:cubicBezTo>
                  <a:cubicBezTo>
                    <a:pt x="154258" y="108109"/>
                    <a:pt x="154258" y="107408"/>
                    <a:pt x="157789" y="103199"/>
                  </a:cubicBezTo>
                  <a:cubicBezTo>
                    <a:pt x="190985" y="61813"/>
                    <a:pt x="198402" y="21128"/>
                    <a:pt x="198402" y="20778"/>
                  </a:cubicBezTo>
                  <a:cubicBezTo>
                    <a:pt x="198402" y="20076"/>
                    <a:pt x="198049" y="17270"/>
                    <a:pt x="194164" y="17270"/>
                  </a:cubicBezTo>
                  <a:cubicBezTo>
                    <a:pt x="190632" y="17270"/>
                    <a:pt x="190632" y="18323"/>
                    <a:pt x="188867" y="24636"/>
                  </a:cubicBezTo>
                  <a:cubicBezTo>
                    <a:pt x="182510" y="46732"/>
                    <a:pt x="170856" y="73387"/>
                    <a:pt x="154258" y="94080"/>
                  </a:cubicBezTo>
                  <a:lnTo>
                    <a:pt x="154258" y="72335"/>
                  </a:lnTo>
                  <a:close/>
                  <a:moveTo>
                    <a:pt x="130597" y="120385"/>
                  </a:moveTo>
                  <a:cubicBezTo>
                    <a:pt x="99520" y="147391"/>
                    <a:pt x="72327" y="151249"/>
                    <a:pt x="58201" y="151249"/>
                  </a:cubicBezTo>
                  <a:cubicBezTo>
                    <a:pt x="37012" y="151249"/>
                    <a:pt x="26417" y="135466"/>
                    <a:pt x="26417" y="113019"/>
                  </a:cubicBezTo>
                  <a:cubicBezTo>
                    <a:pt x="26417" y="95834"/>
                    <a:pt x="35599" y="57955"/>
                    <a:pt x="46900" y="40068"/>
                  </a:cubicBezTo>
                  <a:cubicBezTo>
                    <a:pt x="63498" y="14465"/>
                    <a:pt x="82568" y="7801"/>
                    <a:pt x="94929" y="7801"/>
                  </a:cubicBezTo>
                  <a:cubicBezTo>
                    <a:pt x="129890" y="7801"/>
                    <a:pt x="129890" y="53746"/>
                    <a:pt x="129890" y="81103"/>
                  </a:cubicBezTo>
                  <a:cubicBezTo>
                    <a:pt x="129890" y="94080"/>
                    <a:pt x="129890" y="114422"/>
                    <a:pt x="130597" y="120385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355C0290-D272-1521-7BF1-7F1E72F9DE7E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3757366" y="4796919"/>
              <a:ext cx="115480" cy="160984"/>
            </a:xfrm>
            <a:custGeom>
              <a:avLst/>
              <a:gdLst>
                <a:gd name="connsiteX0" fmla="*/ 62094 w 115480"/>
                <a:gd name="connsiteY0" fmla="*/ 89170 h 160984"/>
                <a:gd name="connsiteX1" fmla="*/ 98821 w 115480"/>
                <a:gd name="connsiteY1" fmla="*/ 121437 h 160984"/>
                <a:gd name="connsiteX2" fmla="*/ 58915 w 115480"/>
                <a:gd name="connsiteY2" fmla="*/ 153353 h 160984"/>
                <a:gd name="connsiteX3" fmla="*/ 9827 w 115480"/>
                <a:gd name="connsiteY3" fmla="*/ 103550 h 160984"/>
                <a:gd name="connsiteX4" fmla="*/ 4883 w 115480"/>
                <a:gd name="connsiteY4" fmla="*/ 97587 h 160984"/>
                <a:gd name="connsiteX5" fmla="*/ 292 w 115480"/>
                <a:gd name="connsiteY5" fmla="*/ 106356 h 160984"/>
                <a:gd name="connsiteX6" fmla="*/ 292 w 115480"/>
                <a:gd name="connsiteY6" fmla="*/ 152652 h 160984"/>
                <a:gd name="connsiteX7" fmla="*/ 4177 w 115480"/>
                <a:gd name="connsiteY7" fmla="*/ 161069 h 160984"/>
                <a:gd name="connsiteX8" fmla="*/ 13006 w 115480"/>
                <a:gd name="connsiteY8" fmla="*/ 154055 h 160984"/>
                <a:gd name="connsiteX9" fmla="*/ 20069 w 115480"/>
                <a:gd name="connsiteY9" fmla="*/ 145988 h 160984"/>
                <a:gd name="connsiteX10" fmla="*/ 58915 w 115480"/>
                <a:gd name="connsiteY10" fmla="*/ 161069 h 160984"/>
                <a:gd name="connsiteX11" fmla="*/ 115773 w 115480"/>
                <a:gd name="connsiteY11" fmla="*/ 112318 h 160984"/>
                <a:gd name="connsiteX12" fmla="*/ 100940 w 115480"/>
                <a:gd name="connsiteY12" fmla="*/ 78999 h 160984"/>
                <a:gd name="connsiteX13" fmla="*/ 60681 w 115480"/>
                <a:gd name="connsiteY13" fmla="*/ 62164 h 160984"/>
                <a:gd name="connsiteX14" fmla="*/ 17244 w 115480"/>
                <a:gd name="connsiteY14" fmla="*/ 33404 h 160984"/>
                <a:gd name="connsiteX15" fmla="*/ 56796 w 115480"/>
                <a:gd name="connsiteY15" fmla="*/ 6749 h 160984"/>
                <a:gd name="connsiteX16" fmla="*/ 98115 w 115480"/>
                <a:gd name="connsiteY16" fmla="*/ 49187 h 160984"/>
                <a:gd name="connsiteX17" fmla="*/ 102353 w 115480"/>
                <a:gd name="connsiteY17" fmla="*/ 52343 h 160984"/>
                <a:gd name="connsiteX18" fmla="*/ 106944 w 115480"/>
                <a:gd name="connsiteY18" fmla="*/ 43926 h 160984"/>
                <a:gd name="connsiteX19" fmla="*/ 106944 w 115480"/>
                <a:gd name="connsiteY19" fmla="*/ 8502 h 160984"/>
                <a:gd name="connsiteX20" fmla="*/ 103059 w 115480"/>
                <a:gd name="connsiteY20" fmla="*/ 85 h 160984"/>
                <a:gd name="connsiteX21" fmla="*/ 95996 w 115480"/>
                <a:gd name="connsiteY21" fmla="*/ 4293 h 160984"/>
                <a:gd name="connsiteX22" fmla="*/ 89993 w 115480"/>
                <a:gd name="connsiteY22" fmla="*/ 9905 h 160984"/>
                <a:gd name="connsiteX23" fmla="*/ 56796 w 115480"/>
                <a:gd name="connsiteY23" fmla="*/ 85 h 160984"/>
                <a:gd name="connsiteX24" fmla="*/ 292 w 115480"/>
                <a:gd name="connsiteY24" fmla="*/ 43224 h 160984"/>
                <a:gd name="connsiteX25" fmla="*/ 15478 w 115480"/>
                <a:gd name="connsiteY25" fmla="*/ 73036 h 160984"/>
                <a:gd name="connsiteX26" fmla="*/ 62094 w 115480"/>
                <a:gd name="connsiteY26" fmla="*/ 89170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480" h="160984">
                  <a:moveTo>
                    <a:pt x="62094" y="89170"/>
                  </a:moveTo>
                  <a:cubicBezTo>
                    <a:pt x="69863" y="90573"/>
                    <a:pt x="98821" y="96184"/>
                    <a:pt x="98821" y="121437"/>
                  </a:cubicBezTo>
                  <a:cubicBezTo>
                    <a:pt x="98821" y="139324"/>
                    <a:pt x="86461" y="153353"/>
                    <a:pt x="58915" y="153353"/>
                  </a:cubicBezTo>
                  <a:cubicBezTo>
                    <a:pt x="29251" y="153353"/>
                    <a:pt x="16537" y="133362"/>
                    <a:pt x="9827" y="103550"/>
                  </a:cubicBezTo>
                  <a:cubicBezTo>
                    <a:pt x="8768" y="98990"/>
                    <a:pt x="8415" y="97587"/>
                    <a:pt x="4883" y="97587"/>
                  </a:cubicBezTo>
                  <a:cubicBezTo>
                    <a:pt x="292" y="97587"/>
                    <a:pt x="292" y="100042"/>
                    <a:pt x="292" y="106356"/>
                  </a:cubicBezTo>
                  <a:lnTo>
                    <a:pt x="292" y="152652"/>
                  </a:lnTo>
                  <a:cubicBezTo>
                    <a:pt x="292" y="158614"/>
                    <a:pt x="292" y="161069"/>
                    <a:pt x="4177" y="161069"/>
                  </a:cubicBezTo>
                  <a:cubicBezTo>
                    <a:pt x="5943" y="161069"/>
                    <a:pt x="6296" y="160718"/>
                    <a:pt x="13006" y="154055"/>
                  </a:cubicBezTo>
                  <a:cubicBezTo>
                    <a:pt x="13712" y="153353"/>
                    <a:pt x="13712" y="152652"/>
                    <a:pt x="20069" y="145988"/>
                  </a:cubicBezTo>
                  <a:cubicBezTo>
                    <a:pt x="35607" y="160718"/>
                    <a:pt x="51499" y="161069"/>
                    <a:pt x="58915" y="161069"/>
                  </a:cubicBezTo>
                  <a:cubicBezTo>
                    <a:pt x="99528" y="161069"/>
                    <a:pt x="115773" y="137570"/>
                    <a:pt x="115773" y="112318"/>
                  </a:cubicBezTo>
                  <a:cubicBezTo>
                    <a:pt x="115773" y="93729"/>
                    <a:pt x="105178" y="83207"/>
                    <a:pt x="100940" y="78999"/>
                  </a:cubicBezTo>
                  <a:cubicBezTo>
                    <a:pt x="89286" y="67775"/>
                    <a:pt x="75513" y="64970"/>
                    <a:pt x="60681" y="62164"/>
                  </a:cubicBezTo>
                  <a:cubicBezTo>
                    <a:pt x="40905" y="58306"/>
                    <a:pt x="17244" y="53746"/>
                    <a:pt x="17244" y="33404"/>
                  </a:cubicBezTo>
                  <a:cubicBezTo>
                    <a:pt x="17244" y="21128"/>
                    <a:pt x="26425" y="6749"/>
                    <a:pt x="56796" y="6749"/>
                  </a:cubicBezTo>
                  <a:cubicBezTo>
                    <a:pt x="95643" y="6749"/>
                    <a:pt x="97409" y="38314"/>
                    <a:pt x="98115" y="49187"/>
                  </a:cubicBezTo>
                  <a:cubicBezTo>
                    <a:pt x="98468" y="52343"/>
                    <a:pt x="101647" y="52343"/>
                    <a:pt x="102353" y="52343"/>
                  </a:cubicBezTo>
                  <a:cubicBezTo>
                    <a:pt x="106944" y="52343"/>
                    <a:pt x="106944" y="50590"/>
                    <a:pt x="106944" y="43926"/>
                  </a:cubicBezTo>
                  <a:lnTo>
                    <a:pt x="106944" y="8502"/>
                  </a:lnTo>
                  <a:cubicBezTo>
                    <a:pt x="106944" y="2540"/>
                    <a:pt x="106944" y="85"/>
                    <a:pt x="103059" y="85"/>
                  </a:cubicBezTo>
                  <a:cubicBezTo>
                    <a:pt x="101293" y="85"/>
                    <a:pt x="100587" y="85"/>
                    <a:pt x="95996" y="4293"/>
                  </a:cubicBezTo>
                  <a:cubicBezTo>
                    <a:pt x="94937" y="5696"/>
                    <a:pt x="91405" y="8853"/>
                    <a:pt x="89993" y="9905"/>
                  </a:cubicBezTo>
                  <a:cubicBezTo>
                    <a:pt x="76573" y="85"/>
                    <a:pt x="62094" y="85"/>
                    <a:pt x="56796" y="85"/>
                  </a:cubicBezTo>
                  <a:cubicBezTo>
                    <a:pt x="13712" y="85"/>
                    <a:pt x="292" y="23584"/>
                    <a:pt x="292" y="43224"/>
                  </a:cubicBezTo>
                  <a:cubicBezTo>
                    <a:pt x="292" y="55500"/>
                    <a:pt x="5943" y="65320"/>
                    <a:pt x="15478" y="73036"/>
                  </a:cubicBezTo>
                  <a:cubicBezTo>
                    <a:pt x="26779" y="82155"/>
                    <a:pt x="36667" y="84260"/>
                    <a:pt x="62094" y="89170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07206DC9-0F5D-E147-B55B-5C684D34D982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3896664" y="4719407"/>
              <a:ext cx="75574" cy="234637"/>
            </a:xfrm>
            <a:custGeom>
              <a:avLst/>
              <a:gdLst>
                <a:gd name="connsiteX0" fmla="*/ 51150 w 75574"/>
                <a:gd name="connsiteY0" fmla="*/ 79700 h 234637"/>
                <a:gd name="connsiteX1" fmla="*/ 1709 w 75574"/>
                <a:gd name="connsiteY1" fmla="*/ 83558 h 234637"/>
                <a:gd name="connsiteX2" fmla="*/ 1709 w 75574"/>
                <a:gd name="connsiteY2" fmla="*/ 94431 h 234637"/>
                <a:gd name="connsiteX3" fmla="*/ 27842 w 75574"/>
                <a:gd name="connsiteY3" fmla="*/ 113721 h 234637"/>
                <a:gd name="connsiteX4" fmla="*/ 27842 w 75574"/>
                <a:gd name="connsiteY4" fmla="*/ 208067 h 234637"/>
                <a:gd name="connsiteX5" fmla="*/ 296 w 75574"/>
                <a:gd name="connsiteY5" fmla="*/ 223850 h 234637"/>
                <a:gd name="connsiteX6" fmla="*/ 296 w 75574"/>
                <a:gd name="connsiteY6" fmla="*/ 234722 h 234637"/>
                <a:gd name="connsiteX7" fmla="*/ 39143 w 75574"/>
                <a:gd name="connsiteY7" fmla="*/ 233670 h 234637"/>
                <a:gd name="connsiteX8" fmla="*/ 75870 w 75574"/>
                <a:gd name="connsiteY8" fmla="*/ 234722 h 234637"/>
                <a:gd name="connsiteX9" fmla="*/ 75870 w 75574"/>
                <a:gd name="connsiteY9" fmla="*/ 223850 h 234637"/>
                <a:gd name="connsiteX10" fmla="*/ 51150 w 75574"/>
                <a:gd name="connsiteY10" fmla="*/ 208418 h 234637"/>
                <a:gd name="connsiteX11" fmla="*/ 51150 w 75574"/>
                <a:gd name="connsiteY11" fmla="*/ 79700 h 234637"/>
                <a:gd name="connsiteX12" fmla="*/ 52563 w 75574"/>
                <a:gd name="connsiteY12" fmla="*/ 18673 h 234637"/>
                <a:gd name="connsiteX13" fmla="*/ 33846 w 75574"/>
                <a:gd name="connsiteY13" fmla="*/ 85 h 234637"/>
                <a:gd name="connsiteX14" fmla="*/ 15129 w 75574"/>
                <a:gd name="connsiteY14" fmla="*/ 18673 h 234637"/>
                <a:gd name="connsiteX15" fmla="*/ 33846 w 75574"/>
                <a:gd name="connsiteY15" fmla="*/ 37262 h 234637"/>
                <a:gd name="connsiteX16" fmla="*/ 52563 w 75574"/>
                <a:gd name="connsiteY16" fmla="*/ 18673 h 234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5574" h="234637">
                  <a:moveTo>
                    <a:pt x="51150" y="79700"/>
                  </a:moveTo>
                  <a:lnTo>
                    <a:pt x="1709" y="83558"/>
                  </a:lnTo>
                  <a:lnTo>
                    <a:pt x="1709" y="94431"/>
                  </a:lnTo>
                  <a:cubicBezTo>
                    <a:pt x="24664" y="94431"/>
                    <a:pt x="27842" y="96535"/>
                    <a:pt x="27842" y="113721"/>
                  </a:cubicBezTo>
                  <a:lnTo>
                    <a:pt x="27842" y="208067"/>
                  </a:lnTo>
                  <a:cubicBezTo>
                    <a:pt x="27842" y="223850"/>
                    <a:pt x="23957" y="223850"/>
                    <a:pt x="296" y="223850"/>
                  </a:cubicBezTo>
                  <a:lnTo>
                    <a:pt x="296" y="234722"/>
                  </a:lnTo>
                  <a:cubicBezTo>
                    <a:pt x="11597" y="234371"/>
                    <a:pt x="30667" y="233670"/>
                    <a:pt x="39143" y="233670"/>
                  </a:cubicBezTo>
                  <a:cubicBezTo>
                    <a:pt x="51503" y="233670"/>
                    <a:pt x="63863" y="234371"/>
                    <a:pt x="75870" y="234722"/>
                  </a:cubicBezTo>
                  <a:lnTo>
                    <a:pt x="75870" y="223850"/>
                  </a:lnTo>
                  <a:cubicBezTo>
                    <a:pt x="52563" y="223850"/>
                    <a:pt x="51150" y="222096"/>
                    <a:pt x="51150" y="208418"/>
                  </a:cubicBezTo>
                  <a:lnTo>
                    <a:pt x="51150" y="79700"/>
                  </a:lnTo>
                  <a:close/>
                  <a:moveTo>
                    <a:pt x="52563" y="18673"/>
                  </a:moveTo>
                  <a:cubicBezTo>
                    <a:pt x="52563" y="7450"/>
                    <a:pt x="43734" y="85"/>
                    <a:pt x="33846" y="85"/>
                  </a:cubicBezTo>
                  <a:cubicBezTo>
                    <a:pt x="22898" y="85"/>
                    <a:pt x="15129" y="9554"/>
                    <a:pt x="15129" y="18673"/>
                  </a:cubicBezTo>
                  <a:cubicBezTo>
                    <a:pt x="15129" y="28143"/>
                    <a:pt x="22898" y="37262"/>
                    <a:pt x="33846" y="37262"/>
                  </a:cubicBezTo>
                  <a:cubicBezTo>
                    <a:pt x="43734" y="37262"/>
                    <a:pt x="52563" y="29897"/>
                    <a:pt x="52563" y="18673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F7DCCBA7-6B11-5EAC-0EEE-7C29A4D36611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3994409" y="4799023"/>
              <a:ext cx="177634" cy="155022"/>
            </a:xfrm>
            <a:custGeom>
              <a:avLst/>
              <a:gdLst>
                <a:gd name="connsiteX0" fmla="*/ 27845 w 177634"/>
                <a:gd name="connsiteY0" fmla="*/ 34456 h 155022"/>
                <a:gd name="connsiteX1" fmla="*/ 27845 w 177634"/>
                <a:gd name="connsiteY1" fmla="*/ 128451 h 155022"/>
                <a:gd name="connsiteX2" fmla="*/ 299 w 177634"/>
                <a:gd name="connsiteY2" fmla="*/ 144234 h 155022"/>
                <a:gd name="connsiteX3" fmla="*/ 299 w 177634"/>
                <a:gd name="connsiteY3" fmla="*/ 155107 h 155022"/>
                <a:gd name="connsiteX4" fmla="*/ 40205 w 177634"/>
                <a:gd name="connsiteY4" fmla="*/ 154055 h 155022"/>
                <a:gd name="connsiteX5" fmla="*/ 79758 w 177634"/>
                <a:gd name="connsiteY5" fmla="*/ 155107 h 155022"/>
                <a:gd name="connsiteX6" fmla="*/ 79758 w 177634"/>
                <a:gd name="connsiteY6" fmla="*/ 144234 h 155022"/>
                <a:gd name="connsiteX7" fmla="*/ 52212 w 177634"/>
                <a:gd name="connsiteY7" fmla="*/ 128451 h 155022"/>
                <a:gd name="connsiteX8" fmla="*/ 52212 w 177634"/>
                <a:gd name="connsiteY8" fmla="*/ 63917 h 155022"/>
                <a:gd name="connsiteX9" fmla="*/ 99887 w 177634"/>
                <a:gd name="connsiteY9" fmla="*/ 7801 h 155022"/>
                <a:gd name="connsiteX10" fmla="*/ 126021 w 177634"/>
                <a:gd name="connsiteY10" fmla="*/ 46732 h 155022"/>
                <a:gd name="connsiteX11" fmla="*/ 126021 w 177634"/>
                <a:gd name="connsiteY11" fmla="*/ 128451 h 155022"/>
                <a:gd name="connsiteX12" fmla="*/ 98475 w 177634"/>
                <a:gd name="connsiteY12" fmla="*/ 144234 h 155022"/>
                <a:gd name="connsiteX13" fmla="*/ 98475 w 177634"/>
                <a:gd name="connsiteY13" fmla="*/ 155107 h 155022"/>
                <a:gd name="connsiteX14" fmla="*/ 138381 w 177634"/>
                <a:gd name="connsiteY14" fmla="*/ 154055 h 155022"/>
                <a:gd name="connsiteX15" fmla="*/ 177934 w 177634"/>
                <a:gd name="connsiteY15" fmla="*/ 155107 h 155022"/>
                <a:gd name="connsiteX16" fmla="*/ 177934 w 177634"/>
                <a:gd name="connsiteY16" fmla="*/ 144234 h 155022"/>
                <a:gd name="connsiteX17" fmla="*/ 150388 w 177634"/>
                <a:gd name="connsiteY17" fmla="*/ 133712 h 155022"/>
                <a:gd name="connsiteX18" fmla="*/ 150388 w 177634"/>
                <a:gd name="connsiteY18" fmla="*/ 66723 h 155022"/>
                <a:gd name="connsiteX19" fmla="*/ 139440 w 177634"/>
                <a:gd name="connsiteY19" fmla="*/ 13062 h 155022"/>
                <a:gd name="connsiteX20" fmla="*/ 102360 w 177634"/>
                <a:gd name="connsiteY20" fmla="*/ 85 h 155022"/>
                <a:gd name="connsiteX21" fmla="*/ 50093 w 177634"/>
                <a:gd name="connsiteY21" fmla="*/ 36911 h 155022"/>
                <a:gd name="connsiteX22" fmla="*/ 50093 w 177634"/>
                <a:gd name="connsiteY22" fmla="*/ 85 h 155022"/>
                <a:gd name="connsiteX23" fmla="*/ 299 w 177634"/>
                <a:gd name="connsiteY23" fmla="*/ 3943 h 155022"/>
                <a:gd name="connsiteX24" fmla="*/ 299 w 177634"/>
                <a:gd name="connsiteY24" fmla="*/ 14815 h 155022"/>
                <a:gd name="connsiteX25" fmla="*/ 27845 w 177634"/>
                <a:gd name="connsiteY25" fmla="*/ 34456 h 155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634" h="155022">
                  <a:moveTo>
                    <a:pt x="27845" y="34456"/>
                  </a:moveTo>
                  <a:lnTo>
                    <a:pt x="27845" y="128451"/>
                  </a:lnTo>
                  <a:cubicBezTo>
                    <a:pt x="27845" y="144234"/>
                    <a:pt x="23960" y="144234"/>
                    <a:pt x="299" y="144234"/>
                  </a:cubicBezTo>
                  <a:lnTo>
                    <a:pt x="299" y="155107"/>
                  </a:lnTo>
                  <a:cubicBezTo>
                    <a:pt x="12659" y="154756"/>
                    <a:pt x="30670" y="154055"/>
                    <a:pt x="40205" y="154055"/>
                  </a:cubicBezTo>
                  <a:cubicBezTo>
                    <a:pt x="49387" y="154055"/>
                    <a:pt x="67751" y="154756"/>
                    <a:pt x="79758" y="155107"/>
                  </a:cubicBezTo>
                  <a:lnTo>
                    <a:pt x="79758" y="144234"/>
                  </a:lnTo>
                  <a:cubicBezTo>
                    <a:pt x="56097" y="144234"/>
                    <a:pt x="52212" y="144234"/>
                    <a:pt x="52212" y="128451"/>
                  </a:cubicBezTo>
                  <a:lnTo>
                    <a:pt x="52212" y="63917"/>
                  </a:lnTo>
                  <a:cubicBezTo>
                    <a:pt x="52212" y="27442"/>
                    <a:pt x="77286" y="7801"/>
                    <a:pt x="99887" y="7801"/>
                  </a:cubicBezTo>
                  <a:cubicBezTo>
                    <a:pt x="122136" y="7801"/>
                    <a:pt x="126021" y="26740"/>
                    <a:pt x="126021" y="46732"/>
                  </a:cubicBezTo>
                  <a:lnTo>
                    <a:pt x="126021" y="128451"/>
                  </a:lnTo>
                  <a:cubicBezTo>
                    <a:pt x="126021" y="144234"/>
                    <a:pt x="122136" y="144234"/>
                    <a:pt x="98475" y="144234"/>
                  </a:cubicBezTo>
                  <a:lnTo>
                    <a:pt x="98475" y="155107"/>
                  </a:lnTo>
                  <a:cubicBezTo>
                    <a:pt x="110835" y="154756"/>
                    <a:pt x="128846" y="154055"/>
                    <a:pt x="138381" y="154055"/>
                  </a:cubicBezTo>
                  <a:cubicBezTo>
                    <a:pt x="147563" y="154055"/>
                    <a:pt x="165927" y="154756"/>
                    <a:pt x="177934" y="155107"/>
                  </a:cubicBezTo>
                  <a:lnTo>
                    <a:pt x="177934" y="144234"/>
                  </a:lnTo>
                  <a:cubicBezTo>
                    <a:pt x="159570" y="144234"/>
                    <a:pt x="150741" y="144234"/>
                    <a:pt x="150388" y="133712"/>
                  </a:cubicBezTo>
                  <a:lnTo>
                    <a:pt x="150388" y="66723"/>
                  </a:lnTo>
                  <a:cubicBezTo>
                    <a:pt x="150388" y="36560"/>
                    <a:pt x="150388" y="25688"/>
                    <a:pt x="139440" y="13062"/>
                  </a:cubicBezTo>
                  <a:cubicBezTo>
                    <a:pt x="134496" y="7099"/>
                    <a:pt x="122842" y="85"/>
                    <a:pt x="102360" y="85"/>
                  </a:cubicBezTo>
                  <a:cubicBezTo>
                    <a:pt x="76580" y="85"/>
                    <a:pt x="59981" y="15166"/>
                    <a:pt x="50093" y="36911"/>
                  </a:cubicBezTo>
                  <a:lnTo>
                    <a:pt x="50093" y="85"/>
                  </a:lnTo>
                  <a:lnTo>
                    <a:pt x="299" y="3943"/>
                  </a:lnTo>
                  <a:lnTo>
                    <a:pt x="299" y="14815"/>
                  </a:lnTo>
                  <a:cubicBezTo>
                    <a:pt x="25020" y="14815"/>
                    <a:pt x="27845" y="17270"/>
                    <a:pt x="27845" y="34456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A8DED5E5-F847-9882-01A1-23CF205AFDCD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4248710" y="4706431"/>
              <a:ext cx="192511" cy="315655"/>
            </a:xfrm>
            <a:custGeom>
              <a:avLst/>
              <a:gdLst>
                <a:gd name="connsiteX0" fmla="*/ 192818 w 192511"/>
                <a:gd name="connsiteY0" fmla="*/ 48135 h 315655"/>
                <a:gd name="connsiteX1" fmla="*/ 144790 w 192511"/>
                <a:gd name="connsiteY1" fmla="*/ 85 h 315655"/>
                <a:gd name="connsiteX2" fmla="*/ 102058 w 192511"/>
                <a:gd name="connsiteY2" fmla="*/ 14815 h 315655"/>
                <a:gd name="connsiteX3" fmla="*/ 56502 w 192511"/>
                <a:gd name="connsiteY3" fmla="*/ 89521 h 315655"/>
                <a:gd name="connsiteX4" fmla="*/ 351 w 192511"/>
                <a:gd name="connsiteY4" fmla="*/ 312233 h 315655"/>
                <a:gd name="connsiteX5" fmla="*/ 4589 w 192511"/>
                <a:gd name="connsiteY5" fmla="*/ 315741 h 315655"/>
                <a:gd name="connsiteX6" fmla="*/ 8827 w 192511"/>
                <a:gd name="connsiteY6" fmla="*/ 313987 h 315655"/>
                <a:gd name="connsiteX7" fmla="*/ 33547 w 192511"/>
                <a:gd name="connsiteY7" fmla="*/ 217186 h 315655"/>
                <a:gd name="connsiteX8" fmla="*/ 81576 w 192511"/>
                <a:gd name="connsiteY8" fmla="*/ 251206 h 315655"/>
                <a:gd name="connsiteX9" fmla="*/ 149734 w 192511"/>
                <a:gd name="connsiteY9" fmla="*/ 223499 h 315655"/>
                <a:gd name="connsiteX10" fmla="*/ 177986 w 192511"/>
                <a:gd name="connsiteY10" fmla="*/ 158965 h 315655"/>
                <a:gd name="connsiteX11" fmla="*/ 152206 w 192511"/>
                <a:gd name="connsiteY11" fmla="*/ 106706 h 315655"/>
                <a:gd name="connsiteX12" fmla="*/ 192818 w 192511"/>
                <a:gd name="connsiteY12" fmla="*/ 48135 h 315655"/>
                <a:gd name="connsiteX13" fmla="*/ 129251 w 192511"/>
                <a:gd name="connsiteY13" fmla="*/ 106356 h 315655"/>
                <a:gd name="connsiteX14" fmla="*/ 112300 w 192511"/>
                <a:gd name="connsiteY14" fmla="*/ 108811 h 315655"/>
                <a:gd name="connsiteX15" fmla="*/ 96761 w 192511"/>
                <a:gd name="connsiteY15" fmla="*/ 107408 h 315655"/>
                <a:gd name="connsiteX16" fmla="*/ 114065 w 192511"/>
                <a:gd name="connsiteY16" fmla="*/ 104602 h 315655"/>
                <a:gd name="connsiteX17" fmla="*/ 129251 w 192511"/>
                <a:gd name="connsiteY17" fmla="*/ 106356 h 315655"/>
                <a:gd name="connsiteX18" fmla="*/ 173042 w 192511"/>
                <a:gd name="connsiteY18" fmla="*/ 40068 h 315655"/>
                <a:gd name="connsiteX19" fmla="*/ 141258 w 192511"/>
                <a:gd name="connsiteY19" fmla="*/ 100744 h 315655"/>
                <a:gd name="connsiteX20" fmla="*/ 114065 w 192511"/>
                <a:gd name="connsiteY20" fmla="*/ 96535 h 315655"/>
                <a:gd name="connsiteX21" fmla="*/ 86873 w 192511"/>
                <a:gd name="connsiteY21" fmla="*/ 107758 h 315655"/>
                <a:gd name="connsiteX22" fmla="*/ 111240 w 192511"/>
                <a:gd name="connsiteY22" fmla="*/ 116527 h 315655"/>
                <a:gd name="connsiteX23" fmla="*/ 140199 w 192511"/>
                <a:gd name="connsiteY23" fmla="*/ 111967 h 315655"/>
                <a:gd name="connsiteX24" fmla="*/ 155737 w 192511"/>
                <a:gd name="connsiteY24" fmla="*/ 151600 h 315655"/>
                <a:gd name="connsiteX25" fmla="*/ 138080 w 192511"/>
                <a:gd name="connsiteY25" fmla="*/ 211925 h 315655"/>
                <a:gd name="connsiteX26" fmla="*/ 80516 w 192511"/>
                <a:gd name="connsiteY26" fmla="*/ 243490 h 315655"/>
                <a:gd name="connsiteX27" fmla="*/ 40257 w 192511"/>
                <a:gd name="connsiteY27" fmla="*/ 198246 h 315655"/>
                <a:gd name="connsiteX28" fmla="*/ 42023 w 192511"/>
                <a:gd name="connsiteY28" fmla="*/ 182814 h 315655"/>
                <a:gd name="connsiteX29" fmla="*/ 64624 w 192511"/>
                <a:gd name="connsiteY29" fmla="*/ 94080 h 315655"/>
                <a:gd name="connsiteX30" fmla="*/ 140199 w 192511"/>
                <a:gd name="connsiteY30" fmla="*/ 8151 h 315655"/>
                <a:gd name="connsiteX31" fmla="*/ 173042 w 192511"/>
                <a:gd name="connsiteY31" fmla="*/ 40068 h 31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92511" h="315655">
                  <a:moveTo>
                    <a:pt x="192818" y="48135"/>
                  </a:moveTo>
                  <a:cubicBezTo>
                    <a:pt x="192818" y="21830"/>
                    <a:pt x="173395" y="85"/>
                    <a:pt x="144790" y="85"/>
                  </a:cubicBezTo>
                  <a:cubicBezTo>
                    <a:pt x="124307" y="85"/>
                    <a:pt x="114419" y="5696"/>
                    <a:pt x="102058" y="14815"/>
                  </a:cubicBezTo>
                  <a:cubicBezTo>
                    <a:pt x="82635" y="28844"/>
                    <a:pt x="63212" y="62865"/>
                    <a:pt x="56502" y="89521"/>
                  </a:cubicBezTo>
                  <a:lnTo>
                    <a:pt x="351" y="312233"/>
                  </a:lnTo>
                  <a:cubicBezTo>
                    <a:pt x="-2" y="313636"/>
                    <a:pt x="1764" y="315741"/>
                    <a:pt x="4589" y="315741"/>
                  </a:cubicBezTo>
                  <a:cubicBezTo>
                    <a:pt x="7414" y="315741"/>
                    <a:pt x="8473" y="315039"/>
                    <a:pt x="8827" y="313987"/>
                  </a:cubicBezTo>
                  <a:lnTo>
                    <a:pt x="33547" y="217186"/>
                  </a:lnTo>
                  <a:cubicBezTo>
                    <a:pt x="40257" y="238230"/>
                    <a:pt x="55796" y="251206"/>
                    <a:pt x="81576" y="251206"/>
                  </a:cubicBezTo>
                  <a:cubicBezTo>
                    <a:pt x="107356" y="251206"/>
                    <a:pt x="133842" y="238931"/>
                    <a:pt x="149734" y="223499"/>
                  </a:cubicBezTo>
                  <a:cubicBezTo>
                    <a:pt x="166685" y="207365"/>
                    <a:pt x="177986" y="184919"/>
                    <a:pt x="177986" y="158965"/>
                  </a:cubicBezTo>
                  <a:cubicBezTo>
                    <a:pt x="177986" y="133712"/>
                    <a:pt x="164919" y="115474"/>
                    <a:pt x="152206" y="106706"/>
                  </a:cubicBezTo>
                  <a:cubicBezTo>
                    <a:pt x="172688" y="95132"/>
                    <a:pt x="192818" y="73387"/>
                    <a:pt x="192818" y="48135"/>
                  </a:cubicBezTo>
                  <a:close/>
                  <a:moveTo>
                    <a:pt x="129251" y="106356"/>
                  </a:moveTo>
                  <a:cubicBezTo>
                    <a:pt x="124660" y="108109"/>
                    <a:pt x="120775" y="108811"/>
                    <a:pt x="112300" y="108811"/>
                  </a:cubicBezTo>
                  <a:cubicBezTo>
                    <a:pt x="107356" y="108811"/>
                    <a:pt x="100293" y="109161"/>
                    <a:pt x="96761" y="107408"/>
                  </a:cubicBezTo>
                  <a:cubicBezTo>
                    <a:pt x="97467" y="103900"/>
                    <a:pt x="110181" y="104602"/>
                    <a:pt x="114065" y="104602"/>
                  </a:cubicBezTo>
                  <a:cubicBezTo>
                    <a:pt x="121482" y="104602"/>
                    <a:pt x="124660" y="104602"/>
                    <a:pt x="129251" y="106356"/>
                  </a:cubicBezTo>
                  <a:close/>
                  <a:moveTo>
                    <a:pt x="173042" y="40068"/>
                  </a:moveTo>
                  <a:cubicBezTo>
                    <a:pt x="173042" y="64619"/>
                    <a:pt x="159622" y="89871"/>
                    <a:pt x="141258" y="100744"/>
                  </a:cubicBezTo>
                  <a:cubicBezTo>
                    <a:pt x="131723" y="97237"/>
                    <a:pt x="124660" y="96535"/>
                    <a:pt x="114065" y="96535"/>
                  </a:cubicBezTo>
                  <a:cubicBezTo>
                    <a:pt x="106649" y="96535"/>
                    <a:pt x="86873" y="96184"/>
                    <a:pt x="86873" y="107758"/>
                  </a:cubicBezTo>
                  <a:cubicBezTo>
                    <a:pt x="86520" y="117579"/>
                    <a:pt x="104884" y="116527"/>
                    <a:pt x="111240" y="116527"/>
                  </a:cubicBezTo>
                  <a:cubicBezTo>
                    <a:pt x="124307" y="116527"/>
                    <a:pt x="129604" y="116176"/>
                    <a:pt x="140199" y="111967"/>
                  </a:cubicBezTo>
                  <a:cubicBezTo>
                    <a:pt x="153618" y="124593"/>
                    <a:pt x="155384" y="135466"/>
                    <a:pt x="155737" y="151600"/>
                  </a:cubicBezTo>
                  <a:cubicBezTo>
                    <a:pt x="156443" y="171942"/>
                    <a:pt x="147968" y="198246"/>
                    <a:pt x="138080" y="211925"/>
                  </a:cubicBezTo>
                  <a:cubicBezTo>
                    <a:pt x="124307" y="230864"/>
                    <a:pt x="100646" y="243490"/>
                    <a:pt x="80516" y="243490"/>
                  </a:cubicBezTo>
                  <a:cubicBezTo>
                    <a:pt x="53677" y="243490"/>
                    <a:pt x="40257" y="223148"/>
                    <a:pt x="40257" y="198246"/>
                  </a:cubicBezTo>
                  <a:cubicBezTo>
                    <a:pt x="40257" y="194739"/>
                    <a:pt x="40257" y="189478"/>
                    <a:pt x="42023" y="182814"/>
                  </a:cubicBezTo>
                  <a:lnTo>
                    <a:pt x="64624" y="94080"/>
                  </a:lnTo>
                  <a:cubicBezTo>
                    <a:pt x="72394" y="63917"/>
                    <a:pt x="97821" y="8151"/>
                    <a:pt x="140199" y="8151"/>
                  </a:cubicBezTo>
                  <a:cubicBezTo>
                    <a:pt x="160681" y="8151"/>
                    <a:pt x="173042" y="19024"/>
                    <a:pt x="173042" y="40068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0924E833-E031-3F53-E7E9-A57BA40E1EC8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8884134" y="5323012"/>
              <a:ext cx="134550" cy="160984"/>
            </a:xfrm>
            <a:custGeom>
              <a:avLst/>
              <a:gdLst>
                <a:gd name="connsiteX0" fmla="*/ 29466 w 134550"/>
                <a:gd name="connsiteY0" fmla="*/ 80767 h 160984"/>
                <a:gd name="connsiteX1" fmla="*/ 77142 w 134550"/>
                <a:gd name="connsiteY1" fmla="*/ 8868 h 160984"/>
                <a:gd name="connsiteX2" fmla="*/ 114929 w 134550"/>
                <a:gd name="connsiteY2" fmla="*/ 21845 h 160984"/>
                <a:gd name="connsiteX3" fmla="*/ 98331 w 134550"/>
                <a:gd name="connsiteY3" fmla="*/ 37978 h 160984"/>
                <a:gd name="connsiteX4" fmla="*/ 114576 w 134550"/>
                <a:gd name="connsiteY4" fmla="*/ 54112 h 160984"/>
                <a:gd name="connsiteX5" fmla="*/ 130821 w 134550"/>
                <a:gd name="connsiteY5" fmla="*/ 37628 h 160984"/>
                <a:gd name="connsiteX6" fmla="*/ 76788 w 134550"/>
                <a:gd name="connsiteY6" fmla="*/ 100 h 160984"/>
                <a:gd name="connsiteX7" fmla="*/ 155 w 134550"/>
                <a:gd name="connsiteY7" fmla="*/ 81469 h 160984"/>
                <a:gd name="connsiteX8" fmla="*/ 76082 w 134550"/>
                <a:gd name="connsiteY8" fmla="*/ 161084 h 160984"/>
                <a:gd name="connsiteX9" fmla="*/ 134705 w 134550"/>
                <a:gd name="connsiteY9" fmla="*/ 115489 h 160984"/>
                <a:gd name="connsiteX10" fmla="*/ 130114 w 134550"/>
                <a:gd name="connsiteY10" fmla="*/ 111982 h 160984"/>
                <a:gd name="connsiteX11" fmla="*/ 125523 w 134550"/>
                <a:gd name="connsiteY11" fmla="*/ 115489 h 160984"/>
                <a:gd name="connsiteX12" fmla="*/ 79261 w 134550"/>
                <a:gd name="connsiteY12" fmla="*/ 152316 h 160984"/>
                <a:gd name="connsiteX13" fmla="*/ 29466 w 134550"/>
                <a:gd name="connsiteY13" fmla="*/ 80767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550" h="160984">
                  <a:moveTo>
                    <a:pt x="29466" y="80767"/>
                  </a:moveTo>
                  <a:cubicBezTo>
                    <a:pt x="29466" y="23598"/>
                    <a:pt x="58425" y="8868"/>
                    <a:pt x="77142" y="8868"/>
                  </a:cubicBezTo>
                  <a:cubicBezTo>
                    <a:pt x="80320" y="8868"/>
                    <a:pt x="102568" y="9219"/>
                    <a:pt x="114929" y="21845"/>
                  </a:cubicBezTo>
                  <a:cubicBezTo>
                    <a:pt x="100450" y="22897"/>
                    <a:pt x="98331" y="33419"/>
                    <a:pt x="98331" y="37978"/>
                  </a:cubicBezTo>
                  <a:cubicBezTo>
                    <a:pt x="98331" y="47097"/>
                    <a:pt x="104687" y="54112"/>
                    <a:pt x="114576" y="54112"/>
                  </a:cubicBezTo>
                  <a:cubicBezTo>
                    <a:pt x="123757" y="54112"/>
                    <a:pt x="130821" y="48149"/>
                    <a:pt x="130821" y="37628"/>
                  </a:cubicBezTo>
                  <a:cubicBezTo>
                    <a:pt x="130821" y="13778"/>
                    <a:pt x="103981" y="100"/>
                    <a:pt x="76788" y="100"/>
                  </a:cubicBezTo>
                  <a:cubicBezTo>
                    <a:pt x="32645" y="100"/>
                    <a:pt x="155" y="37978"/>
                    <a:pt x="155" y="81469"/>
                  </a:cubicBezTo>
                  <a:cubicBezTo>
                    <a:pt x="155" y="126362"/>
                    <a:pt x="35117" y="161084"/>
                    <a:pt x="76082" y="161084"/>
                  </a:cubicBezTo>
                  <a:cubicBezTo>
                    <a:pt x="123404" y="161084"/>
                    <a:pt x="134705" y="118997"/>
                    <a:pt x="134705" y="115489"/>
                  </a:cubicBezTo>
                  <a:cubicBezTo>
                    <a:pt x="134705" y="111982"/>
                    <a:pt x="131174" y="111982"/>
                    <a:pt x="130114" y="111982"/>
                  </a:cubicBezTo>
                  <a:cubicBezTo>
                    <a:pt x="126936" y="111982"/>
                    <a:pt x="126230" y="113385"/>
                    <a:pt x="125523" y="115489"/>
                  </a:cubicBezTo>
                  <a:cubicBezTo>
                    <a:pt x="115282" y="148107"/>
                    <a:pt x="92327" y="152316"/>
                    <a:pt x="79261" y="152316"/>
                  </a:cubicBezTo>
                  <a:cubicBezTo>
                    <a:pt x="60544" y="152316"/>
                    <a:pt x="29466" y="137235"/>
                    <a:pt x="29466" y="80767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B63DA25-3615-73F1-1E4F-01DFF4776255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9038972" y="5323012"/>
              <a:ext cx="156445" cy="160984"/>
            </a:xfrm>
            <a:custGeom>
              <a:avLst/>
              <a:gdLst>
                <a:gd name="connsiteX0" fmla="*/ 156605 w 156445"/>
                <a:gd name="connsiteY0" fmla="*/ 82170 h 160984"/>
                <a:gd name="connsiteX1" fmla="*/ 78559 w 156445"/>
                <a:gd name="connsiteY1" fmla="*/ 100 h 160984"/>
                <a:gd name="connsiteX2" fmla="*/ 159 w 156445"/>
                <a:gd name="connsiteY2" fmla="*/ 82170 h 160984"/>
                <a:gd name="connsiteX3" fmla="*/ 78205 w 156445"/>
                <a:gd name="connsiteY3" fmla="*/ 161084 h 160984"/>
                <a:gd name="connsiteX4" fmla="*/ 156605 w 156445"/>
                <a:gd name="connsiteY4" fmla="*/ 82170 h 160984"/>
                <a:gd name="connsiteX5" fmla="*/ 78559 w 156445"/>
                <a:gd name="connsiteY5" fmla="*/ 152316 h 160984"/>
                <a:gd name="connsiteX6" fmla="*/ 38300 w 156445"/>
                <a:gd name="connsiteY6" fmla="*/ 128817 h 160984"/>
                <a:gd name="connsiteX7" fmla="*/ 29471 w 156445"/>
                <a:gd name="connsiteY7" fmla="*/ 79364 h 160984"/>
                <a:gd name="connsiteX8" fmla="*/ 37946 w 156445"/>
                <a:gd name="connsiteY8" fmla="*/ 31314 h 160984"/>
                <a:gd name="connsiteX9" fmla="*/ 78205 w 156445"/>
                <a:gd name="connsiteY9" fmla="*/ 7816 h 160984"/>
                <a:gd name="connsiteX10" fmla="*/ 118112 w 156445"/>
                <a:gd name="connsiteY10" fmla="*/ 30613 h 160984"/>
                <a:gd name="connsiteX11" fmla="*/ 127293 w 156445"/>
                <a:gd name="connsiteY11" fmla="*/ 79364 h 160984"/>
                <a:gd name="connsiteX12" fmla="*/ 119524 w 156445"/>
                <a:gd name="connsiteY12" fmla="*/ 126362 h 160984"/>
                <a:gd name="connsiteX13" fmla="*/ 78559 w 156445"/>
                <a:gd name="connsiteY13" fmla="*/ 152316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445" h="160984">
                  <a:moveTo>
                    <a:pt x="156605" y="82170"/>
                  </a:moveTo>
                  <a:cubicBezTo>
                    <a:pt x="156605" y="37277"/>
                    <a:pt x="121290" y="100"/>
                    <a:pt x="78559" y="100"/>
                  </a:cubicBezTo>
                  <a:cubicBezTo>
                    <a:pt x="34415" y="100"/>
                    <a:pt x="159" y="38329"/>
                    <a:pt x="159" y="82170"/>
                  </a:cubicBezTo>
                  <a:cubicBezTo>
                    <a:pt x="159" y="127414"/>
                    <a:pt x="36887" y="161084"/>
                    <a:pt x="78205" y="161084"/>
                  </a:cubicBezTo>
                  <a:cubicBezTo>
                    <a:pt x="120937" y="161084"/>
                    <a:pt x="156605" y="126713"/>
                    <a:pt x="156605" y="82170"/>
                  </a:cubicBezTo>
                  <a:close/>
                  <a:moveTo>
                    <a:pt x="78559" y="152316"/>
                  </a:moveTo>
                  <a:cubicBezTo>
                    <a:pt x="63373" y="152316"/>
                    <a:pt x="47835" y="144951"/>
                    <a:pt x="38300" y="128817"/>
                  </a:cubicBezTo>
                  <a:cubicBezTo>
                    <a:pt x="29471" y="113385"/>
                    <a:pt x="29471" y="91991"/>
                    <a:pt x="29471" y="79364"/>
                  </a:cubicBezTo>
                  <a:cubicBezTo>
                    <a:pt x="29471" y="65686"/>
                    <a:pt x="29471" y="46747"/>
                    <a:pt x="37946" y="31314"/>
                  </a:cubicBezTo>
                  <a:cubicBezTo>
                    <a:pt x="47481" y="15181"/>
                    <a:pt x="64080" y="7816"/>
                    <a:pt x="78205" y="7816"/>
                  </a:cubicBezTo>
                  <a:cubicBezTo>
                    <a:pt x="93744" y="7816"/>
                    <a:pt x="108930" y="15532"/>
                    <a:pt x="118112" y="30613"/>
                  </a:cubicBezTo>
                  <a:cubicBezTo>
                    <a:pt x="127293" y="45694"/>
                    <a:pt x="127293" y="66037"/>
                    <a:pt x="127293" y="79364"/>
                  </a:cubicBezTo>
                  <a:cubicBezTo>
                    <a:pt x="127293" y="91991"/>
                    <a:pt x="127293" y="110930"/>
                    <a:pt x="119524" y="126362"/>
                  </a:cubicBezTo>
                  <a:cubicBezTo>
                    <a:pt x="111755" y="142145"/>
                    <a:pt x="96216" y="152316"/>
                    <a:pt x="78559" y="152316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F717BA02-927D-78DF-6CEC-EE102C8E6CA2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9217313" y="5323012"/>
              <a:ext cx="115480" cy="160984"/>
            </a:xfrm>
            <a:custGeom>
              <a:avLst/>
              <a:gdLst>
                <a:gd name="connsiteX0" fmla="*/ 61966 w 115480"/>
                <a:gd name="connsiteY0" fmla="*/ 89185 h 160984"/>
                <a:gd name="connsiteX1" fmla="*/ 98693 w 115480"/>
                <a:gd name="connsiteY1" fmla="*/ 121452 h 160984"/>
                <a:gd name="connsiteX2" fmla="*/ 58787 w 115480"/>
                <a:gd name="connsiteY2" fmla="*/ 153368 h 160984"/>
                <a:gd name="connsiteX3" fmla="*/ 9699 w 115480"/>
                <a:gd name="connsiteY3" fmla="*/ 103565 h 160984"/>
                <a:gd name="connsiteX4" fmla="*/ 4755 w 115480"/>
                <a:gd name="connsiteY4" fmla="*/ 97602 h 160984"/>
                <a:gd name="connsiteX5" fmla="*/ 164 w 115480"/>
                <a:gd name="connsiteY5" fmla="*/ 106370 h 160984"/>
                <a:gd name="connsiteX6" fmla="*/ 164 w 115480"/>
                <a:gd name="connsiteY6" fmla="*/ 152667 h 160984"/>
                <a:gd name="connsiteX7" fmla="*/ 4049 w 115480"/>
                <a:gd name="connsiteY7" fmla="*/ 161084 h 160984"/>
                <a:gd name="connsiteX8" fmla="*/ 12878 w 115480"/>
                <a:gd name="connsiteY8" fmla="*/ 154070 h 160984"/>
                <a:gd name="connsiteX9" fmla="*/ 19941 w 115480"/>
                <a:gd name="connsiteY9" fmla="*/ 146003 h 160984"/>
                <a:gd name="connsiteX10" fmla="*/ 58787 w 115480"/>
                <a:gd name="connsiteY10" fmla="*/ 161084 h 160984"/>
                <a:gd name="connsiteX11" fmla="*/ 115644 w 115480"/>
                <a:gd name="connsiteY11" fmla="*/ 112333 h 160984"/>
                <a:gd name="connsiteX12" fmla="*/ 100812 w 115480"/>
                <a:gd name="connsiteY12" fmla="*/ 79014 h 160984"/>
                <a:gd name="connsiteX13" fmla="*/ 60553 w 115480"/>
                <a:gd name="connsiteY13" fmla="*/ 62179 h 160984"/>
                <a:gd name="connsiteX14" fmla="*/ 17115 w 115480"/>
                <a:gd name="connsiteY14" fmla="*/ 33419 h 160984"/>
                <a:gd name="connsiteX15" fmla="*/ 56668 w 115480"/>
                <a:gd name="connsiteY15" fmla="*/ 6763 h 160984"/>
                <a:gd name="connsiteX16" fmla="*/ 97987 w 115480"/>
                <a:gd name="connsiteY16" fmla="*/ 49202 h 160984"/>
                <a:gd name="connsiteX17" fmla="*/ 102225 w 115480"/>
                <a:gd name="connsiteY17" fmla="*/ 52358 h 160984"/>
                <a:gd name="connsiteX18" fmla="*/ 106816 w 115480"/>
                <a:gd name="connsiteY18" fmla="*/ 43941 h 160984"/>
                <a:gd name="connsiteX19" fmla="*/ 106816 w 115480"/>
                <a:gd name="connsiteY19" fmla="*/ 8517 h 160984"/>
                <a:gd name="connsiteX20" fmla="*/ 102931 w 115480"/>
                <a:gd name="connsiteY20" fmla="*/ 100 h 160984"/>
                <a:gd name="connsiteX21" fmla="*/ 95868 w 115480"/>
                <a:gd name="connsiteY21" fmla="*/ 4308 h 160984"/>
                <a:gd name="connsiteX22" fmla="*/ 89864 w 115480"/>
                <a:gd name="connsiteY22" fmla="*/ 9920 h 160984"/>
                <a:gd name="connsiteX23" fmla="*/ 56668 w 115480"/>
                <a:gd name="connsiteY23" fmla="*/ 100 h 160984"/>
                <a:gd name="connsiteX24" fmla="*/ 164 w 115480"/>
                <a:gd name="connsiteY24" fmla="*/ 43239 h 160984"/>
                <a:gd name="connsiteX25" fmla="*/ 15350 w 115480"/>
                <a:gd name="connsiteY25" fmla="*/ 73051 h 160984"/>
                <a:gd name="connsiteX26" fmla="*/ 61966 w 115480"/>
                <a:gd name="connsiteY26" fmla="*/ 8918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480" h="160984">
                  <a:moveTo>
                    <a:pt x="61966" y="89185"/>
                  </a:moveTo>
                  <a:cubicBezTo>
                    <a:pt x="69735" y="90588"/>
                    <a:pt x="98693" y="96199"/>
                    <a:pt x="98693" y="121452"/>
                  </a:cubicBezTo>
                  <a:cubicBezTo>
                    <a:pt x="98693" y="139339"/>
                    <a:pt x="86333" y="153368"/>
                    <a:pt x="58787" y="153368"/>
                  </a:cubicBezTo>
                  <a:cubicBezTo>
                    <a:pt x="29123" y="153368"/>
                    <a:pt x="16409" y="133377"/>
                    <a:pt x="9699" y="103565"/>
                  </a:cubicBezTo>
                  <a:cubicBezTo>
                    <a:pt x="8640" y="99005"/>
                    <a:pt x="8287" y="97602"/>
                    <a:pt x="4755" y="97602"/>
                  </a:cubicBezTo>
                  <a:cubicBezTo>
                    <a:pt x="164" y="97602"/>
                    <a:pt x="164" y="100057"/>
                    <a:pt x="164" y="106370"/>
                  </a:cubicBezTo>
                  <a:lnTo>
                    <a:pt x="164" y="152667"/>
                  </a:lnTo>
                  <a:cubicBezTo>
                    <a:pt x="164" y="158629"/>
                    <a:pt x="164" y="161084"/>
                    <a:pt x="4049" y="161084"/>
                  </a:cubicBezTo>
                  <a:cubicBezTo>
                    <a:pt x="5815" y="161084"/>
                    <a:pt x="6168" y="160733"/>
                    <a:pt x="12878" y="154070"/>
                  </a:cubicBezTo>
                  <a:cubicBezTo>
                    <a:pt x="13584" y="153368"/>
                    <a:pt x="13584" y="152667"/>
                    <a:pt x="19941" y="146003"/>
                  </a:cubicBezTo>
                  <a:cubicBezTo>
                    <a:pt x="35479" y="160733"/>
                    <a:pt x="51371" y="161084"/>
                    <a:pt x="58787" y="161084"/>
                  </a:cubicBezTo>
                  <a:cubicBezTo>
                    <a:pt x="99400" y="161084"/>
                    <a:pt x="115644" y="137585"/>
                    <a:pt x="115644" y="112333"/>
                  </a:cubicBezTo>
                  <a:cubicBezTo>
                    <a:pt x="115644" y="93744"/>
                    <a:pt x="105050" y="83222"/>
                    <a:pt x="100812" y="79014"/>
                  </a:cubicBezTo>
                  <a:cubicBezTo>
                    <a:pt x="89158" y="67790"/>
                    <a:pt x="75385" y="64984"/>
                    <a:pt x="60553" y="62179"/>
                  </a:cubicBezTo>
                  <a:cubicBezTo>
                    <a:pt x="40777" y="58321"/>
                    <a:pt x="17115" y="53761"/>
                    <a:pt x="17115" y="33419"/>
                  </a:cubicBezTo>
                  <a:cubicBezTo>
                    <a:pt x="17115" y="21143"/>
                    <a:pt x="26297" y="6763"/>
                    <a:pt x="56668" y="6763"/>
                  </a:cubicBezTo>
                  <a:cubicBezTo>
                    <a:pt x="95515" y="6763"/>
                    <a:pt x="97281" y="38329"/>
                    <a:pt x="97987" y="49202"/>
                  </a:cubicBezTo>
                  <a:cubicBezTo>
                    <a:pt x="98340" y="52358"/>
                    <a:pt x="101518" y="52358"/>
                    <a:pt x="102225" y="52358"/>
                  </a:cubicBezTo>
                  <a:cubicBezTo>
                    <a:pt x="106816" y="52358"/>
                    <a:pt x="106816" y="50605"/>
                    <a:pt x="106816" y="43941"/>
                  </a:cubicBezTo>
                  <a:lnTo>
                    <a:pt x="106816" y="8517"/>
                  </a:lnTo>
                  <a:cubicBezTo>
                    <a:pt x="106816" y="2555"/>
                    <a:pt x="106816" y="100"/>
                    <a:pt x="102931" y="100"/>
                  </a:cubicBezTo>
                  <a:cubicBezTo>
                    <a:pt x="101165" y="100"/>
                    <a:pt x="100459" y="100"/>
                    <a:pt x="95868" y="4308"/>
                  </a:cubicBezTo>
                  <a:cubicBezTo>
                    <a:pt x="94809" y="5711"/>
                    <a:pt x="91277" y="8868"/>
                    <a:pt x="89864" y="9920"/>
                  </a:cubicBezTo>
                  <a:cubicBezTo>
                    <a:pt x="76445" y="100"/>
                    <a:pt x="61966" y="100"/>
                    <a:pt x="56668" y="100"/>
                  </a:cubicBezTo>
                  <a:cubicBezTo>
                    <a:pt x="13584" y="100"/>
                    <a:pt x="164" y="23598"/>
                    <a:pt x="164" y="43239"/>
                  </a:cubicBezTo>
                  <a:cubicBezTo>
                    <a:pt x="164" y="55515"/>
                    <a:pt x="5815" y="65335"/>
                    <a:pt x="15350" y="73051"/>
                  </a:cubicBezTo>
                  <a:cubicBezTo>
                    <a:pt x="26651" y="82170"/>
                    <a:pt x="36539" y="84275"/>
                    <a:pt x="61966" y="89185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3D4F281-3A31-34C3-8952-01EDAAD731F6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9379919" y="5217092"/>
              <a:ext cx="81930" cy="350728"/>
            </a:xfrm>
            <a:custGeom>
              <a:avLst/>
              <a:gdLst>
                <a:gd name="connsiteX0" fmla="*/ 82099 w 81930"/>
                <a:gd name="connsiteY0" fmla="*/ 347321 h 350728"/>
                <a:gd name="connsiteX1" fmla="*/ 76096 w 81930"/>
                <a:gd name="connsiteY1" fmla="*/ 339605 h 350728"/>
                <a:gd name="connsiteX2" fmla="*/ 20651 w 81930"/>
                <a:gd name="connsiteY2" fmla="*/ 175464 h 350728"/>
                <a:gd name="connsiteX3" fmla="*/ 77508 w 81930"/>
                <a:gd name="connsiteY3" fmla="*/ 9569 h 350728"/>
                <a:gd name="connsiteX4" fmla="*/ 82099 w 81930"/>
                <a:gd name="connsiteY4" fmla="*/ 3607 h 350728"/>
                <a:gd name="connsiteX5" fmla="*/ 78568 w 81930"/>
                <a:gd name="connsiteY5" fmla="*/ 100 h 350728"/>
                <a:gd name="connsiteX6" fmla="*/ 22417 w 81930"/>
                <a:gd name="connsiteY6" fmla="*/ 68492 h 350728"/>
                <a:gd name="connsiteX7" fmla="*/ 168 w 81930"/>
                <a:gd name="connsiteY7" fmla="*/ 175464 h 350728"/>
                <a:gd name="connsiteX8" fmla="*/ 23476 w 81930"/>
                <a:gd name="connsiteY8" fmla="*/ 284891 h 350728"/>
                <a:gd name="connsiteX9" fmla="*/ 78568 w 81930"/>
                <a:gd name="connsiteY9" fmla="*/ 350828 h 350728"/>
                <a:gd name="connsiteX10" fmla="*/ 82099 w 81930"/>
                <a:gd name="connsiteY10" fmla="*/ 347321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930" h="350728">
                  <a:moveTo>
                    <a:pt x="82099" y="347321"/>
                  </a:moveTo>
                  <a:cubicBezTo>
                    <a:pt x="82099" y="346269"/>
                    <a:pt x="82099" y="345567"/>
                    <a:pt x="76096" y="339605"/>
                  </a:cubicBezTo>
                  <a:cubicBezTo>
                    <a:pt x="31952" y="295413"/>
                    <a:pt x="20651" y="229126"/>
                    <a:pt x="20651" y="175464"/>
                  </a:cubicBezTo>
                  <a:cubicBezTo>
                    <a:pt x="20651" y="114437"/>
                    <a:pt x="34071" y="53410"/>
                    <a:pt x="77508" y="9569"/>
                  </a:cubicBezTo>
                  <a:cubicBezTo>
                    <a:pt x="82099" y="5361"/>
                    <a:pt x="82099" y="4659"/>
                    <a:pt x="82099" y="3607"/>
                  </a:cubicBezTo>
                  <a:cubicBezTo>
                    <a:pt x="82099" y="1152"/>
                    <a:pt x="80686" y="100"/>
                    <a:pt x="78568" y="100"/>
                  </a:cubicBezTo>
                  <a:cubicBezTo>
                    <a:pt x="75036" y="100"/>
                    <a:pt x="43253" y="23949"/>
                    <a:pt x="22417" y="68492"/>
                  </a:cubicBezTo>
                  <a:cubicBezTo>
                    <a:pt x="4406" y="107072"/>
                    <a:pt x="168" y="146003"/>
                    <a:pt x="168" y="175464"/>
                  </a:cubicBezTo>
                  <a:cubicBezTo>
                    <a:pt x="168" y="202821"/>
                    <a:pt x="4053" y="245259"/>
                    <a:pt x="23476" y="284891"/>
                  </a:cubicBezTo>
                  <a:cubicBezTo>
                    <a:pt x="44665" y="328031"/>
                    <a:pt x="75036" y="350828"/>
                    <a:pt x="78568" y="350828"/>
                  </a:cubicBezTo>
                  <a:cubicBezTo>
                    <a:pt x="80686" y="350828"/>
                    <a:pt x="82099" y="349776"/>
                    <a:pt x="82099" y="347321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16908F00-DBDD-7152-3A00-2A9C92EEACF0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9496773" y="5325116"/>
              <a:ext cx="198117" cy="158880"/>
            </a:xfrm>
            <a:custGeom>
              <a:avLst/>
              <a:gdLst>
                <a:gd name="connsiteX0" fmla="*/ 154146 w 198117"/>
                <a:gd name="connsiteY0" fmla="*/ 72350 h 158880"/>
                <a:gd name="connsiteX1" fmla="*/ 95170 w 198117"/>
                <a:gd name="connsiteY1" fmla="*/ 100 h 158880"/>
                <a:gd name="connsiteX2" fmla="*/ 172 w 198117"/>
                <a:gd name="connsiteY2" fmla="*/ 99707 h 158880"/>
                <a:gd name="connsiteX3" fmla="*/ 57382 w 198117"/>
                <a:gd name="connsiteY3" fmla="*/ 158980 h 158880"/>
                <a:gd name="connsiteX4" fmla="*/ 131897 w 198117"/>
                <a:gd name="connsiteY4" fmla="*/ 129519 h 158880"/>
                <a:gd name="connsiteX5" fmla="*/ 164034 w 198117"/>
                <a:gd name="connsiteY5" fmla="*/ 158980 h 158880"/>
                <a:gd name="connsiteX6" fmla="*/ 193698 w 198117"/>
                <a:gd name="connsiteY6" fmla="*/ 134078 h 158880"/>
                <a:gd name="connsiteX7" fmla="*/ 189461 w 198117"/>
                <a:gd name="connsiteY7" fmla="*/ 130571 h 158880"/>
                <a:gd name="connsiteX8" fmla="*/ 184870 w 198117"/>
                <a:gd name="connsiteY8" fmla="*/ 134078 h 158880"/>
                <a:gd name="connsiteX9" fmla="*/ 165093 w 198117"/>
                <a:gd name="connsiteY9" fmla="*/ 151264 h 158880"/>
                <a:gd name="connsiteX10" fmla="*/ 154146 w 198117"/>
                <a:gd name="connsiteY10" fmla="*/ 115489 h 158880"/>
                <a:gd name="connsiteX11" fmla="*/ 157677 w 198117"/>
                <a:gd name="connsiteY11" fmla="*/ 103214 h 158880"/>
                <a:gd name="connsiteX12" fmla="*/ 198289 w 198117"/>
                <a:gd name="connsiteY12" fmla="*/ 20793 h 158880"/>
                <a:gd name="connsiteX13" fmla="*/ 194052 w 198117"/>
                <a:gd name="connsiteY13" fmla="*/ 17285 h 158880"/>
                <a:gd name="connsiteX14" fmla="*/ 188754 w 198117"/>
                <a:gd name="connsiteY14" fmla="*/ 24651 h 158880"/>
                <a:gd name="connsiteX15" fmla="*/ 154146 w 198117"/>
                <a:gd name="connsiteY15" fmla="*/ 94095 h 158880"/>
                <a:gd name="connsiteX16" fmla="*/ 154146 w 198117"/>
                <a:gd name="connsiteY16" fmla="*/ 72350 h 158880"/>
                <a:gd name="connsiteX17" fmla="*/ 130485 w 198117"/>
                <a:gd name="connsiteY17" fmla="*/ 120400 h 158880"/>
                <a:gd name="connsiteX18" fmla="*/ 58089 w 198117"/>
                <a:gd name="connsiteY18" fmla="*/ 151264 h 158880"/>
                <a:gd name="connsiteX19" fmla="*/ 26305 w 198117"/>
                <a:gd name="connsiteY19" fmla="*/ 113034 h 158880"/>
                <a:gd name="connsiteX20" fmla="*/ 46788 w 198117"/>
                <a:gd name="connsiteY20" fmla="*/ 40083 h 158880"/>
                <a:gd name="connsiteX21" fmla="*/ 94816 w 198117"/>
                <a:gd name="connsiteY21" fmla="*/ 7816 h 158880"/>
                <a:gd name="connsiteX22" fmla="*/ 129778 w 198117"/>
                <a:gd name="connsiteY22" fmla="*/ 81118 h 158880"/>
                <a:gd name="connsiteX23" fmla="*/ 130485 w 198117"/>
                <a:gd name="connsiteY23" fmla="*/ 120400 h 158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8117" h="158880">
                  <a:moveTo>
                    <a:pt x="154146" y="72350"/>
                  </a:moveTo>
                  <a:cubicBezTo>
                    <a:pt x="154146" y="17285"/>
                    <a:pt x="121303" y="100"/>
                    <a:pt x="95170" y="100"/>
                  </a:cubicBezTo>
                  <a:cubicBezTo>
                    <a:pt x="46788" y="100"/>
                    <a:pt x="172" y="50254"/>
                    <a:pt x="172" y="99707"/>
                  </a:cubicBezTo>
                  <a:cubicBezTo>
                    <a:pt x="172" y="132324"/>
                    <a:pt x="21361" y="158980"/>
                    <a:pt x="57382" y="158980"/>
                  </a:cubicBezTo>
                  <a:cubicBezTo>
                    <a:pt x="79631" y="158980"/>
                    <a:pt x="105058" y="150913"/>
                    <a:pt x="131897" y="129519"/>
                  </a:cubicBezTo>
                  <a:cubicBezTo>
                    <a:pt x="136488" y="148107"/>
                    <a:pt x="148142" y="158980"/>
                    <a:pt x="164034" y="158980"/>
                  </a:cubicBezTo>
                  <a:cubicBezTo>
                    <a:pt x="182751" y="158980"/>
                    <a:pt x="193698" y="139690"/>
                    <a:pt x="193698" y="134078"/>
                  </a:cubicBezTo>
                  <a:cubicBezTo>
                    <a:pt x="193698" y="131623"/>
                    <a:pt x="191580" y="130571"/>
                    <a:pt x="189461" y="130571"/>
                  </a:cubicBezTo>
                  <a:cubicBezTo>
                    <a:pt x="186989" y="130571"/>
                    <a:pt x="185929" y="131623"/>
                    <a:pt x="184870" y="134078"/>
                  </a:cubicBezTo>
                  <a:cubicBezTo>
                    <a:pt x="178513" y="151264"/>
                    <a:pt x="165800" y="151264"/>
                    <a:pt x="165093" y="151264"/>
                  </a:cubicBezTo>
                  <a:cubicBezTo>
                    <a:pt x="154146" y="151264"/>
                    <a:pt x="154146" y="123907"/>
                    <a:pt x="154146" y="115489"/>
                  </a:cubicBezTo>
                  <a:cubicBezTo>
                    <a:pt x="154146" y="108124"/>
                    <a:pt x="154146" y="107423"/>
                    <a:pt x="157677" y="103214"/>
                  </a:cubicBezTo>
                  <a:cubicBezTo>
                    <a:pt x="190873" y="61828"/>
                    <a:pt x="198289" y="21143"/>
                    <a:pt x="198289" y="20793"/>
                  </a:cubicBezTo>
                  <a:cubicBezTo>
                    <a:pt x="198289" y="20091"/>
                    <a:pt x="197936" y="17285"/>
                    <a:pt x="194052" y="17285"/>
                  </a:cubicBezTo>
                  <a:cubicBezTo>
                    <a:pt x="190520" y="17285"/>
                    <a:pt x="190520" y="18338"/>
                    <a:pt x="188754" y="24651"/>
                  </a:cubicBezTo>
                  <a:cubicBezTo>
                    <a:pt x="182398" y="46747"/>
                    <a:pt x="170744" y="73402"/>
                    <a:pt x="154146" y="94095"/>
                  </a:cubicBezTo>
                  <a:lnTo>
                    <a:pt x="154146" y="72350"/>
                  </a:lnTo>
                  <a:close/>
                  <a:moveTo>
                    <a:pt x="130485" y="120400"/>
                  </a:moveTo>
                  <a:cubicBezTo>
                    <a:pt x="99407" y="147406"/>
                    <a:pt x="72215" y="151264"/>
                    <a:pt x="58089" y="151264"/>
                  </a:cubicBezTo>
                  <a:cubicBezTo>
                    <a:pt x="36900" y="151264"/>
                    <a:pt x="26305" y="135481"/>
                    <a:pt x="26305" y="113034"/>
                  </a:cubicBezTo>
                  <a:cubicBezTo>
                    <a:pt x="26305" y="95849"/>
                    <a:pt x="35487" y="57970"/>
                    <a:pt x="46788" y="40083"/>
                  </a:cubicBezTo>
                  <a:cubicBezTo>
                    <a:pt x="63386" y="14480"/>
                    <a:pt x="82456" y="7816"/>
                    <a:pt x="94816" y="7816"/>
                  </a:cubicBezTo>
                  <a:cubicBezTo>
                    <a:pt x="129778" y="7816"/>
                    <a:pt x="129778" y="53761"/>
                    <a:pt x="129778" y="81118"/>
                  </a:cubicBezTo>
                  <a:cubicBezTo>
                    <a:pt x="129778" y="94095"/>
                    <a:pt x="129778" y="114437"/>
                    <a:pt x="130485" y="120400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F66A23A3-48B9-C2EF-28E8-53F0B1454827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9807764" y="5275663"/>
              <a:ext cx="234845" cy="233585"/>
            </a:xfrm>
            <a:custGeom>
              <a:avLst/>
              <a:gdLst>
                <a:gd name="connsiteX0" fmla="*/ 124843 w 234845"/>
                <a:gd name="connsiteY0" fmla="*/ 123907 h 233585"/>
                <a:gd name="connsiteX1" fmla="*/ 223372 w 234845"/>
                <a:gd name="connsiteY1" fmla="*/ 123907 h 233585"/>
                <a:gd name="connsiteX2" fmla="*/ 235026 w 234845"/>
                <a:gd name="connsiteY2" fmla="*/ 116892 h 233585"/>
                <a:gd name="connsiteX3" fmla="*/ 223372 w 234845"/>
                <a:gd name="connsiteY3" fmla="*/ 109878 h 233585"/>
                <a:gd name="connsiteX4" fmla="*/ 124843 w 234845"/>
                <a:gd name="connsiteY4" fmla="*/ 109878 h 233585"/>
                <a:gd name="connsiteX5" fmla="*/ 124843 w 234845"/>
                <a:gd name="connsiteY5" fmla="*/ 11674 h 233585"/>
                <a:gd name="connsiteX6" fmla="*/ 117780 w 234845"/>
                <a:gd name="connsiteY6" fmla="*/ 100 h 233585"/>
                <a:gd name="connsiteX7" fmla="*/ 110717 w 234845"/>
                <a:gd name="connsiteY7" fmla="*/ 11674 h 233585"/>
                <a:gd name="connsiteX8" fmla="*/ 110717 w 234845"/>
                <a:gd name="connsiteY8" fmla="*/ 109878 h 233585"/>
                <a:gd name="connsiteX9" fmla="*/ 11835 w 234845"/>
                <a:gd name="connsiteY9" fmla="*/ 109878 h 233585"/>
                <a:gd name="connsiteX10" fmla="*/ 181 w 234845"/>
                <a:gd name="connsiteY10" fmla="*/ 116892 h 233585"/>
                <a:gd name="connsiteX11" fmla="*/ 11835 w 234845"/>
                <a:gd name="connsiteY11" fmla="*/ 123907 h 233585"/>
                <a:gd name="connsiteX12" fmla="*/ 110717 w 234845"/>
                <a:gd name="connsiteY12" fmla="*/ 123907 h 233585"/>
                <a:gd name="connsiteX13" fmla="*/ 110717 w 234845"/>
                <a:gd name="connsiteY13" fmla="*/ 222111 h 233585"/>
                <a:gd name="connsiteX14" fmla="*/ 117780 w 234845"/>
                <a:gd name="connsiteY14" fmla="*/ 233685 h 233585"/>
                <a:gd name="connsiteX15" fmla="*/ 124843 w 234845"/>
                <a:gd name="connsiteY15" fmla="*/ 222111 h 233585"/>
                <a:gd name="connsiteX16" fmla="*/ 124843 w 234845"/>
                <a:gd name="connsiteY16" fmla="*/ 123907 h 23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4845" h="233585">
                  <a:moveTo>
                    <a:pt x="124843" y="123907"/>
                  </a:moveTo>
                  <a:lnTo>
                    <a:pt x="223372" y="123907"/>
                  </a:lnTo>
                  <a:cubicBezTo>
                    <a:pt x="228316" y="123907"/>
                    <a:pt x="235026" y="123907"/>
                    <a:pt x="235026" y="116892"/>
                  </a:cubicBezTo>
                  <a:cubicBezTo>
                    <a:pt x="235026" y="109878"/>
                    <a:pt x="228316" y="109878"/>
                    <a:pt x="223372" y="109878"/>
                  </a:cubicBezTo>
                  <a:lnTo>
                    <a:pt x="124843" y="109878"/>
                  </a:lnTo>
                  <a:lnTo>
                    <a:pt x="124843" y="11674"/>
                  </a:lnTo>
                  <a:cubicBezTo>
                    <a:pt x="124843" y="6763"/>
                    <a:pt x="124843" y="100"/>
                    <a:pt x="117780" y="100"/>
                  </a:cubicBezTo>
                  <a:cubicBezTo>
                    <a:pt x="110717" y="100"/>
                    <a:pt x="110717" y="6763"/>
                    <a:pt x="110717" y="11674"/>
                  </a:cubicBezTo>
                  <a:lnTo>
                    <a:pt x="110717" y="109878"/>
                  </a:lnTo>
                  <a:lnTo>
                    <a:pt x="11835" y="109878"/>
                  </a:lnTo>
                  <a:cubicBezTo>
                    <a:pt x="6891" y="109878"/>
                    <a:pt x="181" y="109878"/>
                    <a:pt x="181" y="116892"/>
                  </a:cubicBezTo>
                  <a:cubicBezTo>
                    <a:pt x="181" y="123907"/>
                    <a:pt x="6891" y="123907"/>
                    <a:pt x="11835" y="123907"/>
                  </a:cubicBezTo>
                  <a:lnTo>
                    <a:pt x="110717" y="123907"/>
                  </a:lnTo>
                  <a:lnTo>
                    <a:pt x="110717" y="222111"/>
                  </a:lnTo>
                  <a:cubicBezTo>
                    <a:pt x="110717" y="227021"/>
                    <a:pt x="110717" y="233685"/>
                    <a:pt x="117780" y="233685"/>
                  </a:cubicBezTo>
                  <a:cubicBezTo>
                    <a:pt x="124843" y="233685"/>
                    <a:pt x="124843" y="227021"/>
                    <a:pt x="124843" y="222111"/>
                  </a:cubicBezTo>
                  <a:lnTo>
                    <a:pt x="124843" y="123907"/>
                  </a:ln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38A93F15-4ABF-9B57-8BAA-063CA1F2C8C7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10151687" y="5232524"/>
              <a:ext cx="192511" cy="315655"/>
            </a:xfrm>
            <a:custGeom>
              <a:avLst/>
              <a:gdLst>
                <a:gd name="connsiteX0" fmla="*/ 192702 w 192511"/>
                <a:gd name="connsiteY0" fmla="*/ 48149 h 315655"/>
                <a:gd name="connsiteX1" fmla="*/ 144674 w 192511"/>
                <a:gd name="connsiteY1" fmla="*/ 100 h 315655"/>
                <a:gd name="connsiteX2" fmla="*/ 101943 w 192511"/>
                <a:gd name="connsiteY2" fmla="*/ 14830 h 315655"/>
                <a:gd name="connsiteX3" fmla="*/ 56386 w 192511"/>
                <a:gd name="connsiteY3" fmla="*/ 89535 h 315655"/>
                <a:gd name="connsiteX4" fmla="*/ 235 w 192511"/>
                <a:gd name="connsiteY4" fmla="*/ 312248 h 315655"/>
                <a:gd name="connsiteX5" fmla="*/ 4473 w 192511"/>
                <a:gd name="connsiteY5" fmla="*/ 315756 h 315655"/>
                <a:gd name="connsiteX6" fmla="*/ 8711 w 192511"/>
                <a:gd name="connsiteY6" fmla="*/ 314002 h 315655"/>
                <a:gd name="connsiteX7" fmla="*/ 33432 w 192511"/>
                <a:gd name="connsiteY7" fmla="*/ 217201 h 315655"/>
                <a:gd name="connsiteX8" fmla="*/ 81460 w 192511"/>
                <a:gd name="connsiteY8" fmla="*/ 251221 h 315655"/>
                <a:gd name="connsiteX9" fmla="*/ 149618 w 192511"/>
                <a:gd name="connsiteY9" fmla="*/ 223514 h 315655"/>
                <a:gd name="connsiteX10" fmla="*/ 177870 w 192511"/>
                <a:gd name="connsiteY10" fmla="*/ 158980 h 315655"/>
                <a:gd name="connsiteX11" fmla="*/ 152090 w 192511"/>
                <a:gd name="connsiteY11" fmla="*/ 106721 h 315655"/>
                <a:gd name="connsiteX12" fmla="*/ 192702 w 192511"/>
                <a:gd name="connsiteY12" fmla="*/ 48149 h 315655"/>
                <a:gd name="connsiteX13" fmla="*/ 129135 w 192511"/>
                <a:gd name="connsiteY13" fmla="*/ 106370 h 315655"/>
                <a:gd name="connsiteX14" fmla="*/ 112184 w 192511"/>
                <a:gd name="connsiteY14" fmla="*/ 108826 h 315655"/>
                <a:gd name="connsiteX15" fmla="*/ 96645 w 192511"/>
                <a:gd name="connsiteY15" fmla="*/ 107423 h 315655"/>
                <a:gd name="connsiteX16" fmla="*/ 113950 w 192511"/>
                <a:gd name="connsiteY16" fmla="*/ 104617 h 315655"/>
                <a:gd name="connsiteX17" fmla="*/ 129135 w 192511"/>
                <a:gd name="connsiteY17" fmla="*/ 106370 h 315655"/>
                <a:gd name="connsiteX18" fmla="*/ 172926 w 192511"/>
                <a:gd name="connsiteY18" fmla="*/ 40083 h 315655"/>
                <a:gd name="connsiteX19" fmla="*/ 141142 w 192511"/>
                <a:gd name="connsiteY19" fmla="*/ 100759 h 315655"/>
                <a:gd name="connsiteX20" fmla="*/ 113950 w 192511"/>
                <a:gd name="connsiteY20" fmla="*/ 96550 h 315655"/>
                <a:gd name="connsiteX21" fmla="*/ 86757 w 192511"/>
                <a:gd name="connsiteY21" fmla="*/ 107773 h 315655"/>
                <a:gd name="connsiteX22" fmla="*/ 111125 w 192511"/>
                <a:gd name="connsiteY22" fmla="*/ 116542 h 315655"/>
                <a:gd name="connsiteX23" fmla="*/ 140083 w 192511"/>
                <a:gd name="connsiteY23" fmla="*/ 111982 h 315655"/>
                <a:gd name="connsiteX24" fmla="*/ 155622 w 192511"/>
                <a:gd name="connsiteY24" fmla="*/ 151614 h 315655"/>
                <a:gd name="connsiteX25" fmla="*/ 137964 w 192511"/>
                <a:gd name="connsiteY25" fmla="*/ 211940 h 315655"/>
                <a:gd name="connsiteX26" fmla="*/ 80401 w 192511"/>
                <a:gd name="connsiteY26" fmla="*/ 243505 h 315655"/>
                <a:gd name="connsiteX27" fmla="*/ 40141 w 192511"/>
                <a:gd name="connsiteY27" fmla="*/ 198261 h 315655"/>
                <a:gd name="connsiteX28" fmla="*/ 41907 w 192511"/>
                <a:gd name="connsiteY28" fmla="*/ 182829 h 315655"/>
                <a:gd name="connsiteX29" fmla="*/ 64509 w 192511"/>
                <a:gd name="connsiteY29" fmla="*/ 94095 h 315655"/>
                <a:gd name="connsiteX30" fmla="*/ 140083 w 192511"/>
                <a:gd name="connsiteY30" fmla="*/ 8166 h 315655"/>
                <a:gd name="connsiteX31" fmla="*/ 172926 w 192511"/>
                <a:gd name="connsiteY31" fmla="*/ 40083 h 31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92511" h="315655">
                  <a:moveTo>
                    <a:pt x="192702" y="48149"/>
                  </a:moveTo>
                  <a:cubicBezTo>
                    <a:pt x="192702" y="21845"/>
                    <a:pt x="173279" y="100"/>
                    <a:pt x="144674" y="100"/>
                  </a:cubicBezTo>
                  <a:cubicBezTo>
                    <a:pt x="124191" y="100"/>
                    <a:pt x="114303" y="5711"/>
                    <a:pt x="101943" y="14830"/>
                  </a:cubicBezTo>
                  <a:cubicBezTo>
                    <a:pt x="82519" y="28859"/>
                    <a:pt x="63096" y="62880"/>
                    <a:pt x="56386" y="89535"/>
                  </a:cubicBezTo>
                  <a:lnTo>
                    <a:pt x="235" y="312248"/>
                  </a:lnTo>
                  <a:cubicBezTo>
                    <a:pt x="-118" y="313651"/>
                    <a:pt x="1648" y="315756"/>
                    <a:pt x="4473" y="315756"/>
                  </a:cubicBezTo>
                  <a:cubicBezTo>
                    <a:pt x="7298" y="315756"/>
                    <a:pt x="8358" y="315054"/>
                    <a:pt x="8711" y="314002"/>
                  </a:cubicBezTo>
                  <a:lnTo>
                    <a:pt x="33432" y="217201"/>
                  </a:lnTo>
                  <a:cubicBezTo>
                    <a:pt x="40141" y="238244"/>
                    <a:pt x="55680" y="251221"/>
                    <a:pt x="81460" y="251221"/>
                  </a:cubicBezTo>
                  <a:cubicBezTo>
                    <a:pt x="107240" y="251221"/>
                    <a:pt x="133726" y="238946"/>
                    <a:pt x="149618" y="223514"/>
                  </a:cubicBezTo>
                  <a:cubicBezTo>
                    <a:pt x="166569" y="207380"/>
                    <a:pt x="177870" y="184934"/>
                    <a:pt x="177870" y="158980"/>
                  </a:cubicBezTo>
                  <a:cubicBezTo>
                    <a:pt x="177870" y="133727"/>
                    <a:pt x="164804" y="115489"/>
                    <a:pt x="152090" y="106721"/>
                  </a:cubicBezTo>
                  <a:cubicBezTo>
                    <a:pt x="172573" y="95147"/>
                    <a:pt x="192702" y="73402"/>
                    <a:pt x="192702" y="48149"/>
                  </a:cubicBezTo>
                  <a:close/>
                  <a:moveTo>
                    <a:pt x="129135" y="106370"/>
                  </a:moveTo>
                  <a:cubicBezTo>
                    <a:pt x="124544" y="108124"/>
                    <a:pt x="120660" y="108826"/>
                    <a:pt x="112184" y="108826"/>
                  </a:cubicBezTo>
                  <a:cubicBezTo>
                    <a:pt x="107240" y="108826"/>
                    <a:pt x="100177" y="109176"/>
                    <a:pt x="96645" y="107423"/>
                  </a:cubicBezTo>
                  <a:cubicBezTo>
                    <a:pt x="97352" y="103915"/>
                    <a:pt x="110065" y="104617"/>
                    <a:pt x="113950" y="104617"/>
                  </a:cubicBezTo>
                  <a:cubicBezTo>
                    <a:pt x="121366" y="104617"/>
                    <a:pt x="124544" y="104617"/>
                    <a:pt x="129135" y="106370"/>
                  </a:cubicBezTo>
                  <a:close/>
                  <a:moveTo>
                    <a:pt x="172926" y="40083"/>
                  </a:moveTo>
                  <a:cubicBezTo>
                    <a:pt x="172926" y="64634"/>
                    <a:pt x="159506" y="89886"/>
                    <a:pt x="141142" y="100759"/>
                  </a:cubicBezTo>
                  <a:cubicBezTo>
                    <a:pt x="131607" y="97251"/>
                    <a:pt x="124544" y="96550"/>
                    <a:pt x="113950" y="96550"/>
                  </a:cubicBezTo>
                  <a:cubicBezTo>
                    <a:pt x="106534" y="96550"/>
                    <a:pt x="86757" y="96199"/>
                    <a:pt x="86757" y="107773"/>
                  </a:cubicBezTo>
                  <a:cubicBezTo>
                    <a:pt x="86404" y="117594"/>
                    <a:pt x="104768" y="116542"/>
                    <a:pt x="111125" y="116542"/>
                  </a:cubicBezTo>
                  <a:cubicBezTo>
                    <a:pt x="124191" y="116542"/>
                    <a:pt x="129488" y="116191"/>
                    <a:pt x="140083" y="111982"/>
                  </a:cubicBezTo>
                  <a:cubicBezTo>
                    <a:pt x="153503" y="124608"/>
                    <a:pt x="155268" y="135481"/>
                    <a:pt x="155622" y="151614"/>
                  </a:cubicBezTo>
                  <a:cubicBezTo>
                    <a:pt x="156328" y="171957"/>
                    <a:pt x="147852" y="198261"/>
                    <a:pt x="137964" y="211940"/>
                  </a:cubicBezTo>
                  <a:cubicBezTo>
                    <a:pt x="124191" y="230879"/>
                    <a:pt x="100530" y="243505"/>
                    <a:pt x="80401" y="243505"/>
                  </a:cubicBezTo>
                  <a:cubicBezTo>
                    <a:pt x="53561" y="243505"/>
                    <a:pt x="40141" y="223163"/>
                    <a:pt x="40141" y="198261"/>
                  </a:cubicBezTo>
                  <a:cubicBezTo>
                    <a:pt x="40141" y="194754"/>
                    <a:pt x="40141" y="189493"/>
                    <a:pt x="41907" y="182829"/>
                  </a:cubicBezTo>
                  <a:lnTo>
                    <a:pt x="64509" y="94095"/>
                  </a:lnTo>
                  <a:cubicBezTo>
                    <a:pt x="72278" y="63932"/>
                    <a:pt x="97705" y="8166"/>
                    <a:pt x="140083" y="8166"/>
                  </a:cubicBezTo>
                  <a:cubicBezTo>
                    <a:pt x="160566" y="8166"/>
                    <a:pt x="172926" y="19039"/>
                    <a:pt x="172926" y="40083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42FBD3B2-43EE-8379-F2FB-18B914CC7B55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10379656" y="5217092"/>
              <a:ext cx="81930" cy="350728"/>
            </a:xfrm>
            <a:custGeom>
              <a:avLst/>
              <a:gdLst>
                <a:gd name="connsiteX0" fmla="*/ 82128 w 81930"/>
                <a:gd name="connsiteY0" fmla="*/ 175464 h 350728"/>
                <a:gd name="connsiteX1" fmla="*/ 58820 w 81930"/>
                <a:gd name="connsiteY1" fmla="*/ 66037 h 350728"/>
                <a:gd name="connsiteX2" fmla="*/ 3728 w 81930"/>
                <a:gd name="connsiteY2" fmla="*/ 100 h 350728"/>
                <a:gd name="connsiteX3" fmla="*/ 197 w 81930"/>
                <a:gd name="connsiteY3" fmla="*/ 3607 h 350728"/>
                <a:gd name="connsiteX4" fmla="*/ 6907 w 81930"/>
                <a:gd name="connsiteY4" fmla="*/ 11674 h 350728"/>
                <a:gd name="connsiteX5" fmla="*/ 61645 w 81930"/>
                <a:gd name="connsiteY5" fmla="*/ 175464 h 350728"/>
                <a:gd name="connsiteX6" fmla="*/ 4788 w 81930"/>
                <a:gd name="connsiteY6" fmla="*/ 341359 h 350728"/>
                <a:gd name="connsiteX7" fmla="*/ 197 w 81930"/>
                <a:gd name="connsiteY7" fmla="*/ 347321 h 350728"/>
                <a:gd name="connsiteX8" fmla="*/ 3728 w 81930"/>
                <a:gd name="connsiteY8" fmla="*/ 350828 h 350728"/>
                <a:gd name="connsiteX9" fmla="*/ 59879 w 81930"/>
                <a:gd name="connsiteY9" fmla="*/ 282436 h 350728"/>
                <a:gd name="connsiteX10" fmla="*/ 82128 w 81930"/>
                <a:gd name="connsiteY10" fmla="*/ 175464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930" h="350728">
                  <a:moveTo>
                    <a:pt x="82128" y="175464"/>
                  </a:moveTo>
                  <a:cubicBezTo>
                    <a:pt x="82128" y="148107"/>
                    <a:pt x="78243" y="105669"/>
                    <a:pt x="58820" y="66037"/>
                  </a:cubicBezTo>
                  <a:cubicBezTo>
                    <a:pt x="37631" y="22897"/>
                    <a:pt x="7260" y="100"/>
                    <a:pt x="3728" y="100"/>
                  </a:cubicBezTo>
                  <a:cubicBezTo>
                    <a:pt x="1609" y="100"/>
                    <a:pt x="197" y="1503"/>
                    <a:pt x="197" y="3607"/>
                  </a:cubicBezTo>
                  <a:cubicBezTo>
                    <a:pt x="197" y="4659"/>
                    <a:pt x="197" y="5361"/>
                    <a:pt x="6907" y="11674"/>
                  </a:cubicBezTo>
                  <a:cubicBezTo>
                    <a:pt x="41515" y="46396"/>
                    <a:pt x="61645" y="102162"/>
                    <a:pt x="61645" y="175464"/>
                  </a:cubicBezTo>
                  <a:cubicBezTo>
                    <a:pt x="61645" y="235439"/>
                    <a:pt x="48578" y="297167"/>
                    <a:pt x="4788" y="341359"/>
                  </a:cubicBezTo>
                  <a:cubicBezTo>
                    <a:pt x="197" y="345567"/>
                    <a:pt x="197" y="346269"/>
                    <a:pt x="197" y="347321"/>
                  </a:cubicBezTo>
                  <a:cubicBezTo>
                    <a:pt x="197" y="349425"/>
                    <a:pt x="1609" y="350828"/>
                    <a:pt x="3728" y="350828"/>
                  </a:cubicBezTo>
                  <a:cubicBezTo>
                    <a:pt x="7260" y="350828"/>
                    <a:pt x="39043" y="326979"/>
                    <a:pt x="59879" y="282436"/>
                  </a:cubicBezTo>
                  <a:cubicBezTo>
                    <a:pt x="77890" y="243856"/>
                    <a:pt x="82128" y="204925"/>
                    <a:pt x="82128" y="175464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11B87BC3-80E9-E1C6-2CAB-B4E834E6BB58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10614734" y="5351421"/>
              <a:ext cx="234845" cy="82070"/>
            </a:xfrm>
            <a:custGeom>
              <a:avLst/>
              <a:gdLst>
                <a:gd name="connsiteX0" fmla="*/ 223041 w 234845"/>
                <a:gd name="connsiteY0" fmla="*/ 14129 h 82070"/>
                <a:gd name="connsiteX1" fmla="*/ 235048 w 234845"/>
                <a:gd name="connsiteY1" fmla="*/ 7114 h 82070"/>
                <a:gd name="connsiteX2" fmla="*/ 223394 w 234845"/>
                <a:gd name="connsiteY2" fmla="*/ 100 h 82070"/>
                <a:gd name="connsiteX3" fmla="*/ 11857 w 234845"/>
                <a:gd name="connsiteY3" fmla="*/ 100 h 82070"/>
                <a:gd name="connsiteX4" fmla="*/ 203 w 234845"/>
                <a:gd name="connsiteY4" fmla="*/ 7114 h 82070"/>
                <a:gd name="connsiteX5" fmla="*/ 12211 w 234845"/>
                <a:gd name="connsiteY5" fmla="*/ 14129 h 82070"/>
                <a:gd name="connsiteX6" fmla="*/ 223041 w 234845"/>
                <a:gd name="connsiteY6" fmla="*/ 14129 h 82070"/>
                <a:gd name="connsiteX7" fmla="*/ 223394 w 234845"/>
                <a:gd name="connsiteY7" fmla="*/ 82170 h 82070"/>
                <a:gd name="connsiteX8" fmla="*/ 235048 w 234845"/>
                <a:gd name="connsiteY8" fmla="*/ 75156 h 82070"/>
                <a:gd name="connsiteX9" fmla="*/ 223041 w 234845"/>
                <a:gd name="connsiteY9" fmla="*/ 68141 h 82070"/>
                <a:gd name="connsiteX10" fmla="*/ 12211 w 234845"/>
                <a:gd name="connsiteY10" fmla="*/ 68141 h 82070"/>
                <a:gd name="connsiteX11" fmla="*/ 203 w 234845"/>
                <a:gd name="connsiteY11" fmla="*/ 75156 h 82070"/>
                <a:gd name="connsiteX12" fmla="*/ 11857 w 234845"/>
                <a:gd name="connsiteY12" fmla="*/ 82170 h 82070"/>
                <a:gd name="connsiteX13" fmla="*/ 223394 w 234845"/>
                <a:gd name="connsiteY13" fmla="*/ 82170 h 8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845" h="82070">
                  <a:moveTo>
                    <a:pt x="223041" y="14129"/>
                  </a:moveTo>
                  <a:cubicBezTo>
                    <a:pt x="228339" y="14129"/>
                    <a:pt x="235048" y="14129"/>
                    <a:pt x="235048" y="7114"/>
                  </a:cubicBezTo>
                  <a:cubicBezTo>
                    <a:pt x="235048" y="100"/>
                    <a:pt x="228339" y="100"/>
                    <a:pt x="223394" y="100"/>
                  </a:cubicBezTo>
                  <a:lnTo>
                    <a:pt x="11857" y="100"/>
                  </a:lnTo>
                  <a:cubicBezTo>
                    <a:pt x="6913" y="100"/>
                    <a:pt x="203" y="100"/>
                    <a:pt x="203" y="7114"/>
                  </a:cubicBezTo>
                  <a:cubicBezTo>
                    <a:pt x="203" y="14129"/>
                    <a:pt x="6913" y="14129"/>
                    <a:pt x="12211" y="14129"/>
                  </a:cubicBezTo>
                  <a:lnTo>
                    <a:pt x="223041" y="14129"/>
                  </a:lnTo>
                  <a:close/>
                  <a:moveTo>
                    <a:pt x="223394" y="82170"/>
                  </a:moveTo>
                  <a:cubicBezTo>
                    <a:pt x="228339" y="82170"/>
                    <a:pt x="235048" y="82170"/>
                    <a:pt x="235048" y="75156"/>
                  </a:cubicBezTo>
                  <a:cubicBezTo>
                    <a:pt x="235048" y="68141"/>
                    <a:pt x="228339" y="68141"/>
                    <a:pt x="223041" y="68141"/>
                  </a:cubicBezTo>
                  <a:lnTo>
                    <a:pt x="12211" y="68141"/>
                  </a:lnTo>
                  <a:cubicBezTo>
                    <a:pt x="6913" y="68141"/>
                    <a:pt x="203" y="68141"/>
                    <a:pt x="203" y="75156"/>
                  </a:cubicBezTo>
                  <a:cubicBezTo>
                    <a:pt x="203" y="82170"/>
                    <a:pt x="6913" y="82170"/>
                    <a:pt x="11857" y="82170"/>
                  </a:cubicBezTo>
                  <a:lnTo>
                    <a:pt x="223394" y="82170"/>
                  </a:ln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F8E69020-CF87-FF2D-805A-13FC447D8A4F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10979733" y="5323012"/>
              <a:ext cx="134550" cy="160984"/>
            </a:xfrm>
            <a:custGeom>
              <a:avLst/>
              <a:gdLst>
                <a:gd name="connsiteX0" fmla="*/ 29525 w 134550"/>
                <a:gd name="connsiteY0" fmla="*/ 80767 h 160984"/>
                <a:gd name="connsiteX1" fmla="*/ 77201 w 134550"/>
                <a:gd name="connsiteY1" fmla="*/ 8868 h 160984"/>
                <a:gd name="connsiteX2" fmla="*/ 114988 w 134550"/>
                <a:gd name="connsiteY2" fmla="*/ 21845 h 160984"/>
                <a:gd name="connsiteX3" fmla="*/ 98390 w 134550"/>
                <a:gd name="connsiteY3" fmla="*/ 37978 h 160984"/>
                <a:gd name="connsiteX4" fmla="*/ 114635 w 134550"/>
                <a:gd name="connsiteY4" fmla="*/ 54112 h 160984"/>
                <a:gd name="connsiteX5" fmla="*/ 130880 w 134550"/>
                <a:gd name="connsiteY5" fmla="*/ 37628 h 160984"/>
                <a:gd name="connsiteX6" fmla="*/ 76848 w 134550"/>
                <a:gd name="connsiteY6" fmla="*/ 100 h 160984"/>
                <a:gd name="connsiteX7" fmla="*/ 214 w 134550"/>
                <a:gd name="connsiteY7" fmla="*/ 81469 h 160984"/>
                <a:gd name="connsiteX8" fmla="*/ 76141 w 134550"/>
                <a:gd name="connsiteY8" fmla="*/ 161084 h 160984"/>
                <a:gd name="connsiteX9" fmla="*/ 134764 w 134550"/>
                <a:gd name="connsiteY9" fmla="*/ 115489 h 160984"/>
                <a:gd name="connsiteX10" fmla="*/ 130173 w 134550"/>
                <a:gd name="connsiteY10" fmla="*/ 111982 h 160984"/>
                <a:gd name="connsiteX11" fmla="*/ 125582 w 134550"/>
                <a:gd name="connsiteY11" fmla="*/ 115489 h 160984"/>
                <a:gd name="connsiteX12" fmla="*/ 79320 w 134550"/>
                <a:gd name="connsiteY12" fmla="*/ 152316 h 160984"/>
                <a:gd name="connsiteX13" fmla="*/ 29525 w 134550"/>
                <a:gd name="connsiteY13" fmla="*/ 80767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550" h="160984">
                  <a:moveTo>
                    <a:pt x="29525" y="80767"/>
                  </a:moveTo>
                  <a:cubicBezTo>
                    <a:pt x="29525" y="23598"/>
                    <a:pt x="58484" y="8868"/>
                    <a:pt x="77201" y="8868"/>
                  </a:cubicBezTo>
                  <a:cubicBezTo>
                    <a:pt x="80379" y="8868"/>
                    <a:pt x="102628" y="9219"/>
                    <a:pt x="114988" y="21845"/>
                  </a:cubicBezTo>
                  <a:cubicBezTo>
                    <a:pt x="100509" y="22897"/>
                    <a:pt x="98390" y="33419"/>
                    <a:pt x="98390" y="37978"/>
                  </a:cubicBezTo>
                  <a:cubicBezTo>
                    <a:pt x="98390" y="47097"/>
                    <a:pt x="104746" y="54112"/>
                    <a:pt x="114635" y="54112"/>
                  </a:cubicBezTo>
                  <a:cubicBezTo>
                    <a:pt x="123817" y="54112"/>
                    <a:pt x="130880" y="48149"/>
                    <a:pt x="130880" y="37628"/>
                  </a:cubicBezTo>
                  <a:cubicBezTo>
                    <a:pt x="130880" y="13778"/>
                    <a:pt x="104040" y="100"/>
                    <a:pt x="76848" y="100"/>
                  </a:cubicBezTo>
                  <a:cubicBezTo>
                    <a:pt x="32704" y="100"/>
                    <a:pt x="214" y="37978"/>
                    <a:pt x="214" y="81469"/>
                  </a:cubicBezTo>
                  <a:cubicBezTo>
                    <a:pt x="214" y="126362"/>
                    <a:pt x="35176" y="161084"/>
                    <a:pt x="76141" y="161084"/>
                  </a:cubicBezTo>
                  <a:cubicBezTo>
                    <a:pt x="123463" y="161084"/>
                    <a:pt x="134764" y="118997"/>
                    <a:pt x="134764" y="115489"/>
                  </a:cubicBezTo>
                  <a:cubicBezTo>
                    <a:pt x="134764" y="111982"/>
                    <a:pt x="131233" y="111982"/>
                    <a:pt x="130173" y="111982"/>
                  </a:cubicBezTo>
                  <a:cubicBezTo>
                    <a:pt x="126995" y="111982"/>
                    <a:pt x="126289" y="113385"/>
                    <a:pt x="125582" y="115489"/>
                  </a:cubicBezTo>
                  <a:cubicBezTo>
                    <a:pt x="115341" y="148107"/>
                    <a:pt x="92386" y="152316"/>
                    <a:pt x="79320" y="152316"/>
                  </a:cubicBezTo>
                  <a:cubicBezTo>
                    <a:pt x="60603" y="152316"/>
                    <a:pt x="29525" y="137235"/>
                    <a:pt x="29525" y="80767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DB69EDEE-702B-C5A5-6813-E42628C0C23E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11134570" y="5323012"/>
              <a:ext cx="156445" cy="160984"/>
            </a:xfrm>
            <a:custGeom>
              <a:avLst/>
              <a:gdLst>
                <a:gd name="connsiteX0" fmla="*/ 156664 w 156445"/>
                <a:gd name="connsiteY0" fmla="*/ 82170 h 160984"/>
                <a:gd name="connsiteX1" fmla="*/ 78618 w 156445"/>
                <a:gd name="connsiteY1" fmla="*/ 100 h 160984"/>
                <a:gd name="connsiteX2" fmla="*/ 218 w 156445"/>
                <a:gd name="connsiteY2" fmla="*/ 82170 h 160984"/>
                <a:gd name="connsiteX3" fmla="*/ 78265 w 156445"/>
                <a:gd name="connsiteY3" fmla="*/ 161084 h 160984"/>
                <a:gd name="connsiteX4" fmla="*/ 156664 w 156445"/>
                <a:gd name="connsiteY4" fmla="*/ 82170 h 160984"/>
                <a:gd name="connsiteX5" fmla="*/ 78618 w 156445"/>
                <a:gd name="connsiteY5" fmla="*/ 152316 h 160984"/>
                <a:gd name="connsiteX6" fmla="*/ 38359 w 156445"/>
                <a:gd name="connsiteY6" fmla="*/ 128817 h 160984"/>
                <a:gd name="connsiteX7" fmla="*/ 29530 w 156445"/>
                <a:gd name="connsiteY7" fmla="*/ 79364 h 160984"/>
                <a:gd name="connsiteX8" fmla="*/ 38005 w 156445"/>
                <a:gd name="connsiteY8" fmla="*/ 31314 h 160984"/>
                <a:gd name="connsiteX9" fmla="*/ 78265 w 156445"/>
                <a:gd name="connsiteY9" fmla="*/ 7816 h 160984"/>
                <a:gd name="connsiteX10" fmla="*/ 118171 w 156445"/>
                <a:gd name="connsiteY10" fmla="*/ 30613 h 160984"/>
                <a:gd name="connsiteX11" fmla="*/ 127353 w 156445"/>
                <a:gd name="connsiteY11" fmla="*/ 79364 h 160984"/>
                <a:gd name="connsiteX12" fmla="*/ 119583 w 156445"/>
                <a:gd name="connsiteY12" fmla="*/ 126362 h 160984"/>
                <a:gd name="connsiteX13" fmla="*/ 78618 w 156445"/>
                <a:gd name="connsiteY13" fmla="*/ 152316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445" h="160984">
                  <a:moveTo>
                    <a:pt x="156664" y="82170"/>
                  </a:moveTo>
                  <a:cubicBezTo>
                    <a:pt x="156664" y="37277"/>
                    <a:pt x="121349" y="100"/>
                    <a:pt x="78618" y="100"/>
                  </a:cubicBezTo>
                  <a:cubicBezTo>
                    <a:pt x="34474" y="100"/>
                    <a:pt x="218" y="38329"/>
                    <a:pt x="218" y="82170"/>
                  </a:cubicBezTo>
                  <a:cubicBezTo>
                    <a:pt x="218" y="127414"/>
                    <a:pt x="36946" y="161084"/>
                    <a:pt x="78265" y="161084"/>
                  </a:cubicBezTo>
                  <a:cubicBezTo>
                    <a:pt x="120996" y="161084"/>
                    <a:pt x="156664" y="126713"/>
                    <a:pt x="156664" y="82170"/>
                  </a:cubicBezTo>
                  <a:close/>
                  <a:moveTo>
                    <a:pt x="78618" y="152316"/>
                  </a:moveTo>
                  <a:cubicBezTo>
                    <a:pt x="63432" y="152316"/>
                    <a:pt x="47894" y="144951"/>
                    <a:pt x="38359" y="128817"/>
                  </a:cubicBezTo>
                  <a:cubicBezTo>
                    <a:pt x="29530" y="113385"/>
                    <a:pt x="29530" y="91991"/>
                    <a:pt x="29530" y="79364"/>
                  </a:cubicBezTo>
                  <a:cubicBezTo>
                    <a:pt x="29530" y="65686"/>
                    <a:pt x="29530" y="46747"/>
                    <a:pt x="38005" y="31314"/>
                  </a:cubicBezTo>
                  <a:cubicBezTo>
                    <a:pt x="47541" y="15181"/>
                    <a:pt x="64139" y="7816"/>
                    <a:pt x="78265" y="7816"/>
                  </a:cubicBezTo>
                  <a:cubicBezTo>
                    <a:pt x="93803" y="7816"/>
                    <a:pt x="108989" y="15532"/>
                    <a:pt x="118171" y="30613"/>
                  </a:cubicBezTo>
                  <a:cubicBezTo>
                    <a:pt x="127353" y="45694"/>
                    <a:pt x="127353" y="66037"/>
                    <a:pt x="127353" y="79364"/>
                  </a:cubicBezTo>
                  <a:cubicBezTo>
                    <a:pt x="127353" y="91991"/>
                    <a:pt x="127353" y="110930"/>
                    <a:pt x="119583" y="126362"/>
                  </a:cubicBezTo>
                  <a:cubicBezTo>
                    <a:pt x="111814" y="142145"/>
                    <a:pt x="96275" y="152316"/>
                    <a:pt x="78618" y="152316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817A9BD4-8269-4152-4BFA-F58EE70A48AC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1312912" y="5323012"/>
              <a:ext cx="115480" cy="160984"/>
            </a:xfrm>
            <a:custGeom>
              <a:avLst/>
              <a:gdLst>
                <a:gd name="connsiteX0" fmla="*/ 62025 w 115480"/>
                <a:gd name="connsiteY0" fmla="*/ 89185 h 160984"/>
                <a:gd name="connsiteX1" fmla="*/ 98752 w 115480"/>
                <a:gd name="connsiteY1" fmla="*/ 121452 h 160984"/>
                <a:gd name="connsiteX2" fmla="*/ 58846 w 115480"/>
                <a:gd name="connsiteY2" fmla="*/ 153368 h 160984"/>
                <a:gd name="connsiteX3" fmla="*/ 9758 w 115480"/>
                <a:gd name="connsiteY3" fmla="*/ 103565 h 160984"/>
                <a:gd name="connsiteX4" fmla="*/ 4814 w 115480"/>
                <a:gd name="connsiteY4" fmla="*/ 97602 h 160984"/>
                <a:gd name="connsiteX5" fmla="*/ 223 w 115480"/>
                <a:gd name="connsiteY5" fmla="*/ 106370 h 160984"/>
                <a:gd name="connsiteX6" fmla="*/ 223 w 115480"/>
                <a:gd name="connsiteY6" fmla="*/ 152667 h 160984"/>
                <a:gd name="connsiteX7" fmla="*/ 4108 w 115480"/>
                <a:gd name="connsiteY7" fmla="*/ 161084 h 160984"/>
                <a:gd name="connsiteX8" fmla="*/ 12937 w 115480"/>
                <a:gd name="connsiteY8" fmla="*/ 154070 h 160984"/>
                <a:gd name="connsiteX9" fmla="*/ 20000 w 115480"/>
                <a:gd name="connsiteY9" fmla="*/ 146003 h 160984"/>
                <a:gd name="connsiteX10" fmla="*/ 58846 w 115480"/>
                <a:gd name="connsiteY10" fmla="*/ 161084 h 160984"/>
                <a:gd name="connsiteX11" fmla="*/ 115704 w 115480"/>
                <a:gd name="connsiteY11" fmla="*/ 112333 h 160984"/>
                <a:gd name="connsiteX12" fmla="*/ 100871 w 115480"/>
                <a:gd name="connsiteY12" fmla="*/ 79014 h 160984"/>
                <a:gd name="connsiteX13" fmla="*/ 60612 w 115480"/>
                <a:gd name="connsiteY13" fmla="*/ 62179 h 160984"/>
                <a:gd name="connsiteX14" fmla="*/ 17175 w 115480"/>
                <a:gd name="connsiteY14" fmla="*/ 33419 h 160984"/>
                <a:gd name="connsiteX15" fmla="*/ 56727 w 115480"/>
                <a:gd name="connsiteY15" fmla="*/ 6763 h 160984"/>
                <a:gd name="connsiteX16" fmla="*/ 98046 w 115480"/>
                <a:gd name="connsiteY16" fmla="*/ 49202 h 160984"/>
                <a:gd name="connsiteX17" fmla="*/ 102284 w 115480"/>
                <a:gd name="connsiteY17" fmla="*/ 52358 h 160984"/>
                <a:gd name="connsiteX18" fmla="*/ 106875 w 115480"/>
                <a:gd name="connsiteY18" fmla="*/ 43941 h 160984"/>
                <a:gd name="connsiteX19" fmla="*/ 106875 w 115480"/>
                <a:gd name="connsiteY19" fmla="*/ 8517 h 160984"/>
                <a:gd name="connsiteX20" fmla="*/ 102990 w 115480"/>
                <a:gd name="connsiteY20" fmla="*/ 100 h 160984"/>
                <a:gd name="connsiteX21" fmla="*/ 95927 w 115480"/>
                <a:gd name="connsiteY21" fmla="*/ 4308 h 160984"/>
                <a:gd name="connsiteX22" fmla="*/ 89924 w 115480"/>
                <a:gd name="connsiteY22" fmla="*/ 9920 h 160984"/>
                <a:gd name="connsiteX23" fmla="*/ 56727 w 115480"/>
                <a:gd name="connsiteY23" fmla="*/ 100 h 160984"/>
                <a:gd name="connsiteX24" fmla="*/ 223 w 115480"/>
                <a:gd name="connsiteY24" fmla="*/ 43239 h 160984"/>
                <a:gd name="connsiteX25" fmla="*/ 15409 w 115480"/>
                <a:gd name="connsiteY25" fmla="*/ 73051 h 160984"/>
                <a:gd name="connsiteX26" fmla="*/ 62025 w 115480"/>
                <a:gd name="connsiteY26" fmla="*/ 8918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480" h="160984">
                  <a:moveTo>
                    <a:pt x="62025" y="89185"/>
                  </a:moveTo>
                  <a:cubicBezTo>
                    <a:pt x="69794" y="90588"/>
                    <a:pt x="98752" y="96199"/>
                    <a:pt x="98752" y="121452"/>
                  </a:cubicBezTo>
                  <a:cubicBezTo>
                    <a:pt x="98752" y="139339"/>
                    <a:pt x="86392" y="153368"/>
                    <a:pt x="58846" y="153368"/>
                  </a:cubicBezTo>
                  <a:cubicBezTo>
                    <a:pt x="29182" y="153368"/>
                    <a:pt x="16468" y="133377"/>
                    <a:pt x="9758" y="103565"/>
                  </a:cubicBezTo>
                  <a:cubicBezTo>
                    <a:pt x="8699" y="99005"/>
                    <a:pt x="8346" y="97602"/>
                    <a:pt x="4814" y="97602"/>
                  </a:cubicBezTo>
                  <a:cubicBezTo>
                    <a:pt x="223" y="97602"/>
                    <a:pt x="223" y="100057"/>
                    <a:pt x="223" y="106370"/>
                  </a:cubicBezTo>
                  <a:lnTo>
                    <a:pt x="223" y="152667"/>
                  </a:lnTo>
                  <a:cubicBezTo>
                    <a:pt x="223" y="158629"/>
                    <a:pt x="223" y="161084"/>
                    <a:pt x="4108" y="161084"/>
                  </a:cubicBezTo>
                  <a:cubicBezTo>
                    <a:pt x="5874" y="161084"/>
                    <a:pt x="6227" y="160733"/>
                    <a:pt x="12937" y="154070"/>
                  </a:cubicBezTo>
                  <a:cubicBezTo>
                    <a:pt x="13643" y="153368"/>
                    <a:pt x="13643" y="152667"/>
                    <a:pt x="20000" y="146003"/>
                  </a:cubicBezTo>
                  <a:cubicBezTo>
                    <a:pt x="35538" y="160733"/>
                    <a:pt x="51430" y="161084"/>
                    <a:pt x="58846" y="161084"/>
                  </a:cubicBezTo>
                  <a:cubicBezTo>
                    <a:pt x="99459" y="161084"/>
                    <a:pt x="115704" y="137585"/>
                    <a:pt x="115704" y="112333"/>
                  </a:cubicBezTo>
                  <a:cubicBezTo>
                    <a:pt x="115704" y="93744"/>
                    <a:pt x="105109" y="83222"/>
                    <a:pt x="100871" y="79014"/>
                  </a:cubicBezTo>
                  <a:cubicBezTo>
                    <a:pt x="89217" y="67790"/>
                    <a:pt x="75444" y="64984"/>
                    <a:pt x="60612" y="62179"/>
                  </a:cubicBezTo>
                  <a:cubicBezTo>
                    <a:pt x="40836" y="58321"/>
                    <a:pt x="17175" y="53761"/>
                    <a:pt x="17175" y="33419"/>
                  </a:cubicBezTo>
                  <a:cubicBezTo>
                    <a:pt x="17175" y="21143"/>
                    <a:pt x="26356" y="6763"/>
                    <a:pt x="56727" y="6763"/>
                  </a:cubicBezTo>
                  <a:cubicBezTo>
                    <a:pt x="95574" y="6763"/>
                    <a:pt x="97340" y="38329"/>
                    <a:pt x="98046" y="49202"/>
                  </a:cubicBezTo>
                  <a:cubicBezTo>
                    <a:pt x="98399" y="52358"/>
                    <a:pt x="101578" y="52358"/>
                    <a:pt x="102284" y="52358"/>
                  </a:cubicBezTo>
                  <a:cubicBezTo>
                    <a:pt x="106875" y="52358"/>
                    <a:pt x="106875" y="50605"/>
                    <a:pt x="106875" y="43941"/>
                  </a:cubicBezTo>
                  <a:lnTo>
                    <a:pt x="106875" y="8517"/>
                  </a:lnTo>
                  <a:cubicBezTo>
                    <a:pt x="106875" y="2555"/>
                    <a:pt x="106875" y="100"/>
                    <a:pt x="102990" y="100"/>
                  </a:cubicBezTo>
                  <a:cubicBezTo>
                    <a:pt x="101224" y="100"/>
                    <a:pt x="100518" y="100"/>
                    <a:pt x="95927" y="4308"/>
                  </a:cubicBezTo>
                  <a:cubicBezTo>
                    <a:pt x="94868" y="5711"/>
                    <a:pt x="91336" y="8868"/>
                    <a:pt x="89924" y="9920"/>
                  </a:cubicBezTo>
                  <a:cubicBezTo>
                    <a:pt x="76504" y="100"/>
                    <a:pt x="62025" y="100"/>
                    <a:pt x="56727" y="100"/>
                  </a:cubicBezTo>
                  <a:cubicBezTo>
                    <a:pt x="13643" y="100"/>
                    <a:pt x="223" y="23598"/>
                    <a:pt x="223" y="43239"/>
                  </a:cubicBezTo>
                  <a:cubicBezTo>
                    <a:pt x="223" y="55515"/>
                    <a:pt x="5874" y="65335"/>
                    <a:pt x="15409" y="73051"/>
                  </a:cubicBezTo>
                  <a:cubicBezTo>
                    <a:pt x="26710" y="82170"/>
                    <a:pt x="36598" y="84275"/>
                    <a:pt x="62025" y="89185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32B8D624-79ED-C390-1818-F8366A1B82A0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1513891" y="5325116"/>
              <a:ext cx="198117" cy="158880"/>
            </a:xfrm>
            <a:custGeom>
              <a:avLst/>
              <a:gdLst>
                <a:gd name="connsiteX0" fmla="*/ 154203 w 198117"/>
                <a:gd name="connsiteY0" fmla="*/ 72350 h 158880"/>
                <a:gd name="connsiteX1" fmla="*/ 95226 w 198117"/>
                <a:gd name="connsiteY1" fmla="*/ 100 h 158880"/>
                <a:gd name="connsiteX2" fmla="*/ 229 w 198117"/>
                <a:gd name="connsiteY2" fmla="*/ 99707 h 158880"/>
                <a:gd name="connsiteX3" fmla="*/ 57439 w 198117"/>
                <a:gd name="connsiteY3" fmla="*/ 158980 h 158880"/>
                <a:gd name="connsiteX4" fmla="*/ 131954 w 198117"/>
                <a:gd name="connsiteY4" fmla="*/ 129519 h 158880"/>
                <a:gd name="connsiteX5" fmla="*/ 164091 w 198117"/>
                <a:gd name="connsiteY5" fmla="*/ 158980 h 158880"/>
                <a:gd name="connsiteX6" fmla="*/ 193755 w 198117"/>
                <a:gd name="connsiteY6" fmla="*/ 134078 h 158880"/>
                <a:gd name="connsiteX7" fmla="*/ 189518 w 198117"/>
                <a:gd name="connsiteY7" fmla="*/ 130571 h 158880"/>
                <a:gd name="connsiteX8" fmla="*/ 184927 w 198117"/>
                <a:gd name="connsiteY8" fmla="*/ 134078 h 158880"/>
                <a:gd name="connsiteX9" fmla="*/ 165150 w 198117"/>
                <a:gd name="connsiteY9" fmla="*/ 151264 h 158880"/>
                <a:gd name="connsiteX10" fmla="*/ 154203 w 198117"/>
                <a:gd name="connsiteY10" fmla="*/ 115489 h 158880"/>
                <a:gd name="connsiteX11" fmla="*/ 157734 w 198117"/>
                <a:gd name="connsiteY11" fmla="*/ 103214 h 158880"/>
                <a:gd name="connsiteX12" fmla="*/ 198346 w 198117"/>
                <a:gd name="connsiteY12" fmla="*/ 20793 h 158880"/>
                <a:gd name="connsiteX13" fmla="*/ 194109 w 198117"/>
                <a:gd name="connsiteY13" fmla="*/ 17285 h 158880"/>
                <a:gd name="connsiteX14" fmla="*/ 188811 w 198117"/>
                <a:gd name="connsiteY14" fmla="*/ 24651 h 158880"/>
                <a:gd name="connsiteX15" fmla="*/ 154203 w 198117"/>
                <a:gd name="connsiteY15" fmla="*/ 94095 h 158880"/>
                <a:gd name="connsiteX16" fmla="*/ 154203 w 198117"/>
                <a:gd name="connsiteY16" fmla="*/ 72350 h 158880"/>
                <a:gd name="connsiteX17" fmla="*/ 130541 w 198117"/>
                <a:gd name="connsiteY17" fmla="*/ 120400 h 158880"/>
                <a:gd name="connsiteX18" fmla="*/ 58146 w 198117"/>
                <a:gd name="connsiteY18" fmla="*/ 151264 h 158880"/>
                <a:gd name="connsiteX19" fmla="*/ 26362 w 198117"/>
                <a:gd name="connsiteY19" fmla="*/ 113034 h 158880"/>
                <a:gd name="connsiteX20" fmla="*/ 46845 w 198117"/>
                <a:gd name="connsiteY20" fmla="*/ 40083 h 158880"/>
                <a:gd name="connsiteX21" fmla="*/ 94873 w 198117"/>
                <a:gd name="connsiteY21" fmla="*/ 7816 h 158880"/>
                <a:gd name="connsiteX22" fmla="*/ 129835 w 198117"/>
                <a:gd name="connsiteY22" fmla="*/ 81118 h 158880"/>
                <a:gd name="connsiteX23" fmla="*/ 130541 w 198117"/>
                <a:gd name="connsiteY23" fmla="*/ 120400 h 158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8117" h="158880">
                  <a:moveTo>
                    <a:pt x="154203" y="72350"/>
                  </a:moveTo>
                  <a:cubicBezTo>
                    <a:pt x="154203" y="17285"/>
                    <a:pt x="121360" y="100"/>
                    <a:pt x="95226" y="100"/>
                  </a:cubicBezTo>
                  <a:cubicBezTo>
                    <a:pt x="46845" y="100"/>
                    <a:pt x="229" y="50254"/>
                    <a:pt x="229" y="99707"/>
                  </a:cubicBezTo>
                  <a:cubicBezTo>
                    <a:pt x="229" y="132324"/>
                    <a:pt x="21418" y="158980"/>
                    <a:pt x="57439" y="158980"/>
                  </a:cubicBezTo>
                  <a:cubicBezTo>
                    <a:pt x="79688" y="158980"/>
                    <a:pt x="105115" y="150913"/>
                    <a:pt x="131954" y="129519"/>
                  </a:cubicBezTo>
                  <a:cubicBezTo>
                    <a:pt x="136545" y="148107"/>
                    <a:pt x="148199" y="158980"/>
                    <a:pt x="164091" y="158980"/>
                  </a:cubicBezTo>
                  <a:cubicBezTo>
                    <a:pt x="182808" y="158980"/>
                    <a:pt x="193755" y="139690"/>
                    <a:pt x="193755" y="134078"/>
                  </a:cubicBezTo>
                  <a:cubicBezTo>
                    <a:pt x="193755" y="131623"/>
                    <a:pt x="191636" y="130571"/>
                    <a:pt x="189518" y="130571"/>
                  </a:cubicBezTo>
                  <a:cubicBezTo>
                    <a:pt x="187046" y="130571"/>
                    <a:pt x="185986" y="131623"/>
                    <a:pt x="184927" y="134078"/>
                  </a:cubicBezTo>
                  <a:cubicBezTo>
                    <a:pt x="178570" y="151264"/>
                    <a:pt x="165856" y="151264"/>
                    <a:pt x="165150" y="151264"/>
                  </a:cubicBezTo>
                  <a:cubicBezTo>
                    <a:pt x="154203" y="151264"/>
                    <a:pt x="154203" y="123907"/>
                    <a:pt x="154203" y="115489"/>
                  </a:cubicBezTo>
                  <a:cubicBezTo>
                    <a:pt x="154203" y="108124"/>
                    <a:pt x="154203" y="107423"/>
                    <a:pt x="157734" y="103214"/>
                  </a:cubicBezTo>
                  <a:cubicBezTo>
                    <a:pt x="190930" y="61828"/>
                    <a:pt x="198346" y="21143"/>
                    <a:pt x="198346" y="20793"/>
                  </a:cubicBezTo>
                  <a:cubicBezTo>
                    <a:pt x="198346" y="20091"/>
                    <a:pt x="197993" y="17285"/>
                    <a:pt x="194109" y="17285"/>
                  </a:cubicBezTo>
                  <a:cubicBezTo>
                    <a:pt x="190577" y="17285"/>
                    <a:pt x="190577" y="18338"/>
                    <a:pt x="188811" y="24651"/>
                  </a:cubicBezTo>
                  <a:cubicBezTo>
                    <a:pt x="182455" y="46747"/>
                    <a:pt x="170801" y="73402"/>
                    <a:pt x="154203" y="94095"/>
                  </a:cubicBezTo>
                  <a:lnTo>
                    <a:pt x="154203" y="72350"/>
                  </a:lnTo>
                  <a:close/>
                  <a:moveTo>
                    <a:pt x="130541" y="120400"/>
                  </a:moveTo>
                  <a:cubicBezTo>
                    <a:pt x="99464" y="147406"/>
                    <a:pt x="72272" y="151264"/>
                    <a:pt x="58146" y="151264"/>
                  </a:cubicBezTo>
                  <a:cubicBezTo>
                    <a:pt x="36957" y="151264"/>
                    <a:pt x="26362" y="135481"/>
                    <a:pt x="26362" y="113034"/>
                  </a:cubicBezTo>
                  <a:cubicBezTo>
                    <a:pt x="26362" y="95849"/>
                    <a:pt x="35544" y="57970"/>
                    <a:pt x="46845" y="40083"/>
                  </a:cubicBezTo>
                  <a:cubicBezTo>
                    <a:pt x="63443" y="14480"/>
                    <a:pt x="82513" y="7816"/>
                    <a:pt x="94873" y="7816"/>
                  </a:cubicBezTo>
                  <a:cubicBezTo>
                    <a:pt x="129835" y="7816"/>
                    <a:pt x="129835" y="53761"/>
                    <a:pt x="129835" y="81118"/>
                  </a:cubicBezTo>
                  <a:cubicBezTo>
                    <a:pt x="129835" y="94095"/>
                    <a:pt x="129835" y="114437"/>
                    <a:pt x="130541" y="120400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DCAA4A55-915D-34C2-A8CC-54BD4924F614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11797495" y="5323012"/>
              <a:ext cx="134550" cy="160984"/>
            </a:xfrm>
            <a:custGeom>
              <a:avLst/>
              <a:gdLst>
                <a:gd name="connsiteX0" fmla="*/ 29549 w 134550"/>
                <a:gd name="connsiteY0" fmla="*/ 80767 h 160984"/>
                <a:gd name="connsiteX1" fmla="*/ 77224 w 134550"/>
                <a:gd name="connsiteY1" fmla="*/ 8868 h 160984"/>
                <a:gd name="connsiteX2" fmla="*/ 115011 w 134550"/>
                <a:gd name="connsiteY2" fmla="*/ 21845 h 160984"/>
                <a:gd name="connsiteX3" fmla="*/ 98413 w 134550"/>
                <a:gd name="connsiteY3" fmla="*/ 37978 h 160984"/>
                <a:gd name="connsiteX4" fmla="*/ 114658 w 134550"/>
                <a:gd name="connsiteY4" fmla="*/ 54112 h 160984"/>
                <a:gd name="connsiteX5" fmla="*/ 130903 w 134550"/>
                <a:gd name="connsiteY5" fmla="*/ 37628 h 160984"/>
                <a:gd name="connsiteX6" fmla="*/ 76871 w 134550"/>
                <a:gd name="connsiteY6" fmla="*/ 100 h 160984"/>
                <a:gd name="connsiteX7" fmla="*/ 237 w 134550"/>
                <a:gd name="connsiteY7" fmla="*/ 81469 h 160984"/>
                <a:gd name="connsiteX8" fmla="*/ 76164 w 134550"/>
                <a:gd name="connsiteY8" fmla="*/ 161084 h 160984"/>
                <a:gd name="connsiteX9" fmla="*/ 134787 w 134550"/>
                <a:gd name="connsiteY9" fmla="*/ 115489 h 160984"/>
                <a:gd name="connsiteX10" fmla="*/ 130196 w 134550"/>
                <a:gd name="connsiteY10" fmla="*/ 111982 h 160984"/>
                <a:gd name="connsiteX11" fmla="*/ 125605 w 134550"/>
                <a:gd name="connsiteY11" fmla="*/ 115489 h 160984"/>
                <a:gd name="connsiteX12" fmla="*/ 79343 w 134550"/>
                <a:gd name="connsiteY12" fmla="*/ 152316 h 160984"/>
                <a:gd name="connsiteX13" fmla="*/ 29549 w 134550"/>
                <a:gd name="connsiteY13" fmla="*/ 80767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550" h="160984">
                  <a:moveTo>
                    <a:pt x="29549" y="80767"/>
                  </a:moveTo>
                  <a:cubicBezTo>
                    <a:pt x="29549" y="23598"/>
                    <a:pt x="58507" y="8868"/>
                    <a:pt x="77224" y="8868"/>
                  </a:cubicBezTo>
                  <a:cubicBezTo>
                    <a:pt x="80402" y="8868"/>
                    <a:pt x="102651" y="9219"/>
                    <a:pt x="115011" y="21845"/>
                  </a:cubicBezTo>
                  <a:cubicBezTo>
                    <a:pt x="100532" y="22897"/>
                    <a:pt x="98413" y="33419"/>
                    <a:pt x="98413" y="37978"/>
                  </a:cubicBezTo>
                  <a:cubicBezTo>
                    <a:pt x="98413" y="47097"/>
                    <a:pt x="104770" y="54112"/>
                    <a:pt x="114658" y="54112"/>
                  </a:cubicBezTo>
                  <a:cubicBezTo>
                    <a:pt x="123840" y="54112"/>
                    <a:pt x="130903" y="48149"/>
                    <a:pt x="130903" y="37628"/>
                  </a:cubicBezTo>
                  <a:cubicBezTo>
                    <a:pt x="130903" y="13778"/>
                    <a:pt x="104063" y="100"/>
                    <a:pt x="76871" y="100"/>
                  </a:cubicBezTo>
                  <a:cubicBezTo>
                    <a:pt x="32727" y="100"/>
                    <a:pt x="237" y="37978"/>
                    <a:pt x="237" y="81469"/>
                  </a:cubicBezTo>
                  <a:cubicBezTo>
                    <a:pt x="237" y="126362"/>
                    <a:pt x="35199" y="161084"/>
                    <a:pt x="76164" y="161084"/>
                  </a:cubicBezTo>
                  <a:cubicBezTo>
                    <a:pt x="123487" y="161084"/>
                    <a:pt x="134787" y="118997"/>
                    <a:pt x="134787" y="115489"/>
                  </a:cubicBezTo>
                  <a:cubicBezTo>
                    <a:pt x="134787" y="111982"/>
                    <a:pt x="131256" y="111982"/>
                    <a:pt x="130196" y="111982"/>
                  </a:cubicBezTo>
                  <a:cubicBezTo>
                    <a:pt x="127018" y="111982"/>
                    <a:pt x="126312" y="113385"/>
                    <a:pt x="125605" y="115489"/>
                  </a:cubicBezTo>
                  <a:cubicBezTo>
                    <a:pt x="115364" y="148107"/>
                    <a:pt x="92409" y="152316"/>
                    <a:pt x="79343" y="152316"/>
                  </a:cubicBezTo>
                  <a:cubicBezTo>
                    <a:pt x="60626" y="152316"/>
                    <a:pt x="29549" y="137235"/>
                    <a:pt x="29549" y="80767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E43159E7-7EEB-4045-D167-0E5430B4291B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11952332" y="5323012"/>
              <a:ext cx="156445" cy="160984"/>
            </a:xfrm>
            <a:custGeom>
              <a:avLst/>
              <a:gdLst>
                <a:gd name="connsiteX0" fmla="*/ 156687 w 156445"/>
                <a:gd name="connsiteY0" fmla="*/ 82170 h 160984"/>
                <a:gd name="connsiteX1" fmla="*/ 78641 w 156445"/>
                <a:gd name="connsiteY1" fmla="*/ 100 h 160984"/>
                <a:gd name="connsiteX2" fmla="*/ 241 w 156445"/>
                <a:gd name="connsiteY2" fmla="*/ 82170 h 160984"/>
                <a:gd name="connsiteX3" fmla="*/ 78288 w 156445"/>
                <a:gd name="connsiteY3" fmla="*/ 161084 h 160984"/>
                <a:gd name="connsiteX4" fmla="*/ 156687 w 156445"/>
                <a:gd name="connsiteY4" fmla="*/ 82170 h 160984"/>
                <a:gd name="connsiteX5" fmla="*/ 78641 w 156445"/>
                <a:gd name="connsiteY5" fmla="*/ 152316 h 160984"/>
                <a:gd name="connsiteX6" fmla="*/ 38382 w 156445"/>
                <a:gd name="connsiteY6" fmla="*/ 128817 h 160984"/>
                <a:gd name="connsiteX7" fmla="*/ 29553 w 156445"/>
                <a:gd name="connsiteY7" fmla="*/ 79364 h 160984"/>
                <a:gd name="connsiteX8" fmla="*/ 38029 w 156445"/>
                <a:gd name="connsiteY8" fmla="*/ 31314 h 160984"/>
                <a:gd name="connsiteX9" fmla="*/ 78288 w 156445"/>
                <a:gd name="connsiteY9" fmla="*/ 7816 h 160984"/>
                <a:gd name="connsiteX10" fmla="*/ 118194 w 156445"/>
                <a:gd name="connsiteY10" fmla="*/ 30613 h 160984"/>
                <a:gd name="connsiteX11" fmla="*/ 127376 w 156445"/>
                <a:gd name="connsiteY11" fmla="*/ 79364 h 160984"/>
                <a:gd name="connsiteX12" fmla="*/ 119606 w 156445"/>
                <a:gd name="connsiteY12" fmla="*/ 126362 h 160984"/>
                <a:gd name="connsiteX13" fmla="*/ 78641 w 156445"/>
                <a:gd name="connsiteY13" fmla="*/ 152316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445" h="160984">
                  <a:moveTo>
                    <a:pt x="156687" y="82170"/>
                  </a:moveTo>
                  <a:cubicBezTo>
                    <a:pt x="156687" y="37277"/>
                    <a:pt x="121372" y="100"/>
                    <a:pt x="78641" y="100"/>
                  </a:cubicBezTo>
                  <a:cubicBezTo>
                    <a:pt x="34497" y="100"/>
                    <a:pt x="241" y="38329"/>
                    <a:pt x="241" y="82170"/>
                  </a:cubicBezTo>
                  <a:cubicBezTo>
                    <a:pt x="241" y="127414"/>
                    <a:pt x="36969" y="161084"/>
                    <a:pt x="78288" y="161084"/>
                  </a:cubicBezTo>
                  <a:cubicBezTo>
                    <a:pt x="121019" y="161084"/>
                    <a:pt x="156687" y="126713"/>
                    <a:pt x="156687" y="82170"/>
                  </a:cubicBezTo>
                  <a:close/>
                  <a:moveTo>
                    <a:pt x="78641" y="152316"/>
                  </a:moveTo>
                  <a:cubicBezTo>
                    <a:pt x="63455" y="152316"/>
                    <a:pt x="47917" y="144951"/>
                    <a:pt x="38382" y="128817"/>
                  </a:cubicBezTo>
                  <a:cubicBezTo>
                    <a:pt x="29553" y="113385"/>
                    <a:pt x="29553" y="91991"/>
                    <a:pt x="29553" y="79364"/>
                  </a:cubicBezTo>
                  <a:cubicBezTo>
                    <a:pt x="29553" y="65686"/>
                    <a:pt x="29553" y="46747"/>
                    <a:pt x="38029" y="31314"/>
                  </a:cubicBezTo>
                  <a:cubicBezTo>
                    <a:pt x="47564" y="15181"/>
                    <a:pt x="64162" y="7816"/>
                    <a:pt x="78288" y="7816"/>
                  </a:cubicBezTo>
                  <a:cubicBezTo>
                    <a:pt x="93826" y="7816"/>
                    <a:pt x="109012" y="15532"/>
                    <a:pt x="118194" y="30613"/>
                  </a:cubicBezTo>
                  <a:cubicBezTo>
                    <a:pt x="127376" y="45694"/>
                    <a:pt x="127376" y="66037"/>
                    <a:pt x="127376" y="79364"/>
                  </a:cubicBezTo>
                  <a:cubicBezTo>
                    <a:pt x="127376" y="91991"/>
                    <a:pt x="127376" y="110930"/>
                    <a:pt x="119606" y="126362"/>
                  </a:cubicBezTo>
                  <a:cubicBezTo>
                    <a:pt x="111837" y="142145"/>
                    <a:pt x="96298" y="152316"/>
                    <a:pt x="78641" y="152316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04EF835-6E32-9FEF-285C-EE563DDB1DDD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12130673" y="5323012"/>
              <a:ext cx="115480" cy="160984"/>
            </a:xfrm>
            <a:custGeom>
              <a:avLst/>
              <a:gdLst>
                <a:gd name="connsiteX0" fmla="*/ 62048 w 115480"/>
                <a:gd name="connsiteY0" fmla="*/ 89185 h 160984"/>
                <a:gd name="connsiteX1" fmla="*/ 98775 w 115480"/>
                <a:gd name="connsiteY1" fmla="*/ 121452 h 160984"/>
                <a:gd name="connsiteX2" fmla="*/ 58869 w 115480"/>
                <a:gd name="connsiteY2" fmla="*/ 153368 h 160984"/>
                <a:gd name="connsiteX3" fmla="*/ 9782 w 115480"/>
                <a:gd name="connsiteY3" fmla="*/ 103565 h 160984"/>
                <a:gd name="connsiteX4" fmla="*/ 4837 w 115480"/>
                <a:gd name="connsiteY4" fmla="*/ 97602 h 160984"/>
                <a:gd name="connsiteX5" fmla="*/ 246 w 115480"/>
                <a:gd name="connsiteY5" fmla="*/ 106370 h 160984"/>
                <a:gd name="connsiteX6" fmla="*/ 246 w 115480"/>
                <a:gd name="connsiteY6" fmla="*/ 152667 h 160984"/>
                <a:gd name="connsiteX7" fmla="*/ 4131 w 115480"/>
                <a:gd name="connsiteY7" fmla="*/ 161084 h 160984"/>
                <a:gd name="connsiteX8" fmla="*/ 12960 w 115480"/>
                <a:gd name="connsiteY8" fmla="*/ 154070 h 160984"/>
                <a:gd name="connsiteX9" fmla="*/ 20023 w 115480"/>
                <a:gd name="connsiteY9" fmla="*/ 146003 h 160984"/>
                <a:gd name="connsiteX10" fmla="*/ 58869 w 115480"/>
                <a:gd name="connsiteY10" fmla="*/ 161084 h 160984"/>
                <a:gd name="connsiteX11" fmla="*/ 115727 w 115480"/>
                <a:gd name="connsiteY11" fmla="*/ 112333 h 160984"/>
                <a:gd name="connsiteX12" fmla="*/ 100894 w 115480"/>
                <a:gd name="connsiteY12" fmla="*/ 79014 h 160984"/>
                <a:gd name="connsiteX13" fmla="*/ 60635 w 115480"/>
                <a:gd name="connsiteY13" fmla="*/ 62179 h 160984"/>
                <a:gd name="connsiteX14" fmla="*/ 17198 w 115480"/>
                <a:gd name="connsiteY14" fmla="*/ 33419 h 160984"/>
                <a:gd name="connsiteX15" fmla="*/ 56751 w 115480"/>
                <a:gd name="connsiteY15" fmla="*/ 6763 h 160984"/>
                <a:gd name="connsiteX16" fmla="*/ 98069 w 115480"/>
                <a:gd name="connsiteY16" fmla="*/ 49202 h 160984"/>
                <a:gd name="connsiteX17" fmla="*/ 102307 w 115480"/>
                <a:gd name="connsiteY17" fmla="*/ 52358 h 160984"/>
                <a:gd name="connsiteX18" fmla="*/ 106898 w 115480"/>
                <a:gd name="connsiteY18" fmla="*/ 43941 h 160984"/>
                <a:gd name="connsiteX19" fmla="*/ 106898 w 115480"/>
                <a:gd name="connsiteY19" fmla="*/ 8517 h 160984"/>
                <a:gd name="connsiteX20" fmla="*/ 103013 w 115480"/>
                <a:gd name="connsiteY20" fmla="*/ 100 h 160984"/>
                <a:gd name="connsiteX21" fmla="*/ 95950 w 115480"/>
                <a:gd name="connsiteY21" fmla="*/ 4308 h 160984"/>
                <a:gd name="connsiteX22" fmla="*/ 89947 w 115480"/>
                <a:gd name="connsiteY22" fmla="*/ 9920 h 160984"/>
                <a:gd name="connsiteX23" fmla="*/ 56751 w 115480"/>
                <a:gd name="connsiteY23" fmla="*/ 100 h 160984"/>
                <a:gd name="connsiteX24" fmla="*/ 246 w 115480"/>
                <a:gd name="connsiteY24" fmla="*/ 43239 h 160984"/>
                <a:gd name="connsiteX25" fmla="*/ 15432 w 115480"/>
                <a:gd name="connsiteY25" fmla="*/ 73051 h 160984"/>
                <a:gd name="connsiteX26" fmla="*/ 62048 w 115480"/>
                <a:gd name="connsiteY26" fmla="*/ 8918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480" h="160984">
                  <a:moveTo>
                    <a:pt x="62048" y="89185"/>
                  </a:moveTo>
                  <a:cubicBezTo>
                    <a:pt x="69817" y="90588"/>
                    <a:pt x="98775" y="96199"/>
                    <a:pt x="98775" y="121452"/>
                  </a:cubicBezTo>
                  <a:cubicBezTo>
                    <a:pt x="98775" y="139339"/>
                    <a:pt x="86415" y="153368"/>
                    <a:pt x="58869" y="153368"/>
                  </a:cubicBezTo>
                  <a:cubicBezTo>
                    <a:pt x="29205" y="153368"/>
                    <a:pt x="16491" y="133377"/>
                    <a:pt x="9782" y="103565"/>
                  </a:cubicBezTo>
                  <a:cubicBezTo>
                    <a:pt x="8722" y="99005"/>
                    <a:pt x="8369" y="97602"/>
                    <a:pt x="4837" y="97602"/>
                  </a:cubicBezTo>
                  <a:cubicBezTo>
                    <a:pt x="246" y="97602"/>
                    <a:pt x="246" y="100057"/>
                    <a:pt x="246" y="106370"/>
                  </a:cubicBezTo>
                  <a:lnTo>
                    <a:pt x="246" y="152667"/>
                  </a:lnTo>
                  <a:cubicBezTo>
                    <a:pt x="246" y="158629"/>
                    <a:pt x="246" y="161084"/>
                    <a:pt x="4131" y="161084"/>
                  </a:cubicBezTo>
                  <a:cubicBezTo>
                    <a:pt x="5897" y="161084"/>
                    <a:pt x="6250" y="160733"/>
                    <a:pt x="12960" y="154070"/>
                  </a:cubicBezTo>
                  <a:cubicBezTo>
                    <a:pt x="13666" y="153368"/>
                    <a:pt x="13666" y="152667"/>
                    <a:pt x="20023" y="146003"/>
                  </a:cubicBezTo>
                  <a:cubicBezTo>
                    <a:pt x="35561" y="160733"/>
                    <a:pt x="51453" y="161084"/>
                    <a:pt x="58869" y="161084"/>
                  </a:cubicBezTo>
                  <a:cubicBezTo>
                    <a:pt x="99482" y="161084"/>
                    <a:pt x="115727" y="137585"/>
                    <a:pt x="115727" y="112333"/>
                  </a:cubicBezTo>
                  <a:cubicBezTo>
                    <a:pt x="115727" y="93744"/>
                    <a:pt x="105132" y="83222"/>
                    <a:pt x="100894" y="79014"/>
                  </a:cubicBezTo>
                  <a:cubicBezTo>
                    <a:pt x="89240" y="67790"/>
                    <a:pt x="75467" y="64984"/>
                    <a:pt x="60635" y="62179"/>
                  </a:cubicBezTo>
                  <a:cubicBezTo>
                    <a:pt x="40859" y="58321"/>
                    <a:pt x="17198" y="53761"/>
                    <a:pt x="17198" y="33419"/>
                  </a:cubicBezTo>
                  <a:cubicBezTo>
                    <a:pt x="17198" y="21143"/>
                    <a:pt x="26380" y="6763"/>
                    <a:pt x="56751" y="6763"/>
                  </a:cubicBezTo>
                  <a:cubicBezTo>
                    <a:pt x="95597" y="6763"/>
                    <a:pt x="97363" y="38329"/>
                    <a:pt x="98069" y="49202"/>
                  </a:cubicBezTo>
                  <a:cubicBezTo>
                    <a:pt x="98422" y="52358"/>
                    <a:pt x="101601" y="52358"/>
                    <a:pt x="102307" y="52358"/>
                  </a:cubicBezTo>
                  <a:cubicBezTo>
                    <a:pt x="106898" y="52358"/>
                    <a:pt x="106898" y="50605"/>
                    <a:pt x="106898" y="43941"/>
                  </a:cubicBezTo>
                  <a:lnTo>
                    <a:pt x="106898" y="8517"/>
                  </a:lnTo>
                  <a:cubicBezTo>
                    <a:pt x="106898" y="2555"/>
                    <a:pt x="106898" y="100"/>
                    <a:pt x="103013" y="100"/>
                  </a:cubicBezTo>
                  <a:cubicBezTo>
                    <a:pt x="101247" y="100"/>
                    <a:pt x="100541" y="100"/>
                    <a:pt x="95950" y="4308"/>
                  </a:cubicBezTo>
                  <a:cubicBezTo>
                    <a:pt x="94891" y="5711"/>
                    <a:pt x="91359" y="8868"/>
                    <a:pt x="89947" y="9920"/>
                  </a:cubicBezTo>
                  <a:cubicBezTo>
                    <a:pt x="76527" y="100"/>
                    <a:pt x="62048" y="100"/>
                    <a:pt x="56751" y="100"/>
                  </a:cubicBezTo>
                  <a:cubicBezTo>
                    <a:pt x="13666" y="100"/>
                    <a:pt x="246" y="23598"/>
                    <a:pt x="246" y="43239"/>
                  </a:cubicBezTo>
                  <a:cubicBezTo>
                    <a:pt x="246" y="55515"/>
                    <a:pt x="5897" y="65335"/>
                    <a:pt x="15432" y="73051"/>
                  </a:cubicBezTo>
                  <a:cubicBezTo>
                    <a:pt x="26733" y="82170"/>
                    <a:pt x="36621" y="84275"/>
                    <a:pt x="62048" y="89185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B9335AE0-29CA-7E30-E63F-B343B2FD4EC7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12327724" y="5232524"/>
              <a:ext cx="192511" cy="315655"/>
            </a:xfrm>
            <a:custGeom>
              <a:avLst/>
              <a:gdLst>
                <a:gd name="connsiteX0" fmla="*/ 192764 w 192511"/>
                <a:gd name="connsiteY0" fmla="*/ 48149 h 315655"/>
                <a:gd name="connsiteX1" fmla="*/ 144735 w 192511"/>
                <a:gd name="connsiteY1" fmla="*/ 100 h 315655"/>
                <a:gd name="connsiteX2" fmla="*/ 102004 w 192511"/>
                <a:gd name="connsiteY2" fmla="*/ 14830 h 315655"/>
                <a:gd name="connsiteX3" fmla="*/ 56448 w 192511"/>
                <a:gd name="connsiteY3" fmla="*/ 89535 h 315655"/>
                <a:gd name="connsiteX4" fmla="*/ 297 w 192511"/>
                <a:gd name="connsiteY4" fmla="*/ 312248 h 315655"/>
                <a:gd name="connsiteX5" fmla="*/ 4535 w 192511"/>
                <a:gd name="connsiteY5" fmla="*/ 315756 h 315655"/>
                <a:gd name="connsiteX6" fmla="*/ 8772 w 192511"/>
                <a:gd name="connsiteY6" fmla="*/ 314002 h 315655"/>
                <a:gd name="connsiteX7" fmla="*/ 33493 w 192511"/>
                <a:gd name="connsiteY7" fmla="*/ 217201 h 315655"/>
                <a:gd name="connsiteX8" fmla="*/ 81521 w 192511"/>
                <a:gd name="connsiteY8" fmla="*/ 251221 h 315655"/>
                <a:gd name="connsiteX9" fmla="*/ 149679 w 192511"/>
                <a:gd name="connsiteY9" fmla="*/ 223514 h 315655"/>
                <a:gd name="connsiteX10" fmla="*/ 177931 w 192511"/>
                <a:gd name="connsiteY10" fmla="*/ 158980 h 315655"/>
                <a:gd name="connsiteX11" fmla="*/ 152151 w 192511"/>
                <a:gd name="connsiteY11" fmla="*/ 106721 h 315655"/>
                <a:gd name="connsiteX12" fmla="*/ 192764 w 192511"/>
                <a:gd name="connsiteY12" fmla="*/ 48149 h 315655"/>
                <a:gd name="connsiteX13" fmla="*/ 129197 w 192511"/>
                <a:gd name="connsiteY13" fmla="*/ 106370 h 315655"/>
                <a:gd name="connsiteX14" fmla="*/ 112245 w 192511"/>
                <a:gd name="connsiteY14" fmla="*/ 108826 h 315655"/>
                <a:gd name="connsiteX15" fmla="*/ 96707 w 192511"/>
                <a:gd name="connsiteY15" fmla="*/ 107423 h 315655"/>
                <a:gd name="connsiteX16" fmla="*/ 114011 w 192511"/>
                <a:gd name="connsiteY16" fmla="*/ 104617 h 315655"/>
                <a:gd name="connsiteX17" fmla="*/ 129197 w 192511"/>
                <a:gd name="connsiteY17" fmla="*/ 106370 h 315655"/>
                <a:gd name="connsiteX18" fmla="*/ 172987 w 192511"/>
                <a:gd name="connsiteY18" fmla="*/ 40083 h 315655"/>
                <a:gd name="connsiteX19" fmla="*/ 141204 w 192511"/>
                <a:gd name="connsiteY19" fmla="*/ 100759 h 315655"/>
                <a:gd name="connsiteX20" fmla="*/ 114011 w 192511"/>
                <a:gd name="connsiteY20" fmla="*/ 96550 h 315655"/>
                <a:gd name="connsiteX21" fmla="*/ 86819 w 192511"/>
                <a:gd name="connsiteY21" fmla="*/ 107773 h 315655"/>
                <a:gd name="connsiteX22" fmla="*/ 111186 w 192511"/>
                <a:gd name="connsiteY22" fmla="*/ 116542 h 315655"/>
                <a:gd name="connsiteX23" fmla="*/ 140144 w 192511"/>
                <a:gd name="connsiteY23" fmla="*/ 111982 h 315655"/>
                <a:gd name="connsiteX24" fmla="*/ 155683 w 192511"/>
                <a:gd name="connsiteY24" fmla="*/ 151614 h 315655"/>
                <a:gd name="connsiteX25" fmla="*/ 138025 w 192511"/>
                <a:gd name="connsiteY25" fmla="*/ 211940 h 315655"/>
                <a:gd name="connsiteX26" fmla="*/ 80462 w 192511"/>
                <a:gd name="connsiteY26" fmla="*/ 243505 h 315655"/>
                <a:gd name="connsiteX27" fmla="*/ 40203 w 192511"/>
                <a:gd name="connsiteY27" fmla="*/ 198261 h 315655"/>
                <a:gd name="connsiteX28" fmla="*/ 41969 w 192511"/>
                <a:gd name="connsiteY28" fmla="*/ 182829 h 315655"/>
                <a:gd name="connsiteX29" fmla="*/ 64570 w 192511"/>
                <a:gd name="connsiteY29" fmla="*/ 94095 h 315655"/>
                <a:gd name="connsiteX30" fmla="*/ 140144 w 192511"/>
                <a:gd name="connsiteY30" fmla="*/ 8166 h 315655"/>
                <a:gd name="connsiteX31" fmla="*/ 172987 w 192511"/>
                <a:gd name="connsiteY31" fmla="*/ 40083 h 31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92511" h="315655">
                  <a:moveTo>
                    <a:pt x="192764" y="48149"/>
                  </a:moveTo>
                  <a:cubicBezTo>
                    <a:pt x="192764" y="21845"/>
                    <a:pt x="173341" y="100"/>
                    <a:pt x="144735" y="100"/>
                  </a:cubicBezTo>
                  <a:cubicBezTo>
                    <a:pt x="124253" y="100"/>
                    <a:pt x="114364" y="5711"/>
                    <a:pt x="102004" y="14830"/>
                  </a:cubicBezTo>
                  <a:cubicBezTo>
                    <a:pt x="82581" y="28859"/>
                    <a:pt x="63158" y="62880"/>
                    <a:pt x="56448" y="89535"/>
                  </a:cubicBezTo>
                  <a:lnTo>
                    <a:pt x="297" y="312248"/>
                  </a:lnTo>
                  <a:cubicBezTo>
                    <a:pt x="-56" y="313651"/>
                    <a:pt x="1709" y="315756"/>
                    <a:pt x="4535" y="315756"/>
                  </a:cubicBezTo>
                  <a:cubicBezTo>
                    <a:pt x="7360" y="315756"/>
                    <a:pt x="8419" y="315054"/>
                    <a:pt x="8772" y="314002"/>
                  </a:cubicBezTo>
                  <a:lnTo>
                    <a:pt x="33493" y="217201"/>
                  </a:lnTo>
                  <a:cubicBezTo>
                    <a:pt x="40203" y="238244"/>
                    <a:pt x="55741" y="251221"/>
                    <a:pt x="81521" y="251221"/>
                  </a:cubicBezTo>
                  <a:cubicBezTo>
                    <a:pt x="107301" y="251221"/>
                    <a:pt x="133788" y="238946"/>
                    <a:pt x="149679" y="223514"/>
                  </a:cubicBezTo>
                  <a:cubicBezTo>
                    <a:pt x="166631" y="207380"/>
                    <a:pt x="177931" y="184934"/>
                    <a:pt x="177931" y="158980"/>
                  </a:cubicBezTo>
                  <a:cubicBezTo>
                    <a:pt x="177931" y="133727"/>
                    <a:pt x="164865" y="115489"/>
                    <a:pt x="152151" y="106721"/>
                  </a:cubicBezTo>
                  <a:cubicBezTo>
                    <a:pt x="172634" y="95147"/>
                    <a:pt x="192764" y="73402"/>
                    <a:pt x="192764" y="48149"/>
                  </a:cubicBezTo>
                  <a:close/>
                  <a:moveTo>
                    <a:pt x="129197" y="106370"/>
                  </a:moveTo>
                  <a:cubicBezTo>
                    <a:pt x="124606" y="108124"/>
                    <a:pt x="120721" y="108826"/>
                    <a:pt x="112245" y="108826"/>
                  </a:cubicBezTo>
                  <a:cubicBezTo>
                    <a:pt x="107301" y="108826"/>
                    <a:pt x="100238" y="109176"/>
                    <a:pt x="96707" y="107423"/>
                  </a:cubicBezTo>
                  <a:cubicBezTo>
                    <a:pt x="97413" y="103915"/>
                    <a:pt x="110127" y="104617"/>
                    <a:pt x="114011" y="104617"/>
                  </a:cubicBezTo>
                  <a:cubicBezTo>
                    <a:pt x="121427" y="104617"/>
                    <a:pt x="124606" y="104617"/>
                    <a:pt x="129197" y="106370"/>
                  </a:cubicBezTo>
                  <a:close/>
                  <a:moveTo>
                    <a:pt x="172987" y="40083"/>
                  </a:moveTo>
                  <a:cubicBezTo>
                    <a:pt x="172987" y="64634"/>
                    <a:pt x="159568" y="89886"/>
                    <a:pt x="141204" y="100759"/>
                  </a:cubicBezTo>
                  <a:cubicBezTo>
                    <a:pt x="131669" y="97251"/>
                    <a:pt x="124606" y="96550"/>
                    <a:pt x="114011" y="96550"/>
                  </a:cubicBezTo>
                  <a:cubicBezTo>
                    <a:pt x="106595" y="96550"/>
                    <a:pt x="86819" y="96199"/>
                    <a:pt x="86819" y="107773"/>
                  </a:cubicBezTo>
                  <a:cubicBezTo>
                    <a:pt x="86466" y="117594"/>
                    <a:pt x="104829" y="116542"/>
                    <a:pt x="111186" y="116542"/>
                  </a:cubicBezTo>
                  <a:cubicBezTo>
                    <a:pt x="124253" y="116542"/>
                    <a:pt x="129550" y="116191"/>
                    <a:pt x="140144" y="111982"/>
                  </a:cubicBezTo>
                  <a:cubicBezTo>
                    <a:pt x="153564" y="124608"/>
                    <a:pt x="155330" y="135481"/>
                    <a:pt x="155683" y="151614"/>
                  </a:cubicBezTo>
                  <a:cubicBezTo>
                    <a:pt x="156389" y="171957"/>
                    <a:pt x="147914" y="198261"/>
                    <a:pt x="138025" y="211940"/>
                  </a:cubicBezTo>
                  <a:cubicBezTo>
                    <a:pt x="124253" y="230879"/>
                    <a:pt x="100592" y="243505"/>
                    <a:pt x="80462" y="243505"/>
                  </a:cubicBezTo>
                  <a:cubicBezTo>
                    <a:pt x="53623" y="243505"/>
                    <a:pt x="40203" y="223163"/>
                    <a:pt x="40203" y="198261"/>
                  </a:cubicBezTo>
                  <a:cubicBezTo>
                    <a:pt x="40203" y="194754"/>
                    <a:pt x="40203" y="189493"/>
                    <a:pt x="41969" y="182829"/>
                  </a:cubicBezTo>
                  <a:lnTo>
                    <a:pt x="64570" y="94095"/>
                  </a:lnTo>
                  <a:cubicBezTo>
                    <a:pt x="72340" y="63932"/>
                    <a:pt x="97766" y="8166"/>
                    <a:pt x="140144" y="8166"/>
                  </a:cubicBezTo>
                  <a:cubicBezTo>
                    <a:pt x="160627" y="8166"/>
                    <a:pt x="172987" y="19039"/>
                    <a:pt x="172987" y="40083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39BCDA8D-8BDA-1237-1A66-1D3BAE3810C6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12643351" y="5385441"/>
              <a:ext cx="215774" cy="14029"/>
            </a:xfrm>
            <a:custGeom>
              <a:avLst/>
              <a:gdLst>
                <a:gd name="connsiteX0" fmla="*/ 203675 w 215774"/>
                <a:gd name="connsiteY0" fmla="*/ 14129 h 14029"/>
                <a:gd name="connsiteX1" fmla="*/ 216035 w 215774"/>
                <a:gd name="connsiteY1" fmla="*/ 7114 h 14029"/>
                <a:gd name="connsiteX2" fmla="*/ 203675 w 215774"/>
                <a:gd name="connsiteY2" fmla="*/ 100 h 14029"/>
                <a:gd name="connsiteX3" fmla="*/ 12621 w 215774"/>
                <a:gd name="connsiteY3" fmla="*/ 100 h 14029"/>
                <a:gd name="connsiteX4" fmla="*/ 260 w 215774"/>
                <a:gd name="connsiteY4" fmla="*/ 7114 h 14029"/>
                <a:gd name="connsiteX5" fmla="*/ 12621 w 215774"/>
                <a:gd name="connsiteY5" fmla="*/ 14129 h 14029"/>
                <a:gd name="connsiteX6" fmla="*/ 203675 w 215774"/>
                <a:gd name="connsiteY6" fmla="*/ 14129 h 14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774" h="14029">
                  <a:moveTo>
                    <a:pt x="203675" y="14129"/>
                  </a:moveTo>
                  <a:cubicBezTo>
                    <a:pt x="209679" y="14129"/>
                    <a:pt x="216035" y="14129"/>
                    <a:pt x="216035" y="7114"/>
                  </a:cubicBezTo>
                  <a:cubicBezTo>
                    <a:pt x="216035" y="100"/>
                    <a:pt x="209679" y="100"/>
                    <a:pt x="203675" y="100"/>
                  </a:cubicBezTo>
                  <a:lnTo>
                    <a:pt x="12621" y="100"/>
                  </a:lnTo>
                  <a:cubicBezTo>
                    <a:pt x="6617" y="100"/>
                    <a:pt x="260" y="100"/>
                    <a:pt x="260" y="7114"/>
                  </a:cubicBezTo>
                  <a:cubicBezTo>
                    <a:pt x="260" y="14129"/>
                    <a:pt x="6617" y="14129"/>
                    <a:pt x="12621" y="14129"/>
                  </a:cubicBezTo>
                  <a:lnTo>
                    <a:pt x="203675" y="14129"/>
                  </a:ln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13FAEE1C-5AF7-538B-8109-1973B7CDCDCA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12978843" y="5323012"/>
              <a:ext cx="115480" cy="160984"/>
            </a:xfrm>
            <a:custGeom>
              <a:avLst/>
              <a:gdLst>
                <a:gd name="connsiteX0" fmla="*/ 62072 w 115480"/>
                <a:gd name="connsiteY0" fmla="*/ 89185 h 160984"/>
                <a:gd name="connsiteX1" fmla="*/ 98799 w 115480"/>
                <a:gd name="connsiteY1" fmla="*/ 121452 h 160984"/>
                <a:gd name="connsiteX2" fmla="*/ 58893 w 115480"/>
                <a:gd name="connsiteY2" fmla="*/ 153368 h 160984"/>
                <a:gd name="connsiteX3" fmla="*/ 9805 w 115480"/>
                <a:gd name="connsiteY3" fmla="*/ 103565 h 160984"/>
                <a:gd name="connsiteX4" fmla="*/ 4861 w 115480"/>
                <a:gd name="connsiteY4" fmla="*/ 97602 h 160984"/>
                <a:gd name="connsiteX5" fmla="*/ 270 w 115480"/>
                <a:gd name="connsiteY5" fmla="*/ 106370 h 160984"/>
                <a:gd name="connsiteX6" fmla="*/ 270 w 115480"/>
                <a:gd name="connsiteY6" fmla="*/ 152667 h 160984"/>
                <a:gd name="connsiteX7" fmla="*/ 4155 w 115480"/>
                <a:gd name="connsiteY7" fmla="*/ 161084 h 160984"/>
                <a:gd name="connsiteX8" fmla="*/ 12984 w 115480"/>
                <a:gd name="connsiteY8" fmla="*/ 154070 h 160984"/>
                <a:gd name="connsiteX9" fmla="*/ 20047 w 115480"/>
                <a:gd name="connsiteY9" fmla="*/ 146003 h 160984"/>
                <a:gd name="connsiteX10" fmla="*/ 58893 w 115480"/>
                <a:gd name="connsiteY10" fmla="*/ 161084 h 160984"/>
                <a:gd name="connsiteX11" fmla="*/ 115751 w 115480"/>
                <a:gd name="connsiteY11" fmla="*/ 112333 h 160984"/>
                <a:gd name="connsiteX12" fmla="*/ 100918 w 115480"/>
                <a:gd name="connsiteY12" fmla="*/ 79014 h 160984"/>
                <a:gd name="connsiteX13" fmla="*/ 60659 w 115480"/>
                <a:gd name="connsiteY13" fmla="*/ 62179 h 160984"/>
                <a:gd name="connsiteX14" fmla="*/ 17222 w 115480"/>
                <a:gd name="connsiteY14" fmla="*/ 33419 h 160984"/>
                <a:gd name="connsiteX15" fmla="*/ 56774 w 115480"/>
                <a:gd name="connsiteY15" fmla="*/ 6763 h 160984"/>
                <a:gd name="connsiteX16" fmla="*/ 98093 w 115480"/>
                <a:gd name="connsiteY16" fmla="*/ 49202 h 160984"/>
                <a:gd name="connsiteX17" fmla="*/ 102331 w 115480"/>
                <a:gd name="connsiteY17" fmla="*/ 52358 h 160984"/>
                <a:gd name="connsiteX18" fmla="*/ 106922 w 115480"/>
                <a:gd name="connsiteY18" fmla="*/ 43941 h 160984"/>
                <a:gd name="connsiteX19" fmla="*/ 106922 w 115480"/>
                <a:gd name="connsiteY19" fmla="*/ 8517 h 160984"/>
                <a:gd name="connsiteX20" fmla="*/ 103037 w 115480"/>
                <a:gd name="connsiteY20" fmla="*/ 100 h 160984"/>
                <a:gd name="connsiteX21" fmla="*/ 95974 w 115480"/>
                <a:gd name="connsiteY21" fmla="*/ 4308 h 160984"/>
                <a:gd name="connsiteX22" fmla="*/ 89971 w 115480"/>
                <a:gd name="connsiteY22" fmla="*/ 9920 h 160984"/>
                <a:gd name="connsiteX23" fmla="*/ 56774 w 115480"/>
                <a:gd name="connsiteY23" fmla="*/ 100 h 160984"/>
                <a:gd name="connsiteX24" fmla="*/ 270 w 115480"/>
                <a:gd name="connsiteY24" fmla="*/ 43239 h 160984"/>
                <a:gd name="connsiteX25" fmla="*/ 15456 w 115480"/>
                <a:gd name="connsiteY25" fmla="*/ 73051 h 160984"/>
                <a:gd name="connsiteX26" fmla="*/ 62072 w 115480"/>
                <a:gd name="connsiteY26" fmla="*/ 8918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480" h="160984">
                  <a:moveTo>
                    <a:pt x="62072" y="89185"/>
                  </a:moveTo>
                  <a:cubicBezTo>
                    <a:pt x="69841" y="90588"/>
                    <a:pt x="98799" y="96199"/>
                    <a:pt x="98799" y="121452"/>
                  </a:cubicBezTo>
                  <a:cubicBezTo>
                    <a:pt x="98799" y="139339"/>
                    <a:pt x="86439" y="153368"/>
                    <a:pt x="58893" y="153368"/>
                  </a:cubicBezTo>
                  <a:cubicBezTo>
                    <a:pt x="29229" y="153368"/>
                    <a:pt x="16515" y="133377"/>
                    <a:pt x="9805" y="103565"/>
                  </a:cubicBezTo>
                  <a:cubicBezTo>
                    <a:pt x="8746" y="99005"/>
                    <a:pt x="8393" y="97602"/>
                    <a:pt x="4861" y="97602"/>
                  </a:cubicBezTo>
                  <a:cubicBezTo>
                    <a:pt x="270" y="97602"/>
                    <a:pt x="270" y="100057"/>
                    <a:pt x="270" y="106370"/>
                  </a:cubicBezTo>
                  <a:lnTo>
                    <a:pt x="270" y="152667"/>
                  </a:lnTo>
                  <a:cubicBezTo>
                    <a:pt x="270" y="158629"/>
                    <a:pt x="270" y="161084"/>
                    <a:pt x="4155" y="161084"/>
                  </a:cubicBezTo>
                  <a:cubicBezTo>
                    <a:pt x="5921" y="161084"/>
                    <a:pt x="6274" y="160733"/>
                    <a:pt x="12984" y="154070"/>
                  </a:cubicBezTo>
                  <a:cubicBezTo>
                    <a:pt x="13690" y="153368"/>
                    <a:pt x="13690" y="152667"/>
                    <a:pt x="20047" y="146003"/>
                  </a:cubicBezTo>
                  <a:cubicBezTo>
                    <a:pt x="35585" y="160733"/>
                    <a:pt x="51477" y="161084"/>
                    <a:pt x="58893" y="161084"/>
                  </a:cubicBezTo>
                  <a:cubicBezTo>
                    <a:pt x="99506" y="161084"/>
                    <a:pt x="115751" y="137585"/>
                    <a:pt x="115751" y="112333"/>
                  </a:cubicBezTo>
                  <a:cubicBezTo>
                    <a:pt x="115751" y="93744"/>
                    <a:pt x="105156" y="83222"/>
                    <a:pt x="100918" y="79014"/>
                  </a:cubicBezTo>
                  <a:cubicBezTo>
                    <a:pt x="89264" y="67790"/>
                    <a:pt x="75491" y="64984"/>
                    <a:pt x="60659" y="62179"/>
                  </a:cubicBezTo>
                  <a:cubicBezTo>
                    <a:pt x="40883" y="58321"/>
                    <a:pt x="17222" y="53761"/>
                    <a:pt x="17222" y="33419"/>
                  </a:cubicBezTo>
                  <a:cubicBezTo>
                    <a:pt x="17222" y="21143"/>
                    <a:pt x="26403" y="6763"/>
                    <a:pt x="56774" y="6763"/>
                  </a:cubicBezTo>
                  <a:cubicBezTo>
                    <a:pt x="95621" y="6763"/>
                    <a:pt x="97387" y="38329"/>
                    <a:pt x="98093" y="49202"/>
                  </a:cubicBezTo>
                  <a:cubicBezTo>
                    <a:pt x="98446" y="52358"/>
                    <a:pt x="101625" y="52358"/>
                    <a:pt x="102331" y="52358"/>
                  </a:cubicBezTo>
                  <a:cubicBezTo>
                    <a:pt x="106922" y="52358"/>
                    <a:pt x="106922" y="50605"/>
                    <a:pt x="106922" y="43941"/>
                  </a:cubicBezTo>
                  <a:lnTo>
                    <a:pt x="106922" y="8517"/>
                  </a:lnTo>
                  <a:cubicBezTo>
                    <a:pt x="106922" y="2555"/>
                    <a:pt x="106922" y="100"/>
                    <a:pt x="103037" y="100"/>
                  </a:cubicBezTo>
                  <a:cubicBezTo>
                    <a:pt x="101271" y="100"/>
                    <a:pt x="100565" y="100"/>
                    <a:pt x="95974" y="4308"/>
                  </a:cubicBezTo>
                  <a:cubicBezTo>
                    <a:pt x="94915" y="5711"/>
                    <a:pt x="91383" y="8868"/>
                    <a:pt x="89971" y="9920"/>
                  </a:cubicBezTo>
                  <a:cubicBezTo>
                    <a:pt x="76551" y="100"/>
                    <a:pt x="62072" y="100"/>
                    <a:pt x="56774" y="100"/>
                  </a:cubicBezTo>
                  <a:cubicBezTo>
                    <a:pt x="13690" y="100"/>
                    <a:pt x="270" y="23598"/>
                    <a:pt x="270" y="43239"/>
                  </a:cubicBezTo>
                  <a:cubicBezTo>
                    <a:pt x="270" y="55515"/>
                    <a:pt x="5921" y="65335"/>
                    <a:pt x="15456" y="73051"/>
                  </a:cubicBezTo>
                  <a:cubicBezTo>
                    <a:pt x="26757" y="82170"/>
                    <a:pt x="36645" y="84275"/>
                    <a:pt x="62072" y="89185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4820267E-B8A9-CE1C-D664-5AFC99A79F12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13118141" y="5245501"/>
              <a:ext cx="75574" cy="234637"/>
            </a:xfrm>
            <a:custGeom>
              <a:avLst/>
              <a:gdLst>
                <a:gd name="connsiteX0" fmla="*/ 51128 w 75574"/>
                <a:gd name="connsiteY0" fmla="*/ 79715 h 234637"/>
                <a:gd name="connsiteX1" fmla="*/ 1687 w 75574"/>
                <a:gd name="connsiteY1" fmla="*/ 83573 h 234637"/>
                <a:gd name="connsiteX2" fmla="*/ 1687 w 75574"/>
                <a:gd name="connsiteY2" fmla="*/ 94446 h 234637"/>
                <a:gd name="connsiteX3" fmla="*/ 27820 w 75574"/>
                <a:gd name="connsiteY3" fmla="*/ 113736 h 234637"/>
                <a:gd name="connsiteX4" fmla="*/ 27820 w 75574"/>
                <a:gd name="connsiteY4" fmla="*/ 208082 h 234637"/>
                <a:gd name="connsiteX5" fmla="*/ 274 w 75574"/>
                <a:gd name="connsiteY5" fmla="*/ 223865 h 234637"/>
                <a:gd name="connsiteX6" fmla="*/ 274 w 75574"/>
                <a:gd name="connsiteY6" fmla="*/ 234737 h 234637"/>
                <a:gd name="connsiteX7" fmla="*/ 39121 w 75574"/>
                <a:gd name="connsiteY7" fmla="*/ 233685 h 234637"/>
                <a:gd name="connsiteX8" fmla="*/ 75848 w 75574"/>
                <a:gd name="connsiteY8" fmla="*/ 234737 h 234637"/>
                <a:gd name="connsiteX9" fmla="*/ 75848 w 75574"/>
                <a:gd name="connsiteY9" fmla="*/ 223865 h 234637"/>
                <a:gd name="connsiteX10" fmla="*/ 51128 w 75574"/>
                <a:gd name="connsiteY10" fmla="*/ 208433 h 234637"/>
                <a:gd name="connsiteX11" fmla="*/ 51128 w 75574"/>
                <a:gd name="connsiteY11" fmla="*/ 79715 h 234637"/>
                <a:gd name="connsiteX12" fmla="*/ 52541 w 75574"/>
                <a:gd name="connsiteY12" fmla="*/ 18688 h 234637"/>
                <a:gd name="connsiteX13" fmla="*/ 33824 w 75574"/>
                <a:gd name="connsiteY13" fmla="*/ 100 h 234637"/>
                <a:gd name="connsiteX14" fmla="*/ 15107 w 75574"/>
                <a:gd name="connsiteY14" fmla="*/ 18688 h 234637"/>
                <a:gd name="connsiteX15" fmla="*/ 33824 w 75574"/>
                <a:gd name="connsiteY15" fmla="*/ 37277 h 234637"/>
                <a:gd name="connsiteX16" fmla="*/ 52541 w 75574"/>
                <a:gd name="connsiteY16" fmla="*/ 18688 h 234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5574" h="234637">
                  <a:moveTo>
                    <a:pt x="51128" y="79715"/>
                  </a:moveTo>
                  <a:lnTo>
                    <a:pt x="1687" y="83573"/>
                  </a:lnTo>
                  <a:lnTo>
                    <a:pt x="1687" y="94446"/>
                  </a:lnTo>
                  <a:cubicBezTo>
                    <a:pt x="24642" y="94446"/>
                    <a:pt x="27820" y="96550"/>
                    <a:pt x="27820" y="113736"/>
                  </a:cubicBezTo>
                  <a:lnTo>
                    <a:pt x="27820" y="208082"/>
                  </a:lnTo>
                  <a:cubicBezTo>
                    <a:pt x="27820" y="223865"/>
                    <a:pt x="23935" y="223865"/>
                    <a:pt x="274" y="223865"/>
                  </a:cubicBezTo>
                  <a:lnTo>
                    <a:pt x="274" y="234737"/>
                  </a:lnTo>
                  <a:cubicBezTo>
                    <a:pt x="11575" y="234386"/>
                    <a:pt x="30645" y="233685"/>
                    <a:pt x="39121" y="233685"/>
                  </a:cubicBezTo>
                  <a:cubicBezTo>
                    <a:pt x="51481" y="233685"/>
                    <a:pt x="63841" y="234386"/>
                    <a:pt x="75848" y="234737"/>
                  </a:cubicBezTo>
                  <a:lnTo>
                    <a:pt x="75848" y="223865"/>
                  </a:lnTo>
                  <a:cubicBezTo>
                    <a:pt x="52541" y="223865"/>
                    <a:pt x="51128" y="222111"/>
                    <a:pt x="51128" y="208433"/>
                  </a:cubicBezTo>
                  <a:lnTo>
                    <a:pt x="51128" y="79715"/>
                  </a:lnTo>
                  <a:close/>
                  <a:moveTo>
                    <a:pt x="52541" y="18688"/>
                  </a:moveTo>
                  <a:cubicBezTo>
                    <a:pt x="52541" y="7465"/>
                    <a:pt x="43712" y="100"/>
                    <a:pt x="33824" y="100"/>
                  </a:cubicBezTo>
                  <a:cubicBezTo>
                    <a:pt x="22876" y="100"/>
                    <a:pt x="15107" y="9569"/>
                    <a:pt x="15107" y="18688"/>
                  </a:cubicBezTo>
                  <a:cubicBezTo>
                    <a:pt x="15107" y="28158"/>
                    <a:pt x="22876" y="37277"/>
                    <a:pt x="33824" y="37277"/>
                  </a:cubicBezTo>
                  <a:cubicBezTo>
                    <a:pt x="43712" y="37277"/>
                    <a:pt x="52541" y="29912"/>
                    <a:pt x="52541" y="18688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0A13D9D1-C91D-453E-5740-7F8CCEA52123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13215886" y="5325116"/>
              <a:ext cx="177634" cy="155022"/>
            </a:xfrm>
            <a:custGeom>
              <a:avLst/>
              <a:gdLst>
                <a:gd name="connsiteX0" fmla="*/ 27823 w 177634"/>
                <a:gd name="connsiteY0" fmla="*/ 34471 h 155022"/>
                <a:gd name="connsiteX1" fmla="*/ 27823 w 177634"/>
                <a:gd name="connsiteY1" fmla="*/ 128466 h 155022"/>
                <a:gd name="connsiteX2" fmla="*/ 277 w 177634"/>
                <a:gd name="connsiteY2" fmla="*/ 144249 h 155022"/>
                <a:gd name="connsiteX3" fmla="*/ 277 w 177634"/>
                <a:gd name="connsiteY3" fmla="*/ 155122 h 155022"/>
                <a:gd name="connsiteX4" fmla="*/ 40183 w 177634"/>
                <a:gd name="connsiteY4" fmla="*/ 154070 h 155022"/>
                <a:gd name="connsiteX5" fmla="*/ 79736 w 177634"/>
                <a:gd name="connsiteY5" fmla="*/ 155122 h 155022"/>
                <a:gd name="connsiteX6" fmla="*/ 79736 w 177634"/>
                <a:gd name="connsiteY6" fmla="*/ 144249 h 155022"/>
                <a:gd name="connsiteX7" fmla="*/ 52190 w 177634"/>
                <a:gd name="connsiteY7" fmla="*/ 128466 h 155022"/>
                <a:gd name="connsiteX8" fmla="*/ 52190 w 177634"/>
                <a:gd name="connsiteY8" fmla="*/ 63932 h 155022"/>
                <a:gd name="connsiteX9" fmla="*/ 99865 w 177634"/>
                <a:gd name="connsiteY9" fmla="*/ 7816 h 155022"/>
                <a:gd name="connsiteX10" fmla="*/ 125999 w 177634"/>
                <a:gd name="connsiteY10" fmla="*/ 46747 h 155022"/>
                <a:gd name="connsiteX11" fmla="*/ 125999 w 177634"/>
                <a:gd name="connsiteY11" fmla="*/ 128466 h 155022"/>
                <a:gd name="connsiteX12" fmla="*/ 98453 w 177634"/>
                <a:gd name="connsiteY12" fmla="*/ 144249 h 155022"/>
                <a:gd name="connsiteX13" fmla="*/ 98453 w 177634"/>
                <a:gd name="connsiteY13" fmla="*/ 155122 h 155022"/>
                <a:gd name="connsiteX14" fmla="*/ 138359 w 177634"/>
                <a:gd name="connsiteY14" fmla="*/ 154070 h 155022"/>
                <a:gd name="connsiteX15" fmla="*/ 177912 w 177634"/>
                <a:gd name="connsiteY15" fmla="*/ 155122 h 155022"/>
                <a:gd name="connsiteX16" fmla="*/ 177912 w 177634"/>
                <a:gd name="connsiteY16" fmla="*/ 144249 h 155022"/>
                <a:gd name="connsiteX17" fmla="*/ 150366 w 177634"/>
                <a:gd name="connsiteY17" fmla="*/ 133727 h 155022"/>
                <a:gd name="connsiteX18" fmla="*/ 150366 w 177634"/>
                <a:gd name="connsiteY18" fmla="*/ 66738 h 155022"/>
                <a:gd name="connsiteX19" fmla="*/ 139418 w 177634"/>
                <a:gd name="connsiteY19" fmla="*/ 13077 h 155022"/>
                <a:gd name="connsiteX20" fmla="*/ 102338 w 177634"/>
                <a:gd name="connsiteY20" fmla="*/ 100 h 155022"/>
                <a:gd name="connsiteX21" fmla="*/ 50071 w 177634"/>
                <a:gd name="connsiteY21" fmla="*/ 36926 h 155022"/>
                <a:gd name="connsiteX22" fmla="*/ 50071 w 177634"/>
                <a:gd name="connsiteY22" fmla="*/ 100 h 155022"/>
                <a:gd name="connsiteX23" fmla="*/ 277 w 177634"/>
                <a:gd name="connsiteY23" fmla="*/ 3958 h 155022"/>
                <a:gd name="connsiteX24" fmla="*/ 277 w 177634"/>
                <a:gd name="connsiteY24" fmla="*/ 14830 h 155022"/>
                <a:gd name="connsiteX25" fmla="*/ 27823 w 177634"/>
                <a:gd name="connsiteY25" fmla="*/ 34471 h 155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634" h="155022">
                  <a:moveTo>
                    <a:pt x="27823" y="34471"/>
                  </a:moveTo>
                  <a:lnTo>
                    <a:pt x="27823" y="128466"/>
                  </a:lnTo>
                  <a:cubicBezTo>
                    <a:pt x="27823" y="144249"/>
                    <a:pt x="23938" y="144249"/>
                    <a:pt x="277" y="144249"/>
                  </a:cubicBezTo>
                  <a:lnTo>
                    <a:pt x="277" y="155122"/>
                  </a:lnTo>
                  <a:cubicBezTo>
                    <a:pt x="12637" y="154771"/>
                    <a:pt x="30648" y="154070"/>
                    <a:pt x="40183" y="154070"/>
                  </a:cubicBezTo>
                  <a:cubicBezTo>
                    <a:pt x="49365" y="154070"/>
                    <a:pt x="67729" y="154771"/>
                    <a:pt x="79736" y="155122"/>
                  </a:cubicBezTo>
                  <a:lnTo>
                    <a:pt x="79736" y="144249"/>
                  </a:lnTo>
                  <a:cubicBezTo>
                    <a:pt x="56075" y="144249"/>
                    <a:pt x="52190" y="144249"/>
                    <a:pt x="52190" y="128466"/>
                  </a:cubicBezTo>
                  <a:lnTo>
                    <a:pt x="52190" y="63932"/>
                  </a:lnTo>
                  <a:cubicBezTo>
                    <a:pt x="52190" y="27456"/>
                    <a:pt x="77264" y="7816"/>
                    <a:pt x="99865" y="7816"/>
                  </a:cubicBezTo>
                  <a:cubicBezTo>
                    <a:pt x="122114" y="7816"/>
                    <a:pt x="125999" y="26755"/>
                    <a:pt x="125999" y="46747"/>
                  </a:cubicBezTo>
                  <a:lnTo>
                    <a:pt x="125999" y="128466"/>
                  </a:lnTo>
                  <a:cubicBezTo>
                    <a:pt x="125999" y="144249"/>
                    <a:pt x="122114" y="144249"/>
                    <a:pt x="98453" y="144249"/>
                  </a:cubicBezTo>
                  <a:lnTo>
                    <a:pt x="98453" y="155122"/>
                  </a:lnTo>
                  <a:cubicBezTo>
                    <a:pt x="110813" y="154771"/>
                    <a:pt x="128824" y="154070"/>
                    <a:pt x="138359" y="154070"/>
                  </a:cubicBezTo>
                  <a:cubicBezTo>
                    <a:pt x="147541" y="154070"/>
                    <a:pt x="165905" y="154771"/>
                    <a:pt x="177912" y="155122"/>
                  </a:cubicBezTo>
                  <a:lnTo>
                    <a:pt x="177912" y="144249"/>
                  </a:lnTo>
                  <a:cubicBezTo>
                    <a:pt x="159548" y="144249"/>
                    <a:pt x="150719" y="144249"/>
                    <a:pt x="150366" y="133727"/>
                  </a:cubicBezTo>
                  <a:lnTo>
                    <a:pt x="150366" y="66738"/>
                  </a:lnTo>
                  <a:cubicBezTo>
                    <a:pt x="150366" y="36575"/>
                    <a:pt x="150366" y="25703"/>
                    <a:pt x="139418" y="13077"/>
                  </a:cubicBezTo>
                  <a:cubicBezTo>
                    <a:pt x="134474" y="7114"/>
                    <a:pt x="122820" y="100"/>
                    <a:pt x="102338" y="100"/>
                  </a:cubicBezTo>
                  <a:cubicBezTo>
                    <a:pt x="76558" y="100"/>
                    <a:pt x="59960" y="15181"/>
                    <a:pt x="50071" y="36926"/>
                  </a:cubicBezTo>
                  <a:lnTo>
                    <a:pt x="50071" y="100"/>
                  </a:lnTo>
                  <a:lnTo>
                    <a:pt x="277" y="3958"/>
                  </a:lnTo>
                  <a:lnTo>
                    <a:pt x="277" y="14830"/>
                  </a:lnTo>
                  <a:cubicBezTo>
                    <a:pt x="24998" y="14830"/>
                    <a:pt x="27823" y="17285"/>
                    <a:pt x="27823" y="34471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D2DD8E40-5712-158F-D052-B1E7B717BD5E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13474116" y="5325116"/>
              <a:ext cx="198117" cy="158880"/>
            </a:xfrm>
            <a:custGeom>
              <a:avLst/>
              <a:gdLst>
                <a:gd name="connsiteX0" fmla="*/ 154258 w 198117"/>
                <a:gd name="connsiteY0" fmla="*/ 72350 h 158880"/>
                <a:gd name="connsiteX1" fmla="*/ 95282 w 198117"/>
                <a:gd name="connsiteY1" fmla="*/ 100 h 158880"/>
                <a:gd name="connsiteX2" fmla="*/ 284 w 198117"/>
                <a:gd name="connsiteY2" fmla="*/ 99707 h 158880"/>
                <a:gd name="connsiteX3" fmla="*/ 57495 w 198117"/>
                <a:gd name="connsiteY3" fmla="*/ 158980 h 158880"/>
                <a:gd name="connsiteX4" fmla="*/ 132009 w 198117"/>
                <a:gd name="connsiteY4" fmla="*/ 129519 h 158880"/>
                <a:gd name="connsiteX5" fmla="*/ 164146 w 198117"/>
                <a:gd name="connsiteY5" fmla="*/ 158980 h 158880"/>
                <a:gd name="connsiteX6" fmla="*/ 193811 w 198117"/>
                <a:gd name="connsiteY6" fmla="*/ 134078 h 158880"/>
                <a:gd name="connsiteX7" fmla="*/ 189573 w 198117"/>
                <a:gd name="connsiteY7" fmla="*/ 130571 h 158880"/>
                <a:gd name="connsiteX8" fmla="*/ 184982 w 198117"/>
                <a:gd name="connsiteY8" fmla="*/ 134078 h 158880"/>
                <a:gd name="connsiteX9" fmla="*/ 165205 w 198117"/>
                <a:gd name="connsiteY9" fmla="*/ 151264 h 158880"/>
                <a:gd name="connsiteX10" fmla="*/ 154258 w 198117"/>
                <a:gd name="connsiteY10" fmla="*/ 115489 h 158880"/>
                <a:gd name="connsiteX11" fmla="*/ 157789 w 198117"/>
                <a:gd name="connsiteY11" fmla="*/ 103214 h 158880"/>
                <a:gd name="connsiteX12" fmla="*/ 198402 w 198117"/>
                <a:gd name="connsiteY12" fmla="*/ 20793 h 158880"/>
                <a:gd name="connsiteX13" fmla="*/ 194164 w 198117"/>
                <a:gd name="connsiteY13" fmla="*/ 17285 h 158880"/>
                <a:gd name="connsiteX14" fmla="*/ 188867 w 198117"/>
                <a:gd name="connsiteY14" fmla="*/ 24651 h 158880"/>
                <a:gd name="connsiteX15" fmla="*/ 154258 w 198117"/>
                <a:gd name="connsiteY15" fmla="*/ 94095 h 158880"/>
                <a:gd name="connsiteX16" fmla="*/ 154258 w 198117"/>
                <a:gd name="connsiteY16" fmla="*/ 72350 h 158880"/>
                <a:gd name="connsiteX17" fmla="*/ 130597 w 198117"/>
                <a:gd name="connsiteY17" fmla="*/ 120400 h 158880"/>
                <a:gd name="connsiteX18" fmla="*/ 58201 w 198117"/>
                <a:gd name="connsiteY18" fmla="*/ 151264 h 158880"/>
                <a:gd name="connsiteX19" fmla="*/ 26417 w 198117"/>
                <a:gd name="connsiteY19" fmla="*/ 113034 h 158880"/>
                <a:gd name="connsiteX20" fmla="*/ 46900 w 198117"/>
                <a:gd name="connsiteY20" fmla="*/ 40083 h 158880"/>
                <a:gd name="connsiteX21" fmla="*/ 94929 w 198117"/>
                <a:gd name="connsiteY21" fmla="*/ 7816 h 158880"/>
                <a:gd name="connsiteX22" fmla="*/ 129890 w 198117"/>
                <a:gd name="connsiteY22" fmla="*/ 81118 h 158880"/>
                <a:gd name="connsiteX23" fmla="*/ 130597 w 198117"/>
                <a:gd name="connsiteY23" fmla="*/ 120400 h 158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8117" h="158880">
                  <a:moveTo>
                    <a:pt x="154258" y="72350"/>
                  </a:moveTo>
                  <a:cubicBezTo>
                    <a:pt x="154258" y="17285"/>
                    <a:pt x="121415" y="100"/>
                    <a:pt x="95282" y="100"/>
                  </a:cubicBezTo>
                  <a:cubicBezTo>
                    <a:pt x="46900" y="100"/>
                    <a:pt x="284" y="50254"/>
                    <a:pt x="284" y="99707"/>
                  </a:cubicBezTo>
                  <a:cubicBezTo>
                    <a:pt x="284" y="132324"/>
                    <a:pt x="21473" y="158980"/>
                    <a:pt x="57495" y="158980"/>
                  </a:cubicBezTo>
                  <a:cubicBezTo>
                    <a:pt x="79743" y="158980"/>
                    <a:pt x="105170" y="150913"/>
                    <a:pt x="132009" y="129519"/>
                  </a:cubicBezTo>
                  <a:cubicBezTo>
                    <a:pt x="136600" y="148107"/>
                    <a:pt x="148254" y="158980"/>
                    <a:pt x="164146" y="158980"/>
                  </a:cubicBezTo>
                  <a:cubicBezTo>
                    <a:pt x="182863" y="158980"/>
                    <a:pt x="193811" y="139690"/>
                    <a:pt x="193811" y="134078"/>
                  </a:cubicBezTo>
                  <a:cubicBezTo>
                    <a:pt x="193811" y="131623"/>
                    <a:pt x="191692" y="130571"/>
                    <a:pt x="189573" y="130571"/>
                  </a:cubicBezTo>
                  <a:cubicBezTo>
                    <a:pt x="187101" y="130571"/>
                    <a:pt x="186041" y="131623"/>
                    <a:pt x="184982" y="134078"/>
                  </a:cubicBezTo>
                  <a:cubicBezTo>
                    <a:pt x="178625" y="151264"/>
                    <a:pt x="165912" y="151264"/>
                    <a:pt x="165205" y="151264"/>
                  </a:cubicBezTo>
                  <a:cubicBezTo>
                    <a:pt x="154258" y="151264"/>
                    <a:pt x="154258" y="123907"/>
                    <a:pt x="154258" y="115489"/>
                  </a:cubicBezTo>
                  <a:cubicBezTo>
                    <a:pt x="154258" y="108124"/>
                    <a:pt x="154258" y="107423"/>
                    <a:pt x="157789" y="103214"/>
                  </a:cubicBezTo>
                  <a:cubicBezTo>
                    <a:pt x="190985" y="61828"/>
                    <a:pt x="198402" y="21143"/>
                    <a:pt x="198402" y="20793"/>
                  </a:cubicBezTo>
                  <a:cubicBezTo>
                    <a:pt x="198402" y="20091"/>
                    <a:pt x="198049" y="17285"/>
                    <a:pt x="194164" y="17285"/>
                  </a:cubicBezTo>
                  <a:cubicBezTo>
                    <a:pt x="190632" y="17285"/>
                    <a:pt x="190632" y="18338"/>
                    <a:pt x="188867" y="24651"/>
                  </a:cubicBezTo>
                  <a:cubicBezTo>
                    <a:pt x="182510" y="46747"/>
                    <a:pt x="170856" y="73402"/>
                    <a:pt x="154258" y="94095"/>
                  </a:cubicBezTo>
                  <a:lnTo>
                    <a:pt x="154258" y="72350"/>
                  </a:lnTo>
                  <a:close/>
                  <a:moveTo>
                    <a:pt x="130597" y="120400"/>
                  </a:moveTo>
                  <a:cubicBezTo>
                    <a:pt x="99520" y="147406"/>
                    <a:pt x="72327" y="151264"/>
                    <a:pt x="58201" y="151264"/>
                  </a:cubicBezTo>
                  <a:cubicBezTo>
                    <a:pt x="37012" y="151264"/>
                    <a:pt x="26417" y="135481"/>
                    <a:pt x="26417" y="113034"/>
                  </a:cubicBezTo>
                  <a:cubicBezTo>
                    <a:pt x="26417" y="95849"/>
                    <a:pt x="35599" y="57970"/>
                    <a:pt x="46900" y="40083"/>
                  </a:cubicBezTo>
                  <a:cubicBezTo>
                    <a:pt x="63498" y="14480"/>
                    <a:pt x="82568" y="7816"/>
                    <a:pt x="94929" y="7816"/>
                  </a:cubicBezTo>
                  <a:cubicBezTo>
                    <a:pt x="129890" y="7816"/>
                    <a:pt x="129890" y="53761"/>
                    <a:pt x="129890" y="81118"/>
                  </a:cubicBezTo>
                  <a:cubicBezTo>
                    <a:pt x="129890" y="94095"/>
                    <a:pt x="129890" y="114437"/>
                    <a:pt x="130597" y="120400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76665FC3-30B6-E595-8F2E-F25FB68D8BE4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13757366" y="5323012"/>
              <a:ext cx="115480" cy="160984"/>
            </a:xfrm>
            <a:custGeom>
              <a:avLst/>
              <a:gdLst>
                <a:gd name="connsiteX0" fmla="*/ 62094 w 115480"/>
                <a:gd name="connsiteY0" fmla="*/ 89185 h 160984"/>
                <a:gd name="connsiteX1" fmla="*/ 98821 w 115480"/>
                <a:gd name="connsiteY1" fmla="*/ 121452 h 160984"/>
                <a:gd name="connsiteX2" fmla="*/ 58915 w 115480"/>
                <a:gd name="connsiteY2" fmla="*/ 153368 h 160984"/>
                <a:gd name="connsiteX3" fmla="*/ 9827 w 115480"/>
                <a:gd name="connsiteY3" fmla="*/ 103565 h 160984"/>
                <a:gd name="connsiteX4" fmla="*/ 4883 w 115480"/>
                <a:gd name="connsiteY4" fmla="*/ 97602 h 160984"/>
                <a:gd name="connsiteX5" fmla="*/ 292 w 115480"/>
                <a:gd name="connsiteY5" fmla="*/ 106370 h 160984"/>
                <a:gd name="connsiteX6" fmla="*/ 292 w 115480"/>
                <a:gd name="connsiteY6" fmla="*/ 152667 h 160984"/>
                <a:gd name="connsiteX7" fmla="*/ 4177 w 115480"/>
                <a:gd name="connsiteY7" fmla="*/ 161084 h 160984"/>
                <a:gd name="connsiteX8" fmla="*/ 13006 w 115480"/>
                <a:gd name="connsiteY8" fmla="*/ 154070 h 160984"/>
                <a:gd name="connsiteX9" fmla="*/ 20069 w 115480"/>
                <a:gd name="connsiteY9" fmla="*/ 146003 h 160984"/>
                <a:gd name="connsiteX10" fmla="*/ 58915 w 115480"/>
                <a:gd name="connsiteY10" fmla="*/ 161084 h 160984"/>
                <a:gd name="connsiteX11" fmla="*/ 115773 w 115480"/>
                <a:gd name="connsiteY11" fmla="*/ 112333 h 160984"/>
                <a:gd name="connsiteX12" fmla="*/ 100940 w 115480"/>
                <a:gd name="connsiteY12" fmla="*/ 79014 h 160984"/>
                <a:gd name="connsiteX13" fmla="*/ 60681 w 115480"/>
                <a:gd name="connsiteY13" fmla="*/ 62179 h 160984"/>
                <a:gd name="connsiteX14" fmla="*/ 17244 w 115480"/>
                <a:gd name="connsiteY14" fmla="*/ 33419 h 160984"/>
                <a:gd name="connsiteX15" fmla="*/ 56796 w 115480"/>
                <a:gd name="connsiteY15" fmla="*/ 6763 h 160984"/>
                <a:gd name="connsiteX16" fmla="*/ 98115 w 115480"/>
                <a:gd name="connsiteY16" fmla="*/ 49202 h 160984"/>
                <a:gd name="connsiteX17" fmla="*/ 102353 w 115480"/>
                <a:gd name="connsiteY17" fmla="*/ 52358 h 160984"/>
                <a:gd name="connsiteX18" fmla="*/ 106944 w 115480"/>
                <a:gd name="connsiteY18" fmla="*/ 43941 h 160984"/>
                <a:gd name="connsiteX19" fmla="*/ 106944 w 115480"/>
                <a:gd name="connsiteY19" fmla="*/ 8517 h 160984"/>
                <a:gd name="connsiteX20" fmla="*/ 103059 w 115480"/>
                <a:gd name="connsiteY20" fmla="*/ 100 h 160984"/>
                <a:gd name="connsiteX21" fmla="*/ 95996 w 115480"/>
                <a:gd name="connsiteY21" fmla="*/ 4308 h 160984"/>
                <a:gd name="connsiteX22" fmla="*/ 89993 w 115480"/>
                <a:gd name="connsiteY22" fmla="*/ 9920 h 160984"/>
                <a:gd name="connsiteX23" fmla="*/ 56796 w 115480"/>
                <a:gd name="connsiteY23" fmla="*/ 100 h 160984"/>
                <a:gd name="connsiteX24" fmla="*/ 292 w 115480"/>
                <a:gd name="connsiteY24" fmla="*/ 43239 h 160984"/>
                <a:gd name="connsiteX25" fmla="*/ 15478 w 115480"/>
                <a:gd name="connsiteY25" fmla="*/ 73051 h 160984"/>
                <a:gd name="connsiteX26" fmla="*/ 62094 w 115480"/>
                <a:gd name="connsiteY26" fmla="*/ 8918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480" h="160984">
                  <a:moveTo>
                    <a:pt x="62094" y="89185"/>
                  </a:moveTo>
                  <a:cubicBezTo>
                    <a:pt x="69863" y="90588"/>
                    <a:pt x="98821" y="96199"/>
                    <a:pt x="98821" y="121452"/>
                  </a:cubicBezTo>
                  <a:cubicBezTo>
                    <a:pt x="98821" y="139339"/>
                    <a:pt x="86461" y="153368"/>
                    <a:pt x="58915" y="153368"/>
                  </a:cubicBezTo>
                  <a:cubicBezTo>
                    <a:pt x="29251" y="153368"/>
                    <a:pt x="16537" y="133377"/>
                    <a:pt x="9827" y="103565"/>
                  </a:cubicBezTo>
                  <a:cubicBezTo>
                    <a:pt x="8768" y="99005"/>
                    <a:pt x="8415" y="97602"/>
                    <a:pt x="4883" y="97602"/>
                  </a:cubicBezTo>
                  <a:cubicBezTo>
                    <a:pt x="292" y="97602"/>
                    <a:pt x="292" y="100057"/>
                    <a:pt x="292" y="106370"/>
                  </a:cubicBezTo>
                  <a:lnTo>
                    <a:pt x="292" y="152667"/>
                  </a:lnTo>
                  <a:cubicBezTo>
                    <a:pt x="292" y="158629"/>
                    <a:pt x="292" y="161084"/>
                    <a:pt x="4177" y="161084"/>
                  </a:cubicBezTo>
                  <a:cubicBezTo>
                    <a:pt x="5943" y="161084"/>
                    <a:pt x="6296" y="160733"/>
                    <a:pt x="13006" y="154070"/>
                  </a:cubicBezTo>
                  <a:cubicBezTo>
                    <a:pt x="13712" y="153368"/>
                    <a:pt x="13712" y="152667"/>
                    <a:pt x="20069" y="146003"/>
                  </a:cubicBezTo>
                  <a:cubicBezTo>
                    <a:pt x="35607" y="160733"/>
                    <a:pt x="51499" y="161084"/>
                    <a:pt x="58915" y="161084"/>
                  </a:cubicBezTo>
                  <a:cubicBezTo>
                    <a:pt x="99528" y="161084"/>
                    <a:pt x="115773" y="137585"/>
                    <a:pt x="115773" y="112333"/>
                  </a:cubicBezTo>
                  <a:cubicBezTo>
                    <a:pt x="115773" y="93744"/>
                    <a:pt x="105178" y="83222"/>
                    <a:pt x="100940" y="79014"/>
                  </a:cubicBezTo>
                  <a:cubicBezTo>
                    <a:pt x="89286" y="67790"/>
                    <a:pt x="75513" y="64984"/>
                    <a:pt x="60681" y="62179"/>
                  </a:cubicBezTo>
                  <a:cubicBezTo>
                    <a:pt x="40905" y="58321"/>
                    <a:pt x="17244" y="53761"/>
                    <a:pt x="17244" y="33419"/>
                  </a:cubicBezTo>
                  <a:cubicBezTo>
                    <a:pt x="17244" y="21143"/>
                    <a:pt x="26425" y="6763"/>
                    <a:pt x="56796" y="6763"/>
                  </a:cubicBezTo>
                  <a:cubicBezTo>
                    <a:pt x="95643" y="6763"/>
                    <a:pt x="97409" y="38329"/>
                    <a:pt x="98115" y="49202"/>
                  </a:cubicBezTo>
                  <a:cubicBezTo>
                    <a:pt x="98468" y="52358"/>
                    <a:pt x="101647" y="52358"/>
                    <a:pt x="102353" y="52358"/>
                  </a:cubicBezTo>
                  <a:cubicBezTo>
                    <a:pt x="106944" y="52358"/>
                    <a:pt x="106944" y="50605"/>
                    <a:pt x="106944" y="43941"/>
                  </a:cubicBezTo>
                  <a:lnTo>
                    <a:pt x="106944" y="8517"/>
                  </a:lnTo>
                  <a:cubicBezTo>
                    <a:pt x="106944" y="2555"/>
                    <a:pt x="106944" y="100"/>
                    <a:pt x="103059" y="100"/>
                  </a:cubicBezTo>
                  <a:cubicBezTo>
                    <a:pt x="101293" y="100"/>
                    <a:pt x="100587" y="100"/>
                    <a:pt x="95996" y="4308"/>
                  </a:cubicBezTo>
                  <a:cubicBezTo>
                    <a:pt x="94937" y="5711"/>
                    <a:pt x="91405" y="8868"/>
                    <a:pt x="89993" y="9920"/>
                  </a:cubicBezTo>
                  <a:cubicBezTo>
                    <a:pt x="76573" y="100"/>
                    <a:pt x="62094" y="100"/>
                    <a:pt x="56796" y="100"/>
                  </a:cubicBezTo>
                  <a:cubicBezTo>
                    <a:pt x="13712" y="100"/>
                    <a:pt x="292" y="23598"/>
                    <a:pt x="292" y="43239"/>
                  </a:cubicBezTo>
                  <a:cubicBezTo>
                    <a:pt x="292" y="55515"/>
                    <a:pt x="5943" y="65335"/>
                    <a:pt x="15478" y="73051"/>
                  </a:cubicBezTo>
                  <a:cubicBezTo>
                    <a:pt x="26779" y="82170"/>
                    <a:pt x="36667" y="84275"/>
                    <a:pt x="62094" y="89185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FC9C02B2-D841-D662-CC89-B75BB90E26BD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13896664" y="5245501"/>
              <a:ext cx="75574" cy="234637"/>
            </a:xfrm>
            <a:custGeom>
              <a:avLst/>
              <a:gdLst>
                <a:gd name="connsiteX0" fmla="*/ 51150 w 75574"/>
                <a:gd name="connsiteY0" fmla="*/ 79715 h 234637"/>
                <a:gd name="connsiteX1" fmla="*/ 1709 w 75574"/>
                <a:gd name="connsiteY1" fmla="*/ 83573 h 234637"/>
                <a:gd name="connsiteX2" fmla="*/ 1709 w 75574"/>
                <a:gd name="connsiteY2" fmla="*/ 94446 h 234637"/>
                <a:gd name="connsiteX3" fmla="*/ 27842 w 75574"/>
                <a:gd name="connsiteY3" fmla="*/ 113736 h 234637"/>
                <a:gd name="connsiteX4" fmla="*/ 27842 w 75574"/>
                <a:gd name="connsiteY4" fmla="*/ 208082 h 234637"/>
                <a:gd name="connsiteX5" fmla="*/ 296 w 75574"/>
                <a:gd name="connsiteY5" fmla="*/ 223865 h 234637"/>
                <a:gd name="connsiteX6" fmla="*/ 296 w 75574"/>
                <a:gd name="connsiteY6" fmla="*/ 234737 h 234637"/>
                <a:gd name="connsiteX7" fmla="*/ 39143 w 75574"/>
                <a:gd name="connsiteY7" fmla="*/ 233685 h 234637"/>
                <a:gd name="connsiteX8" fmla="*/ 75870 w 75574"/>
                <a:gd name="connsiteY8" fmla="*/ 234737 h 234637"/>
                <a:gd name="connsiteX9" fmla="*/ 75870 w 75574"/>
                <a:gd name="connsiteY9" fmla="*/ 223865 h 234637"/>
                <a:gd name="connsiteX10" fmla="*/ 51150 w 75574"/>
                <a:gd name="connsiteY10" fmla="*/ 208433 h 234637"/>
                <a:gd name="connsiteX11" fmla="*/ 51150 w 75574"/>
                <a:gd name="connsiteY11" fmla="*/ 79715 h 234637"/>
                <a:gd name="connsiteX12" fmla="*/ 52563 w 75574"/>
                <a:gd name="connsiteY12" fmla="*/ 18688 h 234637"/>
                <a:gd name="connsiteX13" fmla="*/ 33846 w 75574"/>
                <a:gd name="connsiteY13" fmla="*/ 100 h 234637"/>
                <a:gd name="connsiteX14" fmla="*/ 15129 w 75574"/>
                <a:gd name="connsiteY14" fmla="*/ 18688 h 234637"/>
                <a:gd name="connsiteX15" fmla="*/ 33846 w 75574"/>
                <a:gd name="connsiteY15" fmla="*/ 37277 h 234637"/>
                <a:gd name="connsiteX16" fmla="*/ 52563 w 75574"/>
                <a:gd name="connsiteY16" fmla="*/ 18688 h 234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5574" h="234637">
                  <a:moveTo>
                    <a:pt x="51150" y="79715"/>
                  </a:moveTo>
                  <a:lnTo>
                    <a:pt x="1709" y="83573"/>
                  </a:lnTo>
                  <a:lnTo>
                    <a:pt x="1709" y="94446"/>
                  </a:lnTo>
                  <a:cubicBezTo>
                    <a:pt x="24664" y="94446"/>
                    <a:pt x="27842" y="96550"/>
                    <a:pt x="27842" y="113736"/>
                  </a:cubicBezTo>
                  <a:lnTo>
                    <a:pt x="27842" y="208082"/>
                  </a:lnTo>
                  <a:cubicBezTo>
                    <a:pt x="27842" y="223865"/>
                    <a:pt x="23957" y="223865"/>
                    <a:pt x="296" y="223865"/>
                  </a:cubicBezTo>
                  <a:lnTo>
                    <a:pt x="296" y="234737"/>
                  </a:lnTo>
                  <a:cubicBezTo>
                    <a:pt x="11597" y="234386"/>
                    <a:pt x="30667" y="233685"/>
                    <a:pt x="39143" y="233685"/>
                  </a:cubicBezTo>
                  <a:cubicBezTo>
                    <a:pt x="51503" y="233685"/>
                    <a:pt x="63863" y="234386"/>
                    <a:pt x="75870" y="234737"/>
                  </a:cubicBezTo>
                  <a:lnTo>
                    <a:pt x="75870" y="223865"/>
                  </a:lnTo>
                  <a:cubicBezTo>
                    <a:pt x="52563" y="223865"/>
                    <a:pt x="51150" y="222111"/>
                    <a:pt x="51150" y="208433"/>
                  </a:cubicBezTo>
                  <a:lnTo>
                    <a:pt x="51150" y="79715"/>
                  </a:lnTo>
                  <a:close/>
                  <a:moveTo>
                    <a:pt x="52563" y="18688"/>
                  </a:moveTo>
                  <a:cubicBezTo>
                    <a:pt x="52563" y="7465"/>
                    <a:pt x="43734" y="100"/>
                    <a:pt x="33846" y="100"/>
                  </a:cubicBezTo>
                  <a:cubicBezTo>
                    <a:pt x="22898" y="100"/>
                    <a:pt x="15129" y="9569"/>
                    <a:pt x="15129" y="18688"/>
                  </a:cubicBezTo>
                  <a:cubicBezTo>
                    <a:pt x="15129" y="28158"/>
                    <a:pt x="22898" y="37277"/>
                    <a:pt x="33846" y="37277"/>
                  </a:cubicBezTo>
                  <a:cubicBezTo>
                    <a:pt x="43734" y="37277"/>
                    <a:pt x="52563" y="29912"/>
                    <a:pt x="52563" y="18688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E0742573-C788-A8EB-D292-B4B6A1C6DB1D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13994409" y="5325116"/>
              <a:ext cx="177634" cy="155022"/>
            </a:xfrm>
            <a:custGeom>
              <a:avLst/>
              <a:gdLst>
                <a:gd name="connsiteX0" fmla="*/ 27845 w 177634"/>
                <a:gd name="connsiteY0" fmla="*/ 34471 h 155022"/>
                <a:gd name="connsiteX1" fmla="*/ 27845 w 177634"/>
                <a:gd name="connsiteY1" fmla="*/ 128466 h 155022"/>
                <a:gd name="connsiteX2" fmla="*/ 299 w 177634"/>
                <a:gd name="connsiteY2" fmla="*/ 144249 h 155022"/>
                <a:gd name="connsiteX3" fmla="*/ 299 w 177634"/>
                <a:gd name="connsiteY3" fmla="*/ 155122 h 155022"/>
                <a:gd name="connsiteX4" fmla="*/ 40205 w 177634"/>
                <a:gd name="connsiteY4" fmla="*/ 154070 h 155022"/>
                <a:gd name="connsiteX5" fmla="*/ 79758 w 177634"/>
                <a:gd name="connsiteY5" fmla="*/ 155122 h 155022"/>
                <a:gd name="connsiteX6" fmla="*/ 79758 w 177634"/>
                <a:gd name="connsiteY6" fmla="*/ 144249 h 155022"/>
                <a:gd name="connsiteX7" fmla="*/ 52212 w 177634"/>
                <a:gd name="connsiteY7" fmla="*/ 128466 h 155022"/>
                <a:gd name="connsiteX8" fmla="*/ 52212 w 177634"/>
                <a:gd name="connsiteY8" fmla="*/ 63932 h 155022"/>
                <a:gd name="connsiteX9" fmla="*/ 99887 w 177634"/>
                <a:gd name="connsiteY9" fmla="*/ 7816 h 155022"/>
                <a:gd name="connsiteX10" fmla="*/ 126021 w 177634"/>
                <a:gd name="connsiteY10" fmla="*/ 46747 h 155022"/>
                <a:gd name="connsiteX11" fmla="*/ 126021 w 177634"/>
                <a:gd name="connsiteY11" fmla="*/ 128466 h 155022"/>
                <a:gd name="connsiteX12" fmla="*/ 98475 w 177634"/>
                <a:gd name="connsiteY12" fmla="*/ 144249 h 155022"/>
                <a:gd name="connsiteX13" fmla="*/ 98475 w 177634"/>
                <a:gd name="connsiteY13" fmla="*/ 155122 h 155022"/>
                <a:gd name="connsiteX14" fmla="*/ 138381 w 177634"/>
                <a:gd name="connsiteY14" fmla="*/ 154070 h 155022"/>
                <a:gd name="connsiteX15" fmla="*/ 177934 w 177634"/>
                <a:gd name="connsiteY15" fmla="*/ 155122 h 155022"/>
                <a:gd name="connsiteX16" fmla="*/ 177934 w 177634"/>
                <a:gd name="connsiteY16" fmla="*/ 144249 h 155022"/>
                <a:gd name="connsiteX17" fmla="*/ 150388 w 177634"/>
                <a:gd name="connsiteY17" fmla="*/ 133727 h 155022"/>
                <a:gd name="connsiteX18" fmla="*/ 150388 w 177634"/>
                <a:gd name="connsiteY18" fmla="*/ 66738 h 155022"/>
                <a:gd name="connsiteX19" fmla="*/ 139440 w 177634"/>
                <a:gd name="connsiteY19" fmla="*/ 13077 h 155022"/>
                <a:gd name="connsiteX20" fmla="*/ 102360 w 177634"/>
                <a:gd name="connsiteY20" fmla="*/ 100 h 155022"/>
                <a:gd name="connsiteX21" fmla="*/ 50093 w 177634"/>
                <a:gd name="connsiteY21" fmla="*/ 36926 h 155022"/>
                <a:gd name="connsiteX22" fmla="*/ 50093 w 177634"/>
                <a:gd name="connsiteY22" fmla="*/ 100 h 155022"/>
                <a:gd name="connsiteX23" fmla="*/ 299 w 177634"/>
                <a:gd name="connsiteY23" fmla="*/ 3958 h 155022"/>
                <a:gd name="connsiteX24" fmla="*/ 299 w 177634"/>
                <a:gd name="connsiteY24" fmla="*/ 14830 h 155022"/>
                <a:gd name="connsiteX25" fmla="*/ 27845 w 177634"/>
                <a:gd name="connsiteY25" fmla="*/ 34471 h 155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634" h="155022">
                  <a:moveTo>
                    <a:pt x="27845" y="34471"/>
                  </a:moveTo>
                  <a:lnTo>
                    <a:pt x="27845" y="128466"/>
                  </a:lnTo>
                  <a:cubicBezTo>
                    <a:pt x="27845" y="144249"/>
                    <a:pt x="23960" y="144249"/>
                    <a:pt x="299" y="144249"/>
                  </a:cubicBezTo>
                  <a:lnTo>
                    <a:pt x="299" y="155122"/>
                  </a:lnTo>
                  <a:cubicBezTo>
                    <a:pt x="12659" y="154771"/>
                    <a:pt x="30670" y="154070"/>
                    <a:pt x="40205" y="154070"/>
                  </a:cubicBezTo>
                  <a:cubicBezTo>
                    <a:pt x="49387" y="154070"/>
                    <a:pt x="67751" y="154771"/>
                    <a:pt x="79758" y="155122"/>
                  </a:cubicBezTo>
                  <a:lnTo>
                    <a:pt x="79758" y="144249"/>
                  </a:lnTo>
                  <a:cubicBezTo>
                    <a:pt x="56097" y="144249"/>
                    <a:pt x="52212" y="144249"/>
                    <a:pt x="52212" y="128466"/>
                  </a:cubicBezTo>
                  <a:lnTo>
                    <a:pt x="52212" y="63932"/>
                  </a:lnTo>
                  <a:cubicBezTo>
                    <a:pt x="52212" y="27456"/>
                    <a:pt x="77286" y="7816"/>
                    <a:pt x="99887" y="7816"/>
                  </a:cubicBezTo>
                  <a:cubicBezTo>
                    <a:pt x="122136" y="7816"/>
                    <a:pt x="126021" y="26755"/>
                    <a:pt x="126021" y="46747"/>
                  </a:cubicBezTo>
                  <a:lnTo>
                    <a:pt x="126021" y="128466"/>
                  </a:lnTo>
                  <a:cubicBezTo>
                    <a:pt x="126021" y="144249"/>
                    <a:pt x="122136" y="144249"/>
                    <a:pt x="98475" y="144249"/>
                  </a:cubicBezTo>
                  <a:lnTo>
                    <a:pt x="98475" y="155122"/>
                  </a:lnTo>
                  <a:cubicBezTo>
                    <a:pt x="110835" y="154771"/>
                    <a:pt x="128846" y="154070"/>
                    <a:pt x="138381" y="154070"/>
                  </a:cubicBezTo>
                  <a:cubicBezTo>
                    <a:pt x="147563" y="154070"/>
                    <a:pt x="165927" y="154771"/>
                    <a:pt x="177934" y="155122"/>
                  </a:cubicBezTo>
                  <a:lnTo>
                    <a:pt x="177934" y="144249"/>
                  </a:lnTo>
                  <a:cubicBezTo>
                    <a:pt x="159570" y="144249"/>
                    <a:pt x="150741" y="144249"/>
                    <a:pt x="150388" y="133727"/>
                  </a:cubicBezTo>
                  <a:lnTo>
                    <a:pt x="150388" y="66738"/>
                  </a:lnTo>
                  <a:cubicBezTo>
                    <a:pt x="150388" y="36575"/>
                    <a:pt x="150388" y="25703"/>
                    <a:pt x="139440" y="13077"/>
                  </a:cubicBezTo>
                  <a:cubicBezTo>
                    <a:pt x="134496" y="7114"/>
                    <a:pt x="122842" y="100"/>
                    <a:pt x="102360" y="100"/>
                  </a:cubicBezTo>
                  <a:cubicBezTo>
                    <a:pt x="76580" y="100"/>
                    <a:pt x="59981" y="15181"/>
                    <a:pt x="50093" y="36926"/>
                  </a:cubicBezTo>
                  <a:lnTo>
                    <a:pt x="50093" y="100"/>
                  </a:lnTo>
                  <a:lnTo>
                    <a:pt x="299" y="3958"/>
                  </a:lnTo>
                  <a:lnTo>
                    <a:pt x="299" y="14830"/>
                  </a:lnTo>
                  <a:cubicBezTo>
                    <a:pt x="25020" y="14830"/>
                    <a:pt x="27845" y="17285"/>
                    <a:pt x="27845" y="34471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34A3990B-4A7D-5BFF-8343-9190DA8E3670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4248710" y="5232524"/>
              <a:ext cx="192511" cy="315655"/>
            </a:xfrm>
            <a:custGeom>
              <a:avLst/>
              <a:gdLst>
                <a:gd name="connsiteX0" fmla="*/ 192818 w 192511"/>
                <a:gd name="connsiteY0" fmla="*/ 48149 h 315655"/>
                <a:gd name="connsiteX1" fmla="*/ 144790 w 192511"/>
                <a:gd name="connsiteY1" fmla="*/ 100 h 315655"/>
                <a:gd name="connsiteX2" fmla="*/ 102058 w 192511"/>
                <a:gd name="connsiteY2" fmla="*/ 14830 h 315655"/>
                <a:gd name="connsiteX3" fmla="*/ 56502 w 192511"/>
                <a:gd name="connsiteY3" fmla="*/ 89535 h 315655"/>
                <a:gd name="connsiteX4" fmla="*/ 351 w 192511"/>
                <a:gd name="connsiteY4" fmla="*/ 312248 h 315655"/>
                <a:gd name="connsiteX5" fmla="*/ 4589 w 192511"/>
                <a:gd name="connsiteY5" fmla="*/ 315756 h 315655"/>
                <a:gd name="connsiteX6" fmla="*/ 8827 w 192511"/>
                <a:gd name="connsiteY6" fmla="*/ 314002 h 315655"/>
                <a:gd name="connsiteX7" fmla="*/ 33547 w 192511"/>
                <a:gd name="connsiteY7" fmla="*/ 217201 h 315655"/>
                <a:gd name="connsiteX8" fmla="*/ 81576 w 192511"/>
                <a:gd name="connsiteY8" fmla="*/ 251221 h 315655"/>
                <a:gd name="connsiteX9" fmla="*/ 149734 w 192511"/>
                <a:gd name="connsiteY9" fmla="*/ 223514 h 315655"/>
                <a:gd name="connsiteX10" fmla="*/ 177986 w 192511"/>
                <a:gd name="connsiteY10" fmla="*/ 158980 h 315655"/>
                <a:gd name="connsiteX11" fmla="*/ 152206 w 192511"/>
                <a:gd name="connsiteY11" fmla="*/ 106721 h 315655"/>
                <a:gd name="connsiteX12" fmla="*/ 192818 w 192511"/>
                <a:gd name="connsiteY12" fmla="*/ 48149 h 315655"/>
                <a:gd name="connsiteX13" fmla="*/ 129251 w 192511"/>
                <a:gd name="connsiteY13" fmla="*/ 106370 h 315655"/>
                <a:gd name="connsiteX14" fmla="*/ 112300 w 192511"/>
                <a:gd name="connsiteY14" fmla="*/ 108826 h 315655"/>
                <a:gd name="connsiteX15" fmla="*/ 96761 w 192511"/>
                <a:gd name="connsiteY15" fmla="*/ 107423 h 315655"/>
                <a:gd name="connsiteX16" fmla="*/ 114065 w 192511"/>
                <a:gd name="connsiteY16" fmla="*/ 104617 h 315655"/>
                <a:gd name="connsiteX17" fmla="*/ 129251 w 192511"/>
                <a:gd name="connsiteY17" fmla="*/ 106370 h 315655"/>
                <a:gd name="connsiteX18" fmla="*/ 173042 w 192511"/>
                <a:gd name="connsiteY18" fmla="*/ 40083 h 315655"/>
                <a:gd name="connsiteX19" fmla="*/ 141258 w 192511"/>
                <a:gd name="connsiteY19" fmla="*/ 100759 h 315655"/>
                <a:gd name="connsiteX20" fmla="*/ 114065 w 192511"/>
                <a:gd name="connsiteY20" fmla="*/ 96550 h 315655"/>
                <a:gd name="connsiteX21" fmla="*/ 86873 w 192511"/>
                <a:gd name="connsiteY21" fmla="*/ 107773 h 315655"/>
                <a:gd name="connsiteX22" fmla="*/ 111240 w 192511"/>
                <a:gd name="connsiteY22" fmla="*/ 116542 h 315655"/>
                <a:gd name="connsiteX23" fmla="*/ 140199 w 192511"/>
                <a:gd name="connsiteY23" fmla="*/ 111982 h 315655"/>
                <a:gd name="connsiteX24" fmla="*/ 155737 w 192511"/>
                <a:gd name="connsiteY24" fmla="*/ 151614 h 315655"/>
                <a:gd name="connsiteX25" fmla="*/ 138080 w 192511"/>
                <a:gd name="connsiteY25" fmla="*/ 211940 h 315655"/>
                <a:gd name="connsiteX26" fmla="*/ 80516 w 192511"/>
                <a:gd name="connsiteY26" fmla="*/ 243505 h 315655"/>
                <a:gd name="connsiteX27" fmla="*/ 40257 w 192511"/>
                <a:gd name="connsiteY27" fmla="*/ 198261 h 315655"/>
                <a:gd name="connsiteX28" fmla="*/ 42023 w 192511"/>
                <a:gd name="connsiteY28" fmla="*/ 182829 h 315655"/>
                <a:gd name="connsiteX29" fmla="*/ 64624 w 192511"/>
                <a:gd name="connsiteY29" fmla="*/ 94095 h 315655"/>
                <a:gd name="connsiteX30" fmla="*/ 140199 w 192511"/>
                <a:gd name="connsiteY30" fmla="*/ 8166 h 315655"/>
                <a:gd name="connsiteX31" fmla="*/ 173042 w 192511"/>
                <a:gd name="connsiteY31" fmla="*/ 40083 h 31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92511" h="315655">
                  <a:moveTo>
                    <a:pt x="192818" y="48149"/>
                  </a:moveTo>
                  <a:cubicBezTo>
                    <a:pt x="192818" y="21845"/>
                    <a:pt x="173395" y="100"/>
                    <a:pt x="144790" y="100"/>
                  </a:cubicBezTo>
                  <a:cubicBezTo>
                    <a:pt x="124307" y="100"/>
                    <a:pt x="114419" y="5711"/>
                    <a:pt x="102058" y="14830"/>
                  </a:cubicBezTo>
                  <a:cubicBezTo>
                    <a:pt x="82635" y="28859"/>
                    <a:pt x="63212" y="62880"/>
                    <a:pt x="56502" y="89535"/>
                  </a:cubicBezTo>
                  <a:lnTo>
                    <a:pt x="351" y="312248"/>
                  </a:lnTo>
                  <a:cubicBezTo>
                    <a:pt x="-2" y="313651"/>
                    <a:pt x="1764" y="315756"/>
                    <a:pt x="4589" y="315756"/>
                  </a:cubicBezTo>
                  <a:cubicBezTo>
                    <a:pt x="7414" y="315756"/>
                    <a:pt x="8473" y="315054"/>
                    <a:pt x="8827" y="314002"/>
                  </a:cubicBezTo>
                  <a:lnTo>
                    <a:pt x="33547" y="217201"/>
                  </a:lnTo>
                  <a:cubicBezTo>
                    <a:pt x="40257" y="238244"/>
                    <a:pt x="55796" y="251221"/>
                    <a:pt x="81576" y="251221"/>
                  </a:cubicBezTo>
                  <a:cubicBezTo>
                    <a:pt x="107356" y="251221"/>
                    <a:pt x="133842" y="238946"/>
                    <a:pt x="149734" y="223514"/>
                  </a:cubicBezTo>
                  <a:cubicBezTo>
                    <a:pt x="166685" y="207380"/>
                    <a:pt x="177986" y="184934"/>
                    <a:pt x="177986" y="158980"/>
                  </a:cubicBezTo>
                  <a:cubicBezTo>
                    <a:pt x="177986" y="133727"/>
                    <a:pt x="164919" y="115489"/>
                    <a:pt x="152206" y="106721"/>
                  </a:cubicBezTo>
                  <a:cubicBezTo>
                    <a:pt x="172688" y="95147"/>
                    <a:pt x="192818" y="73402"/>
                    <a:pt x="192818" y="48149"/>
                  </a:cubicBezTo>
                  <a:close/>
                  <a:moveTo>
                    <a:pt x="129251" y="106370"/>
                  </a:moveTo>
                  <a:cubicBezTo>
                    <a:pt x="124660" y="108124"/>
                    <a:pt x="120775" y="108826"/>
                    <a:pt x="112300" y="108826"/>
                  </a:cubicBezTo>
                  <a:cubicBezTo>
                    <a:pt x="107356" y="108826"/>
                    <a:pt x="100293" y="109176"/>
                    <a:pt x="96761" y="107423"/>
                  </a:cubicBezTo>
                  <a:cubicBezTo>
                    <a:pt x="97467" y="103915"/>
                    <a:pt x="110181" y="104617"/>
                    <a:pt x="114065" y="104617"/>
                  </a:cubicBezTo>
                  <a:cubicBezTo>
                    <a:pt x="121482" y="104617"/>
                    <a:pt x="124660" y="104617"/>
                    <a:pt x="129251" y="106370"/>
                  </a:cubicBezTo>
                  <a:close/>
                  <a:moveTo>
                    <a:pt x="173042" y="40083"/>
                  </a:moveTo>
                  <a:cubicBezTo>
                    <a:pt x="173042" y="64634"/>
                    <a:pt x="159622" y="89886"/>
                    <a:pt x="141258" y="100759"/>
                  </a:cubicBezTo>
                  <a:cubicBezTo>
                    <a:pt x="131723" y="97251"/>
                    <a:pt x="124660" y="96550"/>
                    <a:pt x="114065" y="96550"/>
                  </a:cubicBezTo>
                  <a:cubicBezTo>
                    <a:pt x="106649" y="96550"/>
                    <a:pt x="86873" y="96199"/>
                    <a:pt x="86873" y="107773"/>
                  </a:cubicBezTo>
                  <a:cubicBezTo>
                    <a:pt x="86520" y="117594"/>
                    <a:pt x="104884" y="116542"/>
                    <a:pt x="111240" y="116542"/>
                  </a:cubicBezTo>
                  <a:cubicBezTo>
                    <a:pt x="124307" y="116542"/>
                    <a:pt x="129604" y="116191"/>
                    <a:pt x="140199" y="111982"/>
                  </a:cubicBezTo>
                  <a:cubicBezTo>
                    <a:pt x="153618" y="124608"/>
                    <a:pt x="155384" y="135481"/>
                    <a:pt x="155737" y="151614"/>
                  </a:cubicBezTo>
                  <a:cubicBezTo>
                    <a:pt x="156443" y="171957"/>
                    <a:pt x="147968" y="198261"/>
                    <a:pt x="138080" y="211940"/>
                  </a:cubicBezTo>
                  <a:cubicBezTo>
                    <a:pt x="124307" y="230879"/>
                    <a:pt x="100646" y="243505"/>
                    <a:pt x="80516" y="243505"/>
                  </a:cubicBezTo>
                  <a:cubicBezTo>
                    <a:pt x="53677" y="243505"/>
                    <a:pt x="40257" y="223163"/>
                    <a:pt x="40257" y="198261"/>
                  </a:cubicBezTo>
                  <a:cubicBezTo>
                    <a:pt x="40257" y="194754"/>
                    <a:pt x="40257" y="189493"/>
                    <a:pt x="42023" y="182829"/>
                  </a:cubicBezTo>
                  <a:lnTo>
                    <a:pt x="64624" y="94095"/>
                  </a:lnTo>
                  <a:cubicBezTo>
                    <a:pt x="72394" y="63932"/>
                    <a:pt x="97821" y="8166"/>
                    <a:pt x="140199" y="8166"/>
                  </a:cubicBezTo>
                  <a:cubicBezTo>
                    <a:pt x="160681" y="8166"/>
                    <a:pt x="173042" y="19039"/>
                    <a:pt x="173042" y="40083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234" name="Group 233" descr="\documentclass{article}&#10;\usepackage{amsmath,amssymb}&#10;\pagestyle{empty}&#10;\begin{document}&#10;&#10;\newcommand{\score}{\textrm{score}}&#10;\newcommand{\classify}{\textrm{classify}}&#10;\newcommand{\bx}{\mathbf{x}}&#10;&#10;\begin{align*}&#10;\forall \delta, \exists \mathbf{M}_\delta, \text{s.t. } \mathbf{p}_{p+\delta} = \mathbf{M}_\delta \mathbf{p}_{p} \quad (\forall p)&#10;\end{align*}&#10;&#10;&#10;\end{document}" title="IguanaTex Vector Display">
            <a:extLst>
              <a:ext uri="{FF2B5EF4-FFF2-40B4-BE49-F238E27FC236}">
                <a16:creationId xmlns:a16="http://schemas.microsoft.com/office/drawing/2014/main" id="{B59E1AC4-B19A-A29B-691D-98F3DF1F1326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3514975" y="4100243"/>
            <a:ext cx="5162050" cy="385301"/>
            <a:chOff x="8908809" y="7213584"/>
            <a:chExt cx="5162050" cy="385301"/>
          </a:xfrm>
        </p:grpSpPr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E4095C5A-0989-7E01-CABF-19F2D51D1E17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8908809" y="7234415"/>
              <a:ext cx="197312" cy="266341"/>
            </a:xfrm>
            <a:custGeom>
              <a:avLst/>
              <a:gdLst>
                <a:gd name="connsiteX0" fmla="*/ 195698 w 197312"/>
                <a:gd name="connsiteY0" fmla="*/ 14220 h 266341"/>
                <a:gd name="connsiteX1" fmla="*/ 197473 w 197312"/>
                <a:gd name="connsiteY1" fmla="*/ 7524 h 266341"/>
                <a:gd name="connsiteX2" fmla="*/ 190375 w 197312"/>
                <a:gd name="connsiteY2" fmla="*/ 85 h 266341"/>
                <a:gd name="connsiteX3" fmla="*/ 182213 w 197312"/>
                <a:gd name="connsiteY3" fmla="*/ 8640 h 266341"/>
                <a:gd name="connsiteX4" fmla="*/ 152758 w 197312"/>
                <a:gd name="connsiteY4" fmla="*/ 90477 h 266341"/>
                <a:gd name="connsiteX5" fmla="*/ 44875 w 197312"/>
                <a:gd name="connsiteY5" fmla="*/ 90477 h 266341"/>
                <a:gd name="connsiteX6" fmla="*/ 15420 w 197312"/>
                <a:gd name="connsiteY6" fmla="*/ 8640 h 266341"/>
                <a:gd name="connsiteX7" fmla="*/ 7258 w 197312"/>
                <a:gd name="connsiteY7" fmla="*/ 85 h 266341"/>
                <a:gd name="connsiteX8" fmla="*/ 161 w 197312"/>
                <a:gd name="connsiteY8" fmla="*/ 7524 h 266341"/>
                <a:gd name="connsiteX9" fmla="*/ 2290 w 197312"/>
                <a:gd name="connsiteY9" fmla="*/ 14220 h 266341"/>
                <a:gd name="connsiteX10" fmla="*/ 90655 w 197312"/>
                <a:gd name="connsiteY10" fmla="*/ 257870 h 266341"/>
                <a:gd name="connsiteX11" fmla="*/ 98817 w 197312"/>
                <a:gd name="connsiteY11" fmla="*/ 266426 h 266341"/>
                <a:gd name="connsiteX12" fmla="*/ 106624 w 197312"/>
                <a:gd name="connsiteY12" fmla="*/ 258614 h 266341"/>
                <a:gd name="connsiteX13" fmla="*/ 195698 w 197312"/>
                <a:gd name="connsiteY13" fmla="*/ 14220 h 266341"/>
                <a:gd name="connsiteX14" fmla="*/ 50553 w 197312"/>
                <a:gd name="connsiteY14" fmla="*/ 105356 h 266341"/>
                <a:gd name="connsiteX15" fmla="*/ 147080 w 197312"/>
                <a:gd name="connsiteY15" fmla="*/ 105356 h 266341"/>
                <a:gd name="connsiteX16" fmla="*/ 98817 w 197312"/>
                <a:gd name="connsiteY16" fmla="*/ 237783 h 266341"/>
                <a:gd name="connsiteX17" fmla="*/ 50553 w 197312"/>
                <a:gd name="connsiteY17" fmla="*/ 105356 h 266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312" h="266341">
                  <a:moveTo>
                    <a:pt x="195698" y="14220"/>
                  </a:moveTo>
                  <a:cubicBezTo>
                    <a:pt x="197473" y="10128"/>
                    <a:pt x="197473" y="9384"/>
                    <a:pt x="197473" y="7524"/>
                  </a:cubicBezTo>
                  <a:cubicBezTo>
                    <a:pt x="197473" y="3805"/>
                    <a:pt x="194634" y="85"/>
                    <a:pt x="190375" y="85"/>
                  </a:cubicBezTo>
                  <a:cubicBezTo>
                    <a:pt x="185762" y="85"/>
                    <a:pt x="183633" y="4548"/>
                    <a:pt x="182213" y="8640"/>
                  </a:cubicBezTo>
                  <a:lnTo>
                    <a:pt x="152758" y="90477"/>
                  </a:lnTo>
                  <a:lnTo>
                    <a:pt x="44875" y="90477"/>
                  </a:lnTo>
                  <a:lnTo>
                    <a:pt x="15420" y="8640"/>
                  </a:lnTo>
                  <a:cubicBezTo>
                    <a:pt x="13646" y="3433"/>
                    <a:pt x="11872" y="85"/>
                    <a:pt x="7258" y="85"/>
                  </a:cubicBezTo>
                  <a:cubicBezTo>
                    <a:pt x="3709" y="85"/>
                    <a:pt x="161" y="3805"/>
                    <a:pt x="161" y="7524"/>
                  </a:cubicBezTo>
                  <a:cubicBezTo>
                    <a:pt x="161" y="8268"/>
                    <a:pt x="161" y="9012"/>
                    <a:pt x="2290" y="14220"/>
                  </a:cubicBezTo>
                  <a:lnTo>
                    <a:pt x="90655" y="257870"/>
                  </a:lnTo>
                  <a:cubicBezTo>
                    <a:pt x="92429" y="263078"/>
                    <a:pt x="94203" y="266426"/>
                    <a:pt x="98817" y="266426"/>
                  </a:cubicBezTo>
                  <a:cubicBezTo>
                    <a:pt x="103785" y="266426"/>
                    <a:pt x="105205" y="262334"/>
                    <a:pt x="106624" y="258614"/>
                  </a:cubicBezTo>
                  <a:lnTo>
                    <a:pt x="195698" y="14220"/>
                  </a:lnTo>
                  <a:close/>
                  <a:moveTo>
                    <a:pt x="50553" y="105356"/>
                  </a:moveTo>
                  <a:lnTo>
                    <a:pt x="147080" y="105356"/>
                  </a:lnTo>
                  <a:lnTo>
                    <a:pt x="98817" y="237783"/>
                  </a:lnTo>
                  <a:lnTo>
                    <a:pt x="50553" y="105356"/>
                  </a:ln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30C37768-1C5A-DE0D-0FEC-661BA5312FAA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9120869" y="7228091"/>
              <a:ext cx="145499" cy="268945"/>
            </a:xfrm>
            <a:custGeom>
              <a:avLst/>
              <a:gdLst>
                <a:gd name="connsiteX0" fmla="*/ 78949 w 145499"/>
                <a:gd name="connsiteY0" fmla="*/ 102009 h 268945"/>
                <a:gd name="connsiteX1" fmla="*/ 166 w 145499"/>
                <a:gd name="connsiteY1" fmla="*/ 206536 h 268945"/>
                <a:gd name="connsiteX2" fmla="*/ 56237 w 145499"/>
                <a:gd name="connsiteY2" fmla="*/ 269030 h 268945"/>
                <a:gd name="connsiteX3" fmla="*/ 127213 w 145499"/>
                <a:gd name="connsiteY3" fmla="*/ 159294 h 268945"/>
                <a:gd name="connsiteX4" fmla="*/ 100952 w 145499"/>
                <a:gd name="connsiteY4" fmla="*/ 90105 h 268945"/>
                <a:gd name="connsiteX5" fmla="*/ 67238 w 145499"/>
                <a:gd name="connsiteY5" fmla="*/ 29100 h 268945"/>
                <a:gd name="connsiteX6" fmla="*/ 86756 w 145499"/>
                <a:gd name="connsiteY6" fmla="*/ 11988 h 268945"/>
                <a:gd name="connsiteX7" fmla="*/ 111953 w 145499"/>
                <a:gd name="connsiteY7" fmla="*/ 22032 h 268945"/>
                <a:gd name="connsiteX8" fmla="*/ 131471 w 145499"/>
                <a:gd name="connsiteY8" fmla="*/ 31331 h 268945"/>
                <a:gd name="connsiteX9" fmla="*/ 145666 w 145499"/>
                <a:gd name="connsiteY9" fmla="*/ 16452 h 268945"/>
                <a:gd name="connsiteX10" fmla="*/ 127213 w 145499"/>
                <a:gd name="connsiteY10" fmla="*/ 4177 h 268945"/>
                <a:gd name="connsiteX11" fmla="*/ 98113 w 145499"/>
                <a:gd name="connsiteY11" fmla="*/ 85 h 268945"/>
                <a:gd name="connsiteX12" fmla="*/ 57656 w 145499"/>
                <a:gd name="connsiteY12" fmla="*/ 38399 h 268945"/>
                <a:gd name="connsiteX13" fmla="*/ 78949 w 145499"/>
                <a:gd name="connsiteY13" fmla="*/ 102009 h 268945"/>
                <a:gd name="connsiteX14" fmla="*/ 83208 w 145499"/>
                <a:gd name="connsiteY14" fmla="*/ 110192 h 268945"/>
                <a:gd name="connsiteX15" fmla="*/ 102726 w 145499"/>
                <a:gd name="connsiteY15" fmla="*/ 174174 h 268945"/>
                <a:gd name="connsiteX16" fmla="*/ 56237 w 145499"/>
                <a:gd name="connsiteY16" fmla="*/ 260846 h 268945"/>
                <a:gd name="connsiteX17" fmla="*/ 22169 w 145499"/>
                <a:gd name="connsiteY17" fmla="*/ 216952 h 268945"/>
                <a:gd name="connsiteX18" fmla="*/ 83208 w 145499"/>
                <a:gd name="connsiteY18" fmla="*/ 110192 h 268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5499" h="268945">
                  <a:moveTo>
                    <a:pt x="78949" y="102009"/>
                  </a:moveTo>
                  <a:cubicBezTo>
                    <a:pt x="34589" y="113168"/>
                    <a:pt x="166" y="161526"/>
                    <a:pt x="166" y="206536"/>
                  </a:cubicBezTo>
                  <a:cubicBezTo>
                    <a:pt x="166" y="242247"/>
                    <a:pt x="22878" y="269030"/>
                    <a:pt x="56237" y="269030"/>
                  </a:cubicBezTo>
                  <a:cubicBezTo>
                    <a:pt x="97758" y="269030"/>
                    <a:pt x="127213" y="210628"/>
                    <a:pt x="127213" y="159294"/>
                  </a:cubicBezTo>
                  <a:cubicBezTo>
                    <a:pt x="127213" y="125444"/>
                    <a:pt x="113017" y="106844"/>
                    <a:pt x="100952" y="90105"/>
                  </a:cubicBezTo>
                  <a:cubicBezTo>
                    <a:pt x="88176" y="73366"/>
                    <a:pt x="67238" y="45467"/>
                    <a:pt x="67238" y="29100"/>
                  </a:cubicBezTo>
                  <a:cubicBezTo>
                    <a:pt x="67238" y="20916"/>
                    <a:pt x="74336" y="11988"/>
                    <a:pt x="86756" y="11988"/>
                  </a:cubicBezTo>
                  <a:cubicBezTo>
                    <a:pt x="97403" y="11988"/>
                    <a:pt x="104500" y="16824"/>
                    <a:pt x="111953" y="22032"/>
                  </a:cubicBezTo>
                  <a:cubicBezTo>
                    <a:pt x="119050" y="26496"/>
                    <a:pt x="126148" y="31331"/>
                    <a:pt x="131471" y="31331"/>
                  </a:cubicBezTo>
                  <a:cubicBezTo>
                    <a:pt x="140343" y="31331"/>
                    <a:pt x="145666" y="22404"/>
                    <a:pt x="145666" y="16452"/>
                  </a:cubicBezTo>
                  <a:cubicBezTo>
                    <a:pt x="145666" y="8268"/>
                    <a:pt x="139988" y="7152"/>
                    <a:pt x="127213" y="4177"/>
                  </a:cubicBezTo>
                  <a:cubicBezTo>
                    <a:pt x="108759" y="85"/>
                    <a:pt x="103791" y="85"/>
                    <a:pt x="98113" y="85"/>
                  </a:cubicBezTo>
                  <a:cubicBezTo>
                    <a:pt x="70432" y="85"/>
                    <a:pt x="57656" y="16080"/>
                    <a:pt x="57656" y="38399"/>
                  </a:cubicBezTo>
                  <a:cubicBezTo>
                    <a:pt x="57656" y="58486"/>
                    <a:pt x="67948" y="79317"/>
                    <a:pt x="78949" y="102009"/>
                  </a:cubicBezTo>
                  <a:close/>
                  <a:moveTo>
                    <a:pt x="83208" y="110192"/>
                  </a:moveTo>
                  <a:cubicBezTo>
                    <a:pt x="92080" y="127304"/>
                    <a:pt x="102726" y="147391"/>
                    <a:pt x="102726" y="174174"/>
                  </a:cubicBezTo>
                  <a:cubicBezTo>
                    <a:pt x="102726" y="198725"/>
                    <a:pt x="89241" y="260846"/>
                    <a:pt x="56237" y="260846"/>
                  </a:cubicBezTo>
                  <a:cubicBezTo>
                    <a:pt x="36719" y="260846"/>
                    <a:pt x="22169" y="245223"/>
                    <a:pt x="22169" y="216952"/>
                  </a:cubicBezTo>
                  <a:cubicBezTo>
                    <a:pt x="22169" y="193517"/>
                    <a:pt x="35299" y="123584"/>
                    <a:pt x="83208" y="110192"/>
                  </a:cubicBez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EFD9A0CD-EFB3-4116-A570-9F4E1ECBD3E6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9287923" y="7453142"/>
              <a:ext cx="41520" cy="111223"/>
            </a:xfrm>
            <a:custGeom>
              <a:avLst/>
              <a:gdLst>
                <a:gd name="connsiteX0" fmla="*/ 41691 w 41520"/>
                <a:gd name="connsiteY0" fmla="*/ 39143 h 111223"/>
                <a:gd name="connsiteX1" fmla="*/ 18979 w 41520"/>
                <a:gd name="connsiteY1" fmla="*/ 85 h 111223"/>
                <a:gd name="connsiteX2" fmla="*/ 170 w 41520"/>
                <a:gd name="connsiteY2" fmla="*/ 19800 h 111223"/>
                <a:gd name="connsiteX3" fmla="*/ 18979 w 41520"/>
                <a:gd name="connsiteY3" fmla="*/ 39515 h 111223"/>
                <a:gd name="connsiteX4" fmla="*/ 31400 w 41520"/>
                <a:gd name="connsiteY4" fmla="*/ 34679 h 111223"/>
                <a:gd name="connsiteX5" fmla="*/ 33174 w 41520"/>
                <a:gd name="connsiteY5" fmla="*/ 33563 h 111223"/>
                <a:gd name="connsiteX6" fmla="*/ 33884 w 41520"/>
                <a:gd name="connsiteY6" fmla="*/ 39143 h 111223"/>
                <a:gd name="connsiteX7" fmla="*/ 9752 w 41520"/>
                <a:gd name="connsiteY7" fmla="*/ 101265 h 111223"/>
                <a:gd name="connsiteX8" fmla="*/ 5848 w 41520"/>
                <a:gd name="connsiteY8" fmla="*/ 107216 h 111223"/>
                <a:gd name="connsiteX9" fmla="*/ 9397 w 41520"/>
                <a:gd name="connsiteY9" fmla="*/ 111308 h 111223"/>
                <a:gd name="connsiteX10" fmla="*/ 41691 w 41520"/>
                <a:gd name="connsiteY10" fmla="*/ 39143 h 111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520" h="111223">
                  <a:moveTo>
                    <a:pt x="41691" y="39143"/>
                  </a:moveTo>
                  <a:cubicBezTo>
                    <a:pt x="41691" y="14592"/>
                    <a:pt x="32819" y="85"/>
                    <a:pt x="18979" y="85"/>
                  </a:cubicBezTo>
                  <a:cubicBezTo>
                    <a:pt x="7268" y="85"/>
                    <a:pt x="170" y="9384"/>
                    <a:pt x="170" y="19800"/>
                  </a:cubicBezTo>
                  <a:cubicBezTo>
                    <a:pt x="170" y="29843"/>
                    <a:pt x="7268" y="39515"/>
                    <a:pt x="18979" y="39515"/>
                  </a:cubicBezTo>
                  <a:cubicBezTo>
                    <a:pt x="23238" y="39515"/>
                    <a:pt x="27851" y="38027"/>
                    <a:pt x="31400" y="34679"/>
                  </a:cubicBezTo>
                  <a:cubicBezTo>
                    <a:pt x="32464" y="33935"/>
                    <a:pt x="32819" y="33563"/>
                    <a:pt x="33174" y="33563"/>
                  </a:cubicBezTo>
                  <a:cubicBezTo>
                    <a:pt x="33529" y="33563"/>
                    <a:pt x="33884" y="33935"/>
                    <a:pt x="33884" y="39143"/>
                  </a:cubicBezTo>
                  <a:cubicBezTo>
                    <a:pt x="33884" y="66670"/>
                    <a:pt x="21463" y="88989"/>
                    <a:pt x="9752" y="101265"/>
                  </a:cubicBezTo>
                  <a:cubicBezTo>
                    <a:pt x="5848" y="105356"/>
                    <a:pt x="5848" y="106100"/>
                    <a:pt x="5848" y="107216"/>
                  </a:cubicBezTo>
                  <a:cubicBezTo>
                    <a:pt x="5848" y="109820"/>
                    <a:pt x="7623" y="111308"/>
                    <a:pt x="9397" y="111308"/>
                  </a:cubicBezTo>
                  <a:cubicBezTo>
                    <a:pt x="13301" y="111308"/>
                    <a:pt x="41691" y="82665"/>
                    <a:pt x="41691" y="39143"/>
                  </a:cubicBez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5BA8A489-14BA-F162-A582-F35DF5C4489E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9434644" y="7234415"/>
              <a:ext cx="157920" cy="258157"/>
            </a:xfrm>
            <a:custGeom>
              <a:avLst/>
              <a:gdLst>
                <a:gd name="connsiteX0" fmla="*/ 158096 w 157920"/>
                <a:gd name="connsiteY0" fmla="*/ 13476 h 258157"/>
                <a:gd name="connsiteX1" fmla="*/ 145675 w 157920"/>
                <a:gd name="connsiteY1" fmla="*/ 85 h 258157"/>
                <a:gd name="connsiteX2" fmla="*/ 12596 w 157920"/>
                <a:gd name="connsiteY2" fmla="*/ 85 h 258157"/>
                <a:gd name="connsiteX3" fmla="*/ 175 w 157920"/>
                <a:gd name="connsiteY3" fmla="*/ 7524 h 258157"/>
                <a:gd name="connsiteX4" fmla="*/ 12596 w 157920"/>
                <a:gd name="connsiteY4" fmla="*/ 14964 h 258157"/>
                <a:gd name="connsiteX5" fmla="*/ 143900 w 157920"/>
                <a:gd name="connsiteY5" fmla="*/ 14964 h 258157"/>
                <a:gd name="connsiteX6" fmla="*/ 143900 w 157920"/>
                <a:gd name="connsiteY6" fmla="*/ 121724 h 258157"/>
                <a:gd name="connsiteX7" fmla="*/ 17564 w 157920"/>
                <a:gd name="connsiteY7" fmla="*/ 121724 h 258157"/>
                <a:gd name="connsiteX8" fmla="*/ 5143 w 157920"/>
                <a:gd name="connsiteY8" fmla="*/ 129163 h 258157"/>
                <a:gd name="connsiteX9" fmla="*/ 17564 w 157920"/>
                <a:gd name="connsiteY9" fmla="*/ 136603 h 258157"/>
                <a:gd name="connsiteX10" fmla="*/ 143900 w 157920"/>
                <a:gd name="connsiteY10" fmla="*/ 136603 h 258157"/>
                <a:gd name="connsiteX11" fmla="*/ 143900 w 157920"/>
                <a:gd name="connsiteY11" fmla="*/ 243363 h 258157"/>
                <a:gd name="connsiteX12" fmla="*/ 12596 w 157920"/>
                <a:gd name="connsiteY12" fmla="*/ 243363 h 258157"/>
                <a:gd name="connsiteX13" fmla="*/ 175 w 157920"/>
                <a:gd name="connsiteY13" fmla="*/ 250803 h 258157"/>
                <a:gd name="connsiteX14" fmla="*/ 12596 w 157920"/>
                <a:gd name="connsiteY14" fmla="*/ 258242 h 258157"/>
                <a:gd name="connsiteX15" fmla="*/ 145675 w 157920"/>
                <a:gd name="connsiteY15" fmla="*/ 258242 h 258157"/>
                <a:gd name="connsiteX16" fmla="*/ 158096 w 157920"/>
                <a:gd name="connsiteY16" fmla="*/ 244851 h 258157"/>
                <a:gd name="connsiteX17" fmla="*/ 158096 w 157920"/>
                <a:gd name="connsiteY17" fmla="*/ 13476 h 258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7920" h="258157">
                  <a:moveTo>
                    <a:pt x="158096" y="13476"/>
                  </a:moveTo>
                  <a:cubicBezTo>
                    <a:pt x="158096" y="1201"/>
                    <a:pt x="157031" y="85"/>
                    <a:pt x="145675" y="85"/>
                  </a:cubicBezTo>
                  <a:lnTo>
                    <a:pt x="12596" y="85"/>
                  </a:lnTo>
                  <a:cubicBezTo>
                    <a:pt x="6563" y="85"/>
                    <a:pt x="175" y="85"/>
                    <a:pt x="175" y="7524"/>
                  </a:cubicBezTo>
                  <a:cubicBezTo>
                    <a:pt x="175" y="14964"/>
                    <a:pt x="6563" y="14964"/>
                    <a:pt x="12596" y="14964"/>
                  </a:cubicBezTo>
                  <a:lnTo>
                    <a:pt x="143900" y="14964"/>
                  </a:lnTo>
                  <a:lnTo>
                    <a:pt x="143900" y="121724"/>
                  </a:lnTo>
                  <a:lnTo>
                    <a:pt x="17564" y="121724"/>
                  </a:lnTo>
                  <a:cubicBezTo>
                    <a:pt x="11531" y="121724"/>
                    <a:pt x="5143" y="121724"/>
                    <a:pt x="5143" y="129163"/>
                  </a:cubicBezTo>
                  <a:cubicBezTo>
                    <a:pt x="5143" y="136603"/>
                    <a:pt x="11531" y="136603"/>
                    <a:pt x="17564" y="136603"/>
                  </a:cubicBezTo>
                  <a:lnTo>
                    <a:pt x="143900" y="136603"/>
                  </a:lnTo>
                  <a:lnTo>
                    <a:pt x="143900" y="243363"/>
                  </a:lnTo>
                  <a:lnTo>
                    <a:pt x="12596" y="243363"/>
                  </a:lnTo>
                  <a:cubicBezTo>
                    <a:pt x="6563" y="243363"/>
                    <a:pt x="175" y="243363"/>
                    <a:pt x="175" y="250803"/>
                  </a:cubicBezTo>
                  <a:cubicBezTo>
                    <a:pt x="175" y="258242"/>
                    <a:pt x="6563" y="258242"/>
                    <a:pt x="12596" y="258242"/>
                  </a:cubicBezTo>
                  <a:lnTo>
                    <a:pt x="145675" y="258242"/>
                  </a:lnTo>
                  <a:cubicBezTo>
                    <a:pt x="157031" y="258242"/>
                    <a:pt x="158096" y="257126"/>
                    <a:pt x="158096" y="244851"/>
                  </a:cubicBezTo>
                  <a:lnTo>
                    <a:pt x="158096" y="13476"/>
                  </a:ln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7C646127-CD0C-399F-99BF-A9E8B7F24820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9626476" y="7237391"/>
              <a:ext cx="358781" cy="255181"/>
            </a:xfrm>
            <a:custGeom>
              <a:avLst/>
              <a:gdLst>
                <a:gd name="connsiteX0" fmla="*/ 179749 w 358781"/>
                <a:gd name="connsiteY0" fmla="*/ 206164 h 255181"/>
                <a:gd name="connsiteX1" fmla="*/ 94578 w 358781"/>
                <a:gd name="connsiteY1" fmla="*/ 9384 h 255181"/>
                <a:gd name="connsiteX2" fmla="*/ 78963 w 358781"/>
                <a:gd name="connsiteY2" fmla="*/ 85 h 255181"/>
                <a:gd name="connsiteX3" fmla="*/ 180 w 358781"/>
                <a:gd name="connsiteY3" fmla="*/ 85 h 255181"/>
                <a:gd name="connsiteX4" fmla="*/ 180 w 358781"/>
                <a:gd name="connsiteY4" fmla="*/ 17568 h 255181"/>
                <a:gd name="connsiteX5" fmla="*/ 38507 w 358781"/>
                <a:gd name="connsiteY5" fmla="*/ 17568 h 255181"/>
                <a:gd name="connsiteX6" fmla="*/ 38507 w 358781"/>
                <a:gd name="connsiteY6" fmla="*/ 226996 h 255181"/>
                <a:gd name="connsiteX7" fmla="*/ 28216 w 358781"/>
                <a:gd name="connsiteY7" fmla="*/ 236667 h 255181"/>
                <a:gd name="connsiteX8" fmla="*/ 9052 w 358781"/>
                <a:gd name="connsiteY8" fmla="*/ 237783 h 255181"/>
                <a:gd name="connsiteX9" fmla="*/ 180 w 358781"/>
                <a:gd name="connsiteY9" fmla="*/ 237783 h 255181"/>
                <a:gd name="connsiteX10" fmla="*/ 180 w 358781"/>
                <a:gd name="connsiteY10" fmla="*/ 255266 h 255181"/>
                <a:gd name="connsiteX11" fmla="*/ 47734 w 358781"/>
                <a:gd name="connsiteY11" fmla="*/ 254150 h 255181"/>
                <a:gd name="connsiteX12" fmla="*/ 95643 w 358781"/>
                <a:gd name="connsiteY12" fmla="*/ 255266 h 255181"/>
                <a:gd name="connsiteX13" fmla="*/ 95643 w 358781"/>
                <a:gd name="connsiteY13" fmla="*/ 237783 h 255181"/>
                <a:gd name="connsiteX14" fmla="*/ 86771 w 358781"/>
                <a:gd name="connsiteY14" fmla="*/ 237783 h 255181"/>
                <a:gd name="connsiteX15" fmla="*/ 67962 w 358781"/>
                <a:gd name="connsiteY15" fmla="*/ 236667 h 255181"/>
                <a:gd name="connsiteX16" fmla="*/ 57316 w 358781"/>
                <a:gd name="connsiteY16" fmla="*/ 226996 h 255181"/>
                <a:gd name="connsiteX17" fmla="*/ 57316 w 358781"/>
                <a:gd name="connsiteY17" fmla="*/ 22404 h 255181"/>
                <a:gd name="connsiteX18" fmla="*/ 57671 w 358781"/>
                <a:gd name="connsiteY18" fmla="*/ 22404 h 255181"/>
                <a:gd name="connsiteX19" fmla="*/ 154197 w 358781"/>
                <a:gd name="connsiteY19" fmla="*/ 245967 h 255181"/>
                <a:gd name="connsiteX20" fmla="*/ 165554 w 358781"/>
                <a:gd name="connsiteY20" fmla="*/ 255266 h 255181"/>
                <a:gd name="connsiteX21" fmla="*/ 176910 w 358781"/>
                <a:gd name="connsiteY21" fmla="*/ 246339 h 255181"/>
                <a:gd name="connsiteX22" fmla="*/ 275921 w 358781"/>
                <a:gd name="connsiteY22" fmla="*/ 17568 h 255181"/>
                <a:gd name="connsiteX23" fmla="*/ 276276 w 358781"/>
                <a:gd name="connsiteY23" fmla="*/ 17568 h 255181"/>
                <a:gd name="connsiteX24" fmla="*/ 276276 w 358781"/>
                <a:gd name="connsiteY24" fmla="*/ 237783 h 255181"/>
                <a:gd name="connsiteX25" fmla="*/ 237949 w 358781"/>
                <a:gd name="connsiteY25" fmla="*/ 237783 h 255181"/>
                <a:gd name="connsiteX26" fmla="*/ 237949 w 358781"/>
                <a:gd name="connsiteY26" fmla="*/ 255266 h 255181"/>
                <a:gd name="connsiteX27" fmla="*/ 298278 w 358781"/>
                <a:gd name="connsiteY27" fmla="*/ 254150 h 255181"/>
                <a:gd name="connsiteX28" fmla="*/ 358962 w 358781"/>
                <a:gd name="connsiteY28" fmla="*/ 255266 h 255181"/>
                <a:gd name="connsiteX29" fmla="*/ 358962 w 358781"/>
                <a:gd name="connsiteY29" fmla="*/ 237783 h 255181"/>
                <a:gd name="connsiteX30" fmla="*/ 320635 w 358781"/>
                <a:gd name="connsiteY30" fmla="*/ 237783 h 255181"/>
                <a:gd name="connsiteX31" fmla="*/ 320635 w 358781"/>
                <a:gd name="connsiteY31" fmla="*/ 17568 h 255181"/>
                <a:gd name="connsiteX32" fmla="*/ 358962 w 358781"/>
                <a:gd name="connsiteY32" fmla="*/ 17568 h 255181"/>
                <a:gd name="connsiteX33" fmla="*/ 358962 w 358781"/>
                <a:gd name="connsiteY33" fmla="*/ 85 h 255181"/>
                <a:gd name="connsiteX34" fmla="*/ 280534 w 358781"/>
                <a:gd name="connsiteY34" fmla="*/ 85 h 255181"/>
                <a:gd name="connsiteX35" fmla="*/ 264919 w 358781"/>
                <a:gd name="connsiteY35" fmla="*/ 9384 h 255181"/>
                <a:gd name="connsiteX36" fmla="*/ 179749 w 358781"/>
                <a:gd name="connsiteY36" fmla="*/ 206164 h 255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8781" h="255181">
                  <a:moveTo>
                    <a:pt x="179749" y="206164"/>
                  </a:moveTo>
                  <a:lnTo>
                    <a:pt x="94578" y="9384"/>
                  </a:lnTo>
                  <a:cubicBezTo>
                    <a:pt x="90674" y="85"/>
                    <a:pt x="86771" y="85"/>
                    <a:pt x="78963" y="85"/>
                  </a:cubicBezTo>
                  <a:lnTo>
                    <a:pt x="180" y="85"/>
                  </a:lnTo>
                  <a:lnTo>
                    <a:pt x="180" y="17568"/>
                  </a:lnTo>
                  <a:lnTo>
                    <a:pt x="38507" y="17568"/>
                  </a:lnTo>
                  <a:lnTo>
                    <a:pt x="38507" y="226996"/>
                  </a:lnTo>
                  <a:cubicBezTo>
                    <a:pt x="38507" y="235179"/>
                    <a:pt x="38152" y="235551"/>
                    <a:pt x="28216" y="236667"/>
                  </a:cubicBezTo>
                  <a:cubicBezTo>
                    <a:pt x="19699" y="237783"/>
                    <a:pt x="18989" y="237783"/>
                    <a:pt x="9052" y="237783"/>
                  </a:cubicBezTo>
                  <a:lnTo>
                    <a:pt x="180" y="237783"/>
                  </a:lnTo>
                  <a:lnTo>
                    <a:pt x="180" y="255266"/>
                  </a:lnTo>
                  <a:cubicBezTo>
                    <a:pt x="13666" y="254150"/>
                    <a:pt x="33894" y="254150"/>
                    <a:pt x="47734" y="254150"/>
                  </a:cubicBezTo>
                  <a:cubicBezTo>
                    <a:pt x="62639" y="254150"/>
                    <a:pt x="81093" y="254150"/>
                    <a:pt x="95643" y="255266"/>
                  </a:cubicBezTo>
                  <a:lnTo>
                    <a:pt x="95643" y="237783"/>
                  </a:lnTo>
                  <a:lnTo>
                    <a:pt x="86771" y="237783"/>
                  </a:lnTo>
                  <a:cubicBezTo>
                    <a:pt x="80383" y="237783"/>
                    <a:pt x="74350" y="237411"/>
                    <a:pt x="67962" y="236667"/>
                  </a:cubicBezTo>
                  <a:cubicBezTo>
                    <a:pt x="57671" y="235551"/>
                    <a:pt x="57316" y="235179"/>
                    <a:pt x="57316" y="226996"/>
                  </a:cubicBezTo>
                  <a:lnTo>
                    <a:pt x="57316" y="22404"/>
                  </a:lnTo>
                  <a:lnTo>
                    <a:pt x="57671" y="22404"/>
                  </a:lnTo>
                  <a:lnTo>
                    <a:pt x="154197" y="245967"/>
                  </a:lnTo>
                  <a:cubicBezTo>
                    <a:pt x="157391" y="253407"/>
                    <a:pt x="161650" y="255266"/>
                    <a:pt x="165554" y="255266"/>
                  </a:cubicBezTo>
                  <a:cubicBezTo>
                    <a:pt x="172651" y="255266"/>
                    <a:pt x="175490" y="249687"/>
                    <a:pt x="176910" y="246339"/>
                  </a:cubicBezTo>
                  <a:lnTo>
                    <a:pt x="275921" y="17568"/>
                  </a:lnTo>
                  <a:lnTo>
                    <a:pt x="276276" y="17568"/>
                  </a:lnTo>
                  <a:lnTo>
                    <a:pt x="276276" y="237783"/>
                  </a:lnTo>
                  <a:lnTo>
                    <a:pt x="237949" y="237783"/>
                  </a:lnTo>
                  <a:lnTo>
                    <a:pt x="237949" y="255266"/>
                  </a:lnTo>
                  <a:cubicBezTo>
                    <a:pt x="250724" y="254150"/>
                    <a:pt x="283728" y="254150"/>
                    <a:pt x="298278" y="254150"/>
                  </a:cubicBezTo>
                  <a:cubicBezTo>
                    <a:pt x="312828" y="254150"/>
                    <a:pt x="346187" y="254150"/>
                    <a:pt x="358962" y="255266"/>
                  </a:cubicBezTo>
                  <a:lnTo>
                    <a:pt x="358962" y="237783"/>
                  </a:lnTo>
                  <a:lnTo>
                    <a:pt x="320635" y="237783"/>
                  </a:lnTo>
                  <a:lnTo>
                    <a:pt x="320635" y="17568"/>
                  </a:lnTo>
                  <a:lnTo>
                    <a:pt x="358962" y="17568"/>
                  </a:lnTo>
                  <a:lnTo>
                    <a:pt x="358962" y="85"/>
                  </a:lnTo>
                  <a:lnTo>
                    <a:pt x="280534" y="85"/>
                  </a:lnTo>
                  <a:cubicBezTo>
                    <a:pt x="272727" y="85"/>
                    <a:pt x="268823" y="85"/>
                    <a:pt x="264919" y="9384"/>
                  </a:cubicBezTo>
                  <a:lnTo>
                    <a:pt x="179749" y="206164"/>
                  </a:ln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C0E5859D-A82E-4489-27CA-8FD31D4EAF29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0014841" y="7362452"/>
              <a:ext cx="109550" cy="189042"/>
            </a:xfrm>
            <a:custGeom>
              <a:avLst/>
              <a:gdLst>
                <a:gd name="connsiteX0" fmla="*/ 58320 w 109550"/>
                <a:gd name="connsiteY0" fmla="*/ 72735 h 189042"/>
                <a:gd name="connsiteX1" fmla="*/ 191 w 109550"/>
                <a:gd name="connsiteY1" fmla="*/ 143561 h 189042"/>
                <a:gd name="connsiteX2" fmla="*/ 44906 w 109550"/>
                <a:gd name="connsiteY2" fmla="*/ 189129 h 189042"/>
                <a:gd name="connsiteX3" fmla="*/ 98315 w 109550"/>
                <a:gd name="connsiteY3" fmla="*/ 114137 h 189042"/>
                <a:gd name="connsiteX4" fmla="*/ 77697 w 109550"/>
                <a:gd name="connsiteY4" fmla="*/ 65184 h 189042"/>
                <a:gd name="connsiteX5" fmla="*/ 49874 w 109550"/>
                <a:gd name="connsiteY5" fmla="*/ 20917 h 189042"/>
                <a:gd name="connsiteX6" fmla="*/ 63537 w 109550"/>
                <a:gd name="connsiteY6" fmla="*/ 9981 h 189042"/>
                <a:gd name="connsiteX7" fmla="*/ 84404 w 109550"/>
                <a:gd name="connsiteY7" fmla="*/ 17272 h 189042"/>
                <a:gd name="connsiteX8" fmla="*/ 99309 w 109550"/>
                <a:gd name="connsiteY8" fmla="*/ 24042 h 189042"/>
                <a:gd name="connsiteX9" fmla="*/ 109742 w 109550"/>
                <a:gd name="connsiteY9" fmla="*/ 13106 h 189042"/>
                <a:gd name="connsiteX10" fmla="*/ 93098 w 109550"/>
                <a:gd name="connsiteY10" fmla="*/ 3211 h 189042"/>
                <a:gd name="connsiteX11" fmla="*/ 70741 w 109550"/>
                <a:gd name="connsiteY11" fmla="*/ 86 h 189042"/>
                <a:gd name="connsiteX12" fmla="*/ 41677 w 109550"/>
                <a:gd name="connsiteY12" fmla="*/ 27427 h 189042"/>
                <a:gd name="connsiteX13" fmla="*/ 58320 w 109550"/>
                <a:gd name="connsiteY13" fmla="*/ 72735 h 189042"/>
                <a:gd name="connsiteX14" fmla="*/ 62543 w 109550"/>
                <a:gd name="connsiteY14" fmla="*/ 79765 h 189042"/>
                <a:gd name="connsiteX15" fmla="*/ 78442 w 109550"/>
                <a:gd name="connsiteY15" fmla="*/ 125334 h 189042"/>
                <a:gd name="connsiteX16" fmla="*/ 45403 w 109550"/>
                <a:gd name="connsiteY16" fmla="*/ 181838 h 189042"/>
                <a:gd name="connsiteX17" fmla="*/ 18326 w 109550"/>
                <a:gd name="connsiteY17" fmla="*/ 150852 h 189042"/>
                <a:gd name="connsiteX18" fmla="*/ 62543 w 109550"/>
                <a:gd name="connsiteY18" fmla="*/ 79765 h 189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550" h="189042">
                  <a:moveTo>
                    <a:pt x="58320" y="72735"/>
                  </a:moveTo>
                  <a:cubicBezTo>
                    <a:pt x="21058" y="82630"/>
                    <a:pt x="191" y="116220"/>
                    <a:pt x="191" y="143561"/>
                  </a:cubicBezTo>
                  <a:cubicBezTo>
                    <a:pt x="191" y="171162"/>
                    <a:pt x="20313" y="189129"/>
                    <a:pt x="44906" y="189129"/>
                  </a:cubicBezTo>
                  <a:cubicBezTo>
                    <a:pt x="74964" y="189129"/>
                    <a:pt x="98315" y="152154"/>
                    <a:pt x="98315" y="114137"/>
                  </a:cubicBezTo>
                  <a:cubicBezTo>
                    <a:pt x="98315" y="88879"/>
                    <a:pt x="85398" y="74037"/>
                    <a:pt x="77697" y="65184"/>
                  </a:cubicBezTo>
                  <a:cubicBezTo>
                    <a:pt x="68505" y="54247"/>
                    <a:pt x="49874" y="32895"/>
                    <a:pt x="49874" y="20917"/>
                  </a:cubicBezTo>
                  <a:cubicBezTo>
                    <a:pt x="49874" y="17532"/>
                    <a:pt x="53352" y="9981"/>
                    <a:pt x="63537" y="9981"/>
                  </a:cubicBezTo>
                  <a:cubicBezTo>
                    <a:pt x="71983" y="9981"/>
                    <a:pt x="78939" y="14147"/>
                    <a:pt x="84404" y="17272"/>
                  </a:cubicBezTo>
                  <a:cubicBezTo>
                    <a:pt x="86640" y="18574"/>
                    <a:pt x="95582" y="24042"/>
                    <a:pt x="99309" y="24042"/>
                  </a:cubicBezTo>
                  <a:cubicBezTo>
                    <a:pt x="105271" y="24042"/>
                    <a:pt x="109742" y="18313"/>
                    <a:pt x="109742" y="13106"/>
                  </a:cubicBezTo>
                  <a:cubicBezTo>
                    <a:pt x="109742" y="6596"/>
                    <a:pt x="106513" y="6075"/>
                    <a:pt x="93098" y="3211"/>
                  </a:cubicBezTo>
                  <a:cubicBezTo>
                    <a:pt x="90117" y="2690"/>
                    <a:pt x="78690" y="86"/>
                    <a:pt x="70741" y="86"/>
                  </a:cubicBezTo>
                  <a:cubicBezTo>
                    <a:pt x="52110" y="86"/>
                    <a:pt x="41677" y="11543"/>
                    <a:pt x="41677" y="27427"/>
                  </a:cubicBezTo>
                  <a:cubicBezTo>
                    <a:pt x="41677" y="41228"/>
                    <a:pt x="49626" y="57112"/>
                    <a:pt x="58320" y="72735"/>
                  </a:cubicBezTo>
                  <a:close/>
                  <a:moveTo>
                    <a:pt x="62543" y="79765"/>
                  </a:moveTo>
                  <a:cubicBezTo>
                    <a:pt x="69499" y="91483"/>
                    <a:pt x="78442" y="106586"/>
                    <a:pt x="78442" y="125334"/>
                  </a:cubicBezTo>
                  <a:cubicBezTo>
                    <a:pt x="78442" y="146686"/>
                    <a:pt x="66270" y="181838"/>
                    <a:pt x="45403" y="181838"/>
                  </a:cubicBezTo>
                  <a:cubicBezTo>
                    <a:pt x="31740" y="181838"/>
                    <a:pt x="18326" y="172464"/>
                    <a:pt x="18326" y="150852"/>
                  </a:cubicBezTo>
                  <a:cubicBezTo>
                    <a:pt x="18326" y="133666"/>
                    <a:pt x="27765" y="88619"/>
                    <a:pt x="62543" y="79765"/>
                  </a:cubicBez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0568092E-518A-A672-20E1-2B4928C0CAD1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0185947" y="7453142"/>
              <a:ext cx="41520" cy="111223"/>
            </a:xfrm>
            <a:custGeom>
              <a:avLst/>
              <a:gdLst>
                <a:gd name="connsiteX0" fmla="*/ 41716 w 41520"/>
                <a:gd name="connsiteY0" fmla="*/ 39143 h 111223"/>
                <a:gd name="connsiteX1" fmla="*/ 19004 w 41520"/>
                <a:gd name="connsiteY1" fmla="*/ 85 h 111223"/>
                <a:gd name="connsiteX2" fmla="*/ 196 w 41520"/>
                <a:gd name="connsiteY2" fmla="*/ 19800 h 111223"/>
                <a:gd name="connsiteX3" fmla="*/ 19004 w 41520"/>
                <a:gd name="connsiteY3" fmla="*/ 39515 h 111223"/>
                <a:gd name="connsiteX4" fmla="*/ 31425 w 41520"/>
                <a:gd name="connsiteY4" fmla="*/ 34679 h 111223"/>
                <a:gd name="connsiteX5" fmla="*/ 33199 w 41520"/>
                <a:gd name="connsiteY5" fmla="*/ 33563 h 111223"/>
                <a:gd name="connsiteX6" fmla="*/ 33909 w 41520"/>
                <a:gd name="connsiteY6" fmla="*/ 39143 h 111223"/>
                <a:gd name="connsiteX7" fmla="*/ 9777 w 41520"/>
                <a:gd name="connsiteY7" fmla="*/ 101265 h 111223"/>
                <a:gd name="connsiteX8" fmla="*/ 5874 w 41520"/>
                <a:gd name="connsiteY8" fmla="*/ 107216 h 111223"/>
                <a:gd name="connsiteX9" fmla="*/ 9423 w 41520"/>
                <a:gd name="connsiteY9" fmla="*/ 111308 h 111223"/>
                <a:gd name="connsiteX10" fmla="*/ 41716 w 41520"/>
                <a:gd name="connsiteY10" fmla="*/ 39143 h 111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520" h="111223">
                  <a:moveTo>
                    <a:pt x="41716" y="39143"/>
                  </a:moveTo>
                  <a:cubicBezTo>
                    <a:pt x="41716" y="14592"/>
                    <a:pt x="32844" y="85"/>
                    <a:pt x="19004" y="85"/>
                  </a:cubicBezTo>
                  <a:cubicBezTo>
                    <a:pt x="7293" y="85"/>
                    <a:pt x="196" y="9384"/>
                    <a:pt x="196" y="19800"/>
                  </a:cubicBezTo>
                  <a:cubicBezTo>
                    <a:pt x="196" y="29843"/>
                    <a:pt x="7293" y="39515"/>
                    <a:pt x="19004" y="39515"/>
                  </a:cubicBezTo>
                  <a:cubicBezTo>
                    <a:pt x="23263" y="39515"/>
                    <a:pt x="27876" y="38027"/>
                    <a:pt x="31425" y="34679"/>
                  </a:cubicBezTo>
                  <a:cubicBezTo>
                    <a:pt x="32490" y="33935"/>
                    <a:pt x="32844" y="33563"/>
                    <a:pt x="33199" y="33563"/>
                  </a:cubicBezTo>
                  <a:cubicBezTo>
                    <a:pt x="33554" y="33563"/>
                    <a:pt x="33909" y="33935"/>
                    <a:pt x="33909" y="39143"/>
                  </a:cubicBezTo>
                  <a:cubicBezTo>
                    <a:pt x="33909" y="66670"/>
                    <a:pt x="21488" y="88989"/>
                    <a:pt x="9777" y="101265"/>
                  </a:cubicBezTo>
                  <a:cubicBezTo>
                    <a:pt x="5874" y="105356"/>
                    <a:pt x="5874" y="106100"/>
                    <a:pt x="5874" y="107216"/>
                  </a:cubicBezTo>
                  <a:cubicBezTo>
                    <a:pt x="5874" y="109820"/>
                    <a:pt x="7648" y="111308"/>
                    <a:pt x="9423" y="111308"/>
                  </a:cubicBezTo>
                  <a:cubicBezTo>
                    <a:pt x="13326" y="111308"/>
                    <a:pt x="41716" y="82665"/>
                    <a:pt x="41716" y="39143"/>
                  </a:cubicBez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7BC97D83-7B95-B46F-C7CD-E712512A949D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0324861" y="7325923"/>
              <a:ext cx="116045" cy="170741"/>
            </a:xfrm>
            <a:custGeom>
              <a:avLst/>
              <a:gdLst>
                <a:gd name="connsiteX0" fmla="*/ 62304 w 116045"/>
                <a:gd name="connsiteY0" fmla="*/ 94569 h 170741"/>
                <a:gd name="connsiteX1" fmla="*/ 99211 w 116045"/>
                <a:gd name="connsiteY1" fmla="*/ 128792 h 170741"/>
                <a:gd name="connsiteX2" fmla="*/ 59110 w 116045"/>
                <a:gd name="connsiteY2" fmla="*/ 162642 h 170741"/>
                <a:gd name="connsiteX3" fmla="*/ 9782 w 116045"/>
                <a:gd name="connsiteY3" fmla="*/ 109820 h 170741"/>
                <a:gd name="connsiteX4" fmla="*/ 4813 w 116045"/>
                <a:gd name="connsiteY4" fmla="*/ 103497 h 170741"/>
                <a:gd name="connsiteX5" fmla="*/ 200 w 116045"/>
                <a:gd name="connsiteY5" fmla="*/ 112796 h 170741"/>
                <a:gd name="connsiteX6" fmla="*/ 200 w 116045"/>
                <a:gd name="connsiteY6" fmla="*/ 161898 h 170741"/>
                <a:gd name="connsiteX7" fmla="*/ 4104 w 116045"/>
                <a:gd name="connsiteY7" fmla="*/ 170826 h 170741"/>
                <a:gd name="connsiteX8" fmla="*/ 12976 w 116045"/>
                <a:gd name="connsiteY8" fmla="*/ 163386 h 170741"/>
                <a:gd name="connsiteX9" fmla="*/ 20073 w 116045"/>
                <a:gd name="connsiteY9" fmla="*/ 154831 h 170741"/>
                <a:gd name="connsiteX10" fmla="*/ 59110 w 116045"/>
                <a:gd name="connsiteY10" fmla="*/ 170826 h 170741"/>
                <a:gd name="connsiteX11" fmla="*/ 116245 w 116045"/>
                <a:gd name="connsiteY11" fmla="*/ 119120 h 170741"/>
                <a:gd name="connsiteX12" fmla="*/ 101340 w 116045"/>
                <a:gd name="connsiteY12" fmla="*/ 83781 h 170741"/>
                <a:gd name="connsiteX13" fmla="*/ 60884 w 116045"/>
                <a:gd name="connsiteY13" fmla="*/ 65926 h 170741"/>
                <a:gd name="connsiteX14" fmla="*/ 17234 w 116045"/>
                <a:gd name="connsiteY14" fmla="*/ 35423 h 170741"/>
                <a:gd name="connsiteX15" fmla="*/ 56981 w 116045"/>
                <a:gd name="connsiteY15" fmla="*/ 7152 h 170741"/>
                <a:gd name="connsiteX16" fmla="*/ 98501 w 116045"/>
                <a:gd name="connsiteY16" fmla="*/ 52163 h 170741"/>
                <a:gd name="connsiteX17" fmla="*/ 102760 w 116045"/>
                <a:gd name="connsiteY17" fmla="*/ 55510 h 170741"/>
                <a:gd name="connsiteX18" fmla="*/ 107373 w 116045"/>
                <a:gd name="connsiteY18" fmla="*/ 46583 h 170741"/>
                <a:gd name="connsiteX19" fmla="*/ 107373 w 116045"/>
                <a:gd name="connsiteY19" fmla="*/ 9012 h 170741"/>
                <a:gd name="connsiteX20" fmla="*/ 103470 w 116045"/>
                <a:gd name="connsiteY20" fmla="*/ 85 h 170741"/>
                <a:gd name="connsiteX21" fmla="*/ 96372 w 116045"/>
                <a:gd name="connsiteY21" fmla="*/ 4549 h 170741"/>
                <a:gd name="connsiteX22" fmla="*/ 90339 w 116045"/>
                <a:gd name="connsiteY22" fmla="*/ 10500 h 170741"/>
                <a:gd name="connsiteX23" fmla="*/ 56981 w 116045"/>
                <a:gd name="connsiteY23" fmla="*/ 85 h 170741"/>
                <a:gd name="connsiteX24" fmla="*/ 200 w 116045"/>
                <a:gd name="connsiteY24" fmla="*/ 45839 h 170741"/>
                <a:gd name="connsiteX25" fmla="*/ 15460 w 116045"/>
                <a:gd name="connsiteY25" fmla="*/ 77458 h 170741"/>
                <a:gd name="connsiteX26" fmla="*/ 62304 w 116045"/>
                <a:gd name="connsiteY26" fmla="*/ 94569 h 170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6045" h="170741">
                  <a:moveTo>
                    <a:pt x="62304" y="94569"/>
                  </a:moveTo>
                  <a:cubicBezTo>
                    <a:pt x="70111" y="96057"/>
                    <a:pt x="99211" y="102009"/>
                    <a:pt x="99211" y="128792"/>
                  </a:cubicBezTo>
                  <a:cubicBezTo>
                    <a:pt x="99211" y="147763"/>
                    <a:pt x="86790" y="162642"/>
                    <a:pt x="59110" y="162642"/>
                  </a:cubicBezTo>
                  <a:cubicBezTo>
                    <a:pt x="29300" y="162642"/>
                    <a:pt x="16525" y="141439"/>
                    <a:pt x="9782" y="109820"/>
                  </a:cubicBezTo>
                  <a:cubicBezTo>
                    <a:pt x="8717" y="104984"/>
                    <a:pt x="8362" y="103497"/>
                    <a:pt x="4813" y="103497"/>
                  </a:cubicBezTo>
                  <a:cubicBezTo>
                    <a:pt x="200" y="103497"/>
                    <a:pt x="200" y="106100"/>
                    <a:pt x="200" y="112796"/>
                  </a:cubicBezTo>
                  <a:lnTo>
                    <a:pt x="200" y="161898"/>
                  </a:lnTo>
                  <a:cubicBezTo>
                    <a:pt x="200" y="168222"/>
                    <a:pt x="200" y="170826"/>
                    <a:pt x="4104" y="170826"/>
                  </a:cubicBezTo>
                  <a:cubicBezTo>
                    <a:pt x="5878" y="170826"/>
                    <a:pt x="6233" y="170454"/>
                    <a:pt x="12976" y="163386"/>
                  </a:cubicBezTo>
                  <a:cubicBezTo>
                    <a:pt x="13685" y="162642"/>
                    <a:pt x="13685" y="161898"/>
                    <a:pt x="20073" y="154831"/>
                  </a:cubicBezTo>
                  <a:cubicBezTo>
                    <a:pt x="35688" y="170454"/>
                    <a:pt x="51657" y="170826"/>
                    <a:pt x="59110" y="170826"/>
                  </a:cubicBezTo>
                  <a:cubicBezTo>
                    <a:pt x="99921" y="170826"/>
                    <a:pt x="116245" y="145903"/>
                    <a:pt x="116245" y="119120"/>
                  </a:cubicBezTo>
                  <a:cubicBezTo>
                    <a:pt x="116245" y="99405"/>
                    <a:pt x="105599" y="88245"/>
                    <a:pt x="101340" y="83781"/>
                  </a:cubicBezTo>
                  <a:cubicBezTo>
                    <a:pt x="89629" y="71878"/>
                    <a:pt x="75789" y="68902"/>
                    <a:pt x="60884" y="65926"/>
                  </a:cubicBezTo>
                  <a:cubicBezTo>
                    <a:pt x="41011" y="61834"/>
                    <a:pt x="17234" y="56998"/>
                    <a:pt x="17234" y="35423"/>
                  </a:cubicBezTo>
                  <a:cubicBezTo>
                    <a:pt x="17234" y="22404"/>
                    <a:pt x="26461" y="7152"/>
                    <a:pt x="56981" y="7152"/>
                  </a:cubicBezTo>
                  <a:cubicBezTo>
                    <a:pt x="96017" y="7152"/>
                    <a:pt x="97792" y="40631"/>
                    <a:pt x="98501" y="52163"/>
                  </a:cubicBezTo>
                  <a:cubicBezTo>
                    <a:pt x="98856" y="55510"/>
                    <a:pt x="102050" y="55510"/>
                    <a:pt x="102760" y="55510"/>
                  </a:cubicBezTo>
                  <a:cubicBezTo>
                    <a:pt x="107373" y="55510"/>
                    <a:pt x="107373" y="53651"/>
                    <a:pt x="107373" y="46583"/>
                  </a:cubicBezTo>
                  <a:lnTo>
                    <a:pt x="107373" y="9012"/>
                  </a:lnTo>
                  <a:cubicBezTo>
                    <a:pt x="107373" y="2689"/>
                    <a:pt x="107373" y="85"/>
                    <a:pt x="103470" y="85"/>
                  </a:cubicBezTo>
                  <a:cubicBezTo>
                    <a:pt x="101695" y="85"/>
                    <a:pt x="100985" y="85"/>
                    <a:pt x="96372" y="4549"/>
                  </a:cubicBezTo>
                  <a:cubicBezTo>
                    <a:pt x="95307" y="6036"/>
                    <a:pt x="91759" y="9384"/>
                    <a:pt x="90339" y="10500"/>
                  </a:cubicBezTo>
                  <a:cubicBezTo>
                    <a:pt x="76854" y="85"/>
                    <a:pt x="62304" y="85"/>
                    <a:pt x="56981" y="85"/>
                  </a:cubicBezTo>
                  <a:cubicBezTo>
                    <a:pt x="13685" y="85"/>
                    <a:pt x="200" y="25008"/>
                    <a:pt x="200" y="45839"/>
                  </a:cubicBezTo>
                  <a:cubicBezTo>
                    <a:pt x="200" y="58858"/>
                    <a:pt x="5878" y="69274"/>
                    <a:pt x="15460" y="77458"/>
                  </a:cubicBezTo>
                  <a:cubicBezTo>
                    <a:pt x="26816" y="87129"/>
                    <a:pt x="36753" y="89361"/>
                    <a:pt x="62304" y="94569"/>
                  </a:cubicBez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80FD4111-BCAE-DBA4-B687-E7431C133399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0483649" y="7453142"/>
              <a:ext cx="37617" cy="39430"/>
            </a:xfrm>
            <a:custGeom>
              <a:avLst/>
              <a:gdLst>
                <a:gd name="connsiteX0" fmla="*/ 37821 w 37617"/>
                <a:gd name="connsiteY0" fmla="*/ 19800 h 39430"/>
                <a:gd name="connsiteX1" fmla="*/ 19013 w 37617"/>
                <a:gd name="connsiteY1" fmla="*/ 85 h 39430"/>
                <a:gd name="connsiteX2" fmla="*/ 204 w 37617"/>
                <a:gd name="connsiteY2" fmla="*/ 19800 h 39430"/>
                <a:gd name="connsiteX3" fmla="*/ 19013 w 37617"/>
                <a:gd name="connsiteY3" fmla="*/ 39515 h 39430"/>
                <a:gd name="connsiteX4" fmla="*/ 37821 w 37617"/>
                <a:gd name="connsiteY4" fmla="*/ 19800 h 394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17" h="39430">
                  <a:moveTo>
                    <a:pt x="37821" y="19800"/>
                  </a:moveTo>
                  <a:cubicBezTo>
                    <a:pt x="37821" y="9012"/>
                    <a:pt x="29304" y="85"/>
                    <a:pt x="19013" y="85"/>
                  </a:cubicBezTo>
                  <a:cubicBezTo>
                    <a:pt x="8721" y="85"/>
                    <a:pt x="204" y="9012"/>
                    <a:pt x="204" y="19800"/>
                  </a:cubicBezTo>
                  <a:cubicBezTo>
                    <a:pt x="204" y="30587"/>
                    <a:pt x="8721" y="39515"/>
                    <a:pt x="19013" y="39515"/>
                  </a:cubicBezTo>
                  <a:cubicBezTo>
                    <a:pt x="29304" y="39515"/>
                    <a:pt x="37821" y="30587"/>
                    <a:pt x="37821" y="19800"/>
                  </a:cubicBez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73DFC327-74B6-3703-CA97-E99A277F82FF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0558450" y="7263802"/>
              <a:ext cx="111076" cy="232862"/>
            </a:xfrm>
            <a:custGeom>
              <a:avLst/>
              <a:gdLst>
                <a:gd name="connsiteX0" fmla="*/ 54858 w 111076"/>
                <a:gd name="connsiteY0" fmla="*/ 80061 h 232862"/>
                <a:gd name="connsiteX1" fmla="*/ 105606 w 111076"/>
                <a:gd name="connsiteY1" fmla="*/ 80061 h 232862"/>
                <a:gd name="connsiteX2" fmla="*/ 105606 w 111076"/>
                <a:gd name="connsiteY2" fmla="*/ 68530 h 232862"/>
                <a:gd name="connsiteX3" fmla="*/ 54858 w 111076"/>
                <a:gd name="connsiteY3" fmla="*/ 68530 h 232862"/>
                <a:gd name="connsiteX4" fmla="*/ 54858 w 111076"/>
                <a:gd name="connsiteY4" fmla="*/ 85 h 232862"/>
                <a:gd name="connsiteX5" fmla="*/ 45986 w 111076"/>
                <a:gd name="connsiteY5" fmla="*/ 85 h 232862"/>
                <a:gd name="connsiteX6" fmla="*/ 207 w 111076"/>
                <a:gd name="connsiteY6" fmla="*/ 71878 h 232862"/>
                <a:gd name="connsiteX7" fmla="*/ 207 w 111076"/>
                <a:gd name="connsiteY7" fmla="*/ 80061 h 232862"/>
                <a:gd name="connsiteX8" fmla="*/ 30371 w 111076"/>
                <a:gd name="connsiteY8" fmla="*/ 80061 h 232862"/>
                <a:gd name="connsiteX9" fmla="*/ 30371 w 111076"/>
                <a:gd name="connsiteY9" fmla="*/ 182729 h 232862"/>
                <a:gd name="connsiteX10" fmla="*/ 76151 w 111076"/>
                <a:gd name="connsiteY10" fmla="*/ 232947 h 232862"/>
                <a:gd name="connsiteX11" fmla="*/ 111284 w 111076"/>
                <a:gd name="connsiteY11" fmla="*/ 182729 h 232862"/>
                <a:gd name="connsiteX12" fmla="*/ 111284 w 111076"/>
                <a:gd name="connsiteY12" fmla="*/ 161526 h 232862"/>
                <a:gd name="connsiteX13" fmla="*/ 102412 w 111076"/>
                <a:gd name="connsiteY13" fmla="*/ 161526 h 232862"/>
                <a:gd name="connsiteX14" fmla="*/ 102412 w 111076"/>
                <a:gd name="connsiteY14" fmla="*/ 181985 h 232862"/>
                <a:gd name="connsiteX15" fmla="*/ 78635 w 111076"/>
                <a:gd name="connsiteY15" fmla="*/ 223648 h 232862"/>
                <a:gd name="connsiteX16" fmla="*/ 54858 w 111076"/>
                <a:gd name="connsiteY16" fmla="*/ 183473 h 232862"/>
                <a:gd name="connsiteX17" fmla="*/ 54858 w 111076"/>
                <a:gd name="connsiteY17" fmla="*/ 80061 h 232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076" h="232862">
                  <a:moveTo>
                    <a:pt x="54858" y="80061"/>
                  </a:moveTo>
                  <a:lnTo>
                    <a:pt x="105606" y="80061"/>
                  </a:lnTo>
                  <a:lnTo>
                    <a:pt x="105606" y="68530"/>
                  </a:lnTo>
                  <a:lnTo>
                    <a:pt x="54858" y="68530"/>
                  </a:lnTo>
                  <a:lnTo>
                    <a:pt x="54858" y="85"/>
                  </a:lnTo>
                  <a:lnTo>
                    <a:pt x="45986" y="85"/>
                  </a:lnTo>
                  <a:cubicBezTo>
                    <a:pt x="45631" y="30587"/>
                    <a:pt x="34985" y="70390"/>
                    <a:pt x="207" y="71878"/>
                  </a:cubicBezTo>
                  <a:lnTo>
                    <a:pt x="207" y="80061"/>
                  </a:lnTo>
                  <a:lnTo>
                    <a:pt x="30371" y="80061"/>
                  </a:lnTo>
                  <a:lnTo>
                    <a:pt x="30371" y="182729"/>
                  </a:lnTo>
                  <a:cubicBezTo>
                    <a:pt x="30371" y="228484"/>
                    <a:pt x="63375" y="232947"/>
                    <a:pt x="76151" y="232947"/>
                  </a:cubicBezTo>
                  <a:cubicBezTo>
                    <a:pt x="101347" y="232947"/>
                    <a:pt x="111284" y="206536"/>
                    <a:pt x="111284" y="182729"/>
                  </a:cubicBezTo>
                  <a:lnTo>
                    <a:pt x="111284" y="161526"/>
                  </a:lnTo>
                  <a:lnTo>
                    <a:pt x="102412" y="161526"/>
                  </a:lnTo>
                  <a:lnTo>
                    <a:pt x="102412" y="181985"/>
                  </a:lnTo>
                  <a:cubicBezTo>
                    <a:pt x="102412" y="209512"/>
                    <a:pt x="91765" y="223648"/>
                    <a:pt x="78635" y="223648"/>
                  </a:cubicBezTo>
                  <a:cubicBezTo>
                    <a:pt x="54858" y="223648"/>
                    <a:pt x="54858" y="189797"/>
                    <a:pt x="54858" y="183473"/>
                  </a:cubicBezTo>
                  <a:lnTo>
                    <a:pt x="54858" y="80061"/>
                  </a:ln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3A78F362-D3D0-810E-D92D-7A30F543A85E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0720235" y="7453142"/>
              <a:ext cx="37617" cy="39430"/>
            </a:xfrm>
            <a:custGeom>
              <a:avLst/>
              <a:gdLst>
                <a:gd name="connsiteX0" fmla="*/ 37828 w 37617"/>
                <a:gd name="connsiteY0" fmla="*/ 19800 h 39430"/>
                <a:gd name="connsiteX1" fmla="*/ 19019 w 37617"/>
                <a:gd name="connsiteY1" fmla="*/ 85 h 39430"/>
                <a:gd name="connsiteX2" fmla="*/ 211 w 37617"/>
                <a:gd name="connsiteY2" fmla="*/ 19800 h 39430"/>
                <a:gd name="connsiteX3" fmla="*/ 19019 w 37617"/>
                <a:gd name="connsiteY3" fmla="*/ 39515 h 39430"/>
                <a:gd name="connsiteX4" fmla="*/ 37828 w 37617"/>
                <a:gd name="connsiteY4" fmla="*/ 19800 h 394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17" h="39430">
                  <a:moveTo>
                    <a:pt x="37828" y="19800"/>
                  </a:moveTo>
                  <a:cubicBezTo>
                    <a:pt x="37828" y="9012"/>
                    <a:pt x="29311" y="85"/>
                    <a:pt x="19019" y="85"/>
                  </a:cubicBezTo>
                  <a:cubicBezTo>
                    <a:pt x="8728" y="85"/>
                    <a:pt x="211" y="9012"/>
                    <a:pt x="211" y="19800"/>
                  </a:cubicBezTo>
                  <a:cubicBezTo>
                    <a:pt x="211" y="30587"/>
                    <a:pt x="8728" y="39515"/>
                    <a:pt x="19019" y="39515"/>
                  </a:cubicBezTo>
                  <a:cubicBezTo>
                    <a:pt x="29311" y="39515"/>
                    <a:pt x="37828" y="30587"/>
                    <a:pt x="37828" y="19800"/>
                  </a:cubicBez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ECF79480-0386-D317-0E69-B0E8AAC6F45A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0959147" y="7325179"/>
              <a:ext cx="199796" cy="239558"/>
            </a:xfrm>
            <a:custGeom>
              <a:avLst/>
              <a:gdLst>
                <a:gd name="connsiteX0" fmla="*/ 65161 w 199796"/>
                <a:gd name="connsiteY0" fmla="*/ 45095 h 239558"/>
                <a:gd name="connsiteX1" fmla="*/ 70484 w 199796"/>
                <a:gd name="connsiteY1" fmla="*/ 32447 h 239558"/>
                <a:gd name="connsiteX2" fmla="*/ 110940 w 199796"/>
                <a:gd name="connsiteY2" fmla="*/ 14964 h 239558"/>
                <a:gd name="connsiteX3" fmla="*/ 154590 w 199796"/>
                <a:gd name="connsiteY3" fmla="*/ 84525 h 239558"/>
                <a:gd name="connsiteX4" fmla="*/ 106681 w 199796"/>
                <a:gd name="connsiteY4" fmla="*/ 156318 h 239558"/>
                <a:gd name="connsiteX5" fmla="*/ 69064 w 199796"/>
                <a:gd name="connsiteY5" fmla="*/ 136231 h 239558"/>
                <a:gd name="connsiteX6" fmla="*/ 65161 w 199796"/>
                <a:gd name="connsiteY6" fmla="*/ 123956 h 239558"/>
                <a:gd name="connsiteX7" fmla="*/ 65161 w 199796"/>
                <a:gd name="connsiteY7" fmla="*/ 45095 h 239558"/>
                <a:gd name="connsiteX8" fmla="*/ 65161 w 199796"/>
                <a:gd name="connsiteY8" fmla="*/ 152971 h 239558"/>
                <a:gd name="connsiteX9" fmla="*/ 110585 w 199796"/>
                <a:gd name="connsiteY9" fmla="*/ 169710 h 239558"/>
                <a:gd name="connsiteX10" fmla="*/ 200014 w 199796"/>
                <a:gd name="connsiteY10" fmla="*/ 84525 h 239558"/>
                <a:gd name="connsiteX11" fmla="*/ 116618 w 199796"/>
                <a:gd name="connsiteY11" fmla="*/ 85 h 239558"/>
                <a:gd name="connsiteX12" fmla="*/ 63031 w 199796"/>
                <a:gd name="connsiteY12" fmla="*/ 18312 h 239558"/>
                <a:gd name="connsiteX13" fmla="*/ 63031 w 199796"/>
                <a:gd name="connsiteY13" fmla="*/ 85 h 239558"/>
                <a:gd name="connsiteX14" fmla="*/ 218 w 199796"/>
                <a:gd name="connsiteY14" fmla="*/ 3061 h 239558"/>
                <a:gd name="connsiteX15" fmla="*/ 218 w 199796"/>
                <a:gd name="connsiteY15" fmla="*/ 20544 h 239558"/>
                <a:gd name="connsiteX16" fmla="*/ 24704 w 199796"/>
                <a:gd name="connsiteY16" fmla="*/ 34679 h 239558"/>
                <a:gd name="connsiteX17" fmla="*/ 24704 w 199796"/>
                <a:gd name="connsiteY17" fmla="*/ 222160 h 239558"/>
                <a:gd name="connsiteX18" fmla="*/ 218 w 199796"/>
                <a:gd name="connsiteY18" fmla="*/ 222160 h 239558"/>
                <a:gd name="connsiteX19" fmla="*/ 218 w 199796"/>
                <a:gd name="connsiteY19" fmla="*/ 239643 h 239558"/>
                <a:gd name="connsiteX20" fmla="*/ 44932 w 199796"/>
                <a:gd name="connsiteY20" fmla="*/ 238527 h 239558"/>
                <a:gd name="connsiteX21" fmla="*/ 89647 w 199796"/>
                <a:gd name="connsiteY21" fmla="*/ 239643 h 239558"/>
                <a:gd name="connsiteX22" fmla="*/ 89647 w 199796"/>
                <a:gd name="connsiteY22" fmla="*/ 222160 h 239558"/>
                <a:gd name="connsiteX23" fmla="*/ 65161 w 199796"/>
                <a:gd name="connsiteY23" fmla="*/ 222160 h 239558"/>
                <a:gd name="connsiteX24" fmla="*/ 65161 w 199796"/>
                <a:gd name="connsiteY24" fmla="*/ 152971 h 239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9796" h="239558">
                  <a:moveTo>
                    <a:pt x="65161" y="45095"/>
                  </a:moveTo>
                  <a:cubicBezTo>
                    <a:pt x="65161" y="38027"/>
                    <a:pt x="65515" y="37655"/>
                    <a:pt x="70484" y="32447"/>
                  </a:cubicBezTo>
                  <a:cubicBezTo>
                    <a:pt x="84679" y="17196"/>
                    <a:pt x="103132" y="14964"/>
                    <a:pt x="110940" y="14964"/>
                  </a:cubicBezTo>
                  <a:cubicBezTo>
                    <a:pt x="134717" y="14964"/>
                    <a:pt x="154590" y="37655"/>
                    <a:pt x="154590" y="84525"/>
                  </a:cubicBezTo>
                  <a:cubicBezTo>
                    <a:pt x="154590" y="136975"/>
                    <a:pt x="129748" y="156318"/>
                    <a:pt x="106681" y="156318"/>
                  </a:cubicBezTo>
                  <a:cubicBezTo>
                    <a:pt x="101713" y="156318"/>
                    <a:pt x="85034" y="156318"/>
                    <a:pt x="69064" y="136231"/>
                  </a:cubicBezTo>
                  <a:cubicBezTo>
                    <a:pt x="65161" y="131395"/>
                    <a:pt x="65161" y="131023"/>
                    <a:pt x="65161" y="123956"/>
                  </a:cubicBezTo>
                  <a:lnTo>
                    <a:pt x="65161" y="45095"/>
                  </a:lnTo>
                  <a:close/>
                  <a:moveTo>
                    <a:pt x="65161" y="152971"/>
                  </a:moveTo>
                  <a:cubicBezTo>
                    <a:pt x="80420" y="165990"/>
                    <a:pt x="96035" y="169710"/>
                    <a:pt x="110585" y="169710"/>
                  </a:cubicBezTo>
                  <a:cubicBezTo>
                    <a:pt x="163817" y="169710"/>
                    <a:pt x="200014" y="136231"/>
                    <a:pt x="200014" y="84525"/>
                  </a:cubicBezTo>
                  <a:cubicBezTo>
                    <a:pt x="200014" y="35051"/>
                    <a:pt x="167720" y="85"/>
                    <a:pt x="116618" y="85"/>
                  </a:cubicBezTo>
                  <a:cubicBezTo>
                    <a:pt x="90002" y="85"/>
                    <a:pt x="71193" y="11616"/>
                    <a:pt x="63031" y="18312"/>
                  </a:cubicBezTo>
                  <a:lnTo>
                    <a:pt x="63031" y="85"/>
                  </a:lnTo>
                  <a:lnTo>
                    <a:pt x="218" y="3061"/>
                  </a:lnTo>
                  <a:lnTo>
                    <a:pt x="218" y="20544"/>
                  </a:lnTo>
                  <a:cubicBezTo>
                    <a:pt x="22220" y="20544"/>
                    <a:pt x="24704" y="20544"/>
                    <a:pt x="24704" y="34679"/>
                  </a:cubicBezTo>
                  <a:lnTo>
                    <a:pt x="24704" y="222160"/>
                  </a:lnTo>
                  <a:lnTo>
                    <a:pt x="218" y="222160"/>
                  </a:lnTo>
                  <a:lnTo>
                    <a:pt x="218" y="239643"/>
                  </a:lnTo>
                  <a:cubicBezTo>
                    <a:pt x="10154" y="239271"/>
                    <a:pt x="31447" y="238527"/>
                    <a:pt x="44932" y="238527"/>
                  </a:cubicBezTo>
                  <a:cubicBezTo>
                    <a:pt x="58773" y="238527"/>
                    <a:pt x="79711" y="239271"/>
                    <a:pt x="89647" y="239643"/>
                  </a:cubicBezTo>
                  <a:lnTo>
                    <a:pt x="89647" y="222160"/>
                  </a:lnTo>
                  <a:lnTo>
                    <a:pt x="65161" y="222160"/>
                  </a:lnTo>
                  <a:lnTo>
                    <a:pt x="65161" y="152971"/>
                  </a:ln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A98BE7F8-2CF9-7853-B24E-C81B6FB8452A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1172494" y="7433538"/>
              <a:ext cx="138615" cy="165347"/>
            </a:xfrm>
            <a:custGeom>
              <a:avLst/>
              <a:gdLst>
                <a:gd name="connsiteX0" fmla="*/ 19104 w 138615"/>
                <a:gd name="connsiteY0" fmla="*/ 146685 h 165347"/>
                <a:gd name="connsiteX1" fmla="*/ 6931 w 138615"/>
                <a:gd name="connsiteY1" fmla="*/ 156060 h 165347"/>
                <a:gd name="connsiteX2" fmla="*/ 224 w 138615"/>
                <a:gd name="connsiteY2" fmla="*/ 161528 h 165347"/>
                <a:gd name="connsiteX3" fmla="*/ 3702 w 138615"/>
                <a:gd name="connsiteY3" fmla="*/ 165434 h 165347"/>
                <a:gd name="connsiteX4" fmla="*/ 25066 w 138615"/>
                <a:gd name="connsiteY4" fmla="*/ 164392 h 165347"/>
                <a:gd name="connsiteX5" fmla="*/ 51149 w 138615"/>
                <a:gd name="connsiteY5" fmla="*/ 165434 h 165347"/>
                <a:gd name="connsiteX6" fmla="*/ 56118 w 138615"/>
                <a:gd name="connsiteY6" fmla="*/ 159705 h 165347"/>
                <a:gd name="connsiteX7" fmla="*/ 49659 w 138615"/>
                <a:gd name="connsiteY7" fmla="*/ 156060 h 165347"/>
                <a:gd name="connsiteX8" fmla="*/ 37486 w 138615"/>
                <a:gd name="connsiteY8" fmla="*/ 152935 h 165347"/>
                <a:gd name="connsiteX9" fmla="*/ 40219 w 138615"/>
                <a:gd name="connsiteY9" fmla="*/ 140957 h 165347"/>
                <a:gd name="connsiteX10" fmla="*/ 49410 w 138615"/>
                <a:gd name="connsiteY10" fmla="*/ 102159 h 165347"/>
                <a:gd name="connsiteX11" fmla="*/ 74997 w 138615"/>
                <a:gd name="connsiteY11" fmla="*/ 117522 h 165347"/>
                <a:gd name="connsiteX12" fmla="*/ 138840 w 138615"/>
                <a:gd name="connsiteY12" fmla="*/ 43571 h 165347"/>
                <a:gd name="connsiteX13" fmla="*/ 101577 w 138615"/>
                <a:gd name="connsiteY13" fmla="*/ 86 h 165347"/>
                <a:gd name="connsiteX14" fmla="*/ 66303 w 138615"/>
                <a:gd name="connsiteY14" fmla="*/ 18313 h 165347"/>
                <a:gd name="connsiteX15" fmla="*/ 40716 w 138615"/>
                <a:gd name="connsiteY15" fmla="*/ 86 h 165347"/>
                <a:gd name="connsiteX16" fmla="*/ 21091 w 138615"/>
                <a:gd name="connsiteY16" fmla="*/ 13887 h 165347"/>
                <a:gd name="connsiteX17" fmla="*/ 12148 w 138615"/>
                <a:gd name="connsiteY17" fmla="*/ 39926 h 165347"/>
                <a:gd name="connsiteX18" fmla="*/ 16371 w 138615"/>
                <a:gd name="connsiteY18" fmla="*/ 43311 h 165347"/>
                <a:gd name="connsiteX19" fmla="*/ 21836 w 138615"/>
                <a:gd name="connsiteY19" fmla="*/ 35499 h 165347"/>
                <a:gd name="connsiteX20" fmla="*/ 39971 w 138615"/>
                <a:gd name="connsiteY20" fmla="*/ 7377 h 165347"/>
                <a:gd name="connsiteX21" fmla="*/ 48168 w 138615"/>
                <a:gd name="connsiteY21" fmla="*/ 20136 h 165347"/>
                <a:gd name="connsiteX22" fmla="*/ 47423 w 138615"/>
                <a:gd name="connsiteY22" fmla="*/ 27948 h 165347"/>
                <a:gd name="connsiteX23" fmla="*/ 19104 w 138615"/>
                <a:gd name="connsiteY23" fmla="*/ 146685 h 165347"/>
                <a:gd name="connsiteX24" fmla="*/ 66054 w 138615"/>
                <a:gd name="connsiteY24" fmla="*/ 31333 h 165347"/>
                <a:gd name="connsiteX25" fmla="*/ 100832 w 138615"/>
                <a:gd name="connsiteY25" fmla="*/ 7377 h 165347"/>
                <a:gd name="connsiteX26" fmla="*/ 118966 w 138615"/>
                <a:gd name="connsiteY26" fmla="*/ 32635 h 165347"/>
                <a:gd name="connsiteX27" fmla="*/ 106049 w 138615"/>
                <a:gd name="connsiteY27" fmla="*/ 84973 h 165347"/>
                <a:gd name="connsiteX28" fmla="*/ 74997 w 138615"/>
                <a:gd name="connsiteY28" fmla="*/ 110231 h 165347"/>
                <a:gd name="connsiteX29" fmla="*/ 52888 w 138615"/>
                <a:gd name="connsiteY29" fmla="*/ 87577 h 165347"/>
                <a:gd name="connsiteX30" fmla="*/ 53633 w 138615"/>
                <a:gd name="connsiteY30" fmla="*/ 83671 h 165347"/>
                <a:gd name="connsiteX31" fmla="*/ 66054 w 138615"/>
                <a:gd name="connsiteY31" fmla="*/ 31333 h 16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38615" h="165347">
                  <a:moveTo>
                    <a:pt x="19104" y="146685"/>
                  </a:moveTo>
                  <a:cubicBezTo>
                    <a:pt x="17365" y="153976"/>
                    <a:pt x="16868" y="156060"/>
                    <a:pt x="6931" y="156060"/>
                  </a:cubicBezTo>
                  <a:cubicBezTo>
                    <a:pt x="3702" y="156060"/>
                    <a:pt x="224" y="156060"/>
                    <a:pt x="224" y="161528"/>
                  </a:cubicBezTo>
                  <a:cubicBezTo>
                    <a:pt x="224" y="164392"/>
                    <a:pt x="2460" y="165434"/>
                    <a:pt x="3702" y="165434"/>
                  </a:cubicBezTo>
                  <a:cubicBezTo>
                    <a:pt x="10161" y="165434"/>
                    <a:pt x="18358" y="164392"/>
                    <a:pt x="25066" y="164392"/>
                  </a:cubicBezTo>
                  <a:cubicBezTo>
                    <a:pt x="33512" y="164392"/>
                    <a:pt x="42952" y="165434"/>
                    <a:pt x="51149" y="165434"/>
                  </a:cubicBezTo>
                  <a:cubicBezTo>
                    <a:pt x="53385" y="165434"/>
                    <a:pt x="56118" y="164652"/>
                    <a:pt x="56118" y="159705"/>
                  </a:cubicBezTo>
                  <a:cubicBezTo>
                    <a:pt x="56118" y="156060"/>
                    <a:pt x="52640" y="156060"/>
                    <a:pt x="49659" y="156060"/>
                  </a:cubicBezTo>
                  <a:cubicBezTo>
                    <a:pt x="44194" y="156060"/>
                    <a:pt x="37486" y="156060"/>
                    <a:pt x="37486" y="152935"/>
                  </a:cubicBezTo>
                  <a:cubicBezTo>
                    <a:pt x="37486" y="151633"/>
                    <a:pt x="39225" y="144863"/>
                    <a:pt x="40219" y="140957"/>
                  </a:cubicBezTo>
                  <a:cubicBezTo>
                    <a:pt x="43200" y="127156"/>
                    <a:pt x="46678" y="113095"/>
                    <a:pt x="49410" y="102159"/>
                  </a:cubicBezTo>
                  <a:cubicBezTo>
                    <a:pt x="52391" y="107367"/>
                    <a:pt x="60092" y="117522"/>
                    <a:pt x="74997" y="117522"/>
                  </a:cubicBezTo>
                  <a:cubicBezTo>
                    <a:pt x="105304" y="117522"/>
                    <a:pt x="138840" y="82369"/>
                    <a:pt x="138840" y="43571"/>
                  </a:cubicBezTo>
                  <a:cubicBezTo>
                    <a:pt x="138840" y="13106"/>
                    <a:pt x="118718" y="86"/>
                    <a:pt x="101577" y="86"/>
                  </a:cubicBezTo>
                  <a:cubicBezTo>
                    <a:pt x="86176" y="86"/>
                    <a:pt x="73010" y="11023"/>
                    <a:pt x="66303" y="18313"/>
                  </a:cubicBezTo>
                  <a:cubicBezTo>
                    <a:pt x="62079" y="3471"/>
                    <a:pt x="48168" y="86"/>
                    <a:pt x="40716" y="86"/>
                  </a:cubicBezTo>
                  <a:cubicBezTo>
                    <a:pt x="31028" y="86"/>
                    <a:pt x="25066" y="6856"/>
                    <a:pt x="21091" y="13887"/>
                  </a:cubicBezTo>
                  <a:cubicBezTo>
                    <a:pt x="16123" y="22740"/>
                    <a:pt x="12148" y="38363"/>
                    <a:pt x="12148" y="39926"/>
                  </a:cubicBezTo>
                  <a:cubicBezTo>
                    <a:pt x="12148" y="43311"/>
                    <a:pt x="15626" y="43311"/>
                    <a:pt x="16371" y="43311"/>
                  </a:cubicBezTo>
                  <a:cubicBezTo>
                    <a:pt x="19849" y="43311"/>
                    <a:pt x="20097" y="42530"/>
                    <a:pt x="21836" y="35499"/>
                  </a:cubicBezTo>
                  <a:cubicBezTo>
                    <a:pt x="25563" y="20397"/>
                    <a:pt x="30282" y="7377"/>
                    <a:pt x="39971" y="7377"/>
                  </a:cubicBezTo>
                  <a:cubicBezTo>
                    <a:pt x="46429" y="7377"/>
                    <a:pt x="48168" y="13106"/>
                    <a:pt x="48168" y="20136"/>
                  </a:cubicBezTo>
                  <a:cubicBezTo>
                    <a:pt x="48168" y="23000"/>
                    <a:pt x="47671" y="26386"/>
                    <a:pt x="47423" y="27948"/>
                  </a:cubicBezTo>
                  <a:lnTo>
                    <a:pt x="19104" y="146685"/>
                  </a:lnTo>
                  <a:close/>
                  <a:moveTo>
                    <a:pt x="66054" y="31333"/>
                  </a:moveTo>
                  <a:cubicBezTo>
                    <a:pt x="80462" y="11283"/>
                    <a:pt x="92883" y="7377"/>
                    <a:pt x="100832" y="7377"/>
                  </a:cubicBezTo>
                  <a:cubicBezTo>
                    <a:pt x="110520" y="7377"/>
                    <a:pt x="118966" y="14928"/>
                    <a:pt x="118966" y="32635"/>
                  </a:cubicBezTo>
                  <a:cubicBezTo>
                    <a:pt x="118966" y="43311"/>
                    <a:pt x="113501" y="69871"/>
                    <a:pt x="106049" y="84973"/>
                  </a:cubicBezTo>
                  <a:cubicBezTo>
                    <a:pt x="99838" y="97732"/>
                    <a:pt x="87666" y="110231"/>
                    <a:pt x="74997" y="110231"/>
                  </a:cubicBezTo>
                  <a:cubicBezTo>
                    <a:pt x="57360" y="110231"/>
                    <a:pt x="52888" y="90181"/>
                    <a:pt x="52888" y="87577"/>
                  </a:cubicBezTo>
                  <a:cubicBezTo>
                    <a:pt x="52888" y="86536"/>
                    <a:pt x="53385" y="84713"/>
                    <a:pt x="53633" y="83671"/>
                  </a:cubicBezTo>
                  <a:lnTo>
                    <a:pt x="66054" y="31333"/>
                  </a:ln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887C07A6-3259-A5C4-2CBE-F7D4FD13F785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1336425" y="7387189"/>
              <a:ext cx="182833" cy="191907"/>
            </a:xfrm>
            <a:custGeom>
              <a:avLst/>
              <a:gdLst>
                <a:gd name="connsiteX0" fmla="*/ 97855 w 182833"/>
                <a:gd name="connsiteY0" fmla="*/ 102419 h 191907"/>
                <a:gd name="connsiteX1" fmla="*/ 173870 w 182833"/>
                <a:gd name="connsiteY1" fmla="*/ 102419 h 191907"/>
                <a:gd name="connsiteX2" fmla="*/ 183062 w 182833"/>
                <a:gd name="connsiteY2" fmla="*/ 96170 h 191907"/>
                <a:gd name="connsiteX3" fmla="*/ 173870 w 182833"/>
                <a:gd name="connsiteY3" fmla="*/ 89660 h 191907"/>
                <a:gd name="connsiteX4" fmla="*/ 97855 w 182833"/>
                <a:gd name="connsiteY4" fmla="*/ 89660 h 191907"/>
                <a:gd name="connsiteX5" fmla="*/ 97855 w 182833"/>
                <a:gd name="connsiteY5" fmla="*/ 9721 h 191907"/>
                <a:gd name="connsiteX6" fmla="*/ 91893 w 182833"/>
                <a:gd name="connsiteY6" fmla="*/ 86 h 191907"/>
                <a:gd name="connsiteX7" fmla="*/ 85683 w 182833"/>
                <a:gd name="connsiteY7" fmla="*/ 9721 h 191907"/>
                <a:gd name="connsiteX8" fmla="*/ 85683 w 182833"/>
                <a:gd name="connsiteY8" fmla="*/ 89660 h 191907"/>
                <a:gd name="connsiteX9" fmla="*/ 9420 w 182833"/>
                <a:gd name="connsiteY9" fmla="*/ 89660 h 191907"/>
                <a:gd name="connsiteX10" fmla="*/ 228 w 182833"/>
                <a:gd name="connsiteY10" fmla="*/ 95910 h 191907"/>
                <a:gd name="connsiteX11" fmla="*/ 9420 w 182833"/>
                <a:gd name="connsiteY11" fmla="*/ 102419 h 191907"/>
                <a:gd name="connsiteX12" fmla="*/ 85683 w 182833"/>
                <a:gd name="connsiteY12" fmla="*/ 102419 h 191907"/>
                <a:gd name="connsiteX13" fmla="*/ 85683 w 182833"/>
                <a:gd name="connsiteY13" fmla="*/ 182359 h 191907"/>
                <a:gd name="connsiteX14" fmla="*/ 91645 w 182833"/>
                <a:gd name="connsiteY14" fmla="*/ 191993 h 191907"/>
                <a:gd name="connsiteX15" fmla="*/ 97855 w 182833"/>
                <a:gd name="connsiteY15" fmla="*/ 182359 h 191907"/>
                <a:gd name="connsiteX16" fmla="*/ 97855 w 182833"/>
                <a:gd name="connsiteY16" fmla="*/ 102419 h 191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82833" h="191907">
                  <a:moveTo>
                    <a:pt x="97855" y="102419"/>
                  </a:moveTo>
                  <a:lnTo>
                    <a:pt x="173870" y="102419"/>
                  </a:lnTo>
                  <a:cubicBezTo>
                    <a:pt x="177100" y="102419"/>
                    <a:pt x="183062" y="102419"/>
                    <a:pt x="183062" y="96170"/>
                  </a:cubicBezTo>
                  <a:cubicBezTo>
                    <a:pt x="183062" y="89660"/>
                    <a:pt x="177348" y="89660"/>
                    <a:pt x="173870" y="89660"/>
                  </a:cubicBezTo>
                  <a:lnTo>
                    <a:pt x="97855" y="89660"/>
                  </a:lnTo>
                  <a:lnTo>
                    <a:pt x="97855" y="9721"/>
                  </a:lnTo>
                  <a:cubicBezTo>
                    <a:pt x="97855" y="6336"/>
                    <a:pt x="97855" y="86"/>
                    <a:pt x="91893" y="86"/>
                  </a:cubicBezTo>
                  <a:cubicBezTo>
                    <a:pt x="85683" y="86"/>
                    <a:pt x="85683" y="6075"/>
                    <a:pt x="85683" y="9721"/>
                  </a:cubicBezTo>
                  <a:lnTo>
                    <a:pt x="85683" y="89660"/>
                  </a:lnTo>
                  <a:lnTo>
                    <a:pt x="9420" y="89660"/>
                  </a:lnTo>
                  <a:cubicBezTo>
                    <a:pt x="6190" y="89660"/>
                    <a:pt x="228" y="89660"/>
                    <a:pt x="228" y="95910"/>
                  </a:cubicBezTo>
                  <a:cubicBezTo>
                    <a:pt x="228" y="102419"/>
                    <a:pt x="5942" y="102419"/>
                    <a:pt x="9420" y="102419"/>
                  </a:cubicBezTo>
                  <a:lnTo>
                    <a:pt x="85683" y="102419"/>
                  </a:lnTo>
                  <a:lnTo>
                    <a:pt x="85683" y="182359"/>
                  </a:lnTo>
                  <a:cubicBezTo>
                    <a:pt x="85683" y="185744"/>
                    <a:pt x="85683" y="191993"/>
                    <a:pt x="91645" y="191993"/>
                  </a:cubicBezTo>
                  <a:cubicBezTo>
                    <a:pt x="97855" y="191993"/>
                    <a:pt x="97855" y="186004"/>
                    <a:pt x="97855" y="182359"/>
                  </a:cubicBezTo>
                  <a:lnTo>
                    <a:pt x="97855" y="102419"/>
                  </a:ln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ECC64B32-ED65-F38B-4A1E-01C112663E63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1552046" y="7362452"/>
              <a:ext cx="109550" cy="189042"/>
            </a:xfrm>
            <a:custGeom>
              <a:avLst/>
              <a:gdLst>
                <a:gd name="connsiteX0" fmla="*/ 58363 w 109550"/>
                <a:gd name="connsiteY0" fmla="*/ 72735 h 189042"/>
                <a:gd name="connsiteX1" fmla="*/ 234 w 109550"/>
                <a:gd name="connsiteY1" fmla="*/ 143561 h 189042"/>
                <a:gd name="connsiteX2" fmla="*/ 44949 w 109550"/>
                <a:gd name="connsiteY2" fmla="*/ 189129 h 189042"/>
                <a:gd name="connsiteX3" fmla="*/ 98358 w 109550"/>
                <a:gd name="connsiteY3" fmla="*/ 114137 h 189042"/>
                <a:gd name="connsiteX4" fmla="*/ 77740 w 109550"/>
                <a:gd name="connsiteY4" fmla="*/ 65184 h 189042"/>
                <a:gd name="connsiteX5" fmla="*/ 49917 w 109550"/>
                <a:gd name="connsiteY5" fmla="*/ 20917 h 189042"/>
                <a:gd name="connsiteX6" fmla="*/ 63580 w 109550"/>
                <a:gd name="connsiteY6" fmla="*/ 9981 h 189042"/>
                <a:gd name="connsiteX7" fmla="*/ 84447 w 109550"/>
                <a:gd name="connsiteY7" fmla="*/ 17272 h 189042"/>
                <a:gd name="connsiteX8" fmla="*/ 99352 w 109550"/>
                <a:gd name="connsiteY8" fmla="*/ 24042 h 189042"/>
                <a:gd name="connsiteX9" fmla="*/ 109785 w 109550"/>
                <a:gd name="connsiteY9" fmla="*/ 13106 h 189042"/>
                <a:gd name="connsiteX10" fmla="*/ 93142 w 109550"/>
                <a:gd name="connsiteY10" fmla="*/ 3211 h 189042"/>
                <a:gd name="connsiteX11" fmla="*/ 70784 w 109550"/>
                <a:gd name="connsiteY11" fmla="*/ 86 h 189042"/>
                <a:gd name="connsiteX12" fmla="*/ 41720 w 109550"/>
                <a:gd name="connsiteY12" fmla="*/ 27427 h 189042"/>
                <a:gd name="connsiteX13" fmla="*/ 58363 w 109550"/>
                <a:gd name="connsiteY13" fmla="*/ 72735 h 189042"/>
                <a:gd name="connsiteX14" fmla="*/ 62587 w 109550"/>
                <a:gd name="connsiteY14" fmla="*/ 79765 h 189042"/>
                <a:gd name="connsiteX15" fmla="*/ 78485 w 109550"/>
                <a:gd name="connsiteY15" fmla="*/ 125334 h 189042"/>
                <a:gd name="connsiteX16" fmla="*/ 45446 w 109550"/>
                <a:gd name="connsiteY16" fmla="*/ 181838 h 189042"/>
                <a:gd name="connsiteX17" fmla="*/ 18369 w 109550"/>
                <a:gd name="connsiteY17" fmla="*/ 150852 h 189042"/>
                <a:gd name="connsiteX18" fmla="*/ 62587 w 109550"/>
                <a:gd name="connsiteY18" fmla="*/ 79765 h 189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550" h="189042">
                  <a:moveTo>
                    <a:pt x="58363" y="72735"/>
                  </a:moveTo>
                  <a:cubicBezTo>
                    <a:pt x="21101" y="82630"/>
                    <a:pt x="234" y="116220"/>
                    <a:pt x="234" y="143561"/>
                  </a:cubicBezTo>
                  <a:cubicBezTo>
                    <a:pt x="234" y="171162"/>
                    <a:pt x="20356" y="189129"/>
                    <a:pt x="44949" y="189129"/>
                  </a:cubicBezTo>
                  <a:cubicBezTo>
                    <a:pt x="75007" y="189129"/>
                    <a:pt x="98358" y="152154"/>
                    <a:pt x="98358" y="114137"/>
                  </a:cubicBezTo>
                  <a:cubicBezTo>
                    <a:pt x="98358" y="88879"/>
                    <a:pt x="85441" y="74037"/>
                    <a:pt x="77740" y="65184"/>
                  </a:cubicBezTo>
                  <a:cubicBezTo>
                    <a:pt x="68548" y="54247"/>
                    <a:pt x="49917" y="32895"/>
                    <a:pt x="49917" y="20917"/>
                  </a:cubicBezTo>
                  <a:cubicBezTo>
                    <a:pt x="49917" y="17532"/>
                    <a:pt x="53395" y="9981"/>
                    <a:pt x="63580" y="9981"/>
                  </a:cubicBezTo>
                  <a:cubicBezTo>
                    <a:pt x="72026" y="9981"/>
                    <a:pt x="78982" y="14147"/>
                    <a:pt x="84447" y="17272"/>
                  </a:cubicBezTo>
                  <a:cubicBezTo>
                    <a:pt x="86683" y="18574"/>
                    <a:pt x="95626" y="24042"/>
                    <a:pt x="99352" y="24042"/>
                  </a:cubicBezTo>
                  <a:cubicBezTo>
                    <a:pt x="105314" y="24042"/>
                    <a:pt x="109785" y="18313"/>
                    <a:pt x="109785" y="13106"/>
                  </a:cubicBezTo>
                  <a:cubicBezTo>
                    <a:pt x="109785" y="6596"/>
                    <a:pt x="106556" y="6075"/>
                    <a:pt x="93142" y="3211"/>
                  </a:cubicBezTo>
                  <a:cubicBezTo>
                    <a:pt x="90161" y="2690"/>
                    <a:pt x="78733" y="86"/>
                    <a:pt x="70784" y="86"/>
                  </a:cubicBezTo>
                  <a:cubicBezTo>
                    <a:pt x="52153" y="86"/>
                    <a:pt x="41720" y="11543"/>
                    <a:pt x="41720" y="27427"/>
                  </a:cubicBezTo>
                  <a:cubicBezTo>
                    <a:pt x="41720" y="41228"/>
                    <a:pt x="49669" y="57112"/>
                    <a:pt x="58363" y="72735"/>
                  </a:cubicBezTo>
                  <a:close/>
                  <a:moveTo>
                    <a:pt x="62587" y="79765"/>
                  </a:moveTo>
                  <a:cubicBezTo>
                    <a:pt x="69542" y="91483"/>
                    <a:pt x="78485" y="106586"/>
                    <a:pt x="78485" y="125334"/>
                  </a:cubicBezTo>
                  <a:cubicBezTo>
                    <a:pt x="78485" y="146686"/>
                    <a:pt x="66313" y="181838"/>
                    <a:pt x="45446" y="181838"/>
                  </a:cubicBezTo>
                  <a:cubicBezTo>
                    <a:pt x="31783" y="181838"/>
                    <a:pt x="18369" y="172464"/>
                    <a:pt x="18369" y="150852"/>
                  </a:cubicBezTo>
                  <a:cubicBezTo>
                    <a:pt x="18369" y="133666"/>
                    <a:pt x="27808" y="88619"/>
                    <a:pt x="62587" y="79765"/>
                  </a:cubicBez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56B33484-610B-D360-5610-C867C226440C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1811081" y="7356054"/>
              <a:ext cx="235993" cy="87044"/>
            </a:xfrm>
            <a:custGeom>
              <a:avLst/>
              <a:gdLst>
                <a:gd name="connsiteX0" fmla="*/ 224170 w 235993"/>
                <a:gd name="connsiteY0" fmla="*/ 14964 h 87044"/>
                <a:gd name="connsiteX1" fmla="*/ 236236 w 235993"/>
                <a:gd name="connsiteY1" fmla="*/ 7524 h 87044"/>
                <a:gd name="connsiteX2" fmla="*/ 224525 w 235993"/>
                <a:gd name="connsiteY2" fmla="*/ 85 h 87044"/>
                <a:gd name="connsiteX3" fmla="*/ 11953 w 235993"/>
                <a:gd name="connsiteY3" fmla="*/ 85 h 87044"/>
                <a:gd name="connsiteX4" fmla="*/ 242 w 235993"/>
                <a:gd name="connsiteY4" fmla="*/ 7524 h 87044"/>
                <a:gd name="connsiteX5" fmla="*/ 12307 w 235993"/>
                <a:gd name="connsiteY5" fmla="*/ 14964 h 87044"/>
                <a:gd name="connsiteX6" fmla="*/ 224170 w 235993"/>
                <a:gd name="connsiteY6" fmla="*/ 14964 h 87044"/>
                <a:gd name="connsiteX7" fmla="*/ 224525 w 235993"/>
                <a:gd name="connsiteY7" fmla="*/ 87129 h 87044"/>
                <a:gd name="connsiteX8" fmla="*/ 236236 w 235993"/>
                <a:gd name="connsiteY8" fmla="*/ 79689 h 87044"/>
                <a:gd name="connsiteX9" fmla="*/ 224170 w 235993"/>
                <a:gd name="connsiteY9" fmla="*/ 72250 h 87044"/>
                <a:gd name="connsiteX10" fmla="*/ 12307 w 235993"/>
                <a:gd name="connsiteY10" fmla="*/ 72250 h 87044"/>
                <a:gd name="connsiteX11" fmla="*/ 242 w 235993"/>
                <a:gd name="connsiteY11" fmla="*/ 79689 h 87044"/>
                <a:gd name="connsiteX12" fmla="*/ 11953 w 235993"/>
                <a:gd name="connsiteY12" fmla="*/ 87129 h 87044"/>
                <a:gd name="connsiteX13" fmla="*/ 224525 w 235993"/>
                <a:gd name="connsiteY13" fmla="*/ 87129 h 87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993" h="87044">
                  <a:moveTo>
                    <a:pt x="224170" y="14964"/>
                  </a:moveTo>
                  <a:cubicBezTo>
                    <a:pt x="229493" y="14964"/>
                    <a:pt x="236236" y="14964"/>
                    <a:pt x="236236" y="7524"/>
                  </a:cubicBezTo>
                  <a:cubicBezTo>
                    <a:pt x="236236" y="85"/>
                    <a:pt x="229493" y="85"/>
                    <a:pt x="224525" y="85"/>
                  </a:cubicBezTo>
                  <a:lnTo>
                    <a:pt x="11953" y="85"/>
                  </a:lnTo>
                  <a:cubicBezTo>
                    <a:pt x="6984" y="85"/>
                    <a:pt x="242" y="85"/>
                    <a:pt x="242" y="7524"/>
                  </a:cubicBezTo>
                  <a:cubicBezTo>
                    <a:pt x="242" y="14964"/>
                    <a:pt x="6984" y="14964"/>
                    <a:pt x="12307" y="14964"/>
                  </a:cubicBezTo>
                  <a:lnTo>
                    <a:pt x="224170" y="14964"/>
                  </a:lnTo>
                  <a:close/>
                  <a:moveTo>
                    <a:pt x="224525" y="87129"/>
                  </a:moveTo>
                  <a:cubicBezTo>
                    <a:pt x="229493" y="87129"/>
                    <a:pt x="236236" y="87129"/>
                    <a:pt x="236236" y="79689"/>
                  </a:cubicBezTo>
                  <a:cubicBezTo>
                    <a:pt x="236236" y="72250"/>
                    <a:pt x="229493" y="72250"/>
                    <a:pt x="224170" y="72250"/>
                  </a:cubicBezTo>
                  <a:lnTo>
                    <a:pt x="12307" y="72250"/>
                  </a:lnTo>
                  <a:cubicBezTo>
                    <a:pt x="6984" y="72250"/>
                    <a:pt x="242" y="72250"/>
                    <a:pt x="242" y="79689"/>
                  </a:cubicBezTo>
                  <a:cubicBezTo>
                    <a:pt x="242" y="87129"/>
                    <a:pt x="6984" y="87129"/>
                    <a:pt x="11953" y="87129"/>
                  </a:cubicBezTo>
                  <a:lnTo>
                    <a:pt x="224525" y="87129"/>
                  </a:ln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C4EFEC25-0CE4-7FD2-6CC4-6B66496CEBB6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2179995" y="7237391"/>
              <a:ext cx="358781" cy="255181"/>
            </a:xfrm>
            <a:custGeom>
              <a:avLst/>
              <a:gdLst>
                <a:gd name="connsiteX0" fmla="*/ 179820 w 358781"/>
                <a:gd name="connsiteY0" fmla="*/ 206164 h 255181"/>
                <a:gd name="connsiteX1" fmla="*/ 94650 w 358781"/>
                <a:gd name="connsiteY1" fmla="*/ 9384 h 255181"/>
                <a:gd name="connsiteX2" fmla="*/ 79035 w 358781"/>
                <a:gd name="connsiteY2" fmla="*/ 85 h 255181"/>
                <a:gd name="connsiteX3" fmla="*/ 252 w 358781"/>
                <a:gd name="connsiteY3" fmla="*/ 85 h 255181"/>
                <a:gd name="connsiteX4" fmla="*/ 252 w 358781"/>
                <a:gd name="connsiteY4" fmla="*/ 17568 h 255181"/>
                <a:gd name="connsiteX5" fmla="*/ 38579 w 358781"/>
                <a:gd name="connsiteY5" fmla="*/ 17568 h 255181"/>
                <a:gd name="connsiteX6" fmla="*/ 38579 w 358781"/>
                <a:gd name="connsiteY6" fmla="*/ 226996 h 255181"/>
                <a:gd name="connsiteX7" fmla="*/ 28287 w 358781"/>
                <a:gd name="connsiteY7" fmla="*/ 236667 h 255181"/>
                <a:gd name="connsiteX8" fmla="*/ 9124 w 358781"/>
                <a:gd name="connsiteY8" fmla="*/ 237783 h 255181"/>
                <a:gd name="connsiteX9" fmla="*/ 252 w 358781"/>
                <a:gd name="connsiteY9" fmla="*/ 237783 h 255181"/>
                <a:gd name="connsiteX10" fmla="*/ 252 w 358781"/>
                <a:gd name="connsiteY10" fmla="*/ 255266 h 255181"/>
                <a:gd name="connsiteX11" fmla="*/ 47806 w 358781"/>
                <a:gd name="connsiteY11" fmla="*/ 254150 h 255181"/>
                <a:gd name="connsiteX12" fmla="*/ 95714 w 358781"/>
                <a:gd name="connsiteY12" fmla="*/ 255266 h 255181"/>
                <a:gd name="connsiteX13" fmla="*/ 95714 w 358781"/>
                <a:gd name="connsiteY13" fmla="*/ 237783 h 255181"/>
                <a:gd name="connsiteX14" fmla="*/ 86842 w 358781"/>
                <a:gd name="connsiteY14" fmla="*/ 237783 h 255181"/>
                <a:gd name="connsiteX15" fmla="*/ 68034 w 358781"/>
                <a:gd name="connsiteY15" fmla="*/ 236667 h 255181"/>
                <a:gd name="connsiteX16" fmla="*/ 57387 w 358781"/>
                <a:gd name="connsiteY16" fmla="*/ 226996 h 255181"/>
                <a:gd name="connsiteX17" fmla="*/ 57387 w 358781"/>
                <a:gd name="connsiteY17" fmla="*/ 22404 h 255181"/>
                <a:gd name="connsiteX18" fmla="*/ 57742 w 358781"/>
                <a:gd name="connsiteY18" fmla="*/ 22404 h 255181"/>
                <a:gd name="connsiteX19" fmla="*/ 154269 w 358781"/>
                <a:gd name="connsiteY19" fmla="*/ 245967 h 255181"/>
                <a:gd name="connsiteX20" fmla="*/ 165625 w 358781"/>
                <a:gd name="connsiteY20" fmla="*/ 255266 h 255181"/>
                <a:gd name="connsiteX21" fmla="*/ 176981 w 358781"/>
                <a:gd name="connsiteY21" fmla="*/ 246339 h 255181"/>
                <a:gd name="connsiteX22" fmla="*/ 275992 w 358781"/>
                <a:gd name="connsiteY22" fmla="*/ 17568 h 255181"/>
                <a:gd name="connsiteX23" fmla="*/ 276347 w 358781"/>
                <a:gd name="connsiteY23" fmla="*/ 17568 h 255181"/>
                <a:gd name="connsiteX24" fmla="*/ 276347 w 358781"/>
                <a:gd name="connsiteY24" fmla="*/ 237783 h 255181"/>
                <a:gd name="connsiteX25" fmla="*/ 238020 w 358781"/>
                <a:gd name="connsiteY25" fmla="*/ 237783 h 255181"/>
                <a:gd name="connsiteX26" fmla="*/ 238020 w 358781"/>
                <a:gd name="connsiteY26" fmla="*/ 255266 h 255181"/>
                <a:gd name="connsiteX27" fmla="*/ 298350 w 358781"/>
                <a:gd name="connsiteY27" fmla="*/ 254150 h 255181"/>
                <a:gd name="connsiteX28" fmla="*/ 359034 w 358781"/>
                <a:gd name="connsiteY28" fmla="*/ 255266 h 255181"/>
                <a:gd name="connsiteX29" fmla="*/ 359034 w 358781"/>
                <a:gd name="connsiteY29" fmla="*/ 237783 h 255181"/>
                <a:gd name="connsiteX30" fmla="*/ 320707 w 358781"/>
                <a:gd name="connsiteY30" fmla="*/ 237783 h 255181"/>
                <a:gd name="connsiteX31" fmla="*/ 320707 w 358781"/>
                <a:gd name="connsiteY31" fmla="*/ 17568 h 255181"/>
                <a:gd name="connsiteX32" fmla="*/ 359034 w 358781"/>
                <a:gd name="connsiteY32" fmla="*/ 17568 h 255181"/>
                <a:gd name="connsiteX33" fmla="*/ 359034 w 358781"/>
                <a:gd name="connsiteY33" fmla="*/ 85 h 255181"/>
                <a:gd name="connsiteX34" fmla="*/ 280606 w 358781"/>
                <a:gd name="connsiteY34" fmla="*/ 85 h 255181"/>
                <a:gd name="connsiteX35" fmla="*/ 264991 w 358781"/>
                <a:gd name="connsiteY35" fmla="*/ 9384 h 255181"/>
                <a:gd name="connsiteX36" fmla="*/ 179820 w 358781"/>
                <a:gd name="connsiteY36" fmla="*/ 206164 h 255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8781" h="255181">
                  <a:moveTo>
                    <a:pt x="179820" y="206164"/>
                  </a:moveTo>
                  <a:lnTo>
                    <a:pt x="94650" y="9384"/>
                  </a:lnTo>
                  <a:cubicBezTo>
                    <a:pt x="90746" y="85"/>
                    <a:pt x="86842" y="85"/>
                    <a:pt x="79035" y="85"/>
                  </a:cubicBezTo>
                  <a:lnTo>
                    <a:pt x="252" y="85"/>
                  </a:lnTo>
                  <a:lnTo>
                    <a:pt x="252" y="17568"/>
                  </a:lnTo>
                  <a:lnTo>
                    <a:pt x="38579" y="17568"/>
                  </a:lnTo>
                  <a:lnTo>
                    <a:pt x="38579" y="226996"/>
                  </a:lnTo>
                  <a:cubicBezTo>
                    <a:pt x="38579" y="235179"/>
                    <a:pt x="38224" y="235551"/>
                    <a:pt x="28287" y="236667"/>
                  </a:cubicBezTo>
                  <a:cubicBezTo>
                    <a:pt x="19770" y="237783"/>
                    <a:pt x="19061" y="237783"/>
                    <a:pt x="9124" y="237783"/>
                  </a:cubicBezTo>
                  <a:lnTo>
                    <a:pt x="252" y="237783"/>
                  </a:lnTo>
                  <a:lnTo>
                    <a:pt x="252" y="255266"/>
                  </a:lnTo>
                  <a:cubicBezTo>
                    <a:pt x="13737" y="254150"/>
                    <a:pt x="33965" y="254150"/>
                    <a:pt x="47806" y="254150"/>
                  </a:cubicBezTo>
                  <a:cubicBezTo>
                    <a:pt x="62711" y="254150"/>
                    <a:pt x="81164" y="254150"/>
                    <a:pt x="95714" y="255266"/>
                  </a:cubicBezTo>
                  <a:lnTo>
                    <a:pt x="95714" y="237783"/>
                  </a:lnTo>
                  <a:lnTo>
                    <a:pt x="86842" y="237783"/>
                  </a:lnTo>
                  <a:cubicBezTo>
                    <a:pt x="80455" y="237783"/>
                    <a:pt x="74422" y="237411"/>
                    <a:pt x="68034" y="236667"/>
                  </a:cubicBezTo>
                  <a:cubicBezTo>
                    <a:pt x="57742" y="235551"/>
                    <a:pt x="57387" y="235179"/>
                    <a:pt x="57387" y="226996"/>
                  </a:cubicBezTo>
                  <a:lnTo>
                    <a:pt x="57387" y="22404"/>
                  </a:lnTo>
                  <a:lnTo>
                    <a:pt x="57742" y="22404"/>
                  </a:lnTo>
                  <a:lnTo>
                    <a:pt x="154269" y="245967"/>
                  </a:lnTo>
                  <a:cubicBezTo>
                    <a:pt x="157463" y="253407"/>
                    <a:pt x="161722" y="255266"/>
                    <a:pt x="165625" y="255266"/>
                  </a:cubicBezTo>
                  <a:cubicBezTo>
                    <a:pt x="172723" y="255266"/>
                    <a:pt x="175562" y="249687"/>
                    <a:pt x="176981" y="246339"/>
                  </a:cubicBezTo>
                  <a:lnTo>
                    <a:pt x="275992" y="17568"/>
                  </a:lnTo>
                  <a:lnTo>
                    <a:pt x="276347" y="17568"/>
                  </a:lnTo>
                  <a:lnTo>
                    <a:pt x="276347" y="237783"/>
                  </a:lnTo>
                  <a:lnTo>
                    <a:pt x="238020" y="237783"/>
                  </a:lnTo>
                  <a:lnTo>
                    <a:pt x="238020" y="255266"/>
                  </a:lnTo>
                  <a:cubicBezTo>
                    <a:pt x="250796" y="254150"/>
                    <a:pt x="283800" y="254150"/>
                    <a:pt x="298350" y="254150"/>
                  </a:cubicBezTo>
                  <a:cubicBezTo>
                    <a:pt x="312900" y="254150"/>
                    <a:pt x="346258" y="254150"/>
                    <a:pt x="359034" y="255266"/>
                  </a:cubicBezTo>
                  <a:lnTo>
                    <a:pt x="359034" y="237783"/>
                  </a:lnTo>
                  <a:lnTo>
                    <a:pt x="320707" y="237783"/>
                  </a:lnTo>
                  <a:lnTo>
                    <a:pt x="320707" y="17568"/>
                  </a:lnTo>
                  <a:lnTo>
                    <a:pt x="359034" y="17568"/>
                  </a:lnTo>
                  <a:lnTo>
                    <a:pt x="359034" y="85"/>
                  </a:lnTo>
                  <a:lnTo>
                    <a:pt x="280606" y="85"/>
                  </a:lnTo>
                  <a:cubicBezTo>
                    <a:pt x="272798" y="85"/>
                    <a:pt x="268895" y="85"/>
                    <a:pt x="264991" y="9384"/>
                  </a:cubicBezTo>
                  <a:lnTo>
                    <a:pt x="179820" y="206164"/>
                  </a:ln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45846BB6-5662-5BEE-9002-9613776F59CB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2568359" y="7362452"/>
              <a:ext cx="109550" cy="189042"/>
            </a:xfrm>
            <a:custGeom>
              <a:avLst/>
              <a:gdLst>
                <a:gd name="connsiteX0" fmla="*/ 58392 w 109550"/>
                <a:gd name="connsiteY0" fmla="*/ 72735 h 189042"/>
                <a:gd name="connsiteX1" fmla="*/ 263 w 109550"/>
                <a:gd name="connsiteY1" fmla="*/ 143561 h 189042"/>
                <a:gd name="connsiteX2" fmla="*/ 44978 w 109550"/>
                <a:gd name="connsiteY2" fmla="*/ 189129 h 189042"/>
                <a:gd name="connsiteX3" fmla="*/ 98387 w 109550"/>
                <a:gd name="connsiteY3" fmla="*/ 114137 h 189042"/>
                <a:gd name="connsiteX4" fmla="*/ 77768 w 109550"/>
                <a:gd name="connsiteY4" fmla="*/ 65184 h 189042"/>
                <a:gd name="connsiteX5" fmla="*/ 49946 w 109550"/>
                <a:gd name="connsiteY5" fmla="*/ 20917 h 189042"/>
                <a:gd name="connsiteX6" fmla="*/ 63609 w 109550"/>
                <a:gd name="connsiteY6" fmla="*/ 9981 h 189042"/>
                <a:gd name="connsiteX7" fmla="*/ 84476 w 109550"/>
                <a:gd name="connsiteY7" fmla="*/ 17272 h 189042"/>
                <a:gd name="connsiteX8" fmla="*/ 99380 w 109550"/>
                <a:gd name="connsiteY8" fmla="*/ 24042 h 189042"/>
                <a:gd name="connsiteX9" fmla="*/ 109814 w 109550"/>
                <a:gd name="connsiteY9" fmla="*/ 13106 h 189042"/>
                <a:gd name="connsiteX10" fmla="*/ 93170 w 109550"/>
                <a:gd name="connsiteY10" fmla="*/ 3211 h 189042"/>
                <a:gd name="connsiteX11" fmla="*/ 70813 w 109550"/>
                <a:gd name="connsiteY11" fmla="*/ 86 h 189042"/>
                <a:gd name="connsiteX12" fmla="*/ 41748 w 109550"/>
                <a:gd name="connsiteY12" fmla="*/ 27427 h 189042"/>
                <a:gd name="connsiteX13" fmla="*/ 58392 w 109550"/>
                <a:gd name="connsiteY13" fmla="*/ 72735 h 189042"/>
                <a:gd name="connsiteX14" fmla="*/ 62615 w 109550"/>
                <a:gd name="connsiteY14" fmla="*/ 79765 h 189042"/>
                <a:gd name="connsiteX15" fmla="*/ 78514 w 109550"/>
                <a:gd name="connsiteY15" fmla="*/ 125334 h 189042"/>
                <a:gd name="connsiteX16" fmla="*/ 45474 w 109550"/>
                <a:gd name="connsiteY16" fmla="*/ 181838 h 189042"/>
                <a:gd name="connsiteX17" fmla="*/ 18397 w 109550"/>
                <a:gd name="connsiteY17" fmla="*/ 150852 h 189042"/>
                <a:gd name="connsiteX18" fmla="*/ 62615 w 109550"/>
                <a:gd name="connsiteY18" fmla="*/ 79765 h 189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550" h="189042">
                  <a:moveTo>
                    <a:pt x="58392" y="72735"/>
                  </a:moveTo>
                  <a:cubicBezTo>
                    <a:pt x="21130" y="82630"/>
                    <a:pt x="263" y="116220"/>
                    <a:pt x="263" y="143561"/>
                  </a:cubicBezTo>
                  <a:cubicBezTo>
                    <a:pt x="263" y="171162"/>
                    <a:pt x="20385" y="189129"/>
                    <a:pt x="44978" y="189129"/>
                  </a:cubicBezTo>
                  <a:cubicBezTo>
                    <a:pt x="75036" y="189129"/>
                    <a:pt x="98387" y="152154"/>
                    <a:pt x="98387" y="114137"/>
                  </a:cubicBezTo>
                  <a:cubicBezTo>
                    <a:pt x="98387" y="88879"/>
                    <a:pt x="85469" y="74037"/>
                    <a:pt x="77768" y="65184"/>
                  </a:cubicBezTo>
                  <a:cubicBezTo>
                    <a:pt x="68577" y="54247"/>
                    <a:pt x="49946" y="32895"/>
                    <a:pt x="49946" y="20917"/>
                  </a:cubicBezTo>
                  <a:cubicBezTo>
                    <a:pt x="49946" y="17532"/>
                    <a:pt x="53424" y="9981"/>
                    <a:pt x="63609" y="9981"/>
                  </a:cubicBezTo>
                  <a:cubicBezTo>
                    <a:pt x="72055" y="9981"/>
                    <a:pt x="79010" y="14147"/>
                    <a:pt x="84476" y="17272"/>
                  </a:cubicBezTo>
                  <a:cubicBezTo>
                    <a:pt x="86711" y="18574"/>
                    <a:pt x="95654" y="24042"/>
                    <a:pt x="99380" y="24042"/>
                  </a:cubicBezTo>
                  <a:cubicBezTo>
                    <a:pt x="105342" y="24042"/>
                    <a:pt x="109814" y="18313"/>
                    <a:pt x="109814" y="13106"/>
                  </a:cubicBezTo>
                  <a:cubicBezTo>
                    <a:pt x="109814" y="6596"/>
                    <a:pt x="106584" y="6075"/>
                    <a:pt x="93170" y="3211"/>
                  </a:cubicBezTo>
                  <a:cubicBezTo>
                    <a:pt x="90189" y="2690"/>
                    <a:pt x="78762" y="86"/>
                    <a:pt x="70813" y="86"/>
                  </a:cubicBezTo>
                  <a:cubicBezTo>
                    <a:pt x="52182" y="86"/>
                    <a:pt x="41748" y="11543"/>
                    <a:pt x="41748" y="27427"/>
                  </a:cubicBezTo>
                  <a:cubicBezTo>
                    <a:pt x="41748" y="41228"/>
                    <a:pt x="49697" y="57112"/>
                    <a:pt x="58392" y="72735"/>
                  </a:cubicBezTo>
                  <a:close/>
                  <a:moveTo>
                    <a:pt x="62615" y="79765"/>
                  </a:moveTo>
                  <a:cubicBezTo>
                    <a:pt x="69571" y="91483"/>
                    <a:pt x="78514" y="106586"/>
                    <a:pt x="78514" y="125334"/>
                  </a:cubicBezTo>
                  <a:cubicBezTo>
                    <a:pt x="78514" y="146686"/>
                    <a:pt x="66341" y="181838"/>
                    <a:pt x="45474" y="181838"/>
                  </a:cubicBezTo>
                  <a:cubicBezTo>
                    <a:pt x="31812" y="181838"/>
                    <a:pt x="18397" y="172464"/>
                    <a:pt x="18397" y="150852"/>
                  </a:cubicBezTo>
                  <a:cubicBezTo>
                    <a:pt x="18397" y="133666"/>
                    <a:pt x="27837" y="88619"/>
                    <a:pt x="62615" y="79765"/>
                  </a:cubicBez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2689FEDD-6995-2309-7D97-070ECE781960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2722077" y="7325179"/>
              <a:ext cx="199796" cy="239558"/>
            </a:xfrm>
            <a:custGeom>
              <a:avLst/>
              <a:gdLst>
                <a:gd name="connsiteX0" fmla="*/ 65210 w 199796"/>
                <a:gd name="connsiteY0" fmla="*/ 45095 h 239558"/>
                <a:gd name="connsiteX1" fmla="*/ 70533 w 199796"/>
                <a:gd name="connsiteY1" fmla="*/ 32447 h 239558"/>
                <a:gd name="connsiteX2" fmla="*/ 110989 w 199796"/>
                <a:gd name="connsiteY2" fmla="*/ 14964 h 239558"/>
                <a:gd name="connsiteX3" fmla="*/ 154639 w 199796"/>
                <a:gd name="connsiteY3" fmla="*/ 84525 h 239558"/>
                <a:gd name="connsiteX4" fmla="*/ 106731 w 199796"/>
                <a:gd name="connsiteY4" fmla="*/ 156318 h 239558"/>
                <a:gd name="connsiteX5" fmla="*/ 69114 w 199796"/>
                <a:gd name="connsiteY5" fmla="*/ 136231 h 239558"/>
                <a:gd name="connsiteX6" fmla="*/ 65210 w 199796"/>
                <a:gd name="connsiteY6" fmla="*/ 123956 h 239558"/>
                <a:gd name="connsiteX7" fmla="*/ 65210 w 199796"/>
                <a:gd name="connsiteY7" fmla="*/ 45095 h 239558"/>
                <a:gd name="connsiteX8" fmla="*/ 65210 w 199796"/>
                <a:gd name="connsiteY8" fmla="*/ 152971 h 239558"/>
                <a:gd name="connsiteX9" fmla="*/ 110634 w 199796"/>
                <a:gd name="connsiteY9" fmla="*/ 169710 h 239558"/>
                <a:gd name="connsiteX10" fmla="*/ 200064 w 199796"/>
                <a:gd name="connsiteY10" fmla="*/ 84525 h 239558"/>
                <a:gd name="connsiteX11" fmla="*/ 116667 w 199796"/>
                <a:gd name="connsiteY11" fmla="*/ 85 h 239558"/>
                <a:gd name="connsiteX12" fmla="*/ 63081 w 199796"/>
                <a:gd name="connsiteY12" fmla="*/ 18312 h 239558"/>
                <a:gd name="connsiteX13" fmla="*/ 63081 w 199796"/>
                <a:gd name="connsiteY13" fmla="*/ 85 h 239558"/>
                <a:gd name="connsiteX14" fmla="*/ 267 w 199796"/>
                <a:gd name="connsiteY14" fmla="*/ 3061 h 239558"/>
                <a:gd name="connsiteX15" fmla="*/ 267 w 199796"/>
                <a:gd name="connsiteY15" fmla="*/ 20544 h 239558"/>
                <a:gd name="connsiteX16" fmla="*/ 24754 w 199796"/>
                <a:gd name="connsiteY16" fmla="*/ 34679 h 239558"/>
                <a:gd name="connsiteX17" fmla="*/ 24754 w 199796"/>
                <a:gd name="connsiteY17" fmla="*/ 222160 h 239558"/>
                <a:gd name="connsiteX18" fmla="*/ 267 w 199796"/>
                <a:gd name="connsiteY18" fmla="*/ 222160 h 239558"/>
                <a:gd name="connsiteX19" fmla="*/ 267 w 199796"/>
                <a:gd name="connsiteY19" fmla="*/ 239643 h 239558"/>
                <a:gd name="connsiteX20" fmla="*/ 44982 w 199796"/>
                <a:gd name="connsiteY20" fmla="*/ 238527 h 239558"/>
                <a:gd name="connsiteX21" fmla="*/ 89697 w 199796"/>
                <a:gd name="connsiteY21" fmla="*/ 239643 h 239558"/>
                <a:gd name="connsiteX22" fmla="*/ 89697 w 199796"/>
                <a:gd name="connsiteY22" fmla="*/ 222160 h 239558"/>
                <a:gd name="connsiteX23" fmla="*/ 65210 w 199796"/>
                <a:gd name="connsiteY23" fmla="*/ 222160 h 239558"/>
                <a:gd name="connsiteX24" fmla="*/ 65210 w 199796"/>
                <a:gd name="connsiteY24" fmla="*/ 152971 h 239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9796" h="239558">
                  <a:moveTo>
                    <a:pt x="65210" y="45095"/>
                  </a:moveTo>
                  <a:cubicBezTo>
                    <a:pt x="65210" y="38027"/>
                    <a:pt x="65565" y="37655"/>
                    <a:pt x="70533" y="32447"/>
                  </a:cubicBezTo>
                  <a:cubicBezTo>
                    <a:pt x="84728" y="17196"/>
                    <a:pt x="103182" y="14964"/>
                    <a:pt x="110989" y="14964"/>
                  </a:cubicBezTo>
                  <a:cubicBezTo>
                    <a:pt x="134766" y="14964"/>
                    <a:pt x="154639" y="37655"/>
                    <a:pt x="154639" y="84525"/>
                  </a:cubicBezTo>
                  <a:cubicBezTo>
                    <a:pt x="154639" y="136975"/>
                    <a:pt x="129798" y="156318"/>
                    <a:pt x="106731" y="156318"/>
                  </a:cubicBezTo>
                  <a:cubicBezTo>
                    <a:pt x="101762" y="156318"/>
                    <a:pt x="85083" y="156318"/>
                    <a:pt x="69114" y="136231"/>
                  </a:cubicBezTo>
                  <a:cubicBezTo>
                    <a:pt x="65210" y="131395"/>
                    <a:pt x="65210" y="131023"/>
                    <a:pt x="65210" y="123956"/>
                  </a:cubicBezTo>
                  <a:lnTo>
                    <a:pt x="65210" y="45095"/>
                  </a:lnTo>
                  <a:close/>
                  <a:moveTo>
                    <a:pt x="65210" y="152971"/>
                  </a:moveTo>
                  <a:cubicBezTo>
                    <a:pt x="80470" y="165990"/>
                    <a:pt x="96084" y="169710"/>
                    <a:pt x="110634" y="169710"/>
                  </a:cubicBezTo>
                  <a:cubicBezTo>
                    <a:pt x="163866" y="169710"/>
                    <a:pt x="200064" y="136231"/>
                    <a:pt x="200064" y="84525"/>
                  </a:cubicBezTo>
                  <a:cubicBezTo>
                    <a:pt x="200064" y="35051"/>
                    <a:pt x="167770" y="85"/>
                    <a:pt x="116667" y="85"/>
                  </a:cubicBezTo>
                  <a:cubicBezTo>
                    <a:pt x="90052" y="85"/>
                    <a:pt x="71243" y="11616"/>
                    <a:pt x="63081" y="18312"/>
                  </a:cubicBezTo>
                  <a:lnTo>
                    <a:pt x="63081" y="85"/>
                  </a:lnTo>
                  <a:lnTo>
                    <a:pt x="267" y="3061"/>
                  </a:lnTo>
                  <a:lnTo>
                    <a:pt x="267" y="20544"/>
                  </a:lnTo>
                  <a:cubicBezTo>
                    <a:pt x="22270" y="20544"/>
                    <a:pt x="24754" y="20544"/>
                    <a:pt x="24754" y="34679"/>
                  </a:cubicBezTo>
                  <a:lnTo>
                    <a:pt x="24754" y="222160"/>
                  </a:lnTo>
                  <a:lnTo>
                    <a:pt x="267" y="222160"/>
                  </a:lnTo>
                  <a:lnTo>
                    <a:pt x="267" y="239643"/>
                  </a:lnTo>
                  <a:cubicBezTo>
                    <a:pt x="10204" y="239271"/>
                    <a:pt x="31497" y="238527"/>
                    <a:pt x="44982" y="238527"/>
                  </a:cubicBezTo>
                  <a:cubicBezTo>
                    <a:pt x="58822" y="238527"/>
                    <a:pt x="79760" y="239271"/>
                    <a:pt x="89697" y="239643"/>
                  </a:cubicBezTo>
                  <a:lnTo>
                    <a:pt x="89697" y="222160"/>
                  </a:lnTo>
                  <a:lnTo>
                    <a:pt x="65210" y="222160"/>
                  </a:lnTo>
                  <a:lnTo>
                    <a:pt x="65210" y="152971"/>
                  </a:ln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C2C1D517-0B25-C500-83A8-4C1D8BC37BA5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2935424" y="7433538"/>
              <a:ext cx="138615" cy="165347"/>
            </a:xfrm>
            <a:custGeom>
              <a:avLst/>
              <a:gdLst>
                <a:gd name="connsiteX0" fmla="*/ 19153 w 138615"/>
                <a:gd name="connsiteY0" fmla="*/ 146685 h 165347"/>
                <a:gd name="connsiteX1" fmla="*/ 6981 w 138615"/>
                <a:gd name="connsiteY1" fmla="*/ 156060 h 165347"/>
                <a:gd name="connsiteX2" fmla="*/ 274 w 138615"/>
                <a:gd name="connsiteY2" fmla="*/ 161528 h 165347"/>
                <a:gd name="connsiteX3" fmla="*/ 3752 w 138615"/>
                <a:gd name="connsiteY3" fmla="*/ 165434 h 165347"/>
                <a:gd name="connsiteX4" fmla="*/ 25115 w 138615"/>
                <a:gd name="connsiteY4" fmla="*/ 164392 h 165347"/>
                <a:gd name="connsiteX5" fmla="*/ 51199 w 138615"/>
                <a:gd name="connsiteY5" fmla="*/ 165434 h 165347"/>
                <a:gd name="connsiteX6" fmla="*/ 56167 w 138615"/>
                <a:gd name="connsiteY6" fmla="*/ 159705 h 165347"/>
                <a:gd name="connsiteX7" fmla="*/ 49708 w 138615"/>
                <a:gd name="connsiteY7" fmla="*/ 156060 h 165347"/>
                <a:gd name="connsiteX8" fmla="*/ 37536 w 138615"/>
                <a:gd name="connsiteY8" fmla="*/ 152935 h 165347"/>
                <a:gd name="connsiteX9" fmla="*/ 40268 w 138615"/>
                <a:gd name="connsiteY9" fmla="*/ 140957 h 165347"/>
                <a:gd name="connsiteX10" fmla="*/ 49460 w 138615"/>
                <a:gd name="connsiteY10" fmla="*/ 102159 h 165347"/>
                <a:gd name="connsiteX11" fmla="*/ 75047 w 138615"/>
                <a:gd name="connsiteY11" fmla="*/ 117522 h 165347"/>
                <a:gd name="connsiteX12" fmla="*/ 138889 w 138615"/>
                <a:gd name="connsiteY12" fmla="*/ 43571 h 165347"/>
                <a:gd name="connsiteX13" fmla="*/ 101627 w 138615"/>
                <a:gd name="connsiteY13" fmla="*/ 86 h 165347"/>
                <a:gd name="connsiteX14" fmla="*/ 66352 w 138615"/>
                <a:gd name="connsiteY14" fmla="*/ 18313 h 165347"/>
                <a:gd name="connsiteX15" fmla="*/ 40765 w 138615"/>
                <a:gd name="connsiteY15" fmla="*/ 86 h 165347"/>
                <a:gd name="connsiteX16" fmla="*/ 21141 w 138615"/>
                <a:gd name="connsiteY16" fmla="*/ 13887 h 165347"/>
                <a:gd name="connsiteX17" fmla="*/ 12198 w 138615"/>
                <a:gd name="connsiteY17" fmla="*/ 39926 h 165347"/>
                <a:gd name="connsiteX18" fmla="*/ 16421 w 138615"/>
                <a:gd name="connsiteY18" fmla="*/ 43311 h 165347"/>
                <a:gd name="connsiteX19" fmla="*/ 21886 w 138615"/>
                <a:gd name="connsiteY19" fmla="*/ 35499 h 165347"/>
                <a:gd name="connsiteX20" fmla="*/ 40020 w 138615"/>
                <a:gd name="connsiteY20" fmla="*/ 7377 h 165347"/>
                <a:gd name="connsiteX21" fmla="*/ 48218 w 138615"/>
                <a:gd name="connsiteY21" fmla="*/ 20136 h 165347"/>
                <a:gd name="connsiteX22" fmla="*/ 47472 w 138615"/>
                <a:gd name="connsiteY22" fmla="*/ 27948 h 165347"/>
                <a:gd name="connsiteX23" fmla="*/ 19153 w 138615"/>
                <a:gd name="connsiteY23" fmla="*/ 146685 h 165347"/>
                <a:gd name="connsiteX24" fmla="*/ 66104 w 138615"/>
                <a:gd name="connsiteY24" fmla="*/ 31333 h 165347"/>
                <a:gd name="connsiteX25" fmla="*/ 100882 w 138615"/>
                <a:gd name="connsiteY25" fmla="*/ 7377 h 165347"/>
                <a:gd name="connsiteX26" fmla="*/ 119016 w 138615"/>
                <a:gd name="connsiteY26" fmla="*/ 32635 h 165347"/>
                <a:gd name="connsiteX27" fmla="*/ 106098 w 138615"/>
                <a:gd name="connsiteY27" fmla="*/ 84973 h 165347"/>
                <a:gd name="connsiteX28" fmla="*/ 75047 w 138615"/>
                <a:gd name="connsiteY28" fmla="*/ 110231 h 165347"/>
                <a:gd name="connsiteX29" fmla="*/ 52938 w 138615"/>
                <a:gd name="connsiteY29" fmla="*/ 87577 h 165347"/>
                <a:gd name="connsiteX30" fmla="*/ 53683 w 138615"/>
                <a:gd name="connsiteY30" fmla="*/ 83671 h 165347"/>
                <a:gd name="connsiteX31" fmla="*/ 66104 w 138615"/>
                <a:gd name="connsiteY31" fmla="*/ 31333 h 16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38615" h="165347">
                  <a:moveTo>
                    <a:pt x="19153" y="146685"/>
                  </a:moveTo>
                  <a:cubicBezTo>
                    <a:pt x="17414" y="153976"/>
                    <a:pt x="16918" y="156060"/>
                    <a:pt x="6981" y="156060"/>
                  </a:cubicBezTo>
                  <a:cubicBezTo>
                    <a:pt x="3752" y="156060"/>
                    <a:pt x="274" y="156060"/>
                    <a:pt x="274" y="161528"/>
                  </a:cubicBezTo>
                  <a:cubicBezTo>
                    <a:pt x="274" y="164392"/>
                    <a:pt x="2509" y="165434"/>
                    <a:pt x="3752" y="165434"/>
                  </a:cubicBezTo>
                  <a:cubicBezTo>
                    <a:pt x="10210" y="165434"/>
                    <a:pt x="18408" y="164392"/>
                    <a:pt x="25115" y="164392"/>
                  </a:cubicBezTo>
                  <a:cubicBezTo>
                    <a:pt x="33561" y="164392"/>
                    <a:pt x="43001" y="165434"/>
                    <a:pt x="51199" y="165434"/>
                  </a:cubicBezTo>
                  <a:cubicBezTo>
                    <a:pt x="53434" y="165434"/>
                    <a:pt x="56167" y="164652"/>
                    <a:pt x="56167" y="159705"/>
                  </a:cubicBezTo>
                  <a:cubicBezTo>
                    <a:pt x="56167" y="156060"/>
                    <a:pt x="52689" y="156060"/>
                    <a:pt x="49708" y="156060"/>
                  </a:cubicBezTo>
                  <a:cubicBezTo>
                    <a:pt x="44243" y="156060"/>
                    <a:pt x="37536" y="156060"/>
                    <a:pt x="37536" y="152935"/>
                  </a:cubicBezTo>
                  <a:cubicBezTo>
                    <a:pt x="37536" y="151633"/>
                    <a:pt x="39275" y="144863"/>
                    <a:pt x="40268" y="140957"/>
                  </a:cubicBezTo>
                  <a:cubicBezTo>
                    <a:pt x="43249" y="127156"/>
                    <a:pt x="46727" y="113095"/>
                    <a:pt x="49460" y="102159"/>
                  </a:cubicBezTo>
                  <a:cubicBezTo>
                    <a:pt x="52441" y="107367"/>
                    <a:pt x="60142" y="117522"/>
                    <a:pt x="75047" y="117522"/>
                  </a:cubicBezTo>
                  <a:cubicBezTo>
                    <a:pt x="105353" y="117522"/>
                    <a:pt x="138889" y="82369"/>
                    <a:pt x="138889" y="43571"/>
                  </a:cubicBezTo>
                  <a:cubicBezTo>
                    <a:pt x="138889" y="13106"/>
                    <a:pt x="118768" y="86"/>
                    <a:pt x="101627" y="86"/>
                  </a:cubicBezTo>
                  <a:cubicBezTo>
                    <a:pt x="86225" y="86"/>
                    <a:pt x="73059" y="11023"/>
                    <a:pt x="66352" y="18313"/>
                  </a:cubicBezTo>
                  <a:cubicBezTo>
                    <a:pt x="62129" y="3471"/>
                    <a:pt x="48218" y="86"/>
                    <a:pt x="40765" y="86"/>
                  </a:cubicBezTo>
                  <a:cubicBezTo>
                    <a:pt x="31077" y="86"/>
                    <a:pt x="25115" y="6856"/>
                    <a:pt x="21141" y="13887"/>
                  </a:cubicBezTo>
                  <a:cubicBezTo>
                    <a:pt x="16172" y="22740"/>
                    <a:pt x="12198" y="38363"/>
                    <a:pt x="12198" y="39926"/>
                  </a:cubicBezTo>
                  <a:cubicBezTo>
                    <a:pt x="12198" y="43311"/>
                    <a:pt x="15675" y="43311"/>
                    <a:pt x="16421" y="43311"/>
                  </a:cubicBezTo>
                  <a:cubicBezTo>
                    <a:pt x="19898" y="43311"/>
                    <a:pt x="20147" y="42530"/>
                    <a:pt x="21886" y="35499"/>
                  </a:cubicBezTo>
                  <a:cubicBezTo>
                    <a:pt x="25612" y="20397"/>
                    <a:pt x="30332" y="7377"/>
                    <a:pt x="40020" y="7377"/>
                  </a:cubicBezTo>
                  <a:cubicBezTo>
                    <a:pt x="46479" y="7377"/>
                    <a:pt x="48218" y="13106"/>
                    <a:pt x="48218" y="20136"/>
                  </a:cubicBezTo>
                  <a:cubicBezTo>
                    <a:pt x="48218" y="23000"/>
                    <a:pt x="47721" y="26386"/>
                    <a:pt x="47472" y="27948"/>
                  </a:cubicBezTo>
                  <a:lnTo>
                    <a:pt x="19153" y="146685"/>
                  </a:lnTo>
                  <a:close/>
                  <a:moveTo>
                    <a:pt x="66104" y="31333"/>
                  </a:moveTo>
                  <a:cubicBezTo>
                    <a:pt x="80512" y="11283"/>
                    <a:pt x="92932" y="7377"/>
                    <a:pt x="100882" y="7377"/>
                  </a:cubicBezTo>
                  <a:cubicBezTo>
                    <a:pt x="110570" y="7377"/>
                    <a:pt x="119016" y="14928"/>
                    <a:pt x="119016" y="32635"/>
                  </a:cubicBezTo>
                  <a:cubicBezTo>
                    <a:pt x="119016" y="43311"/>
                    <a:pt x="113551" y="69871"/>
                    <a:pt x="106098" y="84973"/>
                  </a:cubicBezTo>
                  <a:cubicBezTo>
                    <a:pt x="99888" y="97732"/>
                    <a:pt x="87716" y="110231"/>
                    <a:pt x="75047" y="110231"/>
                  </a:cubicBezTo>
                  <a:cubicBezTo>
                    <a:pt x="57409" y="110231"/>
                    <a:pt x="52938" y="90181"/>
                    <a:pt x="52938" y="87577"/>
                  </a:cubicBezTo>
                  <a:cubicBezTo>
                    <a:pt x="52938" y="86536"/>
                    <a:pt x="53434" y="84713"/>
                    <a:pt x="53683" y="83671"/>
                  </a:cubicBezTo>
                  <a:lnTo>
                    <a:pt x="66104" y="31333"/>
                  </a:ln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61958206-55B1-7790-0644-A7CC470320A7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3489721" y="7213584"/>
              <a:ext cx="82331" cy="371985"/>
            </a:xfrm>
            <a:custGeom>
              <a:avLst/>
              <a:gdLst>
                <a:gd name="connsiteX0" fmla="*/ 82620 w 82331"/>
                <a:gd name="connsiteY0" fmla="*/ 368350 h 371985"/>
                <a:gd name="connsiteX1" fmla="*/ 76587 w 82331"/>
                <a:gd name="connsiteY1" fmla="*/ 360166 h 371985"/>
                <a:gd name="connsiteX2" fmla="*/ 20871 w 82331"/>
                <a:gd name="connsiteY2" fmla="*/ 186077 h 371985"/>
                <a:gd name="connsiteX3" fmla="*/ 78007 w 82331"/>
                <a:gd name="connsiteY3" fmla="*/ 10128 h 371985"/>
                <a:gd name="connsiteX4" fmla="*/ 82620 w 82331"/>
                <a:gd name="connsiteY4" fmla="*/ 3805 h 371985"/>
                <a:gd name="connsiteX5" fmla="*/ 79071 w 82331"/>
                <a:gd name="connsiteY5" fmla="*/ 85 h 371985"/>
                <a:gd name="connsiteX6" fmla="*/ 22646 w 82331"/>
                <a:gd name="connsiteY6" fmla="*/ 72622 h 371985"/>
                <a:gd name="connsiteX7" fmla="*/ 288 w 82331"/>
                <a:gd name="connsiteY7" fmla="*/ 186077 h 371985"/>
                <a:gd name="connsiteX8" fmla="*/ 23710 w 82331"/>
                <a:gd name="connsiteY8" fmla="*/ 302137 h 371985"/>
                <a:gd name="connsiteX9" fmla="*/ 79071 w 82331"/>
                <a:gd name="connsiteY9" fmla="*/ 372070 h 371985"/>
                <a:gd name="connsiteX10" fmla="*/ 82620 w 82331"/>
                <a:gd name="connsiteY10" fmla="*/ 368350 h 37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331" h="371985">
                  <a:moveTo>
                    <a:pt x="82620" y="368350"/>
                  </a:moveTo>
                  <a:cubicBezTo>
                    <a:pt x="82620" y="367234"/>
                    <a:pt x="82620" y="366490"/>
                    <a:pt x="76587" y="360166"/>
                  </a:cubicBezTo>
                  <a:cubicBezTo>
                    <a:pt x="32227" y="313296"/>
                    <a:pt x="20871" y="242991"/>
                    <a:pt x="20871" y="186077"/>
                  </a:cubicBezTo>
                  <a:cubicBezTo>
                    <a:pt x="20871" y="121352"/>
                    <a:pt x="34357" y="56626"/>
                    <a:pt x="78007" y="10128"/>
                  </a:cubicBezTo>
                  <a:cubicBezTo>
                    <a:pt x="82620" y="5664"/>
                    <a:pt x="82620" y="4920"/>
                    <a:pt x="82620" y="3805"/>
                  </a:cubicBezTo>
                  <a:cubicBezTo>
                    <a:pt x="82620" y="1201"/>
                    <a:pt x="81200" y="85"/>
                    <a:pt x="79071" y="85"/>
                  </a:cubicBezTo>
                  <a:cubicBezTo>
                    <a:pt x="75522" y="85"/>
                    <a:pt x="43583" y="25380"/>
                    <a:pt x="22646" y="72622"/>
                  </a:cubicBezTo>
                  <a:cubicBezTo>
                    <a:pt x="4547" y="113540"/>
                    <a:pt x="288" y="154830"/>
                    <a:pt x="288" y="186077"/>
                  </a:cubicBezTo>
                  <a:cubicBezTo>
                    <a:pt x="288" y="215092"/>
                    <a:pt x="4192" y="260102"/>
                    <a:pt x="23710" y="302137"/>
                  </a:cubicBezTo>
                  <a:cubicBezTo>
                    <a:pt x="45003" y="347891"/>
                    <a:pt x="75522" y="372070"/>
                    <a:pt x="79071" y="372070"/>
                  </a:cubicBezTo>
                  <a:cubicBezTo>
                    <a:pt x="81200" y="372070"/>
                    <a:pt x="82620" y="370954"/>
                    <a:pt x="82620" y="368350"/>
                  </a:cubicBez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940E65EE-3E03-8828-0FCE-8F5249234634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3592597" y="7234415"/>
              <a:ext cx="197312" cy="266341"/>
            </a:xfrm>
            <a:custGeom>
              <a:avLst/>
              <a:gdLst>
                <a:gd name="connsiteX0" fmla="*/ 195830 w 197312"/>
                <a:gd name="connsiteY0" fmla="*/ 14220 h 266341"/>
                <a:gd name="connsiteX1" fmla="*/ 197604 w 197312"/>
                <a:gd name="connsiteY1" fmla="*/ 7524 h 266341"/>
                <a:gd name="connsiteX2" fmla="*/ 190507 w 197312"/>
                <a:gd name="connsiteY2" fmla="*/ 85 h 266341"/>
                <a:gd name="connsiteX3" fmla="*/ 182345 w 197312"/>
                <a:gd name="connsiteY3" fmla="*/ 8640 h 266341"/>
                <a:gd name="connsiteX4" fmla="*/ 152890 w 197312"/>
                <a:gd name="connsiteY4" fmla="*/ 90477 h 266341"/>
                <a:gd name="connsiteX5" fmla="*/ 45007 w 197312"/>
                <a:gd name="connsiteY5" fmla="*/ 90477 h 266341"/>
                <a:gd name="connsiteX6" fmla="*/ 15552 w 197312"/>
                <a:gd name="connsiteY6" fmla="*/ 8640 h 266341"/>
                <a:gd name="connsiteX7" fmla="*/ 7390 w 197312"/>
                <a:gd name="connsiteY7" fmla="*/ 85 h 266341"/>
                <a:gd name="connsiteX8" fmla="*/ 292 w 197312"/>
                <a:gd name="connsiteY8" fmla="*/ 7524 h 266341"/>
                <a:gd name="connsiteX9" fmla="*/ 2421 w 197312"/>
                <a:gd name="connsiteY9" fmla="*/ 14220 h 266341"/>
                <a:gd name="connsiteX10" fmla="*/ 90786 w 197312"/>
                <a:gd name="connsiteY10" fmla="*/ 257870 h 266341"/>
                <a:gd name="connsiteX11" fmla="*/ 98948 w 197312"/>
                <a:gd name="connsiteY11" fmla="*/ 266426 h 266341"/>
                <a:gd name="connsiteX12" fmla="*/ 106756 w 197312"/>
                <a:gd name="connsiteY12" fmla="*/ 258614 h 266341"/>
                <a:gd name="connsiteX13" fmla="*/ 195830 w 197312"/>
                <a:gd name="connsiteY13" fmla="*/ 14220 h 266341"/>
                <a:gd name="connsiteX14" fmla="*/ 50685 w 197312"/>
                <a:gd name="connsiteY14" fmla="*/ 105356 h 266341"/>
                <a:gd name="connsiteX15" fmla="*/ 147212 w 197312"/>
                <a:gd name="connsiteY15" fmla="*/ 105356 h 266341"/>
                <a:gd name="connsiteX16" fmla="*/ 98948 w 197312"/>
                <a:gd name="connsiteY16" fmla="*/ 237783 h 266341"/>
                <a:gd name="connsiteX17" fmla="*/ 50685 w 197312"/>
                <a:gd name="connsiteY17" fmla="*/ 105356 h 266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312" h="266341">
                  <a:moveTo>
                    <a:pt x="195830" y="14220"/>
                  </a:moveTo>
                  <a:cubicBezTo>
                    <a:pt x="197604" y="10128"/>
                    <a:pt x="197604" y="9384"/>
                    <a:pt x="197604" y="7524"/>
                  </a:cubicBezTo>
                  <a:cubicBezTo>
                    <a:pt x="197604" y="3805"/>
                    <a:pt x="194765" y="85"/>
                    <a:pt x="190507" y="85"/>
                  </a:cubicBezTo>
                  <a:cubicBezTo>
                    <a:pt x="185893" y="85"/>
                    <a:pt x="183764" y="4548"/>
                    <a:pt x="182345" y="8640"/>
                  </a:cubicBezTo>
                  <a:lnTo>
                    <a:pt x="152890" y="90477"/>
                  </a:lnTo>
                  <a:lnTo>
                    <a:pt x="45007" y="90477"/>
                  </a:lnTo>
                  <a:lnTo>
                    <a:pt x="15552" y="8640"/>
                  </a:lnTo>
                  <a:cubicBezTo>
                    <a:pt x="13778" y="3433"/>
                    <a:pt x="12003" y="85"/>
                    <a:pt x="7390" y="85"/>
                  </a:cubicBezTo>
                  <a:cubicBezTo>
                    <a:pt x="3841" y="85"/>
                    <a:pt x="292" y="3805"/>
                    <a:pt x="292" y="7524"/>
                  </a:cubicBezTo>
                  <a:cubicBezTo>
                    <a:pt x="292" y="8268"/>
                    <a:pt x="292" y="9012"/>
                    <a:pt x="2421" y="14220"/>
                  </a:cubicBezTo>
                  <a:lnTo>
                    <a:pt x="90786" y="257870"/>
                  </a:lnTo>
                  <a:cubicBezTo>
                    <a:pt x="92560" y="263078"/>
                    <a:pt x="94335" y="266426"/>
                    <a:pt x="98948" y="266426"/>
                  </a:cubicBezTo>
                  <a:cubicBezTo>
                    <a:pt x="103917" y="266426"/>
                    <a:pt x="105336" y="262334"/>
                    <a:pt x="106756" y="258614"/>
                  </a:cubicBezTo>
                  <a:lnTo>
                    <a:pt x="195830" y="14220"/>
                  </a:lnTo>
                  <a:close/>
                  <a:moveTo>
                    <a:pt x="50685" y="105356"/>
                  </a:moveTo>
                  <a:lnTo>
                    <a:pt x="147212" y="105356"/>
                  </a:lnTo>
                  <a:lnTo>
                    <a:pt x="98948" y="237783"/>
                  </a:lnTo>
                  <a:lnTo>
                    <a:pt x="50685" y="105356"/>
                  </a:ln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6395E527-217F-5C17-90D6-5FECDD0951D5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3778396" y="7328155"/>
              <a:ext cx="185246" cy="236582"/>
            </a:xfrm>
            <a:custGeom>
              <a:avLst/>
              <a:gdLst>
                <a:gd name="connsiteX0" fmla="*/ 27623 w 185246"/>
                <a:gd name="connsiteY0" fmla="*/ 209884 h 236582"/>
                <a:gd name="connsiteX1" fmla="*/ 8460 w 185246"/>
                <a:gd name="connsiteY1" fmla="*/ 225136 h 236582"/>
                <a:gd name="connsiteX2" fmla="*/ 298 w 185246"/>
                <a:gd name="connsiteY2" fmla="*/ 232203 h 236582"/>
                <a:gd name="connsiteX3" fmla="*/ 4911 w 185246"/>
                <a:gd name="connsiteY3" fmla="*/ 236667 h 236582"/>
                <a:gd name="connsiteX4" fmla="*/ 34721 w 185246"/>
                <a:gd name="connsiteY4" fmla="*/ 235551 h 236582"/>
                <a:gd name="connsiteX5" fmla="*/ 69854 w 185246"/>
                <a:gd name="connsiteY5" fmla="*/ 236667 h 236582"/>
                <a:gd name="connsiteX6" fmla="*/ 76242 w 185246"/>
                <a:gd name="connsiteY6" fmla="*/ 229227 h 236582"/>
                <a:gd name="connsiteX7" fmla="*/ 67725 w 185246"/>
                <a:gd name="connsiteY7" fmla="*/ 225136 h 236582"/>
                <a:gd name="connsiteX8" fmla="*/ 49981 w 185246"/>
                <a:gd name="connsiteY8" fmla="*/ 219184 h 236582"/>
                <a:gd name="connsiteX9" fmla="*/ 67370 w 185246"/>
                <a:gd name="connsiteY9" fmla="*/ 144787 h 236582"/>
                <a:gd name="connsiteX10" fmla="*/ 100018 w 185246"/>
                <a:gd name="connsiteY10" fmla="*/ 168594 h 236582"/>
                <a:gd name="connsiteX11" fmla="*/ 185544 w 185246"/>
                <a:gd name="connsiteY11" fmla="*/ 59602 h 236582"/>
                <a:gd name="connsiteX12" fmla="*/ 138345 w 185246"/>
                <a:gd name="connsiteY12" fmla="*/ 85 h 236582"/>
                <a:gd name="connsiteX13" fmla="*/ 91856 w 185246"/>
                <a:gd name="connsiteY13" fmla="*/ 27984 h 236582"/>
                <a:gd name="connsiteX14" fmla="*/ 59917 w 185246"/>
                <a:gd name="connsiteY14" fmla="*/ 85 h 236582"/>
                <a:gd name="connsiteX15" fmla="*/ 33656 w 185246"/>
                <a:gd name="connsiteY15" fmla="*/ 21288 h 236582"/>
                <a:gd name="connsiteX16" fmla="*/ 22655 w 185246"/>
                <a:gd name="connsiteY16" fmla="*/ 57370 h 236582"/>
                <a:gd name="connsiteX17" fmla="*/ 26914 w 185246"/>
                <a:gd name="connsiteY17" fmla="*/ 61090 h 236582"/>
                <a:gd name="connsiteX18" fmla="*/ 32946 w 185246"/>
                <a:gd name="connsiteY18" fmla="*/ 52535 h 236582"/>
                <a:gd name="connsiteX19" fmla="*/ 58853 w 185246"/>
                <a:gd name="connsiteY19" fmla="*/ 8268 h 236582"/>
                <a:gd name="connsiteX20" fmla="*/ 69854 w 185246"/>
                <a:gd name="connsiteY20" fmla="*/ 25380 h 236582"/>
                <a:gd name="connsiteX21" fmla="*/ 67370 w 185246"/>
                <a:gd name="connsiteY21" fmla="*/ 44351 h 236582"/>
                <a:gd name="connsiteX22" fmla="*/ 27623 w 185246"/>
                <a:gd name="connsiteY22" fmla="*/ 209884 h 236582"/>
                <a:gd name="connsiteX23" fmla="*/ 90082 w 185246"/>
                <a:gd name="connsiteY23" fmla="*/ 48443 h 236582"/>
                <a:gd name="connsiteX24" fmla="*/ 108535 w 185246"/>
                <a:gd name="connsiteY24" fmla="*/ 22404 h 236582"/>
                <a:gd name="connsiteX25" fmla="*/ 137281 w 185246"/>
                <a:gd name="connsiteY25" fmla="*/ 8268 h 236582"/>
                <a:gd name="connsiteX26" fmla="*/ 159993 w 185246"/>
                <a:gd name="connsiteY26" fmla="*/ 43235 h 236582"/>
                <a:gd name="connsiteX27" fmla="*/ 141894 w 185246"/>
                <a:gd name="connsiteY27" fmla="*/ 122096 h 236582"/>
                <a:gd name="connsiteX28" fmla="*/ 99664 w 185246"/>
                <a:gd name="connsiteY28" fmla="*/ 160410 h 236582"/>
                <a:gd name="connsiteX29" fmla="*/ 71628 w 185246"/>
                <a:gd name="connsiteY29" fmla="*/ 127304 h 236582"/>
                <a:gd name="connsiteX30" fmla="*/ 72693 w 185246"/>
                <a:gd name="connsiteY30" fmla="*/ 121352 h 236582"/>
                <a:gd name="connsiteX31" fmla="*/ 90082 w 185246"/>
                <a:gd name="connsiteY31" fmla="*/ 48443 h 236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246" h="236582">
                  <a:moveTo>
                    <a:pt x="27623" y="209884"/>
                  </a:moveTo>
                  <a:cubicBezTo>
                    <a:pt x="24784" y="222532"/>
                    <a:pt x="24074" y="225136"/>
                    <a:pt x="8460" y="225136"/>
                  </a:cubicBezTo>
                  <a:cubicBezTo>
                    <a:pt x="4201" y="225136"/>
                    <a:pt x="298" y="225136"/>
                    <a:pt x="298" y="232203"/>
                  </a:cubicBezTo>
                  <a:cubicBezTo>
                    <a:pt x="298" y="235179"/>
                    <a:pt x="2072" y="236667"/>
                    <a:pt x="4911" y="236667"/>
                  </a:cubicBezTo>
                  <a:cubicBezTo>
                    <a:pt x="14493" y="236667"/>
                    <a:pt x="24784" y="235551"/>
                    <a:pt x="34721" y="235551"/>
                  </a:cubicBezTo>
                  <a:cubicBezTo>
                    <a:pt x="46432" y="235551"/>
                    <a:pt x="58498" y="236667"/>
                    <a:pt x="69854" y="236667"/>
                  </a:cubicBezTo>
                  <a:cubicBezTo>
                    <a:pt x="71628" y="236667"/>
                    <a:pt x="76242" y="236667"/>
                    <a:pt x="76242" y="229227"/>
                  </a:cubicBezTo>
                  <a:cubicBezTo>
                    <a:pt x="76242" y="225136"/>
                    <a:pt x="72693" y="225136"/>
                    <a:pt x="67725" y="225136"/>
                  </a:cubicBezTo>
                  <a:cubicBezTo>
                    <a:pt x="49981" y="225136"/>
                    <a:pt x="49981" y="222532"/>
                    <a:pt x="49981" y="219184"/>
                  </a:cubicBezTo>
                  <a:cubicBezTo>
                    <a:pt x="49981" y="214720"/>
                    <a:pt x="64885" y="154087"/>
                    <a:pt x="67370" y="144787"/>
                  </a:cubicBezTo>
                  <a:cubicBezTo>
                    <a:pt x="71983" y="155574"/>
                    <a:pt x="81920" y="168594"/>
                    <a:pt x="100018" y="168594"/>
                  </a:cubicBezTo>
                  <a:cubicBezTo>
                    <a:pt x="141184" y="168594"/>
                    <a:pt x="185544" y="114284"/>
                    <a:pt x="185544" y="59602"/>
                  </a:cubicBezTo>
                  <a:cubicBezTo>
                    <a:pt x="185544" y="24636"/>
                    <a:pt x="165316" y="85"/>
                    <a:pt x="138345" y="85"/>
                  </a:cubicBezTo>
                  <a:cubicBezTo>
                    <a:pt x="120601" y="85"/>
                    <a:pt x="103567" y="13476"/>
                    <a:pt x="91856" y="27984"/>
                  </a:cubicBezTo>
                  <a:cubicBezTo>
                    <a:pt x="88307" y="7896"/>
                    <a:pt x="73048" y="85"/>
                    <a:pt x="59917" y="85"/>
                  </a:cubicBezTo>
                  <a:cubicBezTo>
                    <a:pt x="43593" y="85"/>
                    <a:pt x="36850" y="14592"/>
                    <a:pt x="33656" y="21288"/>
                  </a:cubicBezTo>
                  <a:cubicBezTo>
                    <a:pt x="27268" y="33935"/>
                    <a:pt x="22655" y="56254"/>
                    <a:pt x="22655" y="57370"/>
                  </a:cubicBezTo>
                  <a:cubicBezTo>
                    <a:pt x="22655" y="61090"/>
                    <a:pt x="26204" y="61090"/>
                    <a:pt x="26914" y="61090"/>
                  </a:cubicBezTo>
                  <a:cubicBezTo>
                    <a:pt x="30462" y="61090"/>
                    <a:pt x="30817" y="60718"/>
                    <a:pt x="32946" y="52535"/>
                  </a:cubicBezTo>
                  <a:cubicBezTo>
                    <a:pt x="38979" y="26124"/>
                    <a:pt x="46077" y="8268"/>
                    <a:pt x="58853" y="8268"/>
                  </a:cubicBezTo>
                  <a:cubicBezTo>
                    <a:pt x="64885" y="8268"/>
                    <a:pt x="69854" y="11244"/>
                    <a:pt x="69854" y="25380"/>
                  </a:cubicBezTo>
                  <a:cubicBezTo>
                    <a:pt x="69854" y="33935"/>
                    <a:pt x="68789" y="38027"/>
                    <a:pt x="67370" y="44351"/>
                  </a:cubicBezTo>
                  <a:lnTo>
                    <a:pt x="27623" y="209884"/>
                  </a:lnTo>
                  <a:close/>
                  <a:moveTo>
                    <a:pt x="90082" y="48443"/>
                  </a:moveTo>
                  <a:cubicBezTo>
                    <a:pt x="92566" y="38399"/>
                    <a:pt x="102148" y="27984"/>
                    <a:pt x="108535" y="22404"/>
                  </a:cubicBezTo>
                  <a:cubicBezTo>
                    <a:pt x="120956" y="10872"/>
                    <a:pt x="131248" y="8268"/>
                    <a:pt x="137281" y="8268"/>
                  </a:cubicBezTo>
                  <a:cubicBezTo>
                    <a:pt x="151476" y="8268"/>
                    <a:pt x="159993" y="21288"/>
                    <a:pt x="159993" y="43235"/>
                  </a:cubicBezTo>
                  <a:cubicBezTo>
                    <a:pt x="159993" y="65182"/>
                    <a:pt x="148282" y="107960"/>
                    <a:pt x="141894" y="122096"/>
                  </a:cubicBezTo>
                  <a:cubicBezTo>
                    <a:pt x="129828" y="148135"/>
                    <a:pt x="112794" y="160410"/>
                    <a:pt x="99664" y="160410"/>
                  </a:cubicBezTo>
                  <a:cubicBezTo>
                    <a:pt x="76242" y="160410"/>
                    <a:pt x="71628" y="129536"/>
                    <a:pt x="71628" y="127304"/>
                  </a:cubicBezTo>
                  <a:cubicBezTo>
                    <a:pt x="71628" y="126560"/>
                    <a:pt x="71628" y="125816"/>
                    <a:pt x="72693" y="121352"/>
                  </a:cubicBezTo>
                  <a:lnTo>
                    <a:pt x="90082" y="48443"/>
                  </a:ln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0B0E5573-2064-7D5D-13A8-66453B671637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3988528" y="7213584"/>
              <a:ext cx="82331" cy="371985"/>
            </a:xfrm>
            <a:custGeom>
              <a:avLst/>
              <a:gdLst>
                <a:gd name="connsiteX0" fmla="*/ 82634 w 82331"/>
                <a:gd name="connsiteY0" fmla="*/ 186077 h 371985"/>
                <a:gd name="connsiteX1" fmla="*/ 59212 w 82331"/>
                <a:gd name="connsiteY1" fmla="*/ 70018 h 371985"/>
                <a:gd name="connsiteX2" fmla="*/ 3852 w 82331"/>
                <a:gd name="connsiteY2" fmla="*/ 85 h 371985"/>
                <a:gd name="connsiteX3" fmla="*/ 303 w 82331"/>
                <a:gd name="connsiteY3" fmla="*/ 3805 h 371985"/>
                <a:gd name="connsiteX4" fmla="*/ 7045 w 82331"/>
                <a:gd name="connsiteY4" fmla="*/ 12360 h 371985"/>
                <a:gd name="connsiteX5" fmla="*/ 62052 w 82331"/>
                <a:gd name="connsiteY5" fmla="*/ 186077 h 371985"/>
                <a:gd name="connsiteX6" fmla="*/ 4916 w 82331"/>
                <a:gd name="connsiteY6" fmla="*/ 362026 h 371985"/>
                <a:gd name="connsiteX7" fmla="*/ 303 w 82331"/>
                <a:gd name="connsiteY7" fmla="*/ 368350 h 371985"/>
                <a:gd name="connsiteX8" fmla="*/ 3852 w 82331"/>
                <a:gd name="connsiteY8" fmla="*/ 372070 h 371985"/>
                <a:gd name="connsiteX9" fmla="*/ 60277 w 82331"/>
                <a:gd name="connsiteY9" fmla="*/ 299533 h 371985"/>
                <a:gd name="connsiteX10" fmla="*/ 82634 w 82331"/>
                <a:gd name="connsiteY10" fmla="*/ 186077 h 37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331" h="371985">
                  <a:moveTo>
                    <a:pt x="82634" y="186077"/>
                  </a:moveTo>
                  <a:cubicBezTo>
                    <a:pt x="82634" y="157062"/>
                    <a:pt x="78731" y="112052"/>
                    <a:pt x="59212" y="70018"/>
                  </a:cubicBezTo>
                  <a:cubicBezTo>
                    <a:pt x="37920" y="24264"/>
                    <a:pt x="7400" y="85"/>
                    <a:pt x="3852" y="85"/>
                  </a:cubicBezTo>
                  <a:cubicBezTo>
                    <a:pt x="1722" y="85"/>
                    <a:pt x="303" y="1573"/>
                    <a:pt x="303" y="3805"/>
                  </a:cubicBezTo>
                  <a:cubicBezTo>
                    <a:pt x="303" y="4920"/>
                    <a:pt x="303" y="5664"/>
                    <a:pt x="7045" y="12360"/>
                  </a:cubicBezTo>
                  <a:cubicBezTo>
                    <a:pt x="41823" y="49187"/>
                    <a:pt x="62052" y="108332"/>
                    <a:pt x="62052" y="186077"/>
                  </a:cubicBezTo>
                  <a:cubicBezTo>
                    <a:pt x="62052" y="249687"/>
                    <a:pt x="48921" y="315156"/>
                    <a:pt x="4916" y="362026"/>
                  </a:cubicBezTo>
                  <a:cubicBezTo>
                    <a:pt x="303" y="366490"/>
                    <a:pt x="303" y="367234"/>
                    <a:pt x="303" y="368350"/>
                  </a:cubicBezTo>
                  <a:cubicBezTo>
                    <a:pt x="303" y="370582"/>
                    <a:pt x="1722" y="372070"/>
                    <a:pt x="3852" y="372070"/>
                  </a:cubicBezTo>
                  <a:cubicBezTo>
                    <a:pt x="7400" y="372070"/>
                    <a:pt x="39339" y="346775"/>
                    <a:pt x="60277" y="299533"/>
                  </a:cubicBezTo>
                  <a:cubicBezTo>
                    <a:pt x="78376" y="258614"/>
                    <a:pt x="82634" y="217324"/>
                    <a:pt x="82634" y="186077"/>
                  </a:cubicBezTo>
                  <a:close/>
                </a:path>
              </a:pathLst>
            </a:custGeom>
            <a:solidFill>
              <a:srgbClr val="000000"/>
            </a:solidFill>
            <a:ln w="35573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930661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63681-87CF-C3FF-143B-87BE63BAD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Applying Positional Encoding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D9200C-1BCF-4348-F020-13A207E45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41</a:t>
            </a:fld>
            <a:endParaRPr lang="en-CA"/>
          </a:p>
        </p:txBody>
      </p:sp>
      <p:sp>
        <p:nvSpPr>
          <p:cNvPr id="5" name="Content Placeholder 3050">
            <a:extLst>
              <a:ext uri="{FF2B5EF4-FFF2-40B4-BE49-F238E27FC236}">
                <a16:creationId xmlns:a16="http://schemas.microsoft.com/office/drawing/2014/main" id="{A318576B-86DA-326E-F97C-E65C8C7A2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41737"/>
            <a:ext cx="10515600" cy="3851138"/>
          </a:xfrm>
        </p:spPr>
        <p:txBody>
          <a:bodyPr>
            <a:normAutofit/>
          </a:bodyPr>
          <a:lstStyle/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Limitation: only fixed number of positions available</a:t>
            </a:r>
          </a:p>
          <a:p>
            <a:r>
              <a:rPr lang="en-CA" dirty="0"/>
              <a:t>Another option: learnable positional encoding</a:t>
            </a:r>
          </a:p>
          <a:p>
            <a:endParaRPr lang="en-CA" dirty="0"/>
          </a:p>
          <a:p>
            <a:endParaRPr lang="en-CA" dirty="0"/>
          </a:p>
        </p:txBody>
      </p:sp>
      <p:grpSp>
        <p:nvGrpSpPr>
          <p:cNvPr id="6" name="Group 5" descr="\documentclass{article}&#10;\usepackage{amsmath,amssymb}&#10;\pagestyle{empty}&#10;\begin{document}&#10;&#10;\newcommand{\score}{\textrm{score}}&#10;\newcommand{\classify}{\textrm{classify}}&#10;\newcommand{\bx}{\mathbf{x}}&#10;&#10;\begin{align*}&#10;\mathbf{E} = (\textit{emb}(w_1), \ldots, \textit{emb}(w_k)) + \mathbf{P} \in \mathbb{R}^{d_1\times k}&#10;\end{align*}&#10;&#10;&#10;\end{document}" title="IguanaTex Vector Display">
            <a:extLst>
              <a:ext uri="{FF2B5EF4-FFF2-40B4-BE49-F238E27FC236}">
                <a16:creationId xmlns:a16="http://schemas.microsoft.com/office/drawing/2014/main" id="{563BB8DA-4696-AC28-29B5-BE8C29D4B82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270000" y="1841500"/>
            <a:ext cx="6433543" cy="416198"/>
            <a:chOff x="6316688" y="4595178"/>
            <a:chExt cx="6433543" cy="416198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5A939BB-550E-7861-CFD9-D0D3AB865921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6316688" y="4674415"/>
              <a:ext cx="241328" cy="246379"/>
            </a:xfrm>
            <a:custGeom>
              <a:avLst/>
              <a:gdLst>
                <a:gd name="connsiteX0" fmla="*/ 241471 w 241328"/>
                <a:gd name="connsiteY0" fmla="*/ 147188 h 246379"/>
                <a:gd name="connsiteX1" fmla="*/ 224888 w 241328"/>
                <a:gd name="connsiteY1" fmla="*/ 147188 h 246379"/>
                <a:gd name="connsiteX2" fmla="*/ 141976 w 241328"/>
                <a:gd name="connsiteY2" fmla="*/ 229435 h 246379"/>
                <a:gd name="connsiteX3" fmla="*/ 88347 w 241328"/>
                <a:gd name="connsiteY3" fmla="*/ 229435 h 246379"/>
                <a:gd name="connsiteX4" fmla="*/ 88347 w 241328"/>
                <a:gd name="connsiteY4" fmla="*/ 127260 h 246379"/>
                <a:gd name="connsiteX5" fmla="*/ 107752 w 241328"/>
                <a:gd name="connsiteY5" fmla="*/ 127260 h 246379"/>
                <a:gd name="connsiteX6" fmla="*/ 145151 w 241328"/>
                <a:gd name="connsiteY6" fmla="*/ 169652 h 246379"/>
                <a:gd name="connsiteX7" fmla="*/ 161734 w 241328"/>
                <a:gd name="connsiteY7" fmla="*/ 169652 h 246379"/>
                <a:gd name="connsiteX8" fmla="*/ 161734 w 241328"/>
                <a:gd name="connsiteY8" fmla="*/ 67839 h 246379"/>
                <a:gd name="connsiteX9" fmla="*/ 145151 w 241328"/>
                <a:gd name="connsiteY9" fmla="*/ 67839 h 246379"/>
                <a:gd name="connsiteX10" fmla="*/ 107752 w 241328"/>
                <a:gd name="connsiteY10" fmla="*/ 110231 h 246379"/>
                <a:gd name="connsiteX11" fmla="*/ 88347 w 241328"/>
                <a:gd name="connsiteY11" fmla="*/ 110231 h 246379"/>
                <a:gd name="connsiteX12" fmla="*/ 88347 w 241328"/>
                <a:gd name="connsiteY12" fmla="*/ 17114 h 246379"/>
                <a:gd name="connsiteX13" fmla="*/ 141976 w 241328"/>
                <a:gd name="connsiteY13" fmla="*/ 17114 h 246379"/>
                <a:gd name="connsiteX14" fmla="*/ 213598 w 241328"/>
                <a:gd name="connsiteY14" fmla="*/ 87405 h 246379"/>
                <a:gd name="connsiteX15" fmla="*/ 230181 w 241328"/>
                <a:gd name="connsiteY15" fmla="*/ 87405 h 246379"/>
                <a:gd name="connsiteX16" fmla="*/ 219243 w 241328"/>
                <a:gd name="connsiteY16" fmla="*/ 85 h 246379"/>
                <a:gd name="connsiteX17" fmla="*/ 142 w 241328"/>
                <a:gd name="connsiteY17" fmla="*/ 85 h 246379"/>
                <a:gd name="connsiteX18" fmla="*/ 142 w 241328"/>
                <a:gd name="connsiteY18" fmla="*/ 17114 h 246379"/>
                <a:gd name="connsiteX19" fmla="*/ 38247 w 241328"/>
                <a:gd name="connsiteY19" fmla="*/ 17114 h 246379"/>
                <a:gd name="connsiteX20" fmla="*/ 38247 w 241328"/>
                <a:gd name="connsiteY20" fmla="*/ 229435 h 246379"/>
                <a:gd name="connsiteX21" fmla="*/ 142 w 241328"/>
                <a:gd name="connsiteY21" fmla="*/ 229435 h 246379"/>
                <a:gd name="connsiteX22" fmla="*/ 142 w 241328"/>
                <a:gd name="connsiteY22" fmla="*/ 246464 h 246379"/>
                <a:gd name="connsiteX23" fmla="*/ 225241 w 241328"/>
                <a:gd name="connsiteY23" fmla="*/ 246464 h 246379"/>
                <a:gd name="connsiteX24" fmla="*/ 241471 w 241328"/>
                <a:gd name="connsiteY24" fmla="*/ 147188 h 246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1328" h="246379">
                  <a:moveTo>
                    <a:pt x="241471" y="147188"/>
                  </a:moveTo>
                  <a:lnTo>
                    <a:pt x="224888" y="147188"/>
                  </a:lnTo>
                  <a:cubicBezTo>
                    <a:pt x="217126" y="197188"/>
                    <a:pt x="207247" y="229435"/>
                    <a:pt x="141976" y="229435"/>
                  </a:cubicBezTo>
                  <a:lnTo>
                    <a:pt x="88347" y="229435"/>
                  </a:lnTo>
                  <a:lnTo>
                    <a:pt x="88347" y="127260"/>
                  </a:lnTo>
                  <a:lnTo>
                    <a:pt x="107752" y="127260"/>
                  </a:lnTo>
                  <a:cubicBezTo>
                    <a:pt x="141623" y="127260"/>
                    <a:pt x="145151" y="142840"/>
                    <a:pt x="145151" y="169652"/>
                  </a:cubicBezTo>
                  <a:lnTo>
                    <a:pt x="161734" y="169652"/>
                  </a:lnTo>
                  <a:lnTo>
                    <a:pt x="161734" y="67839"/>
                  </a:lnTo>
                  <a:lnTo>
                    <a:pt x="145151" y="67839"/>
                  </a:lnTo>
                  <a:cubicBezTo>
                    <a:pt x="145151" y="94651"/>
                    <a:pt x="141976" y="110231"/>
                    <a:pt x="107752" y="110231"/>
                  </a:cubicBezTo>
                  <a:lnTo>
                    <a:pt x="88347" y="110231"/>
                  </a:lnTo>
                  <a:lnTo>
                    <a:pt x="88347" y="17114"/>
                  </a:lnTo>
                  <a:lnTo>
                    <a:pt x="141976" y="17114"/>
                  </a:lnTo>
                  <a:cubicBezTo>
                    <a:pt x="198780" y="17114"/>
                    <a:pt x="207953" y="43563"/>
                    <a:pt x="213598" y="87405"/>
                  </a:cubicBezTo>
                  <a:lnTo>
                    <a:pt x="230181" y="87405"/>
                  </a:lnTo>
                  <a:lnTo>
                    <a:pt x="219243" y="85"/>
                  </a:lnTo>
                  <a:lnTo>
                    <a:pt x="142" y="85"/>
                  </a:lnTo>
                  <a:lnTo>
                    <a:pt x="142" y="17114"/>
                  </a:lnTo>
                  <a:lnTo>
                    <a:pt x="38247" y="17114"/>
                  </a:lnTo>
                  <a:lnTo>
                    <a:pt x="38247" y="229435"/>
                  </a:lnTo>
                  <a:lnTo>
                    <a:pt x="142" y="229435"/>
                  </a:lnTo>
                  <a:lnTo>
                    <a:pt x="142" y="246464"/>
                  </a:lnTo>
                  <a:lnTo>
                    <a:pt x="225241" y="246464"/>
                  </a:lnTo>
                  <a:lnTo>
                    <a:pt x="241471" y="147188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B5EE472-1CD2-A0D8-B20B-1CBDDACA2F2F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6687263" y="4787822"/>
              <a:ext cx="234625" cy="84783"/>
            </a:xfrm>
            <a:custGeom>
              <a:avLst/>
              <a:gdLst>
                <a:gd name="connsiteX0" fmla="*/ 222782 w 234625"/>
                <a:gd name="connsiteY0" fmla="*/ 14578 h 84783"/>
                <a:gd name="connsiteX1" fmla="*/ 234778 w 234625"/>
                <a:gd name="connsiteY1" fmla="*/ 7331 h 84783"/>
                <a:gd name="connsiteX2" fmla="*/ 223134 w 234625"/>
                <a:gd name="connsiteY2" fmla="*/ 85 h 84783"/>
                <a:gd name="connsiteX3" fmla="*/ 11795 w 234625"/>
                <a:gd name="connsiteY3" fmla="*/ 85 h 84783"/>
                <a:gd name="connsiteX4" fmla="*/ 152 w 234625"/>
                <a:gd name="connsiteY4" fmla="*/ 7331 h 84783"/>
                <a:gd name="connsiteX5" fmla="*/ 12148 w 234625"/>
                <a:gd name="connsiteY5" fmla="*/ 14578 h 84783"/>
                <a:gd name="connsiteX6" fmla="*/ 222782 w 234625"/>
                <a:gd name="connsiteY6" fmla="*/ 14578 h 84783"/>
                <a:gd name="connsiteX7" fmla="*/ 223134 w 234625"/>
                <a:gd name="connsiteY7" fmla="*/ 84868 h 84783"/>
                <a:gd name="connsiteX8" fmla="*/ 234778 w 234625"/>
                <a:gd name="connsiteY8" fmla="*/ 77622 h 84783"/>
                <a:gd name="connsiteX9" fmla="*/ 222782 w 234625"/>
                <a:gd name="connsiteY9" fmla="*/ 70375 h 84783"/>
                <a:gd name="connsiteX10" fmla="*/ 12148 w 234625"/>
                <a:gd name="connsiteY10" fmla="*/ 70375 h 84783"/>
                <a:gd name="connsiteX11" fmla="*/ 152 w 234625"/>
                <a:gd name="connsiteY11" fmla="*/ 77622 h 84783"/>
                <a:gd name="connsiteX12" fmla="*/ 11795 w 234625"/>
                <a:gd name="connsiteY12" fmla="*/ 84868 h 84783"/>
                <a:gd name="connsiteX13" fmla="*/ 223134 w 234625"/>
                <a:gd name="connsiteY13" fmla="*/ 84868 h 84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625" h="84783">
                  <a:moveTo>
                    <a:pt x="222782" y="14578"/>
                  </a:moveTo>
                  <a:cubicBezTo>
                    <a:pt x="228074" y="14578"/>
                    <a:pt x="234778" y="14578"/>
                    <a:pt x="234778" y="7331"/>
                  </a:cubicBezTo>
                  <a:cubicBezTo>
                    <a:pt x="234778" y="85"/>
                    <a:pt x="228074" y="85"/>
                    <a:pt x="223134" y="85"/>
                  </a:cubicBezTo>
                  <a:lnTo>
                    <a:pt x="11795" y="85"/>
                  </a:lnTo>
                  <a:cubicBezTo>
                    <a:pt x="6856" y="85"/>
                    <a:pt x="152" y="85"/>
                    <a:pt x="152" y="7331"/>
                  </a:cubicBezTo>
                  <a:cubicBezTo>
                    <a:pt x="152" y="14578"/>
                    <a:pt x="6856" y="14578"/>
                    <a:pt x="12148" y="14578"/>
                  </a:cubicBezTo>
                  <a:lnTo>
                    <a:pt x="222782" y="14578"/>
                  </a:lnTo>
                  <a:close/>
                  <a:moveTo>
                    <a:pt x="223134" y="84868"/>
                  </a:moveTo>
                  <a:cubicBezTo>
                    <a:pt x="228074" y="84868"/>
                    <a:pt x="234778" y="84868"/>
                    <a:pt x="234778" y="77622"/>
                  </a:cubicBezTo>
                  <a:cubicBezTo>
                    <a:pt x="234778" y="70375"/>
                    <a:pt x="228074" y="70375"/>
                    <a:pt x="222782" y="70375"/>
                  </a:cubicBezTo>
                  <a:lnTo>
                    <a:pt x="12148" y="70375"/>
                  </a:lnTo>
                  <a:cubicBezTo>
                    <a:pt x="6856" y="70375"/>
                    <a:pt x="152" y="70375"/>
                    <a:pt x="152" y="77622"/>
                  </a:cubicBezTo>
                  <a:cubicBezTo>
                    <a:pt x="152" y="84868"/>
                    <a:pt x="6856" y="84868"/>
                    <a:pt x="11795" y="84868"/>
                  </a:cubicBezTo>
                  <a:lnTo>
                    <a:pt x="223134" y="84868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37B1215-B7CA-FA27-F797-71949EBFC816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7074853" y="4649053"/>
              <a:ext cx="81854" cy="362323"/>
            </a:xfrm>
            <a:custGeom>
              <a:avLst/>
              <a:gdLst>
                <a:gd name="connsiteX0" fmla="*/ 82017 w 81854"/>
                <a:gd name="connsiteY0" fmla="*/ 358785 h 362323"/>
                <a:gd name="connsiteX1" fmla="*/ 76019 w 81854"/>
                <a:gd name="connsiteY1" fmla="*/ 350813 h 362323"/>
                <a:gd name="connsiteX2" fmla="*/ 20626 w 81854"/>
                <a:gd name="connsiteY2" fmla="*/ 181246 h 362323"/>
                <a:gd name="connsiteX3" fmla="*/ 77430 w 81854"/>
                <a:gd name="connsiteY3" fmla="*/ 9867 h 362323"/>
                <a:gd name="connsiteX4" fmla="*/ 82017 w 81854"/>
                <a:gd name="connsiteY4" fmla="*/ 3708 h 362323"/>
                <a:gd name="connsiteX5" fmla="*/ 78489 w 81854"/>
                <a:gd name="connsiteY5" fmla="*/ 85 h 362323"/>
                <a:gd name="connsiteX6" fmla="*/ 22391 w 81854"/>
                <a:gd name="connsiteY6" fmla="*/ 70738 h 362323"/>
                <a:gd name="connsiteX7" fmla="*/ 163 w 81854"/>
                <a:gd name="connsiteY7" fmla="*/ 181246 h 362323"/>
                <a:gd name="connsiteX8" fmla="*/ 23449 w 81854"/>
                <a:gd name="connsiteY8" fmla="*/ 294291 h 362323"/>
                <a:gd name="connsiteX9" fmla="*/ 78489 w 81854"/>
                <a:gd name="connsiteY9" fmla="*/ 362408 h 362323"/>
                <a:gd name="connsiteX10" fmla="*/ 82017 w 81854"/>
                <a:gd name="connsiteY10" fmla="*/ 358785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854" h="362323">
                  <a:moveTo>
                    <a:pt x="82017" y="358785"/>
                  </a:moveTo>
                  <a:cubicBezTo>
                    <a:pt x="82017" y="357698"/>
                    <a:pt x="82017" y="356973"/>
                    <a:pt x="76019" y="350813"/>
                  </a:cubicBezTo>
                  <a:cubicBezTo>
                    <a:pt x="31917" y="305161"/>
                    <a:pt x="20626" y="236682"/>
                    <a:pt x="20626" y="181246"/>
                  </a:cubicBezTo>
                  <a:cubicBezTo>
                    <a:pt x="20626" y="118202"/>
                    <a:pt x="34034" y="55158"/>
                    <a:pt x="77430" y="9867"/>
                  </a:cubicBezTo>
                  <a:cubicBezTo>
                    <a:pt x="82017" y="5520"/>
                    <a:pt x="82017" y="4795"/>
                    <a:pt x="82017" y="3708"/>
                  </a:cubicBezTo>
                  <a:cubicBezTo>
                    <a:pt x="82017" y="1172"/>
                    <a:pt x="80606" y="85"/>
                    <a:pt x="78489" y="85"/>
                  </a:cubicBezTo>
                  <a:cubicBezTo>
                    <a:pt x="74961" y="85"/>
                    <a:pt x="43207" y="24723"/>
                    <a:pt x="22391" y="70738"/>
                  </a:cubicBezTo>
                  <a:cubicBezTo>
                    <a:pt x="4397" y="110593"/>
                    <a:pt x="163" y="150811"/>
                    <a:pt x="163" y="181246"/>
                  </a:cubicBezTo>
                  <a:cubicBezTo>
                    <a:pt x="163" y="209507"/>
                    <a:pt x="4044" y="253349"/>
                    <a:pt x="23449" y="294291"/>
                  </a:cubicBezTo>
                  <a:cubicBezTo>
                    <a:pt x="44618" y="338857"/>
                    <a:pt x="74961" y="362408"/>
                    <a:pt x="78489" y="362408"/>
                  </a:cubicBezTo>
                  <a:cubicBezTo>
                    <a:pt x="80606" y="362408"/>
                    <a:pt x="82017" y="361321"/>
                    <a:pt x="82017" y="358785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6082F8ED-0D2D-EF20-8059-969C53191CD2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7217354" y="4760648"/>
              <a:ext cx="124898" cy="164132"/>
            </a:xfrm>
            <a:custGeom>
              <a:avLst/>
              <a:gdLst>
                <a:gd name="connsiteX0" fmla="*/ 44269 w 124898"/>
                <a:gd name="connsiteY0" fmla="*/ 76535 h 164132"/>
                <a:gd name="connsiteX1" fmla="*/ 95428 w 124898"/>
                <a:gd name="connsiteY1" fmla="*/ 68564 h 164132"/>
                <a:gd name="connsiteX2" fmla="*/ 123301 w 124898"/>
                <a:gd name="connsiteY2" fmla="*/ 30882 h 164132"/>
                <a:gd name="connsiteX3" fmla="*/ 87666 w 124898"/>
                <a:gd name="connsiteY3" fmla="*/ 85 h 164132"/>
                <a:gd name="connsiteX4" fmla="*/ 167 w 124898"/>
                <a:gd name="connsiteY4" fmla="*/ 100811 h 164132"/>
                <a:gd name="connsiteX5" fmla="*/ 50620 w 124898"/>
                <a:gd name="connsiteY5" fmla="*/ 164217 h 164132"/>
                <a:gd name="connsiteX6" fmla="*/ 125065 w 124898"/>
                <a:gd name="connsiteY6" fmla="*/ 122550 h 164132"/>
                <a:gd name="connsiteX7" fmla="*/ 119420 w 124898"/>
                <a:gd name="connsiteY7" fmla="*/ 116753 h 164132"/>
                <a:gd name="connsiteX8" fmla="*/ 114833 w 124898"/>
                <a:gd name="connsiteY8" fmla="*/ 120738 h 164132"/>
                <a:gd name="connsiteX9" fmla="*/ 51326 w 124898"/>
                <a:gd name="connsiteY9" fmla="*/ 156246 h 164132"/>
                <a:gd name="connsiteX10" fmla="*/ 24511 w 124898"/>
                <a:gd name="connsiteY10" fmla="*/ 116390 h 164132"/>
                <a:gd name="connsiteX11" fmla="*/ 30509 w 124898"/>
                <a:gd name="connsiteY11" fmla="*/ 76535 h 164132"/>
                <a:gd name="connsiteX12" fmla="*/ 44269 w 124898"/>
                <a:gd name="connsiteY12" fmla="*/ 76535 h 164132"/>
                <a:gd name="connsiteX13" fmla="*/ 32626 w 124898"/>
                <a:gd name="connsiteY13" fmla="*/ 68564 h 164132"/>
                <a:gd name="connsiteX14" fmla="*/ 87666 w 124898"/>
                <a:gd name="connsiteY14" fmla="*/ 8056 h 164132"/>
                <a:gd name="connsiteX15" fmla="*/ 109894 w 124898"/>
                <a:gd name="connsiteY15" fmla="*/ 30158 h 164132"/>
                <a:gd name="connsiteX16" fmla="*/ 40035 w 124898"/>
                <a:gd name="connsiteY16" fmla="*/ 68564 h 164132"/>
                <a:gd name="connsiteX17" fmla="*/ 32626 w 124898"/>
                <a:gd name="connsiteY17" fmla="*/ 6856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4898" h="164132">
                  <a:moveTo>
                    <a:pt x="44269" y="76535"/>
                  </a:moveTo>
                  <a:cubicBezTo>
                    <a:pt x="54854" y="76535"/>
                    <a:pt x="78493" y="75448"/>
                    <a:pt x="95428" y="68564"/>
                  </a:cubicBezTo>
                  <a:cubicBezTo>
                    <a:pt x="123301" y="56969"/>
                    <a:pt x="123301" y="33418"/>
                    <a:pt x="123301" y="30882"/>
                  </a:cubicBezTo>
                  <a:cubicBezTo>
                    <a:pt x="123301" y="14215"/>
                    <a:pt x="110247" y="85"/>
                    <a:pt x="87666" y="85"/>
                  </a:cubicBezTo>
                  <a:cubicBezTo>
                    <a:pt x="50620" y="85"/>
                    <a:pt x="167" y="36679"/>
                    <a:pt x="167" y="100811"/>
                  </a:cubicBezTo>
                  <a:cubicBezTo>
                    <a:pt x="167" y="133420"/>
                    <a:pt x="17102" y="164217"/>
                    <a:pt x="50620" y="164217"/>
                  </a:cubicBezTo>
                  <a:cubicBezTo>
                    <a:pt x="95781" y="164217"/>
                    <a:pt x="125065" y="127985"/>
                    <a:pt x="125065" y="122550"/>
                  </a:cubicBezTo>
                  <a:cubicBezTo>
                    <a:pt x="125065" y="120738"/>
                    <a:pt x="122242" y="116753"/>
                    <a:pt x="119420" y="116753"/>
                  </a:cubicBezTo>
                  <a:cubicBezTo>
                    <a:pt x="118009" y="116753"/>
                    <a:pt x="117656" y="117115"/>
                    <a:pt x="114833" y="120738"/>
                  </a:cubicBezTo>
                  <a:cubicBezTo>
                    <a:pt x="88725" y="154797"/>
                    <a:pt x="57324" y="156246"/>
                    <a:pt x="51326" y="156246"/>
                  </a:cubicBezTo>
                  <a:cubicBezTo>
                    <a:pt x="28392" y="156246"/>
                    <a:pt x="24511" y="130521"/>
                    <a:pt x="24511" y="116390"/>
                  </a:cubicBezTo>
                  <a:cubicBezTo>
                    <a:pt x="24511" y="102622"/>
                    <a:pt x="28040" y="86318"/>
                    <a:pt x="30509" y="76535"/>
                  </a:cubicBezTo>
                  <a:lnTo>
                    <a:pt x="44269" y="76535"/>
                  </a:lnTo>
                  <a:close/>
                  <a:moveTo>
                    <a:pt x="32626" y="68564"/>
                  </a:moveTo>
                  <a:cubicBezTo>
                    <a:pt x="47797" y="9143"/>
                    <a:pt x="84138" y="8056"/>
                    <a:pt x="87666" y="8056"/>
                  </a:cubicBezTo>
                  <a:cubicBezTo>
                    <a:pt x="101779" y="8056"/>
                    <a:pt x="109894" y="17839"/>
                    <a:pt x="109894" y="30158"/>
                  </a:cubicBezTo>
                  <a:cubicBezTo>
                    <a:pt x="109894" y="68564"/>
                    <a:pt x="51678" y="68564"/>
                    <a:pt x="40035" y="68564"/>
                  </a:cubicBezTo>
                  <a:lnTo>
                    <a:pt x="32626" y="68564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C789953-26B3-C14F-D2CA-573E7ADBA0D8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7368712" y="4760648"/>
              <a:ext cx="267790" cy="164132"/>
            </a:xfrm>
            <a:custGeom>
              <a:avLst/>
              <a:gdLst>
                <a:gd name="connsiteX0" fmla="*/ 52036 w 267790"/>
                <a:gd name="connsiteY0" fmla="*/ 96825 h 164132"/>
                <a:gd name="connsiteX1" fmla="*/ 57681 w 267790"/>
                <a:gd name="connsiteY1" fmla="*/ 73274 h 164132"/>
                <a:gd name="connsiteX2" fmla="*/ 66501 w 267790"/>
                <a:gd name="connsiteY2" fmla="*/ 47187 h 164132"/>
                <a:gd name="connsiteX3" fmla="*/ 116249 w 267790"/>
                <a:gd name="connsiteY3" fmla="*/ 8056 h 164132"/>
                <a:gd name="connsiteX4" fmla="*/ 132479 w 267790"/>
                <a:gd name="connsiteY4" fmla="*/ 31969 h 164132"/>
                <a:gd name="connsiteX5" fmla="*/ 129303 w 267790"/>
                <a:gd name="connsiteY5" fmla="*/ 55520 h 164132"/>
                <a:gd name="connsiteX6" fmla="*/ 106370 w 267790"/>
                <a:gd name="connsiteY6" fmla="*/ 149724 h 164132"/>
                <a:gd name="connsiteX7" fmla="*/ 105312 w 267790"/>
                <a:gd name="connsiteY7" fmla="*/ 154797 h 164132"/>
                <a:gd name="connsiteX8" fmla="*/ 115191 w 267790"/>
                <a:gd name="connsiteY8" fmla="*/ 164217 h 164132"/>
                <a:gd name="connsiteX9" fmla="*/ 127892 w 267790"/>
                <a:gd name="connsiteY9" fmla="*/ 154797 h 164132"/>
                <a:gd name="connsiteX10" fmla="*/ 142005 w 267790"/>
                <a:gd name="connsiteY10" fmla="*/ 96825 h 164132"/>
                <a:gd name="connsiteX11" fmla="*/ 147650 w 267790"/>
                <a:gd name="connsiteY11" fmla="*/ 73274 h 164132"/>
                <a:gd name="connsiteX12" fmla="*/ 156471 w 267790"/>
                <a:gd name="connsiteY12" fmla="*/ 47187 h 164132"/>
                <a:gd name="connsiteX13" fmla="*/ 206218 w 267790"/>
                <a:gd name="connsiteY13" fmla="*/ 8056 h 164132"/>
                <a:gd name="connsiteX14" fmla="*/ 222448 w 267790"/>
                <a:gd name="connsiteY14" fmla="*/ 31969 h 164132"/>
                <a:gd name="connsiteX15" fmla="*/ 201984 w 267790"/>
                <a:gd name="connsiteY15" fmla="*/ 112043 h 164132"/>
                <a:gd name="connsiteX16" fmla="*/ 196339 w 267790"/>
                <a:gd name="connsiteY16" fmla="*/ 135231 h 164132"/>
                <a:gd name="connsiteX17" fmla="*/ 223153 w 267790"/>
                <a:gd name="connsiteY17" fmla="*/ 164217 h 164132"/>
                <a:gd name="connsiteX18" fmla="*/ 267962 w 267790"/>
                <a:gd name="connsiteY18" fmla="*/ 108419 h 164132"/>
                <a:gd name="connsiteX19" fmla="*/ 262669 w 267790"/>
                <a:gd name="connsiteY19" fmla="*/ 104796 h 164132"/>
                <a:gd name="connsiteX20" fmla="*/ 256671 w 267790"/>
                <a:gd name="connsiteY20" fmla="*/ 110956 h 164132"/>
                <a:gd name="connsiteX21" fmla="*/ 223859 w 267790"/>
                <a:gd name="connsiteY21" fmla="*/ 156246 h 164132"/>
                <a:gd name="connsiteX22" fmla="*/ 216097 w 267790"/>
                <a:gd name="connsiteY22" fmla="*/ 145739 h 164132"/>
                <a:gd name="connsiteX23" fmla="*/ 222448 w 267790"/>
                <a:gd name="connsiteY23" fmla="*/ 118564 h 164132"/>
                <a:gd name="connsiteX24" fmla="*/ 243970 w 267790"/>
                <a:gd name="connsiteY24" fmla="*/ 37766 h 164132"/>
                <a:gd name="connsiteX25" fmla="*/ 206924 w 267790"/>
                <a:gd name="connsiteY25" fmla="*/ 85 h 164132"/>
                <a:gd name="connsiteX26" fmla="*/ 154001 w 267790"/>
                <a:gd name="connsiteY26" fmla="*/ 31969 h 164132"/>
                <a:gd name="connsiteX27" fmla="*/ 116955 w 267790"/>
                <a:gd name="connsiteY27" fmla="*/ 85 h 164132"/>
                <a:gd name="connsiteX28" fmla="*/ 66501 w 267790"/>
                <a:gd name="connsiteY28" fmla="*/ 28708 h 164132"/>
                <a:gd name="connsiteX29" fmla="*/ 36865 w 267790"/>
                <a:gd name="connsiteY29" fmla="*/ 85 h 164132"/>
                <a:gd name="connsiteX30" fmla="*/ 11462 w 267790"/>
                <a:gd name="connsiteY30" fmla="*/ 19288 h 164132"/>
                <a:gd name="connsiteX31" fmla="*/ 171 w 267790"/>
                <a:gd name="connsiteY31" fmla="*/ 55882 h 164132"/>
                <a:gd name="connsiteX32" fmla="*/ 5464 w 267790"/>
                <a:gd name="connsiteY32" fmla="*/ 59506 h 164132"/>
                <a:gd name="connsiteX33" fmla="*/ 12167 w 267790"/>
                <a:gd name="connsiteY33" fmla="*/ 51172 h 164132"/>
                <a:gd name="connsiteX34" fmla="*/ 36159 w 267790"/>
                <a:gd name="connsiteY34" fmla="*/ 8056 h 164132"/>
                <a:gd name="connsiteX35" fmla="*/ 45332 w 267790"/>
                <a:gd name="connsiteY35" fmla="*/ 22549 h 164132"/>
                <a:gd name="connsiteX36" fmla="*/ 42863 w 267790"/>
                <a:gd name="connsiteY36" fmla="*/ 41027 h 164132"/>
                <a:gd name="connsiteX37" fmla="*/ 16401 w 267790"/>
                <a:gd name="connsiteY37" fmla="*/ 149724 h 164132"/>
                <a:gd name="connsiteX38" fmla="*/ 15343 w 267790"/>
                <a:gd name="connsiteY38" fmla="*/ 154797 h 164132"/>
                <a:gd name="connsiteX39" fmla="*/ 25222 w 267790"/>
                <a:gd name="connsiteY39" fmla="*/ 164217 h 164132"/>
                <a:gd name="connsiteX40" fmla="*/ 37923 w 267790"/>
                <a:gd name="connsiteY40" fmla="*/ 154797 h 164132"/>
                <a:gd name="connsiteX41" fmla="*/ 52036 w 267790"/>
                <a:gd name="connsiteY41" fmla="*/ 96825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67790" h="164132">
                  <a:moveTo>
                    <a:pt x="52036" y="96825"/>
                  </a:moveTo>
                  <a:cubicBezTo>
                    <a:pt x="53800" y="88854"/>
                    <a:pt x="55917" y="81245"/>
                    <a:pt x="57681" y="73274"/>
                  </a:cubicBezTo>
                  <a:cubicBezTo>
                    <a:pt x="62268" y="55520"/>
                    <a:pt x="62268" y="54795"/>
                    <a:pt x="66501" y="47187"/>
                  </a:cubicBezTo>
                  <a:cubicBezTo>
                    <a:pt x="76733" y="29071"/>
                    <a:pt x="91905" y="8056"/>
                    <a:pt x="116249" y="8056"/>
                  </a:cubicBezTo>
                  <a:cubicBezTo>
                    <a:pt x="132479" y="8056"/>
                    <a:pt x="132479" y="26534"/>
                    <a:pt x="132479" y="31969"/>
                  </a:cubicBezTo>
                  <a:cubicBezTo>
                    <a:pt x="132479" y="41752"/>
                    <a:pt x="130009" y="52259"/>
                    <a:pt x="129303" y="55520"/>
                  </a:cubicBezTo>
                  <a:lnTo>
                    <a:pt x="106370" y="149724"/>
                  </a:lnTo>
                  <a:cubicBezTo>
                    <a:pt x="105665" y="151898"/>
                    <a:pt x="105312" y="153710"/>
                    <a:pt x="105312" y="154797"/>
                  </a:cubicBezTo>
                  <a:cubicBezTo>
                    <a:pt x="105312" y="158782"/>
                    <a:pt x="108134" y="164217"/>
                    <a:pt x="115191" y="164217"/>
                  </a:cubicBezTo>
                  <a:cubicBezTo>
                    <a:pt x="119424" y="164217"/>
                    <a:pt x="125422" y="161681"/>
                    <a:pt x="127892" y="154797"/>
                  </a:cubicBezTo>
                  <a:lnTo>
                    <a:pt x="142005" y="96825"/>
                  </a:lnTo>
                  <a:cubicBezTo>
                    <a:pt x="143769" y="88854"/>
                    <a:pt x="145886" y="81245"/>
                    <a:pt x="147650" y="73274"/>
                  </a:cubicBezTo>
                  <a:cubicBezTo>
                    <a:pt x="152237" y="55520"/>
                    <a:pt x="152237" y="54795"/>
                    <a:pt x="156471" y="47187"/>
                  </a:cubicBezTo>
                  <a:cubicBezTo>
                    <a:pt x="166702" y="29071"/>
                    <a:pt x="181874" y="8056"/>
                    <a:pt x="206218" y="8056"/>
                  </a:cubicBezTo>
                  <a:cubicBezTo>
                    <a:pt x="222448" y="8056"/>
                    <a:pt x="222448" y="26534"/>
                    <a:pt x="222448" y="31969"/>
                  </a:cubicBezTo>
                  <a:cubicBezTo>
                    <a:pt x="222448" y="54433"/>
                    <a:pt x="206924" y="97550"/>
                    <a:pt x="201984" y="112043"/>
                  </a:cubicBezTo>
                  <a:cubicBezTo>
                    <a:pt x="197398" y="124362"/>
                    <a:pt x="196339" y="127622"/>
                    <a:pt x="196339" y="135231"/>
                  </a:cubicBezTo>
                  <a:cubicBezTo>
                    <a:pt x="196339" y="151173"/>
                    <a:pt x="206218" y="164217"/>
                    <a:pt x="223153" y="164217"/>
                  </a:cubicBezTo>
                  <a:cubicBezTo>
                    <a:pt x="255966" y="164217"/>
                    <a:pt x="267962" y="110231"/>
                    <a:pt x="267962" y="108419"/>
                  </a:cubicBezTo>
                  <a:cubicBezTo>
                    <a:pt x="267962" y="104796"/>
                    <a:pt x="265139" y="104796"/>
                    <a:pt x="262669" y="104796"/>
                  </a:cubicBezTo>
                  <a:cubicBezTo>
                    <a:pt x="258083" y="104796"/>
                    <a:pt x="258083" y="105521"/>
                    <a:pt x="256671" y="110956"/>
                  </a:cubicBezTo>
                  <a:cubicBezTo>
                    <a:pt x="253849" y="120738"/>
                    <a:pt x="244323" y="156246"/>
                    <a:pt x="223859" y="156246"/>
                  </a:cubicBezTo>
                  <a:cubicBezTo>
                    <a:pt x="216450" y="156246"/>
                    <a:pt x="216097" y="150811"/>
                    <a:pt x="216097" y="145739"/>
                  </a:cubicBezTo>
                  <a:cubicBezTo>
                    <a:pt x="216097" y="136680"/>
                    <a:pt x="219625" y="127260"/>
                    <a:pt x="222448" y="118564"/>
                  </a:cubicBezTo>
                  <a:cubicBezTo>
                    <a:pt x="229504" y="99361"/>
                    <a:pt x="243970" y="58781"/>
                    <a:pt x="243970" y="37766"/>
                  </a:cubicBezTo>
                  <a:cubicBezTo>
                    <a:pt x="243970" y="7331"/>
                    <a:pt x="223506" y="85"/>
                    <a:pt x="206924" y="85"/>
                  </a:cubicBezTo>
                  <a:cubicBezTo>
                    <a:pt x="182226" y="85"/>
                    <a:pt x="164585" y="16027"/>
                    <a:pt x="154001" y="31969"/>
                  </a:cubicBezTo>
                  <a:cubicBezTo>
                    <a:pt x="151178" y="6969"/>
                    <a:pt x="132832" y="85"/>
                    <a:pt x="116955" y="85"/>
                  </a:cubicBezTo>
                  <a:cubicBezTo>
                    <a:pt x="95786" y="85"/>
                    <a:pt x="78497" y="12041"/>
                    <a:pt x="66501" y="28708"/>
                  </a:cubicBezTo>
                  <a:cubicBezTo>
                    <a:pt x="64032" y="10954"/>
                    <a:pt x="52036" y="85"/>
                    <a:pt x="36865" y="85"/>
                  </a:cubicBezTo>
                  <a:cubicBezTo>
                    <a:pt x="24163" y="85"/>
                    <a:pt x="17107" y="8418"/>
                    <a:pt x="11462" y="19288"/>
                  </a:cubicBezTo>
                  <a:cubicBezTo>
                    <a:pt x="4758" y="33781"/>
                    <a:pt x="171" y="55158"/>
                    <a:pt x="171" y="55882"/>
                  </a:cubicBezTo>
                  <a:cubicBezTo>
                    <a:pt x="171" y="59506"/>
                    <a:pt x="3700" y="59506"/>
                    <a:pt x="5464" y="59506"/>
                  </a:cubicBezTo>
                  <a:cubicBezTo>
                    <a:pt x="10050" y="59506"/>
                    <a:pt x="10403" y="59143"/>
                    <a:pt x="12167" y="51172"/>
                  </a:cubicBezTo>
                  <a:cubicBezTo>
                    <a:pt x="18518" y="25810"/>
                    <a:pt x="25222" y="8056"/>
                    <a:pt x="36159" y="8056"/>
                  </a:cubicBezTo>
                  <a:cubicBezTo>
                    <a:pt x="45332" y="8056"/>
                    <a:pt x="45332" y="18563"/>
                    <a:pt x="45332" y="22549"/>
                  </a:cubicBezTo>
                  <a:cubicBezTo>
                    <a:pt x="45332" y="28346"/>
                    <a:pt x="44274" y="35230"/>
                    <a:pt x="42863" y="41027"/>
                  </a:cubicBezTo>
                  <a:lnTo>
                    <a:pt x="16401" y="149724"/>
                  </a:lnTo>
                  <a:cubicBezTo>
                    <a:pt x="15695" y="151898"/>
                    <a:pt x="15343" y="153710"/>
                    <a:pt x="15343" y="154797"/>
                  </a:cubicBezTo>
                  <a:cubicBezTo>
                    <a:pt x="15343" y="158782"/>
                    <a:pt x="18165" y="164217"/>
                    <a:pt x="25222" y="164217"/>
                  </a:cubicBezTo>
                  <a:cubicBezTo>
                    <a:pt x="29455" y="164217"/>
                    <a:pt x="35453" y="161681"/>
                    <a:pt x="37923" y="154797"/>
                  </a:cubicBezTo>
                  <a:lnTo>
                    <a:pt x="52036" y="96825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EBAA45C-163B-1EE3-C6E5-CD6BB663152D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7668529" y="4669343"/>
              <a:ext cx="121369" cy="255437"/>
            </a:xfrm>
            <a:custGeom>
              <a:avLst/>
              <a:gdLst>
                <a:gd name="connsiteX0" fmla="*/ 66510 w 121369"/>
                <a:gd name="connsiteY0" fmla="*/ 9143 h 255437"/>
                <a:gd name="connsiteX1" fmla="*/ 67568 w 121369"/>
                <a:gd name="connsiteY1" fmla="*/ 4433 h 255437"/>
                <a:gd name="connsiteX2" fmla="*/ 62629 w 121369"/>
                <a:gd name="connsiteY2" fmla="*/ 85 h 255437"/>
                <a:gd name="connsiteX3" fmla="*/ 56984 w 121369"/>
                <a:gd name="connsiteY3" fmla="*/ 809 h 255437"/>
                <a:gd name="connsiteX4" fmla="*/ 22054 w 121369"/>
                <a:gd name="connsiteY4" fmla="*/ 3708 h 255437"/>
                <a:gd name="connsiteX5" fmla="*/ 13940 w 121369"/>
                <a:gd name="connsiteY5" fmla="*/ 11317 h 255437"/>
                <a:gd name="connsiteX6" fmla="*/ 22407 w 121369"/>
                <a:gd name="connsiteY6" fmla="*/ 15302 h 255437"/>
                <a:gd name="connsiteX7" fmla="*/ 40048 w 121369"/>
                <a:gd name="connsiteY7" fmla="*/ 21462 h 255437"/>
                <a:gd name="connsiteX8" fmla="*/ 38990 w 121369"/>
                <a:gd name="connsiteY8" fmla="*/ 27621 h 255437"/>
                <a:gd name="connsiteX9" fmla="*/ 4061 w 121369"/>
                <a:gd name="connsiteY9" fmla="*/ 170739 h 255437"/>
                <a:gd name="connsiteX10" fmla="*/ 180 w 121369"/>
                <a:gd name="connsiteY10" fmla="*/ 200449 h 255437"/>
                <a:gd name="connsiteX11" fmla="*/ 40754 w 121369"/>
                <a:gd name="connsiteY11" fmla="*/ 255522 h 255437"/>
                <a:gd name="connsiteX12" fmla="*/ 121550 w 121369"/>
                <a:gd name="connsiteY12" fmla="*/ 147913 h 255437"/>
                <a:gd name="connsiteX13" fmla="*/ 79211 w 121369"/>
                <a:gd name="connsiteY13" fmla="*/ 91390 h 255437"/>
                <a:gd name="connsiteX14" fmla="*/ 41812 w 121369"/>
                <a:gd name="connsiteY14" fmla="*/ 110593 h 255437"/>
                <a:gd name="connsiteX15" fmla="*/ 66510 w 121369"/>
                <a:gd name="connsiteY15" fmla="*/ 9143 h 255437"/>
                <a:gd name="connsiteX16" fmla="*/ 40754 w 121369"/>
                <a:gd name="connsiteY16" fmla="*/ 247551 h 255437"/>
                <a:gd name="connsiteX17" fmla="*/ 20290 w 121369"/>
                <a:gd name="connsiteY17" fmla="*/ 212768 h 255437"/>
                <a:gd name="connsiteX18" fmla="*/ 33697 w 121369"/>
                <a:gd name="connsiteY18" fmla="*/ 142840 h 255437"/>
                <a:gd name="connsiteX19" fmla="*/ 41459 w 121369"/>
                <a:gd name="connsiteY19" fmla="*/ 126173 h 255437"/>
                <a:gd name="connsiteX20" fmla="*/ 78506 w 121369"/>
                <a:gd name="connsiteY20" fmla="*/ 99361 h 255437"/>
                <a:gd name="connsiteX21" fmla="*/ 97911 w 121369"/>
                <a:gd name="connsiteY21" fmla="*/ 131608 h 255437"/>
                <a:gd name="connsiteX22" fmla="*/ 78153 w 121369"/>
                <a:gd name="connsiteY22" fmla="*/ 213131 h 255437"/>
                <a:gd name="connsiteX23" fmla="*/ 40754 w 121369"/>
                <a:gd name="connsiteY23" fmla="*/ 247551 h 25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1369" h="255437">
                  <a:moveTo>
                    <a:pt x="66510" y="9143"/>
                  </a:moveTo>
                  <a:cubicBezTo>
                    <a:pt x="66862" y="8056"/>
                    <a:pt x="67568" y="5157"/>
                    <a:pt x="67568" y="4433"/>
                  </a:cubicBezTo>
                  <a:cubicBezTo>
                    <a:pt x="67568" y="1172"/>
                    <a:pt x="65451" y="85"/>
                    <a:pt x="62629" y="85"/>
                  </a:cubicBezTo>
                  <a:cubicBezTo>
                    <a:pt x="61570" y="85"/>
                    <a:pt x="58042" y="447"/>
                    <a:pt x="56984" y="809"/>
                  </a:cubicBezTo>
                  <a:lnTo>
                    <a:pt x="22054" y="3708"/>
                  </a:lnTo>
                  <a:cubicBezTo>
                    <a:pt x="17821" y="4070"/>
                    <a:pt x="13940" y="4433"/>
                    <a:pt x="13940" y="11317"/>
                  </a:cubicBezTo>
                  <a:cubicBezTo>
                    <a:pt x="13940" y="15302"/>
                    <a:pt x="17468" y="15302"/>
                    <a:pt x="22407" y="15302"/>
                  </a:cubicBezTo>
                  <a:cubicBezTo>
                    <a:pt x="39343" y="15302"/>
                    <a:pt x="40048" y="17839"/>
                    <a:pt x="40048" y="21462"/>
                  </a:cubicBezTo>
                  <a:cubicBezTo>
                    <a:pt x="40048" y="22549"/>
                    <a:pt x="38990" y="27259"/>
                    <a:pt x="38990" y="27621"/>
                  </a:cubicBezTo>
                  <a:lnTo>
                    <a:pt x="4061" y="170739"/>
                  </a:lnTo>
                  <a:cubicBezTo>
                    <a:pt x="3708" y="171826"/>
                    <a:pt x="180" y="186681"/>
                    <a:pt x="180" y="200449"/>
                  </a:cubicBezTo>
                  <a:cubicBezTo>
                    <a:pt x="180" y="230885"/>
                    <a:pt x="14998" y="255522"/>
                    <a:pt x="40754" y="255522"/>
                  </a:cubicBezTo>
                  <a:cubicBezTo>
                    <a:pt x="80270" y="255522"/>
                    <a:pt x="121550" y="201174"/>
                    <a:pt x="121550" y="147913"/>
                  </a:cubicBezTo>
                  <a:cubicBezTo>
                    <a:pt x="121550" y="109144"/>
                    <a:pt x="100380" y="91390"/>
                    <a:pt x="79211" y="91390"/>
                  </a:cubicBezTo>
                  <a:cubicBezTo>
                    <a:pt x="65804" y="91390"/>
                    <a:pt x="53808" y="98999"/>
                    <a:pt x="41812" y="110593"/>
                  </a:cubicBezTo>
                  <a:lnTo>
                    <a:pt x="66510" y="9143"/>
                  </a:lnTo>
                  <a:close/>
                  <a:moveTo>
                    <a:pt x="40754" y="247551"/>
                  </a:moveTo>
                  <a:cubicBezTo>
                    <a:pt x="31933" y="247551"/>
                    <a:pt x="20290" y="239943"/>
                    <a:pt x="20290" y="212768"/>
                  </a:cubicBezTo>
                  <a:cubicBezTo>
                    <a:pt x="20290" y="196826"/>
                    <a:pt x="23466" y="184145"/>
                    <a:pt x="33697" y="142840"/>
                  </a:cubicBezTo>
                  <a:cubicBezTo>
                    <a:pt x="36167" y="134144"/>
                    <a:pt x="36167" y="133420"/>
                    <a:pt x="41459" y="126173"/>
                  </a:cubicBezTo>
                  <a:cubicBezTo>
                    <a:pt x="51691" y="111680"/>
                    <a:pt x="65098" y="99361"/>
                    <a:pt x="78506" y="99361"/>
                  </a:cubicBezTo>
                  <a:cubicBezTo>
                    <a:pt x="94382" y="99361"/>
                    <a:pt x="97911" y="120014"/>
                    <a:pt x="97911" y="131608"/>
                  </a:cubicBezTo>
                  <a:cubicBezTo>
                    <a:pt x="97911" y="146826"/>
                    <a:pt x="88384" y="189942"/>
                    <a:pt x="78153" y="213131"/>
                  </a:cubicBezTo>
                  <a:cubicBezTo>
                    <a:pt x="73919" y="222189"/>
                    <a:pt x="58748" y="247551"/>
                    <a:pt x="40754" y="247551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2173812-766B-649F-4812-CBE1B2FB592B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7825179" y="4649053"/>
              <a:ext cx="81854" cy="362323"/>
            </a:xfrm>
            <a:custGeom>
              <a:avLst/>
              <a:gdLst>
                <a:gd name="connsiteX0" fmla="*/ 82038 w 81854"/>
                <a:gd name="connsiteY0" fmla="*/ 358785 h 362323"/>
                <a:gd name="connsiteX1" fmla="*/ 76040 w 81854"/>
                <a:gd name="connsiteY1" fmla="*/ 350813 h 362323"/>
                <a:gd name="connsiteX2" fmla="*/ 20648 w 81854"/>
                <a:gd name="connsiteY2" fmla="*/ 181246 h 362323"/>
                <a:gd name="connsiteX3" fmla="*/ 77452 w 81854"/>
                <a:gd name="connsiteY3" fmla="*/ 9867 h 362323"/>
                <a:gd name="connsiteX4" fmla="*/ 82038 w 81854"/>
                <a:gd name="connsiteY4" fmla="*/ 3708 h 362323"/>
                <a:gd name="connsiteX5" fmla="*/ 78510 w 81854"/>
                <a:gd name="connsiteY5" fmla="*/ 85 h 362323"/>
                <a:gd name="connsiteX6" fmla="*/ 22412 w 81854"/>
                <a:gd name="connsiteY6" fmla="*/ 70738 h 362323"/>
                <a:gd name="connsiteX7" fmla="*/ 184 w 81854"/>
                <a:gd name="connsiteY7" fmla="*/ 181246 h 362323"/>
                <a:gd name="connsiteX8" fmla="*/ 23470 w 81854"/>
                <a:gd name="connsiteY8" fmla="*/ 294291 h 362323"/>
                <a:gd name="connsiteX9" fmla="*/ 78510 w 81854"/>
                <a:gd name="connsiteY9" fmla="*/ 362408 h 362323"/>
                <a:gd name="connsiteX10" fmla="*/ 82038 w 81854"/>
                <a:gd name="connsiteY10" fmla="*/ 358785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854" h="362323">
                  <a:moveTo>
                    <a:pt x="82038" y="358785"/>
                  </a:moveTo>
                  <a:cubicBezTo>
                    <a:pt x="82038" y="357698"/>
                    <a:pt x="82038" y="356973"/>
                    <a:pt x="76040" y="350813"/>
                  </a:cubicBezTo>
                  <a:cubicBezTo>
                    <a:pt x="31938" y="305161"/>
                    <a:pt x="20648" y="236682"/>
                    <a:pt x="20648" y="181246"/>
                  </a:cubicBezTo>
                  <a:cubicBezTo>
                    <a:pt x="20648" y="118202"/>
                    <a:pt x="34055" y="55158"/>
                    <a:pt x="77452" y="9867"/>
                  </a:cubicBezTo>
                  <a:cubicBezTo>
                    <a:pt x="82038" y="5520"/>
                    <a:pt x="82038" y="4795"/>
                    <a:pt x="82038" y="3708"/>
                  </a:cubicBezTo>
                  <a:cubicBezTo>
                    <a:pt x="82038" y="1172"/>
                    <a:pt x="80627" y="85"/>
                    <a:pt x="78510" y="85"/>
                  </a:cubicBezTo>
                  <a:cubicBezTo>
                    <a:pt x="74982" y="85"/>
                    <a:pt x="43228" y="24723"/>
                    <a:pt x="22412" y="70738"/>
                  </a:cubicBezTo>
                  <a:cubicBezTo>
                    <a:pt x="4418" y="110593"/>
                    <a:pt x="184" y="150811"/>
                    <a:pt x="184" y="181246"/>
                  </a:cubicBezTo>
                  <a:cubicBezTo>
                    <a:pt x="184" y="209507"/>
                    <a:pt x="4065" y="253349"/>
                    <a:pt x="23470" y="294291"/>
                  </a:cubicBezTo>
                  <a:cubicBezTo>
                    <a:pt x="44639" y="338857"/>
                    <a:pt x="74982" y="362408"/>
                    <a:pt x="78510" y="362408"/>
                  </a:cubicBezTo>
                  <a:cubicBezTo>
                    <a:pt x="80627" y="362408"/>
                    <a:pt x="82038" y="361321"/>
                    <a:pt x="82038" y="358785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C40220C-F6B0-0EF3-4E41-B9C05A35B23A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7937690" y="4760648"/>
              <a:ext cx="233566" cy="164132"/>
            </a:xfrm>
            <a:custGeom>
              <a:avLst/>
              <a:gdLst>
                <a:gd name="connsiteX0" fmla="*/ 152959 w 233566"/>
                <a:gd name="connsiteY0" fmla="*/ 37404 h 164132"/>
                <a:gd name="connsiteX1" fmla="*/ 158251 w 233566"/>
                <a:gd name="connsiteY1" fmla="*/ 13853 h 164132"/>
                <a:gd name="connsiteX2" fmla="*/ 148019 w 233566"/>
                <a:gd name="connsiteY2" fmla="*/ 4070 h 164132"/>
                <a:gd name="connsiteX3" fmla="*/ 134965 w 233566"/>
                <a:gd name="connsiteY3" fmla="*/ 14215 h 164132"/>
                <a:gd name="connsiteX4" fmla="*/ 114854 w 233566"/>
                <a:gd name="connsiteY4" fmla="*/ 95376 h 164132"/>
                <a:gd name="connsiteX5" fmla="*/ 111679 w 233566"/>
                <a:gd name="connsiteY5" fmla="*/ 119289 h 164132"/>
                <a:gd name="connsiteX6" fmla="*/ 112032 w 233566"/>
                <a:gd name="connsiteY6" fmla="*/ 125811 h 164132"/>
                <a:gd name="connsiteX7" fmla="*/ 79572 w 233566"/>
                <a:gd name="connsiteY7" fmla="*/ 156246 h 164132"/>
                <a:gd name="connsiteX8" fmla="*/ 51347 w 233566"/>
                <a:gd name="connsiteY8" fmla="*/ 123275 h 164132"/>
                <a:gd name="connsiteX9" fmla="*/ 69693 w 233566"/>
                <a:gd name="connsiteY9" fmla="*/ 52984 h 164132"/>
                <a:gd name="connsiteX10" fmla="*/ 75691 w 233566"/>
                <a:gd name="connsiteY10" fmla="*/ 29795 h 164132"/>
                <a:gd name="connsiteX11" fmla="*/ 46760 w 233566"/>
                <a:gd name="connsiteY11" fmla="*/ 85 h 164132"/>
                <a:gd name="connsiteX12" fmla="*/ 188 w 233566"/>
                <a:gd name="connsiteY12" fmla="*/ 55882 h 164132"/>
                <a:gd name="connsiteX13" fmla="*/ 4422 w 233566"/>
                <a:gd name="connsiteY13" fmla="*/ 59506 h 164132"/>
                <a:gd name="connsiteX14" fmla="*/ 10067 w 233566"/>
                <a:gd name="connsiteY14" fmla="*/ 52984 h 164132"/>
                <a:gd name="connsiteX15" fmla="*/ 45702 w 233566"/>
                <a:gd name="connsiteY15" fmla="*/ 8056 h 164132"/>
                <a:gd name="connsiteX16" fmla="*/ 54522 w 233566"/>
                <a:gd name="connsiteY16" fmla="*/ 20012 h 164132"/>
                <a:gd name="connsiteX17" fmla="*/ 48171 w 233566"/>
                <a:gd name="connsiteY17" fmla="*/ 45375 h 164132"/>
                <a:gd name="connsiteX18" fmla="*/ 28414 w 233566"/>
                <a:gd name="connsiteY18" fmla="*/ 118564 h 164132"/>
                <a:gd name="connsiteX19" fmla="*/ 78514 w 233566"/>
                <a:gd name="connsiteY19" fmla="*/ 164217 h 164132"/>
                <a:gd name="connsiteX20" fmla="*/ 115207 w 233566"/>
                <a:gd name="connsiteY20" fmla="*/ 138854 h 164132"/>
                <a:gd name="connsiteX21" fmla="*/ 159310 w 233566"/>
                <a:gd name="connsiteY21" fmla="*/ 164217 h 164132"/>
                <a:gd name="connsiteX22" fmla="*/ 210469 w 233566"/>
                <a:gd name="connsiteY22" fmla="*/ 119651 h 164132"/>
                <a:gd name="connsiteX23" fmla="*/ 233755 w 233566"/>
                <a:gd name="connsiteY23" fmla="*/ 25447 h 164132"/>
                <a:gd name="connsiteX24" fmla="*/ 218231 w 233566"/>
                <a:gd name="connsiteY24" fmla="*/ 85 h 164132"/>
                <a:gd name="connsiteX25" fmla="*/ 200590 w 233566"/>
                <a:gd name="connsiteY25" fmla="*/ 17476 h 164132"/>
                <a:gd name="connsiteX26" fmla="*/ 205882 w 233566"/>
                <a:gd name="connsiteY26" fmla="*/ 27259 h 164132"/>
                <a:gd name="connsiteX27" fmla="*/ 218583 w 233566"/>
                <a:gd name="connsiteY27" fmla="*/ 58056 h 164132"/>
                <a:gd name="connsiteX28" fmla="*/ 199178 w 233566"/>
                <a:gd name="connsiteY28" fmla="*/ 124362 h 164132"/>
                <a:gd name="connsiteX29" fmla="*/ 160368 w 233566"/>
                <a:gd name="connsiteY29" fmla="*/ 156246 h 164132"/>
                <a:gd name="connsiteX30" fmla="*/ 134259 w 233566"/>
                <a:gd name="connsiteY30" fmla="*/ 124724 h 164132"/>
                <a:gd name="connsiteX31" fmla="*/ 138141 w 233566"/>
                <a:gd name="connsiteY31" fmla="*/ 98274 h 164132"/>
                <a:gd name="connsiteX32" fmla="*/ 152959 w 233566"/>
                <a:gd name="connsiteY32" fmla="*/ 3740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3566" h="164132">
                  <a:moveTo>
                    <a:pt x="152959" y="37404"/>
                  </a:moveTo>
                  <a:cubicBezTo>
                    <a:pt x="154723" y="29433"/>
                    <a:pt x="158251" y="16027"/>
                    <a:pt x="158251" y="13853"/>
                  </a:cubicBezTo>
                  <a:cubicBezTo>
                    <a:pt x="158251" y="7331"/>
                    <a:pt x="153312" y="4070"/>
                    <a:pt x="148019" y="4070"/>
                  </a:cubicBezTo>
                  <a:cubicBezTo>
                    <a:pt x="143786" y="4070"/>
                    <a:pt x="137435" y="6969"/>
                    <a:pt x="134965" y="14215"/>
                  </a:cubicBezTo>
                  <a:cubicBezTo>
                    <a:pt x="133907" y="16752"/>
                    <a:pt x="117324" y="85955"/>
                    <a:pt x="114854" y="95376"/>
                  </a:cubicBezTo>
                  <a:cubicBezTo>
                    <a:pt x="112385" y="106245"/>
                    <a:pt x="111679" y="112767"/>
                    <a:pt x="111679" y="119289"/>
                  </a:cubicBezTo>
                  <a:cubicBezTo>
                    <a:pt x="111679" y="123275"/>
                    <a:pt x="111679" y="123999"/>
                    <a:pt x="112032" y="125811"/>
                  </a:cubicBezTo>
                  <a:cubicBezTo>
                    <a:pt x="103917" y="145014"/>
                    <a:pt x="93332" y="156246"/>
                    <a:pt x="79572" y="156246"/>
                  </a:cubicBezTo>
                  <a:cubicBezTo>
                    <a:pt x="51347" y="156246"/>
                    <a:pt x="51347" y="129434"/>
                    <a:pt x="51347" y="123275"/>
                  </a:cubicBezTo>
                  <a:cubicBezTo>
                    <a:pt x="51347" y="111680"/>
                    <a:pt x="53111" y="97550"/>
                    <a:pt x="69693" y="52984"/>
                  </a:cubicBezTo>
                  <a:cubicBezTo>
                    <a:pt x="73574" y="42114"/>
                    <a:pt x="75691" y="37042"/>
                    <a:pt x="75691" y="29795"/>
                  </a:cubicBezTo>
                  <a:cubicBezTo>
                    <a:pt x="75691" y="13491"/>
                    <a:pt x="64048" y="85"/>
                    <a:pt x="46760" y="85"/>
                  </a:cubicBezTo>
                  <a:cubicBezTo>
                    <a:pt x="13242" y="85"/>
                    <a:pt x="188" y="52622"/>
                    <a:pt x="188" y="55882"/>
                  </a:cubicBezTo>
                  <a:cubicBezTo>
                    <a:pt x="188" y="59506"/>
                    <a:pt x="3716" y="59506"/>
                    <a:pt x="4422" y="59506"/>
                  </a:cubicBezTo>
                  <a:cubicBezTo>
                    <a:pt x="7950" y="59506"/>
                    <a:pt x="8303" y="58781"/>
                    <a:pt x="10067" y="52984"/>
                  </a:cubicBezTo>
                  <a:cubicBezTo>
                    <a:pt x="19593" y="19288"/>
                    <a:pt x="33353" y="8056"/>
                    <a:pt x="45702" y="8056"/>
                  </a:cubicBezTo>
                  <a:cubicBezTo>
                    <a:pt x="48877" y="8056"/>
                    <a:pt x="54522" y="8418"/>
                    <a:pt x="54522" y="20012"/>
                  </a:cubicBezTo>
                  <a:cubicBezTo>
                    <a:pt x="54522" y="29071"/>
                    <a:pt x="50641" y="39216"/>
                    <a:pt x="48171" y="45375"/>
                  </a:cubicBezTo>
                  <a:cubicBezTo>
                    <a:pt x="32647" y="88129"/>
                    <a:pt x="28414" y="104796"/>
                    <a:pt x="28414" y="118564"/>
                  </a:cubicBezTo>
                  <a:cubicBezTo>
                    <a:pt x="28414" y="151536"/>
                    <a:pt x="52052" y="164217"/>
                    <a:pt x="78514" y="164217"/>
                  </a:cubicBezTo>
                  <a:cubicBezTo>
                    <a:pt x="84512" y="164217"/>
                    <a:pt x="101094" y="164217"/>
                    <a:pt x="115207" y="138854"/>
                  </a:cubicBezTo>
                  <a:cubicBezTo>
                    <a:pt x="124381" y="162043"/>
                    <a:pt x="148725" y="164217"/>
                    <a:pt x="159310" y="164217"/>
                  </a:cubicBezTo>
                  <a:cubicBezTo>
                    <a:pt x="185771" y="164217"/>
                    <a:pt x="201295" y="141391"/>
                    <a:pt x="210469" y="119651"/>
                  </a:cubicBezTo>
                  <a:cubicBezTo>
                    <a:pt x="222464" y="91390"/>
                    <a:pt x="233755" y="42839"/>
                    <a:pt x="233755" y="25447"/>
                  </a:cubicBezTo>
                  <a:cubicBezTo>
                    <a:pt x="233755" y="5520"/>
                    <a:pt x="224229" y="85"/>
                    <a:pt x="218231" y="85"/>
                  </a:cubicBezTo>
                  <a:cubicBezTo>
                    <a:pt x="209410" y="85"/>
                    <a:pt x="200590" y="9505"/>
                    <a:pt x="200590" y="17476"/>
                  </a:cubicBezTo>
                  <a:cubicBezTo>
                    <a:pt x="200590" y="22186"/>
                    <a:pt x="202707" y="24360"/>
                    <a:pt x="205882" y="27259"/>
                  </a:cubicBezTo>
                  <a:cubicBezTo>
                    <a:pt x="209763" y="31244"/>
                    <a:pt x="218583" y="40665"/>
                    <a:pt x="218583" y="58056"/>
                  </a:cubicBezTo>
                  <a:cubicBezTo>
                    <a:pt x="218583" y="70375"/>
                    <a:pt x="208352" y="105883"/>
                    <a:pt x="199178" y="124362"/>
                  </a:cubicBezTo>
                  <a:cubicBezTo>
                    <a:pt x="190005" y="143565"/>
                    <a:pt x="177656" y="156246"/>
                    <a:pt x="160368" y="156246"/>
                  </a:cubicBezTo>
                  <a:cubicBezTo>
                    <a:pt x="143786" y="156246"/>
                    <a:pt x="134259" y="145376"/>
                    <a:pt x="134259" y="124724"/>
                  </a:cubicBezTo>
                  <a:cubicBezTo>
                    <a:pt x="134259" y="114579"/>
                    <a:pt x="136729" y="103347"/>
                    <a:pt x="138141" y="98274"/>
                  </a:cubicBezTo>
                  <a:lnTo>
                    <a:pt x="152959" y="37404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2DAB163-02AC-B0F5-5E94-A3DCBCAA543D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8206968" y="4806735"/>
              <a:ext cx="89898" cy="168407"/>
            </a:xfrm>
            <a:custGeom>
              <a:avLst/>
              <a:gdLst>
                <a:gd name="connsiteX0" fmla="*/ 56011 w 89898"/>
                <a:gd name="connsiteY0" fmla="*/ 7188 h 168407"/>
                <a:gd name="connsiteX1" fmla="*/ 48602 w 89898"/>
                <a:gd name="connsiteY1" fmla="*/ 86 h 168407"/>
                <a:gd name="connsiteX2" fmla="*/ 195 w 89898"/>
                <a:gd name="connsiteY2" fmla="*/ 16318 h 168407"/>
                <a:gd name="connsiteX3" fmla="*/ 195 w 89898"/>
                <a:gd name="connsiteY3" fmla="*/ 25449 h 168407"/>
                <a:gd name="connsiteX4" fmla="*/ 36006 w 89898"/>
                <a:gd name="connsiteY4" fmla="*/ 18347 h 168407"/>
                <a:gd name="connsiteX5" fmla="*/ 36006 w 89898"/>
                <a:gd name="connsiteY5" fmla="*/ 147697 h 168407"/>
                <a:gd name="connsiteX6" fmla="*/ 11309 w 89898"/>
                <a:gd name="connsiteY6" fmla="*/ 159363 h 168407"/>
                <a:gd name="connsiteX7" fmla="*/ 1924 w 89898"/>
                <a:gd name="connsiteY7" fmla="*/ 159363 h 168407"/>
                <a:gd name="connsiteX8" fmla="*/ 1924 w 89898"/>
                <a:gd name="connsiteY8" fmla="*/ 168494 h 168407"/>
                <a:gd name="connsiteX9" fmla="*/ 45885 w 89898"/>
                <a:gd name="connsiteY9" fmla="*/ 167479 h 168407"/>
                <a:gd name="connsiteX10" fmla="*/ 90094 w 89898"/>
                <a:gd name="connsiteY10" fmla="*/ 168494 h 168407"/>
                <a:gd name="connsiteX11" fmla="*/ 90094 w 89898"/>
                <a:gd name="connsiteY11" fmla="*/ 159363 h 168407"/>
                <a:gd name="connsiteX12" fmla="*/ 80709 w 89898"/>
                <a:gd name="connsiteY12" fmla="*/ 159363 h 168407"/>
                <a:gd name="connsiteX13" fmla="*/ 56011 w 89898"/>
                <a:gd name="connsiteY13" fmla="*/ 147697 h 168407"/>
                <a:gd name="connsiteX14" fmla="*/ 56011 w 89898"/>
                <a:gd name="connsiteY14" fmla="*/ 7188 h 168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9898" h="168407">
                  <a:moveTo>
                    <a:pt x="56011" y="7188"/>
                  </a:moveTo>
                  <a:cubicBezTo>
                    <a:pt x="56011" y="340"/>
                    <a:pt x="55517" y="86"/>
                    <a:pt x="48602" y="86"/>
                  </a:cubicBezTo>
                  <a:cubicBezTo>
                    <a:pt x="32796" y="16065"/>
                    <a:pt x="10321" y="16318"/>
                    <a:pt x="195" y="16318"/>
                  </a:cubicBezTo>
                  <a:lnTo>
                    <a:pt x="195" y="25449"/>
                  </a:lnTo>
                  <a:cubicBezTo>
                    <a:pt x="6123" y="25449"/>
                    <a:pt x="22423" y="25449"/>
                    <a:pt x="36006" y="18347"/>
                  </a:cubicBezTo>
                  <a:lnTo>
                    <a:pt x="36006" y="147697"/>
                  </a:lnTo>
                  <a:cubicBezTo>
                    <a:pt x="36006" y="156066"/>
                    <a:pt x="36006" y="159363"/>
                    <a:pt x="11309" y="159363"/>
                  </a:cubicBezTo>
                  <a:lnTo>
                    <a:pt x="1924" y="159363"/>
                  </a:lnTo>
                  <a:lnTo>
                    <a:pt x="1924" y="168494"/>
                  </a:lnTo>
                  <a:cubicBezTo>
                    <a:pt x="6370" y="168240"/>
                    <a:pt x="36747" y="167479"/>
                    <a:pt x="45885" y="167479"/>
                  </a:cubicBezTo>
                  <a:cubicBezTo>
                    <a:pt x="53541" y="167479"/>
                    <a:pt x="84660" y="168240"/>
                    <a:pt x="90094" y="168494"/>
                  </a:cubicBezTo>
                  <a:lnTo>
                    <a:pt x="90094" y="159363"/>
                  </a:lnTo>
                  <a:lnTo>
                    <a:pt x="80709" y="159363"/>
                  </a:lnTo>
                  <a:cubicBezTo>
                    <a:pt x="56011" y="159363"/>
                    <a:pt x="56011" y="156066"/>
                    <a:pt x="56011" y="147697"/>
                  </a:cubicBezTo>
                  <a:lnTo>
                    <a:pt x="56011" y="7188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1ACC245-04C6-7010-EE0D-897217562D42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8358438" y="4649053"/>
              <a:ext cx="81854" cy="362323"/>
            </a:xfrm>
            <a:custGeom>
              <a:avLst/>
              <a:gdLst>
                <a:gd name="connsiteX0" fmla="*/ 82054 w 81854"/>
                <a:gd name="connsiteY0" fmla="*/ 181246 h 362323"/>
                <a:gd name="connsiteX1" fmla="*/ 58768 w 81854"/>
                <a:gd name="connsiteY1" fmla="*/ 68201 h 362323"/>
                <a:gd name="connsiteX2" fmla="*/ 3728 w 81854"/>
                <a:gd name="connsiteY2" fmla="*/ 85 h 362323"/>
                <a:gd name="connsiteX3" fmla="*/ 200 w 81854"/>
                <a:gd name="connsiteY3" fmla="*/ 3708 h 362323"/>
                <a:gd name="connsiteX4" fmla="*/ 6903 w 81854"/>
                <a:gd name="connsiteY4" fmla="*/ 12041 h 362323"/>
                <a:gd name="connsiteX5" fmla="*/ 61590 w 81854"/>
                <a:gd name="connsiteY5" fmla="*/ 181246 h 362323"/>
                <a:gd name="connsiteX6" fmla="*/ 4786 w 81854"/>
                <a:gd name="connsiteY6" fmla="*/ 352625 h 362323"/>
                <a:gd name="connsiteX7" fmla="*/ 200 w 81854"/>
                <a:gd name="connsiteY7" fmla="*/ 358785 h 362323"/>
                <a:gd name="connsiteX8" fmla="*/ 3728 w 81854"/>
                <a:gd name="connsiteY8" fmla="*/ 362408 h 362323"/>
                <a:gd name="connsiteX9" fmla="*/ 59826 w 81854"/>
                <a:gd name="connsiteY9" fmla="*/ 291755 h 362323"/>
                <a:gd name="connsiteX10" fmla="*/ 82054 w 81854"/>
                <a:gd name="connsiteY10" fmla="*/ 181246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854" h="362323">
                  <a:moveTo>
                    <a:pt x="82054" y="181246"/>
                  </a:moveTo>
                  <a:cubicBezTo>
                    <a:pt x="82054" y="152985"/>
                    <a:pt x="78173" y="109144"/>
                    <a:pt x="58768" y="68201"/>
                  </a:cubicBezTo>
                  <a:cubicBezTo>
                    <a:pt x="37598" y="23636"/>
                    <a:pt x="7256" y="85"/>
                    <a:pt x="3728" y="85"/>
                  </a:cubicBezTo>
                  <a:cubicBezTo>
                    <a:pt x="1611" y="85"/>
                    <a:pt x="200" y="1534"/>
                    <a:pt x="200" y="3708"/>
                  </a:cubicBezTo>
                  <a:cubicBezTo>
                    <a:pt x="200" y="4795"/>
                    <a:pt x="200" y="5520"/>
                    <a:pt x="6903" y="12041"/>
                  </a:cubicBezTo>
                  <a:cubicBezTo>
                    <a:pt x="41480" y="47911"/>
                    <a:pt x="61590" y="105521"/>
                    <a:pt x="61590" y="181246"/>
                  </a:cubicBezTo>
                  <a:cubicBezTo>
                    <a:pt x="61590" y="243203"/>
                    <a:pt x="48536" y="306972"/>
                    <a:pt x="4786" y="352625"/>
                  </a:cubicBezTo>
                  <a:cubicBezTo>
                    <a:pt x="200" y="356973"/>
                    <a:pt x="200" y="357698"/>
                    <a:pt x="200" y="358785"/>
                  </a:cubicBezTo>
                  <a:cubicBezTo>
                    <a:pt x="200" y="360958"/>
                    <a:pt x="1611" y="362408"/>
                    <a:pt x="3728" y="362408"/>
                  </a:cubicBezTo>
                  <a:cubicBezTo>
                    <a:pt x="7256" y="362408"/>
                    <a:pt x="39010" y="337770"/>
                    <a:pt x="59826" y="291755"/>
                  </a:cubicBezTo>
                  <a:cubicBezTo>
                    <a:pt x="77820" y="251899"/>
                    <a:pt x="82054" y="211681"/>
                    <a:pt x="82054" y="181246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9DC9DFA-861C-1B75-8116-AC65C1F8DE6B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8505878" y="4882389"/>
              <a:ext cx="41279" cy="108334"/>
            </a:xfrm>
            <a:custGeom>
              <a:avLst/>
              <a:gdLst>
                <a:gd name="connsiteX0" fmla="*/ 41483 w 41279"/>
                <a:gd name="connsiteY0" fmla="*/ 38129 h 108334"/>
                <a:gd name="connsiteX1" fmla="*/ 18903 w 41279"/>
                <a:gd name="connsiteY1" fmla="*/ 85 h 108334"/>
                <a:gd name="connsiteX2" fmla="*/ 203 w 41279"/>
                <a:gd name="connsiteY2" fmla="*/ 19288 h 108334"/>
                <a:gd name="connsiteX3" fmla="*/ 18903 w 41279"/>
                <a:gd name="connsiteY3" fmla="*/ 38491 h 108334"/>
                <a:gd name="connsiteX4" fmla="*/ 31252 w 41279"/>
                <a:gd name="connsiteY4" fmla="*/ 33781 h 108334"/>
                <a:gd name="connsiteX5" fmla="*/ 33016 w 41279"/>
                <a:gd name="connsiteY5" fmla="*/ 32694 h 108334"/>
                <a:gd name="connsiteX6" fmla="*/ 33721 w 41279"/>
                <a:gd name="connsiteY6" fmla="*/ 38129 h 108334"/>
                <a:gd name="connsiteX7" fmla="*/ 9730 w 41279"/>
                <a:gd name="connsiteY7" fmla="*/ 98637 h 108334"/>
                <a:gd name="connsiteX8" fmla="*/ 5849 w 41279"/>
                <a:gd name="connsiteY8" fmla="*/ 104434 h 108334"/>
                <a:gd name="connsiteX9" fmla="*/ 9377 w 41279"/>
                <a:gd name="connsiteY9" fmla="*/ 108419 h 108334"/>
                <a:gd name="connsiteX10" fmla="*/ 41483 w 41279"/>
                <a:gd name="connsiteY10" fmla="*/ 38129 h 108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279" h="108334">
                  <a:moveTo>
                    <a:pt x="41483" y="38129"/>
                  </a:moveTo>
                  <a:cubicBezTo>
                    <a:pt x="41483" y="14215"/>
                    <a:pt x="32663" y="85"/>
                    <a:pt x="18903" y="85"/>
                  </a:cubicBezTo>
                  <a:cubicBezTo>
                    <a:pt x="7260" y="85"/>
                    <a:pt x="203" y="9143"/>
                    <a:pt x="203" y="19288"/>
                  </a:cubicBezTo>
                  <a:cubicBezTo>
                    <a:pt x="203" y="29071"/>
                    <a:pt x="7260" y="38491"/>
                    <a:pt x="18903" y="38491"/>
                  </a:cubicBezTo>
                  <a:cubicBezTo>
                    <a:pt x="23137" y="38491"/>
                    <a:pt x="27723" y="37042"/>
                    <a:pt x="31252" y="33781"/>
                  </a:cubicBezTo>
                  <a:cubicBezTo>
                    <a:pt x="32310" y="33056"/>
                    <a:pt x="32663" y="32694"/>
                    <a:pt x="33016" y="32694"/>
                  </a:cubicBezTo>
                  <a:cubicBezTo>
                    <a:pt x="33369" y="32694"/>
                    <a:pt x="33721" y="33056"/>
                    <a:pt x="33721" y="38129"/>
                  </a:cubicBezTo>
                  <a:cubicBezTo>
                    <a:pt x="33721" y="64941"/>
                    <a:pt x="21373" y="86680"/>
                    <a:pt x="9730" y="98637"/>
                  </a:cubicBezTo>
                  <a:cubicBezTo>
                    <a:pt x="5849" y="102622"/>
                    <a:pt x="5849" y="103347"/>
                    <a:pt x="5849" y="104434"/>
                  </a:cubicBezTo>
                  <a:cubicBezTo>
                    <a:pt x="5849" y="106970"/>
                    <a:pt x="7613" y="108419"/>
                    <a:pt x="9377" y="108419"/>
                  </a:cubicBezTo>
                  <a:cubicBezTo>
                    <a:pt x="13258" y="108419"/>
                    <a:pt x="41483" y="80520"/>
                    <a:pt x="41483" y="38129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475D88C-8D96-E853-72BD-C5CB5A228E61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8662686" y="4882389"/>
              <a:ext cx="37398" cy="38406"/>
            </a:xfrm>
            <a:custGeom>
              <a:avLst/>
              <a:gdLst>
                <a:gd name="connsiteX0" fmla="*/ 37607 w 37398"/>
                <a:gd name="connsiteY0" fmla="*/ 19288 h 38406"/>
                <a:gd name="connsiteX1" fmla="*/ 18907 w 37398"/>
                <a:gd name="connsiteY1" fmla="*/ 85 h 38406"/>
                <a:gd name="connsiteX2" fmla="*/ 208 w 37398"/>
                <a:gd name="connsiteY2" fmla="*/ 19288 h 38406"/>
                <a:gd name="connsiteX3" fmla="*/ 18907 w 37398"/>
                <a:gd name="connsiteY3" fmla="*/ 38491 h 38406"/>
                <a:gd name="connsiteX4" fmla="*/ 37607 w 37398"/>
                <a:gd name="connsiteY4" fmla="*/ 19288 h 38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98" h="38406">
                  <a:moveTo>
                    <a:pt x="37607" y="19288"/>
                  </a:moveTo>
                  <a:cubicBezTo>
                    <a:pt x="37607" y="8780"/>
                    <a:pt x="29139" y="85"/>
                    <a:pt x="18907" y="85"/>
                  </a:cubicBezTo>
                  <a:cubicBezTo>
                    <a:pt x="8676" y="85"/>
                    <a:pt x="208" y="8780"/>
                    <a:pt x="208" y="19288"/>
                  </a:cubicBezTo>
                  <a:cubicBezTo>
                    <a:pt x="208" y="29795"/>
                    <a:pt x="8676" y="38491"/>
                    <a:pt x="18907" y="38491"/>
                  </a:cubicBezTo>
                  <a:cubicBezTo>
                    <a:pt x="29139" y="38491"/>
                    <a:pt x="37607" y="29795"/>
                    <a:pt x="37607" y="19288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4B7006DE-A0ED-E848-CD87-A0C970A67E85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8819493" y="4882389"/>
              <a:ext cx="37398" cy="38406"/>
            </a:xfrm>
            <a:custGeom>
              <a:avLst/>
              <a:gdLst>
                <a:gd name="connsiteX0" fmla="*/ 37611 w 37398"/>
                <a:gd name="connsiteY0" fmla="*/ 19288 h 38406"/>
                <a:gd name="connsiteX1" fmla="*/ 18912 w 37398"/>
                <a:gd name="connsiteY1" fmla="*/ 85 h 38406"/>
                <a:gd name="connsiteX2" fmla="*/ 212 w 37398"/>
                <a:gd name="connsiteY2" fmla="*/ 19288 h 38406"/>
                <a:gd name="connsiteX3" fmla="*/ 18912 w 37398"/>
                <a:gd name="connsiteY3" fmla="*/ 38491 h 38406"/>
                <a:gd name="connsiteX4" fmla="*/ 37611 w 37398"/>
                <a:gd name="connsiteY4" fmla="*/ 19288 h 38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98" h="38406">
                  <a:moveTo>
                    <a:pt x="37611" y="19288"/>
                  </a:moveTo>
                  <a:cubicBezTo>
                    <a:pt x="37611" y="8780"/>
                    <a:pt x="29144" y="85"/>
                    <a:pt x="18912" y="85"/>
                  </a:cubicBezTo>
                  <a:cubicBezTo>
                    <a:pt x="8680" y="85"/>
                    <a:pt x="212" y="8780"/>
                    <a:pt x="212" y="19288"/>
                  </a:cubicBezTo>
                  <a:cubicBezTo>
                    <a:pt x="212" y="29795"/>
                    <a:pt x="8680" y="38491"/>
                    <a:pt x="18912" y="38491"/>
                  </a:cubicBezTo>
                  <a:cubicBezTo>
                    <a:pt x="29144" y="38491"/>
                    <a:pt x="37611" y="29795"/>
                    <a:pt x="37611" y="19288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C747DC8-AAF8-CC08-9EC0-F96239E017CE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8976301" y="4882389"/>
              <a:ext cx="37398" cy="38406"/>
            </a:xfrm>
            <a:custGeom>
              <a:avLst/>
              <a:gdLst>
                <a:gd name="connsiteX0" fmla="*/ 37616 w 37398"/>
                <a:gd name="connsiteY0" fmla="*/ 19288 h 38406"/>
                <a:gd name="connsiteX1" fmla="*/ 18916 w 37398"/>
                <a:gd name="connsiteY1" fmla="*/ 85 h 38406"/>
                <a:gd name="connsiteX2" fmla="*/ 217 w 37398"/>
                <a:gd name="connsiteY2" fmla="*/ 19288 h 38406"/>
                <a:gd name="connsiteX3" fmla="*/ 18916 w 37398"/>
                <a:gd name="connsiteY3" fmla="*/ 38491 h 38406"/>
                <a:gd name="connsiteX4" fmla="*/ 37616 w 37398"/>
                <a:gd name="connsiteY4" fmla="*/ 19288 h 38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98" h="38406">
                  <a:moveTo>
                    <a:pt x="37616" y="19288"/>
                  </a:moveTo>
                  <a:cubicBezTo>
                    <a:pt x="37616" y="8780"/>
                    <a:pt x="29148" y="85"/>
                    <a:pt x="18916" y="85"/>
                  </a:cubicBezTo>
                  <a:cubicBezTo>
                    <a:pt x="8684" y="85"/>
                    <a:pt x="217" y="8780"/>
                    <a:pt x="217" y="19288"/>
                  </a:cubicBezTo>
                  <a:cubicBezTo>
                    <a:pt x="217" y="29795"/>
                    <a:pt x="8684" y="38491"/>
                    <a:pt x="18916" y="38491"/>
                  </a:cubicBezTo>
                  <a:cubicBezTo>
                    <a:pt x="29148" y="38491"/>
                    <a:pt x="37616" y="29795"/>
                    <a:pt x="37616" y="19288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887454E-D6E2-026F-1935-9616F32F3D26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9133109" y="4882389"/>
              <a:ext cx="41279" cy="108334"/>
            </a:xfrm>
            <a:custGeom>
              <a:avLst/>
              <a:gdLst>
                <a:gd name="connsiteX0" fmla="*/ 41501 w 41279"/>
                <a:gd name="connsiteY0" fmla="*/ 38129 h 108334"/>
                <a:gd name="connsiteX1" fmla="*/ 18921 w 41279"/>
                <a:gd name="connsiteY1" fmla="*/ 85 h 108334"/>
                <a:gd name="connsiteX2" fmla="*/ 221 w 41279"/>
                <a:gd name="connsiteY2" fmla="*/ 19288 h 108334"/>
                <a:gd name="connsiteX3" fmla="*/ 18921 w 41279"/>
                <a:gd name="connsiteY3" fmla="*/ 38491 h 108334"/>
                <a:gd name="connsiteX4" fmla="*/ 31269 w 41279"/>
                <a:gd name="connsiteY4" fmla="*/ 33781 h 108334"/>
                <a:gd name="connsiteX5" fmla="*/ 33033 w 41279"/>
                <a:gd name="connsiteY5" fmla="*/ 32694 h 108334"/>
                <a:gd name="connsiteX6" fmla="*/ 33739 w 41279"/>
                <a:gd name="connsiteY6" fmla="*/ 38129 h 108334"/>
                <a:gd name="connsiteX7" fmla="*/ 9747 w 41279"/>
                <a:gd name="connsiteY7" fmla="*/ 98637 h 108334"/>
                <a:gd name="connsiteX8" fmla="*/ 5866 w 41279"/>
                <a:gd name="connsiteY8" fmla="*/ 104434 h 108334"/>
                <a:gd name="connsiteX9" fmla="*/ 9395 w 41279"/>
                <a:gd name="connsiteY9" fmla="*/ 108419 h 108334"/>
                <a:gd name="connsiteX10" fmla="*/ 41501 w 41279"/>
                <a:gd name="connsiteY10" fmla="*/ 38129 h 108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279" h="108334">
                  <a:moveTo>
                    <a:pt x="41501" y="38129"/>
                  </a:moveTo>
                  <a:cubicBezTo>
                    <a:pt x="41501" y="14215"/>
                    <a:pt x="32681" y="85"/>
                    <a:pt x="18921" y="85"/>
                  </a:cubicBezTo>
                  <a:cubicBezTo>
                    <a:pt x="7278" y="85"/>
                    <a:pt x="221" y="9143"/>
                    <a:pt x="221" y="19288"/>
                  </a:cubicBezTo>
                  <a:cubicBezTo>
                    <a:pt x="221" y="29071"/>
                    <a:pt x="7278" y="38491"/>
                    <a:pt x="18921" y="38491"/>
                  </a:cubicBezTo>
                  <a:cubicBezTo>
                    <a:pt x="23154" y="38491"/>
                    <a:pt x="27741" y="37042"/>
                    <a:pt x="31269" y="33781"/>
                  </a:cubicBezTo>
                  <a:cubicBezTo>
                    <a:pt x="32328" y="33056"/>
                    <a:pt x="32681" y="32694"/>
                    <a:pt x="33033" y="32694"/>
                  </a:cubicBezTo>
                  <a:cubicBezTo>
                    <a:pt x="33386" y="32694"/>
                    <a:pt x="33739" y="33056"/>
                    <a:pt x="33739" y="38129"/>
                  </a:cubicBezTo>
                  <a:cubicBezTo>
                    <a:pt x="33739" y="64941"/>
                    <a:pt x="21390" y="86680"/>
                    <a:pt x="9747" y="98637"/>
                  </a:cubicBezTo>
                  <a:cubicBezTo>
                    <a:pt x="5866" y="102622"/>
                    <a:pt x="5866" y="103347"/>
                    <a:pt x="5866" y="104434"/>
                  </a:cubicBezTo>
                  <a:cubicBezTo>
                    <a:pt x="5866" y="106970"/>
                    <a:pt x="7630" y="108419"/>
                    <a:pt x="9395" y="108419"/>
                  </a:cubicBezTo>
                  <a:cubicBezTo>
                    <a:pt x="13276" y="108419"/>
                    <a:pt x="41501" y="80520"/>
                    <a:pt x="41501" y="38129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A9C29B4-1176-0E97-BAFF-47E32567A00F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9299795" y="4760648"/>
              <a:ext cx="124898" cy="164132"/>
            </a:xfrm>
            <a:custGeom>
              <a:avLst/>
              <a:gdLst>
                <a:gd name="connsiteX0" fmla="*/ 44328 w 124898"/>
                <a:gd name="connsiteY0" fmla="*/ 76535 h 164132"/>
                <a:gd name="connsiteX1" fmla="*/ 95487 w 124898"/>
                <a:gd name="connsiteY1" fmla="*/ 68564 h 164132"/>
                <a:gd name="connsiteX2" fmla="*/ 123360 w 124898"/>
                <a:gd name="connsiteY2" fmla="*/ 30882 h 164132"/>
                <a:gd name="connsiteX3" fmla="*/ 87725 w 124898"/>
                <a:gd name="connsiteY3" fmla="*/ 85 h 164132"/>
                <a:gd name="connsiteX4" fmla="*/ 226 w 124898"/>
                <a:gd name="connsiteY4" fmla="*/ 100811 h 164132"/>
                <a:gd name="connsiteX5" fmla="*/ 50679 w 124898"/>
                <a:gd name="connsiteY5" fmla="*/ 164217 h 164132"/>
                <a:gd name="connsiteX6" fmla="*/ 125124 w 124898"/>
                <a:gd name="connsiteY6" fmla="*/ 122550 h 164132"/>
                <a:gd name="connsiteX7" fmla="*/ 119479 w 124898"/>
                <a:gd name="connsiteY7" fmla="*/ 116753 h 164132"/>
                <a:gd name="connsiteX8" fmla="*/ 114892 w 124898"/>
                <a:gd name="connsiteY8" fmla="*/ 120738 h 164132"/>
                <a:gd name="connsiteX9" fmla="*/ 51384 w 124898"/>
                <a:gd name="connsiteY9" fmla="*/ 156246 h 164132"/>
                <a:gd name="connsiteX10" fmla="*/ 24570 w 124898"/>
                <a:gd name="connsiteY10" fmla="*/ 116390 h 164132"/>
                <a:gd name="connsiteX11" fmla="*/ 30568 w 124898"/>
                <a:gd name="connsiteY11" fmla="*/ 76535 h 164132"/>
                <a:gd name="connsiteX12" fmla="*/ 44328 w 124898"/>
                <a:gd name="connsiteY12" fmla="*/ 76535 h 164132"/>
                <a:gd name="connsiteX13" fmla="*/ 32685 w 124898"/>
                <a:gd name="connsiteY13" fmla="*/ 68564 h 164132"/>
                <a:gd name="connsiteX14" fmla="*/ 87725 w 124898"/>
                <a:gd name="connsiteY14" fmla="*/ 8056 h 164132"/>
                <a:gd name="connsiteX15" fmla="*/ 109953 w 124898"/>
                <a:gd name="connsiteY15" fmla="*/ 30158 h 164132"/>
                <a:gd name="connsiteX16" fmla="*/ 40094 w 124898"/>
                <a:gd name="connsiteY16" fmla="*/ 68564 h 164132"/>
                <a:gd name="connsiteX17" fmla="*/ 32685 w 124898"/>
                <a:gd name="connsiteY17" fmla="*/ 6856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4898" h="164132">
                  <a:moveTo>
                    <a:pt x="44328" y="76535"/>
                  </a:moveTo>
                  <a:cubicBezTo>
                    <a:pt x="54913" y="76535"/>
                    <a:pt x="78552" y="75448"/>
                    <a:pt x="95487" y="68564"/>
                  </a:cubicBezTo>
                  <a:cubicBezTo>
                    <a:pt x="123360" y="56969"/>
                    <a:pt x="123360" y="33418"/>
                    <a:pt x="123360" y="30882"/>
                  </a:cubicBezTo>
                  <a:cubicBezTo>
                    <a:pt x="123360" y="14215"/>
                    <a:pt x="110305" y="85"/>
                    <a:pt x="87725" y="85"/>
                  </a:cubicBezTo>
                  <a:cubicBezTo>
                    <a:pt x="50679" y="85"/>
                    <a:pt x="226" y="36679"/>
                    <a:pt x="226" y="100811"/>
                  </a:cubicBezTo>
                  <a:cubicBezTo>
                    <a:pt x="226" y="133420"/>
                    <a:pt x="17161" y="164217"/>
                    <a:pt x="50679" y="164217"/>
                  </a:cubicBezTo>
                  <a:cubicBezTo>
                    <a:pt x="95840" y="164217"/>
                    <a:pt x="125124" y="127985"/>
                    <a:pt x="125124" y="122550"/>
                  </a:cubicBezTo>
                  <a:cubicBezTo>
                    <a:pt x="125124" y="120738"/>
                    <a:pt x="122301" y="116753"/>
                    <a:pt x="119479" y="116753"/>
                  </a:cubicBezTo>
                  <a:cubicBezTo>
                    <a:pt x="118067" y="116753"/>
                    <a:pt x="117715" y="117115"/>
                    <a:pt x="114892" y="120738"/>
                  </a:cubicBezTo>
                  <a:cubicBezTo>
                    <a:pt x="88783" y="154797"/>
                    <a:pt x="57382" y="156246"/>
                    <a:pt x="51384" y="156246"/>
                  </a:cubicBezTo>
                  <a:cubicBezTo>
                    <a:pt x="28451" y="156246"/>
                    <a:pt x="24570" y="130521"/>
                    <a:pt x="24570" y="116390"/>
                  </a:cubicBezTo>
                  <a:cubicBezTo>
                    <a:pt x="24570" y="102622"/>
                    <a:pt x="28098" y="86318"/>
                    <a:pt x="30568" y="76535"/>
                  </a:cubicBezTo>
                  <a:lnTo>
                    <a:pt x="44328" y="76535"/>
                  </a:lnTo>
                  <a:close/>
                  <a:moveTo>
                    <a:pt x="32685" y="68564"/>
                  </a:moveTo>
                  <a:cubicBezTo>
                    <a:pt x="47856" y="9143"/>
                    <a:pt x="84197" y="8056"/>
                    <a:pt x="87725" y="8056"/>
                  </a:cubicBezTo>
                  <a:cubicBezTo>
                    <a:pt x="101838" y="8056"/>
                    <a:pt x="109953" y="17839"/>
                    <a:pt x="109953" y="30158"/>
                  </a:cubicBezTo>
                  <a:cubicBezTo>
                    <a:pt x="109953" y="68564"/>
                    <a:pt x="51737" y="68564"/>
                    <a:pt x="40094" y="68564"/>
                  </a:cubicBezTo>
                  <a:lnTo>
                    <a:pt x="32685" y="68564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4C67A2DA-D264-F61C-D0A5-67675101EF16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9451154" y="4760648"/>
              <a:ext cx="267790" cy="164132"/>
            </a:xfrm>
            <a:custGeom>
              <a:avLst/>
              <a:gdLst>
                <a:gd name="connsiteX0" fmla="*/ 52095 w 267790"/>
                <a:gd name="connsiteY0" fmla="*/ 96825 h 164132"/>
                <a:gd name="connsiteX1" fmla="*/ 57740 w 267790"/>
                <a:gd name="connsiteY1" fmla="*/ 73274 h 164132"/>
                <a:gd name="connsiteX2" fmla="*/ 66560 w 267790"/>
                <a:gd name="connsiteY2" fmla="*/ 47187 h 164132"/>
                <a:gd name="connsiteX3" fmla="*/ 116308 w 267790"/>
                <a:gd name="connsiteY3" fmla="*/ 8056 h 164132"/>
                <a:gd name="connsiteX4" fmla="*/ 132538 w 267790"/>
                <a:gd name="connsiteY4" fmla="*/ 31969 h 164132"/>
                <a:gd name="connsiteX5" fmla="*/ 129362 w 267790"/>
                <a:gd name="connsiteY5" fmla="*/ 55520 h 164132"/>
                <a:gd name="connsiteX6" fmla="*/ 106429 w 267790"/>
                <a:gd name="connsiteY6" fmla="*/ 149724 h 164132"/>
                <a:gd name="connsiteX7" fmla="*/ 105370 w 267790"/>
                <a:gd name="connsiteY7" fmla="*/ 154797 h 164132"/>
                <a:gd name="connsiteX8" fmla="*/ 115249 w 267790"/>
                <a:gd name="connsiteY8" fmla="*/ 164217 h 164132"/>
                <a:gd name="connsiteX9" fmla="*/ 127951 w 267790"/>
                <a:gd name="connsiteY9" fmla="*/ 154797 h 164132"/>
                <a:gd name="connsiteX10" fmla="*/ 142064 w 267790"/>
                <a:gd name="connsiteY10" fmla="*/ 96825 h 164132"/>
                <a:gd name="connsiteX11" fmla="*/ 147709 w 267790"/>
                <a:gd name="connsiteY11" fmla="*/ 73274 h 164132"/>
                <a:gd name="connsiteX12" fmla="*/ 156529 w 267790"/>
                <a:gd name="connsiteY12" fmla="*/ 47187 h 164132"/>
                <a:gd name="connsiteX13" fmla="*/ 206277 w 267790"/>
                <a:gd name="connsiteY13" fmla="*/ 8056 h 164132"/>
                <a:gd name="connsiteX14" fmla="*/ 222507 w 267790"/>
                <a:gd name="connsiteY14" fmla="*/ 31969 h 164132"/>
                <a:gd name="connsiteX15" fmla="*/ 202043 w 267790"/>
                <a:gd name="connsiteY15" fmla="*/ 112043 h 164132"/>
                <a:gd name="connsiteX16" fmla="*/ 196398 w 267790"/>
                <a:gd name="connsiteY16" fmla="*/ 135231 h 164132"/>
                <a:gd name="connsiteX17" fmla="*/ 223212 w 267790"/>
                <a:gd name="connsiteY17" fmla="*/ 164217 h 164132"/>
                <a:gd name="connsiteX18" fmla="*/ 268020 w 267790"/>
                <a:gd name="connsiteY18" fmla="*/ 108419 h 164132"/>
                <a:gd name="connsiteX19" fmla="*/ 262728 w 267790"/>
                <a:gd name="connsiteY19" fmla="*/ 104796 h 164132"/>
                <a:gd name="connsiteX20" fmla="*/ 256730 w 267790"/>
                <a:gd name="connsiteY20" fmla="*/ 110956 h 164132"/>
                <a:gd name="connsiteX21" fmla="*/ 223918 w 267790"/>
                <a:gd name="connsiteY21" fmla="*/ 156246 h 164132"/>
                <a:gd name="connsiteX22" fmla="*/ 216156 w 267790"/>
                <a:gd name="connsiteY22" fmla="*/ 145739 h 164132"/>
                <a:gd name="connsiteX23" fmla="*/ 222507 w 267790"/>
                <a:gd name="connsiteY23" fmla="*/ 118564 h 164132"/>
                <a:gd name="connsiteX24" fmla="*/ 244029 w 267790"/>
                <a:gd name="connsiteY24" fmla="*/ 37766 h 164132"/>
                <a:gd name="connsiteX25" fmla="*/ 206983 w 267790"/>
                <a:gd name="connsiteY25" fmla="*/ 85 h 164132"/>
                <a:gd name="connsiteX26" fmla="*/ 154060 w 267790"/>
                <a:gd name="connsiteY26" fmla="*/ 31969 h 164132"/>
                <a:gd name="connsiteX27" fmla="*/ 117014 w 267790"/>
                <a:gd name="connsiteY27" fmla="*/ 85 h 164132"/>
                <a:gd name="connsiteX28" fmla="*/ 66560 w 267790"/>
                <a:gd name="connsiteY28" fmla="*/ 28708 h 164132"/>
                <a:gd name="connsiteX29" fmla="*/ 36923 w 267790"/>
                <a:gd name="connsiteY29" fmla="*/ 85 h 164132"/>
                <a:gd name="connsiteX30" fmla="*/ 11520 w 267790"/>
                <a:gd name="connsiteY30" fmla="*/ 19288 h 164132"/>
                <a:gd name="connsiteX31" fmla="*/ 230 w 267790"/>
                <a:gd name="connsiteY31" fmla="*/ 55882 h 164132"/>
                <a:gd name="connsiteX32" fmla="*/ 5523 w 267790"/>
                <a:gd name="connsiteY32" fmla="*/ 59506 h 164132"/>
                <a:gd name="connsiteX33" fmla="*/ 12226 w 267790"/>
                <a:gd name="connsiteY33" fmla="*/ 51172 h 164132"/>
                <a:gd name="connsiteX34" fmla="*/ 36218 w 267790"/>
                <a:gd name="connsiteY34" fmla="*/ 8056 h 164132"/>
                <a:gd name="connsiteX35" fmla="*/ 45391 w 267790"/>
                <a:gd name="connsiteY35" fmla="*/ 22549 h 164132"/>
                <a:gd name="connsiteX36" fmla="*/ 42921 w 267790"/>
                <a:gd name="connsiteY36" fmla="*/ 41027 h 164132"/>
                <a:gd name="connsiteX37" fmla="*/ 16460 w 267790"/>
                <a:gd name="connsiteY37" fmla="*/ 149724 h 164132"/>
                <a:gd name="connsiteX38" fmla="*/ 15401 w 267790"/>
                <a:gd name="connsiteY38" fmla="*/ 154797 h 164132"/>
                <a:gd name="connsiteX39" fmla="*/ 25280 w 267790"/>
                <a:gd name="connsiteY39" fmla="*/ 164217 h 164132"/>
                <a:gd name="connsiteX40" fmla="*/ 37982 w 267790"/>
                <a:gd name="connsiteY40" fmla="*/ 154797 h 164132"/>
                <a:gd name="connsiteX41" fmla="*/ 52095 w 267790"/>
                <a:gd name="connsiteY41" fmla="*/ 96825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67790" h="164132">
                  <a:moveTo>
                    <a:pt x="52095" y="96825"/>
                  </a:moveTo>
                  <a:cubicBezTo>
                    <a:pt x="53859" y="88854"/>
                    <a:pt x="55976" y="81245"/>
                    <a:pt x="57740" y="73274"/>
                  </a:cubicBezTo>
                  <a:cubicBezTo>
                    <a:pt x="62326" y="55520"/>
                    <a:pt x="62326" y="54795"/>
                    <a:pt x="66560" y="47187"/>
                  </a:cubicBezTo>
                  <a:cubicBezTo>
                    <a:pt x="76792" y="29071"/>
                    <a:pt x="91963" y="8056"/>
                    <a:pt x="116308" y="8056"/>
                  </a:cubicBezTo>
                  <a:cubicBezTo>
                    <a:pt x="132538" y="8056"/>
                    <a:pt x="132538" y="26534"/>
                    <a:pt x="132538" y="31969"/>
                  </a:cubicBezTo>
                  <a:cubicBezTo>
                    <a:pt x="132538" y="41752"/>
                    <a:pt x="130068" y="52259"/>
                    <a:pt x="129362" y="55520"/>
                  </a:cubicBezTo>
                  <a:lnTo>
                    <a:pt x="106429" y="149724"/>
                  </a:lnTo>
                  <a:cubicBezTo>
                    <a:pt x="105723" y="151898"/>
                    <a:pt x="105370" y="153710"/>
                    <a:pt x="105370" y="154797"/>
                  </a:cubicBezTo>
                  <a:cubicBezTo>
                    <a:pt x="105370" y="158782"/>
                    <a:pt x="108193" y="164217"/>
                    <a:pt x="115249" y="164217"/>
                  </a:cubicBezTo>
                  <a:cubicBezTo>
                    <a:pt x="119483" y="164217"/>
                    <a:pt x="125481" y="161681"/>
                    <a:pt x="127951" y="154797"/>
                  </a:cubicBezTo>
                  <a:lnTo>
                    <a:pt x="142064" y="96825"/>
                  </a:lnTo>
                  <a:cubicBezTo>
                    <a:pt x="143828" y="88854"/>
                    <a:pt x="145945" y="81245"/>
                    <a:pt x="147709" y="73274"/>
                  </a:cubicBezTo>
                  <a:cubicBezTo>
                    <a:pt x="152296" y="55520"/>
                    <a:pt x="152296" y="54795"/>
                    <a:pt x="156529" y="47187"/>
                  </a:cubicBezTo>
                  <a:cubicBezTo>
                    <a:pt x="166761" y="29071"/>
                    <a:pt x="181932" y="8056"/>
                    <a:pt x="206277" y="8056"/>
                  </a:cubicBezTo>
                  <a:cubicBezTo>
                    <a:pt x="222507" y="8056"/>
                    <a:pt x="222507" y="26534"/>
                    <a:pt x="222507" y="31969"/>
                  </a:cubicBezTo>
                  <a:cubicBezTo>
                    <a:pt x="222507" y="54433"/>
                    <a:pt x="206983" y="97550"/>
                    <a:pt x="202043" y="112043"/>
                  </a:cubicBezTo>
                  <a:cubicBezTo>
                    <a:pt x="197456" y="124362"/>
                    <a:pt x="196398" y="127622"/>
                    <a:pt x="196398" y="135231"/>
                  </a:cubicBezTo>
                  <a:cubicBezTo>
                    <a:pt x="196398" y="151173"/>
                    <a:pt x="206277" y="164217"/>
                    <a:pt x="223212" y="164217"/>
                  </a:cubicBezTo>
                  <a:cubicBezTo>
                    <a:pt x="256025" y="164217"/>
                    <a:pt x="268020" y="110231"/>
                    <a:pt x="268020" y="108419"/>
                  </a:cubicBezTo>
                  <a:cubicBezTo>
                    <a:pt x="268020" y="104796"/>
                    <a:pt x="265198" y="104796"/>
                    <a:pt x="262728" y="104796"/>
                  </a:cubicBezTo>
                  <a:cubicBezTo>
                    <a:pt x="258141" y="104796"/>
                    <a:pt x="258141" y="105521"/>
                    <a:pt x="256730" y="110956"/>
                  </a:cubicBezTo>
                  <a:cubicBezTo>
                    <a:pt x="253908" y="120738"/>
                    <a:pt x="244381" y="156246"/>
                    <a:pt x="223918" y="156246"/>
                  </a:cubicBezTo>
                  <a:cubicBezTo>
                    <a:pt x="216509" y="156246"/>
                    <a:pt x="216156" y="150811"/>
                    <a:pt x="216156" y="145739"/>
                  </a:cubicBezTo>
                  <a:cubicBezTo>
                    <a:pt x="216156" y="136680"/>
                    <a:pt x="219684" y="127260"/>
                    <a:pt x="222507" y="118564"/>
                  </a:cubicBezTo>
                  <a:cubicBezTo>
                    <a:pt x="229563" y="99361"/>
                    <a:pt x="244029" y="58781"/>
                    <a:pt x="244029" y="37766"/>
                  </a:cubicBezTo>
                  <a:cubicBezTo>
                    <a:pt x="244029" y="7331"/>
                    <a:pt x="223565" y="85"/>
                    <a:pt x="206983" y="85"/>
                  </a:cubicBezTo>
                  <a:cubicBezTo>
                    <a:pt x="182285" y="85"/>
                    <a:pt x="164644" y="16027"/>
                    <a:pt x="154060" y="31969"/>
                  </a:cubicBezTo>
                  <a:cubicBezTo>
                    <a:pt x="151237" y="6969"/>
                    <a:pt x="132890" y="85"/>
                    <a:pt x="117014" y="85"/>
                  </a:cubicBezTo>
                  <a:cubicBezTo>
                    <a:pt x="95844" y="85"/>
                    <a:pt x="78556" y="12041"/>
                    <a:pt x="66560" y="28708"/>
                  </a:cubicBezTo>
                  <a:cubicBezTo>
                    <a:pt x="64091" y="10954"/>
                    <a:pt x="52095" y="85"/>
                    <a:pt x="36923" y="85"/>
                  </a:cubicBezTo>
                  <a:cubicBezTo>
                    <a:pt x="24222" y="85"/>
                    <a:pt x="17166" y="8418"/>
                    <a:pt x="11520" y="19288"/>
                  </a:cubicBezTo>
                  <a:cubicBezTo>
                    <a:pt x="4817" y="33781"/>
                    <a:pt x="230" y="55158"/>
                    <a:pt x="230" y="55882"/>
                  </a:cubicBezTo>
                  <a:cubicBezTo>
                    <a:pt x="230" y="59506"/>
                    <a:pt x="3758" y="59506"/>
                    <a:pt x="5523" y="59506"/>
                  </a:cubicBezTo>
                  <a:cubicBezTo>
                    <a:pt x="10109" y="59506"/>
                    <a:pt x="10462" y="59143"/>
                    <a:pt x="12226" y="51172"/>
                  </a:cubicBezTo>
                  <a:cubicBezTo>
                    <a:pt x="18577" y="25810"/>
                    <a:pt x="25280" y="8056"/>
                    <a:pt x="36218" y="8056"/>
                  </a:cubicBezTo>
                  <a:cubicBezTo>
                    <a:pt x="45391" y="8056"/>
                    <a:pt x="45391" y="18563"/>
                    <a:pt x="45391" y="22549"/>
                  </a:cubicBezTo>
                  <a:cubicBezTo>
                    <a:pt x="45391" y="28346"/>
                    <a:pt x="44333" y="35230"/>
                    <a:pt x="42921" y="41027"/>
                  </a:cubicBezTo>
                  <a:lnTo>
                    <a:pt x="16460" y="149724"/>
                  </a:lnTo>
                  <a:cubicBezTo>
                    <a:pt x="15754" y="151898"/>
                    <a:pt x="15401" y="153710"/>
                    <a:pt x="15401" y="154797"/>
                  </a:cubicBezTo>
                  <a:cubicBezTo>
                    <a:pt x="15401" y="158782"/>
                    <a:pt x="18224" y="164217"/>
                    <a:pt x="25280" y="164217"/>
                  </a:cubicBezTo>
                  <a:cubicBezTo>
                    <a:pt x="29514" y="164217"/>
                    <a:pt x="35512" y="161681"/>
                    <a:pt x="37982" y="154797"/>
                  </a:cubicBezTo>
                  <a:lnTo>
                    <a:pt x="52095" y="96825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FCBBC78D-6F16-19D6-D366-E0C17399CE72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9750971" y="4669343"/>
              <a:ext cx="121369" cy="255437"/>
            </a:xfrm>
            <a:custGeom>
              <a:avLst/>
              <a:gdLst>
                <a:gd name="connsiteX0" fmla="*/ 66568 w 121369"/>
                <a:gd name="connsiteY0" fmla="*/ 9143 h 255437"/>
                <a:gd name="connsiteX1" fmla="*/ 67627 w 121369"/>
                <a:gd name="connsiteY1" fmla="*/ 4433 h 255437"/>
                <a:gd name="connsiteX2" fmla="*/ 62687 w 121369"/>
                <a:gd name="connsiteY2" fmla="*/ 85 h 255437"/>
                <a:gd name="connsiteX3" fmla="*/ 57042 w 121369"/>
                <a:gd name="connsiteY3" fmla="*/ 809 h 255437"/>
                <a:gd name="connsiteX4" fmla="*/ 22113 w 121369"/>
                <a:gd name="connsiteY4" fmla="*/ 3708 h 255437"/>
                <a:gd name="connsiteX5" fmla="*/ 13998 w 121369"/>
                <a:gd name="connsiteY5" fmla="*/ 11317 h 255437"/>
                <a:gd name="connsiteX6" fmla="*/ 22466 w 121369"/>
                <a:gd name="connsiteY6" fmla="*/ 15302 h 255437"/>
                <a:gd name="connsiteX7" fmla="*/ 40107 w 121369"/>
                <a:gd name="connsiteY7" fmla="*/ 21462 h 255437"/>
                <a:gd name="connsiteX8" fmla="*/ 39048 w 121369"/>
                <a:gd name="connsiteY8" fmla="*/ 27621 h 255437"/>
                <a:gd name="connsiteX9" fmla="*/ 4119 w 121369"/>
                <a:gd name="connsiteY9" fmla="*/ 170739 h 255437"/>
                <a:gd name="connsiteX10" fmla="*/ 238 w 121369"/>
                <a:gd name="connsiteY10" fmla="*/ 200449 h 255437"/>
                <a:gd name="connsiteX11" fmla="*/ 40813 w 121369"/>
                <a:gd name="connsiteY11" fmla="*/ 255522 h 255437"/>
                <a:gd name="connsiteX12" fmla="*/ 121608 w 121369"/>
                <a:gd name="connsiteY12" fmla="*/ 147913 h 255437"/>
                <a:gd name="connsiteX13" fmla="*/ 79270 w 121369"/>
                <a:gd name="connsiteY13" fmla="*/ 91390 h 255437"/>
                <a:gd name="connsiteX14" fmla="*/ 41871 w 121369"/>
                <a:gd name="connsiteY14" fmla="*/ 110593 h 255437"/>
                <a:gd name="connsiteX15" fmla="*/ 66568 w 121369"/>
                <a:gd name="connsiteY15" fmla="*/ 9143 h 255437"/>
                <a:gd name="connsiteX16" fmla="*/ 40813 w 121369"/>
                <a:gd name="connsiteY16" fmla="*/ 247551 h 255437"/>
                <a:gd name="connsiteX17" fmla="*/ 20349 w 121369"/>
                <a:gd name="connsiteY17" fmla="*/ 212768 h 255437"/>
                <a:gd name="connsiteX18" fmla="*/ 33756 w 121369"/>
                <a:gd name="connsiteY18" fmla="*/ 142840 h 255437"/>
                <a:gd name="connsiteX19" fmla="*/ 41518 w 121369"/>
                <a:gd name="connsiteY19" fmla="*/ 126173 h 255437"/>
                <a:gd name="connsiteX20" fmla="*/ 78564 w 121369"/>
                <a:gd name="connsiteY20" fmla="*/ 99361 h 255437"/>
                <a:gd name="connsiteX21" fmla="*/ 97969 w 121369"/>
                <a:gd name="connsiteY21" fmla="*/ 131608 h 255437"/>
                <a:gd name="connsiteX22" fmla="*/ 78211 w 121369"/>
                <a:gd name="connsiteY22" fmla="*/ 213131 h 255437"/>
                <a:gd name="connsiteX23" fmla="*/ 40813 w 121369"/>
                <a:gd name="connsiteY23" fmla="*/ 247551 h 25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1369" h="255437">
                  <a:moveTo>
                    <a:pt x="66568" y="9143"/>
                  </a:moveTo>
                  <a:cubicBezTo>
                    <a:pt x="66921" y="8056"/>
                    <a:pt x="67627" y="5157"/>
                    <a:pt x="67627" y="4433"/>
                  </a:cubicBezTo>
                  <a:cubicBezTo>
                    <a:pt x="67627" y="1172"/>
                    <a:pt x="65510" y="85"/>
                    <a:pt x="62687" y="85"/>
                  </a:cubicBezTo>
                  <a:cubicBezTo>
                    <a:pt x="61629" y="85"/>
                    <a:pt x="58101" y="447"/>
                    <a:pt x="57042" y="809"/>
                  </a:cubicBezTo>
                  <a:lnTo>
                    <a:pt x="22113" y="3708"/>
                  </a:lnTo>
                  <a:cubicBezTo>
                    <a:pt x="17879" y="4070"/>
                    <a:pt x="13998" y="4433"/>
                    <a:pt x="13998" y="11317"/>
                  </a:cubicBezTo>
                  <a:cubicBezTo>
                    <a:pt x="13998" y="15302"/>
                    <a:pt x="17526" y="15302"/>
                    <a:pt x="22466" y="15302"/>
                  </a:cubicBezTo>
                  <a:cubicBezTo>
                    <a:pt x="39401" y="15302"/>
                    <a:pt x="40107" y="17839"/>
                    <a:pt x="40107" y="21462"/>
                  </a:cubicBezTo>
                  <a:cubicBezTo>
                    <a:pt x="40107" y="22549"/>
                    <a:pt x="39048" y="27259"/>
                    <a:pt x="39048" y="27621"/>
                  </a:cubicBezTo>
                  <a:lnTo>
                    <a:pt x="4119" y="170739"/>
                  </a:lnTo>
                  <a:cubicBezTo>
                    <a:pt x="3767" y="171826"/>
                    <a:pt x="238" y="186681"/>
                    <a:pt x="238" y="200449"/>
                  </a:cubicBezTo>
                  <a:cubicBezTo>
                    <a:pt x="238" y="230885"/>
                    <a:pt x="15057" y="255522"/>
                    <a:pt x="40813" y="255522"/>
                  </a:cubicBezTo>
                  <a:cubicBezTo>
                    <a:pt x="80328" y="255522"/>
                    <a:pt x="121608" y="201174"/>
                    <a:pt x="121608" y="147913"/>
                  </a:cubicBezTo>
                  <a:cubicBezTo>
                    <a:pt x="121608" y="109144"/>
                    <a:pt x="100439" y="91390"/>
                    <a:pt x="79270" y="91390"/>
                  </a:cubicBezTo>
                  <a:cubicBezTo>
                    <a:pt x="65863" y="91390"/>
                    <a:pt x="53867" y="98999"/>
                    <a:pt x="41871" y="110593"/>
                  </a:cubicBezTo>
                  <a:lnTo>
                    <a:pt x="66568" y="9143"/>
                  </a:lnTo>
                  <a:close/>
                  <a:moveTo>
                    <a:pt x="40813" y="247551"/>
                  </a:moveTo>
                  <a:cubicBezTo>
                    <a:pt x="31992" y="247551"/>
                    <a:pt x="20349" y="239943"/>
                    <a:pt x="20349" y="212768"/>
                  </a:cubicBezTo>
                  <a:cubicBezTo>
                    <a:pt x="20349" y="196826"/>
                    <a:pt x="23524" y="184145"/>
                    <a:pt x="33756" y="142840"/>
                  </a:cubicBezTo>
                  <a:cubicBezTo>
                    <a:pt x="36226" y="134144"/>
                    <a:pt x="36226" y="133420"/>
                    <a:pt x="41518" y="126173"/>
                  </a:cubicBezTo>
                  <a:cubicBezTo>
                    <a:pt x="51750" y="111680"/>
                    <a:pt x="65157" y="99361"/>
                    <a:pt x="78564" y="99361"/>
                  </a:cubicBezTo>
                  <a:cubicBezTo>
                    <a:pt x="94441" y="99361"/>
                    <a:pt x="97969" y="120014"/>
                    <a:pt x="97969" y="131608"/>
                  </a:cubicBezTo>
                  <a:cubicBezTo>
                    <a:pt x="97969" y="146826"/>
                    <a:pt x="88443" y="189942"/>
                    <a:pt x="78211" y="213131"/>
                  </a:cubicBezTo>
                  <a:cubicBezTo>
                    <a:pt x="73978" y="222189"/>
                    <a:pt x="58806" y="247551"/>
                    <a:pt x="40813" y="247551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B2F739A1-9E13-B61D-87AA-E2588C6F2CD8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9907621" y="4649053"/>
              <a:ext cx="81854" cy="362323"/>
            </a:xfrm>
            <a:custGeom>
              <a:avLst/>
              <a:gdLst>
                <a:gd name="connsiteX0" fmla="*/ 82097 w 81854"/>
                <a:gd name="connsiteY0" fmla="*/ 358785 h 362323"/>
                <a:gd name="connsiteX1" fmla="*/ 76099 w 81854"/>
                <a:gd name="connsiteY1" fmla="*/ 350813 h 362323"/>
                <a:gd name="connsiteX2" fmla="*/ 20706 w 81854"/>
                <a:gd name="connsiteY2" fmla="*/ 181246 h 362323"/>
                <a:gd name="connsiteX3" fmla="*/ 77510 w 81854"/>
                <a:gd name="connsiteY3" fmla="*/ 9867 h 362323"/>
                <a:gd name="connsiteX4" fmla="*/ 82097 w 81854"/>
                <a:gd name="connsiteY4" fmla="*/ 3708 h 362323"/>
                <a:gd name="connsiteX5" fmla="*/ 78569 w 81854"/>
                <a:gd name="connsiteY5" fmla="*/ 85 h 362323"/>
                <a:gd name="connsiteX6" fmla="*/ 22471 w 81854"/>
                <a:gd name="connsiteY6" fmla="*/ 70738 h 362323"/>
                <a:gd name="connsiteX7" fmla="*/ 243 w 81854"/>
                <a:gd name="connsiteY7" fmla="*/ 181246 h 362323"/>
                <a:gd name="connsiteX8" fmla="*/ 23529 w 81854"/>
                <a:gd name="connsiteY8" fmla="*/ 294291 h 362323"/>
                <a:gd name="connsiteX9" fmla="*/ 78569 w 81854"/>
                <a:gd name="connsiteY9" fmla="*/ 362408 h 362323"/>
                <a:gd name="connsiteX10" fmla="*/ 82097 w 81854"/>
                <a:gd name="connsiteY10" fmla="*/ 358785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854" h="362323">
                  <a:moveTo>
                    <a:pt x="82097" y="358785"/>
                  </a:moveTo>
                  <a:cubicBezTo>
                    <a:pt x="82097" y="357698"/>
                    <a:pt x="82097" y="356973"/>
                    <a:pt x="76099" y="350813"/>
                  </a:cubicBezTo>
                  <a:cubicBezTo>
                    <a:pt x="31997" y="305161"/>
                    <a:pt x="20706" y="236682"/>
                    <a:pt x="20706" y="181246"/>
                  </a:cubicBezTo>
                  <a:cubicBezTo>
                    <a:pt x="20706" y="118202"/>
                    <a:pt x="34114" y="55158"/>
                    <a:pt x="77510" y="9867"/>
                  </a:cubicBezTo>
                  <a:cubicBezTo>
                    <a:pt x="82097" y="5520"/>
                    <a:pt x="82097" y="4795"/>
                    <a:pt x="82097" y="3708"/>
                  </a:cubicBezTo>
                  <a:cubicBezTo>
                    <a:pt x="82097" y="1172"/>
                    <a:pt x="80686" y="85"/>
                    <a:pt x="78569" y="85"/>
                  </a:cubicBezTo>
                  <a:cubicBezTo>
                    <a:pt x="75041" y="85"/>
                    <a:pt x="43287" y="24723"/>
                    <a:pt x="22471" y="70738"/>
                  </a:cubicBezTo>
                  <a:cubicBezTo>
                    <a:pt x="4477" y="110593"/>
                    <a:pt x="243" y="150811"/>
                    <a:pt x="243" y="181246"/>
                  </a:cubicBezTo>
                  <a:cubicBezTo>
                    <a:pt x="243" y="209507"/>
                    <a:pt x="4124" y="253349"/>
                    <a:pt x="23529" y="294291"/>
                  </a:cubicBezTo>
                  <a:cubicBezTo>
                    <a:pt x="44698" y="338857"/>
                    <a:pt x="75041" y="362408"/>
                    <a:pt x="78569" y="362408"/>
                  </a:cubicBezTo>
                  <a:cubicBezTo>
                    <a:pt x="80686" y="362408"/>
                    <a:pt x="82097" y="361321"/>
                    <a:pt x="82097" y="358785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7B4DDAF-1A05-A8F7-3E8A-220F1BE06F7A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10020132" y="4760648"/>
              <a:ext cx="233566" cy="164132"/>
            </a:xfrm>
            <a:custGeom>
              <a:avLst/>
              <a:gdLst>
                <a:gd name="connsiteX0" fmla="*/ 153018 w 233566"/>
                <a:gd name="connsiteY0" fmla="*/ 37404 h 164132"/>
                <a:gd name="connsiteX1" fmla="*/ 158310 w 233566"/>
                <a:gd name="connsiteY1" fmla="*/ 13853 h 164132"/>
                <a:gd name="connsiteX2" fmla="*/ 148078 w 233566"/>
                <a:gd name="connsiteY2" fmla="*/ 4070 h 164132"/>
                <a:gd name="connsiteX3" fmla="*/ 135024 w 233566"/>
                <a:gd name="connsiteY3" fmla="*/ 14215 h 164132"/>
                <a:gd name="connsiteX4" fmla="*/ 114913 w 233566"/>
                <a:gd name="connsiteY4" fmla="*/ 95376 h 164132"/>
                <a:gd name="connsiteX5" fmla="*/ 111738 w 233566"/>
                <a:gd name="connsiteY5" fmla="*/ 119289 h 164132"/>
                <a:gd name="connsiteX6" fmla="*/ 112091 w 233566"/>
                <a:gd name="connsiteY6" fmla="*/ 125811 h 164132"/>
                <a:gd name="connsiteX7" fmla="*/ 79631 w 233566"/>
                <a:gd name="connsiteY7" fmla="*/ 156246 h 164132"/>
                <a:gd name="connsiteX8" fmla="*/ 51406 w 233566"/>
                <a:gd name="connsiteY8" fmla="*/ 123275 h 164132"/>
                <a:gd name="connsiteX9" fmla="*/ 69752 w 233566"/>
                <a:gd name="connsiteY9" fmla="*/ 52984 h 164132"/>
                <a:gd name="connsiteX10" fmla="*/ 75750 w 233566"/>
                <a:gd name="connsiteY10" fmla="*/ 29795 h 164132"/>
                <a:gd name="connsiteX11" fmla="*/ 46819 w 233566"/>
                <a:gd name="connsiteY11" fmla="*/ 85 h 164132"/>
                <a:gd name="connsiteX12" fmla="*/ 247 w 233566"/>
                <a:gd name="connsiteY12" fmla="*/ 55882 h 164132"/>
                <a:gd name="connsiteX13" fmla="*/ 4481 w 233566"/>
                <a:gd name="connsiteY13" fmla="*/ 59506 h 164132"/>
                <a:gd name="connsiteX14" fmla="*/ 10126 w 233566"/>
                <a:gd name="connsiteY14" fmla="*/ 52984 h 164132"/>
                <a:gd name="connsiteX15" fmla="*/ 45761 w 233566"/>
                <a:gd name="connsiteY15" fmla="*/ 8056 h 164132"/>
                <a:gd name="connsiteX16" fmla="*/ 54581 w 233566"/>
                <a:gd name="connsiteY16" fmla="*/ 20012 h 164132"/>
                <a:gd name="connsiteX17" fmla="*/ 48230 w 233566"/>
                <a:gd name="connsiteY17" fmla="*/ 45375 h 164132"/>
                <a:gd name="connsiteX18" fmla="*/ 28472 w 233566"/>
                <a:gd name="connsiteY18" fmla="*/ 118564 h 164132"/>
                <a:gd name="connsiteX19" fmla="*/ 78573 w 233566"/>
                <a:gd name="connsiteY19" fmla="*/ 164217 h 164132"/>
                <a:gd name="connsiteX20" fmla="*/ 115266 w 233566"/>
                <a:gd name="connsiteY20" fmla="*/ 138854 h 164132"/>
                <a:gd name="connsiteX21" fmla="*/ 159368 w 233566"/>
                <a:gd name="connsiteY21" fmla="*/ 164217 h 164132"/>
                <a:gd name="connsiteX22" fmla="*/ 210527 w 233566"/>
                <a:gd name="connsiteY22" fmla="*/ 119651 h 164132"/>
                <a:gd name="connsiteX23" fmla="*/ 233813 w 233566"/>
                <a:gd name="connsiteY23" fmla="*/ 25447 h 164132"/>
                <a:gd name="connsiteX24" fmla="*/ 218289 w 233566"/>
                <a:gd name="connsiteY24" fmla="*/ 85 h 164132"/>
                <a:gd name="connsiteX25" fmla="*/ 200648 w 233566"/>
                <a:gd name="connsiteY25" fmla="*/ 17476 h 164132"/>
                <a:gd name="connsiteX26" fmla="*/ 205941 w 233566"/>
                <a:gd name="connsiteY26" fmla="*/ 27259 h 164132"/>
                <a:gd name="connsiteX27" fmla="*/ 218642 w 233566"/>
                <a:gd name="connsiteY27" fmla="*/ 58056 h 164132"/>
                <a:gd name="connsiteX28" fmla="*/ 199237 w 233566"/>
                <a:gd name="connsiteY28" fmla="*/ 124362 h 164132"/>
                <a:gd name="connsiteX29" fmla="*/ 160427 w 233566"/>
                <a:gd name="connsiteY29" fmla="*/ 156246 h 164132"/>
                <a:gd name="connsiteX30" fmla="*/ 134318 w 233566"/>
                <a:gd name="connsiteY30" fmla="*/ 124724 h 164132"/>
                <a:gd name="connsiteX31" fmla="*/ 138199 w 233566"/>
                <a:gd name="connsiteY31" fmla="*/ 98274 h 164132"/>
                <a:gd name="connsiteX32" fmla="*/ 153018 w 233566"/>
                <a:gd name="connsiteY32" fmla="*/ 3740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3566" h="164132">
                  <a:moveTo>
                    <a:pt x="153018" y="37404"/>
                  </a:moveTo>
                  <a:cubicBezTo>
                    <a:pt x="154782" y="29433"/>
                    <a:pt x="158310" y="16027"/>
                    <a:pt x="158310" y="13853"/>
                  </a:cubicBezTo>
                  <a:cubicBezTo>
                    <a:pt x="158310" y="7331"/>
                    <a:pt x="153371" y="4070"/>
                    <a:pt x="148078" y="4070"/>
                  </a:cubicBezTo>
                  <a:cubicBezTo>
                    <a:pt x="143844" y="4070"/>
                    <a:pt x="137494" y="6969"/>
                    <a:pt x="135024" y="14215"/>
                  </a:cubicBezTo>
                  <a:cubicBezTo>
                    <a:pt x="133965" y="16752"/>
                    <a:pt x="117383" y="85955"/>
                    <a:pt x="114913" y="95376"/>
                  </a:cubicBezTo>
                  <a:cubicBezTo>
                    <a:pt x="112443" y="106245"/>
                    <a:pt x="111738" y="112767"/>
                    <a:pt x="111738" y="119289"/>
                  </a:cubicBezTo>
                  <a:cubicBezTo>
                    <a:pt x="111738" y="123275"/>
                    <a:pt x="111738" y="123999"/>
                    <a:pt x="112091" y="125811"/>
                  </a:cubicBezTo>
                  <a:cubicBezTo>
                    <a:pt x="103976" y="145014"/>
                    <a:pt x="93391" y="156246"/>
                    <a:pt x="79631" y="156246"/>
                  </a:cubicBezTo>
                  <a:cubicBezTo>
                    <a:pt x="51406" y="156246"/>
                    <a:pt x="51406" y="129434"/>
                    <a:pt x="51406" y="123275"/>
                  </a:cubicBezTo>
                  <a:cubicBezTo>
                    <a:pt x="51406" y="111680"/>
                    <a:pt x="53170" y="97550"/>
                    <a:pt x="69752" y="52984"/>
                  </a:cubicBezTo>
                  <a:cubicBezTo>
                    <a:pt x="73633" y="42114"/>
                    <a:pt x="75750" y="37042"/>
                    <a:pt x="75750" y="29795"/>
                  </a:cubicBezTo>
                  <a:cubicBezTo>
                    <a:pt x="75750" y="13491"/>
                    <a:pt x="64107" y="85"/>
                    <a:pt x="46819" y="85"/>
                  </a:cubicBezTo>
                  <a:cubicBezTo>
                    <a:pt x="13301" y="85"/>
                    <a:pt x="247" y="52622"/>
                    <a:pt x="247" y="55882"/>
                  </a:cubicBezTo>
                  <a:cubicBezTo>
                    <a:pt x="247" y="59506"/>
                    <a:pt x="3775" y="59506"/>
                    <a:pt x="4481" y="59506"/>
                  </a:cubicBezTo>
                  <a:cubicBezTo>
                    <a:pt x="8009" y="59506"/>
                    <a:pt x="8362" y="58781"/>
                    <a:pt x="10126" y="52984"/>
                  </a:cubicBezTo>
                  <a:cubicBezTo>
                    <a:pt x="19652" y="19288"/>
                    <a:pt x="33412" y="8056"/>
                    <a:pt x="45761" y="8056"/>
                  </a:cubicBezTo>
                  <a:cubicBezTo>
                    <a:pt x="48936" y="8056"/>
                    <a:pt x="54581" y="8418"/>
                    <a:pt x="54581" y="20012"/>
                  </a:cubicBezTo>
                  <a:cubicBezTo>
                    <a:pt x="54581" y="29071"/>
                    <a:pt x="50700" y="39216"/>
                    <a:pt x="48230" y="45375"/>
                  </a:cubicBezTo>
                  <a:cubicBezTo>
                    <a:pt x="32706" y="88129"/>
                    <a:pt x="28472" y="104796"/>
                    <a:pt x="28472" y="118564"/>
                  </a:cubicBezTo>
                  <a:cubicBezTo>
                    <a:pt x="28472" y="151536"/>
                    <a:pt x="52111" y="164217"/>
                    <a:pt x="78573" y="164217"/>
                  </a:cubicBezTo>
                  <a:cubicBezTo>
                    <a:pt x="84571" y="164217"/>
                    <a:pt x="101153" y="164217"/>
                    <a:pt x="115266" y="138854"/>
                  </a:cubicBezTo>
                  <a:cubicBezTo>
                    <a:pt x="124439" y="162043"/>
                    <a:pt x="148784" y="164217"/>
                    <a:pt x="159368" y="164217"/>
                  </a:cubicBezTo>
                  <a:cubicBezTo>
                    <a:pt x="185830" y="164217"/>
                    <a:pt x="201354" y="141391"/>
                    <a:pt x="210527" y="119651"/>
                  </a:cubicBezTo>
                  <a:cubicBezTo>
                    <a:pt x="222523" y="91390"/>
                    <a:pt x="233813" y="42839"/>
                    <a:pt x="233813" y="25447"/>
                  </a:cubicBezTo>
                  <a:cubicBezTo>
                    <a:pt x="233813" y="5520"/>
                    <a:pt x="224287" y="85"/>
                    <a:pt x="218289" y="85"/>
                  </a:cubicBezTo>
                  <a:cubicBezTo>
                    <a:pt x="209469" y="85"/>
                    <a:pt x="200648" y="9505"/>
                    <a:pt x="200648" y="17476"/>
                  </a:cubicBezTo>
                  <a:cubicBezTo>
                    <a:pt x="200648" y="22186"/>
                    <a:pt x="202765" y="24360"/>
                    <a:pt x="205941" y="27259"/>
                  </a:cubicBezTo>
                  <a:cubicBezTo>
                    <a:pt x="209822" y="31244"/>
                    <a:pt x="218642" y="40665"/>
                    <a:pt x="218642" y="58056"/>
                  </a:cubicBezTo>
                  <a:cubicBezTo>
                    <a:pt x="218642" y="70375"/>
                    <a:pt x="208410" y="105883"/>
                    <a:pt x="199237" y="124362"/>
                  </a:cubicBezTo>
                  <a:cubicBezTo>
                    <a:pt x="190064" y="143565"/>
                    <a:pt x="177715" y="156246"/>
                    <a:pt x="160427" y="156246"/>
                  </a:cubicBezTo>
                  <a:cubicBezTo>
                    <a:pt x="143844" y="156246"/>
                    <a:pt x="134318" y="145376"/>
                    <a:pt x="134318" y="124724"/>
                  </a:cubicBezTo>
                  <a:cubicBezTo>
                    <a:pt x="134318" y="114579"/>
                    <a:pt x="136788" y="103347"/>
                    <a:pt x="138199" y="98274"/>
                  </a:cubicBezTo>
                  <a:lnTo>
                    <a:pt x="153018" y="37404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FC8214D-82CF-F2DE-651F-CC792B55C4D4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10281013" y="4799126"/>
              <a:ext cx="121511" cy="178552"/>
            </a:xfrm>
            <a:custGeom>
              <a:avLst/>
              <a:gdLst>
                <a:gd name="connsiteX0" fmla="*/ 59034 w 121511"/>
                <a:gd name="connsiteY0" fmla="*/ 7695 h 178552"/>
                <a:gd name="connsiteX1" fmla="*/ 60022 w 121511"/>
                <a:gd name="connsiteY1" fmla="*/ 3637 h 178552"/>
                <a:gd name="connsiteX2" fmla="*/ 56070 w 121511"/>
                <a:gd name="connsiteY2" fmla="*/ 86 h 178552"/>
                <a:gd name="connsiteX3" fmla="*/ 24457 w 121511"/>
                <a:gd name="connsiteY3" fmla="*/ 2622 h 178552"/>
                <a:gd name="connsiteX4" fmla="*/ 19024 w 121511"/>
                <a:gd name="connsiteY4" fmla="*/ 8456 h 178552"/>
                <a:gd name="connsiteX5" fmla="*/ 25445 w 121511"/>
                <a:gd name="connsiteY5" fmla="*/ 12007 h 178552"/>
                <a:gd name="connsiteX6" fmla="*/ 37300 w 121511"/>
                <a:gd name="connsiteY6" fmla="*/ 15811 h 178552"/>
                <a:gd name="connsiteX7" fmla="*/ 36312 w 121511"/>
                <a:gd name="connsiteY7" fmla="*/ 21391 h 178552"/>
                <a:gd name="connsiteX8" fmla="*/ 1489 w 121511"/>
                <a:gd name="connsiteY8" fmla="*/ 164943 h 178552"/>
                <a:gd name="connsiteX9" fmla="*/ 254 w 121511"/>
                <a:gd name="connsiteY9" fmla="*/ 170523 h 178552"/>
                <a:gd name="connsiteX10" fmla="*/ 8651 w 121511"/>
                <a:gd name="connsiteY10" fmla="*/ 178639 h 178552"/>
                <a:gd name="connsiteX11" fmla="*/ 20012 w 121511"/>
                <a:gd name="connsiteY11" fmla="*/ 167987 h 178552"/>
                <a:gd name="connsiteX12" fmla="*/ 32114 w 121511"/>
                <a:gd name="connsiteY12" fmla="*/ 118783 h 178552"/>
                <a:gd name="connsiteX13" fmla="*/ 63726 w 121511"/>
                <a:gd name="connsiteY13" fmla="*/ 139581 h 178552"/>
                <a:gd name="connsiteX14" fmla="*/ 63232 w 121511"/>
                <a:gd name="connsiteY14" fmla="*/ 144653 h 178552"/>
                <a:gd name="connsiteX15" fmla="*/ 62244 w 121511"/>
                <a:gd name="connsiteY15" fmla="*/ 152516 h 178552"/>
                <a:gd name="connsiteX16" fmla="*/ 88424 w 121511"/>
                <a:gd name="connsiteY16" fmla="*/ 178639 h 178552"/>
                <a:gd name="connsiteX17" fmla="*/ 119789 w 121511"/>
                <a:gd name="connsiteY17" fmla="*/ 139834 h 178552"/>
                <a:gd name="connsiteX18" fmla="*/ 115838 w 121511"/>
                <a:gd name="connsiteY18" fmla="*/ 136537 h 178552"/>
                <a:gd name="connsiteX19" fmla="*/ 110898 w 121511"/>
                <a:gd name="connsiteY19" fmla="*/ 142624 h 178552"/>
                <a:gd name="connsiteX20" fmla="*/ 89164 w 121511"/>
                <a:gd name="connsiteY20" fmla="*/ 171538 h 178552"/>
                <a:gd name="connsiteX21" fmla="*/ 80520 w 121511"/>
                <a:gd name="connsiteY21" fmla="*/ 158349 h 178552"/>
                <a:gd name="connsiteX22" fmla="*/ 82002 w 121511"/>
                <a:gd name="connsiteY22" fmla="*/ 146936 h 178552"/>
                <a:gd name="connsiteX23" fmla="*/ 83237 w 121511"/>
                <a:gd name="connsiteY23" fmla="*/ 139073 h 178552"/>
                <a:gd name="connsiteX24" fmla="*/ 43227 w 121511"/>
                <a:gd name="connsiteY24" fmla="*/ 112189 h 178552"/>
                <a:gd name="connsiteX25" fmla="*/ 63726 w 121511"/>
                <a:gd name="connsiteY25" fmla="*/ 95450 h 178552"/>
                <a:gd name="connsiteX26" fmla="*/ 102501 w 121511"/>
                <a:gd name="connsiteY26" fmla="*/ 71355 h 178552"/>
                <a:gd name="connsiteX27" fmla="*/ 110651 w 121511"/>
                <a:gd name="connsiteY27" fmla="*/ 74652 h 178552"/>
                <a:gd name="connsiteX28" fmla="*/ 97809 w 121511"/>
                <a:gd name="connsiteY28" fmla="*/ 88855 h 178552"/>
                <a:gd name="connsiteX29" fmla="*/ 107688 w 121511"/>
                <a:gd name="connsiteY29" fmla="*/ 98240 h 178552"/>
                <a:gd name="connsiteX30" fmla="*/ 121765 w 121511"/>
                <a:gd name="connsiteY30" fmla="*/ 82007 h 178552"/>
                <a:gd name="connsiteX31" fmla="*/ 102748 w 121511"/>
                <a:gd name="connsiteY31" fmla="*/ 64254 h 178552"/>
                <a:gd name="connsiteX32" fmla="*/ 63232 w 121511"/>
                <a:gd name="connsiteY32" fmla="*/ 86573 h 178552"/>
                <a:gd name="connsiteX33" fmla="*/ 34583 w 121511"/>
                <a:gd name="connsiteY33" fmla="*/ 108892 h 178552"/>
                <a:gd name="connsiteX34" fmla="*/ 59034 w 121511"/>
                <a:gd name="connsiteY34" fmla="*/ 7695 h 178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511" h="178552">
                  <a:moveTo>
                    <a:pt x="59034" y="7695"/>
                  </a:moveTo>
                  <a:cubicBezTo>
                    <a:pt x="59281" y="7188"/>
                    <a:pt x="60022" y="3891"/>
                    <a:pt x="60022" y="3637"/>
                  </a:cubicBezTo>
                  <a:cubicBezTo>
                    <a:pt x="60022" y="2369"/>
                    <a:pt x="59034" y="86"/>
                    <a:pt x="56070" y="86"/>
                  </a:cubicBezTo>
                  <a:cubicBezTo>
                    <a:pt x="51131" y="86"/>
                    <a:pt x="30632" y="2115"/>
                    <a:pt x="24457" y="2622"/>
                  </a:cubicBezTo>
                  <a:cubicBezTo>
                    <a:pt x="22482" y="2876"/>
                    <a:pt x="19024" y="3130"/>
                    <a:pt x="19024" y="8456"/>
                  </a:cubicBezTo>
                  <a:cubicBezTo>
                    <a:pt x="19024" y="12007"/>
                    <a:pt x="22482" y="12007"/>
                    <a:pt x="25445" y="12007"/>
                  </a:cubicBezTo>
                  <a:cubicBezTo>
                    <a:pt x="37300" y="12007"/>
                    <a:pt x="37300" y="13782"/>
                    <a:pt x="37300" y="15811"/>
                  </a:cubicBezTo>
                  <a:cubicBezTo>
                    <a:pt x="37300" y="17586"/>
                    <a:pt x="36806" y="19108"/>
                    <a:pt x="36312" y="21391"/>
                  </a:cubicBezTo>
                  <a:lnTo>
                    <a:pt x="1489" y="164943"/>
                  </a:lnTo>
                  <a:cubicBezTo>
                    <a:pt x="254" y="169508"/>
                    <a:pt x="254" y="170016"/>
                    <a:pt x="254" y="170523"/>
                  </a:cubicBezTo>
                  <a:cubicBezTo>
                    <a:pt x="254" y="174327"/>
                    <a:pt x="3218" y="178639"/>
                    <a:pt x="8651" y="178639"/>
                  </a:cubicBezTo>
                  <a:cubicBezTo>
                    <a:pt x="15319" y="178639"/>
                    <a:pt x="18530" y="173567"/>
                    <a:pt x="20012" y="167987"/>
                  </a:cubicBezTo>
                  <a:cubicBezTo>
                    <a:pt x="20506" y="166972"/>
                    <a:pt x="31126" y="122334"/>
                    <a:pt x="32114" y="118783"/>
                  </a:cubicBezTo>
                  <a:cubicBezTo>
                    <a:pt x="49649" y="120559"/>
                    <a:pt x="63726" y="126392"/>
                    <a:pt x="63726" y="139581"/>
                  </a:cubicBezTo>
                  <a:cubicBezTo>
                    <a:pt x="63726" y="140849"/>
                    <a:pt x="63726" y="142117"/>
                    <a:pt x="63232" y="144653"/>
                  </a:cubicBezTo>
                  <a:cubicBezTo>
                    <a:pt x="62244" y="148458"/>
                    <a:pt x="62244" y="149726"/>
                    <a:pt x="62244" y="152516"/>
                  </a:cubicBezTo>
                  <a:cubicBezTo>
                    <a:pt x="62244" y="170523"/>
                    <a:pt x="76569" y="178639"/>
                    <a:pt x="88424" y="178639"/>
                  </a:cubicBezTo>
                  <a:cubicBezTo>
                    <a:pt x="112380" y="178639"/>
                    <a:pt x="119789" y="140088"/>
                    <a:pt x="119789" y="139834"/>
                  </a:cubicBezTo>
                  <a:cubicBezTo>
                    <a:pt x="119789" y="136537"/>
                    <a:pt x="116579" y="136537"/>
                    <a:pt x="115838" y="136537"/>
                  </a:cubicBezTo>
                  <a:cubicBezTo>
                    <a:pt x="112380" y="136537"/>
                    <a:pt x="112133" y="137805"/>
                    <a:pt x="110898" y="142624"/>
                  </a:cubicBezTo>
                  <a:cubicBezTo>
                    <a:pt x="107934" y="153530"/>
                    <a:pt x="101266" y="171538"/>
                    <a:pt x="89164" y="171538"/>
                  </a:cubicBezTo>
                  <a:cubicBezTo>
                    <a:pt x="82496" y="171538"/>
                    <a:pt x="80520" y="165197"/>
                    <a:pt x="80520" y="158349"/>
                  </a:cubicBezTo>
                  <a:cubicBezTo>
                    <a:pt x="80520" y="154037"/>
                    <a:pt x="80520" y="153530"/>
                    <a:pt x="82002" y="146936"/>
                  </a:cubicBezTo>
                  <a:cubicBezTo>
                    <a:pt x="82249" y="146175"/>
                    <a:pt x="83237" y="141863"/>
                    <a:pt x="83237" y="139073"/>
                  </a:cubicBezTo>
                  <a:cubicBezTo>
                    <a:pt x="83237" y="116501"/>
                    <a:pt x="53600" y="112950"/>
                    <a:pt x="43227" y="112189"/>
                  </a:cubicBezTo>
                  <a:cubicBezTo>
                    <a:pt x="50390" y="107624"/>
                    <a:pt x="59528" y="99254"/>
                    <a:pt x="63726" y="95450"/>
                  </a:cubicBezTo>
                  <a:cubicBezTo>
                    <a:pt x="76322" y="83276"/>
                    <a:pt x="88671" y="71355"/>
                    <a:pt x="102501" y="71355"/>
                  </a:cubicBezTo>
                  <a:cubicBezTo>
                    <a:pt x="105465" y="71355"/>
                    <a:pt x="108675" y="72116"/>
                    <a:pt x="110651" y="74652"/>
                  </a:cubicBezTo>
                  <a:cubicBezTo>
                    <a:pt x="100031" y="76428"/>
                    <a:pt x="97809" y="85051"/>
                    <a:pt x="97809" y="88855"/>
                  </a:cubicBezTo>
                  <a:cubicBezTo>
                    <a:pt x="97809" y="94435"/>
                    <a:pt x="102007" y="98240"/>
                    <a:pt x="107688" y="98240"/>
                  </a:cubicBezTo>
                  <a:cubicBezTo>
                    <a:pt x="114356" y="98240"/>
                    <a:pt x="121765" y="92660"/>
                    <a:pt x="121765" y="82007"/>
                  </a:cubicBezTo>
                  <a:cubicBezTo>
                    <a:pt x="121765" y="73638"/>
                    <a:pt x="115838" y="64254"/>
                    <a:pt x="102748" y="64254"/>
                  </a:cubicBezTo>
                  <a:cubicBezTo>
                    <a:pt x="88671" y="64254"/>
                    <a:pt x="75828" y="74652"/>
                    <a:pt x="63232" y="86573"/>
                  </a:cubicBezTo>
                  <a:cubicBezTo>
                    <a:pt x="52859" y="96718"/>
                    <a:pt x="44709" y="104580"/>
                    <a:pt x="34583" y="108892"/>
                  </a:cubicBezTo>
                  <a:lnTo>
                    <a:pt x="59034" y="7695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478861F-65F9-C408-8E68-D083BF6DA9D8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10456194" y="4649053"/>
              <a:ext cx="81854" cy="362323"/>
            </a:xfrm>
            <a:custGeom>
              <a:avLst/>
              <a:gdLst>
                <a:gd name="connsiteX0" fmla="*/ 82113 w 81854"/>
                <a:gd name="connsiteY0" fmla="*/ 181246 h 362323"/>
                <a:gd name="connsiteX1" fmla="*/ 58827 w 81854"/>
                <a:gd name="connsiteY1" fmla="*/ 68201 h 362323"/>
                <a:gd name="connsiteX2" fmla="*/ 3787 w 81854"/>
                <a:gd name="connsiteY2" fmla="*/ 85 h 362323"/>
                <a:gd name="connsiteX3" fmla="*/ 259 w 81854"/>
                <a:gd name="connsiteY3" fmla="*/ 3708 h 362323"/>
                <a:gd name="connsiteX4" fmla="*/ 6962 w 81854"/>
                <a:gd name="connsiteY4" fmla="*/ 12041 h 362323"/>
                <a:gd name="connsiteX5" fmla="*/ 61649 w 81854"/>
                <a:gd name="connsiteY5" fmla="*/ 181246 h 362323"/>
                <a:gd name="connsiteX6" fmla="*/ 4846 w 81854"/>
                <a:gd name="connsiteY6" fmla="*/ 352625 h 362323"/>
                <a:gd name="connsiteX7" fmla="*/ 259 w 81854"/>
                <a:gd name="connsiteY7" fmla="*/ 358785 h 362323"/>
                <a:gd name="connsiteX8" fmla="*/ 3787 w 81854"/>
                <a:gd name="connsiteY8" fmla="*/ 362408 h 362323"/>
                <a:gd name="connsiteX9" fmla="*/ 59885 w 81854"/>
                <a:gd name="connsiteY9" fmla="*/ 291755 h 362323"/>
                <a:gd name="connsiteX10" fmla="*/ 82113 w 81854"/>
                <a:gd name="connsiteY10" fmla="*/ 181246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854" h="362323">
                  <a:moveTo>
                    <a:pt x="82113" y="181246"/>
                  </a:moveTo>
                  <a:cubicBezTo>
                    <a:pt x="82113" y="152985"/>
                    <a:pt x="78232" y="109144"/>
                    <a:pt x="58827" y="68201"/>
                  </a:cubicBezTo>
                  <a:cubicBezTo>
                    <a:pt x="37658" y="23636"/>
                    <a:pt x="7315" y="85"/>
                    <a:pt x="3787" y="85"/>
                  </a:cubicBezTo>
                  <a:cubicBezTo>
                    <a:pt x="1670" y="85"/>
                    <a:pt x="259" y="1534"/>
                    <a:pt x="259" y="3708"/>
                  </a:cubicBezTo>
                  <a:cubicBezTo>
                    <a:pt x="259" y="4795"/>
                    <a:pt x="259" y="5520"/>
                    <a:pt x="6962" y="12041"/>
                  </a:cubicBezTo>
                  <a:cubicBezTo>
                    <a:pt x="41539" y="47911"/>
                    <a:pt x="61649" y="105521"/>
                    <a:pt x="61649" y="181246"/>
                  </a:cubicBezTo>
                  <a:cubicBezTo>
                    <a:pt x="61649" y="243203"/>
                    <a:pt x="48595" y="306972"/>
                    <a:pt x="4846" y="352625"/>
                  </a:cubicBezTo>
                  <a:cubicBezTo>
                    <a:pt x="259" y="356973"/>
                    <a:pt x="259" y="357698"/>
                    <a:pt x="259" y="358785"/>
                  </a:cubicBezTo>
                  <a:cubicBezTo>
                    <a:pt x="259" y="360958"/>
                    <a:pt x="1670" y="362408"/>
                    <a:pt x="3787" y="362408"/>
                  </a:cubicBezTo>
                  <a:cubicBezTo>
                    <a:pt x="7315" y="362408"/>
                    <a:pt x="39069" y="337770"/>
                    <a:pt x="59885" y="291755"/>
                  </a:cubicBezTo>
                  <a:cubicBezTo>
                    <a:pt x="77879" y="251899"/>
                    <a:pt x="82113" y="211681"/>
                    <a:pt x="82113" y="181246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C271856E-64CA-B5DD-6075-A3EA5A23FCE8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10593402" y="4649053"/>
              <a:ext cx="81854" cy="362323"/>
            </a:xfrm>
            <a:custGeom>
              <a:avLst/>
              <a:gdLst>
                <a:gd name="connsiteX0" fmla="*/ 82117 w 81854"/>
                <a:gd name="connsiteY0" fmla="*/ 181246 h 362323"/>
                <a:gd name="connsiteX1" fmla="*/ 58831 w 81854"/>
                <a:gd name="connsiteY1" fmla="*/ 68201 h 362323"/>
                <a:gd name="connsiteX2" fmla="*/ 3791 w 81854"/>
                <a:gd name="connsiteY2" fmla="*/ 85 h 362323"/>
                <a:gd name="connsiteX3" fmla="*/ 263 w 81854"/>
                <a:gd name="connsiteY3" fmla="*/ 3708 h 362323"/>
                <a:gd name="connsiteX4" fmla="*/ 6966 w 81854"/>
                <a:gd name="connsiteY4" fmla="*/ 12041 h 362323"/>
                <a:gd name="connsiteX5" fmla="*/ 61653 w 81854"/>
                <a:gd name="connsiteY5" fmla="*/ 181246 h 362323"/>
                <a:gd name="connsiteX6" fmla="*/ 4849 w 81854"/>
                <a:gd name="connsiteY6" fmla="*/ 352625 h 362323"/>
                <a:gd name="connsiteX7" fmla="*/ 263 w 81854"/>
                <a:gd name="connsiteY7" fmla="*/ 358785 h 362323"/>
                <a:gd name="connsiteX8" fmla="*/ 3791 w 81854"/>
                <a:gd name="connsiteY8" fmla="*/ 362408 h 362323"/>
                <a:gd name="connsiteX9" fmla="*/ 59889 w 81854"/>
                <a:gd name="connsiteY9" fmla="*/ 291755 h 362323"/>
                <a:gd name="connsiteX10" fmla="*/ 82117 w 81854"/>
                <a:gd name="connsiteY10" fmla="*/ 181246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854" h="362323">
                  <a:moveTo>
                    <a:pt x="82117" y="181246"/>
                  </a:moveTo>
                  <a:cubicBezTo>
                    <a:pt x="82117" y="152985"/>
                    <a:pt x="78236" y="109144"/>
                    <a:pt x="58831" y="68201"/>
                  </a:cubicBezTo>
                  <a:cubicBezTo>
                    <a:pt x="37662" y="23636"/>
                    <a:pt x="7319" y="85"/>
                    <a:pt x="3791" y="85"/>
                  </a:cubicBezTo>
                  <a:cubicBezTo>
                    <a:pt x="1674" y="85"/>
                    <a:pt x="263" y="1534"/>
                    <a:pt x="263" y="3708"/>
                  </a:cubicBezTo>
                  <a:cubicBezTo>
                    <a:pt x="263" y="4795"/>
                    <a:pt x="263" y="5520"/>
                    <a:pt x="6966" y="12041"/>
                  </a:cubicBezTo>
                  <a:cubicBezTo>
                    <a:pt x="41543" y="47911"/>
                    <a:pt x="61653" y="105521"/>
                    <a:pt x="61653" y="181246"/>
                  </a:cubicBezTo>
                  <a:cubicBezTo>
                    <a:pt x="61653" y="243203"/>
                    <a:pt x="48599" y="306972"/>
                    <a:pt x="4849" y="352625"/>
                  </a:cubicBezTo>
                  <a:cubicBezTo>
                    <a:pt x="263" y="356973"/>
                    <a:pt x="263" y="357698"/>
                    <a:pt x="263" y="358785"/>
                  </a:cubicBezTo>
                  <a:cubicBezTo>
                    <a:pt x="263" y="360958"/>
                    <a:pt x="1674" y="362408"/>
                    <a:pt x="3791" y="362408"/>
                  </a:cubicBezTo>
                  <a:cubicBezTo>
                    <a:pt x="7319" y="362408"/>
                    <a:pt x="39073" y="337770"/>
                    <a:pt x="59889" y="291755"/>
                  </a:cubicBezTo>
                  <a:cubicBezTo>
                    <a:pt x="77883" y="251899"/>
                    <a:pt x="82117" y="211681"/>
                    <a:pt x="82117" y="181246"/>
                  </a:cubicBez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F4EF398-588C-255A-F8A2-7E2B600BB69A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10808660" y="4709561"/>
              <a:ext cx="234625" cy="241307"/>
            </a:xfrm>
            <a:custGeom>
              <a:avLst/>
              <a:gdLst>
                <a:gd name="connsiteX0" fmla="*/ 124814 w 234625"/>
                <a:gd name="connsiteY0" fmla="*/ 127985 h 241307"/>
                <a:gd name="connsiteX1" fmla="*/ 223251 w 234625"/>
                <a:gd name="connsiteY1" fmla="*/ 127985 h 241307"/>
                <a:gd name="connsiteX2" fmla="*/ 234894 w 234625"/>
                <a:gd name="connsiteY2" fmla="*/ 120738 h 241307"/>
                <a:gd name="connsiteX3" fmla="*/ 223251 w 234625"/>
                <a:gd name="connsiteY3" fmla="*/ 113492 h 241307"/>
                <a:gd name="connsiteX4" fmla="*/ 124814 w 234625"/>
                <a:gd name="connsiteY4" fmla="*/ 113492 h 241307"/>
                <a:gd name="connsiteX5" fmla="*/ 124814 w 234625"/>
                <a:gd name="connsiteY5" fmla="*/ 12041 h 241307"/>
                <a:gd name="connsiteX6" fmla="*/ 117758 w 234625"/>
                <a:gd name="connsiteY6" fmla="*/ 85 h 241307"/>
                <a:gd name="connsiteX7" fmla="*/ 110701 w 234625"/>
                <a:gd name="connsiteY7" fmla="*/ 12041 h 241307"/>
                <a:gd name="connsiteX8" fmla="*/ 110701 w 234625"/>
                <a:gd name="connsiteY8" fmla="*/ 113492 h 241307"/>
                <a:gd name="connsiteX9" fmla="*/ 11912 w 234625"/>
                <a:gd name="connsiteY9" fmla="*/ 113492 h 241307"/>
                <a:gd name="connsiteX10" fmla="*/ 269 w 234625"/>
                <a:gd name="connsiteY10" fmla="*/ 120738 h 241307"/>
                <a:gd name="connsiteX11" fmla="*/ 11912 w 234625"/>
                <a:gd name="connsiteY11" fmla="*/ 127985 h 241307"/>
                <a:gd name="connsiteX12" fmla="*/ 110701 w 234625"/>
                <a:gd name="connsiteY12" fmla="*/ 127985 h 241307"/>
                <a:gd name="connsiteX13" fmla="*/ 110701 w 234625"/>
                <a:gd name="connsiteY13" fmla="*/ 229435 h 241307"/>
                <a:gd name="connsiteX14" fmla="*/ 117758 w 234625"/>
                <a:gd name="connsiteY14" fmla="*/ 241392 h 241307"/>
                <a:gd name="connsiteX15" fmla="*/ 124814 w 234625"/>
                <a:gd name="connsiteY15" fmla="*/ 229435 h 241307"/>
                <a:gd name="connsiteX16" fmla="*/ 124814 w 234625"/>
                <a:gd name="connsiteY16" fmla="*/ 127985 h 241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4625" h="241307">
                  <a:moveTo>
                    <a:pt x="124814" y="127985"/>
                  </a:moveTo>
                  <a:lnTo>
                    <a:pt x="223251" y="127985"/>
                  </a:lnTo>
                  <a:cubicBezTo>
                    <a:pt x="228190" y="127985"/>
                    <a:pt x="234894" y="127985"/>
                    <a:pt x="234894" y="120738"/>
                  </a:cubicBezTo>
                  <a:cubicBezTo>
                    <a:pt x="234894" y="113492"/>
                    <a:pt x="228190" y="113492"/>
                    <a:pt x="223251" y="113492"/>
                  </a:cubicBezTo>
                  <a:lnTo>
                    <a:pt x="124814" y="113492"/>
                  </a:lnTo>
                  <a:lnTo>
                    <a:pt x="124814" y="12041"/>
                  </a:lnTo>
                  <a:cubicBezTo>
                    <a:pt x="124814" y="6969"/>
                    <a:pt x="124814" y="85"/>
                    <a:pt x="117758" y="85"/>
                  </a:cubicBezTo>
                  <a:cubicBezTo>
                    <a:pt x="110701" y="85"/>
                    <a:pt x="110701" y="6969"/>
                    <a:pt x="110701" y="12041"/>
                  </a:cubicBezTo>
                  <a:lnTo>
                    <a:pt x="110701" y="113492"/>
                  </a:lnTo>
                  <a:lnTo>
                    <a:pt x="11912" y="113492"/>
                  </a:lnTo>
                  <a:cubicBezTo>
                    <a:pt x="6972" y="113492"/>
                    <a:pt x="269" y="113492"/>
                    <a:pt x="269" y="120738"/>
                  </a:cubicBezTo>
                  <a:cubicBezTo>
                    <a:pt x="269" y="127985"/>
                    <a:pt x="6972" y="127985"/>
                    <a:pt x="11912" y="127985"/>
                  </a:cubicBezTo>
                  <a:lnTo>
                    <a:pt x="110701" y="127985"/>
                  </a:lnTo>
                  <a:lnTo>
                    <a:pt x="110701" y="229435"/>
                  </a:lnTo>
                  <a:cubicBezTo>
                    <a:pt x="110701" y="234508"/>
                    <a:pt x="110701" y="241392"/>
                    <a:pt x="117758" y="241392"/>
                  </a:cubicBezTo>
                  <a:cubicBezTo>
                    <a:pt x="124814" y="241392"/>
                    <a:pt x="124814" y="234508"/>
                    <a:pt x="124814" y="229435"/>
                  </a:cubicBezTo>
                  <a:lnTo>
                    <a:pt x="124814" y="127985"/>
                  </a:lnTo>
                  <a:close/>
                </a:path>
              </a:pathLst>
            </a:custGeom>
            <a:solidFill>
              <a:srgbClr val="2683C6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E72D293-DD8B-5007-7975-00FB290C2DE3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11155480" y="4672241"/>
              <a:ext cx="240623" cy="248553"/>
            </a:xfrm>
            <a:custGeom>
              <a:avLst/>
              <a:gdLst>
                <a:gd name="connsiteX0" fmla="*/ 88484 w 240623"/>
                <a:gd name="connsiteY0" fmla="*/ 139217 h 248553"/>
                <a:gd name="connsiteX1" fmla="*/ 150933 w 240623"/>
                <a:gd name="connsiteY1" fmla="*/ 139217 h 248553"/>
                <a:gd name="connsiteX2" fmla="*/ 240902 w 240623"/>
                <a:gd name="connsiteY2" fmla="*/ 70738 h 248553"/>
                <a:gd name="connsiteX3" fmla="*/ 147405 w 240623"/>
                <a:gd name="connsiteY3" fmla="*/ 85 h 248553"/>
                <a:gd name="connsiteX4" fmla="*/ 279 w 240623"/>
                <a:gd name="connsiteY4" fmla="*/ 85 h 248553"/>
                <a:gd name="connsiteX5" fmla="*/ 279 w 240623"/>
                <a:gd name="connsiteY5" fmla="*/ 17114 h 248553"/>
                <a:gd name="connsiteX6" fmla="*/ 38383 w 240623"/>
                <a:gd name="connsiteY6" fmla="*/ 17114 h 248553"/>
                <a:gd name="connsiteX7" fmla="*/ 38383 w 240623"/>
                <a:gd name="connsiteY7" fmla="*/ 231609 h 248553"/>
                <a:gd name="connsiteX8" fmla="*/ 279 w 240623"/>
                <a:gd name="connsiteY8" fmla="*/ 231609 h 248553"/>
                <a:gd name="connsiteX9" fmla="*/ 279 w 240623"/>
                <a:gd name="connsiteY9" fmla="*/ 248638 h 248553"/>
                <a:gd name="connsiteX10" fmla="*/ 63433 w 240623"/>
                <a:gd name="connsiteY10" fmla="*/ 247551 h 248553"/>
                <a:gd name="connsiteX11" fmla="*/ 126588 w 240623"/>
                <a:gd name="connsiteY11" fmla="*/ 248638 h 248553"/>
                <a:gd name="connsiteX12" fmla="*/ 126588 w 240623"/>
                <a:gd name="connsiteY12" fmla="*/ 231609 h 248553"/>
                <a:gd name="connsiteX13" fmla="*/ 88484 w 240623"/>
                <a:gd name="connsiteY13" fmla="*/ 231609 h 248553"/>
                <a:gd name="connsiteX14" fmla="*/ 88484 w 240623"/>
                <a:gd name="connsiteY14" fmla="*/ 139217 h 248553"/>
                <a:gd name="connsiteX15" fmla="*/ 133645 w 240623"/>
                <a:gd name="connsiteY15" fmla="*/ 124361 h 248553"/>
                <a:gd name="connsiteX16" fmla="*/ 86367 w 240623"/>
                <a:gd name="connsiteY16" fmla="*/ 124361 h 248553"/>
                <a:gd name="connsiteX17" fmla="*/ 86367 w 240623"/>
                <a:gd name="connsiteY17" fmla="*/ 17114 h 248553"/>
                <a:gd name="connsiteX18" fmla="*/ 133997 w 240623"/>
                <a:gd name="connsiteY18" fmla="*/ 17114 h 248553"/>
                <a:gd name="connsiteX19" fmla="*/ 186920 w 240623"/>
                <a:gd name="connsiteY19" fmla="*/ 70738 h 248553"/>
                <a:gd name="connsiteX20" fmla="*/ 133645 w 240623"/>
                <a:gd name="connsiteY20" fmla="*/ 124361 h 248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40623" h="248553">
                  <a:moveTo>
                    <a:pt x="88484" y="139217"/>
                  </a:moveTo>
                  <a:lnTo>
                    <a:pt x="150933" y="139217"/>
                  </a:lnTo>
                  <a:cubicBezTo>
                    <a:pt x="199975" y="139217"/>
                    <a:pt x="240902" y="113130"/>
                    <a:pt x="240902" y="70738"/>
                  </a:cubicBezTo>
                  <a:cubicBezTo>
                    <a:pt x="240902" y="30882"/>
                    <a:pt x="205973" y="85"/>
                    <a:pt x="147405" y="85"/>
                  </a:cubicBezTo>
                  <a:lnTo>
                    <a:pt x="279" y="85"/>
                  </a:lnTo>
                  <a:lnTo>
                    <a:pt x="279" y="17114"/>
                  </a:lnTo>
                  <a:lnTo>
                    <a:pt x="38383" y="17114"/>
                  </a:lnTo>
                  <a:lnTo>
                    <a:pt x="38383" y="231609"/>
                  </a:lnTo>
                  <a:lnTo>
                    <a:pt x="279" y="231609"/>
                  </a:lnTo>
                  <a:lnTo>
                    <a:pt x="279" y="248638"/>
                  </a:lnTo>
                  <a:cubicBezTo>
                    <a:pt x="13686" y="247551"/>
                    <a:pt x="48262" y="247551"/>
                    <a:pt x="63433" y="247551"/>
                  </a:cubicBezTo>
                  <a:cubicBezTo>
                    <a:pt x="78605" y="247551"/>
                    <a:pt x="113181" y="247551"/>
                    <a:pt x="126588" y="248638"/>
                  </a:cubicBezTo>
                  <a:lnTo>
                    <a:pt x="126588" y="231609"/>
                  </a:lnTo>
                  <a:lnTo>
                    <a:pt x="88484" y="231609"/>
                  </a:lnTo>
                  <a:lnTo>
                    <a:pt x="88484" y="139217"/>
                  </a:lnTo>
                  <a:close/>
                  <a:moveTo>
                    <a:pt x="133645" y="124361"/>
                  </a:moveTo>
                  <a:lnTo>
                    <a:pt x="86367" y="124361"/>
                  </a:lnTo>
                  <a:lnTo>
                    <a:pt x="86367" y="17114"/>
                  </a:lnTo>
                  <a:lnTo>
                    <a:pt x="133997" y="17114"/>
                  </a:lnTo>
                  <a:cubicBezTo>
                    <a:pt x="186920" y="17114"/>
                    <a:pt x="186920" y="44650"/>
                    <a:pt x="186920" y="70738"/>
                  </a:cubicBezTo>
                  <a:cubicBezTo>
                    <a:pt x="186920" y="96463"/>
                    <a:pt x="186920" y="124361"/>
                    <a:pt x="133645" y="124361"/>
                  </a:cubicBezTo>
                  <a:close/>
                </a:path>
              </a:pathLst>
            </a:custGeom>
            <a:solidFill>
              <a:srgbClr val="2683C6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FD0DACE-597C-DD7C-42DE-150D27E71CD7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11546362" y="4725140"/>
              <a:ext cx="176409" cy="210147"/>
            </a:xfrm>
            <a:custGeom>
              <a:avLst/>
              <a:gdLst>
                <a:gd name="connsiteX0" fmla="*/ 164351 w 176409"/>
                <a:gd name="connsiteY0" fmla="*/ 112405 h 210147"/>
                <a:gd name="connsiteX1" fmla="*/ 176699 w 176409"/>
                <a:gd name="connsiteY1" fmla="*/ 105158 h 210147"/>
                <a:gd name="connsiteX2" fmla="*/ 164351 w 176409"/>
                <a:gd name="connsiteY2" fmla="*/ 97912 h 210147"/>
                <a:gd name="connsiteX3" fmla="*/ 14755 w 176409"/>
                <a:gd name="connsiteY3" fmla="*/ 97912 h 210147"/>
                <a:gd name="connsiteX4" fmla="*/ 109311 w 176409"/>
                <a:gd name="connsiteY4" fmla="*/ 14578 h 210147"/>
                <a:gd name="connsiteX5" fmla="*/ 164351 w 176409"/>
                <a:gd name="connsiteY5" fmla="*/ 14578 h 210147"/>
                <a:gd name="connsiteX6" fmla="*/ 176699 w 176409"/>
                <a:gd name="connsiteY6" fmla="*/ 7331 h 210147"/>
                <a:gd name="connsiteX7" fmla="*/ 164351 w 176409"/>
                <a:gd name="connsiteY7" fmla="*/ 85 h 210147"/>
                <a:gd name="connsiteX8" fmla="*/ 108605 w 176409"/>
                <a:gd name="connsiteY8" fmla="*/ 85 h 210147"/>
                <a:gd name="connsiteX9" fmla="*/ 289 w 176409"/>
                <a:gd name="connsiteY9" fmla="*/ 105158 h 210147"/>
                <a:gd name="connsiteX10" fmla="*/ 108605 w 176409"/>
                <a:gd name="connsiteY10" fmla="*/ 210232 h 210147"/>
                <a:gd name="connsiteX11" fmla="*/ 164351 w 176409"/>
                <a:gd name="connsiteY11" fmla="*/ 210232 h 210147"/>
                <a:gd name="connsiteX12" fmla="*/ 176699 w 176409"/>
                <a:gd name="connsiteY12" fmla="*/ 202986 h 210147"/>
                <a:gd name="connsiteX13" fmla="*/ 164351 w 176409"/>
                <a:gd name="connsiteY13" fmla="*/ 195739 h 210147"/>
                <a:gd name="connsiteX14" fmla="*/ 109311 w 176409"/>
                <a:gd name="connsiteY14" fmla="*/ 195739 h 210147"/>
                <a:gd name="connsiteX15" fmla="*/ 14755 w 176409"/>
                <a:gd name="connsiteY15" fmla="*/ 112405 h 210147"/>
                <a:gd name="connsiteX16" fmla="*/ 164351 w 176409"/>
                <a:gd name="connsiteY16" fmla="*/ 112405 h 210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6409" h="210147">
                  <a:moveTo>
                    <a:pt x="164351" y="112405"/>
                  </a:moveTo>
                  <a:cubicBezTo>
                    <a:pt x="170348" y="112405"/>
                    <a:pt x="176699" y="112405"/>
                    <a:pt x="176699" y="105158"/>
                  </a:cubicBezTo>
                  <a:cubicBezTo>
                    <a:pt x="176699" y="97912"/>
                    <a:pt x="170348" y="97912"/>
                    <a:pt x="164351" y="97912"/>
                  </a:cubicBezTo>
                  <a:lnTo>
                    <a:pt x="14755" y="97912"/>
                  </a:lnTo>
                  <a:cubicBezTo>
                    <a:pt x="18989" y="49361"/>
                    <a:pt x="59563" y="14578"/>
                    <a:pt x="109311" y="14578"/>
                  </a:cubicBezTo>
                  <a:lnTo>
                    <a:pt x="164351" y="14578"/>
                  </a:lnTo>
                  <a:cubicBezTo>
                    <a:pt x="170348" y="14578"/>
                    <a:pt x="176699" y="14578"/>
                    <a:pt x="176699" y="7331"/>
                  </a:cubicBezTo>
                  <a:cubicBezTo>
                    <a:pt x="176699" y="85"/>
                    <a:pt x="170348" y="85"/>
                    <a:pt x="164351" y="85"/>
                  </a:cubicBezTo>
                  <a:lnTo>
                    <a:pt x="108605" y="85"/>
                  </a:lnTo>
                  <a:cubicBezTo>
                    <a:pt x="48273" y="85"/>
                    <a:pt x="289" y="47187"/>
                    <a:pt x="289" y="105158"/>
                  </a:cubicBezTo>
                  <a:cubicBezTo>
                    <a:pt x="289" y="163130"/>
                    <a:pt x="48273" y="210232"/>
                    <a:pt x="108605" y="210232"/>
                  </a:cubicBezTo>
                  <a:lnTo>
                    <a:pt x="164351" y="210232"/>
                  </a:lnTo>
                  <a:cubicBezTo>
                    <a:pt x="170348" y="210232"/>
                    <a:pt x="176699" y="210232"/>
                    <a:pt x="176699" y="202986"/>
                  </a:cubicBezTo>
                  <a:cubicBezTo>
                    <a:pt x="176699" y="195739"/>
                    <a:pt x="170348" y="195739"/>
                    <a:pt x="164351" y="195739"/>
                  </a:cubicBezTo>
                  <a:lnTo>
                    <a:pt x="109311" y="195739"/>
                  </a:lnTo>
                  <a:cubicBezTo>
                    <a:pt x="59563" y="195739"/>
                    <a:pt x="18989" y="160956"/>
                    <a:pt x="14755" y="112405"/>
                  </a:cubicBezTo>
                  <a:lnTo>
                    <a:pt x="164351" y="112405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E7AA891-D8B9-8273-CC47-E52C9343D55D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11855940" y="4672604"/>
              <a:ext cx="242387" cy="248191"/>
            </a:xfrm>
            <a:custGeom>
              <a:avLst/>
              <a:gdLst>
                <a:gd name="connsiteX0" fmla="*/ 89209 w 242387"/>
                <a:gd name="connsiteY0" fmla="*/ 134507 h 248191"/>
                <a:gd name="connsiteX1" fmla="*/ 101911 w 242387"/>
                <a:gd name="connsiteY1" fmla="*/ 134507 h 248191"/>
                <a:gd name="connsiteX2" fmla="*/ 154834 w 242387"/>
                <a:gd name="connsiteY2" fmla="*/ 218566 h 248191"/>
                <a:gd name="connsiteX3" fmla="*/ 170711 w 242387"/>
                <a:gd name="connsiteY3" fmla="*/ 243928 h 248191"/>
                <a:gd name="connsiteX4" fmla="*/ 182354 w 242387"/>
                <a:gd name="connsiteY4" fmla="*/ 248276 h 248191"/>
                <a:gd name="connsiteX5" fmla="*/ 231043 w 242387"/>
                <a:gd name="connsiteY5" fmla="*/ 248276 h 248191"/>
                <a:gd name="connsiteX6" fmla="*/ 242686 w 242387"/>
                <a:gd name="connsiteY6" fmla="*/ 241754 h 248191"/>
                <a:gd name="connsiteX7" fmla="*/ 237394 w 242387"/>
                <a:gd name="connsiteY7" fmla="*/ 235595 h 248191"/>
                <a:gd name="connsiteX8" fmla="*/ 198583 w 242387"/>
                <a:gd name="connsiteY8" fmla="*/ 197188 h 248191"/>
                <a:gd name="connsiteX9" fmla="*/ 154834 w 242387"/>
                <a:gd name="connsiteY9" fmla="*/ 130521 h 248191"/>
                <a:gd name="connsiteX10" fmla="*/ 216577 w 242387"/>
                <a:gd name="connsiteY10" fmla="*/ 67839 h 248191"/>
                <a:gd name="connsiteX11" fmla="*/ 123080 w 242387"/>
                <a:gd name="connsiteY11" fmla="*/ 85 h 248191"/>
                <a:gd name="connsiteX12" fmla="*/ 12295 w 242387"/>
                <a:gd name="connsiteY12" fmla="*/ 85 h 248191"/>
                <a:gd name="connsiteX13" fmla="*/ 299 w 242387"/>
                <a:gd name="connsiteY13" fmla="*/ 6606 h 248191"/>
                <a:gd name="connsiteX14" fmla="*/ 9825 w 242387"/>
                <a:gd name="connsiteY14" fmla="*/ 12766 h 248191"/>
                <a:gd name="connsiteX15" fmla="*/ 31700 w 242387"/>
                <a:gd name="connsiteY15" fmla="*/ 33418 h 248191"/>
                <a:gd name="connsiteX16" fmla="*/ 31700 w 242387"/>
                <a:gd name="connsiteY16" fmla="*/ 214942 h 248191"/>
                <a:gd name="connsiteX17" fmla="*/ 9825 w 242387"/>
                <a:gd name="connsiteY17" fmla="*/ 235595 h 248191"/>
                <a:gd name="connsiteX18" fmla="*/ 299 w 242387"/>
                <a:gd name="connsiteY18" fmla="*/ 241754 h 248191"/>
                <a:gd name="connsiteX19" fmla="*/ 12295 w 242387"/>
                <a:gd name="connsiteY19" fmla="*/ 248276 h 248191"/>
                <a:gd name="connsiteX20" fmla="*/ 108967 w 242387"/>
                <a:gd name="connsiteY20" fmla="*/ 248276 h 248191"/>
                <a:gd name="connsiteX21" fmla="*/ 120610 w 242387"/>
                <a:gd name="connsiteY21" fmla="*/ 241754 h 248191"/>
                <a:gd name="connsiteX22" fmla="*/ 110731 w 242387"/>
                <a:gd name="connsiteY22" fmla="*/ 235595 h 248191"/>
                <a:gd name="connsiteX23" fmla="*/ 89209 w 242387"/>
                <a:gd name="connsiteY23" fmla="*/ 214942 h 248191"/>
                <a:gd name="connsiteX24" fmla="*/ 89209 w 242387"/>
                <a:gd name="connsiteY24" fmla="*/ 134507 h 248191"/>
                <a:gd name="connsiteX25" fmla="*/ 157304 w 242387"/>
                <a:gd name="connsiteY25" fmla="*/ 116753 h 248191"/>
                <a:gd name="connsiteX26" fmla="*/ 168241 w 242387"/>
                <a:gd name="connsiteY26" fmla="*/ 68201 h 248191"/>
                <a:gd name="connsiteX27" fmla="*/ 154834 w 242387"/>
                <a:gd name="connsiteY27" fmla="*/ 16752 h 248191"/>
                <a:gd name="connsiteX28" fmla="*/ 204229 w 242387"/>
                <a:gd name="connsiteY28" fmla="*/ 67839 h 248191"/>
                <a:gd name="connsiteX29" fmla="*/ 157304 w 242387"/>
                <a:gd name="connsiteY29" fmla="*/ 116753 h 248191"/>
                <a:gd name="connsiteX30" fmla="*/ 89209 w 242387"/>
                <a:gd name="connsiteY30" fmla="*/ 32331 h 248191"/>
                <a:gd name="connsiteX31" fmla="*/ 111084 w 242387"/>
                <a:gd name="connsiteY31" fmla="*/ 12766 h 248191"/>
                <a:gd name="connsiteX32" fmla="*/ 155892 w 242387"/>
                <a:gd name="connsiteY32" fmla="*/ 68201 h 248191"/>
                <a:gd name="connsiteX33" fmla="*/ 89209 w 242387"/>
                <a:gd name="connsiteY33" fmla="*/ 121825 h 248191"/>
                <a:gd name="connsiteX34" fmla="*/ 89209 w 242387"/>
                <a:gd name="connsiteY34" fmla="*/ 32331 h 248191"/>
                <a:gd name="connsiteX35" fmla="*/ 41226 w 242387"/>
                <a:gd name="connsiteY35" fmla="*/ 235595 h 248191"/>
                <a:gd name="connsiteX36" fmla="*/ 44048 w 242387"/>
                <a:gd name="connsiteY36" fmla="*/ 215667 h 248191"/>
                <a:gd name="connsiteX37" fmla="*/ 44048 w 242387"/>
                <a:gd name="connsiteY37" fmla="*/ 32694 h 248191"/>
                <a:gd name="connsiteX38" fmla="*/ 41226 w 242387"/>
                <a:gd name="connsiteY38" fmla="*/ 12766 h 248191"/>
                <a:gd name="connsiteX39" fmla="*/ 81447 w 242387"/>
                <a:gd name="connsiteY39" fmla="*/ 12766 h 248191"/>
                <a:gd name="connsiteX40" fmla="*/ 76861 w 242387"/>
                <a:gd name="connsiteY40" fmla="*/ 31244 h 248191"/>
                <a:gd name="connsiteX41" fmla="*/ 76861 w 242387"/>
                <a:gd name="connsiteY41" fmla="*/ 215667 h 248191"/>
                <a:gd name="connsiteX42" fmla="*/ 79683 w 242387"/>
                <a:gd name="connsiteY42" fmla="*/ 235595 h 248191"/>
                <a:gd name="connsiteX43" fmla="*/ 41226 w 242387"/>
                <a:gd name="connsiteY43" fmla="*/ 235595 h 248191"/>
                <a:gd name="connsiteX44" fmla="*/ 116376 w 242387"/>
                <a:gd name="connsiteY44" fmla="*/ 134507 h 248191"/>
                <a:gd name="connsiteX45" fmla="*/ 123080 w 242387"/>
                <a:gd name="connsiteY45" fmla="*/ 133782 h 248191"/>
                <a:gd name="connsiteX46" fmla="*/ 141427 w 242387"/>
                <a:gd name="connsiteY46" fmla="*/ 132333 h 248191"/>
                <a:gd name="connsiteX47" fmla="*/ 214108 w 242387"/>
                <a:gd name="connsiteY47" fmla="*/ 235595 h 248191"/>
                <a:gd name="connsiteX48" fmla="*/ 179884 w 242387"/>
                <a:gd name="connsiteY48" fmla="*/ 235595 h 248191"/>
                <a:gd name="connsiteX49" fmla="*/ 116376 w 242387"/>
                <a:gd name="connsiteY49" fmla="*/ 134507 h 248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2387" h="248191">
                  <a:moveTo>
                    <a:pt x="89209" y="134507"/>
                  </a:moveTo>
                  <a:lnTo>
                    <a:pt x="101911" y="134507"/>
                  </a:lnTo>
                  <a:lnTo>
                    <a:pt x="154834" y="218566"/>
                  </a:lnTo>
                  <a:cubicBezTo>
                    <a:pt x="158362" y="224363"/>
                    <a:pt x="166830" y="238493"/>
                    <a:pt x="170711" y="243928"/>
                  </a:cubicBezTo>
                  <a:cubicBezTo>
                    <a:pt x="173180" y="248276"/>
                    <a:pt x="174239" y="248276"/>
                    <a:pt x="182354" y="248276"/>
                  </a:cubicBezTo>
                  <a:lnTo>
                    <a:pt x="231043" y="248276"/>
                  </a:lnTo>
                  <a:cubicBezTo>
                    <a:pt x="237394" y="248276"/>
                    <a:pt x="242686" y="248276"/>
                    <a:pt x="242686" y="241754"/>
                  </a:cubicBezTo>
                  <a:cubicBezTo>
                    <a:pt x="242686" y="238856"/>
                    <a:pt x="240569" y="236319"/>
                    <a:pt x="237394" y="235595"/>
                  </a:cubicBezTo>
                  <a:cubicBezTo>
                    <a:pt x="224339" y="232696"/>
                    <a:pt x="207051" y="208783"/>
                    <a:pt x="198583" y="197188"/>
                  </a:cubicBezTo>
                  <a:cubicBezTo>
                    <a:pt x="196114" y="193565"/>
                    <a:pt x="178473" y="169652"/>
                    <a:pt x="154834" y="130521"/>
                  </a:cubicBezTo>
                  <a:cubicBezTo>
                    <a:pt x="186235" y="124724"/>
                    <a:pt x="216577" y="110956"/>
                    <a:pt x="216577" y="67839"/>
                  </a:cubicBezTo>
                  <a:cubicBezTo>
                    <a:pt x="216577" y="17476"/>
                    <a:pt x="164713" y="85"/>
                    <a:pt x="123080" y="85"/>
                  </a:cubicBezTo>
                  <a:lnTo>
                    <a:pt x="12295" y="85"/>
                  </a:lnTo>
                  <a:cubicBezTo>
                    <a:pt x="5944" y="85"/>
                    <a:pt x="299" y="85"/>
                    <a:pt x="299" y="6606"/>
                  </a:cubicBezTo>
                  <a:cubicBezTo>
                    <a:pt x="299" y="12766"/>
                    <a:pt x="7002" y="12766"/>
                    <a:pt x="9825" y="12766"/>
                  </a:cubicBezTo>
                  <a:cubicBezTo>
                    <a:pt x="29936" y="12766"/>
                    <a:pt x="31700" y="15302"/>
                    <a:pt x="31700" y="33418"/>
                  </a:cubicBezTo>
                  <a:lnTo>
                    <a:pt x="31700" y="214942"/>
                  </a:lnTo>
                  <a:cubicBezTo>
                    <a:pt x="31700" y="233058"/>
                    <a:pt x="29936" y="235595"/>
                    <a:pt x="9825" y="235595"/>
                  </a:cubicBezTo>
                  <a:cubicBezTo>
                    <a:pt x="7002" y="235595"/>
                    <a:pt x="299" y="235595"/>
                    <a:pt x="299" y="241754"/>
                  </a:cubicBezTo>
                  <a:cubicBezTo>
                    <a:pt x="299" y="248276"/>
                    <a:pt x="5944" y="248276"/>
                    <a:pt x="12295" y="248276"/>
                  </a:cubicBezTo>
                  <a:lnTo>
                    <a:pt x="108967" y="248276"/>
                  </a:lnTo>
                  <a:cubicBezTo>
                    <a:pt x="115318" y="248276"/>
                    <a:pt x="120610" y="248276"/>
                    <a:pt x="120610" y="241754"/>
                  </a:cubicBezTo>
                  <a:cubicBezTo>
                    <a:pt x="120610" y="235595"/>
                    <a:pt x="114612" y="235595"/>
                    <a:pt x="110731" y="235595"/>
                  </a:cubicBezTo>
                  <a:cubicBezTo>
                    <a:pt x="90621" y="235595"/>
                    <a:pt x="89209" y="232696"/>
                    <a:pt x="89209" y="214942"/>
                  </a:cubicBezTo>
                  <a:lnTo>
                    <a:pt x="89209" y="134507"/>
                  </a:lnTo>
                  <a:close/>
                  <a:moveTo>
                    <a:pt x="157304" y="116753"/>
                  </a:moveTo>
                  <a:cubicBezTo>
                    <a:pt x="167182" y="103347"/>
                    <a:pt x="168241" y="84144"/>
                    <a:pt x="168241" y="68201"/>
                  </a:cubicBezTo>
                  <a:cubicBezTo>
                    <a:pt x="168241" y="50810"/>
                    <a:pt x="166124" y="31607"/>
                    <a:pt x="154834" y="16752"/>
                  </a:cubicBezTo>
                  <a:cubicBezTo>
                    <a:pt x="169299" y="20012"/>
                    <a:pt x="204229" y="31244"/>
                    <a:pt x="204229" y="67839"/>
                  </a:cubicBezTo>
                  <a:cubicBezTo>
                    <a:pt x="204229" y="91390"/>
                    <a:pt x="193644" y="109869"/>
                    <a:pt x="157304" y="116753"/>
                  </a:cubicBezTo>
                  <a:close/>
                  <a:moveTo>
                    <a:pt x="89209" y="32331"/>
                  </a:moveTo>
                  <a:cubicBezTo>
                    <a:pt x="89209" y="24723"/>
                    <a:pt x="89209" y="12766"/>
                    <a:pt x="111084" y="12766"/>
                  </a:cubicBezTo>
                  <a:cubicBezTo>
                    <a:pt x="141074" y="12766"/>
                    <a:pt x="155892" y="25447"/>
                    <a:pt x="155892" y="68201"/>
                  </a:cubicBezTo>
                  <a:cubicBezTo>
                    <a:pt x="155892" y="114941"/>
                    <a:pt x="144955" y="121825"/>
                    <a:pt x="89209" y="121825"/>
                  </a:cubicBezTo>
                  <a:lnTo>
                    <a:pt x="89209" y="32331"/>
                  </a:lnTo>
                  <a:close/>
                  <a:moveTo>
                    <a:pt x="41226" y="235595"/>
                  </a:moveTo>
                  <a:cubicBezTo>
                    <a:pt x="44048" y="229073"/>
                    <a:pt x="44048" y="218928"/>
                    <a:pt x="44048" y="215667"/>
                  </a:cubicBezTo>
                  <a:lnTo>
                    <a:pt x="44048" y="32694"/>
                  </a:lnTo>
                  <a:cubicBezTo>
                    <a:pt x="44048" y="29071"/>
                    <a:pt x="44048" y="19288"/>
                    <a:pt x="41226" y="12766"/>
                  </a:cubicBezTo>
                  <a:lnTo>
                    <a:pt x="81447" y="12766"/>
                  </a:lnTo>
                  <a:cubicBezTo>
                    <a:pt x="76861" y="18563"/>
                    <a:pt x="76861" y="25810"/>
                    <a:pt x="76861" y="31244"/>
                  </a:cubicBezTo>
                  <a:lnTo>
                    <a:pt x="76861" y="215667"/>
                  </a:lnTo>
                  <a:cubicBezTo>
                    <a:pt x="76861" y="219290"/>
                    <a:pt x="76861" y="229073"/>
                    <a:pt x="79683" y="235595"/>
                  </a:cubicBezTo>
                  <a:lnTo>
                    <a:pt x="41226" y="235595"/>
                  </a:lnTo>
                  <a:close/>
                  <a:moveTo>
                    <a:pt x="116376" y="134507"/>
                  </a:moveTo>
                  <a:cubicBezTo>
                    <a:pt x="118846" y="134144"/>
                    <a:pt x="120257" y="133782"/>
                    <a:pt x="123080" y="133782"/>
                  </a:cubicBezTo>
                  <a:cubicBezTo>
                    <a:pt x="128372" y="133782"/>
                    <a:pt x="136134" y="133057"/>
                    <a:pt x="141427" y="132333"/>
                  </a:cubicBezTo>
                  <a:cubicBezTo>
                    <a:pt x="146719" y="141028"/>
                    <a:pt x="184823" y="205522"/>
                    <a:pt x="214108" y="235595"/>
                  </a:cubicBezTo>
                  <a:lnTo>
                    <a:pt x="179884" y="235595"/>
                  </a:lnTo>
                  <a:lnTo>
                    <a:pt x="116376" y="134507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BA2A7528-4052-F764-3863-7A3029A7747C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12120175" y="4595178"/>
              <a:ext cx="126944" cy="178552"/>
            </a:xfrm>
            <a:custGeom>
              <a:avLst/>
              <a:gdLst>
                <a:gd name="connsiteX0" fmla="*/ 126263 w 126944"/>
                <a:gd name="connsiteY0" fmla="*/ 7689 h 178552"/>
                <a:gd name="connsiteX1" fmla="*/ 127251 w 126944"/>
                <a:gd name="connsiteY1" fmla="*/ 3631 h 178552"/>
                <a:gd name="connsiteX2" fmla="*/ 123299 w 126944"/>
                <a:gd name="connsiteY2" fmla="*/ 81 h 178552"/>
                <a:gd name="connsiteX3" fmla="*/ 91686 w 126944"/>
                <a:gd name="connsiteY3" fmla="*/ 2617 h 178552"/>
                <a:gd name="connsiteX4" fmla="*/ 86253 w 126944"/>
                <a:gd name="connsiteY4" fmla="*/ 8450 h 178552"/>
                <a:gd name="connsiteX5" fmla="*/ 92674 w 126944"/>
                <a:gd name="connsiteY5" fmla="*/ 12001 h 178552"/>
                <a:gd name="connsiteX6" fmla="*/ 104529 w 126944"/>
                <a:gd name="connsiteY6" fmla="*/ 15805 h 178552"/>
                <a:gd name="connsiteX7" fmla="*/ 103541 w 126944"/>
                <a:gd name="connsiteY7" fmla="*/ 21385 h 178552"/>
                <a:gd name="connsiteX8" fmla="*/ 89464 w 126944"/>
                <a:gd name="connsiteY8" fmla="*/ 79212 h 178552"/>
                <a:gd name="connsiteX9" fmla="*/ 64025 w 126944"/>
                <a:gd name="connsiteY9" fmla="*/ 64248 h 178552"/>
                <a:gd name="connsiteX10" fmla="*/ 306 w 126944"/>
                <a:gd name="connsiteY10" fmla="*/ 136531 h 178552"/>
                <a:gd name="connsiteX11" fmla="*/ 37599 w 126944"/>
                <a:gd name="connsiteY11" fmla="*/ 178633 h 178552"/>
                <a:gd name="connsiteX12" fmla="*/ 72669 w 126944"/>
                <a:gd name="connsiteY12" fmla="*/ 160880 h 178552"/>
                <a:gd name="connsiteX13" fmla="*/ 98108 w 126944"/>
                <a:gd name="connsiteY13" fmla="*/ 178633 h 178552"/>
                <a:gd name="connsiteX14" fmla="*/ 117619 w 126944"/>
                <a:gd name="connsiteY14" fmla="*/ 165191 h 178552"/>
                <a:gd name="connsiteX15" fmla="*/ 126263 w 126944"/>
                <a:gd name="connsiteY15" fmla="*/ 139829 h 178552"/>
                <a:gd name="connsiteX16" fmla="*/ 122311 w 126944"/>
                <a:gd name="connsiteY16" fmla="*/ 136531 h 178552"/>
                <a:gd name="connsiteX17" fmla="*/ 116878 w 126944"/>
                <a:gd name="connsiteY17" fmla="*/ 144394 h 178552"/>
                <a:gd name="connsiteX18" fmla="*/ 98848 w 126944"/>
                <a:gd name="connsiteY18" fmla="*/ 171532 h 178552"/>
                <a:gd name="connsiteX19" fmla="*/ 90698 w 126944"/>
                <a:gd name="connsiteY19" fmla="*/ 159104 h 178552"/>
                <a:gd name="connsiteX20" fmla="*/ 91933 w 126944"/>
                <a:gd name="connsiteY20" fmla="*/ 148706 h 178552"/>
                <a:gd name="connsiteX21" fmla="*/ 126263 w 126944"/>
                <a:gd name="connsiteY21" fmla="*/ 7689 h 178552"/>
                <a:gd name="connsiteX22" fmla="*/ 73657 w 126944"/>
                <a:gd name="connsiteY22" fmla="*/ 144394 h 178552"/>
                <a:gd name="connsiteX23" fmla="*/ 61061 w 126944"/>
                <a:gd name="connsiteY23" fmla="*/ 161387 h 178552"/>
                <a:gd name="connsiteX24" fmla="*/ 38340 w 126944"/>
                <a:gd name="connsiteY24" fmla="*/ 171532 h 178552"/>
                <a:gd name="connsiteX25" fmla="*/ 20311 w 126944"/>
                <a:gd name="connsiteY25" fmla="*/ 146930 h 178552"/>
                <a:gd name="connsiteX26" fmla="*/ 33153 w 126944"/>
                <a:gd name="connsiteY26" fmla="*/ 95444 h 178552"/>
                <a:gd name="connsiteX27" fmla="*/ 64025 w 126944"/>
                <a:gd name="connsiteY27" fmla="*/ 71350 h 178552"/>
                <a:gd name="connsiteX28" fmla="*/ 86006 w 126944"/>
                <a:gd name="connsiteY28" fmla="*/ 93415 h 178552"/>
                <a:gd name="connsiteX29" fmla="*/ 85265 w 126944"/>
                <a:gd name="connsiteY29" fmla="*/ 96966 h 178552"/>
                <a:gd name="connsiteX30" fmla="*/ 73657 w 126944"/>
                <a:gd name="connsiteY30" fmla="*/ 144394 h 178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6944" h="178552">
                  <a:moveTo>
                    <a:pt x="126263" y="7689"/>
                  </a:moveTo>
                  <a:cubicBezTo>
                    <a:pt x="126510" y="7182"/>
                    <a:pt x="127251" y="3885"/>
                    <a:pt x="127251" y="3631"/>
                  </a:cubicBezTo>
                  <a:cubicBezTo>
                    <a:pt x="127251" y="2363"/>
                    <a:pt x="126263" y="81"/>
                    <a:pt x="123299" y="81"/>
                  </a:cubicBezTo>
                  <a:cubicBezTo>
                    <a:pt x="118359" y="81"/>
                    <a:pt x="97861" y="2110"/>
                    <a:pt x="91686" y="2617"/>
                  </a:cubicBezTo>
                  <a:cubicBezTo>
                    <a:pt x="89710" y="2870"/>
                    <a:pt x="86253" y="3124"/>
                    <a:pt x="86253" y="8450"/>
                  </a:cubicBezTo>
                  <a:cubicBezTo>
                    <a:pt x="86253" y="12001"/>
                    <a:pt x="89710" y="12001"/>
                    <a:pt x="92674" y="12001"/>
                  </a:cubicBezTo>
                  <a:cubicBezTo>
                    <a:pt x="104529" y="12001"/>
                    <a:pt x="104529" y="13776"/>
                    <a:pt x="104529" y="15805"/>
                  </a:cubicBezTo>
                  <a:cubicBezTo>
                    <a:pt x="104529" y="17581"/>
                    <a:pt x="104035" y="19103"/>
                    <a:pt x="103541" y="21385"/>
                  </a:cubicBezTo>
                  <a:lnTo>
                    <a:pt x="89464" y="79212"/>
                  </a:lnTo>
                  <a:cubicBezTo>
                    <a:pt x="84277" y="70842"/>
                    <a:pt x="75880" y="64248"/>
                    <a:pt x="64025" y="64248"/>
                  </a:cubicBezTo>
                  <a:cubicBezTo>
                    <a:pt x="32413" y="64248"/>
                    <a:pt x="306" y="100009"/>
                    <a:pt x="306" y="136531"/>
                  </a:cubicBezTo>
                  <a:cubicBezTo>
                    <a:pt x="306" y="161133"/>
                    <a:pt x="16359" y="178633"/>
                    <a:pt x="37599" y="178633"/>
                  </a:cubicBezTo>
                  <a:cubicBezTo>
                    <a:pt x="50936" y="178633"/>
                    <a:pt x="62790" y="170771"/>
                    <a:pt x="72669" y="160880"/>
                  </a:cubicBezTo>
                  <a:cubicBezTo>
                    <a:pt x="77362" y="176097"/>
                    <a:pt x="91686" y="178633"/>
                    <a:pt x="98108" y="178633"/>
                  </a:cubicBezTo>
                  <a:cubicBezTo>
                    <a:pt x="106999" y="178633"/>
                    <a:pt x="113173" y="173054"/>
                    <a:pt x="117619" y="165191"/>
                  </a:cubicBezTo>
                  <a:cubicBezTo>
                    <a:pt x="123052" y="155300"/>
                    <a:pt x="126263" y="140843"/>
                    <a:pt x="126263" y="139829"/>
                  </a:cubicBezTo>
                  <a:cubicBezTo>
                    <a:pt x="126263" y="136531"/>
                    <a:pt x="123052" y="136531"/>
                    <a:pt x="122311" y="136531"/>
                  </a:cubicBezTo>
                  <a:cubicBezTo>
                    <a:pt x="118853" y="136531"/>
                    <a:pt x="118606" y="137546"/>
                    <a:pt x="116878" y="144394"/>
                  </a:cubicBezTo>
                  <a:cubicBezTo>
                    <a:pt x="113914" y="156568"/>
                    <a:pt x="109221" y="171532"/>
                    <a:pt x="98848" y="171532"/>
                  </a:cubicBezTo>
                  <a:cubicBezTo>
                    <a:pt x="92427" y="171532"/>
                    <a:pt x="90698" y="165952"/>
                    <a:pt x="90698" y="159104"/>
                  </a:cubicBezTo>
                  <a:cubicBezTo>
                    <a:pt x="90698" y="154285"/>
                    <a:pt x="91192" y="152003"/>
                    <a:pt x="91933" y="148706"/>
                  </a:cubicBezTo>
                  <a:lnTo>
                    <a:pt x="126263" y="7689"/>
                  </a:lnTo>
                  <a:close/>
                  <a:moveTo>
                    <a:pt x="73657" y="144394"/>
                  </a:moveTo>
                  <a:cubicBezTo>
                    <a:pt x="71928" y="151495"/>
                    <a:pt x="66495" y="156568"/>
                    <a:pt x="61061" y="161387"/>
                  </a:cubicBezTo>
                  <a:cubicBezTo>
                    <a:pt x="58839" y="163416"/>
                    <a:pt x="48960" y="171532"/>
                    <a:pt x="38340" y="171532"/>
                  </a:cubicBezTo>
                  <a:cubicBezTo>
                    <a:pt x="29202" y="171532"/>
                    <a:pt x="20311" y="164938"/>
                    <a:pt x="20311" y="146930"/>
                  </a:cubicBezTo>
                  <a:cubicBezTo>
                    <a:pt x="20311" y="133488"/>
                    <a:pt x="27473" y="105589"/>
                    <a:pt x="33153" y="95444"/>
                  </a:cubicBezTo>
                  <a:cubicBezTo>
                    <a:pt x="44514" y="75154"/>
                    <a:pt x="57110" y="71350"/>
                    <a:pt x="64025" y="71350"/>
                  </a:cubicBezTo>
                  <a:cubicBezTo>
                    <a:pt x="81313" y="71350"/>
                    <a:pt x="86006" y="90625"/>
                    <a:pt x="86006" y="93415"/>
                  </a:cubicBezTo>
                  <a:cubicBezTo>
                    <a:pt x="86006" y="94430"/>
                    <a:pt x="85512" y="96205"/>
                    <a:pt x="85265" y="96966"/>
                  </a:cubicBezTo>
                  <a:lnTo>
                    <a:pt x="73657" y="144394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92944F4-687A-4743-1432-F3ED30CE9063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12277211" y="4686773"/>
              <a:ext cx="72504" cy="120653"/>
            </a:xfrm>
            <a:custGeom>
              <a:avLst/>
              <a:gdLst>
                <a:gd name="connsiteX0" fmla="*/ 45295 w 72504"/>
                <a:gd name="connsiteY0" fmla="*/ 5516 h 120653"/>
                <a:gd name="connsiteX1" fmla="*/ 38944 w 72504"/>
                <a:gd name="connsiteY1" fmla="*/ 82 h 120653"/>
                <a:gd name="connsiteX2" fmla="*/ 3309 w 72504"/>
                <a:gd name="connsiteY2" fmla="*/ 11676 h 120653"/>
                <a:gd name="connsiteX3" fmla="*/ 310 w 72504"/>
                <a:gd name="connsiteY3" fmla="*/ 11676 h 120653"/>
                <a:gd name="connsiteX4" fmla="*/ 310 w 72504"/>
                <a:gd name="connsiteY4" fmla="*/ 19647 h 120653"/>
                <a:gd name="connsiteX5" fmla="*/ 3309 w 72504"/>
                <a:gd name="connsiteY5" fmla="*/ 19647 h 120653"/>
                <a:gd name="connsiteX6" fmla="*/ 29065 w 72504"/>
                <a:gd name="connsiteY6" fmla="*/ 14574 h 120653"/>
                <a:gd name="connsiteX7" fmla="*/ 29065 w 72504"/>
                <a:gd name="connsiteY7" fmla="*/ 105155 h 120653"/>
                <a:gd name="connsiteX8" fmla="*/ 10365 w 72504"/>
                <a:gd name="connsiteY8" fmla="*/ 112764 h 120653"/>
                <a:gd name="connsiteX9" fmla="*/ 1545 w 72504"/>
                <a:gd name="connsiteY9" fmla="*/ 112764 h 120653"/>
                <a:gd name="connsiteX10" fmla="*/ 1545 w 72504"/>
                <a:gd name="connsiteY10" fmla="*/ 120735 h 120653"/>
                <a:gd name="connsiteX11" fmla="*/ 37180 w 72504"/>
                <a:gd name="connsiteY11" fmla="*/ 120011 h 120653"/>
                <a:gd name="connsiteX12" fmla="*/ 72815 w 72504"/>
                <a:gd name="connsiteY12" fmla="*/ 120735 h 120653"/>
                <a:gd name="connsiteX13" fmla="*/ 72815 w 72504"/>
                <a:gd name="connsiteY13" fmla="*/ 112764 h 120653"/>
                <a:gd name="connsiteX14" fmla="*/ 63994 w 72504"/>
                <a:gd name="connsiteY14" fmla="*/ 112764 h 120653"/>
                <a:gd name="connsiteX15" fmla="*/ 45295 w 72504"/>
                <a:gd name="connsiteY15" fmla="*/ 105155 h 120653"/>
                <a:gd name="connsiteX16" fmla="*/ 45295 w 72504"/>
                <a:gd name="connsiteY16" fmla="*/ 5516 h 120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504" h="120653">
                  <a:moveTo>
                    <a:pt x="45295" y="5516"/>
                  </a:moveTo>
                  <a:cubicBezTo>
                    <a:pt x="45295" y="82"/>
                    <a:pt x="44765" y="82"/>
                    <a:pt x="38944" y="82"/>
                  </a:cubicBezTo>
                  <a:cubicBezTo>
                    <a:pt x="26419" y="11676"/>
                    <a:pt x="6837" y="11676"/>
                    <a:pt x="3309" y="11676"/>
                  </a:cubicBezTo>
                  <a:lnTo>
                    <a:pt x="310" y="11676"/>
                  </a:lnTo>
                  <a:lnTo>
                    <a:pt x="310" y="19647"/>
                  </a:lnTo>
                  <a:lnTo>
                    <a:pt x="3309" y="19647"/>
                  </a:lnTo>
                  <a:cubicBezTo>
                    <a:pt x="7367" y="19647"/>
                    <a:pt x="18833" y="19104"/>
                    <a:pt x="29065" y="14574"/>
                  </a:cubicBezTo>
                  <a:lnTo>
                    <a:pt x="29065" y="105155"/>
                  </a:lnTo>
                  <a:cubicBezTo>
                    <a:pt x="29065" y="110771"/>
                    <a:pt x="29065" y="112764"/>
                    <a:pt x="10365" y="112764"/>
                  </a:cubicBezTo>
                  <a:lnTo>
                    <a:pt x="1545" y="112764"/>
                  </a:lnTo>
                  <a:lnTo>
                    <a:pt x="1545" y="120735"/>
                  </a:lnTo>
                  <a:cubicBezTo>
                    <a:pt x="11248" y="120011"/>
                    <a:pt x="26948" y="120011"/>
                    <a:pt x="37180" y="120011"/>
                  </a:cubicBezTo>
                  <a:cubicBezTo>
                    <a:pt x="47412" y="120011"/>
                    <a:pt x="63112" y="120011"/>
                    <a:pt x="72815" y="120735"/>
                  </a:cubicBezTo>
                  <a:lnTo>
                    <a:pt x="72815" y="112764"/>
                  </a:lnTo>
                  <a:lnTo>
                    <a:pt x="63994" y="112764"/>
                  </a:lnTo>
                  <a:cubicBezTo>
                    <a:pt x="45295" y="112764"/>
                    <a:pt x="45295" y="110771"/>
                    <a:pt x="45295" y="105155"/>
                  </a:cubicBezTo>
                  <a:lnTo>
                    <a:pt x="45295" y="5516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6DF2D98-DBE4-FD42-D081-5E9AE8C43A0B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12433645" y="4639816"/>
              <a:ext cx="132377" cy="135689"/>
            </a:xfrm>
            <a:custGeom>
              <a:avLst/>
              <a:gdLst>
                <a:gd name="connsiteX0" fmla="*/ 129234 w 132377"/>
                <a:gd name="connsiteY0" fmla="*/ 12508 h 135689"/>
                <a:gd name="connsiteX1" fmla="*/ 132692 w 132377"/>
                <a:gd name="connsiteY1" fmla="*/ 6421 h 135689"/>
                <a:gd name="connsiteX2" fmla="*/ 126765 w 132377"/>
                <a:gd name="connsiteY2" fmla="*/ 81 h 135689"/>
                <a:gd name="connsiteX3" fmla="*/ 120590 w 132377"/>
                <a:gd name="connsiteY3" fmla="*/ 3885 h 135689"/>
                <a:gd name="connsiteX4" fmla="*/ 66503 w 132377"/>
                <a:gd name="connsiteY4" fmla="*/ 59175 h 135689"/>
                <a:gd name="connsiteX5" fmla="*/ 12169 w 132377"/>
                <a:gd name="connsiteY5" fmla="*/ 3631 h 135689"/>
                <a:gd name="connsiteX6" fmla="*/ 6488 w 132377"/>
                <a:gd name="connsiteY6" fmla="*/ 81 h 135689"/>
                <a:gd name="connsiteX7" fmla="*/ 314 w 132377"/>
                <a:gd name="connsiteY7" fmla="*/ 6421 h 135689"/>
                <a:gd name="connsiteX8" fmla="*/ 4019 w 132377"/>
                <a:gd name="connsiteY8" fmla="*/ 12508 h 135689"/>
                <a:gd name="connsiteX9" fmla="*/ 57859 w 132377"/>
                <a:gd name="connsiteY9" fmla="*/ 67799 h 135689"/>
                <a:gd name="connsiteX10" fmla="*/ 4019 w 132377"/>
                <a:gd name="connsiteY10" fmla="*/ 123089 h 135689"/>
                <a:gd name="connsiteX11" fmla="*/ 314 w 132377"/>
                <a:gd name="connsiteY11" fmla="*/ 129430 h 135689"/>
                <a:gd name="connsiteX12" fmla="*/ 6488 w 132377"/>
                <a:gd name="connsiteY12" fmla="*/ 135771 h 135689"/>
                <a:gd name="connsiteX13" fmla="*/ 12169 w 132377"/>
                <a:gd name="connsiteY13" fmla="*/ 132220 h 135689"/>
                <a:gd name="connsiteX14" fmla="*/ 66503 w 132377"/>
                <a:gd name="connsiteY14" fmla="*/ 76676 h 135689"/>
                <a:gd name="connsiteX15" fmla="*/ 122813 w 132377"/>
                <a:gd name="connsiteY15" fmla="*/ 134502 h 135689"/>
                <a:gd name="connsiteX16" fmla="*/ 126765 w 132377"/>
                <a:gd name="connsiteY16" fmla="*/ 135771 h 135689"/>
                <a:gd name="connsiteX17" fmla="*/ 132692 w 132377"/>
                <a:gd name="connsiteY17" fmla="*/ 129430 h 135689"/>
                <a:gd name="connsiteX18" fmla="*/ 131457 w 132377"/>
                <a:gd name="connsiteY18" fmla="*/ 126133 h 135689"/>
                <a:gd name="connsiteX19" fmla="*/ 75147 w 132377"/>
                <a:gd name="connsiteY19" fmla="*/ 68052 h 135689"/>
                <a:gd name="connsiteX20" fmla="*/ 129234 w 132377"/>
                <a:gd name="connsiteY20" fmla="*/ 12508 h 1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2377" h="135689">
                  <a:moveTo>
                    <a:pt x="129234" y="12508"/>
                  </a:moveTo>
                  <a:cubicBezTo>
                    <a:pt x="131951" y="9718"/>
                    <a:pt x="132692" y="8197"/>
                    <a:pt x="132692" y="6421"/>
                  </a:cubicBezTo>
                  <a:cubicBezTo>
                    <a:pt x="132692" y="2363"/>
                    <a:pt x="129481" y="81"/>
                    <a:pt x="126765" y="81"/>
                  </a:cubicBezTo>
                  <a:cubicBezTo>
                    <a:pt x="124295" y="81"/>
                    <a:pt x="123554" y="841"/>
                    <a:pt x="120590" y="3885"/>
                  </a:cubicBezTo>
                  <a:lnTo>
                    <a:pt x="66503" y="59175"/>
                  </a:lnTo>
                  <a:lnTo>
                    <a:pt x="12169" y="3631"/>
                  </a:lnTo>
                  <a:cubicBezTo>
                    <a:pt x="9699" y="1095"/>
                    <a:pt x="8711" y="81"/>
                    <a:pt x="6488" y="81"/>
                  </a:cubicBezTo>
                  <a:cubicBezTo>
                    <a:pt x="3031" y="81"/>
                    <a:pt x="314" y="2870"/>
                    <a:pt x="314" y="6421"/>
                  </a:cubicBezTo>
                  <a:cubicBezTo>
                    <a:pt x="314" y="8704"/>
                    <a:pt x="1055" y="9465"/>
                    <a:pt x="4019" y="12508"/>
                  </a:cubicBezTo>
                  <a:lnTo>
                    <a:pt x="57859" y="67799"/>
                  </a:lnTo>
                  <a:lnTo>
                    <a:pt x="4019" y="123089"/>
                  </a:lnTo>
                  <a:cubicBezTo>
                    <a:pt x="561" y="126640"/>
                    <a:pt x="314" y="127908"/>
                    <a:pt x="314" y="129430"/>
                  </a:cubicBezTo>
                  <a:cubicBezTo>
                    <a:pt x="314" y="132981"/>
                    <a:pt x="3031" y="135771"/>
                    <a:pt x="6488" y="135771"/>
                  </a:cubicBezTo>
                  <a:cubicBezTo>
                    <a:pt x="8711" y="135771"/>
                    <a:pt x="9452" y="135010"/>
                    <a:pt x="12169" y="132220"/>
                  </a:cubicBezTo>
                  <a:lnTo>
                    <a:pt x="66503" y="76676"/>
                  </a:lnTo>
                  <a:lnTo>
                    <a:pt x="122813" y="134502"/>
                  </a:lnTo>
                  <a:cubicBezTo>
                    <a:pt x="124048" y="135263"/>
                    <a:pt x="125283" y="135771"/>
                    <a:pt x="126765" y="135771"/>
                  </a:cubicBezTo>
                  <a:cubicBezTo>
                    <a:pt x="129481" y="135771"/>
                    <a:pt x="132692" y="133488"/>
                    <a:pt x="132692" y="129430"/>
                  </a:cubicBezTo>
                  <a:cubicBezTo>
                    <a:pt x="132692" y="127401"/>
                    <a:pt x="132198" y="126894"/>
                    <a:pt x="131457" y="126133"/>
                  </a:cubicBezTo>
                  <a:cubicBezTo>
                    <a:pt x="130963" y="125118"/>
                    <a:pt x="83050" y="75915"/>
                    <a:pt x="75147" y="68052"/>
                  </a:cubicBezTo>
                  <a:lnTo>
                    <a:pt x="129234" y="12508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6B0CEB42-AE4C-E4C3-0C3E-E26424D30FCB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12628720" y="4595178"/>
              <a:ext cx="121511" cy="178552"/>
            </a:xfrm>
            <a:custGeom>
              <a:avLst/>
              <a:gdLst>
                <a:gd name="connsiteX0" fmla="*/ 59100 w 121511"/>
                <a:gd name="connsiteY0" fmla="*/ 7689 h 178552"/>
                <a:gd name="connsiteX1" fmla="*/ 60088 w 121511"/>
                <a:gd name="connsiteY1" fmla="*/ 3631 h 178552"/>
                <a:gd name="connsiteX2" fmla="*/ 56136 w 121511"/>
                <a:gd name="connsiteY2" fmla="*/ 81 h 178552"/>
                <a:gd name="connsiteX3" fmla="*/ 24524 w 121511"/>
                <a:gd name="connsiteY3" fmla="*/ 2617 h 178552"/>
                <a:gd name="connsiteX4" fmla="*/ 19090 w 121511"/>
                <a:gd name="connsiteY4" fmla="*/ 8450 h 178552"/>
                <a:gd name="connsiteX5" fmla="*/ 25512 w 121511"/>
                <a:gd name="connsiteY5" fmla="*/ 12001 h 178552"/>
                <a:gd name="connsiteX6" fmla="*/ 37366 w 121511"/>
                <a:gd name="connsiteY6" fmla="*/ 15805 h 178552"/>
                <a:gd name="connsiteX7" fmla="*/ 36378 w 121511"/>
                <a:gd name="connsiteY7" fmla="*/ 21385 h 178552"/>
                <a:gd name="connsiteX8" fmla="*/ 1555 w 121511"/>
                <a:gd name="connsiteY8" fmla="*/ 164938 h 178552"/>
                <a:gd name="connsiteX9" fmla="*/ 320 w 121511"/>
                <a:gd name="connsiteY9" fmla="*/ 170517 h 178552"/>
                <a:gd name="connsiteX10" fmla="*/ 8717 w 121511"/>
                <a:gd name="connsiteY10" fmla="*/ 178633 h 178552"/>
                <a:gd name="connsiteX11" fmla="*/ 20078 w 121511"/>
                <a:gd name="connsiteY11" fmla="*/ 167981 h 178552"/>
                <a:gd name="connsiteX12" fmla="*/ 32180 w 121511"/>
                <a:gd name="connsiteY12" fmla="*/ 118778 h 178552"/>
                <a:gd name="connsiteX13" fmla="*/ 63792 w 121511"/>
                <a:gd name="connsiteY13" fmla="*/ 139575 h 178552"/>
                <a:gd name="connsiteX14" fmla="*/ 63299 w 121511"/>
                <a:gd name="connsiteY14" fmla="*/ 144648 h 178552"/>
                <a:gd name="connsiteX15" fmla="*/ 62311 w 121511"/>
                <a:gd name="connsiteY15" fmla="*/ 152510 h 178552"/>
                <a:gd name="connsiteX16" fmla="*/ 88490 w 121511"/>
                <a:gd name="connsiteY16" fmla="*/ 178633 h 178552"/>
                <a:gd name="connsiteX17" fmla="*/ 119856 w 121511"/>
                <a:gd name="connsiteY17" fmla="*/ 139829 h 178552"/>
                <a:gd name="connsiteX18" fmla="*/ 115904 w 121511"/>
                <a:gd name="connsiteY18" fmla="*/ 136531 h 178552"/>
                <a:gd name="connsiteX19" fmla="*/ 110964 w 121511"/>
                <a:gd name="connsiteY19" fmla="*/ 142618 h 178552"/>
                <a:gd name="connsiteX20" fmla="*/ 89231 w 121511"/>
                <a:gd name="connsiteY20" fmla="*/ 171532 h 178552"/>
                <a:gd name="connsiteX21" fmla="*/ 80587 w 121511"/>
                <a:gd name="connsiteY21" fmla="*/ 158343 h 178552"/>
                <a:gd name="connsiteX22" fmla="*/ 82069 w 121511"/>
                <a:gd name="connsiteY22" fmla="*/ 146930 h 178552"/>
                <a:gd name="connsiteX23" fmla="*/ 83303 w 121511"/>
                <a:gd name="connsiteY23" fmla="*/ 139068 h 178552"/>
                <a:gd name="connsiteX24" fmla="*/ 43294 w 121511"/>
                <a:gd name="connsiteY24" fmla="*/ 112183 h 178552"/>
                <a:gd name="connsiteX25" fmla="*/ 63792 w 121511"/>
                <a:gd name="connsiteY25" fmla="*/ 95444 h 178552"/>
                <a:gd name="connsiteX26" fmla="*/ 102567 w 121511"/>
                <a:gd name="connsiteY26" fmla="*/ 71350 h 178552"/>
                <a:gd name="connsiteX27" fmla="*/ 110718 w 121511"/>
                <a:gd name="connsiteY27" fmla="*/ 74647 h 178552"/>
                <a:gd name="connsiteX28" fmla="*/ 97875 w 121511"/>
                <a:gd name="connsiteY28" fmla="*/ 88850 h 178552"/>
                <a:gd name="connsiteX29" fmla="*/ 107754 w 121511"/>
                <a:gd name="connsiteY29" fmla="*/ 98234 h 178552"/>
                <a:gd name="connsiteX30" fmla="*/ 121831 w 121511"/>
                <a:gd name="connsiteY30" fmla="*/ 82002 h 178552"/>
                <a:gd name="connsiteX31" fmla="*/ 102814 w 121511"/>
                <a:gd name="connsiteY31" fmla="*/ 64248 h 178552"/>
                <a:gd name="connsiteX32" fmla="*/ 63299 w 121511"/>
                <a:gd name="connsiteY32" fmla="*/ 86567 h 178552"/>
                <a:gd name="connsiteX33" fmla="*/ 34650 w 121511"/>
                <a:gd name="connsiteY33" fmla="*/ 108886 h 178552"/>
                <a:gd name="connsiteX34" fmla="*/ 59100 w 121511"/>
                <a:gd name="connsiteY34" fmla="*/ 7689 h 178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511" h="178552">
                  <a:moveTo>
                    <a:pt x="59100" y="7689"/>
                  </a:moveTo>
                  <a:cubicBezTo>
                    <a:pt x="59347" y="7182"/>
                    <a:pt x="60088" y="3885"/>
                    <a:pt x="60088" y="3631"/>
                  </a:cubicBezTo>
                  <a:cubicBezTo>
                    <a:pt x="60088" y="2363"/>
                    <a:pt x="59100" y="81"/>
                    <a:pt x="56136" y="81"/>
                  </a:cubicBezTo>
                  <a:cubicBezTo>
                    <a:pt x="51197" y="81"/>
                    <a:pt x="30698" y="2110"/>
                    <a:pt x="24524" y="2617"/>
                  </a:cubicBezTo>
                  <a:cubicBezTo>
                    <a:pt x="22548" y="2870"/>
                    <a:pt x="19090" y="3124"/>
                    <a:pt x="19090" y="8450"/>
                  </a:cubicBezTo>
                  <a:cubicBezTo>
                    <a:pt x="19090" y="12001"/>
                    <a:pt x="22548" y="12001"/>
                    <a:pt x="25512" y="12001"/>
                  </a:cubicBezTo>
                  <a:cubicBezTo>
                    <a:pt x="37366" y="12001"/>
                    <a:pt x="37366" y="13776"/>
                    <a:pt x="37366" y="15805"/>
                  </a:cubicBezTo>
                  <a:cubicBezTo>
                    <a:pt x="37366" y="17581"/>
                    <a:pt x="36872" y="19103"/>
                    <a:pt x="36378" y="21385"/>
                  </a:cubicBezTo>
                  <a:lnTo>
                    <a:pt x="1555" y="164938"/>
                  </a:lnTo>
                  <a:cubicBezTo>
                    <a:pt x="320" y="169503"/>
                    <a:pt x="320" y="170010"/>
                    <a:pt x="320" y="170517"/>
                  </a:cubicBezTo>
                  <a:cubicBezTo>
                    <a:pt x="320" y="174322"/>
                    <a:pt x="3284" y="178633"/>
                    <a:pt x="8717" y="178633"/>
                  </a:cubicBezTo>
                  <a:cubicBezTo>
                    <a:pt x="15386" y="178633"/>
                    <a:pt x="18596" y="173561"/>
                    <a:pt x="20078" y="167981"/>
                  </a:cubicBezTo>
                  <a:cubicBezTo>
                    <a:pt x="20572" y="166967"/>
                    <a:pt x="31192" y="122328"/>
                    <a:pt x="32180" y="118778"/>
                  </a:cubicBezTo>
                  <a:cubicBezTo>
                    <a:pt x="49715" y="120553"/>
                    <a:pt x="63792" y="126386"/>
                    <a:pt x="63792" y="139575"/>
                  </a:cubicBezTo>
                  <a:cubicBezTo>
                    <a:pt x="63792" y="140843"/>
                    <a:pt x="63792" y="142111"/>
                    <a:pt x="63299" y="144648"/>
                  </a:cubicBezTo>
                  <a:cubicBezTo>
                    <a:pt x="62311" y="148452"/>
                    <a:pt x="62311" y="149720"/>
                    <a:pt x="62311" y="152510"/>
                  </a:cubicBezTo>
                  <a:cubicBezTo>
                    <a:pt x="62311" y="170517"/>
                    <a:pt x="76635" y="178633"/>
                    <a:pt x="88490" y="178633"/>
                  </a:cubicBezTo>
                  <a:cubicBezTo>
                    <a:pt x="112446" y="178633"/>
                    <a:pt x="119856" y="140082"/>
                    <a:pt x="119856" y="139829"/>
                  </a:cubicBezTo>
                  <a:cubicBezTo>
                    <a:pt x="119856" y="136531"/>
                    <a:pt x="116645" y="136531"/>
                    <a:pt x="115904" y="136531"/>
                  </a:cubicBezTo>
                  <a:cubicBezTo>
                    <a:pt x="112446" y="136531"/>
                    <a:pt x="112199" y="137800"/>
                    <a:pt x="110964" y="142618"/>
                  </a:cubicBezTo>
                  <a:cubicBezTo>
                    <a:pt x="108001" y="153524"/>
                    <a:pt x="101332" y="171532"/>
                    <a:pt x="89231" y="171532"/>
                  </a:cubicBezTo>
                  <a:cubicBezTo>
                    <a:pt x="82562" y="171532"/>
                    <a:pt x="80587" y="165191"/>
                    <a:pt x="80587" y="158343"/>
                  </a:cubicBezTo>
                  <a:cubicBezTo>
                    <a:pt x="80587" y="154032"/>
                    <a:pt x="80587" y="153524"/>
                    <a:pt x="82069" y="146930"/>
                  </a:cubicBezTo>
                  <a:cubicBezTo>
                    <a:pt x="82316" y="146169"/>
                    <a:pt x="83303" y="141858"/>
                    <a:pt x="83303" y="139068"/>
                  </a:cubicBezTo>
                  <a:cubicBezTo>
                    <a:pt x="83303" y="116495"/>
                    <a:pt x="53667" y="112944"/>
                    <a:pt x="43294" y="112183"/>
                  </a:cubicBezTo>
                  <a:cubicBezTo>
                    <a:pt x="50456" y="107618"/>
                    <a:pt x="59594" y="99248"/>
                    <a:pt x="63792" y="95444"/>
                  </a:cubicBezTo>
                  <a:cubicBezTo>
                    <a:pt x="76388" y="83270"/>
                    <a:pt x="88737" y="71350"/>
                    <a:pt x="102567" y="71350"/>
                  </a:cubicBezTo>
                  <a:cubicBezTo>
                    <a:pt x="105531" y="71350"/>
                    <a:pt x="108742" y="72110"/>
                    <a:pt x="110718" y="74647"/>
                  </a:cubicBezTo>
                  <a:cubicBezTo>
                    <a:pt x="100098" y="76422"/>
                    <a:pt x="97875" y="85045"/>
                    <a:pt x="97875" y="88850"/>
                  </a:cubicBezTo>
                  <a:cubicBezTo>
                    <a:pt x="97875" y="94430"/>
                    <a:pt x="102073" y="98234"/>
                    <a:pt x="107754" y="98234"/>
                  </a:cubicBezTo>
                  <a:cubicBezTo>
                    <a:pt x="114422" y="98234"/>
                    <a:pt x="121831" y="92654"/>
                    <a:pt x="121831" y="82002"/>
                  </a:cubicBezTo>
                  <a:cubicBezTo>
                    <a:pt x="121831" y="73632"/>
                    <a:pt x="115904" y="64248"/>
                    <a:pt x="102814" y="64248"/>
                  </a:cubicBezTo>
                  <a:cubicBezTo>
                    <a:pt x="88737" y="64248"/>
                    <a:pt x="75894" y="74647"/>
                    <a:pt x="63299" y="86567"/>
                  </a:cubicBezTo>
                  <a:cubicBezTo>
                    <a:pt x="52926" y="96712"/>
                    <a:pt x="44775" y="104575"/>
                    <a:pt x="34650" y="108886"/>
                  </a:cubicBezTo>
                  <a:lnTo>
                    <a:pt x="59100" y="7689"/>
                  </a:lnTo>
                  <a:close/>
                </a:path>
              </a:pathLst>
            </a:custGeom>
            <a:solidFill>
              <a:srgbClr val="000000"/>
            </a:solidFill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38" name="Group 37" descr="\documentclass{article}&#10;\usepackage{amsmath,amssymb}&#10;\pagestyle{empty}&#10;\begin{document}&#10;&#10;\newcommand{\score}{\textrm{score}}&#10;\newcommand{\classify}{\textrm{classify}}&#10;\newcommand{\bx}{\mathbf{x}}&#10;&#10;\begin{align*}&#10;\mathbf{K} &amp;= \mathbf{W}_k\mathbf{E} \quad \mathbf{W}_k \in \mathbb{R}^{d_2 \times d_1}\\&#10;\mathbf{Q} &amp;= \mathbf{W}_q\mathbf{E} \quad \mathbf{W}_q \in \mathbb{R}^{d_2 \times d_1} \\&#10;\mathbf{V} &amp;= \mathbf{W}_v\mathbf{E} \quad \mathbf{W}_v \in \mathbb{R}^{d_3 \times d_1}&#10;\end{align*}&#10;&#10;&#10;\end{document}" title="IguanaTex Vector Display">
            <a:extLst>
              <a:ext uri="{FF2B5EF4-FFF2-40B4-BE49-F238E27FC236}">
                <a16:creationId xmlns:a16="http://schemas.microsoft.com/office/drawing/2014/main" id="{8F797DC2-BDE0-FAE5-26C8-DD604C9A8A97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1210434" y="2348201"/>
            <a:ext cx="4058968" cy="1531869"/>
            <a:chOff x="9053869" y="7666125"/>
            <a:chExt cx="4058968" cy="1531869"/>
          </a:xfrm>
          <a:solidFill>
            <a:schemeClr val="tx1"/>
          </a:solidFill>
        </p:grpSpPr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EC597F6-2D68-4AAD-DD8E-AD7B075BA07E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9053869" y="7740619"/>
              <a:ext cx="289917" cy="240268"/>
            </a:xfrm>
            <a:custGeom>
              <a:avLst/>
              <a:gdLst>
                <a:gd name="connsiteX0" fmla="*/ 159220 w 289917"/>
                <a:gd name="connsiteY0" fmla="*/ 92900 h 240268"/>
                <a:gd name="connsiteX1" fmla="*/ 244805 w 289917"/>
                <a:gd name="connsiteY1" fmla="*/ 22851 h 240268"/>
                <a:gd name="connsiteX2" fmla="*/ 278325 w 289917"/>
                <a:gd name="connsiteY2" fmla="*/ 16546 h 240268"/>
                <a:gd name="connsiteX3" fmla="*/ 284388 w 289917"/>
                <a:gd name="connsiteY3" fmla="*/ 16546 h 240268"/>
                <a:gd name="connsiteX4" fmla="*/ 284388 w 289917"/>
                <a:gd name="connsiteY4" fmla="*/ 85 h 240268"/>
                <a:gd name="connsiteX5" fmla="*/ 248014 w 289917"/>
                <a:gd name="connsiteY5" fmla="*/ 1135 h 240268"/>
                <a:gd name="connsiteX6" fmla="*/ 195950 w 289917"/>
                <a:gd name="connsiteY6" fmla="*/ 85 h 240268"/>
                <a:gd name="connsiteX7" fmla="*/ 195950 w 289917"/>
                <a:gd name="connsiteY7" fmla="*/ 16546 h 240268"/>
                <a:gd name="connsiteX8" fmla="*/ 216633 w 289917"/>
                <a:gd name="connsiteY8" fmla="*/ 18297 h 240268"/>
                <a:gd name="connsiteX9" fmla="*/ 221269 w 289917"/>
                <a:gd name="connsiteY9" fmla="*/ 20399 h 240268"/>
                <a:gd name="connsiteX10" fmla="*/ 89326 w 289917"/>
                <a:gd name="connsiteY10" fmla="*/ 128625 h 240268"/>
                <a:gd name="connsiteX11" fmla="*/ 89326 w 289917"/>
                <a:gd name="connsiteY11" fmla="*/ 16546 h 240268"/>
                <a:gd name="connsiteX12" fmla="*/ 127839 w 289917"/>
                <a:gd name="connsiteY12" fmla="*/ 16546 h 240268"/>
                <a:gd name="connsiteX13" fmla="*/ 127839 w 289917"/>
                <a:gd name="connsiteY13" fmla="*/ 85 h 240268"/>
                <a:gd name="connsiteX14" fmla="*/ 64008 w 289917"/>
                <a:gd name="connsiteY14" fmla="*/ 1135 h 240268"/>
                <a:gd name="connsiteX15" fmla="*/ 176 w 289917"/>
                <a:gd name="connsiteY15" fmla="*/ 85 h 240268"/>
                <a:gd name="connsiteX16" fmla="*/ 176 w 289917"/>
                <a:gd name="connsiteY16" fmla="*/ 16546 h 240268"/>
                <a:gd name="connsiteX17" fmla="*/ 38689 w 289917"/>
                <a:gd name="connsiteY17" fmla="*/ 16546 h 240268"/>
                <a:gd name="connsiteX18" fmla="*/ 38689 w 289917"/>
                <a:gd name="connsiteY18" fmla="*/ 223892 h 240268"/>
                <a:gd name="connsiteX19" fmla="*/ 176 w 289917"/>
                <a:gd name="connsiteY19" fmla="*/ 223892 h 240268"/>
                <a:gd name="connsiteX20" fmla="*/ 176 w 289917"/>
                <a:gd name="connsiteY20" fmla="*/ 240353 h 240268"/>
                <a:gd name="connsiteX21" fmla="*/ 64008 w 289917"/>
                <a:gd name="connsiteY21" fmla="*/ 239302 h 240268"/>
                <a:gd name="connsiteX22" fmla="*/ 127839 w 289917"/>
                <a:gd name="connsiteY22" fmla="*/ 240353 h 240268"/>
                <a:gd name="connsiteX23" fmla="*/ 127839 w 289917"/>
                <a:gd name="connsiteY23" fmla="*/ 223892 h 240268"/>
                <a:gd name="connsiteX24" fmla="*/ 89326 w 289917"/>
                <a:gd name="connsiteY24" fmla="*/ 223892 h 240268"/>
                <a:gd name="connsiteX25" fmla="*/ 89326 w 289917"/>
                <a:gd name="connsiteY25" fmla="*/ 150340 h 240268"/>
                <a:gd name="connsiteX26" fmla="*/ 124987 w 289917"/>
                <a:gd name="connsiteY26" fmla="*/ 121270 h 240268"/>
                <a:gd name="connsiteX27" fmla="*/ 198447 w 289917"/>
                <a:gd name="connsiteY27" fmla="*/ 216186 h 240268"/>
                <a:gd name="connsiteX28" fmla="*/ 201299 w 289917"/>
                <a:gd name="connsiteY28" fmla="*/ 221090 h 240268"/>
                <a:gd name="connsiteX29" fmla="*/ 175267 w 289917"/>
                <a:gd name="connsiteY29" fmla="*/ 223892 h 240268"/>
                <a:gd name="connsiteX30" fmla="*/ 175267 w 289917"/>
                <a:gd name="connsiteY30" fmla="*/ 240353 h 240268"/>
                <a:gd name="connsiteX31" fmla="*/ 238029 w 289917"/>
                <a:gd name="connsiteY31" fmla="*/ 239302 h 240268"/>
                <a:gd name="connsiteX32" fmla="*/ 290093 w 289917"/>
                <a:gd name="connsiteY32" fmla="*/ 240353 h 240268"/>
                <a:gd name="connsiteX33" fmla="*/ 290093 w 289917"/>
                <a:gd name="connsiteY33" fmla="*/ 223892 h 240268"/>
                <a:gd name="connsiteX34" fmla="*/ 279752 w 289917"/>
                <a:gd name="connsiteY34" fmla="*/ 223892 h 240268"/>
                <a:gd name="connsiteX35" fmla="*/ 255503 w 289917"/>
                <a:gd name="connsiteY35" fmla="*/ 216887 h 240268"/>
                <a:gd name="connsiteX36" fmla="*/ 159220 w 289917"/>
                <a:gd name="connsiteY36" fmla="*/ 92900 h 240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9917" h="240268">
                  <a:moveTo>
                    <a:pt x="159220" y="92900"/>
                  </a:moveTo>
                  <a:lnTo>
                    <a:pt x="244805" y="22851"/>
                  </a:lnTo>
                  <a:cubicBezTo>
                    <a:pt x="252650" y="16546"/>
                    <a:pt x="267627" y="16546"/>
                    <a:pt x="278325" y="16546"/>
                  </a:cubicBezTo>
                  <a:lnTo>
                    <a:pt x="284388" y="16546"/>
                  </a:lnTo>
                  <a:lnTo>
                    <a:pt x="284388" y="85"/>
                  </a:lnTo>
                  <a:cubicBezTo>
                    <a:pt x="270124" y="1135"/>
                    <a:pt x="249797" y="1135"/>
                    <a:pt x="248014" y="1135"/>
                  </a:cubicBezTo>
                  <a:cubicBezTo>
                    <a:pt x="234463" y="1135"/>
                    <a:pt x="208788" y="1135"/>
                    <a:pt x="195950" y="85"/>
                  </a:cubicBezTo>
                  <a:lnTo>
                    <a:pt x="195950" y="16546"/>
                  </a:lnTo>
                  <a:cubicBezTo>
                    <a:pt x="200586" y="16546"/>
                    <a:pt x="207718" y="16546"/>
                    <a:pt x="216633" y="18297"/>
                  </a:cubicBezTo>
                  <a:cubicBezTo>
                    <a:pt x="222339" y="19698"/>
                    <a:pt x="218060" y="19348"/>
                    <a:pt x="221269" y="20399"/>
                  </a:cubicBezTo>
                  <a:lnTo>
                    <a:pt x="89326" y="128625"/>
                  </a:lnTo>
                  <a:lnTo>
                    <a:pt x="89326" y="16546"/>
                  </a:lnTo>
                  <a:lnTo>
                    <a:pt x="127839" y="16546"/>
                  </a:lnTo>
                  <a:lnTo>
                    <a:pt x="127839" y="85"/>
                  </a:lnTo>
                  <a:cubicBezTo>
                    <a:pt x="114289" y="1135"/>
                    <a:pt x="79342" y="1135"/>
                    <a:pt x="64008" y="1135"/>
                  </a:cubicBezTo>
                  <a:cubicBezTo>
                    <a:pt x="48674" y="1135"/>
                    <a:pt x="13727" y="1135"/>
                    <a:pt x="176" y="85"/>
                  </a:cubicBezTo>
                  <a:lnTo>
                    <a:pt x="176" y="16546"/>
                  </a:lnTo>
                  <a:lnTo>
                    <a:pt x="38689" y="16546"/>
                  </a:lnTo>
                  <a:lnTo>
                    <a:pt x="38689" y="223892"/>
                  </a:lnTo>
                  <a:lnTo>
                    <a:pt x="176" y="223892"/>
                  </a:lnTo>
                  <a:lnTo>
                    <a:pt x="176" y="240353"/>
                  </a:lnTo>
                  <a:cubicBezTo>
                    <a:pt x="13727" y="239302"/>
                    <a:pt x="48674" y="239302"/>
                    <a:pt x="64008" y="239302"/>
                  </a:cubicBezTo>
                  <a:cubicBezTo>
                    <a:pt x="79342" y="239302"/>
                    <a:pt x="114289" y="239302"/>
                    <a:pt x="127839" y="240353"/>
                  </a:cubicBezTo>
                  <a:lnTo>
                    <a:pt x="127839" y="223892"/>
                  </a:lnTo>
                  <a:lnTo>
                    <a:pt x="89326" y="223892"/>
                  </a:lnTo>
                  <a:lnTo>
                    <a:pt x="89326" y="150340"/>
                  </a:lnTo>
                  <a:lnTo>
                    <a:pt x="124987" y="121270"/>
                  </a:lnTo>
                  <a:lnTo>
                    <a:pt x="198447" y="216186"/>
                  </a:lnTo>
                  <a:cubicBezTo>
                    <a:pt x="200230" y="218288"/>
                    <a:pt x="200230" y="218988"/>
                    <a:pt x="201299" y="221090"/>
                  </a:cubicBezTo>
                  <a:cubicBezTo>
                    <a:pt x="194881" y="223892"/>
                    <a:pt x="187749" y="223892"/>
                    <a:pt x="175267" y="223892"/>
                  </a:cubicBezTo>
                  <a:lnTo>
                    <a:pt x="175267" y="240353"/>
                  </a:lnTo>
                  <a:cubicBezTo>
                    <a:pt x="189888" y="239302"/>
                    <a:pt x="221982" y="239302"/>
                    <a:pt x="238029" y="239302"/>
                  </a:cubicBezTo>
                  <a:cubicBezTo>
                    <a:pt x="252293" y="239302"/>
                    <a:pt x="276899" y="239302"/>
                    <a:pt x="290093" y="240353"/>
                  </a:cubicBezTo>
                  <a:lnTo>
                    <a:pt x="290093" y="223892"/>
                  </a:lnTo>
                  <a:lnTo>
                    <a:pt x="279752" y="223892"/>
                  </a:lnTo>
                  <a:cubicBezTo>
                    <a:pt x="260852" y="223892"/>
                    <a:pt x="259782" y="222491"/>
                    <a:pt x="255503" y="216887"/>
                  </a:cubicBezTo>
                  <a:lnTo>
                    <a:pt x="159220" y="92900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3FD3ECBA-2948-004D-5678-B8130AB1953D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9480420" y="7852348"/>
              <a:ext cx="237140" cy="81957"/>
            </a:xfrm>
            <a:custGeom>
              <a:avLst/>
              <a:gdLst>
                <a:gd name="connsiteX0" fmla="*/ 225203 w 237140"/>
                <a:gd name="connsiteY0" fmla="*/ 14095 h 81957"/>
                <a:gd name="connsiteX1" fmla="*/ 237328 w 237140"/>
                <a:gd name="connsiteY1" fmla="*/ 7090 h 81957"/>
                <a:gd name="connsiteX2" fmla="*/ 225560 w 237140"/>
                <a:gd name="connsiteY2" fmla="*/ 85 h 81957"/>
                <a:gd name="connsiteX3" fmla="*/ 11956 w 237140"/>
                <a:gd name="connsiteY3" fmla="*/ 85 h 81957"/>
                <a:gd name="connsiteX4" fmla="*/ 188 w 237140"/>
                <a:gd name="connsiteY4" fmla="*/ 7090 h 81957"/>
                <a:gd name="connsiteX5" fmla="*/ 12312 w 237140"/>
                <a:gd name="connsiteY5" fmla="*/ 14095 h 81957"/>
                <a:gd name="connsiteX6" fmla="*/ 225203 w 237140"/>
                <a:gd name="connsiteY6" fmla="*/ 14095 h 81957"/>
                <a:gd name="connsiteX7" fmla="*/ 225560 w 237140"/>
                <a:gd name="connsiteY7" fmla="*/ 82042 h 81957"/>
                <a:gd name="connsiteX8" fmla="*/ 237328 w 237140"/>
                <a:gd name="connsiteY8" fmla="*/ 75037 h 81957"/>
                <a:gd name="connsiteX9" fmla="*/ 225203 w 237140"/>
                <a:gd name="connsiteY9" fmla="*/ 68032 h 81957"/>
                <a:gd name="connsiteX10" fmla="*/ 12312 w 237140"/>
                <a:gd name="connsiteY10" fmla="*/ 68032 h 81957"/>
                <a:gd name="connsiteX11" fmla="*/ 188 w 237140"/>
                <a:gd name="connsiteY11" fmla="*/ 75037 h 81957"/>
                <a:gd name="connsiteX12" fmla="*/ 11956 w 237140"/>
                <a:gd name="connsiteY12" fmla="*/ 82042 h 81957"/>
                <a:gd name="connsiteX13" fmla="*/ 225560 w 237140"/>
                <a:gd name="connsiteY13" fmla="*/ 82042 h 8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140" h="81957">
                  <a:moveTo>
                    <a:pt x="225203" y="14095"/>
                  </a:moveTo>
                  <a:cubicBezTo>
                    <a:pt x="230552" y="14095"/>
                    <a:pt x="237328" y="14095"/>
                    <a:pt x="237328" y="7090"/>
                  </a:cubicBezTo>
                  <a:cubicBezTo>
                    <a:pt x="237328" y="85"/>
                    <a:pt x="230552" y="85"/>
                    <a:pt x="225560" y="85"/>
                  </a:cubicBezTo>
                  <a:lnTo>
                    <a:pt x="11956" y="85"/>
                  </a:lnTo>
                  <a:cubicBezTo>
                    <a:pt x="6963" y="85"/>
                    <a:pt x="188" y="85"/>
                    <a:pt x="188" y="7090"/>
                  </a:cubicBezTo>
                  <a:cubicBezTo>
                    <a:pt x="188" y="14095"/>
                    <a:pt x="6963" y="14095"/>
                    <a:pt x="12312" y="14095"/>
                  </a:cubicBezTo>
                  <a:lnTo>
                    <a:pt x="225203" y="14095"/>
                  </a:lnTo>
                  <a:close/>
                  <a:moveTo>
                    <a:pt x="225560" y="82042"/>
                  </a:moveTo>
                  <a:cubicBezTo>
                    <a:pt x="230552" y="82042"/>
                    <a:pt x="237328" y="82042"/>
                    <a:pt x="237328" y="75037"/>
                  </a:cubicBezTo>
                  <a:cubicBezTo>
                    <a:pt x="237328" y="68032"/>
                    <a:pt x="230552" y="68032"/>
                    <a:pt x="225203" y="68032"/>
                  </a:cubicBezTo>
                  <a:lnTo>
                    <a:pt x="12312" y="68032"/>
                  </a:lnTo>
                  <a:cubicBezTo>
                    <a:pt x="6963" y="68032"/>
                    <a:pt x="188" y="68032"/>
                    <a:pt x="188" y="75037"/>
                  </a:cubicBezTo>
                  <a:cubicBezTo>
                    <a:pt x="188" y="82042"/>
                    <a:pt x="6963" y="82042"/>
                    <a:pt x="11956" y="82042"/>
                  </a:cubicBezTo>
                  <a:lnTo>
                    <a:pt x="225560" y="8204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E8926572-E4FF-2F90-A900-39C4AB55D11D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9845420" y="7740619"/>
              <a:ext cx="406526" cy="243070"/>
            </a:xfrm>
            <a:custGeom>
              <a:avLst/>
              <a:gdLst>
                <a:gd name="connsiteX0" fmla="*/ 372847 w 406526"/>
                <a:gd name="connsiteY0" fmla="*/ 24952 h 243070"/>
                <a:gd name="connsiteX1" fmla="*/ 386398 w 406526"/>
                <a:gd name="connsiteY1" fmla="*/ 17247 h 243070"/>
                <a:gd name="connsiteX2" fmla="*/ 406724 w 406526"/>
                <a:gd name="connsiteY2" fmla="*/ 16546 h 243070"/>
                <a:gd name="connsiteX3" fmla="*/ 406724 w 406526"/>
                <a:gd name="connsiteY3" fmla="*/ 85 h 243070"/>
                <a:gd name="connsiteX4" fmla="*/ 368568 w 406526"/>
                <a:gd name="connsiteY4" fmla="*/ 1135 h 243070"/>
                <a:gd name="connsiteX5" fmla="*/ 320070 w 406526"/>
                <a:gd name="connsiteY5" fmla="*/ 85 h 243070"/>
                <a:gd name="connsiteX6" fmla="*/ 320070 w 406526"/>
                <a:gd name="connsiteY6" fmla="*/ 16546 h 243070"/>
                <a:gd name="connsiteX7" fmla="*/ 356443 w 406526"/>
                <a:gd name="connsiteY7" fmla="*/ 20399 h 243070"/>
                <a:gd name="connsiteX8" fmla="*/ 295108 w 406526"/>
                <a:gd name="connsiteY8" fmla="*/ 176959 h 243070"/>
                <a:gd name="connsiteX9" fmla="*/ 231989 w 406526"/>
                <a:gd name="connsiteY9" fmla="*/ 16546 h 243070"/>
                <a:gd name="connsiteX10" fmla="*/ 266223 w 406526"/>
                <a:gd name="connsiteY10" fmla="*/ 16546 h 243070"/>
                <a:gd name="connsiteX11" fmla="*/ 266223 w 406526"/>
                <a:gd name="connsiteY11" fmla="*/ 85 h 243070"/>
                <a:gd name="connsiteX12" fmla="*/ 203818 w 406526"/>
                <a:gd name="connsiteY12" fmla="*/ 1135 h 243070"/>
                <a:gd name="connsiteX13" fmla="*/ 149258 w 406526"/>
                <a:gd name="connsiteY13" fmla="*/ 85 h 243070"/>
                <a:gd name="connsiteX14" fmla="*/ 149258 w 406526"/>
                <a:gd name="connsiteY14" fmla="*/ 16546 h 243070"/>
                <a:gd name="connsiteX15" fmla="*/ 179926 w 406526"/>
                <a:gd name="connsiteY15" fmla="*/ 16546 h 243070"/>
                <a:gd name="connsiteX16" fmla="*/ 194546 w 406526"/>
                <a:gd name="connsiteY16" fmla="*/ 53672 h 243070"/>
                <a:gd name="connsiteX17" fmla="*/ 146048 w 406526"/>
                <a:gd name="connsiteY17" fmla="*/ 176959 h 243070"/>
                <a:gd name="connsiteX18" fmla="*/ 82930 w 406526"/>
                <a:gd name="connsiteY18" fmla="*/ 16546 h 243070"/>
                <a:gd name="connsiteX19" fmla="*/ 117164 w 406526"/>
                <a:gd name="connsiteY19" fmla="*/ 16546 h 243070"/>
                <a:gd name="connsiteX20" fmla="*/ 117164 w 406526"/>
                <a:gd name="connsiteY20" fmla="*/ 85 h 243070"/>
                <a:gd name="connsiteX21" fmla="*/ 54758 w 406526"/>
                <a:gd name="connsiteY21" fmla="*/ 1135 h 243070"/>
                <a:gd name="connsiteX22" fmla="*/ 198 w 406526"/>
                <a:gd name="connsiteY22" fmla="*/ 85 h 243070"/>
                <a:gd name="connsiteX23" fmla="*/ 198 w 406526"/>
                <a:gd name="connsiteY23" fmla="*/ 16546 h 243070"/>
                <a:gd name="connsiteX24" fmla="*/ 30866 w 406526"/>
                <a:gd name="connsiteY24" fmla="*/ 16546 h 243070"/>
                <a:gd name="connsiteX25" fmla="*/ 116450 w 406526"/>
                <a:gd name="connsiteY25" fmla="*/ 234049 h 243070"/>
                <a:gd name="connsiteX26" fmla="*/ 128931 w 406526"/>
                <a:gd name="connsiteY26" fmla="*/ 243155 h 243070"/>
                <a:gd name="connsiteX27" fmla="*/ 141413 w 406526"/>
                <a:gd name="connsiteY27" fmla="*/ 234049 h 243070"/>
                <a:gd name="connsiteX28" fmla="*/ 203461 w 406526"/>
                <a:gd name="connsiteY28" fmla="*/ 76438 h 243070"/>
                <a:gd name="connsiteX29" fmla="*/ 265510 w 406526"/>
                <a:gd name="connsiteY29" fmla="*/ 234049 h 243070"/>
                <a:gd name="connsiteX30" fmla="*/ 277991 w 406526"/>
                <a:gd name="connsiteY30" fmla="*/ 243155 h 243070"/>
                <a:gd name="connsiteX31" fmla="*/ 290472 w 406526"/>
                <a:gd name="connsiteY31" fmla="*/ 234049 h 243070"/>
                <a:gd name="connsiteX32" fmla="*/ 372847 w 406526"/>
                <a:gd name="connsiteY32" fmla="*/ 24952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47" y="24952"/>
                  </a:moveTo>
                  <a:cubicBezTo>
                    <a:pt x="374987" y="18998"/>
                    <a:pt x="375343" y="18297"/>
                    <a:pt x="386398" y="17247"/>
                  </a:cubicBezTo>
                  <a:cubicBezTo>
                    <a:pt x="393530" y="16546"/>
                    <a:pt x="401019" y="16546"/>
                    <a:pt x="406724" y="16546"/>
                  </a:cubicBezTo>
                  <a:lnTo>
                    <a:pt x="406724" y="85"/>
                  </a:lnTo>
                  <a:cubicBezTo>
                    <a:pt x="397096" y="435"/>
                    <a:pt x="384615" y="1135"/>
                    <a:pt x="368568" y="1135"/>
                  </a:cubicBezTo>
                  <a:cubicBezTo>
                    <a:pt x="355017" y="1135"/>
                    <a:pt x="332908" y="1135"/>
                    <a:pt x="320070" y="85"/>
                  </a:cubicBezTo>
                  <a:lnTo>
                    <a:pt x="320070" y="16546"/>
                  </a:lnTo>
                  <a:cubicBezTo>
                    <a:pt x="328985" y="16546"/>
                    <a:pt x="346102" y="16546"/>
                    <a:pt x="356443" y="20399"/>
                  </a:cubicBezTo>
                  <a:lnTo>
                    <a:pt x="295108" y="176959"/>
                  </a:lnTo>
                  <a:lnTo>
                    <a:pt x="231989" y="16546"/>
                  </a:lnTo>
                  <a:lnTo>
                    <a:pt x="266223" y="16546"/>
                  </a:lnTo>
                  <a:lnTo>
                    <a:pt x="266223" y="85"/>
                  </a:lnTo>
                  <a:cubicBezTo>
                    <a:pt x="252672" y="1135"/>
                    <a:pt x="219152" y="1135"/>
                    <a:pt x="203818" y="1135"/>
                  </a:cubicBezTo>
                  <a:cubicBezTo>
                    <a:pt x="189910" y="1135"/>
                    <a:pt x="161739" y="1135"/>
                    <a:pt x="149258" y="85"/>
                  </a:cubicBezTo>
                  <a:lnTo>
                    <a:pt x="149258" y="16546"/>
                  </a:lnTo>
                  <a:lnTo>
                    <a:pt x="179926" y="16546"/>
                  </a:lnTo>
                  <a:lnTo>
                    <a:pt x="194546" y="53672"/>
                  </a:lnTo>
                  <a:lnTo>
                    <a:pt x="146048" y="176959"/>
                  </a:lnTo>
                  <a:lnTo>
                    <a:pt x="82930" y="16546"/>
                  </a:lnTo>
                  <a:lnTo>
                    <a:pt x="117164" y="16546"/>
                  </a:lnTo>
                  <a:lnTo>
                    <a:pt x="117164" y="85"/>
                  </a:lnTo>
                  <a:cubicBezTo>
                    <a:pt x="103613" y="1135"/>
                    <a:pt x="70092" y="1135"/>
                    <a:pt x="54758" y="1135"/>
                  </a:cubicBezTo>
                  <a:cubicBezTo>
                    <a:pt x="40851" y="1135"/>
                    <a:pt x="12679" y="1135"/>
                    <a:pt x="198" y="85"/>
                  </a:cubicBezTo>
                  <a:lnTo>
                    <a:pt x="198" y="16546"/>
                  </a:lnTo>
                  <a:lnTo>
                    <a:pt x="30866" y="16546"/>
                  </a:lnTo>
                  <a:lnTo>
                    <a:pt x="116450" y="234049"/>
                  </a:lnTo>
                  <a:cubicBezTo>
                    <a:pt x="118590" y="239653"/>
                    <a:pt x="120016" y="243155"/>
                    <a:pt x="128931" y="243155"/>
                  </a:cubicBezTo>
                  <a:cubicBezTo>
                    <a:pt x="137847" y="243155"/>
                    <a:pt x="139273" y="239653"/>
                    <a:pt x="141413" y="234049"/>
                  </a:cubicBezTo>
                  <a:lnTo>
                    <a:pt x="203461" y="76438"/>
                  </a:lnTo>
                  <a:lnTo>
                    <a:pt x="265510" y="234049"/>
                  </a:lnTo>
                  <a:cubicBezTo>
                    <a:pt x="267650" y="239653"/>
                    <a:pt x="269076" y="243155"/>
                    <a:pt x="277991" y="243155"/>
                  </a:cubicBezTo>
                  <a:cubicBezTo>
                    <a:pt x="286906" y="243155"/>
                    <a:pt x="288333" y="239653"/>
                    <a:pt x="290472" y="234049"/>
                  </a:cubicBezTo>
                  <a:lnTo>
                    <a:pt x="372847" y="2495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3088A17-2708-29C1-7960-C726BD82CF7F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0279541" y="7863275"/>
              <a:ext cx="122813" cy="172601"/>
            </a:xfrm>
            <a:custGeom>
              <a:avLst/>
              <a:gdLst>
                <a:gd name="connsiteX0" fmla="*/ 59620 w 122813"/>
                <a:gd name="connsiteY0" fmla="*/ 7441 h 172601"/>
                <a:gd name="connsiteX1" fmla="*/ 60618 w 122813"/>
                <a:gd name="connsiteY1" fmla="*/ 3519 h 172601"/>
                <a:gd name="connsiteX2" fmla="*/ 56624 w 122813"/>
                <a:gd name="connsiteY2" fmla="*/ 86 h 172601"/>
                <a:gd name="connsiteX3" fmla="*/ 24673 w 122813"/>
                <a:gd name="connsiteY3" fmla="*/ 2538 h 172601"/>
                <a:gd name="connsiteX4" fmla="*/ 19181 w 122813"/>
                <a:gd name="connsiteY4" fmla="*/ 8177 h 172601"/>
                <a:gd name="connsiteX5" fmla="*/ 25671 w 122813"/>
                <a:gd name="connsiteY5" fmla="*/ 11609 h 172601"/>
                <a:gd name="connsiteX6" fmla="*/ 37653 w 122813"/>
                <a:gd name="connsiteY6" fmla="*/ 15287 h 172601"/>
                <a:gd name="connsiteX7" fmla="*/ 36655 w 122813"/>
                <a:gd name="connsiteY7" fmla="*/ 20681 h 172601"/>
                <a:gd name="connsiteX8" fmla="*/ 1458 w 122813"/>
                <a:gd name="connsiteY8" fmla="*/ 159448 h 172601"/>
                <a:gd name="connsiteX9" fmla="*/ 210 w 122813"/>
                <a:gd name="connsiteY9" fmla="*/ 164842 h 172601"/>
                <a:gd name="connsiteX10" fmla="*/ 8697 w 122813"/>
                <a:gd name="connsiteY10" fmla="*/ 172687 h 172601"/>
                <a:gd name="connsiteX11" fmla="*/ 20180 w 122813"/>
                <a:gd name="connsiteY11" fmla="*/ 162390 h 172601"/>
                <a:gd name="connsiteX12" fmla="*/ 32411 w 122813"/>
                <a:gd name="connsiteY12" fmla="*/ 114827 h 172601"/>
                <a:gd name="connsiteX13" fmla="*/ 64363 w 122813"/>
                <a:gd name="connsiteY13" fmla="*/ 134931 h 172601"/>
                <a:gd name="connsiteX14" fmla="*/ 63863 w 122813"/>
                <a:gd name="connsiteY14" fmla="*/ 139834 h 172601"/>
                <a:gd name="connsiteX15" fmla="*/ 62865 w 122813"/>
                <a:gd name="connsiteY15" fmla="*/ 147435 h 172601"/>
                <a:gd name="connsiteX16" fmla="*/ 89325 w 122813"/>
                <a:gd name="connsiteY16" fmla="*/ 172687 h 172601"/>
                <a:gd name="connsiteX17" fmla="*/ 121027 w 122813"/>
                <a:gd name="connsiteY17" fmla="*/ 135176 h 172601"/>
                <a:gd name="connsiteX18" fmla="*/ 117033 w 122813"/>
                <a:gd name="connsiteY18" fmla="*/ 131989 h 172601"/>
                <a:gd name="connsiteX19" fmla="*/ 112040 w 122813"/>
                <a:gd name="connsiteY19" fmla="*/ 137873 h 172601"/>
                <a:gd name="connsiteX20" fmla="*/ 90074 w 122813"/>
                <a:gd name="connsiteY20" fmla="*/ 165822 h 172601"/>
                <a:gd name="connsiteX21" fmla="*/ 81337 w 122813"/>
                <a:gd name="connsiteY21" fmla="*/ 153074 h 172601"/>
                <a:gd name="connsiteX22" fmla="*/ 82835 w 122813"/>
                <a:gd name="connsiteY22" fmla="*/ 142041 h 172601"/>
                <a:gd name="connsiteX23" fmla="*/ 84083 w 122813"/>
                <a:gd name="connsiteY23" fmla="*/ 134440 h 172601"/>
                <a:gd name="connsiteX24" fmla="*/ 43644 w 122813"/>
                <a:gd name="connsiteY24" fmla="*/ 108452 h 172601"/>
                <a:gd name="connsiteX25" fmla="*/ 64363 w 122813"/>
                <a:gd name="connsiteY25" fmla="*/ 92271 h 172601"/>
                <a:gd name="connsiteX26" fmla="*/ 103553 w 122813"/>
                <a:gd name="connsiteY26" fmla="*/ 68980 h 172601"/>
                <a:gd name="connsiteX27" fmla="*/ 111791 w 122813"/>
                <a:gd name="connsiteY27" fmla="*/ 72167 h 172601"/>
                <a:gd name="connsiteX28" fmla="*/ 98810 w 122813"/>
                <a:gd name="connsiteY28" fmla="*/ 85896 h 172601"/>
                <a:gd name="connsiteX29" fmla="*/ 108795 w 122813"/>
                <a:gd name="connsiteY29" fmla="*/ 94968 h 172601"/>
                <a:gd name="connsiteX30" fmla="*/ 123024 w 122813"/>
                <a:gd name="connsiteY30" fmla="*/ 79277 h 172601"/>
                <a:gd name="connsiteX31" fmla="*/ 103803 w 122813"/>
                <a:gd name="connsiteY31" fmla="*/ 62115 h 172601"/>
                <a:gd name="connsiteX32" fmla="*/ 63863 w 122813"/>
                <a:gd name="connsiteY32" fmla="*/ 83690 h 172601"/>
                <a:gd name="connsiteX33" fmla="*/ 34907 w 122813"/>
                <a:gd name="connsiteY33" fmla="*/ 105265 h 172601"/>
                <a:gd name="connsiteX34" fmla="*/ 59620 w 122813"/>
                <a:gd name="connsiteY34" fmla="*/ 7441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2813" h="172601">
                  <a:moveTo>
                    <a:pt x="59620" y="7441"/>
                  </a:moveTo>
                  <a:cubicBezTo>
                    <a:pt x="59869" y="6951"/>
                    <a:pt x="60618" y="3764"/>
                    <a:pt x="60618" y="3519"/>
                  </a:cubicBezTo>
                  <a:cubicBezTo>
                    <a:pt x="60618" y="2293"/>
                    <a:pt x="59620" y="86"/>
                    <a:pt x="56624" y="86"/>
                  </a:cubicBezTo>
                  <a:cubicBezTo>
                    <a:pt x="51632" y="86"/>
                    <a:pt x="30913" y="2048"/>
                    <a:pt x="24673" y="2538"/>
                  </a:cubicBezTo>
                  <a:cubicBezTo>
                    <a:pt x="22676" y="2783"/>
                    <a:pt x="19181" y="3028"/>
                    <a:pt x="19181" y="8177"/>
                  </a:cubicBezTo>
                  <a:cubicBezTo>
                    <a:pt x="19181" y="11609"/>
                    <a:pt x="22676" y="11609"/>
                    <a:pt x="25671" y="11609"/>
                  </a:cubicBezTo>
                  <a:cubicBezTo>
                    <a:pt x="37653" y="11609"/>
                    <a:pt x="37653" y="13325"/>
                    <a:pt x="37653" y="15287"/>
                  </a:cubicBezTo>
                  <a:cubicBezTo>
                    <a:pt x="37653" y="17003"/>
                    <a:pt x="37154" y="18474"/>
                    <a:pt x="36655" y="20681"/>
                  </a:cubicBezTo>
                  <a:lnTo>
                    <a:pt x="1458" y="159448"/>
                  </a:lnTo>
                  <a:cubicBezTo>
                    <a:pt x="210" y="163861"/>
                    <a:pt x="210" y="164351"/>
                    <a:pt x="210" y="164842"/>
                  </a:cubicBezTo>
                  <a:cubicBezTo>
                    <a:pt x="210" y="168519"/>
                    <a:pt x="3205" y="172687"/>
                    <a:pt x="8697" y="172687"/>
                  </a:cubicBezTo>
                  <a:cubicBezTo>
                    <a:pt x="15437" y="172687"/>
                    <a:pt x="18682" y="167784"/>
                    <a:pt x="20180" y="162390"/>
                  </a:cubicBezTo>
                  <a:cubicBezTo>
                    <a:pt x="20679" y="161409"/>
                    <a:pt x="31413" y="118259"/>
                    <a:pt x="32411" y="114827"/>
                  </a:cubicBezTo>
                  <a:cubicBezTo>
                    <a:pt x="50134" y="116543"/>
                    <a:pt x="64363" y="122182"/>
                    <a:pt x="64363" y="134931"/>
                  </a:cubicBezTo>
                  <a:cubicBezTo>
                    <a:pt x="64363" y="136157"/>
                    <a:pt x="64363" y="137382"/>
                    <a:pt x="63863" y="139834"/>
                  </a:cubicBezTo>
                  <a:cubicBezTo>
                    <a:pt x="62865" y="143512"/>
                    <a:pt x="62865" y="144738"/>
                    <a:pt x="62865" y="147435"/>
                  </a:cubicBezTo>
                  <a:cubicBezTo>
                    <a:pt x="62865" y="164842"/>
                    <a:pt x="77343" y="172687"/>
                    <a:pt x="89325" y="172687"/>
                  </a:cubicBezTo>
                  <a:cubicBezTo>
                    <a:pt x="113538" y="172687"/>
                    <a:pt x="121027" y="135421"/>
                    <a:pt x="121027" y="135176"/>
                  </a:cubicBezTo>
                  <a:cubicBezTo>
                    <a:pt x="121027" y="131989"/>
                    <a:pt x="117782" y="131989"/>
                    <a:pt x="117033" y="131989"/>
                  </a:cubicBezTo>
                  <a:cubicBezTo>
                    <a:pt x="113538" y="131989"/>
                    <a:pt x="113288" y="133215"/>
                    <a:pt x="112040" y="137873"/>
                  </a:cubicBezTo>
                  <a:cubicBezTo>
                    <a:pt x="109045" y="148415"/>
                    <a:pt x="102305" y="165822"/>
                    <a:pt x="90074" y="165822"/>
                  </a:cubicBezTo>
                  <a:cubicBezTo>
                    <a:pt x="83334" y="165822"/>
                    <a:pt x="81337" y="159693"/>
                    <a:pt x="81337" y="153074"/>
                  </a:cubicBezTo>
                  <a:cubicBezTo>
                    <a:pt x="81337" y="148906"/>
                    <a:pt x="81337" y="148415"/>
                    <a:pt x="82835" y="142041"/>
                  </a:cubicBezTo>
                  <a:cubicBezTo>
                    <a:pt x="83084" y="141305"/>
                    <a:pt x="84083" y="137137"/>
                    <a:pt x="84083" y="134440"/>
                  </a:cubicBezTo>
                  <a:cubicBezTo>
                    <a:pt x="84083" y="112620"/>
                    <a:pt x="54128" y="109188"/>
                    <a:pt x="43644" y="108452"/>
                  </a:cubicBezTo>
                  <a:cubicBezTo>
                    <a:pt x="50883" y="104039"/>
                    <a:pt x="60119" y="95948"/>
                    <a:pt x="64363" y="92271"/>
                  </a:cubicBezTo>
                  <a:cubicBezTo>
                    <a:pt x="77093" y="80503"/>
                    <a:pt x="89574" y="68980"/>
                    <a:pt x="103553" y="68980"/>
                  </a:cubicBezTo>
                  <a:cubicBezTo>
                    <a:pt x="106549" y="68980"/>
                    <a:pt x="109794" y="69715"/>
                    <a:pt x="111791" y="72167"/>
                  </a:cubicBezTo>
                  <a:cubicBezTo>
                    <a:pt x="101057" y="73883"/>
                    <a:pt x="98810" y="82219"/>
                    <a:pt x="98810" y="85896"/>
                  </a:cubicBezTo>
                  <a:cubicBezTo>
                    <a:pt x="98810" y="91290"/>
                    <a:pt x="103054" y="94968"/>
                    <a:pt x="108795" y="94968"/>
                  </a:cubicBezTo>
                  <a:cubicBezTo>
                    <a:pt x="115535" y="94968"/>
                    <a:pt x="123024" y="89574"/>
                    <a:pt x="123024" y="79277"/>
                  </a:cubicBezTo>
                  <a:cubicBezTo>
                    <a:pt x="123024" y="71186"/>
                    <a:pt x="117033" y="62115"/>
                    <a:pt x="103803" y="62115"/>
                  </a:cubicBezTo>
                  <a:cubicBezTo>
                    <a:pt x="89574" y="62115"/>
                    <a:pt x="76594" y="72167"/>
                    <a:pt x="63863" y="83690"/>
                  </a:cubicBezTo>
                  <a:cubicBezTo>
                    <a:pt x="53379" y="93497"/>
                    <a:pt x="45142" y="101097"/>
                    <a:pt x="34907" y="105265"/>
                  </a:cubicBezTo>
                  <a:lnTo>
                    <a:pt x="59620" y="744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EC794BE7-6CCA-B3E5-4CA9-7DA857EA3BB9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0450181" y="7742721"/>
              <a:ext cx="243915" cy="238167"/>
            </a:xfrm>
            <a:custGeom>
              <a:avLst/>
              <a:gdLst>
                <a:gd name="connsiteX0" fmla="*/ 244131 w 243915"/>
                <a:gd name="connsiteY0" fmla="*/ 142284 h 238167"/>
                <a:gd name="connsiteX1" fmla="*/ 227370 w 243915"/>
                <a:gd name="connsiteY1" fmla="*/ 142284 h 238167"/>
                <a:gd name="connsiteX2" fmla="*/ 143569 w 243915"/>
                <a:gd name="connsiteY2" fmla="*/ 221790 h 238167"/>
                <a:gd name="connsiteX3" fmla="*/ 89365 w 243915"/>
                <a:gd name="connsiteY3" fmla="*/ 221790 h 238167"/>
                <a:gd name="connsiteX4" fmla="*/ 89365 w 243915"/>
                <a:gd name="connsiteY4" fmla="*/ 123021 h 238167"/>
                <a:gd name="connsiteX5" fmla="*/ 108978 w 243915"/>
                <a:gd name="connsiteY5" fmla="*/ 123021 h 238167"/>
                <a:gd name="connsiteX6" fmla="*/ 146778 w 243915"/>
                <a:gd name="connsiteY6" fmla="*/ 164000 h 238167"/>
                <a:gd name="connsiteX7" fmla="*/ 163539 w 243915"/>
                <a:gd name="connsiteY7" fmla="*/ 164000 h 238167"/>
                <a:gd name="connsiteX8" fmla="*/ 163539 w 243915"/>
                <a:gd name="connsiteY8" fmla="*/ 65581 h 238167"/>
                <a:gd name="connsiteX9" fmla="*/ 146778 w 243915"/>
                <a:gd name="connsiteY9" fmla="*/ 65581 h 238167"/>
                <a:gd name="connsiteX10" fmla="*/ 108978 w 243915"/>
                <a:gd name="connsiteY10" fmla="*/ 106559 h 238167"/>
                <a:gd name="connsiteX11" fmla="*/ 89365 w 243915"/>
                <a:gd name="connsiteY11" fmla="*/ 106559 h 238167"/>
                <a:gd name="connsiteX12" fmla="*/ 89365 w 243915"/>
                <a:gd name="connsiteY12" fmla="*/ 16546 h 238167"/>
                <a:gd name="connsiteX13" fmla="*/ 143569 w 243915"/>
                <a:gd name="connsiteY13" fmla="*/ 16546 h 238167"/>
                <a:gd name="connsiteX14" fmla="*/ 215959 w 243915"/>
                <a:gd name="connsiteY14" fmla="*/ 84494 h 238167"/>
                <a:gd name="connsiteX15" fmla="*/ 232719 w 243915"/>
                <a:gd name="connsiteY15" fmla="*/ 84494 h 238167"/>
                <a:gd name="connsiteX16" fmla="*/ 221665 w 243915"/>
                <a:gd name="connsiteY16" fmla="*/ 85 h 238167"/>
                <a:gd name="connsiteX17" fmla="*/ 215 w 243915"/>
                <a:gd name="connsiteY17" fmla="*/ 85 h 238167"/>
                <a:gd name="connsiteX18" fmla="*/ 215 w 243915"/>
                <a:gd name="connsiteY18" fmla="*/ 16546 h 238167"/>
                <a:gd name="connsiteX19" fmla="*/ 38728 w 243915"/>
                <a:gd name="connsiteY19" fmla="*/ 16546 h 238167"/>
                <a:gd name="connsiteX20" fmla="*/ 38728 w 243915"/>
                <a:gd name="connsiteY20" fmla="*/ 221790 h 238167"/>
                <a:gd name="connsiteX21" fmla="*/ 215 w 243915"/>
                <a:gd name="connsiteY21" fmla="*/ 221790 h 238167"/>
                <a:gd name="connsiteX22" fmla="*/ 215 w 243915"/>
                <a:gd name="connsiteY22" fmla="*/ 238252 h 238167"/>
                <a:gd name="connsiteX23" fmla="*/ 227727 w 243915"/>
                <a:gd name="connsiteY23" fmla="*/ 238252 h 238167"/>
                <a:gd name="connsiteX24" fmla="*/ 244131 w 243915"/>
                <a:gd name="connsiteY24" fmla="*/ 142284 h 2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3915" h="238167">
                  <a:moveTo>
                    <a:pt x="244131" y="142284"/>
                  </a:moveTo>
                  <a:lnTo>
                    <a:pt x="227370" y="142284"/>
                  </a:lnTo>
                  <a:cubicBezTo>
                    <a:pt x="219525" y="190618"/>
                    <a:pt x="209540" y="221790"/>
                    <a:pt x="143569" y="221790"/>
                  </a:cubicBezTo>
                  <a:lnTo>
                    <a:pt x="89365" y="221790"/>
                  </a:lnTo>
                  <a:lnTo>
                    <a:pt x="89365" y="123021"/>
                  </a:lnTo>
                  <a:lnTo>
                    <a:pt x="108978" y="123021"/>
                  </a:lnTo>
                  <a:cubicBezTo>
                    <a:pt x="143212" y="123021"/>
                    <a:pt x="146778" y="138081"/>
                    <a:pt x="146778" y="164000"/>
                  </a:cubicBezTo>
                  <a:lnTo>
                    <a:pt x="163539" y="164000"/>
                  </a:lnTo>
                  <a:lnTo>
                    <a:pt x="163539" y="65581"/>
                  </a:lnTo>
                  <a:lnTo>
                    <a:pt x="146778" y="65581"/>
                  </a:lnTo>
                  <a:cubicBezTo>
                    <a:pt x="146778" y="91499"/>
                    <a:pt x="143569" y="106559"/>
                    <a:pt x="108978" y="106559"/>
                  </a:cubicBezTo>
                  <a:lnTo>
                    <a:pt x="89365" y="106559"/>
                  </a:lnTo>
                  <a:lnTo>
                    <a:pt x="89365" y="16546"/>
                  </a:lnTo>
                  <a:lnTo>
                    <a:pt x="143569" y="16546"/>
                  </a:lnTo>
                  <a:cubicBezTo>
                    <a:pt x="200982" y="16546"/>
                    <a:pt x="210253" y="42114"/>
                    <a:pt x="215959" y="84494"/>
                  </a:cubicBezTo>
                  <a:lnTo>
                    <a:pt x="232719" y="84494"/>
                  </a:lnTo>
                  <a:lnTo>
                    <a:pt x="221665" y="85"/>
                  </a:lnTo>
                  <a:lnTo>
                    <a:pt x="215" y="85"/>
                  </a:lnTo>
                  <a:lnTo>
                    <a:pt x="215" y="16546"/>
                  </a:lnTo>
                  <a:lnTo>
                    <a:pt x="38728" y="16546"/>
                  </a:lnTo>
                  <a:lnTo>
                    <a:pt x="38728" y="221790"/>
                  </a:lnTo>
                  <a:lnTo>
                    <a:pt x="215" y="221790"/>
                  </a:lnTo>
                  <a:lnTo>
                    <a:pt x="215" y="238252"/>
                  </a:lnTo>
                  <a:lnTo>
                    <a:pt x="227727" y="238252"/>
                  </a:lnTo>
                  <a:lnTo>
                    <a:pt x="244131" y="142284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617E5C31-7E85-7772-1ECB-3A87F1EF195A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1070865" y="7740619"/>
              <a:ext cx="406526" cy="243070"/>
            </a:xfrm>
            <a:custGeom>
              <a:avLst/>
              <a:gdLst>
                <a:gd name="connsiteX0" fmla="*/ 372881 w 406526"/>
                <a:gd name="connsiteY0" fmla="*/ 24952 h 243070"/>
                <a:gd name="connsiteX1" fmla="*/ 386432 w 406526"/>
                <a:gd name="connsiteY1" fmla="*/ 17247 h 243070"/>
                <a:gd name="connsiteX2" fmla="*/ 406759 w 406526"/>
                <a:gd name="connsiteY2" fmla="*/ 16546 h 243070"/>
                <a:gd name="connsiteX3" fmla="*/ 406759 w 406526"/>
                <a:gd name="connsiteY3" fmla="*/ 85 h 243070"/>
                <a:gd name="connsiteX4" fmla="*/ 368602 w 406526"/>
                <a:gd name="connsiteY4" fmla="*/ 1135 h 243070"/>
                <a:gd name="connsiteX5" fmla="*/ 320104 w 406526"/>
                <a:gd name="connsiteY5" fmla="*/ 85 h 243070"/>
                <a:gd name="connsiteX6" fmla="*/ 320104 w 406526"/>
                <a:gd name="connsiteY6" fmla="*/ 16546 h 243070"/>
                <a:gd name="connsiteX7" fmla="*/ 356478 w 406526"/>
                <a:gd name="connsiteY7" fmla="*/ 20399 h 243070"/>
                <a:gd name="connsiteX8" fmla="*/ 295142 w 406526"/>
                <a:gd name="connsiteY8" fmla="*/ 176959 h 243070"/>
                <a:gd name="connsiteX9" fmla="*/ 232024 w 406526"/>
                <a:gd name="connsiteY9" fmla="*/ 16546 h 243070"/>
                <a:gd name="connsiteX10" fmla="*/ 266257 w 406526"/>
                <a:gd name="connsiteY10" fmla="*/ 16546 h 243070"/>
                <a:gd name="connsiteX11" fmla="*/ 266257 w 406526"/>
                <a:gd name="connsiteY11" fmla="*/ 85 h 243070"/>
                <a:gd name="connsiteX12" fmla="*/ 203852 w 406526"/>
                <a:gd name="connsiteY12" fmla="*/ 1135 h 243070"/>
                <a:gd name="connsiteX13" fmla="*/ 149292 w 406526"/>
                <a:gd name="connsiteY13" fmla="*/ 85 h 243070"/>
                <a:gd name="connsiteX14" fmla="*/ 149292 w 406526"/>
                <a:gd name="connsiteY14" fmla="*/ 16546 h 243070"/>
                <a:gd name="connsiteX15" fmla="*/ 179960 w 406526"/>
                <a:gd name="connsiteY15" fmla="*/ 16546 h 243070"/>
                <a:gd name="connsiteX16" fmla="*/ 194580 w 406526"/>
                <a:gd name="connsiteY16" fmla="*/ 53672 h 243070"/>
                <a:gd name="connsiteX17" fmla="*/ 146083 w 406526"/>
                <a:gd name="connsiteY17" fmla="*/ 176959 h 243070"/>
                <a:gd name="connsiteX18" fmla="*/ 82964 w 406526"/>
                <a:gd name="connsiteY18" fmla="*/ 16546 h 243070"/>
                <a:gd name="connsiteX19" fmla="*/ 117198 w 406526"/>
                <a:gd name="connsiteY19" fmla="*/ 16546 h 243070"/>
                <a:gd name="connsiteX20" fmla="*/ 117198 w 406526"/>
                <a:gd name="connsiteY20" fmla="*/ 85 h 243070"/>
                <a:gd name="connsiteX21" fmla="*/ 54793 w 406526"/>
                <a:gd name="connsiteY21" fmla="*/ 1135 h 243070"/>
                <a:gd name="connsiteX22" fmla="*/ 232 w 406526"/>
                <a:gd name="connsiteY22" fmla="*/ 85 h 243070"/>
                <a:gd name="connsiteX23" fmla="*/ 232 w 406526"/>
                <a:gd name="connsiteY23" fmla="*/ 16546 h 243070"/>
                <a:gd name="connsiteX24" fmla="*/ 30900 w 406526"/>
                <a:gd name="connsiteY24" fmla="*/ 16546 h 243070"/>
                <a:gd name="connsiteX25" fmla="*/ 116485 w 406526"/>
                <a:gd name="connsiteY25" fmla="*/ 234049 h 243070"/>
                <a:gd name="connsiteX26" fmla="*/ 128966 w 406526"/>
                <a:gd name="connsiteY26" fmla="*/ 243155 h 243070"/>
                <a:gd name="connsiteX27" fmla="*/ 141447 w 406526"/>
                <a:gd name="connsiteY27" fmla="*/ 234049 h 243070"/>
                <a:gd name="connsiteX28" fmla="*/ 203495 w 406526"/>
                <a:gd name="connsiteY28" fmla="*/ 76438 h 243070"/>
                <a:gd name="connsiteX29" fmla="*/ 265544 w 406526"/>
                <a:gd name="connsiteY29" fmla="*/ 234049 h 243070"/>
                <a:gd name="connsiteX30" fmla="*/ 278025 w 406526"/>
                <a:gd name="connsiteY30" fmla="*/ 243155 h 243070"/>
                <a:gd name="connsiteX31" fmla="*/ 290506 w 406526"/>
                <a:gd name="connsiteY31" fmla="*/ 234049 h 243070"/>
                <a:gd name="connsiteX32" fmla="*/ 372881 w 406526"/>
                <a:gd name="connsiteY32" fmla="*/ 24952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81" y="24952"/>
                  </a:moveTo>
                  <a:cubicBezTo>
                    <a:pt x="375021" y="18998"/>
                    <a:pt x="375378" y="18297"/>
                    <a:pt x="386432" y="17247"/>
                  </a:cubicBezTo>
                  <a:cubicBezTo>
                    <a:pt x="393564" y="16546"/>
                    <a:pt x="401053" y="16546"/>
                    <a:pt x="406759" y="16546"/>
                  </a:cubicBezTo>
                  <a:lnTo>
                    <a:pt x="406759" y="85"/>
                  </a:lnTo>
                  <a:cubicBezTo>
                    <a:pt x="397130" y="435"/>
                    <a:pt x="384649" y="1135"/>
                    <a:pt x="368602" y="1135"/>
                  </a:cubicBezTo>
                  <a:cubicBezTo>
                    <a:pt x="355051" y="1135"/>
                    <a:pt x="332942" y="1135"/>
                    <a:pt x="320104" y="85"/>
                  </a:cubicBezTo>
                  <a:lnTo>
                    <a:pt x="320104" y="16546"/>
                  </a:lnTo>
                  <a:cubicBezTo>
                    <a:pt x="329019" y="16546"/>
                    <a:pt x="346136" y="16546"/>
                    <a:pt x="356478" y="20399"/>
                  </a:cubicBezTo>
                  <a:lnTo>
                    <a:pt x="295142" y="176959"/>
                  </a:lnTo>
                  <a:lnTo>
                    <a:pt x="232024" y="16546"/>
                  </a:lnTo>
                  <a:lnTo>
                    <a:pt x="266257" y="16546"/>
                  </a:lnTo>
                  <a:lnTo>
                    <a:pt x="266257" y="85"/>
                  </a:lnTo>
                  <a:cubicBezTo>
                    <a:pt x="252707" y="1135"/>
                    <a:pt x="219186" y="1135"/>
                    <a:pt x="203852" y="1135"/>
                  </a:cubicBezTo>
                  <a:cubicBezTo>
                    <a:pt x="189945" y="1135"/>
                    <a:pt x="161773" y="1135"/>
                    <a:pt x="149292" y="85"/>
                  </a:cubicBezTo>
                  <a:lnTo>
                    <a:pt x="149292" y="16546"/>
                  </a:lnTo>
                  <a:lnTo>
                    <a:pt x="179960" y="16546"/>
                  </a:lnTo>
                  <a:lnTo>
                    <a:pt x="194580" y="53672"/>
                  </a:lnTo>
                  <a:lnTo>
                    <a:pt x="146083" y="176959"/>
                  </a:lnTo>
                  <a:lnTo>
                    <a:pt x="82964" y="16546"/>
                  </a:lnTo>
                  <a:lnTo>
                    <a:pt x="117198" y="16546"/>
                  </a:lnTo>
                  <a:lnTo>
                    <a:pt x="117198" y="85"/>
                  </a:lnTo>
                  <a:cubicBezTo>
                    <a:pt x="103647" y="1135"/>
                    <a:pt x="70126" y="1135"/>
                    <a:pt x="54793" y="1135"/>
                  </a:cubicBezTo>
                  <a:cubicBezTo>
                    <a:pt x="40885" y="1135"/>
                    <a:pt x="12714" y="1135"/>
                    <a:pt x="232" y="85"/>
                  </a:cubicBezTo>
                  <a:lnTo>
                    <a:pt x="232" y="16546"/>
                  </a:lnTo>
                  <a:lnTo>
                    <a:pt x="30900" y="16546"/>
                  </a:lnTo>
                  <a:lnTo>
                    <a:pt x="116485" y="234049"/>
                  </a:lnTo>
                  <a:cubicBezTo>
                    <a:pt x="118624" y="239653"/>
                    <a:pt x="120051" y="243155"/>
                    <a:pt x="128966" y="243155"/>
                  </a:cubicBezTo>
                  <a:cubicBezTo>
                    <a:pt x="137881" y="243155"/>
                    <a:pt x="139307" y="239653"/>
                    <a:pt x="141447" y="234049"/>
                  </a:cubicBezTo>
                  <a:lnTo>
                    <a:pt x="203495" y="76438"/>
                  </a:lnTo>
                  <a:lnTo>
                    <a:pt x="265544" y="234049"/>
                  </a:lnTo>
                  <a:cubicBezTo>
                    <a:pt x="267684" y="239653"/>
                    <a:pt x="269110" y="243155"/>
                    <a:pt x="278025" y="243155"/>
                  </a:cubicBezTo>
                  <a:cubicBezTo>
                    <a:pt x="286940" y="243155"/>
                    <a:pt x="288367" y="239653"/>
                    <a:pt x="290506" y="234049"/>
                  </a:cubicBezTo>
                  <a:lnTo>
                    <a:pt x="372881" y="2495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6B362AC3-0102-5C2C-7D31-3584E4D7BDA5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1504986" y="7863275"/>
              <a:ext cx="122813" cy="172601"/>
            </a:xfrm>
            <a:custGeom>
              <a:avLst/>
              <a:gdLst>
                <a:gd name="connsiteX0" fmla="*/ 59654 w 122813"/>
                <a:gd name="connsiteY0" fmla="*/ 7441 h 172601"/>
                <a:gd name="connsiteX1" fmla="*/ 60653 w 122813"/>
                <a:gd name="connsiteY1" fmla="*/ 3519 h 172601"/>
                <a:gd name="connsiteX2" fmla="*/ 56659 w 122813"/>
                <a:gd name="connsiteY2" fmla="*/ 86 h 172601"/>
                <a:gd name="connsiteX3" fmla="*/ 24707 w 122813"/>
                <a:gd name="connsiteY3" fmla="*/ 2538 h 172601"/>
                <a:gd name="connsiteX4" fmla="*/ 19215 w 122813"/>
                <a:gd name="connsiteY4" fmla="*/ 8177 h 172601"/>
                <a:gd name="connsiteX5" fmla="*/ 25706 w 122813"/>
                <a:gd name="connsiteY5" fmla="*/ 11609 h 172601"/>
                <a:gd name="connsiteX6" fmla="*/ 37687 w 122813"/>
                <a:gd name="connsiteY6" fmla="*/ 15287 h 172601"/>
                <a:gd name="connsiteX7" fmla="*/ 36689 w 122813"/>
                <a:gd name="connsiteY7" fmla="*/ 20681 h 172601"/>
                <a:gd name="connsiteX8" fmla="*/ 1492 w 122813"/>
                <a:gd name="connsiteY8" fmla="*/ 159448 h 172601"/>
                <a:gd name="connsiteX9" fmla="*/ 244 w 122813"/>
                <a:gd name="connsiteY9" fmla="*/ 164842 h 172601"/>
                <a:gd name="connsiteX10" fmla="*/ 8731 w 122813"/>
                <a:gd name="connsiteY10" fmla="*/ 172687 h 172601"/>
                <a:gd name="connsiteX11" fmla="*/ 20214 w 122813"/>
                <a:gd name="connsiteY11" fmla="*/ 162390 h 172601"/>
                <a:gd name="connsiteX12" fmla="*/ 32445 w 122813"/>
                <a:gd name="connsiteY12" fmla="*/ 114827 h 172601"/>
                <a:gd name="connsiteX13" fmla="*/ 64397 w 122813"/>
                <a:gd name="connsiteY13" fmla="*/ 134931 h 172601"/>
                <a:gd name="connsiteX14" fmla="*/ 63898 w 122813"/>
                <a:gd name="connsiteY14" fmla="*/ 139834 h 172601"/>
                <a:gd name="connsiteX15" fmla="*/ 62899 w 122813"/>
                <a:gd name="connsiteY15" fmla="*/ 147435 h 172601"/>
                <a:gd name="connsiteX16" fmla="*/ 89359 w 122813"/>
                <a:gd name="connsiteY16" fmla="*/ 172687 h 172601"/>
                <a:gd name="connsiteX17" fmla="*/ 121061 w 122813"/>
                <a:gd name="connsiteY17" fmla="*/ 135176 h 172601"/>
                <a:gd name="connsiteX18" fmla="*/ 117067 w 122813"/>
                <a:gd name="connsiteY18" fmla="*/ 131989 h 172601"/>
                <a:gd name="connsiteX19" fmla="*/ 112075 w 122813"/>
                <a:gd name="connsiteY19" fmla="*/ 137873 h 172601"/>
                <a:gd name="connsiteX20" fmla="*/ 90108 w 122813"/>
                <a:gd name="connsiteY20" fmla="*/ 165822 h 172601"/>
                <a:gd name="connsiteX21" fmla="*/ 81371 w 122813"/>
                <a:gd name="connsiteY21" fmla="*/ 153074 h 172601"/>
                <a:gd name="connsiteX22" fmla="*/ 82869 w 122813"/>
                <a:gd name="connsiteY22" fmla="*/ 142041 h 172601"/>
                <a:gd name="connsiteX23" fmla="*/ 84117 w 122813"/>
                <a:gd name="connsiteY23" fmla="*/ 134440 h 172601"/>
                <a:gd name="connsiteX24" fmla="*/ 43678 w 122813"/>
                <a:gd name="connsiteY24" fmla="*/ 108452 h 172601"/>
                <a:gd name="connsiteX25" fmla="*/ 64397 w 122813"/>
                <a:gd name="connsiteY25" fmla="*/ 92271 h 172601"/>
                <a:gd name="connsiteX26" fmla="*/ 103587 w 122813"/>
                <a:gd name="connsiteY26" fmla="*/ 68980 h 172601"/>
                <a:gd name="connsiteX27" fmla="*/ 111825 w 122813"/>
                <a:gd name="connsiteY27" fmla="*/ 72167 h 172601"/>
                <a:gd name="connsiteX28" fmla="*/ 98845 w 122813"/>
                <a:gd name="connsiteY28" fmla="*/ 85896 h 172601"/>
                <a:gd name="connsiteX29" fmla="*/ 108830 w 122813"/>
                <a:gd name="connsiteY29" fmla="*/ 94968 h 172601"/>
                <a:gd name="connsiteX30" fmla="*/ 123058 w 122813"/>
                <a:gd name="connsiteY30" fmla="*/ 79277 h 172601"/>
                <a:gd name="connsiteX31" fmla="*/ 103837 w 122813"/>
                <a:gd name="connsiteY31" fmla="*/ 62115 h 172601"/>
                <a:gd name="connsiteX32" fmla="*/ 63898 w 122813"/>
                <a:gd name="connsiteY32" fmla="*/ 83690 h 172601"/>
                <a:gd name="connsiteX33" fmla="*/ 34942 w 122813"/>
                <a:gd name="connsiteY33" fmla="*/ 105265 h 172601"/>
                <a:gd name="connsiteX34" fmla="*/ 59654 w 122813"/>
                <a:gd name="connsiteY34" fmla="*/ 7441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2813" h="172601">
                  <a:moveTo>
                    <a:pt x="59654" y="7441"/>
                  </a:moveTo>
                  <a:cubicBezTo>
                    <a:pt x="59904" y="6951"/>
                    <a:pt x="60653" y="3764"/>
                    <a:pt x="60653" y="3519"/>
                  </a:cubicBezTo>
                  <a:cubicBezTo>
                    <a:pt x="60653" y="2293"/>
                    <a:pt x="59654" y="86"/>
                    <a:pt x="56659" y="86"/>
                  </a:cubicBezTo>
                  <a:cubicBezTo>
                    <a:pt x="51666" y="86"/>
                    <a:pt x="30948" y="2048"/>
                    <a:pt x="24707" y="2538"/>
                  </a:cubicBezTo>
                  <a:cubicBezTo>
                    <a:pt x="22710" y="2783"/>
                    <a:pt x="19215" y="3028"/>
                    <a:pt x="19215" y="8177"/>
                  </a:cubicBezTo>
                  <a:cubicBezTo>
                    <a:pt x="19215" y="11609"/>
                    <a:pt x="22710" y="11609"/>
                    <a:pt x="25706" y="11609"/>
                  </a:cubicBezTo>
                  <a:cubicBezTo>
                    <a:pt x="37687" y="11609"/>
                    <a:pt x="37687" y="13325"/>
                    <a:pt x="37687" y="15287"/>
                  </a:cubicBezTo>
                  <a:cubicBezTo>
                    <a:pt x="37687" y="17003"/>
                    <a:pt x="37188" y="18474"/>
                    <a:pt x="36689" y="20681"/>
                  </a:cubicBezTo>
                  <a:lnTo>
                    <a:pt x="1492" y="159448"/>
                  </a:lnTo>
                  <a:cubicBezTo>
                    <a:pt x="244" y="163861"/>
                    <a:pt x="244" y="164351"/>
                    <a:pt x="244" y="164842"/>
                  </a:cubicBezTo>
                  <a:cubicBezTo>
                    <a:pt x="244" y="168519"/>
                    <a:pt x="3240" y="172687"/>
                    <a:pt x="8731" y="172687"/>
                  </a:cubicBezTo>
                  <a:cubicBezTo>
                    <a:pt x="15471" y="172687"/>
                    <a:pt x="18716" y="167784"/>
                    <a:pt x="20214" y="162390"/>
                  </a:cubicBezTo>
                  <a:cubicBezTo>
                    <a:pt x="20713" y="161409"/>
                    <a:pt x="31447" y="118259"/>
                    <a:pt x="32445" y="114827"/>
                  </a:cubicBezTo>
                  <a:cubicBezTo>
                    <a:pt x="50169" y="116543"/>
                    <a:pt x="64397" y="122182"/>
                    <a:pt x="64397" y="134931"/>
                  </a:cubicBezTo>
                  <a:cubicBezTo>
                    <a:pt x="64397" y="136157"/>
                    <a:pt x="64397" y="137382"/>
                    <a:pt x="63898" y="139834"/>
                  </a:cubicBezTo>
                  <a:cubicBezTo>
                    <a:pt x="62899" y="143512"/>
                    <a:pt x="62899" y="144738"/>
                    <a:pt x="62899" y="147435"/>
                  </a:cubicBezTo>
                  <a:cubicBezTo>
                    <a:pt x="62899" y="164842"/>
                    <a:pt x="77377" y="172687"/>
                    <a:pt x="89359" y="172687"/>
                  </a:cubicBezTo>
                  <a:cubicBezTo>
                    <a:pt x="113572" y="172687"/>
                    <a:pt x="121061" y="135421"/>
                    <a:pt x="121061" y="135176"/>
                  </a:cubicBezTo>
                  <a:cubicBezTo>
                    <a:pt x="121061" y="131989"/>
                    <a:pt x="117816" y="131989"/>
                    <a:pt x="117067" y="131989"/>
                  </a:cubicBezTo>
                  <a:cubicBezTo>
                    <a:pt x="113572" y="131989"/>
                    <a:pt x="113323" y="133215"/>
                    <a:pt x="112075" y="137873"/>
                  </a:cubicBezTo>
                  <a:cubicBezTo>
                    <a:pt x="109079" y="148415"/>
                    <a:pt x="102339" y="165822"/>
                    <a:pt x="90108" y="165822"/>
                  </a:cubicBezTo>
                  <a:cubicBezTo>
                    <a:pt x="83368" y="165822"/>
                    <a:pt x="81371" y="159693"/>
                    <a:pt x="81371" y="153074"/>
                  </a:cubicBezTo>
                  <a:cubicBezTo>
                    <a:pt x="81371" y="148906"/>
                    <a:pt x="81371" y="148415"/>
                    <a:pt x="82869" y="142041"/>
                  </a:cubicBezTo>
                  <a:cubicBezTo>
                    <a:pt x="83119" y="141305"/>
                    <a:pt x="84117" y="137137"/>
                    <a:pt x="84117" y="134440"/>
                  </a:cubicBezTo>
                  <a:cubicBezTo>
                    <a:pt x="84117" y="112620"/>
                    <a:pt x="54162" y="109188"/>
                    <a:pt x="43678" y="108452"/>
                  </a:cubicBezTo>
                  <a:cubicBezTo>
                    <a:pt x="50917" y="104039"/>
                    <a:pt x="60153" y="95948"/>
                    <a:pt x="64397" y="92271"/>
                  </a:cubicBezTo>
                  <a:cubicBezTo>
                    <a:pt x="77128" y="80503"/>
                    <a:pt x="89609" y="68980"/>
                    <a:pt x="103587" y="68980"/>
                  </a:cubicBezTo>
                  <a:cubicBezTo>
                    <a:pt x="106583" y="68980"/>
                    <a:pt x="109828" y="69715"/>
                    <a:pt x="111825" y="72167"/>
                  </a:cubicBezTo>
                  <a:cubicBezTo>
                    <a:pt x="101091" y="73883"/>
                    <a:pt x="98845" y="82219"/>
                    <a:pt x="98845" y="85896"/>
                  </a:cubicBezTo>
                  <a:cubicBezTo>
                    <a:pt x="98845" y="91290"/>
                    <a:pt x="103088" y="94968"/>
                    <a:pt x="108830" y="94968"/>
                  </a:cubicBezTo>
                  <a:cubicBezTo>
                    <a:pt x="115569" y="94968"/>
                    <a:pt x="123058" y="89574"/>
                    <a:pt x="123058" y="79277"/>
                  </a:cubicBezTo>
                  <a:cubicBezTo>
                    <a:pt x="123058" y="71186"/>
                    <a:pt x="117067" y="62115"/>
                    <a:pt x="103837" y="62115"/>
                  </a:cubicBezTo>
                  <a:cubicBezTo>
                    <a:pt x="89609" y="62115"/>
                    <a:pt x="76628" y="72167"/>
                    <a:pt x="63898" y="83690"/>
                  </a:cubicBezTo>
                  <a:cubicBezTo>
                    <a:pt x="53414" y="93497"/>
                    <a:pt x="45176" y="101097"/>
                    <a:pt x="34942" y="105265"/>
                  </a:cubicBezTo>
                  <a:lnTo>
                    <a:pt x="59654" y="744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147DD99-0454-8F17-A482-640CC7AF342A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1790370" y="7791755"/>
              <a:ext cx="178300" cy="203142"/>
            </a:xfrm>
            <a:custGeom>
              <a:avLst/>
              <a:gdLst>
                <a:gd name="connsiteX0" fmla="*/ 166072 w 178300"/>
                <a:gd name="connsiteY0" fmla="*/ 108661 h 203142"/>
                <a:gd name="connsiteX1" fmla="*/ 178553 w 178300"/>
                <a:gd name="connsiteY1" fmla="*/ 101656 h 203142"/>
                <a:gd name="connsiteX2" fmla="*/ 166072 w 178300"/>
                <a:gd name="connsiteY2" fmla="*/ 94651 h 203142"/>
                <a:gd name="connsiteX3" fmla="*/ 14873 w 178300"/>
                <a:gd name="connsiteY3" fmla="*/ 94651 h 203142"/>
                <a:gd name="connsiteX4" fmla="*/ 110442 w 178300"/>
                <a:gd name="connsiteY4" fmla="*/ 14095 h 203142"/>
                <a:gd name="connsiteX5" fmla="*/ 166072 w 178300"/>
                <a:gd name="connsiteY5" fmla="*/ 14095 h 203142"/>
                <a:gd name="connsiteX6" fmla="*/ 178553 w 178300"/>
                <a:gd name="connsiteY6" fmla="*/ 7090 h 203142"/>
                <a:gd name="connsiteX7" fmla="*/ 166072 w 178300"/>
                <a:gd name="connsiteY7" fmla="*/ 85 h 203142"/>
                <a:gd name="connsiteX8" fmla="*/ 109729 w 178300"/>
                <a:gd name="connsiteY8" fmla="*/ 85 h 203142"/>
                <a:gd name="connsiteX9" fmla="*/ 252 w 178300"/>
                <a:gd name="connsiteY9" fmla="*/ 101656 h 203142"/>
                <a:gd name="connsiteX10" fmla="*/ 109729 w 178300"/>
                <a:gd name="connsiteY10" fmla="*/ 203227 h 203142"/>
                <a:gd name="connsiteX11" fmla="*/ 166072 w 178300"/>
                <a:gd name="connsiteY11" fmla="*/ 203227 h 203142"/>
                <a:gd name="connsiteX12" fmla="*/ 178553 w 178300"/>
                <a:gd name="connsiteY12" fmla="*/ 196222 h 203142"/>
                <a:gd name="connsiteX13" fmla="*/ 166072 w 178300"/>
                <a:gd name="connsiteY13" fmla="*/ 189217 h 203142"/>
                <a:gd name="connsiteX14" fmla="*/ 110442 w 178300"/>
                <a:gd name="connsiteY14" fmla="*/ 189217 h 203142"/>
                <a:gd name="connsiteX15" fmla="*/ 14873 w 178300"/>
                <a:gd name="connsiteY15" fmla="*/ 108661 h 203142"/>
                <a:gd name="connsiteX16" fmla="*/ 166072 w 178300"/>
                <a:gd name="connsiteY16" fmla="*/ 108661 h 203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8300" h="203142">
                  <a:moveTo>
                    <a:pt x="166072" y="108661"/>
                  </a:moveTo>
                  <a:cubicBezTo>
                    <a:pt x="172134" y="108661"/>
                    <a:pt x="178553" y="108661"/>
                    <a:pt x="178553" y="101656"/>
                  </a:cubicBezTo>
                  <a:cubicBezTo>
                    <a:pt x="178553" y="94651"/>
                    <a:pt x="172134" y="94651"/>
                    <a:pt x="166072" y="94651"/>
                  </a:cubicBezTo>
                  <a:lnTo>
                    <a:pt x="14873" y="94651"/>
                  </a:lnTo>
                  <a:cubicBezTo>
                    <a:pt x="19152" y="47718"/>
                    <a:pt x="60161" y="14095"/>
                    <a:pt x="110442" y="14095"/>
                  </a:cubicBezTo>
                  <a:lnTo>
                    <a:pt x="166072" y="14095"/>
                  </a:lnTo>
                  <a:cubicBezTo>
                    <a:pt x="172134" y="14095"/>
                    <a:pt x="178553" y="14095"/>
                    <a:pt x="178553" y="7090"/>
                  </a:cubicBezTo>
                  <a:cubicBezTo>
                    <a:pt x="178553" y="85"/>
                    <a:pt x="172134" y="85"/>
                    <a:pt x="166072" y="85"/>
                  </a:cubicBezTo>
                  <a:lnTo>
                    <a:pt x="109729" y="85"/>
                  </a:lnTo>
                  <a:cubicBezTo>
                    <a:pt x="48750" y="85"/>
                    <a:pt x="252" y="45617"/>
                    <a:pt x="252" y="101656"/>
                  </a:cubicBezTo>
                  <a:cubicBezTo>
                    <a:pt x="252" y="157695"/>
                    <a:pt x="48750" y="203227"/>
                    <a:pt x="109729" y="203227"/>
                  </a:cubicBezTo>
                  <a:lnTo>
                    <a:pt x="166072" y="203227"/>
                  </a:lnTo>
                  <a:cubicBezTo>
                    <a:pt x="172134" y="203227"/>
                    <a:pt x="178553" y="203227"/>
                    <a:pt x="178553" y="196222"/>
                  </a:cubicBezTo>
                  <a:cubicBezTo>
                    <a:pt x="178553" y="189217"/>
                    <a:pt x="172134" y="189217"/>
                    <a:pt x="166072" y="189217"/>
                  </a:cubicBezTo>
                  <a:lnTo>
                    <a:pt x="110442" y="189217"/>
                  </a:lnTo>
                  <a:cubicBezTo>
                    <a:pt x="60161" y="189217"/>
                    <a:pt x="19152" y="155594"/>
                    <a:pt x="14873" y="108661"/>
                  </a:cubicBezTo>
                  <a:lnTo>
                    <a:pt x="166072" y="10866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1761CDC4-E89A-8D3F-7151-CA123632402A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2103267" y="7740969"/>
              <a:ext cx="244985" cy="239918"/>
            </a:xfrm>
            <a:custGeom>
              <a:avLst/>
              <a:gdLst>
                <a:gd name="connsiteX0" fmla="*/ 90125 w 244985"/>
                <a:gd name="connsiteY0" fmla="*/ 130026 h 239918"/>
                <a:gd name="connsiteX1" fmla="*/ 102963 w 244985"/>
                <a:gd name="connsiteY1" fmla="*/ 130026 h 239918"/>
                <a:gd name="connsiteX2" fmla="*/ 156453 w 244985"/>
                <a:gd name="connsiteY2" fmla="*/ 211283 h 239918"/>
                <a:gd name="connsiteX3" fmla="*/ 172500 w 244985"/>
                <a:gd name="connsiteY3" fmla="*/ 235800 h 239918"/>
                <a:gd name="connsiteX4" fmla="*/ 184268 w 244985"/>
                <a:gd name="connsiteY4" fmla="*/ 240003 h 239918"/>
                <a:gd name="connsiteX5" fmla="*/ 233479 w 244985"/>
                <a:gd name="connsiteY5" fmla="*/ 240003 h 239918"/>
                <a:gd name="connsiteX6" fmla="*/ 245247 w 244985"/>
                <a:gd name="connsiteY6" fmla="*/ 233699 h 239918"/>
                <a:gd name="connsiteX7" fmla="*/ 239898 w 244985"/>
                <a:gd name="connsiteY7" fmla="*/ 227744 h 239918"/>
                <a:gd name="connsiteX8" fmla="*/ 200672 w 244985"/>
                <a:gd name="connsiteY8" fmla="*/ 190618 h 239918"/>
                <a:gd name="connsiteX9" fmla="*/ 156453 w 244985"/>
                <a:gd name="connsiteY9" fmla="*/ 126173 h 239918"/>
                <a:gd name="connsiteX10" fmla="*/ 218858 w 244985"/>
                <a:gd name="connsiteY10" fmla="*/ 65581 h 239918"/>
                <a:gd name="connsiteX11" fmla="*/ 124359 w 244985"/>
                <a:gd name="connsiteY11" fmla="*/ 85 h 239918"/>
                <a:gd name="connsiteX12" fmla="*/ 12386 w 244985"/>
                <a:gd name="connsiteY12" fmla="*/ 85 h 239918"/>
                <a:gd name="connsiteX13" fmla="*/ 261 w 244985"/>
                <a:gd name="connsiteY13" fmla="*/ 6389 h 239918"/>
                <a:gd name="connsiteX14" fmla="*/ 9890 w 244985"/>
                <a:gd name="connsiteY14" fmla="*/ 12343 h 239918"/>
                <a:gd name="connsiteX15" fmla="*/ 31999 w 244985"/>
                <a:gd name="connsiteY15" fmla="*/ 32307 h 239918"/>
                <a:gd name="connsiteX16" fmla="*/ 31999 w 244985"/>
                <a:gd name="connsiteY16" fmla="*/ 207780 h 239918"/>
                <a:gd name="connsiteX17" fmla="*/ 9890 w 244985"/>
                <a:gd name="connsiteY17" fmla="*/ 227744 h 239918"/>
                <a:gd name="connsiteX18" fmla="*/ 261 w 244985"/>
                <a:gd name="connsiteY18" fmla="*/ 233699 h 239918"/>
                <a:gd name="connsiteX19" fmla="*/ 12386 w 244985"/>
                <a:gd name="connsiteY19" fmla="*/ 240003 h 239918"/>
                <a:gd name="connsiteX20" fmla="*/ 110095 w 244985"/>
                <a:gd name="connsiteY20" fmla="*/ 240003 h 239918"/>
                <a:gd name="connsiteX21" fmla="*/ 121863 w 244985"/>
                <a:gd name="connsiteY21" fmla="*/ 233699 h 239918"/>
                <a:gd name="connsiteX22" fmla="*/ 111878 w 244985"/>
                <a:gd name="connsiteY22" fmla="*/ 227744 h 239918"/>
                <a:gd name="connsiteX23" fmla="*/ 90125 w 244985"/>
                <a:gd name="connsiteY23" fmla="*/ 207780 h 239918"/>
                <a:gd name="connsiteX24" fmla="*/ 90125 w 244985"/>
                <a:gd name="connsiteY24" fmla="*/ 130026 h 239918"/>
                <a:gd name="connsiteX25" fmla="*/ 158949 w 244985"/>
                <a:gd name="connsiteY25" fmla="*/ 112864 h 239918"/>
                <a:gd name="connsiteX26" fmla="*/ 170004 w 244985"/>
                <a:gd name="connsiteY26" fmla="*/ 65931 h 239918"/>
                <a:gd name="connsiteX27" fmla="*/ 156453 w 244985"/>
                <a:gd name="connsiteY27" fmla="*/ 16196 h 239918"/>
                <a:gd name="connsiteX28" fmla="*/ 206377 w 244985"/>
                <a:gd name="connsiteY28" fmla="*/ 65581 h 239918"/>
                <a:gd name="connsiteX29" fmla="*/ 158949 w 244985"/>
                <a:gd name="connsiteY29" fmla="*/ 112864 h 239918"/>
                <a:gd name="connsiteX30" fmla="*/ 90125 w 244985"/>
                <a:gd name="connsiteY30" fmla="*/ 31257 h 239918"/>
                <a:gd name="connsiteX31" fmla="*/ 112234 w 244985"/>
                <a:gd name="connsiteY31" fmla="*/ 12343 h 239918"/>
                <a:gd name="connsiteX32" fmla="*/ 157523 w 244985"/>
                <a:gd name="connsiteY32" fmla="*/ 65931 h 239918"/>
                <a:gd name="connsiteX33" fmla="*/ 90125 w 244985"/>
                <a:gd name="connsiteY33" fmla="*/ 117767 h 239918"/>
                <a:gd name="connsiteX34" fmla="*/ 90125 w 244985"/>
                <a:gd name="connsiteY34" fmla="*/ 31257 h 239918"/>
                <a:gd name="connsiteX35" fmla="*/ 41627 w 244985"/>
                <a:gd name="connsiteY35" fmla="*/ 227744 h 239918"/>
                <a:gd name="connsiteX36" fmla="*/ 44480 w 244985"/>
                <a:gd name="connsiteY36" fmla="*/ 208481 h 239918"/>
                <a:gd name="connsiteX37" fmla="*/ 44480 w 244985"/>
                <a:gd name="connsiteY37" fmla="*/ 31607 h 239918"/>
                <a:gd name="connsiteX38" fmla="*/ 41627 w 244985"/>
                <a:gd name="connsiteY38" fmla="*/ 12343 h 239918"/>
                <a:gd name="connsiteX39" fmla="*/ 82280 w 244985"/>
                <a:gd name="connsiteY39" fmla="*/ 12343 h 239918"/>
                <a:gd name="connsiteX40" fmla="*/ 77644 w 244985"/>
                <a:gd name="connsiteY40" fmla="*/ 30206 h 239918"/>
                <a:gd name="connsiteX41" fmla="*/ 77644 w 244985"/>
                <a:gd name="connsiteY41" fmla="*/ 208481 h 239918"/>
                <a:gd name="connsiteX42" fmla="*/ 80497 w 244985"/>
                <a:gd name="connsiteY42" fmla="*/ 227744 h 239918"/>
                <a:gd name="connsiteX43" fmla="*/ 41627 w 244985"/>
                <a:gd name="connsiteY43" fmla="*/ 227744 h 239918"/>
                <a:gd name="connsiteX44" fmla="*/ 117583 w 244985"/>
                <a:gd name="connsiteY44" fmla="*/ 130026 h 239918"/>
                <a:gd name="connsiteX45" fmla="*/ 124359 w 244985"/>
                <a:gd name="connsiteY45" fmla="*/ 129325 h 239918"/>
                <a:gd name="connsiteX46" fmla="*/ 142902 w 244985"/>
                <a:gd name="connsiteY46" fmla="*/ 127924 h 239918"/>
                <a:gd name="connsiteX47" fmla="*/ 216362 w 244985"/>
                <a:gd name="connsiteY47" fmla="*/ 227744 h 239918"/>
                <a:gd name="connsiteX48" fmla="*/ 181772 w 244985"/>
                <a:gd name="connsiteY48" fmla="*/ 227744 h 239918"/>
                <a:gd name="connsiteX49" fmla="*/ 117583 w 244985"/>
                <a:gd name="connsiteY49" fmla="*/ 130026 h 239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4985" h="239918">
                  <a:moveTo>
                    <a:pt x="90125" y="130026"/>
                  </a:moveTo>
                  <a:lnTo>
                    <a:pt x="102963" y="130026"/>
                  </a:lnTo>
                  <a:lnTo>
                    <a:pt x="156453" y="211283"/>
                  </a:lnTo>
                  <a:cubicBezTo>
                    <a:pt x="160019" y="216887"/>
                    <a:pt x="168577" y="230546"/>
                    <a:pt x="172500" y="235800"/>
                  </a:cubicBezTo>
                  <a:cubicBezTo>
                    <a:pt x="174996" y="240003"/>
                    <a:pt x="176066" y="240003"/>
                    <a:pt x="184268" y="240003"/>
                  </a:cubicBezTo>
                  <a:lnTo>
                    <a:pt x="233479" y="240003"/>
                  </a:lnTo>
                  <a:cubicBezTo>
                    <a:pt x="239898" y="240003"/>
                    <a:pt x="245247" y="240003"/>
                    <a:pt x="245247" y="233699"/>
                  </a:cubicBezTo>
                  <a:cubicBezTo>
                    <a:pt x="245247" y="230897"/>
                    <a:pt x="243107" y="228445"/>
                    <a:pt x="239898" y="227744"/>
                  </a:cubicBezTo>
                  <a:cubicBezTo>
                    <a:pt x="226704" y="224942"/>
                    <a:pt x="209230" y="201826"/>
                    <a:pt x="200672" y="190618"/>
                  </a:cubicBezTo>
                  <a:cubicBezTo>
                    <a:pt x="198175" y="187116"/>
                    <a:pt x="180345" y="164000"/>
                    <a:pt x="156453" y="126173"/>
                  </a:cubicBezTo>
                  <a:cubicBezTo>
                    <a:pt x="188191" y="120569"/>
                    <a:pt x="218858" y="107260"/>
                    <a:pt x="218858" y="65581"/>
                  </a:cubicBezTo>
                  <a:cubicBezTo>
                    <a:pt x="218858" y="16896"/>
                    <a:pt x="166438" y="85"/>
                    <a:pt x="124359" y="85"/>
                  </a:cubicBezTo>
                  <a:lnTo>
                    <a:pt x="12386" y="85"/>
                  </a:lnTo>
                  <a:cubicBezTo>
                    <a:pt x="5967" y="85"/>
                    <a:pt x="261" y="85"/>
                    <a:pt x="261" y="6389"/>
                  </a:cubicBezTo>
                  <a:cubicBezTo>
                    <a:pt x="261" y="12343"/>
                    <a:pt x="7037" y="12343"/>
                    <a:pt x="9890" y="12343"/>
                  </a:cubicBezTo>
                  <a:cubicBezTo>
                    <a:pt x="30216" y="12343"/>
                    <a:pt x="31999" y="14795"/>
                    <a:pt x="31999" y="32307"/>
                  </a:cubicBezTo>
                  <a:lnTo>
                    <a:pt x="31999" y="207780"/>
                  </a:lnTo>
                  <a:cubicBezTo>
                    <a:pt x="31999" y="225293"/>
                    <a:pt x="30216" y="227744"/>
                    <a:pt x="9890" y="227744"/>
                  </a:cubicBezTo>
                  <a:cubicBezTo>
                    <a:pt x="7037" y="227744"/>
                    <a:pt x="261" y="227744"/>
                    <a:pt x="261" y="233699"/>
                  </a:cubicBezTo>
                  <a:cubicBezTo>
                    <a:pt x="261" y="240003"/>
                    <a:pt x="5967" y="240003"/>
                    <a:pt x="12386" y="240003"/>
                  </a:cubicBezTo>
                  <a:lnTo>
                    <a:pt x="110095" y="240003"/>
                  </a:lnTo>
                  <a:cubicBezTo>
                    <a:pt x="116514" y="240003"/>
                    <a:pt x="121863" y="240003"/>
                    <a:pt x="121863" y="233699"/>
                  </a:cubicBezTo>
                  <a:cubicBezTo>
                    <a:pt x="121863" y="227744"/>
                    <a:pt x="115800" y="227744"/>
                    <a:pt x="111878" y="227744"/>
                  </a:cubicBezTo>
                  <a:cubicBezTo>
                    <a:pt x="91551" y="227744"/>
                    <a:pt x="90125" y="224942"/>
                    <a:pt x="90125" y="207780"/>
                  </a:cubicBezTo>
                  <a:lnTo>
                    <a:pt x="90125" y="130026"/>
                  </a:lnTo>
                  <a:close/>
                  <a:moveTo>
                    <a:pt x="158949" y="112864"/>
                  </a:moveTo>
                  <a:cubicBezTo>
                    <a:pt x="168934" y="99905"/>
                    <a:pt x="170004" y="81342"/>
                    <a:pt x="170004" y="65931"/>
                  </a:cubicBezTo>
                  <a:cubicBezTo>
                    <a:pt x="170004" y="49119"/>
                    <a:pt x="167864" y="30556"/>
                    <a:pt x="156453" y="16196"/>
                  </a:cubicBezTo>
                  <a:cubicBezTo>
                    <a:pt x="171074" y="19348"/>
                    <a:pt x="206377" y="30206"/>
                    <a:pt x="206377" y="65581"/>
                  </a:cubicBezTo>
                  <a:cubicBezTo>
                    <a:pt x="206377" y="88347"/>
                    <a:pt x="195679" y="106209"/>
                    <a:pt x="158949" y="112864"/>
                  </a:cubicBezTo>
                  <a:close/>
                  <a:moveTo>
                    <a:pt x="90125" y="31257"/>
                  </a:moveTo>
                  <a:cubicBezTo>
                    <a:pt x="90125" y="23901"/>
                    <a:pt x="90125" y="12343"/>
                    <a:pt x="112234" y="12343"/>
                  </a:cubicBezTo>
                  <a:cubicBezTo>
                    <a:pt x="142546" y="12343"/>
                    <a:pt x="157523" y="24602"/>
                    <a:pt x="157523" y="65931"/>
                  </a:cubicBezTo>
                  <a:cubicBezTo>
                    <a:pt x="157523" y="111113"/>
                    <a:pt x="146468" y="117767"/>
                    <a:pt x="90125" y="117767"/>
                  </a:cubicBezTo>
                  <a:lnTo>
                    <a:pt x="90125" y="31257"/>
                  </a:lnTo>
                  <a:close/>
                  <a:moveTo>
                    <a:pt x="41627" y="227744"/>
                  </a:moveTo>
                  <a:cubicBezTo>
                    <a:pt x="44480" y="221440"/>
                    <a:pt x="44480" y="211633"/>
                    <a:pt x="44480" y="208481"/>
                  </a:cubicBezTo>
                  <a:lnTo>
                    <a:pt x="44480" y="31607"/>
                  </a:lnTo>
                  <a:cubicBezTo>
                    <a:pt x="44480" y="28104"/>
                    <a:pt x="44480" y="18648"/>
                    <a:pt x="41627" y="12343"/>
                  </a:cubicBezTo>
                  <a:lnTo>
                    <a:pt x="82280" y="12343"/>
                  </a:lnTo>
                  <a:cubicBezTo>
                    <a:pt x="77644" y="17947"/>
                    <a:pt x="77644" y="24952"/>
                    <a:pt x="77644" y="30206"/>
                  </a:cubicBezTo>
                  <a:lnTo>
                    <a:pt x="77644" y="208481"/>
                  </a:lnTo>
                  <a:cubicBezTo>
                    <a:pt x="77644" y="211983"/>
                    <a:pt x="77644" y="221440"/>
                    <a:pt x="80497" y="227744"/>
                  </a:cubicBezTo>
                  <a:lnTo>
                    <a:pt x="41627" y="227744"/>
                  </a:lnTo>
                  <a:close/>
                  <a:moveTo>
                    <a:pt x="117583" y="130026"/>
                  </a:moveTo>
                  <a:cubicBezTo>
                    <a:pt x="120080" y="129676"/>
                    <a:pt x="121506" y="129325"/>
                    <a:pt x="124359" y="129325"/>
                  </a:cubicBezTo>
                  <a:cubicBezTo>
                    <a:pt x="129708" y="129325"/>
                    <a:pt x="137553" y="128625"/>
                    <a:pt x="142902" y="127924"/>
                  </a:cubicBezTo>
                  <a:cubicBezTo>
                    <a:pt x="148251" y="136330"/>
                    <a:pt x="186764" y="198674"/>
                    <a:pt x="216362" y="227744"/>
                  </a:cubicBezTo>
                  <a:lnTo>
                    <a:pt x="181772" y="227744"/>
                  </a:lnTo>
                  <a:lnTo>
                    <a:pt x="117583" y="130026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B95584FC-4284-E019-FD32-5B61DD505D5D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2370335" y="7666125"/>
              <a:ext cx="128305" cy="172601"/>
            </a:xfrm>
            <a:custGeom>
              <a:avLst/>
              <a:gdLst>
                <a:gd name="connsiteX0" fmla="*/ 127575 w 128305"/>
                <a:gd name="connsiteY0" fmla="*/ 7436 h 172601"/>
                <a:gd name="connsiteX1" fmla="*/ 128574 w 128305"/>
                <a:gd name="connsiteY1" fmla="*/ 3513 h 172601"/>
                <a:gd name="connsiteX2" fmla="*/ 124580 w 128305"/>
                <a:gd name="connsiteY2" fmla="*/ 81 h 172601"/>
                <a:gd name="connsiteX3" fmla="*/ 92628 w 128305"/>
                <a:gd name="connsiteY3" fmla="*/ 2532 h 172601"/>
                <a:gd name="connsiteX4" fmla="*/ 87137 w 128305"/>
                <a:gd name="connsiteY4" fmla="*/ 8171 h 172601"/>
                <a:gd name="connsiteX5" fmla="*/ 93627 w 128305"/>
                <a:gd name="connsiteY5" fmla="*/ 11604 h 172601"/>
                <a:gd name="connsiteX6" fmla="*/ 105609 w 128305"/>
                <a:gd name="connsiteY6" fmla="*/ 15281 h 172601"/>
                <a:gd name="connsiteX7" fmla="*/ 104610 w 128305"/>
                <a:gd name="connsiteY7" fmla="*/ 20675 h 172601"/>
                <a:gd name="connsiteX8" fmla="*/ 90382 w 128305"/>
                <a:gd name="connsiteY8" fmla="*/ 76574 h 172601"/>
                <a:gd name="connsiteX9" fmla="*/ 64671 w 128305"/>
                <a:gd name="connsiteY9" fmla="*/ 62109 h 172601"/>
                <a:gd name="connsiteX10" fmla="*/ 269 w 128305"/>
                <a:gd name="connsiteY10" fmla="*/ 131983 h 172601"/>
                <a:gd name="connsiteX11" fmla="*/ 37961 w 128305"/>
                <a:gd name="connsiteY11" fmla="*/ 172682 h 172601"/>
                <a:gd name="connsiteX12" fmla="*/ 73408 w 128305"/>
                <a:gd name="connsiteY12" fmla="*/ 155520 h 172601"/>
                <a:gd name="connsiteX13" fmla="*/ 99119 w 128305"/>
                <a:gd name="connsiteY13" fmla="*/ 172682 h 172601"/>
                <a:gd name="connsiteX14" fmla="*/ 118839 w 128305"/>
                <a:gd name="connsiteY14" fmla="*/ 159688 h 172601"/>
                <a:gd name="connsiteX15" fmla="*/ 127575 w 128305"/>
                <a:gd name="connsiteY15" fmla="*/ 135170 h 172601"/>
                <a:gd name="connsiteX16" fmla="*/ 123581 w 128305"/>
                <a:gd name="connsiteY16" fmla="*/ 131983 h 172601"/>
                <a:gd name="connsiteX17" fmla="*/ 118090 w 128305"/>
                <a:gd name="connsiteY17" fmla="*/ 139583 h 172601"/>
                <a:gd name="connsiteX18" fmla="*/ 99867 w 128305"/>
                <a:gd name="connsiteY18" fmla="*/ 165817 h 172601"/>
                <a:gd name="connsiteX19" fmla="*/ 91630 w 128305"/>
                <a:gd name="connsiteY19" fmla="*/ 153803 h 172601"/>
                <a:gd name="connsiteX20" fmla="*/ 92878 w 128305"/>
                <a:gd name="connsiteY20" fmla="*/ 143751 h 172601"/>
                <a:gd name="connsiteX21" fmla="*/ 127575 w 128305"/>
                <a:gd name="connsiteY21" fmla="*/ 7436 h 172601"/>
                <a:gd name="connsiteX22" fmla="*/ 74406 w 128305"/>
                <a:gd name="connsiteY22" fmla="*/ 139583 h 172601"/>
                <a:gd name="connsiteX23" fmla="*/ 61675 w 128305"/>
                <a:gd name="connsiteY23" fmla="*/ 156010 h 172601"/>
                <a:gd name="connsiteX24" fmla="*/ 38710 w 128305"/>
                <a:gd name="connsiteY24" fmla="*/ 165817 h 172601"/>
                <a:gd name="connsiteX25" fmla="*/ 20488 w 128305"/>
                <a:gd name="connsiteY25" fmla="*/ 142035 h 172601"/>
                <a:gd name="connsiteX26" fmla="*/ 33468 w 128305"/>
                <a:gd name="connsiteY26" fmla="*/ 92265 h 172601"/>
                <a:gd name="connsiteX27" fmla="*/ 64671 w 128305"/>
                <a:gd name="connsiteY27" fmla="*/ 68974 h 172601"/>
                <a:gd name="connsiteX28" fmla="*/ 86887 w 128305"/>
                <a:gd name="connsiteY28" fmla="*/ 90304 h 172601"/>
                <a:gd name="connsiteX29" fmla="*/ 86138 w 128305"/>
                <a:gd name="connsiteY29" fmla="*/ 93736 h 172601"/>
                <a:gd name="connsiteX30" fmla="*/ 74406 w 128305"/>
                <a:gd name="connsiteY30" fmla="*/ 139583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75" y="7436"/>
                  </a:moveTo>
                  <a:cubicBezTo>
                    <a:pt x="127825" y="6945"/>
                    <a:pt x="128574" y="3758"/>
                    <a:pt x="128574" y="3513"/>
                  </a:cubicBezTo>
                  <a:cubicBezTo>
                    <a:pt x="128574" y="2287"/>
                    <a:pt x="127575" y="81"/>
                    <a:pt x="124580" y="81"/>
                  </a:cubicBezTo>
                  <a:cubicBezTo>
                    <a:pt x="119588" y="81"/>
                    <a:pt x="98869" y="2042"/>
                    <a:pt x="92628" y="2532"/>
                  </a:cubicBezTo>
                  <a:cubicBezTo>
                    <a:pt x="90631" y="2777"/>
                    <a:pt x="87137" y="3023"/>
                    <a:pt x="87137" y="8171"/>
                  </a:cubicBezTo>
                  <a:cubicBezTo>
                    <a:pt x="87137" y="11604"/>
                    <a:pt x="90631" y="11604"/>
                    <a:pt x="93627" y="11604"/>
                  </a:cubicBezTo>
                  <a:cubicBezTo>
                    <a:pt x="105609" y="11604"/>
                    <a:pt x="105609" y="13320"/>
                    <a:pt x="105609" y="15281"/>
                  </a:cubicBezTo>
                  <a:cubicBezTo>
                    <a:pt x="105609" y="16997"/>
                    <a:pt x="105109" y="18468"/>
                    <a:pt x="104610" y="20675"/>
                  </a:cubicBezTo>
                  <a:lnTo>
                    <a:pt x="90382" y="76574"/>
                  </a:lnTo>
                  <a:cubicBezTo>
                    <a:pt x="85140" y="68484"/>
                    <a:pt x="76653" y="62109"/>
                    <a:pt x="64671" y="62109"/>
                  </a:cubicBezTo>
                  <a:cubicBezTo>
                    <a:pt x="32719" y="62109"/>
                    <a:pt x="269" y="96678"/>
                    <a:pt x="269" y="131983"/>
                  </a:cubicBezTo>
                  <a:cubicBezTo>
                    <a:pt x="269" y="155765"/>
                    <a:pt x="16494" y="172682"/>
                    <a:pt x="37961" y="172682"/>
                  </a:cubicBezTo>
                  <a:cubicBezTo>
                    <a:pt x="51441" y="172682"/>
                    <a:pt x="63423" y="165081"/>
                    <a:pt x="73408" y="155520"/>
                  </a:cubicBezTo>
                  <a:cubicBezTo>
                    <a:pt x="78150" y="170230"/>
                    <a:pt x="92628" y="172682"/>
                    <a:pt x="99119" y="172682"/>
                  </a:cubicBezTo>
                  <a:cubicBezTo>
                    <a:pt x="108105" y="172682"/>
                    <a:pt x="114345" y="167288"/>
                    <a:pt x="118839" y="159688"/>
                  </a:cubicBezTo>
                  <a:cubicBezTo>
                    <a:pt x="124330" y="150126"/>
                    <a:pt x="127575" y="136151"/>
                    <a:pt x="127575" y="135170"/>
                  </a:cubicBezTo>
                  <a:cubicBezTo>
                    <a:pt x="127575" y="131983"/>
                    <a:pt x="124330" y="131983"/>
                    <a:pt x="123581" y="131983"/>
                  </a:cubicBezTo>
                  <a:cubicBezTo>
                    <a:pt x="120087" y="131983"/>
                    <a:pt x="119837" y="132964"/>
                    <a:pt x="118090" y="139583"/>
                  </a:cubicBezTo>
                  <a:cubicBezTo>
                    <a:pt x="115094" y="151352"/>
                    <a:pt x="110352" y="165817"/>
                    <a:pt x="99867" y="165817"/>
                  </a:cubicBezTo>
                  <a:cubicBezTo>
                    <a:pt x="93377" y="165817"/>
                    <a:pt x="91630" y="160423"/>
                    <a:pt x="91630" y="153803"/>
                  </a:cubicBezTo>
                  <a:cubicBezTo>
                    <a:pt x="91630" y="149145"/>
                    <a:pt x="92129" y="146939"/>
                    <a:pt x="92878" y="143751"/>
                  </a:cubicBezTo>
                  <a:lnTo>
                    <a:pt x="127575" y="7436"/>
                  </a:lnTo>
                  <a:close/>
                  <a:moveTo>
                    <a:pt x="74406" y="139583"/>
                  </a:moveTo>
                  <a:cubicBezTo>
                    <a:pt x="72659" y="146448"/>
                    <a:pt x="67167" y="151352"/>
                    <a:pt x="61675" y="156010"/>
                  </a:cubicBezTo>
                  <a:cubicBezTo>
                    <a:pt x="59429" y="157971"/>
                    <a:pt x="49444" y="165817"/>
                    <a:pt x="38710" y="165817"/>
                  </a:cubicBezTo>
                  <a:cubicBezTo>
                    <a:pt x="29474" y="165817"/>
                    <a:pt x="20488" y="159442"/>
                    <a:pt x="20488" y="142035"/>
                  </a:cubicBezTo>
                  <a:cubicBezTo>
                    <a:pt x="20488" y="129041"/>
                    <a:pt x="27727" y="102072"/>
                    <a:pt x="33468" y="92265"/>
                  </a:cubicBezTo>
                  <a:cubicBezTo>
                    <a:pt x="44951" y="72651"/>
                    <a:pt x="57681" y="68974"/>
                    <a:pt x="64671" y="68974"/>
                  </a:cubicBezTo>
                  <a:cubicBezTo>
                    <a:pt x="82144" y="68974"/>
                    <a:pt x="86887" y="87607"/>
                    <a:pt x="86887" y="90304"/>
                  </a:cubicBezTo>
                  <a:cubicBezTo>
                    <a:pt x="86887" y="91285"/>
                    <a:pt x="86388" y="93001"/>
                    <a:pt x="86138" y="93736"/>
                  </a:cubicBezTo>
                  <a:lnTo>
                    <a:pt x="74406" y="139583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EECA9743-405A-DEF4-90A6-B820B77D8552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2519782" y="7754667"/>
              <a:ext cx="88793" cy="116631"/>
            </a:xfrm>
            <a:custGeom>
              <a:avLst/>
              <a:gdLst>
                <a:gd name="connsiteX0" fmla="*/ 89067 w 88793"/>
                <a:gd name="connsiteY0" fmla="*/ 82915 h 116631"/>
                <a:gd name="connsiteX1" fmla="*/ 81578 w 88793"/>
                <a:gd name="connsiteY1" fmla="*/ 82915 h 116631"/>
                <a:gd name="connsiteX2" fmla="*/ 76407 w 88793"/>
                <a:gd name="connsiteY2" fmla="*/ 98851 h 116631"/>
                <a:gd name="connsiteX3" fmla="*/ 57329 w 88793"/>
                <a:gd name="connsiteY3" fmla="*/ 99902 h 116631"/>
                <a:gd name="connsiteX4" fmla="*/ 22382 w 88793"/>
                <a:gd name="connsiteY4" fmla="*/ 99902 h 116631"/>
                <a:gd name="connsiteX5" fmla="*/ 58042 w 88793"/>
                <a:gd name="connsiteY5" fmla="*/ 74509 h 116631"/>
                <a:gd name="connsiteX6" fmla="*/ 89067 w 88793"/>
                <a:gd name="connsiteY6" fmla="*/ 34931 h 116631"/>
                <a:gd name="connsiteX7" fmla="*/ 41995 w 88793"/>
                <a:gd name="connsiteY7" fmla="*/ 82 h 116631"/>
                <a:gd name="connsiteX8" fmla="*/ 273 w 88793"/>
                <a:gd name="connsiteY8" fmla="*/ 30903 h 116631"/>
                <a:gd name="connsiteX9" fmla="*/ 10614 w 88793"/>
                <a:gd name="connsiteY9" fmla="*/ 41586 h 116631"/>
                <a:gd name="connsiteX10" fmla="*/ 21134 w 88793"/>
                <a:gd name="connsiteY10" fmla="*/ 31253 h 116631"/>
                <a:gd name="connsiteX11" fmla="*/ 10971 w 88793"/>
                <a:gd name="connsiteY11" fmla="*/ 20921 h 116631"/>
                <a:gd name="connsiteX12" fmla="*/ 38251 w 88793"/>
                <a:gd name="connsiteY12" fmla="*/ 7787 h 116631"/>
                <a:gd name="connsiteX13" fmla="*/ 69988 w 88793"/>
                <a:gd name="connsiteY13" fmla="*/ 35106 h 116631"/>
                <a:gd name="connsiteX14" fmla="*/ 45918 w 88793"/>
                <a:gd name="connsiteY14" fmla="*/ 72407 h 116631"/>
                <a:gd name="connsiteX15" fmla="*/ 2412 w 88793"/>
                <a:gd name="connsiteY15" fmla="*/ 108658 h 116631"/>
                <a:gd name="connsiteX16" fmla="*/ 273 w 88793"/>
                <a:gd name="connsiteY16" fmla="*/ 111460 h 116631"/>
                <a:gd name="connsiteX17" fmla="*/ 273 w 88793"/>
                <a:gd name="connsiteY17" fmla="*/ 116713 h 116631"/>
                <a:gd name="connsiteX18" fmla="*/ 83183 w 88793"/>
                <a:gd name="connsiteY18" fmla="*/ 116713 h 116631"/>
                <a:gd name="connsiteX19" fmla="*/ 89067 w 88793"/>
                <a:gd name="connsiteY19" fmla="*/ 82915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8793" h="116631">
                  <a:moveTo>
                    <a:pt x="89067" y="82915"/>
                  </a:moveTo>
                  <a:lnTo>
                    <a:pt x="81578" y="82915"/>
                  </a:lnTo>
                  <a:cubicBezTo>
                    <a:pt x="81043" y="86242"/>
                    <a:pt x="79260" y="97100"/>
                    <a:pt x="76407" y="98851"/>
                  </a:cubicBezTo>
                  <a:cubicBezTo>
                    <a:pt x="74981" y="99902"/>
                    <a:pt x="60003" y="99902"/>
                    <a:pt x="57329" y="99902"/>
                  </a:cubicBezTo>
                  <a:lnTo>
                    <a:pt x="22382" y="99902"/>
                  </a:lnTo>
                  <a:cubicBezTo>
                    <a:pt x="34150" y="91321"/>
                    <a:pt x="47344" y="81514"/>
                    <a:pt x="58042" y="74509"/>
                  </a:cubicBezTo>
                  <a:cubicBezTo>
                    <a:pt x="74089" y="63651"/>
                    <a:pt x="89067" y="53494"/>
                    <a:pt x="89067" y="34931"/>
                  </a:cubicBezTo>
                  <a:cubicBezTo>
                    <a:pt x="89067" y="12515"/>
                    <a:pt x="67492" y="82"/>
                    <a:pt x="41995" y="82"/>
                  </a:cubicBezTo>
                  <a:cubicBezTo>
                    <a:pt x="17924" y="82"/>
                    <a:pt x="273" y="13741"/>
                    <a:pt x="273" y="30903"/>
                  </a:cubicBezTo>
                  <a:cubicBezTo>
                    <a:pt x="273" y="40010"/>
                    <a:pt x="8118" y="41586"/>
                    <a:pt x="10614" y="41586"/>
                  </a:cubicBezTo>
                  <a:cubicBezTo>
                    <a:pt x="15428" y="41586"/>
                    <a:pt x="21134" y="38433"/>
                    <a:pt x="21134" y="31253"/>
                  </a:cubicBezTo>
                  <a:cubicBezTo>
                    <a:pt x="21134" y="24949"/>
                    <a:pt x="16498" y="21447"/>
                    <a:pt x="10971" y="20921"/>
                  </a:cubicBezTo>
                  <a:cubicBezTo>
                    <a:pt x="15963" y="13041"/>
                    <a:pt x="26305" y="7787"/>
                    <a:pt x="38251" y="7787"/>
                  </a:cubicBezTo>
                  <a:cubicBezTo>
                    <a:pt x="55546" y="7787"/>
                    <a:pt x="69988" y="17944"/>
                    <a:pt x="69988" y="35106"/>
                  </a:cubicBezTo>
                  <a:cubicBezTo>
                    <a:pt x="69988" y="49816"/>
                    <a:pt x="59647" y="61024"/>
                    <a:pt x="45918" y="72407"/>
                  </a:cubicBezTo>
                  <a:lnTo>
                    <a:pt x="2412" y="108658"/>
                  </a:lnTo>
                  <a:cubicBezTo>
                    <a:pt x="629" y="110234"/>
                    <a:pt x="451" y="110234"/>
                    <a:pt x="273" y="111460"/>
                  </a:cubicBezTo>
                  <a:lnTo>
                    <a:pt x="273" y="116713"/>
                  </a:lnTo>
                  <a:lnTo>
                    <a:pt x="83183" y="116713"/>
                  </a:lnTo>
                  <a:lnTo>
                    <a:pt x="89067" y="8291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7BDA809-74C2-472D-DBE5-F1B54A7931F7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2687165" y="7709275"/>
              <a:ext cx="133797" cy="131166"/>
            </a:xfrm>
            <a:custGeom>
              <a:avLst/>
              <a:gdLst>
                <a:gd name="connsiteX0" fmla="*/ 130579 w 133797"/>
                <a:gd name="connsiteY0" fmla="*/ 12094 h 131166"/>
                <a:gd name="connsiteX1" fmla="*/ 134074 w 133797"/>
                <a:gd name="connsiteY1" fmla="*/ 6210 h 131166"/>
                <a:gd name="connsiteX2" fmla="*/ 128083 w 133797"/>
                <a:gd name="connsiteY2" fmla="*/ 81 h 131166"/>
                <a:gd name="connsiteX3" fmla="*/ 121842 w 133797"/>
                <a:gd name="connsiteY3" fmla="*/ 3758 h 131166"/>
                <a:gd name="connsiteX4" fmla="*/ 67175 w 133797"/>
                <a:gd name="connsiteY4" fmla="*/ 57206 h 131166"/>
                <a:gd name="connsiteX5" fmla="*/ 12258 w 133797"/>
                <a:gd name="connsiteY5" fmla="*/ 3513 h 131166"/>
                <a:gd name="connsiteX6" fmla="*/ 6517 w 133797"/>
                <a:gd name="connsiteY6" fmla="*/ 81 h 131166"/>
                <a:gd name="connsiteX7" fmla="*/ 277 w 133797"/>
                <a:gd name="connsiteY7" fmla="*/ 6210 h 131166"/>
                <a:gd name="connsiteX8" fmla="*/ 4021 w 133797"/>
                <a:gd name="connsiteY8" fmla="*/ 12094 h 131166"/>
                <a:gd name="connsiteX9" fmla="*/ 58438 w 133797"/>
                <a:gd name="connsiteY9" fmla="*/ 65541 h 131166"/>
                <a:gd name="connsiteX10" fmla="*/ 4021 w 133797"/>
                <a:gd name="connsiteY10" fmla="*/ 118989 h 131166"/>
                <a:gd name="connsiteX11" fmla="*/ 277 w 133797"/>
                <a:gd name="connsiteY11" fmla="*/ 125118 h 131166"/>
                <a:gd name="connsiteX12" fmla="*/ 6517 w 133797"/>
                <a:gd name="connsiteY12" fmla="*/ 131248 h 131166"/>
                <a:gd name="connsiteX13" fmla="*/ 12258 w 133797"/>
                <a:gd name="connsiteY13" fmla="*/ 127815 h 131166"/>
                <a:gd name="connsiteX14" fmla="*/ 67175 w 133797"/>
                <a:gd name="connsiteY14" fmla="*/ 74123 h 131166"/>
                <a:gd name="connsiteX15" fmla="*/ 124089 w 133797"/>
                <a:gd name="connsiteY15" fmla="*/ 130022 h 131166"/>
                <a:gd name="connsiteX16" fmla="*/ 128083 w 133797"/>
                <a:gd name="connsiteY16" fmla="*/ 131248 h 131166"/>
                <a:gd name="connsiteX17" fmla="*/ 134074 w 133797"/>
                <a:gd name="connsiteY17" fmla="*/ 125118 h 131166"/>
                <a:gd name="connsiteX18" fmla="*/ 132825 w 133797"/>
                <a:gd name="connsiteY18" fmla="*/ 121931 h 131166"/>
                <a:gd name="connsiteX19" fmla="*/ 75912 w 133797"/>
                <a:gd name="connsiteY19" fmla="*/ 65787 h 131166"/>
                <a:gd name="connsiteX20" fmla="*/ 130579 w 133797"/>
                <a:gd name="connsiteY20" fmla="*/ 12094 h 1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3797" h="131166">
                  <a:moveTo>
                    <a:pt x="130579" y="12094"/>
                  </a:moveTo>
                  <a:cubicBezTo>
                    <a:pt x="133325" y="9397"/>
                    <a:pt x="134074" y="7926"/>
                    <a:pt x="134074" y="6210"/>
                  </a:cubicBezTo>
                  <a:cubicBezTo>
                    <a:pt x="134074" y="2287"/>
                    <a:pt x="130829" y="81"/>
                    <a:pt x="128083" y="81"/>
                  </a:cubicBezTo>
                  <a:cubicBezTo>
                    <a:pt x="125586" y="81"/>
                    <a:pt x="124838" y="816"/>
                    <a:pt x="121842" y="3758"/>
                  </a:cubicBezTo>
                  <a:lnTo>
                    <a:pt x="67175" y="57206"/>
                  </a:lnTo>
                  <a:lnTo>
                    <a:pt x="12258" y="3513"/>
                  </a:lnTo>
                  <a:cubicBezTo>
                    <a:pt x="9762" y="1061"/>
                    <a:pt x="8764" y="81"/>
                    <a:pt x="6517" y="81"/>
                  </a:cubicBezTo>
                  <a:cubicBezTo>
                    <a:pt x="3022" y="81"/>
                    <a:pt x="277" y="2777"/>
                    <a:pt x="277" y="6210"/>
                  </a:cubicBezTo>
                  <a:cubicBezTo>
                    <a:pt x="277" y="8416"/>
                    <a:pt x="1025" y="9152"/>
                    <a:pt x="4021" y="12094"/>
                  </a:cubicBezTo>
                  <a:lnTo>
                    <a:pt x="58438" y="65541"/>
                  </a:lnTo>
                  <a:lnTo>
                    <a:pt x="4021" y="118989"/>
                  </a:lnTo>
                  <a:cubicBezTo>
                    <a:pt x="526" y="122421"/>
                    <a:pt x="277" y="123647"/>
                    <a:pt x="277" y="125118"/>
                  </a:cubicBezTo>
                  <a:cubicBezTo>
                    <a:pt x="277" y="128551"/>
                    <a:pt x="3022" y="131248"/>
                    <a:pt x="6517" y="131248"/>
                  </a:cubicBezTo>
                  <a:cubicBezTo>
                    <a:pt x="8764" y="131248"/>
                    <a:pt x="9513" y="130512"/>
                    <a:pt x="12258" y="127815"/>
                  </a:cubicBezTo>
                  <a:lnTo>
                    <a:pt x="67175" y="74123"/>
                  </a:lnTo>
                  <a:lnTo>
                    <a:pt x="124089" y="130022"/>
                  </a:lnTo>
                  <a:cubicBezTo>
                    <a:pt x="125337" y="130757"/>
                    <a:pt x="126585" y="131248"/>
                    <a:pt x="128083" y="131248"/>
                  </a:cubicBezTo>
                  <a:cubicBezTo>
                    <a:pt x="130829" y="131248"/>
                    <a:pt x="134074" y="129041"/>
                    <a:pt x="134074" y="125118"/>
                  </a:cubicBezTo>
                  <a:cubicBezTo>
                    <a:pt x="134074" y="123157"/>
                    <a:pt x="133574" y="122667"/>
                    <a:pt x="132825" y="121931"/>
                  </a:cubicBezTo>
                  <a:cubicBezTo>
                    <a:pt x="132326" y="120950"/>
                    <a:pt x="83900" y="73387"/>
                    <a:pt x="75912" y="65787"/>
                  </a:cubicBezTo>
                  <a:lnTo>
                    <a:pt x="130579" y="12094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A1535A1-851A-9888-82B1-8EA41DDA7AC2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2880837" y="7666125"/>
              <a:ext cx="128305" cy="172601"/>
            </a:xfrm>
            <a:custGeom>
              <a:avLst/>
              <a:gdLst>
                <a:gd name="connsiteX0" fmla="*/ 127590 w 128305"/>
                <a:gd name="connsiteY0" fmla="*/ 7436 h 172601"/>
                <a:gd name="connsiteX1" fmla="*/ 128588 w 128305"/>
                <a:gd name="connsiteY1" fmla="*/ 3513 h 172601"/>
                <a:gd name="connsiteX2" fmla="*/ 124594 w 128305"/>
                <a:gd name="connsiteY2" fmla="*/ 81 h 172601"/>
                <a:gd name="connsiteX3" fmla="*/ 92643 w 128305"/>
                <a:gd name="connsiteY3" fmla="*/ 2532 h 172601"/>
                <a:gd name="connsiteX4" fmla="*/ 87151 w 128305"/>
                <a:gd name="connsiteY4" fmla="*/ 8171 h 172601"/>
                <a:gd name="connsiteX5" fmla="*/ 93641 w 128305"/>
                <a:gd name="connsiteY5" fmla="*/ 11604 h 172601"/>
                <a:gd name="connsiteX6" fmla="*/ 105623 w 128305"/>
                <a:gd name="connsiteY6" fmla="*/ 15281 h 172601"/>
                <a:gd name="connsiteX7" fmla="*/ 104624 w 128305"/>
                <a:gd name="connsiteY7" fmla="*/ 20675 h 172601"/>
                <a:gd name="connsiteX8" fmla="*/ 90396 w 128305"/>
                <a:gd name="connsiteY8" fmla="*/ 76574 h 172601"/>
                <a:gd name="connsiteX9" fmla="*/ 64685 w 128305"/>
                <a:gd name="connsiteY9" fmla="*/ 62109 h 172601"/>
                <a:gd name="connsiteX10" fmla="*/ 283 w 128305"/>
                <a:gd name="connsiteY10" fmla="*/ 131983 h 172601"/>
                <a:gd name="connsiteX11" fmla="*/ 37976 w 128305"/>
                <a:gd name="connsiteY11" fmla="*/ 172682 h 172601"/>
                <a:gd name="connsiteX12" fmla="*/ 73422 w 128305"/>
                <a:gd name="connsiteY12" fmla="*/ 155520 h 172601"/>
                <a:gd name="connsiteX13" fmla="*/ 99133 w 128305"/>
                <a:gd name="connsiteY13" fmla="*/ 172682 h 172601"/>
                <a:gd name="connsiteX14" fmla="*/ 118853 w 128305"/>
                <a:gd name="connsiteY14" fmla="*/ 159688 h 172601"/>
                <a:gd name="connsiteX15" fmla="*/ 127590 w 128305"/>
                <a:gd name="connsiteY15" fmla="*/ 135170 h 172601"/>
                <a:gd name="connsiteX16" fmla="*/ 123596 w 128305"/>
                <a:gd name="connsiteY16" fmla="*/ 131983 h 172601"/>
                <a:gd name="connsiteX17" fmla="*/ 118104 w 128305"/>
                <a:gd name="connsiteY17" fmla="*/ 139583 h 172601"/>
                <a:gd name="connsiteX18" fmla="*/ 99882 w 128305"/>
                <a:gd name="connsiteY18" fmla="*/ 165817 h 172601"/>
                <a:gd name="connsiteX19" fmla="*/ 91644 w 128305"/>
                <a:gd name="connsiteY19" fmla="*/ 153803 h 172601"/>
                <a:gd name="connsiteX20" fmla="*/ 92892 w 128305"/>
                <a:gd name="connsiteY20" fmla="*/ 143751 h 172601"/>
                <a:gd name="connsiteX21" fmla="*/ 127590 w 128305"/>
                <a:gd name="connsiteY21" fmla="*/ 7436 h 172601"/>
                <a:gd name="connsiteX22" fmla="*/ 74420 w 128305"/>
                <a:gd name="connsiteY22" fmla="*/ 139583 h 172601"/>
                <a:gd name="connsiteX23" fmla="*/ 61690 w 128305"/>
                <a:gd name="connsiteY23" fmla="*/ 156010 h 172601"/>
                <a:gd name="connsiteX24" fmla="*/ 38724 w 128305"/>
                <a:gd name="connsiteY24" fmla="*/ 165817 h 172601"/>
                <a:gd name="connsiteX25" fmla="*/ 20502 w 128305"/>
                <a:gd name="connsiteY25" fmla="*/ 142035 h 172601"/>
                <a:gd name="connsiteX26" fmla="*/ 33482 w 128305"/>
                <a:gd name="connsiteY26" fmla="*/ 92265 h 172601"/>
                <a:gd name="connsiteX27" fmla="*/ 64685 w 128305"/>
                <a:gd name="connsiteY27" fmla="*/ 68974 h 172601"/>
                <a:gd name="connsiteX28" fmla="*/ 86901 w 128305"/>
                <a:gd name="connsiteY28" fmla="*/ 90304 h 172601"/>
                <a:gd name="connsiteX29" fmla="*/ 86153 w 128305"/>
                <a:gd name="connsiteY29" fmla="*/ 93736 h 172601"/>
                <a:gd name="connsiteX30" fmla="*/ 74420 w 128305"/>
                <a:gd name="connsiteY30" fmla="*/ 139583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90" y="7436"/>
                  </a:moveTo>
                  <a:cubicBezTo>
                    <a:pt x="127839" y="6945"/>
                    <a:pt x="128588" y="3758"/>
                    <a:pt x="128588" y="3513"/>
                  </a:cubicBezTo>
                  <a:cubicBezTo>
                    <a:pt x="128588" y="2287"/>
                    <a:pt x="127590" y="81"/>
                    <a:pt x="124594" y="81"/>
                  </a:cubicBezTo>
                  <a:cubicBezTo>
                    <a:pt x="119602" y="81"/>
                    <a:pt x="98883" y="2042"/>
                    <a:pt x="92643" y="2532"/>
                  </a:cubicBezTo>
                  <a:cubicBezTo>
                    <a:pt x="90646" y="2777"/>
                    <a:pt x="87151" y="3023"/>
                    <a:pt x="87151" y="8171"/>
                  </a:cubicBezTo>
                  <a:cubicBezTo>
                    <a:pt x="87151" y="11604"/>
                    <a:pt x="90646" y="11604"/>
                    <a:pt x="93641" y="11604"/>
                  </a:cubicBezTo>
                  <a:cubicBezTo>
                    <a:pt x="105623" y="11604"/>
                    <a:pt x="105623" y="13320"/>
                    <a:pt x="105623" y="15281"/>
                  </a:cubicBezTo>
                  <a:cubicBezTo>
                    <a:pt x="105623" y="16997"/>
                    <a:pt x="105124" y="18468"/>
                    <a:pt x="104624" y="20675"/>
                  </a:cubicBezTo>
                  <a:lnTo>
                    <a:pt x="90396" y="76574"/>
                  </a:lnTo>
                  <a:cubicBezTo>
                    <a:pt x="85154" y="68484"/>
                    <a:pt x="76667" y="62109"/>
                    <a:pt x="64685" y="62109"/>
                  </a:cubicBezTo>
                  <a:cubicBezTo>
                    <a:pt x="32734" y="62109"/>
                    <a:pt x="283" y="96678"/>
                    <a:pt x="283" y="131983"/>
                  </a:cubicBezTo>
                  <a:cubicBezTo>
                    <a:pt x="283" y="155765"/>
                    <a:pt x="16508" y="172682"/>
                    <a:pt x="37976" y="172682"/>
                  </a:cubicBezTo>
                  <a:cubicBezTo>
                    <a:pt x="51455" y="172682"/>
                    <a:pt x="63437" y="165081"/>
                    <a:pt x="73422" y="155520"/>
                  </a:cubicBezTo>
                  <a:cubicBezTo>
                    <a:pt x="78165" y="170230"/>
                    <a:pt x="92643" y="172682"/>
                    <a:pt x="99133" y="172682"/>
                  </a:cubicBezTo>
                  <a:cubicBezTo>
                    <a:pt x="108119" y="172682"/>
                    <a:pt x="114360" y="167288"/>
                    <a:pt x="118853" y="159688"/>
                  </a:cubicBezTo>
                  <a:cubicBezTo>
                    <a:pt x="124345" y="150126"/>
                    <a:pt x="127590" y="136151"/>
                    <a:pt x="127590" y="135170"/>
                  </a:cubicBezTo>
                  <a:cubicBezTo>
                    <a:pt x="127590" y="131983"/>
                    <a:pt x="124345" y="131983"/>
                    <a:pt x="123596" y="131983"/>
                  </a:cubicBezTo>
                  <a:cubicBezTo>
                    <a:pt x="120101" y="131983"/>
                    <a:pt x="119851" y="132964"/>
                    <a:pt x="118104" y="139583"/>
                  </a:cubicBezTo>
                  <a:cubicBezTo>
                    <a:pt x="115109" y="151352"/>
                    <a:pt x="110366" y="165817"/>
                    <a:pt x="99882" y="165817"/>
                  </a:cubicBezTo>
                  <a:cubicBezTo>
                    <a:pt x="93392" y="165817"/>
                    <a:pt x="91644" y="160423"/>
                    <a:pt x="91644" y="153803"/>
                  </a:cubicBezTo>
                  <a:cubicBezTo>
                    <a:pt x="91644" y="149145"/>
                    <a:pt x="92143" y="146939"/>
                    <a:pt x="92892" y="143751"/>
                  </a:cubicBezTo>
                  <a:lnTo>
                    <a:pt x="127590" y="7436"/>
                  </a:lnTo>
                  <a:close/>
                  <a:moveTo>
                    <a:pt x="74420" y="139583"/>
                  </a:moveTo>
                  <a:cubicBezTo>
                    <a:pt x="72673" y="146448"/>
                    <a:pt x="67181" y="151352"/>
                    <a:pt x="61690" y="156010"/>
                  </a:cubicBezTo>
                  <a:cubicBezTo>
                    <a:pt x="59443" y="157971"/>
                    <a:pt x="49458" y="165817"/>
                    <a:pt x="38724" y="165817"/>
                  </a:cubicBezTo>
                  <a:cubicBezTo>
                    <a:pt x="29488" y="165817"/>
                    <a:pt x="20502" y="159442"/>
                    <a:pt x="20502" y="142035"/>
                  </a:cubicBezTo>
                  <a:cubicBezTo>
                    <a:pt x="20502" y="129041"/>
                    <a:pt x="27741" y="102072"/>
                    <a:pt x="33482" y="92265"/>
                  </a:cubicBezTo>
                  <a:cubicBezTo>
                    <a:pt x="44965" y="72651"/>
                    <a:pt x="57696" y="68974"/>
                    <a:pt x="64685" y="68974"/>
                  </a:cubicBezTo>
                  <a:cubicBezTo>
                    <a:pt x="82159" y="68974"/>
                    <a:pt x="86901" y="87607"/>
                    <a:pt x="86901" y="90304"/>
                  </a:cubicBezTo>
                  <a:cubicBezTo>
                    <a:pt x="86901" y="91285"/>
                    <a:pt x="86402" y="93001"/>
                    <a:pt x="86153" y="93736"/>
                  </a:cubicBezTo>
                  <a:lnTo>
                    <a:pt x="74420" y="139583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6F624DEE-4C4D-8F5A-BC44-C89BDA092553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3039556" y="7754667"/>
              <a:ext cx="73281" cy="116631"/>
            </a:xfrm>
            <a:custGeom>
              <a:avLst/>
              <a:gdLst>
                <a:gd name="connsiteX0" fmla="*/ 45754 w 73281"/>
                <a:gd name="connsiteY0" fmla="*/ 5335 h 116631"/>
                <a:gd name="connsiteX1" fmla="*/ 39335 w 73281"/>
                <a:gd name="connsiteY1" fmla="*/ 82 h 116631"/>
                <a:gd name="connsiteX2" fmla="*/ 3318 w 73281"/>
                <a:gd name="connsiteY2" fmla="*/ 11289 h 116631"/>
                <a:gd name="connsiteX3" fmla="*/ 287 w 73281"/>
                <a:gd name="connsiteY3" fmla="*/ 11289 h 116631"/>
                <a:gd name="connsiteX4" fmla="*/ 287 w 73281"/>
                <a:gd name="connsiteY4" fmla="*/ 18995 h 116631"/>
                <a:gd name="connsiteX5" fmla="*/ 3318 w 73281"/>
                <a:gd name="connsiteY5" fmla="*/ 18995 h 116631"/>
                <a:gd name="connsiteX6" fmla="*/ 29350 w 73281"/>
                <a:gd name="connsiteY6" fmla="*/ 14091 h 116631"/>
                <a:gd name="connsiteX7" fmla="*/ 29350 w 73281"/>
                <a:gd name="connsiteY7" fmla="*/ 101653 h 116631"/>
                <a:gd name="connsiteX8" fmla="*/ 10450 w 73281"/>
                <a:gd name="connsiteY8" fmla="*/ 109008 h 116631"/>
                <a:gd name="connsiteX9" fmla="*/ 1535 w 73281"/>
                <a:gd name="connsiteY9" fmla="*/ 109008 h 116631"/>
                <a:gd name="connsiteX10" fmla="*/ 1535 w 73281"/>
                <a:gd name="connsiteY10" fmla="*/ 116713 h 116631"/>
                <a:gd name="connsiteX11" fmla="*/ 37552 w 73281"/>
                <a:gd name="connsiteY11" fmla="*/ 116013 h 116631"/>
                <a:gd name="connsiteX12" fmla="*/ 73569 w 73281"/>
                <a:gd name="connsiteY12" fmla="*/ 116713 h 116631"/>
                <a:gd name="connsiteX13" fmla="*/ 73569 w 73281"/>
                <a:gd name="connsiteY13" fmla="*/ 109008 h 116631"/>
                <a:gd name="connsiteX14" fmla="*/ 64654 w 73281"/>
                <a:gd name="connsiteY14" fmla="*/ 109008 h 116631"/>
                <a:gd name="connsiteX15" fmla="*/ 45754 w 73281"/>
                <a:gd name="connsiteY15" fmla="*/ 101653 h 116631"/>
                <a:gd name="connsiteX16" fmla="*/ 45754 w 73281"/>
                <a:gd name="connsiteY16" fmla="*/ 5335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281" h="116631">
                  <a:moveTo>
                    <a:pt x="45754" y="5335"/>
                  </a:moveTo>
                  <a:cubicBezTo>
                    <a:pt x="45754" y="82"/>
                    <a:pt x="45219" y="82"/>
                    <a:pt x="39335" y="82"/>
                  </a:cubicBezTo>
                  <a:cubicBezTo>
                    <a:pt x="26675" y="11289"/>
                    <a:pt x="6884" y="11289"/>
                    <a:pt x="3318" y="11289"/>
                  </a:cubicBezTo>
                  <a:lnTo>
                    <a:pt x="287" y="11289"/>
                  </a:lnTo>
                  <a:lnTo>
                    <a:pt x="287" y="18995"/>
                  </a:lnTo>
                  <a:lnTo>
                    <a:pt x="3318" y="18995"/>
                  </a:lnTo>
                  <a:cubicBezTo>
                    <a:pt x="7419" y="18995"/>
                    <a:pt x="19009" y="18469"/>
                    <a:pt x="29350" y="14091"/>
                  </a:cubicBezTo>
                  <a:lnTo>
                    <a:pt x="29350" y="101653"/>
                  </a:lnTo>
                  <a:cubicBezTo>
                    <a:pt x="29350" y="107082"/>
                    <a:pt x="29350" y="109008"/>
                    <a:pt x="10450" y="109008"/>
                  </a:cubicBezTo>
                  <a:lnTo>
                    <a:pt x="1535" y="109008"/>
                  </a:lnTo>
                  <a:lnTo>
                    <a:pt x="1535" y="116713"/>
                  </a:lnTo>
                  <a:cubicBezTo>
                    <a:pt x="11342" y="116013"/>
                    <a:pt x="27210" y="116013"/>
                    <a:pt x="37552" y="116013"/>
                  </a:cubicBezTo>
                  <a:cubicBezTo>
                    <a:pt x="47893" y="116013"/>
                    <a:pt x="63762" y="116013"/>
                    <a:pt x="73569" y="116713"/>
                  </a:cubicBezTo>
                  <a:lnTo>
                    <a:pt x="73569" y="109008"/>
                  </a:lnTo>
                  <a:lnTo>
                    <a:pt x="64654" y="109008"/>
                  </a:lnTo>
                  <a:cubicBezTo>
                    <a:pt x="45754" y="109008"/>
                    <a:pt x="45754" y="107082"/>
                    <a:pt x="45754" y="101653"/>
                  </a:cubicBezTo>
                  <a:lnTo>
                    <a:pt x="45754" y="533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B2B53AC2-0A84-E292-AAD5-5D44AC11EBDC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9076156" y="8317826"/>
              <a:ext cx="264241" cy="312068"/>
            </a:xfrm>
            <a:custGeom>
              <a:avLst/>
              <a:gdLst>
                <a:gd name="connsiteX0" fmla="*/ 188462 w 264241"/>
                <a:gd name="connsiteY0" fmla="*/ 237918 h 312068"/>
                <a:gd name="connsiteX1" fmla="*/ 262279 w 264241"/>
                <a:gd name="connsiteY1" fmla="*/ 125489 h 312068"/>
                <a:gd name="connsiteX2" fmla="*/ 131406 w 264241"/>
                <a:gd name="connsiteY2" fmla="*/ 101 h 312068"/>
                <a:gd name="connsiteX3" fmla="*/ 176 w 264241"/>
                <a:gd name="connsiteY3" fmla="*/ 125489 h 312068"/>
                <a:gd name="connsiteX4" fmla="*/ 131406 w 264241"/>
                <a:gd name="connsiteY4" fmla="*/ 248075 h 312068"/>
                <a:gd name="connsiteX5" fmla="*/ 165283 w 264241"/>
                <a:gd name="connsiteY5" fmla="*/ 244923 h 312068"/>
                <a:gd name="connsiteX6" fmla="*/ 215564 w 264241"/>
                <a:gd name="connsiteY6" fmla="*/ 312170 h 312068"/>
                <a:gd name="connsiteX7" fmla="*/ 264418 w 264241"/>
                <a:gd name="connsiteY7" fmla="*/ 247024 h 312068"/>
                <a:gd name="connsiteX8" fmla="*/ 257999 w 264241"/>
                <a:gd name="connsiteY8" fmla="*/ 237918 h 312068"/>
                <a:gd name="connsiteX9" fmla="*/ 251581 w 264241"/>
                <a:gd name="connsiteY9" fmla="*/ 244923 h 312068"/>
                <a:gd name="connsiteX10" fmla="*/ 221269 w 264241"/>
                <a:gd name="connsiteY10" fmla="*/ 258583 h 312068"/>
                <a:gd name="connsiteX11" fmla="*/ 188462 w 264241"/>
                <a:gd name="connsiteY11" fmla="*/ 237918 h 312068"/>
                <a:gd name="connsiteX12" fmla="*/ 97529 w 264241"/>
                <a:gd name="connsiteY12" fmla="*/ 226360 h 312068"/>
                <a:gd name="connsiteX13" fmla="*/ 52597 w 264241"/>
                <a:gd name="connsiteY13" fmla="*/ 125139 h 312068"/>
                <a:gd name="connsiteX14" fmla="*/ 65791 w 264241"/>
                <a:gd name="connsiteY14" fmla="*/ 52988 h 312068"/>
                <a:gd name="connsiteX15" fmla="*/ 131049 w 264241"/>
                <a:gd name="connsiteY15" fmla="*/ 14111 h 312068"/>
                <a:gd name="connsiteX16" fmla="*/ 195238 w 264241"/>
                <a:gd name="connsiteY16" fmla="*/ 50887 h 312068"/>
                <a:gd name="connsiteX17" fmla="*/ 209858 w 264241"/>
                <a:gd name="connsiteY17" fmla="*/ 125139 h 312068"/>
                <a:gd name="connsiteX18" fmla="*/ 175624 w 264241"/>
                <a:gd name="connsiteY18" fmla="*/ 220056 h 312068"/>
                <a:gd name="connsiteX19" fmla="*/ 131049 w 264241"/>
                <a:gd name="connsiteY19" fmla="*/ 189934 h 312068"/>
                <a:gd name="connsiteX20" fmla="*/ 96459 w 264241"/>
                <a:gd name="connsiteY20" fmla="*/ 218655 h 312068"/>
                <a:gd name="connsiteX21" fmla="*/ 97529 w 264241"/>
                <a:gd name="connsiteY21" fmla="*/ 226360 h 312068"/>
                <a:gd name="connsiteX22" fmla="*/ 160647 w 264241"/>
                <a:gd name="connsiteY22" fmla="*/ 228461 h 312068"/>
                <a:gd name="connsiteX23" fmla="*/ 131406 w 264241"/>
                <a:gd name="connsiteY23" fmla="*/ 234065 h 312068"/>
                <a:gd name="connsiteX24" fmla="*/ 109296 w 264241"/>
                <a:gd name="connsiteY24" fmla="*/ 218655 h 312068"/>
                <a:gd name="connsiteX25" fmla="*/ 131406 w 264241"/>
                <a:gd name="connsiteY25" fmla="*/ 202543 h 312068"/>
                <a:gd name="connsiteX26" fmla="*/ 160647 w 264241"/>
                <a:gd name="connsiteY26" fmla="*/ 228461 h 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4241" h="312068">
                  <a:moveTo>
                    <a:pt x="188462" y="237918"/>
                  </a:moveTo>
                  <a:cubicBezTo>
                    <a:pt x="246945" y="215502"/>
                    <a:pt x="262279" y="163666"/>
                    <a:pt x="262279" y="125489"/>
                  </a:cubicBezTo>
                  <a:cubicBezTo>
                    <a:pt x="262279" y="49836"/>
                    <a:pt x="210571" y="101"/>
                    <a:pt x="131406" y="101"/>
                  </a:cubicBezTo>
                  <a:cubicBezTo>
                    <a:pt x="49744" y="101"/>
                    <a:pt x="176" y="51938"/>
                    <a:pt x="176" y="125489"/>
                  </a:cubicBezTo>
                  <a:cubicBezTo>
                    <a:pt x="176" y="196939"/>
                    <a:pt x="48674" y="248075"/>
                    <a:pt x="131406" y="248075"/>
                  </a:cubicBezTo>
                  <a:cubicBezTo>
                    <a:pt x="139251" y="248075"/>
                    <a:pt x="151019" y="247725"/>
                    <a:pt x="165283" y="244923"/>
                  </a:cubicBezTo>
                  <a:cubicBezTo>
                    <a:pt x="175268" y="284501"/>
                    <a:pt x="182400" y="312170"/>
                    <a:pt x="215564" y="312170"/>
                  </a:cubicBezTo>
                  <a:cubicBezTo>
                    <a:pt x="251937" y="312170"/>
                    <a:pt x="264418" y="270841"/>
                    <a:pt x="264418" y="247024"/>
                  </a:cubicBezTo>
                  <a:cubicBezTo>
                    <a:pt x="264418" y="244222"/>
                    <a:pt x="264418" y="237918"/>
                    <a:pt x="257999" y="237918"/>
                  </a:cubicBezTo>
                  <a:cubicBezTo>
                    <a:pt x="252650" y="237918"/>
                    <a:pt x="251937" y="242471"/>
                    <a:pt x="251581" y="244923"/>
                  </a:cubicBezTo>
                  <a:cubicBezTo>
                    <a:pt x="249441" y="258232"/>
                    <a:pt x="227332" y="258583"/>
                    <a:pt x="221269" y="258583"/>
                  </a:cubicBezTo>
                  <a:cubicBezTo>
                    <a:pt x="213068" y="258583"/>
                    <a:pt x="202370" y="258583"/>
                    <a:pt x="188462" y="237918"/>
                  </a:cubicBezTo>
                  <a:close/>
                  <a:moveTo>
                    <a:pt x="97529" y="226360"/>
                  </a:moveTo>
                  <a:cubicBezTo>
                    <a:pt x="53667" y="205695"/>
                    <a:pt x="52597" y="152458"/>
                    <a:pt x="52597" y="125139"/>
                  </a:cubicBezTo>
                  <a:cubicBezTo>
                    <a:pt x="52597" y="111129"/>
                    <a:pt x="52597" y="77856"/>
                    <a:pt x="65791" y="52988"/>
                  </a:cubicBezTo>
                  <a:cubicBezTo>
                    <a:pt x="84334" y="19365"/>
                    <a:pt x="115002" y="14111"/>
                    <a:pt x="131049" y="14111"/>
                  </a:cubicBezTo>
                  <a:cubicBezTo>
                    <a:pt x="150306" y="14111"/>
                    <a:pt x="178121" y="21116"/>
                    <a:pt x="195238" y="50887"/>
                  </a:cubicBezTo>
                  <a:cubicBezTo>
                    <a:pt x="208788" y="74353"/>
                    <a:pt x="209858" y="104474"/>
                    <a:pt x="209858" y="125139"/>
                  </a:cubicBezTo>
                  <a:cubicBezTo>
                    <a:pt x="209858" y="144753"/>
                    <a:pt x="209858" y="196939"/>
                    <a:pt x="175624" y="220056"/>
                  </a:cubicBezTo>
                  <a:cubicBezTo>
                    <a:pt x="167779" y="208497"/>
                    <a:pt x="154942" y="189934"/>
                    <a:pt x="131049" y="189934"/>
                  </a:cubicBezTo>
                  <a:cubicBezTo>
                    <a:pt x="112862" y="189934"/>
                    <a:pt x="96459" y="201843"/>
                    <a:pt x="96459" y="218655"/>
                  </a:cubicBezTo>
                  <a:cubicBezTo>
                    <a:pt x="96459" y="220756"/>
                    <a:pt x="96815" y="224609"/>
                    <a:pt x="97529" y="226360"/>
                  </a:cubicBezTo>
                  <a:close/>
                  <a:moveTo>
                    <a:pt x="160647" y="228461"/>
                  </a:moveTo>
                  <a:cubicBezTo>
                    <a:pt x="151732" y="232314"/>
                    <a:pt x="141034" y="234065"/>
                    <a:pt x="131406" y="234065"/>
                  </a:cubicBezTo>
                  <a:cubicBezTo>
                    <a:pt x="111793" y="234065"/>
                    <a:pt x="109296" y="222857"/>
                    <a:pt x="109296" y="218655"/>
                  </a:cubicBezTo>
                  <a:cubicBezTo>
                    <a:pt x="109296" y="209198"/>
                    <a:pt x="119638" y="202543"/>
                    <a:pt x="131406" y="202543"/>
                  </a:cubicBezTo>
                  <a:cubicBezTo>
                    <a:pt x="141391" y="202543"/>
                    <a:pt x="153515" y="206396"/>
                    <a:pt x="160647" y="228461"/>
                  </a:cubicBez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5662433A-9347-471B-0E42-43DFE2EB7070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9480420" y="8433407"/>
              <a:ext cx="237140" cy="81957"/>
            </a:xfrm>
            <a:custGeom>
              <a:avLst/>
              <a:gdLst>
                <a:gd name="connsiteX0" fmla="*/ 225203 w 237140"/>
                <a:gd name="connsiteY0" fmla="*/ 14111 h 81957"/>
                <a:gd name="connsiteX1" fmla="*/ 237328 w 237140"/>
                <a:gd name="connsiteY1" fmla="*/ 7106 h 81957"/>
                <a:gd name="connsiteX2" fmla="*/ 225560 w 237140"/>
                <a:gd name="connsiteY2" fmla="*/ 101 h 81957"/>
                <a:gd name="connsiteX3" fmla="*/ 11956 w 237140"/>
                <a:gd name="connsiteY3" fmla="*/ 101 h 81957"/>
                <a:gd name="connsiteX4" fmla="*/ 188 w 237140"/>
                <a:gd name="connsiteY4" fmla="*/ 7106 h 81957"/>
                <a:gd name="connsiteX5" fmla="*/ 12312 w 237140"/>
                <a:gd name="connsiteY5" fmla="*/ 14111 h 81957"/>
                <a:gd name="connsiteX6" fmla="*/ 225203 w 237140"/>
                <a:gd name="connsiteY6" fmla="*/ 14111 h 81957"/>
                <a:gd name="connsiteX7" fmla="*/ 225560 w 237140"/>
                <a:gd name="connsiteY7" fmla="*/ 82059 h 81957"/>
                <a:gd name="connsiteX8" fmla="*/ 237328 w 237140"/>
                <a:gd name="connsiteY8" fmla="*/ 75054 h 81957"/>
                <a:gd name="connsiteX9" fmla="*/ 225203 w 237140"/>
                <a:gd name="connsiteY9" fmla="*/ 68049 h 81957"/>
                <a:gd name="connsiteX10" fmla="*/ 12312 w 237140"/>
                <a:gd name="connsiteY10" fmla="*/ 68049 h 81957"/>
                <a:gd name="connsiteX11" fmla="*/ 188 w 237140"/>
                <a:gd name="connsiteY11" fmla="*/ 75054 h 81957"/>
                <a:gd name="connsiteX12" fmla="*/ 11956 w 237140"/>
                <a:gd name="connsiteY12" fmla="*/ 82059 h 81957"/>
                <a:gd name="connsiteX13" fmla="*/ 225560 w 237140"/>
                <a:gd name="connsiteY13" fmla="*/ 82059 h 8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140" h="81957">
                  <a:moveTo>
                    <a:pt x="225203" y="14111"/>
                  </a:moveTo>
                  <a:cubicBezTo>
                    <a:pt x="230552" y="14111"/>
                    <a:pt x="237328" y="14111"/>
                    <a:pt x="237328" y="7106"/>
                  </a:cubicBezTo>
                  <a:cubicBezTo>
                    <a:pt x="237328" y="101"/>
                    <a:pt x="230552" y="101"/>
                    <a:pt x="225560" y="101"/>
                  </a:cubicBezTo>
                  <a:lnTo>
                    <a:pt x="11956" y="101"/>
                  </a:lnTo>
                  <a:cubicBezTo>
                    <a:pt x="6963" y="101"/>
                    <a:pt x="188" y="101"/>
                    <a:pt x="188" y="7106"/>
                  </a:cubicBezTo>
                  <a:cubicBezTo>
                    <a:pt x="188" y="14111"/>
                    <a:pt x="6963" y="14111"/>
                    <a:pt x="12312" y="14111"/>
                  </a:cubicBezTo>
                  <a:lnTo>
                    <a:pt x="225203" y="14111"/>
                  </a:lnTo>
                  <a:close/>
                  <a:moveTo>
                    <a:pt x="225560" y="82059"/>
                  </a:moveTo>
                  <a:cubicBezTo>
                    <a:pt x="230552" y="82059"/>
                    <a:pt x="237328" y="82059"/>
                    <a:pt x="237328" y="75054"/>
                  </a:cubicBezTo>
                  <a:cubicBezTo>
                    <a:pt x="237328" y="68049"/>
                    <a:pt x="230552" y="68049"/>
                    <a:pt x="225203" y="68049"/>
                  </a:cubicBezTo>
                  <a:lnTo>
                    <a:pt x="12312" y="68049"/>
                  </a:lnTo>
                  <a:cubicBezTo>
                    <a:pt x="6963" y="68049"/>
                    <a:pt x="188" y="68049"/>
                    <a:pt x="188" y="75054"/>
                  </a:cubicBezTo>
                  <a:cubicBezTo>
                    <a:pt x="188" y="82059"/>
                    <a:pt x="6963" y="82059"/>
                    <a:pt x="11956" y="82059"/>
                  </a:cubicBezTo>
                  <a:lnTo>
                    <a:pt x="225560" y="82059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F633989D-71C0-BA7F-4BC8-A0E7CC1D2499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9845420" y="8321679"/>
              <a:ext cx="406526" cy="243070"/>
            </a:xfrm>
            <a:custGeom>
              <a:avLst/>
              <a:gdLst>
                <a:gd name="connsiteX0" fmla="*/ 372847 w 406526"/>
                <a:gd name="connsiteY0" fmla="*/ 24969 h 243070"/>
                <a:gd name="connsiteX1" fmla="*/ 386398 w 406526"/>
                <a:gd name="connsiteY1" fmla="*/ 17263 h 243070"/>
                <a:gd name="connsiteX2" fmla="*/ 406724 w 406526"/>
                <a:gd name="connsiteY2" fmla="*/ 16563 h 243070"/>
                <a:gd name="connsiteX3" fmla="*/ 406724 w 406526"/>
                <a:gd name="connsiteY3" fmla="*/ 101 h 243070"/>
                <a:gd name="connsiteX4" fmla="*/ 368568 w 406526"/>
                <a:gd name="connsiteY4" fmla="*/ 1152 h 243070"/>
                <a:gd name="connsiteX5" fmla="*/ 320070 w 406526"/>
                <a:gd name="connsiteY5" fmla="*/ 101 h 243070"/>
                <a:gd name="connsiteX6" fmla="*/ 320070 w 406526"/>
                <a:gd name="connsiteY6" fmla="*/ 16563 h 243070"/>
                <a:gd name="connsiteX7" fmla="*/ 356443 w 406526"/>
                <a:gd name="connsiteY7" fmla="*/ 20415 h 243070"/>
                <a:gd name="connsiteX8" fmla="*/ 295108 w 406526"/>
                <a:gd name="connsiteY8" fmla="*/ 176975 h 243070"/>
                <a:gd name="connsiteX9" fmla="*/ 231989 w 406526"/>
                <a:gd name="connsiteY9" fmla="*/ 16563 h 243070"/>
                <a:gd name="connsiteX10" fmla="*/ 266223 w 406526"/>
                <a:gd name="connsiteY10" fmla="*/ 16563 h 243070"/>
                <a:gd name="connsiteX11" fmla="*/ 266223 w 406526"/>
                <a:gd name="connsiteY11" fmla="*/ 101 h 243070"/>
                <a:gd name="connsiteX12" fmla="*/ 203818 w 406526"/>
                <a:gd name="connsiteY12" fmla="*/ 1152 h 243070"/>
                <a:gd name="connsiteX13" fmla="*/ 149258 w 406526"/>
                <a:gd name="connsiteY13" fmla="*/ 101 h 243070"/>
                <a:gd name="connsiteX14" fmla="*/ 149258 w 406526"/>
                <a:gd name="connsiteY14" fmla="*/ 16563 h 243070"/>
                <a:gd name="connsiteX15" fmla="*/ 179926 w 406526"/>
                <a:gd name="connsiteY15" fmla="*/ 16563 h 243070"/>
                <a:gd name="connsiteX16" fmla="*/ 194546 w 406526"/>
                <a:gd name="connsiteY16" fmla="*/ 53689 h 243070"/>
                <a:gd name="connsiteX17" fmla="*/ 146048 w 406526"/>
                <a:gd name="connsiteY17" fmla="*/ 176975 h 243070"/>
                <a:gd name="connsiteX18" fmla="*/ 82930 w 406526"/>
                <a:gd name="connsiteY18" fmla="*/ 16563 h 243070"/>
                <a:gd name="connsiteX19" fmla="*/ 117164 w 406526"/>
                <a:gd name="connsiteY19" fmla="*/ 16563 h 243070"/>
                <a:gd name="connsiteX20" fmla="*/ 117164 w 406526"/>
                <a:gd name="connsiteY20" fmla="*/ 101 h 243070"/>
                <a:gd name="connsiteX21" fmla="*/ 54758 w 406526"/>
                <a:gd name="connsiteY21" fmla="*/ 1152 h 243070"/>
                <a:gd name="connsiteX22" fmla="*/ 198 w 406526"/>
                <a:gd name="connsiteY22" fmla="*/ 101 h 243070"/>
                <a:gd name="connsiteX23" fmla="*/ 198 w 406526"/>
                <a:gd name="connsiteY23" fmla="*/ 16563 h 243070"/>
                <a:gd name="connsiteX24" fmla="*/ 30866 w 406526"/>
                <a:gd name="connsiteY24" fmla="*/ 16563 h 243070"/>
                <a:gd name="connsiteX25" fmla="*/ 116450 w 406526"/>
                <a:gd name="connsiteY25" fmla="*/ 234065 h 243070"/>
                <a:gd name="connsiteX26" fmla="*/ 128931 w 406526"/>
                <a:gd name="connsiteY26" fmla="*/ 243172 h 243070"/>
                <a:gd name="connsiteX27" fmla="*/ 141413 w 406526"/>
                <a:gd name="connsiteY27" fmla="*/ 234065 h 243070"/>
                <a:gd name="connsiteX28" fmla="*/ 203461 w 406526"/>
                <a:gd name="connsiteY28" fmla="*/ 76455 h 243070"/>
                <a:gd name="connsiteX29" fmla="*/ 265510 w 406526"/>
                <a:gd name="connsiteY29" fmla="*/ 234065 h 243070"/>
                <a:gd name="connsiteX30" fmla="*/ 277991 w 406526"/>
                <a:gd name="connsiteY30" fmla="*/ 243172 h 243070"/>
                <a:gd name="connsiteX31" fmla="*/ 290472 w 406526"/>
                <a:gd name="connsiteY31" fmla="*/ 234065 h 243070"/>
                <a:gd name="connsiteX32" fmla="*/ 372847 w 406526"/>
                <a:gd name="connsiteY32" fmla="*/ 24969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47" y="24969"/>
                  </a:moveTo>
                  <a:cubicBezTo>
                    <a:pt x="374987" y="19014"/>
                    <a:pt x="375343" y="18314"/>
                    <a:pt x="386398" y="17263"/>
                  </a:cubicBezTo>
                  <a:cubicBezTo>
                    <a:pt x="393530" y="16563"/>
                    <a:pt x="401019" y="16563"/>
                    <a:pt x="406724" y="16563"/>
                  </a:cubicBezTo>
                  <a:lnTo>
                    <a:pt x="406724" y="101"/>
                  </a:lnTo>
                  <a:cubicBezTo>
                    <a:pt x="397096" y="451"/>
                    <a:pt x="384615" y="1152"/>
                    <a:pt x="368568" y="1152"/>
                  </a:cubicBezTo>
                  <a:cubicBezTo>
                    <a:pt x="355017" y="1152"/>
                    <a:pt x="332908" y="1152"/>
                    <a:pt x="320070" y="101"/>
                  </a:cubicBezTo>
                  <a:lnTo>
                    <a:pt x="320070" y="16563"/>
                  </a:lnTo>
                  <a:cubicBezTo>
                    <a:pt x="328985" y="16563"/>
                    <a:pt x="346102" y="16563"/>
                    <a:pt x="356443" y="20415"/>
                  </a:cubicBezTo>
                  <a:lnTo>
                    <a:pt x="295108" y="176975"/>
                  </a:lnTo>
                  <a:lnTo>
                    <a:pt x="231989" y="16563"/>
                  </a:lnTo>
                  <a:lnTo>
                    <a:pt x="266223" y="16563"/>
                  </a:lnTo>
                  <a:lnTo>
                    <a:pt x="266223" y="101"/>
                  </a:lnTo>
                  <a:cubicBezTo>
                    <a:pt x="252672" y="1152"/>
                    <a:pt x="219152" y="1152"/>
                    <a:pt x="203818" y="1152"/>
                  </a:cubicBezTo>
                  <a:cubicBezTo>
                    <a:pt x="189910" y="1152"/>
                    <a:pt x="161739" y="1152"/>
                    <a:pt x="149258" y="101"/>
                  </a:cubicBezTo>
                  <a:lnTo>
                    <a:pt x="149258" y="16563"/>
                  </a:lnTo>
                  <a:lnTo>
                    <a:pt x="179926" y="16563"/>
                  </a:lnTo>
                  <a:lnTo>
                    <a:pt x="194546" y="53689"/>
                  </a:lnTo>
                  <a:lnTo>
                    <a:pt x="146048" y="176975"/>
                  </a:lnTo>
                  <a:lnTo>
                    <a:pt x="82930" y="16563"/>
                  </a:lnTo>
                  <a:lnTo>
                    <a:pt x="117164" y="16563"/>
                  </a:lnTo>
                  <a:lnTo>
                    <a:pt x="117164" y="101"/>
                  </a:lnTo>
                  <a:cubicBezTo>
                    <a:pt x="103613" y="1152"/>
                    <a:pt x="70092" y="1152"/>
                    <a:pt x="54758" y="1152"/>
                  </a:cubicBezTo>
                  <a:cubicBezTo>
                    <a:pt x="40851" y="1152"/>
                    <a:pt x="12679" y="1152"/>
                    <a:pt x="198" y="101"/>
                  </a:cubicBezTo>
                  <a:lnTo>
                    <a:pt x="198" y="16563"/>
                  </a:lnTo>
                  <a:lnTo>
                    <a:pt x="30866" y="16563"/>
                  </a:lnTo>
                  <a:lnTo>
                    <a:pt x="116450" y="234065"/>
                  </a:lnTo>
                  <a:cubicBezTo>
                    <a:pt x="118590" y="239669"/>
                    <a:pt x="120016" y="243172"/>
                    <a:pt x="128931" y="243172"/>
                  </a:cubicBezTo>
                  <a:cubicBezTo>
                    <a:pt x="137847" y="243172"/>
                    <a:pt x="139273" y="239669"/>
                    <a:pt x="141413" y="234065"/>
                  </a:cubicBezTo>
                  <a:lnTo>
                    <a:pt x="203461" y="76455"/>
                  </a:lnTo>
                  <a:lnTo>
                    <a:pt x="265510" y="234065"/>
                  </a:lnTo>
                  <a:cubicBezTo>
                    <a:pt x="267650" y="239669"/>
                    <a:pt x="269076" y="243172"/>
                    <a:pt x="277991" y="243172"/>
                  </a:cubicBezTo>
                  <a:cubicBezTo>
                    <a:pt x="286906" y="243172"/>
                    <a:pt x="288333" y="239669"/>
                    <a:pt x="290472" y="234065"/>
                  </a:cubicBezTo>
                  <a:lnTo>
                    <a:pt x="372847" y="24969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7847A4-0C1A-6008-27C8-CA6E698A6013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0276046" y="8506363"/>
              <a:ext cx="112329" cy="155684"/>
            </a:xfrm>
            <a:custGeom>
              <a:avLst/>
              <a:gdLst>
                <a:gd name="connsiteX0" fmla="*/ 112040 w 112329"/>
                <a:gd name="connsiteY0" fmla="*/ 7213 h 155684"/>
                <a:gd name="connsiteX1" fmla="*/ 112540 w 112329"/>
                <a:gd name="connsiteY1" fmla="*/ 3535 h 155684"/>
                <a:gd name="connsiteX2" fmla="*/ 109295 w 112329"/>
                <a:gd name="connsiteY2" fmla="*/ 103 h 155684"/>
                <a:gd name="connsiteX3" fmla="*/ 91322 w 112329"/>
                <a:gd name="connsiteY3" fmla="*/ 16284 h 155684"/>
                <a:gd name="connsiteX4" fmla="*/ 64612 w 112329"/>
                <a:gd name="connsiteY4" fmla="*/ 103 h 155684"/>
                <a:gd name="connsiteX5" fmla="*/ 210 w 112329"/>
                <a:gd name="connsiteY5" fmla="*/ 69977 h 155684"/>
                <a:gd name="connsiteX6" fmla="*/ 37903 w 112329"/>
                <a:gd name="connsiteY6" fmla="*/ 110675 h 155684"/>
                <a:gd name="connsiteX7" fmla="*/ 69355 w 112329"/>
                <a:gd name="connsiteY7" fmla="*/ 97191 h 155684"/>
                <a:gd name="connsiteX8" fmla="*/ 60369 w 112329"/>
                <a:gd name="connsiteY8" fmla="*/ 132986 h 155684"/>
                <a:gd name="connsiteX9" fmla="*/ 41148 w 112329"/>
                <a:gd name="connsiteY9" fmla="*/ 146961 h 155684"/>
                <a:gd name="connsiteX10" fmla="*/ 34658 w 112329"/>
                <a:gd name="connsiteY10" fmla="*/ 152355 h 155684"/>
                <a:gd name="connsiteX11" fmla="*/ 38402 w 112329"/>
                <a:gd name="connsiteY11" fmla="*/ 155787 h 155684"/>
                <a:gd name="connsiteX12" fmla="*/ 64363 w 112329"/>
                <a:gd name="connsiteY12" fmla="*/ 154806 h 155684"/>
                <a:gd name="connsiteX13" fmla="*/ 91072 w 112329"/>
                <a:gd name="connsiteY13" fmla="*/ 155787 h 155684"/>
                <a:gd name="connsiteX14" fmla="*/ 96065 w 112329"/>
                <a:gd name="connsiteY14" fmla="*/ 150393 h 155684"/>
                <a:gd name="connsiteX15" fmla="*/ 89574 w 112329"/>
                <a:gd name="connsiteY15" fmla="*/ 146961 h 155684"/>
                <a:gd name="connsiteX16" fmla="*/ 77343 w 112329"/>
                <a:gd name="connsiteY16" fmla="*/ 144019 h 155684"/>
                <a:gd name="connsiteX17" fmla="*/ 78591 w 112329"/>
                <a:gd name="connsiteY17" fmla="*/ 138625 h 155684"/>
                <a:gd name="connsiteX18" fmla="*/ 112040 w 112329"/>
                <a:gd name="connsiteY18" fmla="*/ 7213 h 155684"/>
                <a:gd name="connsiteX19" fmla="*/ 74348 w 112329"/>
                <a:gd name="connsiteY19" fmla="*/ 77332 h 155684"/>
                <a:gd name="connsiteX20" fmla="*/ 69854 w 112329"/>
                <a:gd name="connsiteY20" fmla="*/ 85913 h 155684"/>
                <a:gd name="connsiteX21" fmla="*/ 38652 w 112329"/>
                <a:gd name="connsiteY21" fmla="*/ 103810 h 155684"/>
                <a:gd name="connsiteX22" fmla="*/ 20429 w 112329"/>
                <a:gd name="connsiteY22" fmla="*/ 80029 h 155684"/>
                <a:gd name="connsiteX23" fmla="*/ 33410 w 112329"/>
                <a:gd name="connsiteY23" fmla="*/ 30259 h 155684"/>
                <a:gd name="connsiteX24" fmla="*/ 64612 w 112329"/>
                <a:gd name="connsiteY24" fmla="*/ 6968 h 155684"/>
                <a:gd name="connsiteX25" fmla="*/ 86829 w 112329"/>
                <a:gd name="connsiteY25" fmla="*/ 28298 h 155684"/>
                <a:gd name="connsiteX26" fmla="*/ 86080 w 112329"/>
                <a:gd name="connsiteY26" fmla="*/ 31975 h 155684"/>
                <a:gd name="connsiteX27" fmla="*/ 74348 w 112329"/>
                <a:gd name="connsiteY27" fmla="*/ 77332 h 155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2329" h="155684">
                  <a:moveTo>
                    <a:pt x="112040" y="7213"/>
                  </a:moveTo>
                  <a:cubicBezTo>
                    <a:pt x="112290" y="6232"/>
                    <a:pt x="112540" y="4761"/>
                    <a:pt x="112540" y="3535"/>
                  </a:cubicBezTo>
                  <a:cubicBezTo>
                    <a:pt x="112540" y="2064"/>
                    <a:pt x="111541" y="103"/>
                    <a:pt x="109295" y="103"/>
                  </a:cubicBezTo>
                  <a:cubicBezTo>
                    <a:pt x="106798" y="103"/>
                    <a:pt x="96314" y="8439"/>
                    <a:pt x="91322" y="16284"/>
                  </a:cubicBezTo>
                  <a:cubicBezTo>
                    <a:pt x="88826" y="11381"/>
                    <a:pt x="80588" y="103"/>
                    <a:pt x="64612" y="103"/>
                  </a:cubicBezTo>
                  <a:cubicBezTo>
                    <a:pt x="32661" y="103"/>
                    <a:pt x="210" y="34672"/>
                    <a:pt x="210" y="69977"/>
                  </a:cubicBezTo>
                  <a:cubicBezTo>
                    <a:pt x="210" y="93758"/>
                    <a:pt x="16435" y="110675"/>
                    <a:pt x="37903" y="110675"/>
                  </a:cubicBezTo>
                  <a:cubicBezTo>
                    <a:pt x="52131" y="110675"/>
                    <a:pt x="63863" y="101849"/>
                    <a:pt x="69355" y="97191"/>
                  </a:cubicBezTo>
                  <a:cubicBezTo>
                    <a:pt x="69106" y="97926"/>
                    <a:pt x="61367" y="128818"/>
                    <a:pt x="60369" y="132986"/>
                  </a:cubicBezTo>
                  <a:cubicBezTo>
                    <a:pt x="56874" y="146470"/>
                    <a:pt x="56624" y="146716"/>
                    <a:pt x="41148" y="146961"/>
                  </a:cubicBezTo>
                  <a:cubicBezTo>
                    <a:pt x="38152" y="146961"/>
                    <a:pt x="34658" y="146961"/>
                    <a:pt x="34658" y="152355"/>
                  </a:cubicBezTo>
                  <a:cubicBezTo>
                    <a:pt x="34658" y="153826"/>
                    <a:pt x="35906" y="155787"/>
                    <a:pt x="38402" y="155787"/>
                  </a:cubicBezTo>
                  <a:cubicBezTo>
                    <a:pt x="46640" y="155787"/>
                    <a:pt x="55876" y="154806"/>
                    <a:pt x="64363" y="154806"/>
                  </a:cubicBezTo>
                  <a:cubicBezTo>
                    <a:pt x="72850" y="154806"/>
                    <a:pt x="83334" y="155787"/>
                    <a:pt x="91072" y="155787"/>
                  </a:cubicBezTo>
                  <a:cubicBezTo>
                    <a:pt x="93319" y="155787"/>
                    <a:pt x="96065" y="155051"/>
                    <a:pt x="96065" y="150393"/>
                  </a:cubicBezTo>
                  <a:cubicBezTo>
                    <a:pt x="96065" y="146961"/>
                    <a:pt x="92570" y="146961"/>
                    <a:pt x="89574" y="146961"/>
                  </a:cubicBezTo>
                  <a:cubicBezTo>
                    <a:pt x="84083" y="146961"/>
                    <a:pt x="77343" y="146961"/>
                    <a:pt x="77343" y="144019"/>
                  </a:cubicBezTo>
                  <a:cubicBezTo>
                    <a:pt x="77343" y="143283"/>
                    <a:pt x="77343" y="142793"/>
                    <a:pt x="78591" y="138625"/>
                  </a:cubicBezTo>
                  <a:lnTo>
                    <a:pt x="112040" y="7213"/>
                  </a:lnTo>
                  <a:close/>
                  <a:moveTo>
                    <a:pt x="74348" y="77332"/>
                  </a:moveTo>
                  <a:cubicBezTo>
                    <a:pt x="73099" y="81500"/>
                    <a:pt x="73099" y="81990"/>
                    <a:pt x="69854" y="85913"/>
                  </a:cubicBezTo>
                  <a:cubicBezTo>
                    <a:pt x="60119" y="97191"/>
                    <a:pt x="48387" y="103810"/>
                    <a:pt x="38652" y="103810"/>
                  </a:cubicBezTo>
                  <a:cubicBezTo>
                    <a:pt x="29416" y="103810"/>
                    <a:pt x="20429" y="97436"/>
                    <a:pt x="20429" y="80029"/>
                  </a:cubicBezTo>
                  <a:cubicBezTo>
                    <a:pt x="20429" y="67035"/>
                    <a:pt x="27668" y="40066"/>
                    <a:pt x="33410" y="30259"/>
                  </a:cubicBezTo>
                  <a:cubicBezTo>
                    <a:pt x="44892" y="10645"/>
                    <a:pt x="57623" y="6968"/>
                    <a:pt x="64612" y="6968"/>
                  </a:cubicBezTo>
                  <a:cubicBezTo>
                    <a:pt x="82086" y="6968"/>
                    <a:pt x="86829" y="25846"/>
                    <a:pt x="86829" y="28298"/>
                  </a:cubicBezTo>
                  <a:cubicBezTo>
                    <a:pt x="86829" y="29523"/>
                    <a:pt x="86329" y="30994"/>
                    <a:pt x="86080" y="31975"/>
                  </a:cubicBezTo>
                  <a:lnTo>
                    <a:pt x="74348" y="7733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D3A3A3B-E3E3-73F7-1B8D-2EAECAB326C6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0432214" y="8323780"/>
              <a:ext cx="243915" cy="238167"/>
            </a:xfrm>
            <a:custGeom>
              <a:avLst/>
              <a:gdLst>
                <a:gd name="connsiteX0" fmla="*/ 244130 w 243915"/>
                <a:gd name="connsiteY0" fmla="*/ 142301 h 238167"/>
                <a:gd name="connsiteX1" fmla="*/ 227370 w 243915"/>
                <a:gd name="connsiteY1" fmla="*/ 142301 h 238167"/>
                <a:gd name="connsiteX2" fmla="*/ 143568 w 243915"/>
                <a:gd name="connsiteY2" fmla="*/ 221807 h 238167"/>
                <a:gd name="connsiteX3" fmla="*/ 89365 w 243915"/>
                <a:gd name="connsiteY3" fmla="*/ 221807 h 238167"/>
                <a:gd name="connsiteX4" fmla="*/ 89365 w 243915"/>
                <a:gd name="connsiteY4" fmla="*/ 123037 h 238167"/>
                <a:gd name="connsiteX5" fmla="*/ 108978 w 243915"/>
                <a:gd name="connsiteY5" fmla="*/ 123037 h 238167"/>
                <a:gd name="connsiteX6" fmla="*/ 146778 w 243915"/>
                <a:gd name="connsiteY6" fmla="*/ 164016 h 238167"/>
                <a:gd name="connsiteX7" fmla="*/ 163538 w 243915"/>
                <a:gd name="connsiteY7" fmla="*/ 164016 h 238167"/>
                <a:gd name="connsiteX8" fmla="*/ 163538 w 243915"/>
                <a:gd name="connsiteY8" fmla="*/ 65597 h 238167"/>
                <a:gd name="connsiteX9" fmla="*/ 146778 w 243915"/>
                <a:gd name="connsiteY9" fmla="*/ 65597 h 238167"/>
                <a:gd name="connsiteX10" fmla="*/ 108978 w 243915"/>
                <a:gd name="connsiteY10" fmla="*/ 106576 h 238167"/>
                <a:gd name="connsiteX11" fmla="*/ 89365 w 243915"/>
                <a:gd name="connsiteY11" fmla="*/ 106576 h 238167"/>
                <a:gd name="connsiteX12" fmla="*/ 89365 w 243915"/>
                <a:gd name="connsiteY12" fmla="*/ 16563 h 238167"/>
                <a:gd name="connsiteX13" fmla="*/ 143568 w 243915"/>
                <a:gd name="connsiteY13" fmla="*/ 16563 h 238167"/>
                <a:gd name="connsiteX14" fmla="*/ 215959 w 243915"/>
                <a:gd name="connsiteY14" fmla="*/ 84510 h 238167"/>
                <a:gd name="connsiteX15" fmla="*/ 232719 w 243915"/>
                <a:gd name="connsiteY15" fmla="*/ 84510 h 238167"/>
                <a:gd name="connsiteX16" fmla="*/ 221664 w 243915"/>
                <a:gd name="connsiteY16" fmla="*/ 101 h 238167"/>
                <a:gd name="connsiteX17" fmla="*/ 214 w 243915"/>
                <a:gd name="connsiteY17" fmla="*/ 101 h 238167"/>
                <a:gd name="connsiteX18" fmla="*/ 214 w 243915"/>
                <a:gd name="connsiteY18" fmla="*/ 16563 h 238167"/>
                <a:gd name="connsiteX19" fmla="*/ 38727 w 243915"/>
                <a:gd name="connsiteY19" fmla="*/ 16563 h 238167"/>
                <a:gd name="connsiteX20" fmla="*/ 38727 w 243915"/>
                <a:gd name="connsiteY20" fmla="*/ 221807 h 238167"/>
                <a:gd name="connsiteX21" fmla="*/ 214 w 243915"/>
                <a:gd name="connsiteY21" fmla="*/ 221807 h 238167"/>
                <a:gd name="connsiteX22" fmla="*/ 214 w 243915"/>
                <a:gd name="connsiteY22" fmla="*/ 238268 h 238167"/>
                <a:gd name="connsiteX23" fmla="*/ 227726 w 243915"/>
                <a:gd name="connsiteY23" fmla="*/ 238268 h 238167"/>
                <a:gd name="connsiteX24" fmla="*/ 244130 w 243915"/>
                <a:gd name="connsiteY24" fmla="*/ 142301 h 2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3915" h="238167">
                  <a:moveTo>
                    <a:pt x="244130" y="142301"/>
                  </a:moveTo>
                  <a:lnTo>
                    <a:pt x="227370" y="142301"/>
                  </a:lnTo>
                  <a:cubicBezTo>
                    <a:pt x="219525" y="190635"/>
                    <a:pt x="209540" y="221807"/>
                    <a:pt x="143568" y="221807"/>
                  </a:cubicBezTo>
                  <a:lnTo>
                    <a:pt x="89365" y="221807"/>
                  </a:lnTo>
                  <a:lnTo>
                    <a:pt x="89365" y="123037"/>
                  </a:lnTo>
                  <a:lnTo>
                    <a:pt x="108978" y="123037"/>
                  </a:lnTo>
                  <a:cubicBezTo>
                    <a:pt x="143212" y="123037"/>
                    <a:pt x="146778" y="138098"/>
                    <a:pt x="146778" y="164016"/>
                  </a:cubicBezTo>
                  <a:lnTo>
                    <a:pt x="163538" y="164016"/>
                  </a:lnTo>
                  <a:lnTo>
                    <a:pt x="163538" y="65597"/>
                  </a:lnTo>
                  <a:lnTo>
                    <a:pt x="146778" y="65597"/>
                  </a:lnTo>
                  <a:cubicBezTo>
                    <a:pt x="146778" y="91515"/>
                    <a:pt x="143568" y="106576"/>
                    <a:pt x="108978" y="106576"/>
                  </a:cubicBezTo>
                  <a:lnTo>
                    <a:pt x="89365" y="106576"/>
                  </a:lnTo>
                  <a:lnTo>
                    <a:pt x="89365" y="16563"/>
                  </a:lnTo>
                  <a:lnTo>
                    <a:pt x="143568" y="16563"/>
                  </a:lnTo>
                  <a:cubicBezTo>
                    <a:pt x="200981" y="16563"/>
                    <a:pt x="210253" y="42131"/>
                    <a:pt x="215959" y="84510"/>
                  </a:cubicBezTo>
                  <a:lnTo>
                    <a:pt x="232719" y="84510"/>
                  </a:lnTo>
                  <a:lnTo>
                    <a:pt x="221664" y="101"/>
                  </a:lnTo>
                  <a:lnTo>
                    <a:pt x="214" y="101"/>
                  </a:lnTo>
                  <a:lnTo>
                    <a:pt x="214" y="16563"/>
                  </a:lnTo>
                  <a:lnTo>
                    <a:pt x="38727" y="16563"/>
                  </a:lnTo>
                  <a:lnTo>
                    <a:pt x="38727" y="221807"/>
                  </a:lnTo>
                  <a:lnTo>
                    <a:pt x="214" y="221807"/>
                  </a:lnTo>
                  <a:lnTo>
                    <a:pt x="214" y="238268"/>
                  </a:lnTo>
                  <a:lnTo>
                    <a:pt x="227726" y="238268"/>
                  </a:lnTo>
                  <a:lnTo>
                    <a:pt x="244130" y="14230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AE5689-1795-BF4B-D13A-7DC6493DC97C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1052899" y="8321679"/>
              <a:ext cx="406526" cy="243070"/>
            </a:xfrm>
            <a:custGeom>
              <a:avLst/>
              <a:gdLst>
                <a:gd name="connsiteX0" fmla="*/ 372881 w 406526"/>
                <a:gd name="connsiteY0" fmla="*/ 24969 h 243070"/>
                <a:gd name="connsiteX1" fmla="*/ 386432 w 406526"/>
                <a:gd name="connsiteY1" fmla="*/ 17263 h 243070"/>
                <a:gd name="connsiteX2" fmla="*/ 406758 w 406526"/>
                <a:gd name="connsiteY2" fmla="*/ 16563 h 243070"/>
                <a:gd name="connsiteX3" fmla="*/ 406758 w 406526"/>
                <a:gd name="connsiteY3" fmla="*/ 101 h 243070"/>
                <a:gd name="connsiteX4" fmla="*/ 368602 w 406526"/>
                <a:gd name="connsiteY4" fmla="*/ 1152 h 243070"/>
                <a:gd name="connsiteX5" fmla="*/ 320104 w 406526"/>
                <a:gd name="connsiteY5" fmla="*/ 101 h 243070"/>
                <a:gd name="connsiteX6" fmla="*/ 320104 w 406526"/>
                <a:gd name="connsiteY6" fmla="*/ 16563 h 243070"/>
                <a:gd name="connsiteX7" fmla="*/ 356477 w 406526"/>
                <a:gd name="connsiteY7" fmla="*/ 20415 h 243070"/>
                <a:gd name="connsiteX8" fmla="*/ 295142 w 406526"/>
                <a:gd name="connsiteY8" fmla="*/ 176975 h 243070"/>
                <a:gd name="connsiteX9" fmla="*/ 232023 w 406526"/>
                <a:gd name="connsiteY9" fmla="*/ 16563 h 243070"/>
                <a:gd name="connsiteX10" fmla="*/ 266257 w 406526"/>
                <a:gd name="connsiteY10" fmla="*/ 16563 h 243070"/>
                <a:gd name="connsiteX11" fmla="*/ 266257 w 406526"/>
                <a:gd name="connsiteY11" fmla="*/ 101 h 243070"/>
                <a:gd name="connsiteX12" fmla="*/ 203852 w 406526"/>
                <a:gd name="connsiteY12" fmla="*/ 1152 h 243070"/>
                <a:gd name="connsiteX13" fmla="*/ 149292 w 406526"/>
                <a:gd name="connsiteY13" fmla="*/ 101 h 243070"/>
                <a:gd name="connsiteX14" fmla="*/ 149292 w 406526"/>
                <a:gd name="connsiteY14" fmla="*/ 16563 h 243070"/>
                <a:gd name="connsiteX15" fmla="*/ 179959 w 406526"/>
                <a:gd name="connsiteY15" fmla="*/ 16563 h 243070"/>
                <a:gd name="connsiteX16" fmla="*/ 194580 w 406526"/>
                <a:gd name="connsiteY16" fmla="*/ 53689 h 243070"/>
                <a:gd name="connsiteX17" fmla="*/ 146082 w 406526"/>
                <a:gd name="connsiteY17" fmla="*/ 176975 h 243070"/>
                <a:gd name="connsiteX18" fmla="*/ 82964 w 406526"/>
                <a:gd name="connsiteY18" fmla="*/ 16563 h 243070"/>
                <a:gd name="connsiteX19" fmla="*/ 117197 w 406526"/>
                <a:gd name="connsiteY19" fmla="*/ 16563 h 243070"/>
                <a:gd name="connsiteX20" fmla="*/ 117197 w 406526"/>
                <a:gd name="connsiteY20" fmla="*/ 101 h 243070"/>
                <a:gd name="connsiteX21" fmla="*/ 54792 w 406526"/>
                <a:gd name="connsiteY21" fmla="*/ 1152 h 243070"/>
                <a:gd name="connsiteX22" fmla="*/ 232 w 406526"/>
                <a:gd name="connsiteY22" fmla="*/ 101 h 243070"/>
                <a:gd name="connsiteX23" fmla="*/ 232 w 406526"/>
                <a:gd name="connsiteY23" fmla="*/ 16563 h 243070"/>
                <a:gd name="connsiteX24" fmla="*/ 30900 w 406526"/>
                <a:gd name="connsiteY24" fmla="*/ 16563 h 243070"/>
                <a:gd name="connsiteX25" fmla="*/ 116484 w 406526"/>
                <a:gd name="connsiteY25" fmla="*/ 234065 h 243070"/>
                <a:gd name="connsiteX26" fmla="*/ 128965 w 406526"/>
                <a:gd name="connsiteY26" fmla="*/ 243172 h 243070"/>
                <a:gd name="connsiteX27" fmla="*/ 141446 w 406526"/>
                <a:gd name="connsiteY27" fmla="*/ 234065 h 243070"/>
                <a:gd name="connsiteX28" fmla="*/ 203495 w 406526"/>
                <a:gd name="connsiteY28" fmla="*/ 76455 h 243070"/>
                <a:gd name="connsiteX29" fmla="*/ 265544 w 406526"/>
                <a:gd name="connsiteY29" fmla="*/ 234065 h 243070"/>
                <a:gd name="connsiteX30" fmla="*/ 278025 w 406526"/>
                <a:gd name="connsiteY30" fmla="*/ 243172 h 243070"/>
                <a:gd name="connsiteX31" fmla="*/ 290506 w 406526"/>
                <a:gd name="connsiteY31" fmla="*/ 234065 h 243070"/>
                <a:gd name="connsiteX32" fmla="*/ 372881 w 406526"/>
                <a:gd name="connsiteY32" fmla="*/ 24969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81" y="24969"/>
                  </a:moveTo>
                  <a:cubicBezTo>
                    <a:pt x="375020" y="19014"/>
                    <a:pt x="375377" y="18314"/>
                    <a:pt x="386432" y="17263"/>
                  </a:cubicBezTo>
                  <a:cubicBezTo>
                    <a:pt x="393564" y="16563"/>
                    <a:pt x="401052" y="16563"/>
                    <a:pt x="406758" y="16563"/>
                  </a:cubicBezTo>
                  <a:lnTo>
                    <a:pt x="406758" y="101"/>
                  </a:lnTo>
                  <a:cubicBezTo>
                    <a:pt x="397130" y="451"/>
                    <a:pt x="384649" y="1152"/>
                    <a:pt x="368602" y="1152"/>
                  </a:cubicBezTo>
                  <a:cubicBezTo>
                    <a:pt x="355051" y="1152"/>
                    <a:pt x="332942" y="1152"/>
                    <a:pt x="320104" y="101"/>
                  </a:cubicBezTo>
                  <a:lnTo>
                    <a:pt x="320104" y="16563"/>
                  </a:lnTo>
                  <a:cubicBezTo>
                    <a:pt x="329019" y="16563"/>
                    <a:pt x="346136" y="16563"/>
                    <a:pt x="356477" y="20415"/>
                  </a:cubicBezTo>
                  <a:lnTo>
                    <a:pt x="295142" y="176975"/>
                  </a:lnTo>
                  <a:lnTo>
                    <a:pt x="232023" y="16563"/>
                  </a:lnTo>
                  <a:lnTo>
                    <a:pt x="266257" y="16563"/>
                  </a:lnTo>
                  <a:lnTo>
                    <a:pt x="266257" y="101"/>
                  </a:lnTo>
                  <a:cubicBezTo>
                    <a:pt x="252706" y="1152"/>
                    <a:pt x="219185" y="1152"/>
                    <a:pt x="203852" y="1152"/>
                  </a:cubicBezTo>
                  <a:cubicBezTo>
                    <a:pt x="189944" y="1152"/>
                    <a:pt x="161773" y="1152"/>
                    <a:pt x="149292" y="101"/>
                  </a:cubicBezTo>
                  <a:lnTo>
                    <a:pt x="149292" y="16563"/>
                  </a:lnTo>
                  <a:lnTo>
                    <a:pt x="179959" y="16563"/>
                  </a:lnTo>
                  <a:lnTo>
                    <a:pt x="194580" y="53689"/>
                  </a:lnTo>
                  <a:lnTo>
                    <a:pt x="146082" y="176975"/>
                  </a:lnTo>
                  <a:lnTo>
                    <a:pt x="82964" y="16563"/>
                  </a:lnTo>
                  <a:lnTo>
                    <a:pt x="117197" y="16563"/>
                  </a:lnTo>
                  <a:lnTo>
                    <a:pt x="117197" y="101"/>
                  </a:lnTo>
                  <a:cubicBezTo>
                    <a:pt x="103646" y="1152"/>
                    <a:pt x="70126" y="1152"/>
                    <a:pt x="54792" y="1152"/>
                  </a:cubicBezTo>
                  <a:cubicBezTo>
                    <a:pt x="40885" y="1152"/>
                    <a:pt x="12713" y="1152"/>
                    <a:pt x="232" y="101"/>
                  </a:cubicBezTo>
                  <a:lnTo>
                    <a:pt x="232" y="16563"/>
                  </a:lnTo>
                  <a:lnTo>
                    <a:pt x="30900" y="16563"/>
                  </a:lnTo>
                  <a:lnTo>
                    <a:pt x="116484" y="234065"/>
                  </a:lnTo>
                  <a:cubicBezTo>
                    <a:pt x="118624" y="239669"/>
                    <a:pt x="120050" y="243172"/>
                    <a:pt x="128965" y="243172"/>
                  </a:cubicBezTo>
                  <a:cubicBezTo>
                    <a:pt x="137880" y="243172"/>
                    <a:pt x="139307" y="239669"/>
                    <a:pt x="141446" y="234065"/>
                  </a:cubicBezTo>
                  <a:lnTo>
                    <a:pt x="203495" y="76455"/>
                  </a:lnTo>
                  <a:lnTo>
                    <a:pt x="265544" y="234065"/>
                  </a:lnTo>
                  <a:cubicBezTo>
                    <a:pt x="267683" y="239669"/>
                    <a:pt x="269110" y="243172"/>
                    <a:pt x="278025" y="243172"/>
                  </a:cubicBezTo>
                  <a:cubicBezTo>
                    <a:pt x="286940" y="243172"/>
                    <a:pt x="288366" y="239669"/>
                    <a:pt x="290506" y="234065"/>
                  </a:cubicBezTo>
                  <a:lnTo>
                    <a:pt x="372881" y="24969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39EDCF8-75F1-536F-79B4-61F7CBC6762B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1483525" y="8506363"/>
              <a:ext cx="112329" cy="155684"/>
            </a:xfrm>
            <a:custGeom>
              <a:avLst/>
              <a:gdLst>
                <a:gd name="connsiteX0" fmla="*/ 112074 w 112329"/>
                <a:gd name="connsiteY0" fmla="*/ 7213 h 155684"/>
                <a:gd name="connsiteX1" fmla="*/ 112573 w 112329"/>
                <a:gd name="connsiteY1" fmla="*/ 3535 h 155684"/>
                <a:gd name="connsiteX2" fmla="*/ 109328 w 112329"/>
                <a:gd name="connsiteY2" fmla="*/ 103 h 155684"/>
                <a:gd name="connsiteX3" fmla="*/ 91356 w 112329"/>
                <a:gd name="connsiteY3" fmla="*/ 16284 h 155684"/>
                <a:gd name="connsiteX4" fmla="*/ 64646 w 112329"/>
                <a:gd name="connsiteY4" fmla="*/ 103 h 155684"/>
                <a:gd name="connsiteX5" fmla="*/ 244 w 112329"/>
                <a:gd name="connsiteY5" fmla="*/ 69977 h 155684"/>
                <a:gd name="connsiteX6" fmla="*/ 37937 w 112329"/>
                <a:gd name="connsiteY6" fmla="*/ 110675 h 155684"/>
                <a:gd name="connsiteX7" fmla="*/ 69389 w 112329"/>
                <a:gd name="connsiteY7" fmla="*/ 97191 h 155684"/>
                <a:gd name="connsiteX8" fmla="*/ 60402 w 112329"/>
                <a:gd name="connsiteY8" fmla="*/ 132986 h 155684"/>
                <a:gd name="connsiteX9" fmla="*/ 41182 w 112329"/>
                <a:gd name="connsiteY9" fmla="*/ 146961 h 155684"/>
                <a:gd name="connsiteX10" fmla="*/ 34692 w 112329"/>
                <a:gd name="connsiteY10" fmla="*/ 152355 h 155684"/>
                <a:gd name="connsiteX11" fmla="*/ 38436 w 112329"/>
                <a:gd name="connsiteY11" fmla="*/ 155787 h 155684"/>
                <a:gd name="connsiteX12" fmla="*/ 64396 w 112329"/>
                <a:gd name="connsiteY12" fmla="*/ 154806 h 155684"/>
                <a:gd name="connsiteX13" fmla="*/ 91106 w 112329"/>
                <a:gd name="connsiteY13" fmla="*/ 155787 h 155684"/>
                <a:gd name="connsiteX14" fmla="*/ 96098 w 112329"/>
                <a:gd name="connsiteY14" fmla="*/ 150393 h 155684"/>
                <a:gd name="connsiteX15" fmla="*/ 89608 w 112329"/>
                <a:gd name="connsiteY15" fmla="*/ 146961 h 155684"/>
                <a:gd name="connsiteX16" fmla="*/ 77377 w 112329"/>
                <a:gd name="connsiteY16" fmla="*/ 144019 h 155684"/>
                <a:gd name="connsiteX17" fmla="*/ 78625 w 112329"/>
                <a:gd name="connsiteY17" fmla="*/ 138625 h 155684"/>
                <a:gd name="connsiteX18" fmla="*/ 112074 w 112329"/>
                <a:gd name="connsiteY18" fmla="*/ 7213 h 155684"/>
                <a:gd name="connsiteX19" fmla="*/ 74381 w 112329"/>
                <a:gd name="connsiteY19" fmla="*/ 77332 h 155684"/>
                <a:gd name="connsiteX20" fmla="*/ 69888 w 112329"/>
                <a:gd name="connsiteY20" fmla="*/ 85913 h 155684"/>
                <a:gd name="connsiteX21" fmla="*/ 38685 w 112329"/>
                <a:gd name="connsiteY21" fmla="*/ 103810 h 155684"/>
                <a:gd name="connsiteX22" fmla="*/ 20463 w 112329"/>
                <a:gd name="connsiteY22" fmla="*/ 80029 h 155684"/>
                <a:gd name="connsiteX23" fmla="*/ 33443 w 112329"/>
                <a:gd name="connsiteY23" fmla="*/ 30259 h 155684"/>
                <a:gd name="connsiteX24" fmla="*/ 64646 w 112329"/>
                <a:gd name="connsiteY24" fmla="*/ 6968 h 155684"/>
                <a:gd name="connsiteX25" fmla="*/ 86862 w 112329"/>
                <a:gd name="connsiteY25" fmla="*/ 28298 h 155684"/>
                <a:gd name="connsiteX26" fmla="*/ 86113 w 112329"/>
                <a:gd name="connsiteY26" fmla="*/ 31975 h 155684"/>
                <a:gd name="connsiteX27" fmla="*/ 74381 w 112329"/>
                <a:gd name="connsiteY27" fmla="*/ 77332 h 155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2329" h="155684">
                  <a:moveTo>
                    <a:pt x="112074" y="7213"/>
                  </a:moveTo>
                  <a:cubicBezTo>
                    <a:pt x="112324" y="6232"/>
                    <a:pt x="112573" y="4761"/>
                    <a:pt x="112573" y="3535"/>
                  </a:cubicBezTo>
                  <a:cubicBezTo>
                    <a:pt x="112573" y="2064"/>
                    <a:pt x="111575" y="103"/>
                    <a:pt x="109328" y="103"/>
                  </a:cubicBezTo>
                  <a:cubicBezTo>
                    <a:pt x="106832" y="103"/>
                    <a:pt x="96348" y="8439"/>
                    <a:pt x="91356" y="16284"/>
                  </a:cubicBezTo>
                  <a:cubicBezTo>
                    <a:pt x="88859" y="11381"/>
                    <a:pt x="80622" y="103"/>
                    <a:pt x="64646" y="103"/>
                  </a:cubicBezTo>
                  <a:cubicBezTo>
                    <a:pt x="32695" y="103"/>
                    <a:pt x="244" y="34672"/>
                    <a:pt x="244" y="69977"/>
                  </a:cubicBezTo>
                  <a:cubicBezTo>
                    <a:pt x="244" y="93758"/>
                    <a:pt x="16469" y="110675"/>
                    <a:pt x="37937" y="110675"/>
                  </a:cubicBezTo>
                  <a:cubicBezTo>
                    <a:pt x="52165" y="110675"/>
                    <a:pt x="63897" y="101849"/>
                    <a:pt x="69389" y="97191"/>
                  </a:cubicBezTo>
                  <a:cubicBezTo>
                    <a:pt x="69139" y="97926"/>
                    <a:pt x="61401" y="128818"/>
                    <a:pt x="60402" y="132986"/>
                  </a:cubicBezTo>
                  <a:cubicBezTo>
                    <a:pt x="56908" y="146470"/>
                    <a:pt x="56658" y="146716"/>
                    <a:pt x="41182" y="146961"/>
                  </a:cubicBezTo>
                  <a:cubicBezTo>
                    <a:pt x="38186" y="146961"/>
                    <a:pt x="34692" y="146961"/>
                    <a:pt x="34692" y="152355"/>
                  </a:cubicBezTo>
                  <a:cubicBezTo>
                    <a:pt x="34692" y="153826"/>
                    <a:pt x="35940" y="155787"/>
                    <a:pt x="38436" y="155787"/>
                  </a:cubicBezTo>
                  <a:cubicBezTo>
                    <a:pt x="46673" y="155787"/>
                    <a:pt x="55909" y="154806"/>
                    <a:pt x="64396" y="154806"/>
                  </a:cubicBezTo>
                  <a:cubicBezTo>
                    <a:pt x="72884" y="154806"/>
                    <a:pt x="83368" y="155787"/>
                    <a:pt x="91106" y="155787"/>
                  </a:cubicBezTo>
                  <a:cubicBezTo>
                    <a:pt x="93352" y="155787"/>
                    <a:pt x="96098" y="155051"/>
                    <a:pt x="96098" y="150393"/>
                  </a:cubicBezTo>
                  <a:cubicBezTo>
                    <a:pt x="96098" y="146961"/>
                    <a:pt x="92604" y="146961"/>
                    <a:pt x="89608" y="146961"/>
                  </a:cubicBezTo>
                  <a:cubicBezTo>
                    <a:pt x="84117" y="146961"/>
                    <a:pt x="77377" y="146961"/>
                    <a:pt x="77377" y="144019"/>
                  </a:cubicBezTo>
                  <a:cubicBezTo>
                    <a:pt x="77377" y="143283"/>
                    <a:pt x="77377" y="142793"/>
                    <a:pt x="78625" y="138625"/>
                  </a:cubicBezTo>
                  <a:lnTo>
                    <a:pt x="112074" y="7213"/>
                  </a:lnTo>
                  <a:close/>
                  <a:moveTo>
                    <a:pt x="74381" y="77332"/>
                  </a:moveTo>
                  <a:cubicBezTo>
                    <a:pt x="73133" y="81500"/>
                    <a:pt x="73133" y="81990"/>
                    <a:pt x="69888" y="85913"/>
                  </a:cubicBezTo>
                  <a:cubicBezTo>
                    <a:pt x="60153" y="97191"/>
                    <a:pt x="48421" y="103810"/>
                    <a:pt x="38685" y="103810"/>
                  </a:cubicBezTo>
                  <a:cubicBezTo>
                    <a:pt x="29449" y="103810"/>
                    <a:pt x="20463" y="97436"/>
                    <a:pt x="20463" y="80029"/>
                  </a:cubicBezTo>
                  <a:cubicBezTo>
                    <a:pt x="20463" y="67035"/>
                    <a:pt x="27702" y="40066"/>
                    <a:pt x="33443" y="30259"/>
                  </a:cubicBezTo>
                  <a:cubicBezTo>
                    <a:pt x="44926" y="10645"/>
                    <a:pt x="57657" y="6968"/>
                    <a:pt x="64646" y="6968"/>
                  </a:cubicBezTo>
                  <a:cubicBezTo>
                    <a:pt x="82120" y="6968"/>
                    <a:pt x="86862" y="25846"/>
                    <a:pt x="86862" y="28298"/>
                  </a:cubicBezTo>
                  <a:cubicBezTo>
                    <a:pt x="86862" y="29523"/>
                    <a:pt x="86363" y="30994"/>
                    <a:pt x="86113" y="31975"/>
                  </a:cubicBezTo>
                  <a:lnTo>
                    <a:pt x="74381" y="7733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40BF462-CA19-91D6-FBE5-02299237FB63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1754437" y="8372815"/>
              <a:ext cx="178300" cy="203142"/>
            </a:xfrm>
            <a:custGeom>
              <a:avLst/>
              <a:gdLst>
                <a:gd name="connsiteX0" fmla="*/ 166071 w 178300"/>
                <a:gd name="connsiteY0" fmla="*/ 108677 h 203142"/>
                <a:gd name="connsiteX1" fmla="*/ 178552 w 178300"/>
                <a:gd name="connsiteY1" fmla="*/ 101672 h 203142"/>
                <a:gd name="connsiteX2" fmla="*/ 166071 w 178300"/>
                <a:gd name="connsiteY2" fmla="*/ 94668 h 203142"/>
                <a:gd name="connsiteX3" fmla="*/ 14872 w 178300"/>
                <a:gd name="connsiteY3" fmla="*/ 94668 h 203142"/>
                <a:gd name="connsiteX4" fmla="*/ 110441 w 178300"/>
                <a:gd name="connsiteY4" fmla="*/ 14111 h 203142"/>
                <a:gd name="connsiteX5" fmla="*/ 166071 w 178300"/>
                <a:gd name="connsiteY5" fmla="*/ 14111 h 203142"/>
                <a:gd name="connsiteX6" fmla="*/ 178552 w 178300"/>
                <a:gd name="connsiteY6" fmla="*/ 7106 h 203142"/>
                <a:gd name="connsiteX7" fmla="*/ 166071 w 178300"/>
                <a:gd name="connsiteY7" fmla="*/ 101 h 203142"/>
                <a:gd name="connsiteX8" fmla="*/ 109728 w 178300"/>
                <a:gd name="connsiteY8" fmla="*/ 101 h 203142"/>
                <a:gd name="connsiteX9" fmla="*/ 251 w 178300"/>
                <a:gd name="connsiteY9" fmla="*/ 101672 h 203142"/>
                <a:gd name="connsiteX10" fmla="*/ 109728 w 178300"/>
                <a:gd name="connsiteY10" fmla="*/ 203244 h 203142"/>
                <a:gd name="connsiteX11" fmla="*/ 166071 w 178300"/>
                <a:gd name="connsiteY11" fmla="*/ 203244 h 203142"/>
                <a:gd name="connsiteX12" fmla="*/ 178552 w 178300"/>
                <a:gd name="connsiteY12" fmla="*/ 196239 h 203142"/>
                <a:gd name="connsiteX13" fmla="*/ 166071 w 178300"/>
                <a:gd name="connsiteY13" fmla="*/ 189234 h 203142"/>
                <a:gd name="connsiteX14" fmla="*/ 110441 w 178300"/>
                <a:gd name="connsiteY14" fmla="*/ 189234 h 203142"/>
                <a:gd name="connsiteX15" fmla="*/ 14872 w 178300"/>
                <a:gd name="connsiteY15" fmla="*/ 108677 h 203142"/>
                <a:gd name="connsiteX16" fmla="*/ 166071 w 178300"/>
                <a:gd name="connsiteY16" fmla="*/ 108677 h 203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8300" h="203142">
                  <a:moveTo>
                    <a:pt x="166071" y="108677"/>
                  </a:moveTo>
                  <a:cubicBezTo>
                    <a:pt x="172133" y="108677"/>
                    <a:pt x="178552" y="108677"/>
                    <a:pt x="178552" y="101672"/>
                  </a:cubicBezTo>
                  <a:cubicBezTo>
                    <a:pt x="178552" y="94668"/>
                    <a:pt x="172133" y="94668"/>
                    <a:pt x="166071" y="94668"/>
                  </a:cubicBezTo>
                  <a:lnTo>
                    <a:pt x="14872" y="94668"/>
                  </a:lnTo>
                  <a:cubicBezTo>
                    <a:pt x="19151" y="47735"/>
                    <a:pt x="60160" y="14111"/>
                    <a:pt x="110441" y="14111"/>
                  </a:cubicBezTo>
                  <a:lnTo>
                    <a:pt x="166071" y="14111"/>
                  </a:lnTo>
                  <a:cubicBezTo>
                    <a:pt x="172133" y="14111"/>
                    <a:pt x="178552" y="14111"/>
                    <a:pt x="178552" y="7106"/>
                  </a:cubicBezTo>
                  <a:cubicBezTo>
                    <a:pt x="178552" y="101"/>
                    <a:pt x="172133" y="101"/>
                    <a:pt x="166071" y="101"/>
                  </a:cubicBezTo>
                  <a:lnTo>
                    <a:pt x="109728" y="101"/>
                  </a:lnTo>
                  <a:cubicBezTo>
                    <a:pt x="48749" y="101"/>
                    <a:pt x="251" y="45633"/>
                    <a:pt x="251" y="101672"/>
                  </a:cubicBezTo>
                  <a:cubicBezTo>
                    <a:pt x="251" y="157712"/>
                    <a:pt x="48749" y="203244"/>
                    <a:pt x="109728" y="203244"/>
                  </a:cubicBezTo>
                  <a:lnTo>
                    <a:pt x="166071" y="203244"/>
                  </a:lnTo>
                  <a:cubicBezTo>
                    <a:pt x="172133" y="203244"/>
                    <a:pt x="178552" y="203244"/>
                    <a:pt x="178552" y="196239"/>
                  </a:cubicBezTo>
                  <a:cubicBezTo>
                    <a:pt x="178552" y="189234"/>
                    <a:pt x="172133" y="189234"/>
                    <a:pt x="166071" y="189234"/>
                  </a:cubicBezTo>
                  <a:lnTo>
                    <a:pt x="110441" y="189234"/>
                  </a:lnTo>
                  <a:cubicBezTo>
                    <a:pt x="60160" y="189234"/>
                    <a:pt x="19151" y="155610"/>
                    <a:pt x="14872" y="108677"/>
                  </a:cubicBezTo>
                  <a:lnTo>
                    <a:pt x="166071" y="108677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2574F6B-ECFF-EF8A-CCDC-71D592B4450A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2067334" y="8322029"/>
              <a:ext cx="244985" cy="239918"/>
            </a:xfrm>
            <a:custGeom>
              <a:avLst/>
              <a:gdLst>
                <a:gd name="connsiteX0" fmla="*/ 90124 w 244985"/>
                <a:gd name="connsiteY0" fmla="*/ 130042 h 239918"/>
                <a:gd name="connsiteX1" fmla="*/ 102962 w 244985"/>
                <a:gd name="connsiteY1" fmla="*/ 130042 h 239918"/>
                <a:gd name="connsiteX2" fmla="*/ 156452 w 244985"/>
                <a:gd name="connsiteY2" fmla="*/ 211299 h 239918"/>
                <a:gd name="connsiteX3" fmla="*/ 172499 w 244985"/>
                <a:gd name="connsiteY3" fmla="*/ 235817 h 239918"/>
                <a:gd name="connsiteX4" fmla="*/ 184267 w 244985"/>
                <a:gd name="connsiteY4" fmla="*/ 240019 h 239918"/>
                <a:gd name="connsiteX5" fmla="*/ 233478 w 244985"/>
                <a:gd name="connsiteY5" fmla="*/ 240019 h 239918"/>
                <a:gd name="connsiteX6" fmla="*/ 245246 w 244985"/>
                <a:gd name="connsiteY6" fmla="*/ 233715 h 239918"/>
                <a:gd name="connsiteX7" fmla="*/ 239897 w 244985"/>
                <a:gd name="connsiteY7" fmla="*/ 227761 h 239918"/>
                <a:gd name="connsiteX8" fmla="*/ 200671 w 244985"/>
                <a:gd name="connsiteY8" fmla="*/ 190635 h 239918"/>
                <a:gd name="connsiteX9" fmla="*/ 156452 w 244985"/>
                <a:gd name="connsiteY9" fmla="*/ 126190 h 239918"/>
                <a:gd name="connsiteX10" fmla="*/ 218857 w 244985"/>
                <a:gd name="connsiteY10" fmla="*/ 65597 h 239918"/>
                <a:gd name="connsiteX11" fmla="*/ 124358 w 244985"/>
                <a:gd name="connsiteY11" fmla="*/ 101 h 239918"/>
                <a:gd name="connsiteX12" fmla="*/ 12385 w 244985"/>
                <a:gd name="connsiteY12" fmla="*/ 101 h 239918"/>
                <a:gd name="connsiteX13" fmla="*/ 260 w 244985"/>
                <a:gd name="connsiteY13" fmla="*/ 6406 h 239918"/>
                <a:gd name="connsiteX14" fmla="*/ 9889 w 244985"/>
                <a:gd name="connsiteY14" fmla="*/ 12360 h 239918"/>
                <a:gd name="connsiteX15" fmla="*/ 31998 w 244985"/>
                <a:gd name="connsiteY15" fmla="*/ 32324 h 239918"/>
                <a:gd name="connsiteX16" fmla="*/ 31998 w 244985"/>
                <a:gd name="connsiteY16" fmla="*/ 207797 h 239918"/>
                <a:gd name="connsiteX17" fmla="*/ 9889 w 244985"/>
                <a:gd name="connsiteY17" fmla="*/ 227761 h 239918"/>
                <a:gd name="connsiteX18" fmla="*/ 260 w 244985"/>
                <a:gd name="connsiteY18" fmla="*/ 233715 h 239918"/>
                <a:gd name="connsiteX19" fmla="*/ 12385 w 244985"/>
                <a:gd name="connsiteY19" fmla="*/ 240019 h 239918"/>
                <a:gd name="connsiteX20" fmla="*/ 110094 w 244985"/>
                <a:gd name="connsiteY20" fmla="*/ 240019 h 239918"/>
                <a:gd name="connsiteX21" fmla="*/ 121862 w 244985"/>
                <a:gd name="connsiteY21" fmla="*/ 233715 h 239918"/>
                <a:gd name="connsiteX22" fmla="*/ 111877 w 244985"/>
                <a:gd name="connsiteY22" fmla="*/ 227761 h 239918"/>
                <a:gd name="connsiteX23" fmla="*/ 90124 w 244985"/>
                <a:gd name="connsiteY23" fmla="*/ 207797 h 239918"/>
                <a:gd name="connsiteX24" fmla="*/ 90124 w 244985"/>
                <a:gd name="connsiteY24" fmla="*/ 130042 h 239918"/>
                <a:gd name="connsiteX25" fmla="*/ 158948 w 244985"/>
                <a:gd name="connsiteY25" fmla="*/ 112880 h 239918"/>
                <a:gd name="connsiteX26" fmla="*/ 170003 w 244985"/>
                <a:gd name="connsiteY26" fmla="*/ 65947 h 239918"/>
                <a:gd name="connsiteX27" fmla="*/ 156452 w 244985"/>
                <a:gd name="connsiteY27" fmla="*/ 16212 h 239918"/>
                <a:gd name="connsiteX28" fmla="*/ 206376 w 244985"/>
                <a:gd name="connsiteY28" fmla="*/ 65597 h 239918"/>
                <a:gd name="connsiteX29" fmla="*/ 158948 w 244985"/>
                <a:gd name="connsiteY29" fmla="*/ 112880 h 239918"/>
                <a:gd name="connsiteX30" fmla="*/ 90124 w 244985"/>
                <a:gd name="connsiteY30" fmla="*/ 31273 h 239918"/>
                <a:gd name="connsiteX31" fmla="*/ 112233 w 244985"/>
                <a:gd name="connsiteY31" fmla="*/ 12360 h 239918"/>
                <a:gd name="connsiteX32" fmla="*/ 157522 w 244985"/>
                <a:gd name="connsiteY32" fmla="*/ 65947 h 239918"/>
                <a:gd name="connsiteX33" fmla="*/ 90124 w 244985"/>
                <a:gd name="connsiteY33" fmla="*/ 117784 h 239918"/>
                <a:gd name="connsiteX34" fmla="*/ 90124 w 244985"/>
                <a:gd name="connsiteY34" fmla="*/ 31273 h 239918"/>
                <a:gd name="connsiteX35" fmla="*/ 41626 w 244985"/>
                <a:gd name="connsiteY35" fmla="*/ 227761 h 239918"/>
                <a:gd name="connsiteX36" fmla="*/ 44479 w 244985"/>
                <a:gd name="connsiteY36" fmla="*/ 208497 h 239918"/>
                <a:gd name="connsiteX37" fmla="*/ 44479 w 244985"/>
                <a:gd name="connsiteY37" fmla="*/ 31623 h 239918"/>
                <a:gd name="connsiteX38" fmla="*/ 41626 w 244985"/>
                <a:gd name="connsiteY38" fmla="*/ 12360 h 239918"/>
                <a:gd name="connsiteX39" fmla="*/ 82279 w 244985"/>
                <a:gd name="connsiteY39" fmla="*/ 12360 h 239918"/>
                <a:gd name="connsiteX40" fmla="*/ 77643 w 244985"/>
                <a:gd name="connsiteY40" fmla="*/ 30222 h 239918"/>
                <a:gd name="connsiteX41" fmla="*/ 77643 w 244985"/>
                <a:gd name="connsiteY41" fmla="*/ 208497 h 239918"/>
                <a:gd name="connsiteX42" fmla="*/ 80496 w 244985"/>
                <a:gd name="connsiteY42" fmla="*/ 227761 h 239918"/>
                <a:gd name="connsiteX43" fmla="*/ 41626 w 244985"/>
                <a:gd name="connsiteY43" fmla="*/ 227761 h 239918"/>
                <a:gd name="connsiteX44" fmla="*/ 117582 w 244985"/>
                <a:gd name="connsiteY44" fmla="*/ 130042 h 239918"/>
                <a:gd name="connsiteX45" fmla="*/ 124358 w 244985"/>
                <a:gd name="connsiteY45" fmla="*/ 129342 h 239918"/>
                <a:gd name="connsiteX46" fmla="*/ 142901 w 244985"/>
                <a:gd name="connsiteY46" fmla="*/ 127941 h 239918"/>
                <a:gd name="connsiteX47" fmla="*/ 216361 w 244985"/>
                <a:gd name="connsiteY47" fmla="*/ 227761 h 239918"/>
                <a:gd name="connsiteX48" fmla="*/ 181771 w 244985"/>
                <a:gd name="connsiteY48" fmla="*/ 227761 h 239918"/>
                <a:gd name="connsiteX49" fmla="*/ 117582 w 244985"/>
                <a:gd name="connsiteY49" fmla="*/ 130042 h 239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4985" h="239918">
                  <a:moveTo>
                    <a:pt x="90124" y="130042"/>
                  </a:moveTo>
                  <a:lnTo>
                    <a:pt x="102962" y="130042"/>
                  </a:lnTo>
                  <a:lnTo>
                    <a:pt x="156452" y="211299"/>
                  </a:lnTo>
                  <a:cubicBezTo>
                    <a:pt x="160018" y="216903"/>
                    <a:pt x="168576" y="230563"/>
                    <a:pt x="172499" y="235817"/>
                  </a:cubicBezTo>
                  <a:cubicBezTo>
                    <a:pt x="174995" y="240019"/>
                    <a:pt x="176065" y="240019"/>
                    <a:pt x="184267" y="240019"/>
                  </a:cubicBezTo>
                  <a:lnTo>
                    <a:pt x="233478" y="240019"/>
                  </a:lnTo>
                  <a:cubicBezTo>
                    <a:pt x="239897" y="240019"/>
                    <a:pt x="245246" y="240019"/>
                    <a:pt x="245246" y="233715"/>
                  </a:cubicBezTo>
                  <a:cubicBezTo>
                    <a:pt x="245246" y="230913"/>
                    <a:pt x="243106" y="228461"/>
                    <a:pt x="239897" y="227761"/>
                  </a:cubicBezTo>
                  <a:cubicBezTo>
                    <a:pt x="226703" y="224959"/>
                    <a:pt x="209229" y="201843"/>
                    <a:pt x="200671" y="190635"/>
                  </a:cubicBezTo>
                  <a:cubicBezTo>
                    <a:pt x="198174" y="187132"/>
                    <a:pt x="180344" y="164016"/>
                    <a:pt x="156452" y="126190"/>
                  </a:cubicBezTo>
                  <a:cubicBezTo>
                    <a:pt x="188190" y="120586"/>
                    <a:pt x="218857" y="107276"/>
                    <a:pt x="218857" y="65597"/>
                  </a:cubicBezTo>
                  <a:cubicBezTo>
                    <a:pt x="218857" y="16913"/>
                    <a:pt x="166437" y="101"/>
                    <a:pt x="124358" y="101"/>
                  </a:cubicBezTo>
                  <a:lnTo>
                    <a:pt x="12385" y="101"/>
                  </a:lnTo>
                  <a:cubicBezTo>
                    <a:pt x="5966" y="101"/>
                    <a:pt x="260" y="101"/>
                    <a:pt x="260" y="6406"/>
                  </a:cubicBezTo>
                  <a:cubicBezTo>
                    <a:pt x="260" y="12360"/>
                    <a:pt x="7036" y="12360"/>
                    <a:pt x="9889" y="12360"/>
                  </a:cubicBezTo>
                  <a:cubicBezTo>
                    <a:pt x="30215" y="12360"/>
                    <a:pt x="31998" y="14811"/>
                    <a:pt x="31998" y="32324"/>
                  </a:cubicBezTo>
                  <a:lnTo>
                    <a:pt x="31998" y="207797"/>
                  </a:lnTo>
                  <a:cubicBezTo>
                    <a:pt x="31998" y="225309"/>
                    <a:pt x="30215" y="227761"/>
                    <a:pt x="9889" y="227761"/>
                  </a:cubicBezTo>
                  <a:cubicBezTo>
                    <a:pt x="7036" y="227761"/>
                    <a:pt x="260" y="227761"/>
                    <a:pt x="260" y="233715"/>
                  </a:cubicBezTo>
                  <a:cubicBezTo>
                    <a:pt x="260" y="240019"/>
                    <a:pt x="5966" y="240019"/>
                    <a:pt x="12385" y="240019"/>
                  </a:cubicBezTo>
                  <a:lnTo>
                    <a:pt x="110094" y="240019"/>
                  </a:lnTo>
                  <a:cubicBezTo>
                    <a:pt x="116513" y="240019"/>
                    <a:pt x="121862" y="240019"/>
                    <a:pt x="121862" y="233715"/>
                  </a:cubicBezTo>
                  <a:cubicBezTo>
                    <a:pt x="121862" y="227761"/>
                    <a:pt x="115799" y="227761"/>
                    <a:pt x="111877" y="227761"/>
                  </a:cubicBezTo>
                  <a:cubicBezTo>
                    <a:pt x="91550" y="227761"/>
                    <a:pt x="90124" y="224959"/>
                    <a:pt x="90124" y="207797"/>
                  </a:cubicBezTo>
                  <a:lnTo>
                    <a:pt x="90124" y="130042"/>
                  </a:lnTo>
                  <a:close/>
                  <a:moveTo>
                    <a:pt x="158948" y="112880"/>
                  </a:moveTo>
                  <a:cubicBezTo>
                    <a:pt x="168933" y="99921"/>
                    <a:pt x="170003" y="81358"/>
                    <a:pt x="170003" y="65947"/>
                  </a:cubicBezTo>
                  <a:cubicBezTo>
                    <a:pt x="170003" y="49136"/>
                    <a:pt x="167863" y="30573"/>
                    <a:pt x="156452" y="16212"/>
                  </a:cubicBezTo>
                  <a:cubicBezTo>
                    <a:pt x="171073" y="19365"/>
                    <a:pt x="206376" y="30222"/>
                    <a:pt x="206376" y="65597"/>
                  </a:cubicBezTo>
                  <a:cubicBezTo>
                    <a:pt x="206376" y="88363"/>
                    <a:pt x="195678" y="106226"/>
                    <a:pt x="158948" y="112880"/>
                  </a:cubicBezTo>
                  <a:close/>
                  <a:moveTo>
                    <a:pt x="90124" y="31273"/>
                  </a:moveTo>
                  <a:cubicBezTo>
                    <a:pt x="90124" y="23918"/>
                    <a:pt x="90124" y="12360"/>
                    <a:pt x="112233" y="12360"/>
                  </a:cubicBezTo>
                  <a:cubicBezTo>
                    <a:pt x="142545" y="12360"/>
                    <a:pt x="157522" y="24618"/>
                    <a:pt x="157522" y="65947"/>
                  </a:cubicBezTo>
                  <a:cubicBezTo>
                    <a:pt x="157522" y="111129"/>
                    <a:pt x="146467" y="117784"/>
                    <a:pt x="90124" y="117784"/>
                  </a:cubicBezTo>
                  <a:lnTo>
                    <a:pt x="90124" y="31273"/>
                  </a:lnTo>
                  <a:close/>
                  <a:moveTo>
                    <a:pt x="41626" y="227761"/>
                  </a:moveTo>
                  <a:cubicBezTo>
                    <a:pt x="44479" y="221456"/>
                    <a:pt x="44479" y="211650"/>
                    <a:pt x="44479" y="208497"/>
                  </a:cubicBezTo>
                  <a:lnTo>
                    <a:pt x="44479" y="31623"/>
                  </a:lnTo>
                  <a:cubicBezTo>
                    <a:pt x="44479" y="28121"/>
                    <a:pt x="44479" y="18664"/>
                    <a:pt x="41626" y="12360"/>
                  </a:cubicBezTo>
                  <a:lnTo>
                    <a:pt x="82279" y="12360"/>
                  </a:lnTo>
                  <a:cubicBezTo>
                    <a:pt x="77643" y="17964"/>
                    <a:pt x="77643" y="24969"/>
                    <a:pt x="77643" y="30222"/>
                  </a:cubicBezTo>
                  <a:lnTo>
                    <a:pt x="77643" y="208497"/>
                  </a:lnTo>
                  <a:cubicBezTo>
                    <a:pt x="77643" y="212000"/>
                    <a:pt x="77643" y="221456"/>
                    <a:pt x="80496" y="227761"/>
                  </a:cubicBezTo>
                  <a:lnTo>
                    <a:pt x="41626" y="227761"/>
                  </a:lnTo>
                  <a:close/>
                  <a:moveTo>
                    <a:pt x="117582" y="130042"/>
                  </a:moveTo>
                  <a:cubicBezTo>
                    <a:pt x="120079" y="129692"/>
                    <a:pt x="121505" y="129342"/>
                    <a:pt x="124358" y="129342"/>
                  </a:cubicBezTo>
                  <a:cubicBezTo>
                    <a:pt x="129707" y="129342"/>
                    <a:pt x="137552" y="128641"/>
                    <a:pt x="142901" y="127941"/>
                  </a:cubicBezTo>
                  <a:cubicBezTo>
                    <a:pt x="148250" y="136347"/>
                    <a:pt x="186763" y="198690"/>
                    <a:pt x="216361" y="227761"/>
                  </a:cubicBezTo>
                  <a:lnTo>
                    <a:pt x="181771" y="227761"/>
                  </a:lnTo>
                  <a:lnTo>
                    <a:pt x="117582" y="13004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302C0CE-528D-CA94-3762-3AC22C2F105D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2334402" y="8247184"/>
              <a:ext cx="128305" cy="172601"/>
            </a:xfrm>
            <a:custGeom>
              <a:avLst/>
              <a:gdLst>
                <a:gd name="connsiteX0" fmla="*/ 127574 w 128305"/>
                <a:gd name="connsiteY0" fmla="*/ 7452 h 172601"/>
                <a:gd name="connsiteX1" fmla="*/ 128573 w 128305"/>
                <a:gd name="connsiteY1" fmla="*/ 3530 h 172601"/>
                <a:gd name="connsiteX2" fmla="*/ 124579 w 128305"/>
                <a:gd name="connsiteY2" fmla="*/ 97 h 172601"/>
                <a:gd name="connsiteX3" fmla="*/ 92627 w 128305"/>
                <a:gd name="connsiteY3" fmla="*/ 2549 h 172601"/>
                <a:gd name="connsiteX4" fmla="*/ 87136 w 128305"/>
                <a:gd name="connsiteY4" fmla="*/ 8188 h 172601"/>
                <a:gd name="connsiteX5" fmla="*/ 93626 w 128305"/>
                <a:gd name="connsiteY5" fmla="*/ 11620 h 172601"/>
                <a:gd name="connsiteX6" fmla="*/ 105608 w 128305"/>
                <a:gd name="connsiteY6" fmla="*/ 15298 h 172601"/>
                <a:gd name="connsiteX7" fmla="*/ 104609 w 128305"/>
                <a:gd name="connsiteY7" fmla="*/ 20692 h 172601"/>
                <a:gd name="connsiteX8" fmla="*/ 90381 w 128305"/>
                <a:gd name="connsiteY8" fmla="*/ 76591 h 172601"/>
                <a:gd name="connsiteX9" fmla="*/ 64670 w 128305"/>
                <a:gd name="connsiteY9" fmla="*/ 62126 h 172601"/>
                <a:gd name="connsiteX10" fmla="*/ 268 w 128305"/>
                <a:gd name="connsiteY10" fmla="*/ 132000 h 172601"/>
                <a:gd name="connsiteX11" fmla="*/ 37960 w 128305"/>
                <a:gd name="connsiteY11" fmla="*/ 172698 h 172601"/>
                <a:gd name="connsiteX12" fmla="*/ 73407 w 128305"/>
                <a:gd name="connsiteY12" fmla="*/ 155536 h 172601"/>
                <a:gd name="connsiteX13" fmla="*/ 99118 w 128305"/>
                <a:gd name="connsiteY13" fmla="*/ 172698 h 172601"/>
                <a:gd name="connsiteX14" fmla="*/ 118838 w 128305"/>
                <a:gd name="connsiteY14" fmla="*/ 159704 h 172601"/>
                <a:gd name="connsiteX15" fmla="*/ 127574 w 128305"/>
                <a:gd name="connsiteY15" fmla="*/ 135187 h 172601"/>
                <a:gd name="connsiteX16" fmla="*/ 123580 w 128305"/>
                <a:gd name="connsiteY16" fmla="*/ 132000 h 172601"/>
                <a:gd name="connsiteX17" fmla="*/ 118089 w 128305"/>
                <a:gd name="connsiteY17" fmla="*/ 139600 h 172601"/>
                <a:gd name="connsiteX18" fmla="*/ 99866 w 128305"/>
                <a:gd name="connsiteY18" fmla="*/ 165833 h 172601"/>
                <a:gd name="connsiteX19" fmla="*/ 91629 w 128305"/>
                <a:gd name="connsiteY19" fmla="*/ 153820 h 172601"/>
                <a:gd name="connsiteX20" fmla="*/ 92877 w 128305"/>
                <a:gd name="connsiteY20" fmla="*/ 143768 h 172601"/>
                <a:gd name="connsiteX21" fmla="*/ 127574 w 128305"/>
                <a:gd name="connsiteY21" fmla="*/ 7452 h 172601"/>
                <a:gd name="connsiteX22" fmla="*/ 74405 w 128305"/>
                <a:gd name="connsiteY22" fmla="*/ 139600 h 172601"/>
                <a:gd name="connsiteX23" fmla="*/ 61674 w 128305"/>
                <a:gd name="connsiteY23" fmla="*/ 156026 h 172601"/>
                <a:gd name="connsiteX24" fmla="*/ 38709 w 128305"/>
                <a:gd name="connsiteY24" fmla="*/ 165833 h 172601"/>
                <a:gd name="connsiteX25" fmla="*/ 20487 w 128305"/>
                <a:gd name="connsiteY25" fmla="*/ 142052 h 172601"/>
                <a:gd name="connsiteX26" fmla="*/ 33467 w 128305"/>
                <a:gd name="connsiteY26" fmla="*/ 92282 h 172601"/>
                <a:gd name="connsiteX27" fmla="*/ 64670 w 128305"/>
                <a:gd name="connsiteY27" fmla="*/ 68990 h 172601"/>
                <a:gd name="connsiteX28" fmla="*/ 86886 w 128305"/>
                <a:gd name="connsiteY28" fmla="*/ 90320 h 172601"/>
                <a:gd name="connsiteX29" fmla="*/ 86137 w 128305"/>
                <a:gd name="connsiteY29" fmla="*/ 93753 h 172601"/>
                <a:gd name="connsiteX30" fmla="*/ 74405 w 128305"/>
                <a:gd name="connsiteY30" fmla="*/ 139600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74" y="7452"/>
                  </a:moveTo>
                  <a:cubicBezTo>
                    <a:pt x="127824" y="6962"/>
                    <a:pt x="128573" y="3775"/>
                    <a:pt x="128573" y="3530"/>
                  </a:cubicBezTo>
                  <a:cubicBezTo>
                    <a:pt x="128573" y="2304"/>
                    <a:pt x="127574" y="97"/>
                    <a:pt x="124579" y="97"/>
                  </a:cubicBezTo>
                  <a:cubicBezTo>
                    <a:pt x="119587" y="97"/>
                    <a:pt x="98868" y="2058"/>
                    <a:pt x="92627" y="2549"/>
                  </a:cubicBezTo>
                  <a:cubicBezTo>
                    <a:pt x="90630" y="2794"/>
                    <a:pt x="87136" y="3039"/>
                    <a:pt x="87136" y="8188"/>
                  </a:cubicBezTo>
                  <a:cubicBezTo>
                    <a:pt x="87136" y="11620"/>
                    <a:pt x="90630" y="11620"/>
                    <a:pt x="93626" y="11620"/>
                  </a:cubicBezTo>
                  <a:cubicBezTo>
                    <a:pt x="105608" y="11620"/>
                    <a:pt x="105608" y="13336"/>
                    <a:pt x="105608" y="15298"/>
                  </a:cubicBezTo>
                  <a:cubicBezTo>
                    <a:pt x="105608" y="17014"/>
                    <a:pt x="105108" y="18485"/>
                    <a:pt x="104609" y="20692"/>
                  </a:cubicBezTo>
                  <a:lnTo>
                    <a:pt x="90381" y="76591"/>
                  </a:lnTo>
                  <a:cubicBezTo>
                    <a:pt x="85139" y="68500"/>
                    <a:pt x="76652" y="62126"/>
                    <a:pt x="64670" y="62126"/>
                  </a:cubicBezTo>
                  <a:cubicBezTo>
                    <a:pt x="32718" y="62126"/>
                    <a:pt x="268" y="96695"/>
                    <a:pt x="268" y="132000"/>
                  </a:cubicBezTo>
                  <a:cubicBezTo>
                    <a:pt x="268" y="155781"/>
                    <a:pt x="16493" y="172698"/>
                    <a:pt x="37960" y="172698"/>
                  </a:cubicBezTo>
                  <a:cubicBezTo>
                    <a:pt x="51440" y="172698"/>
                    <a:pt x="63422" y="165098"/>
                    <a:pt x="73407" y="155536"/>
                  </a:cubicBezTo>
                  <a:cubicBezTo>
                    <a:pt x="78149" y="170246"/>
                    <a:pt x="92627" y="172698"/>
                    <a:pt x="99118" y="172698"/>
                  </a:cubicBezTo>
                  <a:cubicBezTo>
                    <a:pt x="108104" y="172698"/>
                    <a:pt x="114344" y="167304"/>
                    <a:pt x="118838" y="159704"/>
                  </a:cubicBezTo>
                  <a:cubicBezTo>
                    <a:pt x="124329" y="150142"/>
                    <a:pt x="127574" y="136168"/>
                    <a:pt x="127574" y="135187"/>
                  </a:cubicBezTo>
                  <a:cubicBezTo>
                    <a:pt x="127574" y="132000"/>
                    <a:pt x="124329" y="132000"/>
                    <a:pt x="123580" y="132000"/>
                  </a:cubicBezTo>
                  <a:cubicBezTo>
                    <a:pt x="120086" y="132000"/>
                    <a:pt x="119836" y="132980"/>
                    <a:pt x="118089" y="139600"/>
                  </a:cubicBezTo>
                  <a:cubicBezTo>
                    <a:pt x="115093" y="151368"/>
                    <a:pt x="110351" y="165833"/>
                    <a:pt x="99866" y="165833"/>
                  </a:cubicBezTo>
                  <a:cubicBezTo>
                    <a:pt x="93376" y="165833"/>
                    <a:pt x="91629" y="160440"/>
                    <a:pt x="91629" y="153820"/>
                  </a:cubicBezTo>
                  <a:cubicBezTo>
                    <a:pt x="91629" y="149162"/>
                    <a:pt x="92128" y="146955"/>
                    <a:pt x="92877" y="143768"/>
                  </a:cubicBezTo>
                  <a:lnTo>
                    <a:pt x="127574" y="7452"/>
                  </a:lnTo>
                  <a:close/>
                  <a:moveTo>
                    <a:pt x="74405" y="139600"/>
                  </a:moveTo>
                  <a:cubicBezTo>
                    <a:pt x="72658" y="146465"/>
                    <a:pt x="67166" y="151368"/>
                    <a:pt x="61674" y="156026"/>
                  </a:cubicBezTo>
                  <a:cubicBezTo>
                    <a:pt x="59428" y="157988"/>
                    <a:pt x="49443" y="165833"/>
                    <a:pt x="38709" y="165833"/>
                  </a:cubicBezTo>
                  <a:cubicBezTo>
                    <a:pt x="29473" y="165833"/>
                    <a:pt x="20487" y="159459"/>
                    <a:pt x="20487" y="142052"/>
                  </a:cubicBezTo>
                  <a:cubicBezTo>
                    <a:pt x="20487" y="129058"/>
                    <a:pt x="27726" y="102089"/>
                    <a:pt x="33467" y="92282"/>
                  </a:cubicBezTo>
                  <a:cubicBezTo>
                    <a:pt x="44950" y="72668"/>
                    <a:pt x="57680" y="68990"/>
                    <a:pt x="64670" y="68990"/>
                  </a:cubicBezTo>
                  <a:cubicBezTo>
                    <a:pt x="82143" y="68990"/>
                    <a:pt x="86886" y="87623"/>
                    <a:pt x="86886" y="90320"/>
                  </a:cubicBezTo>
                  <a:cubicBezTo>
                    <a:pt x="86886" y="91301"/>
                    <a:pt x="86387" y="93017"/>
                    <a:pt x="86137" y="93753"/>
                  </a:cubicBezTo>
                  <a:lnTo>
                    <a:pt x="74405" y="139600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5A4D0CF2-6DEF-2EF4-8883-21295A70FFDD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2483849" y="8335726"/>
              <a:ext cx="88793" cy="116631"/>
            </a:xfrm>
            <a:custGeom>
              <a:avLst/>
              <a:gdLst>
                <a:gd name="connsiteX0" fmla="*/ 89066 w 88793"/>
                <a:gd name="connsiteY0" fmla="*/ 82931 h 116631"/>
                <a:gd name="connsiteX1" fmla="*/ 81577 w 88793"/>
                <a:gd name="connsiteY1" fmla="*/ 82931 h 116631"/>
                <a:gd name="connsiteX2" fmla="*/ 76406 w 88793"/>
                <a:gd name="connsiteY2" fmla="*/ 98867 h 116631"/>
                <a:gd name="connsiteX3" fmla="*/ 57328 w 88793"/>
                <a:gd name="connsiteY3" fmla="*/ 99918 h 116631"/>
                <a:gd name="connsiteX4" fmla="*/ 22381 w 88793"/>
                <a:gd name="connsiteY4" fmla="*/ 99918 h 116631"/>
                <a:gd name="connsiteX5" fmla="*/ 58041 w 88793"/>
                <a:gd name="connsiteY5" fmla="*/ 74525 h 116631"/>
                <a:gd name="connsiteX6" fmla="*/ 89066 w 88793"/>
                <a:gd name="connsiteY6" fmla="*/ 34948 h 116631"/>
                <a:gd name="connsiteX7" fmla="*/ 41994 w 88793"/>
                <a:gd name="connsiteY7" fmla="*/ 98 h 116631"/>
                <a:gd name="connsiteX8" fmla="*/ 272 w 88793"/>
                <a:gd name="connsiteY8" fmla="*/ 30920 h 116631"/>
                <a:gd name="connsiteX9" fmla="*/ 10613 w 88793"/>
                <a:gd name="connsiteY9" fmla="*/ 41602 h 116631"/>
                <a:gd name="connsiteX10" fmla="*/ 21133 w 88793"/>
                <a:gd name="connsiteY10" fmla="*/ 31270 h 116631"/>
                <a:gd name="connsiteX11" fmla="*/ 10970 w 88793"/>
                <a:gd name="connsiteY11" fmla="*/ 20938 h 116631"/>
                <a:gd name="connsiteX12" fmla="*/ 38250 w 88793"/>
                <a:gd name="connsiteY12" fmla="*/ 7803 h 116631"/>
                <a:gd name="connsiteX13" fmla="*/ 69987 w 88793"/>
                <a:gd name="connsiteY13" fmla="*/ 35123 h 116631"/>
                <a:gd name="connsiteX14" fmla="*/ 45917 w 88793"/>
                <a:gd name="connsiteY14" fmla="*/ 72424 h 116631"/>
                <a:gd name="connsiteX15" fmla="*/ 2411 w 88793"/>
                <a:gd name="connsiteY15" fmla="*/ 108674 h 116631"/>
                <a:gd name="connsiteX16" fmla="*/ 272 w 88793"/>
                <a:gd name="connsiteY16" fmla="*/ 111476 h 116631"/>
                <a:gd name="connsiteX17" fmla="*/ 272 w 88793"/>
                <a:gd name="connsiteY17" fmla="*/ 116730 h 116631"/>
                <a:gd name="connsiteX18" fmla="*/ 83182 w 88793"/>
                <a:gd name="connsiteY18" fmla="*/ 116730 h 116631"/>
                <a:gd name="connsiteX19" fmla="*/ 89066 w 88793"/>
                <a:gd name="connsiteY19" fmla="*/ 82931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8793" h="116631">
                  <a:moveTo>
                    <a:pt x="89066" y="82931"/>
                  </a:moveTo>
                  <a:lnTo>
                    <a:pt x="81577" y="82931"/>
                  </a:lnTo>
                  <a:cubicBezTo>
                    <a:pt x="81042" y="86259"/>
                    <a:pt x="79259" y="97116"/>
                    <a:pt x="76406" y="98867"/>
                  </a:cubicBezTo>
                  <a:cubicBezTo>
                    <a:pt x="74980" y="99918"/>
                    <a:pt x="60002" y="99918"/>
                    <a:pt x="57328" y="99918"/>
                  </a:cubicBezTo>
                  <a:lnTo>
                    <a:pt x="22381" y="99918"/>
                  </a:lnTo>
                  <a:cubicBezTo>
                    <a:pt x="34149" y="91337"/>
                    <a:pt x="47343" y="81530"/>
                    <a:pt x="58041" y="74525"/>
                  </a:cubicBezTo>
                  <a:cubicBezTo>
                    <a:pt x="74088" y="63668"/>
                    <a:pt x="89066" y="53511"/>
                    <a:pt x="89066" y="34948"/>
                  </a:cubicBezTo>
                  <a:cubicBezTo>
                    <a:pt x="89066" y="12532"/>
                    <a:pt x="67491" y="98"/>
                    <a:pt x="41994" y="98"/>
                  </a:cubicBezTo>
                  <a:cubicBezTo>
                    <a:pt x="17923" y="98"/>
                    <a:pt x="272" y="13758"/>
                    <a:pt x="272" y="30920"/>
                  </a:cubicBezTo>
                  <a:cubicBezTo>
                    <a:pt x="272" y="40026"/>
                    <a:pt x="8117" y="41602"/>
                    <a:pt x="10613" y="41602"/>
                  </a:cubicBezTo>
                  <a:cubicBezTo>
                    <a:pt x="15427" y="41602"/>
                    <a:pt x="21133" y="38450"/>
                    <a:pt x="21133" y="31270"/>
                  </a:cubicBezTo>
                  <a:cubicBezTo>
                    <a:pt x="21133" y="24966"/>
                    <a:pt x="16497" y="21463"/>
                    <a:pt x="10970" y="20938"/>
                  </a:cubicBezTo>
                  <a:cubicBezTo>
                    <a:pt x="15962" y="13057"/>
                    <a:pt x="26304" y="7803"/>
                    <a:pt x="38250" y="7803"/>
                  </a:cubicBezTo>
                  <a:cubicBezTo>
                    <a:pt x="55545" y="7803"/>
                    <a:pt x="69987" y="17961"/>
                    <a:pt x="69987" y="35123"/>
                  </a:cubicBezTo>
                  <a:cubicBezTo>
                    <a:pt x="69987" y="49833"/>
                    <a:pt x="59646" y="61041"/>
                    <a:pt x="45917" y="72424"/>
                  </a:cubicBezTo>
                  <a:lnTo>
                    <a:pt x="2411" y="108674"/>
                  </a:lnTo>
                  <a:cubicBezTo>
                    <a:pt x="628" y="110250"/>
                    <a:pt x="450" y="110250"/>
                    <a:pt x="272" y="111476"/>
                  </a:cubicBezTo>
                  <a:lnTo>
                    <a:pt x="272" y="116730"/>
                  </a:lnTo>
                  <a:lnTo>
                    <a:pt x="83182" y="116730"/>
                  </a:lnTo>
                  <a:lnTo>
                    <a:pt x="89066" y="8293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F9906DF1-4F8D-449F-B429-4118E360B5E9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2651232" y="8290335"/>
              <a:ext cx="133797" cy="131166"/>
            </a:xfrm>
            <a:custGeom>
              <a:avLst/>
              <a:gdLst>
                <a:gd name="connsiteX0" fmla="*/ 130578 w 133797"/>
                <a:gd name="connsiteY0" fmla="*/ 12111 h 131166"/>
                <a:gd name="connsiteX1" fmla="*/ 134073 w 133797"/>
                <a:gd name="connsiteY1" fmla="*/ 6226 h 131166"/>
                <a:gd name="connsiteX2" fmla="*/ 128082 w 133797"/>
                <a:gd name="connsiteY2" fmla="*/ 97 h 131166"/>
                <a:gd name="connsiteX3" fmla="*/ 121841 w 133797"/>
                <a:gd name="connsiteY3" fmla="*/ 3775 h 131166"/>
                <a:gd name="connsiteX4" fmla="*/ 67174 w 133797"/>
                <a:gd name="connsiteY4" fmla="*/ 57222 h 131166"/>
                <a:gd name="connsiteX5" fmla="*/ 12257 w 133797"/>
                <a:gd name="connsiteY5" fmla="*/ 3530 h 131166"/>
                <a:gd name="connsiteX6" fmla="*/ 6516 w 133797"/>
                <a:gd name="connsiteY6" fmla="*/ 97 h 131166"/>
                <a:gd name="connsiteX7" fmla="*/ 276 w 133797"/>
                <a:gd name="connsiteY7" fmla="*/ 6226 h 131166"/>
                <a:gd name="connsiteX8" fmla="*/ 4020 w 133797"/>
                <a:gd name="connsiteY8" fmla="*/ 12111 h 131166"/>
                <a:gd name="connsiteX9" fmla="*/ 58437 w 133797"/>
                <a:gd name="connsiteY9" fmla="*/ 65558 h 131166"/>
                <a:gd name="connsiteX10" fmla="*/ 4020 w 133797"/>
                <a:gd name="connsiteY10" fmla="*/ 119005 h 131166"/>
                <a:gd name="connsiteX11" fmla="*/ 276 w 133797"/>
                <a:gd name="connsiteY11" fmla="*/ 125135 h 131166"/>
                <a:gd name="connsiteX12" fmla="*/ 6516 w 133797"/>
                <a:gd name="connsiteY12" fmla="*/ 131264 h 131166"/>
                <a:gd name="connsiteX13" fmla="*/ 12257 w 133797"/>
                <a:gd name="connsiteY13" fmla="*/ 127832 h 131166"/>
                <a:gd name="connsiteX14" fmla="*/ 67174 w 133797"/>
                <a:gd name="connsiteY14" fmla="*/ 74139 h 131166"/>
                <a:gd name="connsiteX15" fmla="*/ 124088 w 133797"/>
                <a:gd name="connsiteY15" fmla="*/ 130038 h 131166"/>
                <a:gd name="connsiteX16" fmla="*/ 128082 w 133797"/>
                <a:gd name="connsiteY16" fmla="*/ 131264 h 131166"/>
                <a:gd name="connsiteX17" fmla="*/ 134073 w 133797"/>
                <a:gd name="connsiteY17" fmla="*/ 125135 h 131166"/>
                <a:gd name="connsiteX18" fmla="*/ 132824 w 133797"/>
                <a:gd name="connsiteY18" fmla="*/ 121948 h 131166"/>
                <a:gd name="connsiteX19" fmla="*/ 75911 w 133797"/>
                <a:gd name="connsiteY19" fmla="*/ 65803 h 131166"/>
                <a:gd name="connsiteX20" fmla="*/ 130578 w 133797"/>
                <a:gd name="connsiteY20" fmla="*/ 12111 h 1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3797" h="131166">
                  <a:moveTo>
                    <a:pt x="130578" y="12111"/>
                  </a:moveTo>
                  <a:cubicBezTo>
                    <a:pt x="133324" y="9414"/>
                    <a:pt x="134073" y="7943"/>
                    <a:pt x="134073" y="6226"/>
                  </a:cubicBezTo>
                  <a:cubicBezTo>
                    <a:pt x="134073" y="2304"/>
                    <a:pt x="130827" y="97"/>
                    <a:pt x="128082" y="97"/>
                  </a:cubicBezTo>
                  <a:cubicBezTo>
                    <a:pt x="125585" y="97"/>
                    <a:pt x="124837" y="833"/>
                    <a:pt x="121841" y="3775"/>
                  </a:cubicBezTo>
                  <a:lnTo>
                    <a:pt x="67174" y="57222"/>
                  </a:lnTo>
                  <a:lnTo>
                    <a:pt x="12257" y="3530"/>
                  </a:lnTo>
                  <a:cubicBezTo>
                    <a:pt x="9761" y="1078"/>
                    <a:pt x="8763" y="97"/>
                    <a:pt x="6516" y="97"/>
                  </a:cubicBezTo>
                  <a:cubicBezTo>
                    <a:pt x="3021" y="97"/>
                    <a:pt x="276" y="2794"/>
                    <a:pt x="276" y="6226"/>
                  </a:cubicBezTo>
                  <a:cubicBezTo>
                    <a:pt x="276" y="8433"/>
                    <a:pt x="1024" y="9168"/>
                    <a:pt x="4020" y="12111"/>
                  </a:cubicBezTo>
                  <a:lnTo>
                    <a:pt x="58437" y="65558"/>
                  </a:lnTo>
                  <a:lnTo>
                    <a:pt x="4020" y="119005"/>
                  </a:lnTo>
                  <a:cubicBezTo>
                    <a:pt x="525" y="122438"/>
                    <a:pt x="276" y="123664"/>
                    <a:pt x="276" y="125135"/>
                  </a:cubicBezTo>
                  <a:cubicBezTo>
                    <a:pt x="276" y="128567"/>
                    <a:pt x="3021" y="131264"/>
                    <a:pt x="6516" y="131264"/>
                  </a:cubicBezTo>
                  <a:cubicBezTo>
                    <a:pt x="8763" y="131264"/>
                    <a:pt x="9512" y="130529"/>
                    <a:pt x="12257" y="127832"/>
                  </a:cubicBezTo>
                  <a:lnTo>
                    <a:pt x="67174" y="74139"/>
                  </a:lnTo>
                  <a:lnTo>
                    <a:pt x="124088" y="130038"/>
                  </a:lnTo>
                  <a:cubicBezTo>
                    <a:pt x="125336" y="130774"/>
                    <a:pt x="126584" y="131264"/>
                    <a:pt x="128082" y="131264"/>
                  </a:cubicBezTo>
                  <a:cubicBezTo>
                    <a:pt x="130827" y="131264"/>
                    <a:pt x="134073" y="129058"/>
                    <a:pt x="134073" y="125135"/>
                  </a:cubicBezTo>
                  <a:cubicBezTo>
                    <a:pt x="134073" y="123173"/>
                    <a:pt x="133573" y="122683"/>
                    <a:pt x="132824" y="121948"/>
                  </a:cubicBezTo>
                  <a:cubicBezTo>
                    <a:pt x="132325" y="120967"/>
                    <a:pt x="83899" y="73403"/>
                    <a:pt x="75911" y="65803"/>
                  </a:cubicBezTo>
                  <a:lnTo>
                    <a:pt x="130578" y="1211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670DD06D-49F5-0C5D-9449-229EBAEE4CC2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2844903" y="8247184"/>
              <a:ext cx="128305" cy="172601"/>
            </a:xfrm>
            <a:custGeom>
              <a:avLst/>
              <a:gdLst>
                <a:gd name="connsiteX0" fmla="*/ 127589 w 128305"/>
                <a:gd name="connsiteY0" fmla="*/ 7452 h 172601"/>
                <a:gd name="connsiteX1" fmla="*/ 128587 w 128305"/>
                <a:gd name="connsiteY1" fmla="*/ 3530 h 172601"/>
                <a:gd name="connsiteX2" fmla="*/ 124593 w 128305"/>
                <a:gd name="connsiteY2" fmla="*/ 97 h 172601"/>
                <a:gd name="connsiteX3" fmla="*/ 92642 w 128305"/>
                <a:gd name="connsiteY3" fmla="*/ 2549 h 172601"/>
                <a:gd name="connsiteX4" fmla="*/ 87150 w 128305"/>
                <a:gd name="connsiteY4" fmla="*/ 8188 h 172601"/>
                <a:gd name="connsiteX5" fmla="*/ 93640 w 128305"/>
                <a:gd name="connsiteY5" fmla="*/ 11620 h 172601"/>
                <a:gd name="connsiteX6" fmla="*/ 105622 w 128305"/>
                <a:gd name="connsiteY6" fmla="*/ 15298 h 172601"/>
                <a:gd name="connsiteX7" fmla="*/ 104623 w 128305"/>
                <a:gd name="connsiteY7" fmla="*/ 20692 h 172601"/>
                <a:gd name="connsiteX8" fmla="*/ 90395 w 128305"/>
                <a:gd name="connsiteY8" fmla="*/ 76591 h 172601"/>
                <a:gd name="connsiteX9" fmla="*/ 64684 w 128305"/>
                <a:gd name="connsiteY9" fmla="*/ 62126 h 172601"/>
                <a:gd name="connsiteX10" fmla="*/ 282 w 128305"/>
                <a:gd name="connsiteY10" fmla="*/ 132000 h 172601"/>
                <a:gd name="connsiteX11" fmla="*/ 37975 w 128305"/>
                <a:gd name="connsiteY11" fmla="*/ 172698 h 172601"/>
                <a:gd name="connsiteX12" fmla="*/ 73421 w 128305"/>
                <a:gd name="connsiteY12" fmla="*/ 155536 h 172601"/>
                <a:gd name="connsiteX13" fmla="*/ 99132 w 128305"/>
                <a:gd name="connsiteY13" fmla="*/ 172698 h 172601"/>
                <a:gd name="connsiteX14" fmla="*/ 118852 w 128305"/>
                <a:gd name="connsiteY14" fmla="*/ 159704 h 172601"/>
                <a:gd name="connsiteX15" fmla="*/ 127589 w 128305"/>
                <a:gd name="connsiteY15" fmla="*/ 135187 h 172601"/>
                <a:gd name="connsiteX16" fmla="*/ 123595 w 128305"/>
                <a:gd name="connsiteY16" fmla="*/ 132000 h 172601"/>
                <a:gd name="connsiteX17" fmla="*/ 118103 w 128305"/>
                <a:gd name="connsiteY17" fmla="*/ 139600 h 172601"/>
                <a:gd name="connsiteX18" fmla="*/ 99881 w 128305"/>
                <a:gd name="connsiteY18" fmla="*/ 165833 h 172601"/>
                <a:gd name="connsiteX19" fmla="*/ 91643 w 128305"/>
                <a:gd name="connsiteY19" fmla="*/ 153820 h 172601"/>
                <a:gd name="connsiteX20" fmla="*/ 92891 w 128305"/>
                <a:gd name="connsiteY20" fmla="*/ 143768 h 172601"/>
                <a:gd name="connsiteX21" fmla="*/ 127589 w 128305"/>
                <a:gd name="connsiteY21" fmla="*/ 7452 h 172601"/>
                <a:gd name="connsiteX22" fmla="*/ 74419 w 128305"/>
                <a:gd name="connsiteY22" fmla="*/ 139600 h 172601"/>
                <a:gd name="connsiteX23" fmla="*/ 61689 w 128305"/>
                <a:gd name="connsiteY23" fmla="*/ 156026 h 172601"/>
                <a:gd name="connsiteX24" fmla="*/ 38723 w 128305"/>
                <a:gd name="connsiteY24" fmla="*/ 165833 h 172601"/>
                <a:gd name="connsiteX25" fmla="*/ 20501 w 128305"/>
                <a:gd name="connsiteY25" fmla="*/ 142052 h 172601"/>
                <a:gd name="connsiteX26" fmla="*/ 33481 w 128305"/>
                <a:gd name="connsiteY26" fmla="*/ 92282 h 172601"/>
                <a:gd name="connsiteX27" fmla="*/ 64684 w 128305"/>
                <a:gd name="connsiteY27" fmla="*/ 68990 h 172601"/>
                <a:gd name="connsiteX28" fmla="*/ 86900 w 128305"/>
                <a:gd name="connsiteY28" fmla="*/ 90320 h 172601"/>
                <a:gd name="connsiteX29" fmla="*/ 86152 w 128305"/>
                <a:gd name="connsiteY29" fmla="*/ 93753 h 172601"/>
                <a:gd name="connsiteX30" fmla="*/ 74419 w 128305"/>
                <a:gd name="connsiteY30" fmla="*/ 139600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89" y="7452"/>
                  </a:moveTo>
                  <a:cubicBezTo>
                    <a:pt x="127838" y="6962"/>
                    <a:pt x="128587" y="3775"/>
                    <a:pt x="128587" y="3530"/>
                  </a:cubicBezTo>
                  <a:cubicBezTo>
                    <a:pt x="128587" y="2304"/>
                    <a:pt x="127589" y="97"/>
                    <a:pt x="124593" y="97"/>
                  </a:cubicBezTo>
                  <a:cubicBezTo>
                    <a:pt x="119601" y="97"/>
                    <a:pt x="98882" y="2058"/>
                    <a:pt x="92642" y="2549"/>
                  </a:cubicBezTo>
                  <a:cubicBezTo>
                    <a:pt x="90645" y="2794"/>
                    <a:pt x="87150" y="3039"/>
                    <a:pt x="87150" y="8188"/>
                  </a:cubicBezTo>
                  <a:cubicBezTo>
                    <a:pt x="87150" y="11620"/>
                    <a:pt x="90645" y="11620"/>
                    <a:pt x="93640" y="11620"/>
                  </a:cubicBezTo>
                  <a:cubicBezTo>
                    <a:pt x="105622" y="11620"/>
                    <a:pt x="105622" y="13336"/>
                    <a:pt x="105622" y="15298"/>
                  </a:cubicBezTo>
                  <a:cubicBezTo>
                    <a:pt x="105622" y="17014"/>
                    <a:pt x="105123" y="18485"/>
                    <a:pt x="104623" y="20692"/>
                  </a:cubicBezTo>
                  <a:lnTo>
                    <a:pt x="90395" y="76591"/>
                  </a:lnTo>
                  <a:cubicBezTo>
                    <a:pt x="85153" y="68500"/>
                    <a:pt x="76666" y="62126"/>
                    <a:pt x="64684" y="62126"/>
                  </a:cubicBezTo>
                  <a:cubicBezTo>
                    <a:pt x="32733" y="62126"/>
                    <a:pt x="282" y="96695"/>
                    <a:pt x="282" y="132000"/>
                  </a:cubicBezTo>
                  <a:cubicBezTo>
                    <a:pt x="282" y="155781"/>
                    <a:pt x="16507" y="172698"/>
                    <a:pt x="37975" y="172698"/>
                  </a:cubicBezTo>
                  <a:cubicBezTo>
                    <a:pt x="51454" y="172698"/>
                    <a:pt x="63436" y="165098"/>
                    <a:pt x="73421" y="155536"/>
                  </a:cubicBezTo>
                  <a:cubicBezTo>
                    <a:pt x="78164" y="170246"/>
                    <a:pt x="92642" y="172698"/>
                    <a:pt x="99132" y="172698"/>
                  </a:cubicBezTo>
                  <a:cubicBezTo>
                    <a:pt x="108118" y="172698"/>
                    <a:pt x="114359" y="167304"/>
                    <a:pt x="118852" y="159704"/>
                  </a:cubicBezTo>
                  <a:cubicBezTo>
                    <a:pt x="124344" y="150142"/>
                    <a:pt x="127589" y="136168"/>
                    <a:pt x="127589" y="135187"/>
                  </a:cubicBezTo>
                  <a:cubicBezTo>
                    <a:pt x="127589" y="132000"/>
                    <a:pt x="124344" y="132000"/>
                    <a:pt x="123595" y="132000"/>
                  </a:cubicBezTo>
                  <a:cubicBezTo>
                    <a:pt x="120100" y="132000"/>
                    <a:pt x="119850" y="132980"/>
                    <a:pt x="118103" y="139600"/>
                  </a:cubicBezTo>
                  <a:cubicBezTo>
                    <a:pt x="115108" y="151368"/>
                    <a:pt x="110365" y="165833"/>
                    <a:pt x="99881" y="165833"/>
                  </a:cubicBezTo>
                  <a:cubicBezTo>
                    <a:pt x="93391" y="165833"/>
                    <a:pt x="91643" y="160440"/>
                    <a:pt x="91643" y="153820"/>
                  </a:cubicBezTo>
                  <a:cubicBezTo>
                    <a:pt x="91643" y="149162"/>
                    <a:pt x="92142" y="146955"/>
                    <a:pt x="92891" y="143768"/>
                  </a:cubicBezTo>
                  <a:lnTo>
                    <a:pt x="127589" y="7452"/>
                  </a:lnTo>
                  <a:close/>
                  <a:moveTo>
                    <a:pt x="74419" y="139600"/>
                  </a:moveTo>
                  <a:cubicBezTo>
                    <a:pt x="72672" y="146465"/>
                    <a:pt x="67180" y="151368"/>
                    <a:pt x="61689" y="156026"/>
                  </a:cubicBezTo>
                  <a:cubicBezTo>
                    <a:pt x="59442" y="157988"/>
                    <a:pt x="49457" y="165833"/>
                    <a:pt x="38723" y="165833"/>
                  </a:cubicBezTo>
                  <a:cubicBezTo>
                    <a:pt x="29487" y="165833"/>
                    <a:pt x="20501" y="159459"/>
                    <a:pt x="20501" y="142052"/>
                  </a:cubicBezTo>
                  <a:cubicBezTo>
                    <a:pt x="20501" y="129058"/>
                    <a:pt x="27740" y="102089"/>
                    <a:pt x="33481" y="92282"/>
                  </a:cubicBezTo>
                  <a:cubicBezTo>
                    <a:pt x="44964" y="72668"/>
                    <a:pt x="57695" y="68990"/>
                    <a:pt x="64684" y="68990"/>
                  </a:cubicBezTo>
                  <a:cubicBezTo>
                    <a:pt x="82158" y="68990"/>
                    <a:pt x="86900" y="87623"/>
                    <a:pt x="86900" y="90320"/>
                  </a:cubicBezTo>
                  <a:cubicBezTo>
                    <a:pt x="86900" y="91301"/>
                    <a:pt x="86401" y="93017"/>
                    <a:pt x="86152" y="93753"/>
                  </a:cubicBezTo>
                  <a:lnTo>
                    <a:pt x="74419" y="139600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6517DCE1-D20B-E264-F67C-F31C4BDA8494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3003622" y="8335726"/>
              <a:ext cx="73281" cy="116631"/>
            </a:xfrm>
            <a:custGeom>
              <a:avLst/>
              <a:gdLst>
                <a:gd name="connsiteX0" fmla="*/ 45753 w 73281"/>
                <a:gd name="connsiteY0" fmla="*/ 5352 h 116631"/>
                <a:gd name="connsiteX1" fmla="*/ 39334 w 73281"/>
                <a:gd name="connsiteY1" fmla="*/ 98 h 116631"/>
                <a:gd name="connsiteX2" fmla="*/ 3317 w 73281"/>
                <a:gd name="connsiteY2" fmla="*/ 11306 h 116631"/>
                <a:gd name="connsiteX3" fmla="*/ 286 w 73281"/>
                <a:gd name="connsiteY3" fmla="*/ 11306 h 116631"/>
                <a:gd name="connsiteX4" fmla="*/ 286 w 73281"/>
                <a:gd name="connsiteY4" fmla="*/ 19011 h 116631"/>
                <a:gd name="connsiteX5" fmla="*/ 3317 w 73281"/>
                <a:gd name="connsiteY5" fmla="*/ 19011 h 116631"/>
                <a:gd name="connsiteX6" fmla="*/ 29349 w 73281"/>
                <a:gd name="connsiteY6" fmla="*/ 14108 h 116631"/>
                <a:gd name="connsiteX7" fmla="*/ 29349 w 73281"/>
                <a:gd name="connsiteY7" fmla="*/ 101669 h 116631"/>
                <a:gd name="connsiteX8" fmla="*/ 10449 w 73281"/>
                <a:gd name="connsiteY8" fmla="*/ 109024 h 116631"/>
                <a:gd name="connsiteX9" fmla="*/ 1534 w 73281"/>
                <a:gd name="connsiteY9" fmla="*/ 109024 h 116631"/>
                <a:gd name="connsiteX10" fmla="*/ 1534 w 73281"/>
                <a:gd name="connsiteY10" fmla="*/ 116730 h 116631"/>
                <a:gd name="connsiteX11" fmla="*/ 37551 w 73281"/>
                <a:gd name="connsiteY11" fmla="*/ 116029 h 116631"/>
                <a:gd name="connsiteX12" fmla="*/ 73568 w 73281"/>
                <a:gd name="connsiteY12" fmla="*/ 116730 h 116631"/>
                <a:gd name="connsiteX13" fmla="*/ 73568 w 73281"/>
                <a:gd name="connsiteY13" fmla="*/ 109024 h 116631"/>
                <a:gd name="connsiteX14" fmla="*/ 64653 w 73281"/>
                <a:gd name="connsiteY14" fmla="*/ 109024 h 116631"/>
                <a:gd name="connsiteX15" fmla="*/ 45753 w 73281"/>
                <a:gd name="connsiteY15" fmla="*/ 101669 h 116631"/>
                <a:gd name="connsiteX16" fmla="*/ 45753 w 73281"/>
                <a:gd name="connsiteY16" fmla="*/ 5352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281" h="116631">
                  <a:moveTo>
                    <a:pt x="45753" y="5352"/>
                  </a:moveTo>
                  <a:cubicBezTo>
                    <a:pt x="45753" y="98"/>
                    <a:pt x="45218" y="98"/>
                    <a:pt x="39334" y="98"/>
                  </a:cubicBezTo>
                  <a:cubicBezTo>
                    <a:pt x="26674" y="11306"/>
                    <a:pt x="6883" y="11306"/>
                    <a:pt x="3317" y="11306"/>
                  </a:cubicBezTo>
                  <a:lnTo>
                    <a:pt x="286" y="11306"/>
                  </a:lnTo>
                  <a:lnTo>
                    <a:pt x="286" y="19011"/>
                  </a:lnTo>
                  <a:lnTo>
                    <a:pt x="3317" y="19011"/>
                  </a:lnTo>
                  <a:cubicBezTo>
                    <a:pt x="7418" y="19011"/>
                    <a:pt x="19008" y="18486"/>
                    <a:pt x="29349" y="14108"/>
                  </a:cubicBezTo>
                  <a:lnTo>
                    <a:pt x="29349" y="101669"/>
                  </a:lnTo>
                  <a:cubicBezTo>
                    <a:pt x="29349" y="107098"/>
                    <a:pt x="29349" y="109024"/>
                    <a:pt x="10449" y="109024"/>
                  </a:cubicBezTo>
                  <a:lnTo>
                    <a:pt x="1534" y="109024"/>
                  </a:lnTo>
                  <a:lnTo>
                    <a:pt x="1534" y="116730"/>
                  </a:lnTo>
                  <a:cubicBezTo>
                    <a:pt x="11341" y="116029"/>
                    <a:pt x="27209" y="116029"/>
                    <a:pt x="37551" y="116029"/>
                  </a:cubicBezTo>
                  <a:cubicBezTo>
                    <a:pt x="47892" y="116029"/>
                    <a:pt x="63761" y="116029"/>
                    <a:pt x="73568" y="116730"/>
                  </a:cubicBezTo>
                  <a:lnTo>
                    <a:pt x="73568" y="109024"/>
                  </a:lnTo>
                  <a:lnTo>
                    <a:pt x="64653" y="109024"/>
                  </a:lnTo>
                  <a:cubicBezTo>
                    <a:pt x="45753" y="109024"/>
                    <a:pt x="45753" y="107098"/>
                    <a:pt x="45753" y="101669"/>
                  </a:cubicBezTo>
                  <a:lnTo>
                    <a:pt x="45753" y="535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34ADDFBB-091F-2FAC-B5C0-1479320AB03D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9054928" y="8902738"/>
              <a:ext cx="290987" cy="243070"/>
            </a:xfrm>
            <a:custGeom>
              <a:avLst/>
              <a:gdLst>
                <a:gd name="connsiteX0" fmla="*/ 254790 w 290987"/>
                <a:gd name="connsiteY0" fmla="*/ 24285 h 243070"/>
                <a:gd name="connsiteX1" fmla="*/ 284388 w 290987"/>
                <a:gd name="connsiteY1" fmla="*/ 16579 h 243070"/>
                <a:gd name="connsiteX2" fmla="*/ 291163 w 290987"/>
                <a:gd name="connsiteY2" fmla="*/ 16579 h 243070"/>
                <a:gd name="connsiteX3" fmla="*/ 291163 w 290987"/>
                <a:gd name="connsiteY3" fmla="*/ 118 h 243070"/>
                <a:gd name="connsiteX4" fmla="*/ 250867 w 290987"/>
                <a:gd name="connsiteY4" fmla="*/ 1168 h 243070"/>
                <a:gd name="connsiteX5" fmla="*/ 204152 w 290987"/>
                <a:gd name="connsiteY5" fmla="*/ 118 h 243070"/>
                <a:gd name="connsiteX6" fmla="*/ 204152 w 290987"/>
                <a:gd name="connsiteY6" fmla="*/ 16579 h 243070"/>
                <a:gd name="connsiteX7" fmla="*/ 235533 w 290987"/>
                <a:gd name="connsiteY7" fmla="*/ 20782 h 243070"/>
                <a:gd name="connsiteX8" fmla="*/ 234107 w 290987"/>
                <a:gd name="connsiteY8" fmla="*/ 24985 h 243070"/>
                <a:gd name="connsiteX9" fmla="*/ 162073 w 290987"/>
                <a:gd name="connsiteY9" fmla="*/ 184347 h 243070"/>
                <a:gd name="connsiteX10" fmla="*/ 86117 w 290987"/>
                <a:gd name="connsiteY10" fmla="*/ 16579 h 243070"/>
                <a:gd name="connsiteX11" fmla="*/ 119638 w 290987"/>
                <a:gd name="connsiteY11" fmla="*/ 16579 h 243070"/>
                <a:gd name="connsiteX12" fmla="*/ 119638 w 290987"/>
                <a:gd name="connsiteY12" fmla="*/ 118 h 243070"/>
                <a:gd name="connsiteX13" fmla="*/ 56519 w 290987"/>
                <a:gd name="connsiteY13" fmla="*/ 1168 h 243070"/>
                <a:gd name="connsiteX14" fmla="*/ 176 w 290987"/>
                <a:gd name="connsiteY14" fmla="*/ 118 h 243070"/>
                <a:gd name="connsiteX15" fmla="*/ 176 w 290987"/>
                <a:gd name="connsiteY15" fmla="*/ 16579 h 243070"/>
                <a:gd name="connsiteX16" fmla="*/ 32983 w 290987"/>
                <a:gd name="connsiteY16" fmla="*/ 16579 h 243070"/>
                <a:gd name="connsiteX17" fmla="*/ 131406 w 290987"/>
                <a:gd name="connsiteY17" fmla="*/ 234082 h 243070"/>
                <a:gd name="connsiteX18" fmla="*/ 145670 w 290987"/>
                <a:gd name="connsiteY18" fmla="*/ 243188 h 243070"/>
                <a:gd name="connsiteX19" fmla="*/ 159934 w 290987"/>
                <a:gd name="connsiteY19" fmla="*/ 234782 h 243070"/>
                <a:gd name="connsiteX20" fmla="*/ 254790 w 290987"/>
                <a:gd name="connsiteY20" fmla="*/ 24285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90987" h="243070">
                  <a:moveTo>
                    <a:pt x="254790" y="24285"/>
                  </a:moveTo>
                  <a:cubicBezTo>
                    <a:pt x="256929" y="19732"/>
                    <a:pt x="258356" y="16579"/>
                    <a:pt x="284388" y="16579"/>
                  </a:cubicBezTo>
                  <a:lnTo>
                    <a:pt x="291163" y="16579"/>
                  </a:lnTo>
                  <a:lnTo>
                    <a:pt x="291163" y="118"/>
                  </a:lnTo>
                  <a:cubicBezTo>
                    <a:pt x="277612" y="468"/>
                    <a:pt x="260495" y="1168"/>
                    <a:pt x="250867" y="1168"/>
                  </a:cubicBezTo>
                  <a:cubicBezTo>
                    <a:pt x="236603" y="1168"/>
                    <a:pt x="218060" y="1168"/>
                    <a:pt x="204152" y="118"/>
                  </a:cubicBezTo>
                  <a:lnTo>
                    <a:pt x="204152" y="16579"/>
                  </a:lnTo>
                  <a:cubicBezTo>
                    <a:pt x="207362" y="16579"/>
                    <a:pt x="235533" y="16579"/>
                    <a:pt x="235533" y="20782"/>
                  </a:cubicBezTo>
                  <a:cubicBezTo>
                    <a:pt x="235533" y="22183"/>
                    <a:pt x="234463" y="23934"/>
                    <a:pt x="234107" y="24985"/>
                  </a:cubicBezTo>
                  <a:lnTo>
                    <a:pt x="162073" y="184347"/>
                  </a:lnTo>
                  <a:lnTo>
                    <a:pt x="86117" y="16579"/>
                  </a:lnTo>
                  <a:lnTo>
                    <a:pt x="119638" y="16579"/>
                  </a:lnTo>
                  <a:lnTo>
                    <a:pt x="119638" y="118"/>
                  </a:lnTo>
                  <a:cubicBezTo>
                    <a:pt x="106087" y="1168"/>
                    <a:pt x="71853" y="1168"/>
                    <a:pt x="56519" y="1168"/>
                  </a:cubicBezTo>
                  <a:cubicBezTo>
                    <a:pt x="42612" y="1168"/>
                    <a:pt x="12657" y="1168"/>
                    <a:pt x="176" y="118"/>
                  </a:cubicBezTo>
                  <a:lnTo>
                    <a:pt x="176" y="16579"/>
                  </a:lnTo>
                  <a:lnTo>
                    <a:pt x="32983" y="16579"/>
                  </a:lnTo>
                  <a:lnTo>
                    <a:pt x="131406" y="234082"/>
                  </a:lnTo>
                  <a:cubicBezTo>
                    <a:pt x="134258" y="240386"/>
                    <a:pt x="135685" y="243188"/>
                    <a:pt x="145670" y="243188"/>
                  </a:cubicBezTo>
                  <a:cubicBezTo>
                    <a:pt x="151375" y="243188"/>
                    <a:pt x="156011" y="243188"/>
                    <a:pt x="159934" y="234782"/>
                  </a:cubicBezTo>
                  <a:lnTo>
                    <a:pt x="254790" y="2428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D74ED894-F737-67FC-76A9-6DC68B584063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9480420" y="9014467"/>
              <a:ext cx="237140" cy="81957"/>
            </a:xfrm>
            <a:custGeom>
              <a:avLst/>
              <a:gdLst>
                <a:gd name="connsiteX0" fmla="*/ 225203 w 237140"/>
                <a:gd name="connsiteY0" fmla="*/ 14128 h 81957"/>
                <a:gd name="connsiteX1" fmla="*/ 237328 w 237140"/>
                <a:gd name="connsiteY1" fmla="*/ 7123 h 81957"/>
                <a:gd name="connsiteX2" fmla="*/ 225560 w 237140"/>
                <a:gd name="connsiteY2" fmla="*/ 118 h 81957"/>
                <a:gd name="connsiteX3" fmla="*/ 11956 w 237140"/>
                <a:gd name="connsiteY3" fmla="*/ 118 h 81957"/>
                <a:gd name="connsiteX4" fmla="*/ 188 w 237140"/>
                <a:gd name="connsiteY4" fmla="*/ 7123 h 81957"/>
                <a:gd name="connsiteX5" fmla="*/ 12312 w 237140"/>
                <a:gd name="connsiteY5" fmla="*/ 14128 h 81957"/>
                <a:gd name="connsiteX6" fmla="*/ 225203 w 237140"/>
                <a:gd name="connsiteY6" fmla="*/ 14128 h 81957"/>
                <a:gd name="connsiteX7" fmla="*/ 225560 w 237140"/>
                <a:gd name="connsiteY7" fmla="*/ 82075 h 81957"/>
                <a:gd name="connsiteX8" fmla="*/ 237328 w 237140"/>
                <a:gd name="connsiteY8" fmla="*/ 75070 h 81957"/>
                <a:gd name="connsiteX9" fmla="*/ 225203 w 237140"/>
                <a:gd name="connsiteY9" fmla="*/ 68065 h 81957"/>
                <a:gd name="connsiteX10" fmla="*/ 12312 w 237140"/>
                <a:gd name="connsiteY10" fmla="*/ 68065 h 81957"/>
                <a:gd name="connsiteX11" fmla="*/ 188 w 237140"/>
                <a:gd name="connsiteY11" fmla="*/ 75070 h 81957"/>
                <a:gd name="connsiteX12" fmla="*/ 11956 w 237140"/>
                <a:gd name="connsiteY12" fmla="*/ 82075 h 81957"/>
                <a:gd name="connsiteX13" fmla="*/ 225560 w 237140"/>
                <a:gd name="connsiteY13" fmla="*/ 82075 h 8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140" h="81957">
                  <a:moveTo>
                    <a:pt x="225203" y="14128"/>
                  </a:moveTo>
                  <a:cubicBezTo>
                    <a:pt x="230552" y="14128"/>
                    <a:pt x="237328" y="14128"/>
                    <a:pt x="237328" y="7123"/>
                  </a:cubicBezTo>
                  <a:cubicBezTo>
                    <a:pt x="237328" y="118"/>
                    <a:pt x="230552" y="118"/>
                    <a:pt x="225560" y="118"/>
                  </a:cubicBezTo>
                  <a:lnTo>
                    <a:pt x="11956" y="118"/>
                  </a:lnTo>
                  <a:cubicBezTo>
                    <a:pt x="6963" y="118"/>
                    <a:pt x="188" y="118"/>
                    <a:pt x="188" y="7123"/>
                  </a:cubicBezTo>
                  <a:cubicBezTo>
                    <a:pt x="188" y="14128"/>
                    <a:pt x="6963" y="14128"/>
                    <a:pt x="12312" y="14128"/>
                  </a:cubicBezTo>
                  <a:lnTo>
                    <a:pt x="225203" y="14128"/>
                  </a:lnTo>
                  <a:close/>
                  <a:moveTo>
                    <a:pt x="225560" y="82075"/>
                  </a:moveTo>
                  <a:cubicBezTo>
                    <a:pt x="230552" y="82075"/>
                    <a:pt x="237328" y="82075"/>
                    <a:pt x="237328" y="75070"/>
                  </a:cubicBezTo>
                  <a:cubicBezTo>
                    <a:pt x="237328" y="68065"/>
                    <a:pt x="230552" y="68065"/>
                    <a:pt x="225203" y="68065"/>
                  </a:cubicBezTo>
                  <a:lnTo>
                    <a:pt x="12312" y="68065"/>
                  </a:lnTo>
                  <a:cubicBezTo>
                    <a:pt x="6963" y="68065"/>
                    <a:pt x="188" y="68065"/>
                    <a:pt x="188" y="75070"/>
                  </a:cubicBezTo>
                  <a:cubicBezTo>
                    <a:pt x="188" y="82075"/>
                    <a:pt x="6963" y="82075"/>
                    <a:pt x="11956" y="82075"/>
                  </a:cubicBezTo>
                  <a:lnTo>
                    <a:pt x="225560" y="8207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15E7C40E-9C1D-B530-DD6B-4C1E20D78E74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9845420" y="8902738"/>
              <a:ext cx="406526" cy="243070"/>
            </a:xfrm>
            <a:custGeom>
              <a:avLst/>
              <a:gdLst>
                <a:gd name="connsiteX0" fmla="*/ 372847 w 406526"/>
                <a:gd name="connsiteY0" fmla="*/ 24985 h 243070"/>
                <a:gd name="connsiteX1" fmla="*/ 386398 w 406526"/>
                <a:gd name="connsiteY1" fmla="*/ 17280 h 243070"/>
                <a:gd name="connsiteX2" fmla="*/ 406724 w 406526"/>
                <a:gd name="connsiteY2" fmla="*/ 16579 h 243070"/>
                <a:gd name="connsiteX3" fmla="*/ 406724 w 406526"/>
                <a:gd name="connsiteY3" fmla="*/ 118 h 243070"/>
                <a:gd name="connsiteX4" fmla="*/ 368568 w 406526"/>
                <a:gd name="connsiteY4" fmla="*/ 1168 h 243070"/>
                <a:gd name="connsiteX5" fmla="*/ 320070 w 406526"/>
                <a:gd name="connsiteY5" fmla="*/ 118 h 243070"/>
                <a:gd name="connsiteX6" fmla="*/ 320070 w 406526"/>
                <a:gd name="connsiteY6" fmla="*/ 16579 h 243070"/>
                <a:gd name="connsiteX7" fmla="*/ 356443 w 406526"/>
                <a:gd name="connsiteY7" fmla="*/ 20432 h 243070"/>
                <a:gd name="connsiteX8" fmla="*/ 295108 w 406526"/>
                <a:gd name="connsiteY8" fmla="*/ 176992 h 243070"/>
                <a:gd name="connsiteX9" fmla="*/ 231989 w 406526"/>
                <a:gd name="connsiteY9" fmla="*/ 16579 h 243070"/>
                <a:gd name="connsiteX10" fmla="*/ 266223 w 406526"/>
                <a:gd name="connsiteY10" fmla="*/ 16579 h 243070"/>
                <a:gd name="connsiteX11" fmla="*/ 266223 w 406526"/>
                <a:gd name="connsiteY11" fmla="*/ 118 h 243070"/>
                <a:gd name="connsiteX12" fmla="*/ 203818 w 406526"/>
                <a:gd name="connsiteY12" fmla="*/ 1168 h 243070"/>
                <a:gd name="connsiteX13" fmla="*/ 149258 w 406526"/>
                <a:gd name="connsiteY13" fmla="*/ 118 h 243070"/>
                <a:gd name="connsiteX14" fmla="*/ 149258 w 406526"/>
                <a:gd name="connsiteY14" fmla="*/ 16579 h 243070"/>
                <a:gd name="connsiteX15" fmla="*/ 179926 w 406526"/>
                <a:gd name="connsiteY15" fmla="*/ 16579 h 243070"/>
                <a:gd name="connsiteX16" fmla="*/ 194546 w 406526"/>
                <a:gd name="connsiteY16" fmla="*/ 53705 h 243070"/>
                <a:gd name="connsiteX17" fmla="*/ 146048 w 406526"/>
                <a:gd name="connsiteY17" fmla="*/ 176992 h 243070"/>
                <a:gd name="connsiteX18" fmla="*/ 82930 w 406526"/>
                <a:gd name="connsiteY18" fmla="*/ 16579 h 243070"/>
                <a:gd name="connsiteX19" fmla="*/ 117164 w 406526"/>
                <a:gd name="connsiteY19" fmla="*/ 16579 h 243070"/>
                <a:gd name="connsiteX20" fmla="*/ 117164 w 406526"/>
                <a:gd name="connsiteY20" fmla="*/ 118 h 243070"/>
                <a:gd name="connsiteX21" fmla="*/ 54758 w 406526"/>
                <a:gd name="connsiteY21" fmla="*/ 1168 h 243070"/>
                <a:gd name="connsiteX22" fmla="*/ 198 w 406526"/>
                <a:gd name="connsiteY22" fmla="*/ 118 h 243070"/>
                <a:gd name="connsiteX23" fmla="*/ 198 w 406526"/>
                <a:gd name="connsiteY23" fmla="*/ 16579 h 243070"/>
                <a:gd name="connsiteX24" fmla="*/ 30866 w 406526"/>
                <a:gd name="connsiteY24" fmla="*/ 16579 h 243070"/>
                <a:gd name="connsiteX25" fmla="*/ 116450 w 406526"/>
                <a:gd name="connsiteY25" fmla="*/ 234082 h 243070"/>
                <a:gd name="connsiteX26" fmla="*/ 128931 w 406526"/>
                <a:gd name="connsiteY26" fmla="*/ 243188 h 243070"/>
                <a:gd name="connsiteX27" fmla="*/ 141413 w 406526"/>
                <a:gd name="connsiteY27" fmla="*/ 234082 h 243070"/>
                <a:gd name="connsiteX28" fmla="*/ 203461 w 406526"/>
                <a:gd name="connsiteY28" fmla="*/ 76471 h 243070"/>
                <a:gd name="connsiteX29" fmla="*/ 265510 w 406526"/>
                <a:gd name="connsiteY29" fmla="*/ 234082 h 243070"/>
                <a:gd name="connsiteX30" fmla="*/ 277991 w 406526"/>
                <a:gd name="connsiteY30" fmla="*/ 243188 h 243070"/>
                <a:gd name="connsiteX31" fmla="*/ 290472 w 406526"/>
                <a:gd name="connsiteY31" fmla="*/ 234082 h 243070"/>
                <a:gd name="connsiteX32" fmla="*/ 372847 w 406526"/>
                <a:gd name="connsiteY32" fmla="*/ 24985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47" y="24985"/>
                  </a:moveTo>
                  <a:cubicBezTo>
                    <a:pt x="374987" y="19031"/>
                    <a:pt x="375343" y="18330"/>
                    <a:pt x="386398" y="17280"/>
                  </a:cubicBezTo>
                  <a:cubicBezTo>
                    <a:pt x="393530" y="16579"/>
                    <a:pt x="401019" y="16579"/>
                    <a:pt x="406724" y="16579"/>
                  </a:cubicBezTo>
                  <a:lnTo>
                    <a:pt x="406724" y="118"/>
                  </a:lnTo>
                  <a:cubicBezTo>
                    <a:pt x="397096" y="468"/>
                    <a:pt x="384615" y="1168"/>
                    <a:pt x="368568" y="1168"/>
                  </a:cubicBezTo>
                  <a:cubicBezTo>
                    <a:pt x="355017" y="1168"/>
                    <a:pt x="332908" y="1168"/>
                    <a:pt x="320070" y="118"/>
                  </a:cubicBezTo>
                  <a:lnTo>
                    <a:pt x="320070" y="16579"/>
                  </a:lnTo>
                  <a:cubicBezTo>
                    <a:pt x="328985" y="16579"/>
                    <a:pt x="346102" y="16579"/>
                    <a:pt x="356443" y="20432"/>
                  </a:cubicBezTo>
                  <a:lnTo>
                    <a:pt x="295108" y="176992"/>
                  </a:lnTo>
                  <a:lnTo>
                    <a:pt x="231989" y="16579"/>
                  </a:lnTo>
                  <a:lnTo>
                    <a:pt x="266223" y="16579"/>
                  </a:lnTo>
                  <a:lnTo>
                    <a:pt x="266223" y="118"/>
                  </a:lnTo>
                  <a:cubicBezTo>
                    <a:pt x="252672" y="1168"/>
                    <a:pt x="219152" y="1168"/>
                    <a:pt x="203818" y="1168"/>
                  </a:cubicBezTo>
                  <a:cubicBezTo>
                    <a:pt x="189910" y="1168"/>
                    <a:pt x="161739" y="1168"/>
                    <a:pt x="149258" y="118"/>
                  </a:cubicBezTo>
                  <a:lnTo>
                    <a:pt x="149258" y="16579"/>
                  </a:lnTo>
                  <a:lnTo>
                    <a:pt x="179926" y="16579"/>
                  </a:lnTo>
                  <a:lnTo>
                    <a:pt x="194546" y="53705"/>
                  </a:lnTo>
                  <a:lnTo>
                    <a:pt x="146048" y="176992"/>
                  </a:lnTo>
                  <a:lnTo>
                    <a:pt x="82930" y="16579"/>
                  </a:lnTo>
                  <a:lnTo>
                    <a:pt x="117164" y="16579"/>
                  </a:lnTo>
                  <a:lnTo>
                    <a:pt x="117164" y="118"/>
                  </a:lnTo>
                  <a:cubicBezTo>
                    <a:pt x="103613" y="1168"/>
                    <a:pt x="70092" y="1168"/>
                    <a:pt x="54758" y="1168"/>
                  </a:cubicBezTo>
                  <a:cubicBezTo>
                    <a:pt x="40851" y="1168"/>
                    <a:pt x="12679" y="1168"/>
                    <a:pt x="198" y="118"/>
                  </a:cubicBezTo>
                  <a:lnTo>
                    <a:pt x="198" y="16579"/>
                  </a:lnTo>
                  <a:lnTo>
                    <a:pt x="30866" y="16579"/>
                  </a:lnTo>
                  <a:lnTo>
                    <a:pt x="116450" y="234082"/>
                  </a:lnTo>
                  <a:cubicBezTo>
                    <a:pt x="118590" y="239686"/>
                    <a:pt x="120016" y="243188"/>
                    <a:pt x="128931" y="243188"/>
                  </a:cubicBezTo>
                  <a:cubicBezTo>
                    <a:pt x="137847" y="243188"/>
                    <a:pt x="139273" y="239686"/>
                    <a:pt x="141413" y="234082"/>
                  </a:cubicBezTo>
                  <a:lnTo>
                    <a:pt x="203461" y="76471"/>
                  </a:lnTo>
                  <a:lnTo>
                    <a:pt x="265510" y="234082"/>
                  </a:lnTo>
                  <a:cubicBezTo>
                    <a:pt x="267650" y="239686"/>
                    <a:pt x="269076" y="243188"/>
                    <a:pt x="277991" y="243188"/>
                  </a:cubicBezTo>
                  <a:cubicBezTo>
                    <a:pt x="286906" y="243188"/>
                    <a:pt x="288333" y="239686"/>
                    <a:pt x="290472" y="234082"/>
                  </a:cubicBezTo>
                  <a:lnTo>
                    <a:pt x="372847" y="2498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3A2AC09E-469C-4659-A024-536D07EACA49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0272552" y="9087177"/>
              <a:ext cx="121565" cy="110817"/>
            </a:xfrm>
            <a:custGeom>
              <a:avLst/>
              <a:gdLst>
                <a:gd name="connsiteX0" fmla="*/ 121776 w 121565"/>
                <a:gd name="connsiteY0" fmla="*/ 19488 h 110817"/>
                <a:gd name="connsiteX1" fmla="*/ 109295 w 121565"/>
                <a:gd name="connsiteY1" fmla="*/ 119 h 110817"/>
                <a:gd name="connsiteX2" fmla="*/ 95815 w 121565"/>
                <a:gd name="connsiteY2" fmla="*/ 13113 h 110817"/>
                <a:gd name="connsiteX3" fmla="*/ 100059 w 121565"/>
                <a:gd name="connsiteY3" fmla="*/ 20714 h 110817"/>
                <a:gd name="connsiteX4" fmla="*/ 109295 w 121565"/>
                <a:gd name="connsiteY4" fmla="*/ 40327 h 110817"/>
                <a:gd name="connsiteX5" fmla="*/ 63115 w 121565"/>
                <a:gd name="connsiteY5" fmla="*/ 104072 h 110817"/>
                <a:gd name="connsiteX6" fmla="*/ 42895 w 121565"/>
                <a:gd name="connsiteY6" fmla="*/ 82252 h 110817"/>
                <a:gd name="connsiteX7" fmla="*/ 56624 w 121565"/>
                <a:gd name="connsiteY7" fmla="*/ 34443 h 110817"/>
                <a:gd name="connsiteX8" fmla="*/ 60119 w 121565"/>
                <a:gd name="connsiteY8" fmla="*/ 21449 h 110817"/>
                <a:gd name="connsiteX9" fmla="*/ 36405 w 121565"/>
                <a:gd name="connsiteY9" fmla="*/ 364 h 110817"/>
                <a:gd name="connsiteX10" fmla="*/ 210 w 121565"/>
                <a:gd name="connsiteY10" fmla="*/ 37876 h 110817"/>
                <a:gd name="connsiteX11" fmla="*/ 4454 w 121565"/>
                <a:gd name="connsiteY11" fmla="*/ 41063 h 110817"/>
                <a:gd name="connsiteX12" fmla="*/ 8947 w 121565"/>
                <a:gd name="connsiteY12" fmla="*/ 37140 h 110817"/>
                <a:gd name="connsiteX13" fmla="*/ 35656 w 121565"/>
                <a:gd name="connsiteY13" fmla="*/ 7229 h 110817"/>
                <a:gd name="connsiteX14" fmla="*/ 41897 w 121565"/>
                <a:gd name="connsiteY14" fmla="*/ 15810 h 110817"/>
                <a:gd name="connsiteX15" fmla="*/ 37404 w 121565"/>
                <a:gd name="connsiteY15" fmla="*/ 32237 h 110817"/>
                <a:gd name="connsiteX16" fmla="*/ 23924 w 121565"/>
                <a:gd name="connsiteY16" fmla="*/ 78819 h 110817"/>
                <a:gd name="connsiteX17" fmla="*/ 62366 w 121565"/>
                <a:gd name="connsiteY17" fmla="*/ 110937 h 110817"/>
                <a:gd name="connsiteX18" fmla="*/ 121776 w 121565"/>
                <a:gd name="connsiteY18" fmla="*/ 19488 h 11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1565" h="110817">
                  <a:moveTo>
                    <a:pt x="121776" y="19488"/>
                  </a:moveTo>
                  <a:cubicBezTo>
                    <a:pt x="121776" y="364"/>
                    <a:pt x="110043" y="119"/>
                    <a:pt x="109295" y="119"/>
                  </a:cubicBezTo>
                  <a:cubicBezTo>
                    <a:pt x="102804" y="119"/>
                    <a:pt x="95815" y="6739"/>
                    <a:pt x="95815" y="13113"/>
                  </a:cubicBezTo>
                  <a:cubicBezTo>
                    <a:pt x="95815" y="17281"/>
                    <a:pt x="98311" y="19243"/>
                    <a:pt x="100059" y="20714"/>
                  </a:cubicBezTo>
                  <a:cubicBezTo>
                    <a:pt x="104302" y="24146"/>
                    <a:pt x="109295" y="30521"/>
                    <a:pt x="109295" y="40327"/>
                  </a:cubicBezTo>
                  <a:cubicBezTo>
                    <a:pt x="109295" y="51360"/>
                    <a:pt x="92820" y="104072"/>
                    <a:pt x="63115" y="104072"/>
                  </a:cubicBezTo>
                  <a:cubicBezTo>
                    <a:pt x="42895" y="104072"/>
                    <a:pt x="42895" y="86420"/>
                    <a:pt x="42895" y="82252"/>
                  </a:cubicBezTo>
                  <a:cubicBezTo>
                    <a:pt x="42895" y="70974"/>
                    <a:pt x="47388" y="57244"/>
                    <a:pt x="56624" y="34443"/>
                  </a:cubicBezTo>
                  <a:cubicBezTo>
                    <a:pt x="58621" y="29295"/>
                    <a:pt x="60119" y="25617"/>
                    <a:pt x="60119" y="21449"/>
                  </a:cubicBezTo>
                  <a:cubicBezTo>
                    <a:pt x="60119" y="8700"/>
                    <a:pt x="49136" y="364"/>
                    <a:pt x="36405" y="364"/>
                  </a:cubicBezTo>
                  <a:cubicBezTo>
                    <a:pt x="11443" y="364"/>
                    <a:pt x="210" y="33953"/>
                    <a:pt x="210" y="37876"/>
                  </a:cubicBezTo>
                  <a:cubicBezTo>
                    <a:pt x="210" y="41063"/>
                    <a:pt x="3705" y="41063"/>
                    <a:pt x="4454" y="41063"/>
                  </a:cubicBezTo>
                  <a:cubicBezTo>
                    <a:pt x="7948" y="41063"/>
                    <a:pt x="8198" y="39837"/>
                    <a:pt x="8947" y="37140"/>
                  </a:cubicBezTo>
                  <a:cubicBezTo>
                    <a:pt x="14938" y="17036"/>
                    <a:pt x="25671" y="7229"/>
                    <a:pt x="35656" y="7229"/>
                  </a:cubicBezTo>
                  <a:cubicBezTo>
                    <a:pt x="39900" y="7229"/>
                    <a:pt x="41897" y="9926"/>
                    <a:pt x="41897" y="15810"/>
                  </a:cubicBezTo>
                  <a:cubicBezTo>
                    <a:pt x="41897" y="21449"/>
                    <a:pt x="39900" y="26598"/>
                    <a:pt x="37404" y="32237"/>
                  </a:cubicBezTo>
                  <a:cubicBezTo>
                    <a:pt x="26670" y="59451"/>
                    <a:pt x="23924" y="69993"/>
                    <a:pt x="23924" y="78819"/>
                  </a:cubicBezTo>
                  <a:cubicBezTo>
                    <a:pt x="23924" y="103091"/>
                    <a:pt x="43395" y="110937"/>
                    <a:pt x="62366" y="110937"/>
                  </a:cubicBezTo>
                  <a:cubicBezTo>
                    <a:pt x="104302" y="110937"/>
                    <a:pt x="121776" y="39592"/>
                    <a:pt x="121776" y="19488"/>
                  </a:cubicBez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1DA48122-E944-C74D-E3BB-27A6C4E1A74B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10444155" y="8904840"/>
              <a:ext cx="243915" cy="238167"/>
            </a:xfrm>
            <a:custGeom>
              <a:avLst/>
              <a:gdLst>
                <a:gd name="connsiteX0" fmla="*/ 244130 w 243915"/>
                <a:gd name="connsiteY0" fmla="*/ 142317 h 238167"/>
                <a:gd name="connsiteX1" fmla="*/ 227370 w 243915"/>
                <a:gd name="connsiteY1" fmla="*/ 142317 h 238167"/>
                <a:gd name="connsiteX2" fmla="*/ 143569 w 243915"/>
                <a:gd name="connsiteY2" fmla="*/ 221823 h 238167"/>
                <a:gd name="connsiteX3" fmla="*/ 89365 w 243915"/>
                <a:gd name="connsiteY3" fmla="*/ 221823 h 238167"/>
                <a:gd name="connsiteX4" fmla="*/ 89365 w 243915"/>
                <a:gd name="connsiteY4" fmla="*/ 123054 h 238167"/>
                <a:gd name="connsiteX5" fmla="*/ 108978 w 243915"/>
                <a:gd name="connsiteY5" fmla="*/ 123054 h 238167"/>
                <a:gd name="connsiteX6" fmla="*/ 146778 w 243915"/>
                <a:gd name="connsiteY6" fmla="*/ 164033 h 238167"/>
                <a:gd name="connsiteX7" fmla="*/ 163538 w 243915"/>
                <a:gd name="connsiteY7" fmla="*/ 164033 h 238167"/>
                <a:gd name="connsiteX8" fmla="*/ 163538 w 243915"/>
                <a:gd name="connsiteY8" fmla="*/ 65614 h 238167"/>
                <a:gd name="connsiteX9" fmla="*/ 146778 w 243915"/>
                <a:gd name="connsiteY9" fmla="*/ 65614 h 238167"/>
                <a:gd name="connsiteX10" fmla="*/ 108978 w 243915"/>
                <a:gd name="connsiteY10" fmla="*/ 106592 h 238167"/>
                <a:gd name="connsiteX11" fmla="*/ 89365 w 243915"/>
                <a:gd name="connsiteY11" fmla="*/ 106592 h 238167"/>
                <a:gd name="connsiteX12" fmla="*/ 89365 w 243915"/>
                <a:gd name="connsiteY12" fmla="*/ 16579 h 238167"/>
                <a:gd name="connsiteX13" fmla="*/ 143569 w 243915"/>
                <a:gd name="connsiteY13" fmla="*/ 16579 h 238167"/>
                <a:gd name="connsiteX14" fmla="*/ 215959 w 243915"/>
                <a:gd name="connsiteY14" fmla="*/ 84527 h 238167"/>
                <a:gd name="connsiteX15" fmla="*/ 232719 w 243915"/>
                <a:gd name="connsiteY15" fmla="*/ 84527 h 238167"/>
                <a:gd name="connsiteX16" fmla="*/ 221665 w 243915"/>
                <a:gd name="connsiteY16" fmla="*/ 118 h 238167"/>
                <a:gd name="connsiteX17" fmla="*/ 215 w 243915"/>
                <a:gd name="connsiteY17" fmla="*/ 118 h 238167"/>
                <a:gd name="connsiteX18" fmla="*/ 215 w 243915"/>
                <a:gd name="connsiteY18" fmla="*/ 16579 h 238167"/>
                <a:gd name="connsiteX19" fmla="*/ 38728 w 243915"/>
                <a:gd name="connsiteY19" fmla="*/ 16579 h 238167"/>
                <a:gd name="connsiteX20" fmla="*/ 38728 w 243915"/>
                <a:gd name="connsiteY20" fmla="*/ 221823 h 238167"/>
                <a:gd name="connsiteX21" fmla="*/ 215 w 243915"/>
                <a:gd name="connsiteY21" fmla="*/ 221823 h 238167"/>
                <a:gd name="connsiteX22" fmla="*/ 215 w 243915"/>
                <a:gd name="connsiteY22" fmla="*/ 238285 h 238167"/>
                <a:gd name="connsiteX23" fmla="*/ 227727 w 243915"/>
                <a:gd name="connsiteY23" fmla="*/ 238285 h 238167"/>
                <a:gd name="connsiteX24" fmla="*/ 244130 w 243915"/>
                <a:gd name="connsiteY24" fmla="*/ 142317 h 2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3915" h="238167">
                  <a:moveTo>
                    <a:pt x="244130" y="142317"/>
                  </a:moveTo>
                  <a:lnTo>
                    <a:pt x="227370" y="142317"/>
                  </a:lnTo>
                  <a:cubicBezTo>
                    <a:pt x="219525" y="190651"/>
                    <a:pt x="209540" y="221823"/>
                    <a:pt x="143569" y="221823"/>
                  </a:cubicBezTo>
                  <a:lnTo>
                    <a:pt x="89365" y="221823"/>
                  </a:lnTo>
                  <a:lnTo>
                    <a:pt x="89365" y="123054"/>
                  </a:lnTo>
                  <a:lnTo>
                    <a:pt x="108978" y="123054"/>
                  </a:lnTo>
                  <a:cubicBezTo>
                    <a:pt x="143212" y="123054"/>
                    <a:pt x="146778" y="138115"/>
                    <a:pt x="146778" y="164033"/>
                  </a:cubicBezTo>
                  <a:lnTo>
                    <a:pt x="163538" y="164033"/>
                  </a:lnTo>
                  <a:lnTo>
                    <a:pt x="163538" y="65614"/>
                  </a:lnTo>
                  <a:lnTo>
                    <a:pt x="146778" y="65614"/>
                  </a:lnTo>
                  <a:cubicBezTo>
                    <a:pt x="146778" y="91532"/>
                    <a:pt x="143569" y="106592"/>
                    <a:pt x="108978" y="106592"/>
                  </a:cubicBezTo>
                  <a:lnTo>
                    <a:pt x="89365" y="106592"/>
                  </a:lnTo>
                  <a:lnTo>
                    <a:pt x="89365" y="16579"/>
                  </a:lnTo>
                  <a:lnTo>
                    <a:pt x="143569" y="16579"/>
                  </a:lnTo>
                  <a:cubicBezTo>
                    <a:pt x="200982" y="16579"/>
                    <a:pt x="210253" y="42147"/>
                    <a:pt x="215959" y="84527"/>
                  </a:cubicBezTo>
                  <a:lnTo>
                    <a:pt x="232719" y="84527"/>
                  </a:lnTo>
                  <a:lnTo>
                    <a:pt x="221665" y="118"/>
                  </a:lnTo>
                  <a:lnTo>
                    <a:pt x="215" y="118"/>
                  </a:lnTo>
                  <a:lnTo>
                    <a:pt x="215" y="16579"/>
                  </a:lnTo>
                  <a:lnTo>
                    <a:pt x="38728" y="16579"/>
                  </a:lnTo>
                  <a:lnTo>
                    <a:pt x="38728" y="221823"/>
                  </a:lnTo>
                  <a:lnTo>
                    <a:pt x="215" y="221823"/>
                  </a:lnTo>
                  <a:lnTo>
                    <a:pt x="215" y="238285"/>
                  </a:lnTo>
                  <a:lnTo>
                    <a:pt x="227727" y="238285"/>
                  </a:lnTo>
                  <a:lnTo>
                    <a:pt x="244130" y="142317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D4ABC021-92C4-3D55-BCC1-115F83058B03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11064840" y="8902738"/>
              <a:ext cx="406526" cy="243070"/>
            </a:xfrm>
            <a:custGeom>
              <a:avLst/>
              <a:gdLst>
                <a:gd name="connsiteX0" fmla="*/ 372881 w 406526"/>
                <a:gd name="connsiteY0" fmla="*/ 24985 h 243070"/>
                <a:gd name="connsiteX1" fmla="*/ 386432 w 406526"/>
                <a:gd name="connsiteY1" fmla="*/ 17280 h 243070"/>
                <a:gd name="connsiteX2" fmla="*/ 406758 w 406526"/>
                <a:gd name="connsiteY2" fmla="*/ 16579 h 243070"/>
                <a:gd name="connsiteX3" fmla="*/ 406758 w 406526"/>
                <a:gd name="connsiteY3" fmla="*/ 118 h 243070"/>
                <a:gd name="connsiteX4" fmla="*/ 368602 w 406526"/>
                <a:gd name="connsiteY4" fmla="*/ 1168 h 243070"/>
                <a:gd name="connsiteX5" fmla="*/ 320104 w 406526"/>
                <a:gd name="connsiteY5" fmla="*/ 118 h 243070"/>
                <a:gd name="connsiteX6" fmla="*/ 320104 w 406526"/>
                <a:gd name="connsiteY6" fmla="*/ 16579 h 243070"/>
                <a:gd name="connsiteX7" fmla="*/ 356478 w 406526"/>
                <a:gd name="connsiteY7" fmla="*/ 20432 h 243070"/>
                <a:gd name="connsiteX8" fmla="*/ 295142 w 406526"/>
                <a:gd name="connsiteY8" fmla="*/ 176992 h 243070"/>
                <a:gd name="connsiteX9" fmla="*/ 232023 w 406526"/>
                <a:gd name="connsiteY9" fmla="*/ 16579 h 243070"/>
                <a:gd name="connsiteX10" fmla="*/ 266257 w 406526"/>
                <a:gd name="connsiteY10" fmla="*/ 16579 h 243070"/>
                <a:gd name="connsiteX11" fmla="*/ 266257 w 406526"/>
                <a:gd name="connsiteY11" fmla="*/ 118 h 243070"/>
                <a:gd name="connsiteX12" fmla="*/ 203852 w 406526"/>
                <a:gd name="connsiteY12" fmla="*/ 1168 h 243070"/>
                <a:gd name="connsiteX13" fmla="*/ 149292 w 406526"/>
                <a:gd name="connsiteY13" fmla="*/ 118 h 243070"/>
                <a:gd name="connsiteX14" fmla="*/ 149292 w 406526"/>
                <a:gd name="connsiteY14" fmla="*/ 16579 h 243070"/>
                <a:gd name="connsiteX15" fmla="*/ 179960 w 406526"/>
                <a:gd name="connsiteY15" fmla="*/ 16579 h 243070"/>
                <a:gd name="connsiteX16" fmla="*/ 194580 w 406526"/>
                <a:gd name="connsiteY16" fmla="*/ 53705 h 243070"/>
                <a:gd name="connsiteX17" fmla="*/ 146082 w 406526"/>
                <a:gd name="connsiteY17" fmla="*/ 176992 h 243070"/>
                <a:gd name="connsiteX18" fmla="*/ 82964 w 406526"/>
                <a:gd name="connsiteY18" fmla="*/ 16579 h 243070"/>
                <a:gd name="connsiteX19" fmla="*/ 117198 w 406526"/>
                <a:gd name="connsiteY19" fmla="*/ 16579 h 243070"/>
                <a:gd name="connsiteX20" fmla="*/ 117198 w 406526"/>
                <a:gd name="connsiteY20" fmla="*/ 118 h 243070"/>
                <a:gd name="connsiteX21" fmla="*/ 54792 w 406526"/>
                <a:gd name="connsiteY21" fmla="*/ 1168 h 243070"/>
                <a:gd name="connsiteX22" fmla="*/ 232 w 406526"/>
                <a:gd name="connsiteY22" fmla="*/ 118 h 243070"/>
                <a:gd name="connsiteX23" fmla="*/ 232 w 406526"/>
                <a:gd name="connsiteY23" fmla="*/ 16579 h 243070"/>
                <a:gd name="connsiteX24" fmla="*/ 30900 w 406526"/>
                <a:gd name="connsiteY24" fmla="*/ 16579 h 243070"/>
                <a:gd name="connsiteX25" fmla="*/ 116484 w 406526"/>
                <a:gd name="connsiteY25" fmla="*/ 234082 h 243070"/>
                <a:gd name="connsiteX26" fmla="*/ 128966 w 406526"/>
                <a:gd name="connsiteY26" fmla="*/ 243188 h 243070"/>
                <a:gd name="connsiteX27" fmla="*/ 141447 w 406526"/>
                <a:gd name="connsiteY27" fmla="*/ 234082 h 243070"/>
                <a:gd name="connsiteX28" fmla="*/ 203495 w 406526"/>
                <a:gd name="connsiteY28" fmla="*/ 76471 h 243070"/>
                <a:gd name="connsiteX29" fmla="*/ 265544 w 406526"/>
                <a:gd name="connsiteY29" fmla="*/ 234082 h 243070"/>
                <a:gd name="connsiteX30" fmla="*/ 278025 w 406526"/>
                <a:gd name="connsiteY30" fmla="*/ 243188 h 243070"/>
                <a:gd name="connsiteX31" fmla="*/ 290506 w 406526"/>
                <a:gd name="connsiteY31" fmla="*/ 234082 h 243070"/>
                <a:gd name="connsiteX32" fmla="*/ 372881 w 406526"/>
                <a:gd name="connsiteY32" fmla="*/ 24985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81" y="24985"/>
                  </a:moveTo>
                  <a:cubicBezTo>
                    <a:pt x="375021" y="19031"/>
                    <a:pt x="375377" y="18330"/>
                    <a:pt x="386432" y="17280"/>
                  </a:cubicBezTo>
                  <a:cubicBezTo>
                    <a:pt x="393564" y="16579"/>
                    <a:pt x="401053" y="16579"/>
                    <a:pt x="406758" y="16579"/>
                  </a:cubicBezTo>
                  <a:lnTo>
                    <a:pt x="406758" y="118"/>
                  </a:lnTo>
                  <a:cubicBezTo>
                    <a:pt x="397130" y="468"/>
                    <a:pt x="384649" y="1168"/>
                    <a:pt x="368602" y="1168"/>
                  </a:cubicBezTo>
                  <a:cubicBezTo>
                    <a:pt x="355051" y="1168"/>
                    <a:pt x="332942" y="1168"/>
                    <a:pt x="320104" y="118"/>
                  </a:cubicBezTo>
                  <a:lnTo>
                    <a:pt x="320104" y="16579"/>
                  </a:lnTo>
                  <a:cubicBezTo>
                    <a:pt x="329019" y="16579"/>
                    <a:pt x="346136" y="16579"/>
                    <a:pt x="356478" y="20432"/>
                  </a:cubicBezTo>
                  <a:lnTo>
                    <a:pt x="295142" y="176992"/>
                  </a:lnTo>
                  <a:lnTo>
                    <a:pt x="232023" y="16579"/>
                  </a:lnTo>
                  <a:lnTo>
                    <a:pt x="266257" y="16579"/>
                  </a:lnTo>
                  <a:lnTo>
                    <a:pt x="266257" y="118"/>
                  </a:lnTo>
                  <a:cubicBezTo>
                    <a:pt x="252706" y="1168"/>
                    <a:pt x="219186" y="1168"/>
                    <a:pt x="203852" y="1168"/>
                  </a:cubicBezTo>
                  <a:cubicBezTo>
                    <a:pt x="189944" y="1168"/>
                    <a:pt x="161773" y="1168"/>
                    <a:pt x="149292" y="118"/>
                  </a:cubicBezTo>
                  <a:lnTo>
                    <a:pt x="149292" y="16579"/>
                  </a:lnTo>
                  <a:lnTo>
                    <a:pt x="179960" y="16579"/>
                  </a:lnTo>
                  <a:lnTo>
                    <a:pt x="194580" y="53705"/>
                  </a:lnTo>
                  <a:lnTo>
                    <a:pt x="146082" y="176992"/>
                  </a:lnTo>
                  <a:lnTo>
                    <a:pt x="82964" y="16579"/>
                  </a:lnTo>
                  <a:lnTo>
                    <a:pt x="117198" y="16579"/>
                  </a:lnTo>
                  <a:lnTo>
                    <a:pt x="117198" y="118"/>
                  </a:lnTo>
                  <a:cubicBezTo>
                    <a:pt x="103647" y="1168"/>
                    <a:pt x="70126" y="1168"/>
                    <a:pt x="54792" y="1168"/>
                  </a:cubicBezTo>
                  <a:cubicBezTo>
                    <a:pt x="40885" y="1168"/>
                    <a:pt x="12713" y="1168"/>
                    <a:pt x="232" y="118"/>
                  </a:cubicBezTo>
                  <a:lnTo>
                    <a:pt x="232" y="16579"/>
                  </a:lnTo>
                  <a:lnTo>
                    <a:pt x="30900" y="16579"/>
                  </a:lnTo>
                  <a:lnTo>
                    <a:pt x="116484" y="234082"/>
                  </a:lnTo>
                  <a:cubicBezTo>
                    <a:pt x="118624" y="239686"/>
                    <a:pt x="120050" y="243188"/>
                    <a:pt x="128966" y="243188"/>
                  </a:cubicBezTo>
                  <a:cubicBezTo>
                    <a:pt x="137881" y="243188"/>
                    <a:pt x="139307" y="239686"/>
                    <a:pt x="141447" y="234082"/>
                  </a:cubicBezTo>
                  <a:lnTo>
                    <a:pt x="203495" y="76471"/>
                  </a:lnTo>
                  <a:lnTo>
                    <a:pt x="265544" y="234082"/>
                  </a:lnTo>
                  <a:cubicBezTo>
                    <a:pt x="267684" y="239686"/>
                    <a:pt x="269110" y="243188"/>
                    <a:pt x="278025" y="243188"/>
                  </a:cubicBezTo>
                  <a:cubicBezTo>
                    <a:pt x="286940" y="243188"/>
                    <a:pt x="288367" y="239686"/>
                    <a:pt x="290506" y="234082"/>
                  </a:cubicBezTo>
                  <a:lnTo>
                    <a:pt x="372881" y="2498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D4821C22-657C-A719-B7F9-7FA87463ACBF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11491971" y="9087177"/>
              <a:ext cx="121565" cy="110817"/>
            </a:xfrm>
            <a:custGeom>
              <a:avLst/>
              <a:gdLst>
                <a:gd name="connsiteX0" fmla="*/ 121810 w 121565"/>
                <a:gd name="connsiteY0" fmla="*/ 19488 h 110817"/>
                <a:gd name="connsiteX1" fmla="*/ 109329 w 121565"/>
                <a:gd name="connsiteY1" fmla="*/ 119 h 110817"/>
                <a:gd name="connsiteX2" fmla="*/ 95849 w 121565"/>
                <a:gd name="connsiteY2" fmla="*/ 13113 h 110817"/>
                <a:gd name="connsiteX3" fmla="*/ 100093 w 121565"/>
                <a:gd name="connsiteY3" fmla="*/ 20714 h 110817"/>
                <a:gd name="connsiteX4" fmla="*/ 109329 w 121565"/>
                <a:gd name="connsiteY4" fmla="*/ 40327 h 110817"/>
                <a:gd name="connsiteX5" fmla="*/ 63149 w 121565"/>
                <a:gd name="connsiteY5" fmla="*/ 104072 h 110817"/>
                <a:gd name="connsiteX6" fmla="*/ 42929 w 121565"/>
                <a:gd name="connsiteY6" fmla="*/ 82252 h 110817"/>
                <a:gd name="connsiteX7" fmla="*/ 56659 w 121565"/>
                <a:gd name="connsiteY7" fmla="*/ 34443 h 110817"/>
                <a:gd name="connsiteX8" fmla="*/ 60153 w 121565"/>
                <a:gd name="connsiteY8" fmla="*/ 21449 h 110817"/>
                <a:gd name="connsiteX9" fmla="*/ 36439 w 121565"/>
                <a:gd name="connsiteY9" fmla="*/ 364 h 110817"/>
                <a:gd name="connsiteX10" fmla="*/ 244 w 121565"/>
                <a:gd name="connsiteY10" fmla="*/ 37876 h 110817"/>
                <a:gd name="connsiteX11" fmla="*/ 4488 w 121565"/>
                <a:gd name="connsiteY11" fmla="*/ 41063 h 110817"/>
                <a:gd name="connsiteX12" fmla="*/ 8981 w 121565"/>
                <a:gd name="connsiteY12" fmla="*/ 37140 h 110817"/>
                <a:gd name="connsiteX13" fmla="*/ 35690 w 121565"/>
                <a:gd name="connsiteY13" fmla="*/ 7229 h 110817"/>
                <a:gd name="connsiteX14" fmla="*/ 41931 w 121565"/>
                <a:gd name="connsiteY14" fmla="*/ 15810 h 110817"/>
                <a:gd name="connsiteX15" fmla="*/ 37438 w 121565"/>
                <a:gd name="connsiteY15" fmla="*/ 32237 h 110817"/>
                <a:gd name="connsiteX16" fmla="*/ 23958 w 121565"/>
                <a:gd name="connsiteY16" fmla="*/ 78819 h 110817"/>
                <a:gd name="connsiteX17" fmla="*/ 62400 w 121565"/>
                <a:gd name="connsiteY17" fmla="*/ 110937 h 110817"/>
                <a:gd name="connsiteX18" fmla="*/ 121810 w 121565"/>
                <a:gd name="connsiteY18" fmla="*/ 19488 h 11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1565" h="110817">
                  <a:moveTo>
                    <a:pt x="121810" y="19488"/>
                  </a:moveTo>
                  <a:cubicBezTo>
                    <a:pt x="121810" y="364"/>
                    <a:pt x="110077" y="119"/>
                    <a:pt x="109329" y="119"/>
                  </a:cubicBezTo>
                  <a:cubicBezTo>
                    <a:pt x="102838" y="119"/>
                    <a:pt x="95849" y="6739"/>
                    <a:pt x="95849" y="13113"/>
                  </a:cubicBezTo>
                  <a:cubicBezTo>
                    <a:pt x="95849" y="17281"/>
                    <a:pt x="98345" y="19243"/>
                    <a:pt x="100093" y="20714"/>
                  </a:cubicBezTo>
                  <a:cubicBezTo>
                    <a:pt x="104336" y="24146"/>
                    <a:pt x="109329" y="30521"/>
                    <a:pt x="109329" y="40327"/>
                  </a:cubicBezTo>
                  <a:cubicBezTo>
                    <a:pt x="109329" y="51360"/>
                    <a:pt x="92854" y="104072"/>
                    <a:pt x="63149" y="104072"/>
                  </a:cubicBezTo>
                  <a:cubicBezTo>
                    <a:pt x="42929" y="104072"/>
                    <a:pt x="42929" y="86420"/>
                    <a:pt x="42929" y="82252"/>
                  </a:cubicBezTo>
                  <a:cubicBezTo>
                    <a:pt x="42929" y="70974"/>
                    <a:pt x="47423" y="57244"/>
                    <a:pt x="56659" y="34443"/>
                  </a:cubicBezTo>
                  <a:cubicBezTo>
                    <a:pt x="58655" y="29295"/>
                    <a:pt x="60153" y="25617"/>
                    <a:pt x="60153" y="21449"/>
                  </a:cubicBezTo>
                  <a:cubicBezTo>
                    <a:pt x="60153" y="8700"/>
                    <a:pt x="49170" y="364"/>
                    <a:pt x="36439" y="364"/>
                  </a:cubicBezTo>
                  <a:cubicBezTo>
                    <a:pt x="11477" y="364"/>
                    <a:pt x="244" y="33953"/>
                    <a:pt x="244" y="37876"/>
                  </a:cubicBezTo>
                  <a:cubicBezTo>
                    <a:pt x="244" y="41063"/>
                    <a:pt x="3739" y="41063"/>
                    <a:pt x="4488" y="41063"/>
                  </a:cubicBezTo>
                  <a:cubicBezTo>
                    <a:pt x="7982" y="41063"/>
                    <a:pt x="8232" y="39837"/>
                    <a:pt x="8981" y="37140"/>
                  </a:cubicBezTo>
                  <a:cubicBezTo>
                    <a:pt x="14972" y="17036"/>
                    <a:pt x="25705" y="7229"/>
                    <a:pt x="35690" y="7229"/>
                  </a:cubicBezTo>
                  <a:cubicBezTo>
                    <a:pt x="39934" y="7229"/>
                    <a:pt x="41931" y="9926"/>
                    <a:pt x="41931" y="15810"/>
                  </a:cubicBezTo>
                  <a:cubicBezTo>
                    <a:pt x="41931" y="21449"/>
                    <a:pt x="39934" y="26598"/>
                    <a:pt x="37438" y="32237"/>
                  </a:cubicBezTo>
                  <a:cubicBezTo>
                    <a:pt x="26704" y="59451"/>
                    <a:pt x="23958" y="69993"/>
                    <a:pt x="23958" y="78819"/>
                  </a:cubicBezTo>
                  <a:cubicBezTo>
                    <a:pt x="23958" y="103091"/>
                    <a:pt x="43429" y="110937"/>
                    <a:pt x="62400" y="110937"/>
                  </a:cubicBezTo>
                  <a:cubicBezTo>
                    <a:pt x="104336" y="110937"/>
                    <a:pt x="121810" y="39592"/>
                    <a:pt x="121810" y="19488"/>
                  </a:cubicBez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19226D2-8ADA-D9DE-6240-EEB5A65A8A19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11778319" y="8953874"/>
              <a:ext cx="178300" cy="203142"/>
            </a:xfrm>
            <a:custGeom>
              <a:avLst/>
              <a:gdLst>
                <a:gd name="connsiteX0" fmla="*/ 166071 w 178300"/>
                <a:gd name="connsiteY0" fmla="*/ 108694 h 203142"/>
                <a:gd name="connsiteX1" fmla="*/ 178553 w 178300"/>
                <a:gd name="connsiteY1" fmla="*/ 101689 h 203142"/>
                <a:gd name="connsiteX2" fmla="*/ 166071 w 178300"/>
                <a:gd name="connsiteY2" fmla="*/ 94684 h 203142"/>
                <a:gd name="connsiteX3" fmla="*/ 14872 w 178300"/>
                <a:gd name="connsiteY3" fmla="*/ 94684 h 203142"/>
                <a:gd name="connsiteX4" fmla="*/ 110442 w 178300"/>
                <a:gd name="connsiteY4" fmla="*/ 14128 h 203142"/>
                <a:gd name="connsiteX5" fmla="*/ 166071 w 178300"/>
                <a:gd name="connsiteY5" fmla="*/ 14128 h 203142"/>
                <a:gd name="connsiteX6" fmla="*/ 178553 w 178300"/>
                <a:gd name="connsiteY6" fmla="*/ 7123 h 203142"/>
                <a:gd name="connsiteX7" fmla="*/ 166071 w 178300"/>
                <a:gd name="connsiteY7" fmla="*/ 118 h 203142"/>
                <a:gd name="connsiteX8" fmla="*/ 109728 w 178300"/>
                <a:gd name="connsiteY8" fmla="*/ 118 h 203142"/>
                <a:gd name="connsiteX9" fmla="*/ 252 w 178300"/>
                <a:gd name="connsiteY9" fmla="*/ 101689 h 203142"/>
                <a:gd name="connsiteX10" fmla="*/ 109728 w 178300"/>
                <a:gd name="connsiteY10" fmla="*/ 203260 h 203142"/>
                <a:gd name="connsiteX11" fmla="*/ 166071 w 178300"/>
                <a:gd name="connsiteY11" fmla="*/ 203260 h 203142"/>
                <a:gd name="connsiteX12" fmla="*/ 178553 w 178300"/>
                <a:gd name="connsiteY12" fmla="*/ 196255 h 203142"/>
                <a:gd name="connsiteX13" fmla="*/ 166071 w 178300"/>
                <a:gd name="connsiteY13" fmla="*/ 189250 h 203142"/>
                <a:gd name="connsiteX14" fmla="*/ 110442 w 178300"/>
                <a:gd name="connsiteY14" fmla="*/ 189250 h 203142"/>
                <a:gd name="connsiteX15" fmla="*/ 14872 w 178300"/>
                <a:gd name="connsiteY15" fmla="*/ 108694 h 203142"/>
                <a:gd name="connsiteX16" fmla="*/ 166071 w 178300"/>
                <a:gd name="connsiteY16" fmla="*/ 108694 h 203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8300" h="203142">
                  <a:moveTo>
                    <a:pt x="166071" y="108694"/>
                  </a:moveTo>
                  <a:cubicBezTo>
                    <a:pt x="172134" y="108694"/>
                    <a:pt x="178553" y="108694"/>
                    <a:pt x="178553" y="101689"/>
                  </a:cubicBezTo>
                  <a:cubicBezTo>
                    <a:pt x="178553" y="94684"/>
                    <a:pt x="172134" y="94684"/>
                    <a:pt x="166071" y="94684"/>
                  </a:cubicBezTo>
                  <a:lnTo>
                    <a:pt x="14872" y="94684"/>
                  </a:lnTo>
                  <a:cubicBezTo>
                    <a:pt x="19151" y="47751"/>
                    <a:pt x="60161" y="14128"/>
                    <a:pt x="110442" y="14128"/>
                  </a:cubicBezTo>
                  <a:lnTo>
                    <a:pt x="166071" y="14128"/>
                  </a:lnTo>
                  <a:cubicBezTo>
                    <a:pt x="172134" y="14128"/>
                    <a:pt x="178553" y="14128"/>
                    <a:pt x="178553" y="7123"/>
                  </a:cubicBezTo>
                  <a:cubicBezTo>
                    <a:pt x="178553" y="118"/>
                    <a:pt x="172134" y="118"/>
                    <a:pt x="166071" y="118"/>
                  </a:cubicBezTo>
                  <a:lnTo>
                    <a:pt x="109728" y="118"/>
                  </a:lnTo>
                  <a:cubicBezTo>
                    <a:pt x="48749" y="118"/>
                    <a:pt x="252" y="45650"/>
                    <a:pt x="252" y="101689"/>
                  </a:cubicBezTo>
                  <a:cubicBezTo>
                    <a:pt x="252" y="157728"/>
                    <a:pt x="48749" y="203260"/>
                    <a:pt x="109728" y="203260"/>
                  </a:cubicBezTo>
                  <a:lnTo>
                    <a:pt x="166071" y="203260"/>
                  </a:lnTo>
                  <a:cubicBezTo>
                    <a:pt x="172134" y="203260"/>
                    <a:pt x="178553" y="203260"/>
                    <a:pt x="178553" y="196255"/>
                  </a:cubicBezTo>
                  <a:cubicBezTo>
                    <a:pt x="178553" y="189250"/>
                    <a:pt x="172134" y="189250"/>
                    <a:pt x="166071" y="189250"/>
                  </a:cubicBezTo>
                  <a:lnTo>
                    <a:pt x="110442" y="189250"/>
                  </a:lnTo>
                  <a:cubicBezTo>
                    <a:pt x="60161" y="189250"/>
                    <a:pt x="19151" y="155627"/>
                    <a:pt x="14872" y="108694"/>
                  </a:cubicBezTo>
                  <a:lnTo>
                    <a:pt x="166071" y="108694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129752DB-BAB1-29B5-5E3B-9855202D57C5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12091216" y="8903089"/>
              <a:ext cx="244985" cy="239918"/>
            </a:xfrm>
            <a:custGeom>
              <a:avLst/>
              <a:gdLst>
                <a:gd name="connsiteX0" fmla="*/ 90125 w 244985"/>
                <a:gd name="connsiteY0" fmla="*/ 130059 h 239918"/>
                <a:gd name="connsiteX1" fmla="*/ 102962 w 244985"/>
                <a:gd name="connsiteY1" fmla="*/ 130059 h 239918"/>
                <a:gd name="connsiteX2" fmla="*/ 156453 w 244985"/>
                <a:gd name="connsiteY2" fmla="*/ 211316 h 239918"/>
                <a:gd name="connsiteX3" fmla="*/ 172500 w 244985"/>
                <a:gd name="connsiteY3" fmla="*/ 235833 h 239918"/>
                <a:gd name="connsiteX4" fmla="*/ 184268 w 244985"/>
                <a:gd name="connsiteY4" fmla="*/ 240036 h 239918"/>
                <a:gd name="connsiteX5" fmla="*/ 233479 w 244985"/>
                <a:gd name="connsiteY5" fmla="*/ 240036 h 239918"/>
                <a:gd name="connsiteX6" fmla="*/ 245247 w 244985"/>
                <a:gd name="connsiteY6" fmla="*/ 233732 h 239918"/>
                <a:gd name="connsiteX7" fmla="*/ 239897 w 244985"/>
                <a:gd name="connsiteY7" fmla="*/ 227777 h 239918"/>
                <a:gd name="connsiteX8" fmla="*/ 200671 w 244985"/>
                <a:gd name="connsiteY8" fmla="*/ 190651 h 239918"/>
                <a:gd name="connsiteX9" fmla="*/ 156453 w 244985"/>
                <a:gd name="connsiteY9" fmla="*/ 126206 h 239918"/>
                <a:gd name="connsiteX10" fmla="*/ 218858 w 244985"/>
                <a:gd name="connsiteY10" fmla="*/ 65614 h 239918"/>
                <a:gd name="connsiteX11" fmla="*/ 124358 w 244985"/>
                <a:gd name="connsiteY11" fmla="*/ 118 h 239918"/>
                <a:gd name="connsiteX12" fmla="*/ 12385 w 244985"/>
                <a:gd name="connsiteY12" fmla="*/ 118 h 239918"/>
                <a:gd name="connsiteX13" fmla="*/ 261 w 244985"/>
                <a:gd name="connsiteY13" fmla="*/ 6422 h 239918"/>
                <a:gd name="connsiteX14" fmla="*/ 9889 w 244985"/>
                <a:gd name="connsiteY14" fmla="*/ 12376 h 239918"/>
                <a:gd name="connsiteX15" fmla="*/ 31999 w 244985"/>
                <a:gd name="connsiteY15" fmla="*/ 32340 h 239918"/>
                <a:gd name="connsiteX16" fmla="*/ 31999 w 244985"/>
                <a:gd name="connsiteY16" fmla="*/ 207813 h 239918"/>
                <a:gd name="connsiteX17" fmla="*/ 9889 w 244985"/>
                <a:gd name="connsiteY17" fmla="*/ 227777 h 239918"/>
                <a:gd name="connsiteX18" fmla="*/ 261 w 244985"/>
                <a:gd name="connsiteY18" fmla="*/ 233732 h 239918"/>
                <a:gd name="connsiteX19" fmla="*/ 12385 w 244985"/>
                <a:gd name="connsiteY19" fmla="*/ 240036 h 239918"/>
                <a:gd name="connsiteX20" fmla="*/ 110094 w 244985"/>
                <a:gd name="connsiteY20" fmla="*/ 240036 h 239918"/>
                <a:gd name="connsiteX21" fmla="*/ 121862 w 244985"/>
                <a:gd name="connsiteY21" fmla="*/ 233732 h 239918"/>
                <a:gd name="connsiteX22" fmla="*/ 111877 w 244985"/>
                <a:gd name="connsiteY22" fmla="*/ 227777 h 239918"/>
                <a:gd name="connsiteX23" fmla="*/ 90125 w 244985"/>
                <a:gd name="connsiteY23" fmla="*/ 207813 h 239918"/>
                <a:gd name="connsiteX24" fmla="*/ 90125 w 244985"/>
                <a:gd name="connsiteY24" fmla="*/ 130059 h 239918"/>
                <a:gd name="connsiteX25" fmla="*/ 158949 w 244985"/>
                <a:gd name="connsiteY25" fmla="*/ 112897 h 239918"/>
                <a:gd name="connsiteX26" fmla="*/ 170004 w 244985"/>
                <a:gd name="connsiteY26" fmla="*/ 65964 h 239918"/>
                <a:gd name="connsiteX27" fmla="*/ 156453 w 244985"/>
                <a:gd name="connsiteY27" fmla="*/ 16229 h 239918"/>
                <a:gd name="connsiteX28" fmla="*/ 206377 w 244985"/>
                <a:gd name="connsiteY28" fmla="*/ 65614 h 239918"/>
                <a:gd name="connsiteX29" fmla="*/ 158949 w 244985"/>
                <a:gd name="connsiteY29" fmla="*/ 112897 h 239918"/>
                <a:gd name="connsiteX30" fmla="*/ 90125 w 244985"/>
                <a:gd name="connsiteY30" fmla="*/ 31290 h 239918"/>
                <a:gd name="connsiteX31" fmla="*/ 112234 w 244985"/>
                <a:gd name="connsiteY31" fmla="*/ 12376 h 239918"/>
                <a:gd name="connsiteX32" fmla="*/ 157522 w 244985"/>
                <a:gd name="connsiteY32" fmla="*/ 65964 h 239918"/>
                <a:gd name="connsiteX33" fmla="*/ 90125 w 244985"/>
                <a:gd name="connsiteY33" fmla="*/ 117800 h 239918"/>
                <a:gd name="connsiteX34" fmla="*/ 90125 w 244985"/>
                <a:gd name="connsiteY34" fmla="*/ 31290 h 239918"/>
                <a:gd name="connsiteX35" fmla="*/ 41627 w 244985"/>
                <a:gd name="connsiteY35" fmla="*/ 227777 h 239918"/>
                <a:gd name="connsiteX36" fmla="*/ 44480 w 244985"/>
                <a:gd name="connsiteY36" fmla="*/ 208514 h 239918"/>
                <a:gd name="connsiteX37" fmla="*/ 44480 w 244985"/>
                <a:gd name="connsiteY37" fmla="*/ 31640 h 239918"/>
                <a:gd name="connsiteX38" fmla="*/ 41627 w 244985"/>
                <a:gd name="connsiteY38" fmla="*/ 12376 h 239918"/>
                <a:gd name="connsiteX39" fmla="*/ 82279 w 244985"/>
                <a:gd name="connsiteY39" fmla="*/ 12376 h 239918"/>
                <a:gd name="connsiteX40" fmla="*/ 77644 w 244985"/>
                <a:gd name="connsiteY40" fmla="*/ 30239 h 239918"/>
                <a:gd name="connsiteX41" fmla="*/ 77644 w 244985"/>
                <a:gd name="connsiteY41" fmla="*/ 208514 h 239918"/>
                <a:gd name="connsiteX42" fmla="*/ 80496 w 244985"/>
                <a:gd name="connsiteY42" fmla="*/ 227777 h 239918"/>
                <a:gd name="connsiteX43" fmla="*/ 41627 w 244985"/>
                <a:gd name="connsiteY43" fmla="*/ 227777 h 239918"/>
                <a:gd name="connsiteX44" fmla="*/ 117583 w 244985"/>
                <a:gd name="connsiteY44" fmla="*/ 130059 h 239918"/>
                <a:gd name="connsiteX45" fmla="*/ 124358 w 244985"/>
                <a:gd name="connsiteY45" fmla="*/ 129358 h 239918"/>
                <a:gd name="connsiteX46" fmla="*/ 142902 w 244985"/>
                <a:gd name="connsiteY46" fmla="*/ 127957 h 239918"/>
                <a:gd name="connsiteX47" fmla="*/ 216362 w 244985"/>
                <a:gd name="connsiteY47" fmla="*/ 227777 h 239918"/>
                <a:gd name="connsiteX48" fmla="*/ 181771 w 244985"/>
                <a:gd name="connsiteY48" fmla="*/ 227777 h 239918"/>
                <a:gd name="connsiteX49" fmla="*/ 117583 w 244985"/>
                <a:gd name="connsiteY49" fmla="*/ 130059 h 239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4985" h="239918">
                  <a:moveTo>
                    <a:pt x="90125" y="130059"/>
                  </a:moveTo>
                  <a:lnTo>
                    <a:pt x="102962" y="130059"/>
                  </a:lnTo>
                  <a:lnTo>
                    <a:pt x="156453" y="211316"/>
                  </a:lnTo>
                  <a:cubicBezTo>
                    <a:pt x="160019" y="216920"/>
                    <a:pt x="168577" y="230579"/>
                    <a:pt x="172500" y="235833"/>
                  </a:cubicBezTo>
                  <a:cubicBezTo>
                    <a:pt x="174996" y="240036"/>
                    <a:pt x="176066" y="240036"/>
                    <a:pt x="184268" y="240036"/>
                  </a:cubicBezTo>
                  <a:lnTo>
                    <a:pt x="233479" y="240036"/>
                  </a:lnTo>
                  <a:cubicBezTo>
                    <a:pt x="239897" y="240036"/>
                    <a:pt x="245247" y="240036"/>
                    <a:pt x="245247" y="233732"/>
                  </a:cubicBezTo>
                  <a:cubicBezTo>
                    <a:pt x="245247" y="230930"/>
                    <a:pt x="243107" y="228478"/>
                    <a:pt x="239897" y="227777"/>
                  </a:cubicBezTo>
                  <a:cubicBezTo>
                    <a:pt x="226703" y="224975"/>
                    <a:pt x="209230" y="201859"/>
                    <a:pt x="200671" y="190651"/>
                  </a:cubicBezTo>
                  <a:cubicBezTo>
                    <a:pt x="198175" y="187149"/>
                    <a:pt x="180345" y="164033"/>
                    <a:pt x="156453" y="126206"/>
                  </a:cubicBezTo>
                  <a:cubicBezTo>
                    <a:pt x="188190" y="120602"/>
                    <a:pt x="218858" y="107293"/>
                    <a:pt x="218858" y="65614"/>
                  </a:cubicBezTo>
                  <a:cubicBezTo>
                    <a:pt x="218858" y="16930"/>
                    <a:pt x="166438" y="118"/>
                    <a:pt x="124358" y="118"/>
                  </a:cubicBezTo>
                  <a:lnTo>
                    <a:pt x="12385" y="118"/>
                  </a:lnTo>
                  <a:cubicBezTo>
                    <a:pt x="5967" y="118"/>
                    <a:pt x="261" y="118"/>
                    <a:pt x="261" y="6422"/>
                  </a:cubicBezTo>
                  <a:cubicBezTo>
                    <a:pt x="261" y="12376"/>
                    <a:pt x="7036" y="12376"/>
                    <a:pt x="9889" y="12376"/>
                  </a:cubicBezTo>
                  <a:cubicBezTo>
                    <a:pt x="30216" y="12376"/>
                    <a:pt x="31999" y="14828"/>
                    <a:pt x="31999" y="32340"/>
                  </a:cubicBezTo>
                  <a:lnTo>
                    <a:pt x="31999" y="207813"/>
                  </a:lnTo>
                  <a:cubicBezTo>
                    <a:pt x="31999" y="225326"/>
                    <a:pt x="30216" y="227777"/>
                    <a:pt x="9889" y="227777"/>
                  </a:cubicBezTo>
                  <a:cubicBezTo>
                    <a:pt x="7036" y="227777"/>
                    <a:pt x="261" y="227777"/>
                    <a:pt x="261" y="233732"/>
                  </a:cubicBezTo>
                  <a:cubicBezTo>
                    <a:pt x="261" y="240036"/>
                    <a:pt x="5967" y="240036"/>
                    <a:pt x="12385" y="240036"/>
                  </a:cubicBezTo>
                  <a:lnTo>
                    <a:pt x="110094" y="240036"/>
                  </a:lnTo>
                  <a:cubicBezTo>
                    <a:pt x="116513" y="240036"/>
                    <a:pt x="121862" y="240036"/>
                    <a:pt x="121862" y="233732"/>
                  </a:cubicBezTo>
                  <a:cubicBezTo>
                    <a:pt x="121862" y="227777"/>
                    <a:pt x="115800" y="227777"/>
                    <a:pt x="111877" y="227777"/>
                  </a:cubicBezTo>
                  <a:cubicBezTo>
                    <a:pt x="91551" y="227777"/>
                    <a:pt x="90125" y="224975"/>
                    <a:pt x="90125" y="207813"/>
                  </a:cubicBezTo>
                  <a:lnTo>
                    <a:pt x="90125" y="130059"/>
                  </a:lnTo>
                  <a:close/>
                  <a:moveTo>
                    <a:pt x="158949" y="112897"/>
                  </a:moveTo>
                  <a:cubicBezTo>
                    <a:pt x="168934" y="99938"/>
                    <a:pt x="170004" y="81375"/>
                    <a:pt x="170004" y="65964"/>
                  </a:cubicBezTo>
                  <a:cubicBezTo>
                    <a:pt x="170004" y="49152"/>
                    <a:pt x="167864" y="30589"/>
                    <a:pt x="156453" y="16229"/>
                  </a:cubicBezTo>
                  <a:cubicBezTo>
                    <a:pt x="171073" y="19381"/>
                    <a:pt x="206377" y="30239"/>
                    <a:pt x="206377" y="65614"/>
                  </a:cubicBezTo>
                  <a:cubicBezTo>
                    <a:pt x="206377" y="88380"/>
                    <a:pt x="195679" y="106242"/>
                    <a:pt x="158949" y="112897"/>
                  </a:cubicBezTo>
                  <a:close/>
                  <a:moveTo>
                    <a:pt x="90125" y="31290"/>
                  </a:moveTo>
                  <a:cubicBezTo>
                    <a:pt x="90125" y="23934"/>
                    <a:pt x="90125" y="12376"/>
                    <a:pt x="112234" y="12376"/>
                  </a:cubicBezTo>
                  <a:cubicBezTo>
                    <a:pt x="142545" y="12376"/>
                    <a:pt x="157522" y="24635"/>
                    <a:pt x="157522" y="65964"/>
                  </a:cubicBezTo>
                  <a:cubicBezTo>
                    <a:pt x="157522" y="111146"/>
                    <a:pt x="146468" y="117800"/>
                    <a:pt x="90125" y="117800"/>
                  </a:cubicBezTo>
                  <a:lnTo>
                    <a:pt x="90125" y="31290"/>
                  </a:lnTo>
                  <a:close/>
                  <a:moveTo>
                    <a:pt x="41627" y="227777"/>
                  </a:moveTo>
                  <a:cubicBezTo>
                    <a:pt x="44480" y="221473"/>
                    <a:pt x="44480" y="211666"/>
                    <a:pt x="44480" y="208514"/>
                  </a:cubicBezTo>
                  <a:lnTo>
                    <a:pt x="44480" y="31640"/>
                  </a:lnTo>
                  <a:cubicBezTo>
                    <a:pt x="44480" y="28137"/>
                    <a:pt x="44480" y="18681"/>
                    <a:pt x="41627" y="12376"/>
                  </a:cubicBezTo>
                  <a:lnTo>
                    <a:pt x="82279" y="12376"/>
                  </a:lnTo>
                  <a:cubicBezTo>
                    <a:pt x="77644" y="17980"/>
                    <a:pt x="77644" y="24985"/>
                    <a:pt x="77644" y="30239"/>
                  </a:cubicBezTo>
                  <a:lnTo>
                    <a:pt x="77644" y="208514"/>
                  </a:lnTo>
                  <a:cubicBezTo>
                    <a:pt x="77644" y="212016"/>
                    <a:pt x="77644" y="221473"/>
                    <a:pt x="80496" y="227777"/>
                  </a:cubicBezTo>
                  <a:lnTo>
                    <a:pt x="41627" y="227777"/>
                  </a:lnTo>
                  <a:close/>
                  <a:moveTo>
                    <a:pt x="117583" y="130059"/>
                  </a:moveTo>
                  <a:cubicBezTo>
                    <a:pt x="120079" y="129709"/>
                    <a:pt x="121506" y="129358"/>
                    <a:pt x="124358" y="129358"/>
                  </a:cubicBezTo>
                  <a:cubicBezTo>
                    <a:pt x="129708" y="129358"/>
                    <a:pt x="137553" y="128658"/>
                    <a:pt x="142902" y="127957"/>
                  </a:cubicBezTo>
                  <a:cubicBezTo>
                    <a:pt x="148251" y="136363"/>
                    <a:pt x="186764" y="198707"/>
                    <a:pt x="216362" y="227777"/>
                  </a:cubicBezTo>
                  <a:lnTo>
                    <a:pt x="181771" y="227777"/>
                  </a:lnTo>
                  <a:lnTo>
                    <a:pt x="117583" y="130059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809C942-A72A-014B-BC0D-027354C93AFE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12358283" y="8828244"/>
              <a:ext cx="128305" cy="172601"/>
            </a:xfrm>
            <a:custGeom>
              <a:avLst/>
              <a:gdLst>
                <a:gd name="connsiteX0" fmla="*/ 127575 w 128305"/>
                <a:gd name="connsiteY0" fmla="*/ 7469 h 172601"/>
                <a:gd name="connsiteX1" fmla="*/ 128574 w 128305"/>
                <a:gd name="connsiteY1" fmla="*/ 3546 h 172601"/>
                <a:gd name="connsiteX2" fmla="*/ 124580 w 128305"/>
                <a:gd name="connsiteY2" fmla="*/ 114 h 172601"/>
                <a:gd name="connsiteX3" fmla="*/ 92628 w 128305"/>
                <a:gd name="connsiteY3" fmla="*/ 2565 h 172601"/>
                <a:gd name="connsiteX4" fmla="*/ 87136 w 128305"/>
                <a:gd name="connsiteY4" fmla="*/ 8204 h 172601"/>
                <a:gd name="connsiteX5" fmla="*/ 93627 w 128305"/>
                <a:gd name="connsiteY5" fmla="*/ 11637 h 172601"/>
                <a:gd name="connsiteX6" fmla="*/ 105608 w 128305"/>
                <a:gd name="connsiteY6" fmla="*/ 15314 h 172601"/>
                <a:gd name="connsiteX7" fmla="*/ 104610 w 128305"/>
                <a:gd name="connsiteY7" fmla="*/ 20708 h 172601"/>
                <a:gd name="connsiteX8" fmla="*/ 90381 w 128305"/>
                <a:gd name="connsiteY8" fmla="*/ 76607 h 172601"/>
                <a:gd name="connsiteX9" fmla="*/ 64671 w 128305"/>
                <a:gd name="connsiteY9" fmla="*/ 62142 h 172601"/>
                <a:gd name="connsiteX10" fmla="*/ 268 w 128305"/>
                <a:gd name="connsiteY10" fmla="*/ 132016 h 172601"/>
                <a:gd name="connsiteX11" fmla="*/ 37961 w 128305"/>
                <a:gd name="connsiteY11" fmla="*/ 172715 h 172601"/>
                <a:gd name="connsiteX12" fmla="*/ 73407 w 128305"/>
                <a:gd name="connsiteY12" fmla="*/ 155553 h 172601"/>
                <a:gd name="connsiteX13" fmla="*/ 99118 w 128305"/>
                <a:gd name="connsiteY13" fmla="*/ 172715 h 172601"/>
                <a:gd name="connsiteX14" fmla="*/ 118838 w 128305"/>
                <a:gd name="connsiteY14" fmla="*/ 159721 h 172601"/>
                <a:gd name="connsiteX15" fmla="*/ 127575 w 128305"/>
                <a:gd name="connsiteY15" fmla="*/ 135203 h 172601"/>
                <a:gd name="connsiteX16" fmla="*/ 123581 w 128305"/>
                <a:gd name="connsiteY16" fmla="*/ 132016 h 172601"/>
                <a:gd name="connsiteX17" fmla="*/ 118089 w 128305"/>
                <a:gd name="connsiteY17" fmla="*/ 139616 h 172601"/>
                <a:gd name="connsiteX18" fmla="*/ 99867 w 128305"/>
                <a:gd name="connsiteY18" fmla="*/ 165850 h 172601"/>
                <a:gd name="connsiteX19" fmla="*/ 91630 w 128305"/>
                <a:gd name="connsiteY19" fmla="*/ 153836 h 172601"/>
                <a:gd name="connsiteX20" fmla="*/ 92878 w 128305"/>
                <a:gd name="connsiteY20" fmla="*/ 143784 h 172601"/>
                <a:gd name="connsiteX21" fmla="*/ 127575 w 128305"/>
                <a:gd name="connsiteY21" fmla="*/ 7469 h 172601"/>
                <a:gd name="connsiteX22" fmla="*/ 74406 w 128305"/>
                <a:gd name="connsiteY22" fmla="*/ 139616 h 172601"/>
                <a:gd name="connsiteX23" fmla="*/ 61675 w 128305"/>
                <a:gd name="connsiteY23" fmla="*/ 156043 h 172601"/>
                <a:gd name="connsiteX24" fmla="*/ 38710 w 128305"/>
                <a:gd name="connsiteY24" fmla="*/ 165850 h 172601"/>
                <a:gd name="connsiteX25" fmla="*/ 20487 w 128305"/>
                <a:gd name="connsiteY25" fmla="*/ 142068 h 172601"/>
                <a:gd name="connsiteX26" fmla="*/ 33468 w 128305"/>
                <a:gd name="connsiteY26" fmla="*/ 92298 h 172601"/>
                <a:gd name="connsiteX27" fmla="*/ 64671 w 128305"/>
                <a:gd name="connsiteY27" fmla="*/ 69007 h 172601"/>
                <a:gd name="connsiteX28" fmla="*/ 86887 w 128305"/>
                <a:gd name="connsiteY28" fmla="*/ 90337 h 172601"/>
                <a:gd name="connsiteX29" fmla="*/ 86138 w 128305"/>
                <a:gd name="connsiteY29" fmla="*/ 93769 h 172601"/>
                <a:gd name="connsiteX30" fmla="*/ 74406 w 128305"/>
                <a:gd name="connsiteY30" fmla="*/ 139616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75" y="7469"/>
                  </a:moveTo>
                  <a:cubicBezTo>
                    <a:pt x="127825" y="6978"/>
                    <a:pt x="128574" y="3791"/>
                    <a:pt x="128574" y="3546"/>
                  </a:cubicBezTo>
                  <a:cubicBezTo>
                    <a:pt x="128574" y="2320"/>
                    <a:pt x="127575" y="114"/>
                    <a:pt x="124580" y="114"/>
                  </a:cubicBezTo>
                  <a:cubicBezTo>
                    <a:pt x="119587" y="114"/>
                    <a:pt x="98869" y="2075"/>
                    <a:pt x="92628" y="2565"/>
                  </a:cubicBezTo>
                  <a:cubicBezTo>
                    <a:pt x="90631" y="2811"/>
                    <a:pt x="87136" y="3056"/>
                    <a:pt x="87136" y="8204"/>
                  </a:cubicBezTo>
                  <a:cubicBezTo>
                    <a:pt x="87136" y="11637"/>
                    <a:pt x="90631" y="11637"/>
                    <a:pt x="93627" y="11637"/>
                  </a:cubicBezTo>
                  <a:cubicBezTo>
                    <a:pt x="105608" y="11637"/>
                    <a:pt x="105608" y="13353"/>
                    <a:pt x="105608" y="15314"/>
                  </a:cubicBezTo>
                  <a:cubicBezTo>
                    <a:pt x="105608" y="17031"/>
                    <a:pt x="105109" y="18502"/>
                    <a:pt x="104610" y="20708"/>
                  </a:cubicBezTo>
                  <a:lnTo>
                    <a:pt x="90381" y="76607"/>
                  </a:lnTo>
                  <a:cubicBezTo>
                    <a:pt x="85139" y="68517"/>
                    <a:pt x="76652" y="62142"/>
                    <a:pt x="64671" y="62142"/>
                  </a:cubicBezTo>
                  <a:cubicBezTo>
                    <a:pt x="32719" y="62142"/>
                    <a:pt x="268" y="96711"/>
                    <a:pt x="268" y="132016"/>
                  </a:cubicBezTo>
                  <a:cubicBezTo>
                    <a:pt x="268" y="155798"/>
                    <a:pt x="16494" y="172715"/>
                    <a:pt x="37961" y="172715"/>
                  </a:cubicBezTo>
                  <a:cubicBezTo>
                    <a:pt x="51441" y="172715"/>
                    <a:pt x="63422" y="165114"/>
                    <a:pt x="73407" y="155553"/>
                  </a:cubicBezTo>
                  <a:cubicBezTo>
                    <a:pt x="78150" y="170263"/>
                    <a:pt x="92628" y="172715"/>
                    <a:pt x="99118" y="172715"/>
                  </a:cubicBezTo>
                  <a:cubicBezTo>
                    <a:pt x="108105" y="172715"/>
                    <a:pt x="114345" y="167321"/>
                    <a:pt x="118838" y="159721"/>
                  </a:cubicBezTo>
                  <a:cubicBezTo>
                    <a:pt x="124330" y="150159"/>
                    <a:pt x="127575" y="136184"/>
                    <a:pt x="127575" y="135203"/>
                  </a:cubicBezTo>
                  <a:cubicBezTo>
                    <a:pt x="127575" y="132016"/>
                    <a:pt x="124330" y="132016"/>
                    <a:pt x="123581" y="132016"/>
                  </a:cubicBezTo>
                  <a:cubicBezTo>
                    <a:pt x="120086" y="132016"/>
                    <a:pt x="119837" y="132997"/>
                    <a:pt x="118089" y="139616"/>
                  </a:cubicBezTo>
                  <a:cubicBezTo>
                    <a:pt x="115094" y="151385"/>
                    <a:pt x="110351" y="165850"/>
                    <a:pt x="99867" y="165850"/>
                  </a:cubicBezTo>
                  <a:cubicBezTo>
                    <a:pt x="93377" y="165850"/>
                    <a:pt x="91630" y="160456"/>
                    <a:pt x="91630" y="153836"/>
                  </a:cubicBezTo>
                  <a:cubicBezTo>
                    <a:pt x="91630" y="149178"/>
                    <a:pt x="92129" y="146972"/>
                    <a:pt x="92878" y="143784"/>
                  </a:cubicBezTo>
                  <a:lnTo>
                    <a:pt x="127575" y="7469"/>
                  </a:lnTo>
                  <a:close/>
                  <a:moveTo>
                    <a:pt x="74406" y="139616"/>
                  </a:moveTo>
                  <a:cubicBezTo>
                    <a:pt x="72658" y="146481"/>
                    <a:pt x="67167" y="151385"/>
                    <a:pt x="61675" y="156043"/>
                  </a:cubicBezTo>
                  <a:cubicBezTo>
                    <a:pt x="59428" y="158004"/>
                    <a:pt x="49444" y="165850"/>
                    <a:pt x="38710" y="165850"/>
                  </a:cubicBezTo>
                  <a:cubicBezTo>
                    <a:pt x="29474" y="165850"/>
                    <a:pt x="20487" y="159475"/>
                    <a:pt x="20487" y="142068"/>
                  </a:cubicBezTo>
                  <a:cubicBezTo>
                    <a:pt x="20487" y="129074"/>
                    <a:pt x="27727" y="102105"/>
                    <a:pt x="33468" y="92298"/>
                  </a:cubicBezTo>
                  <a:cubicBezTo>
                    <a:pt x="44950" y="72685"/>
                    <a:pt x="57681" y="69007"/>
                    <a:pt x="64671" y="69007"/>
                  </a:cubicBezTo>
                  <a:cubicBezTo>
                    <a:pt x="82144" y="69007"/>
                    <a:pt x="86887" y="87640"/>
                    <a:pt x="86887" y="90337"/>
                  </a:cubicBezTo>
                  <a:cubicBezTo>
                    <a:pt x="86887" y="91318"/>
                    <a:pt x="86388" y="93034"/>
                    <a:pt x="86138" y="93769"/>
                  </a:cubicBezTo>
                  <a:lnTo>
                    <a:pt x="74406" y="139616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172F2E8D-EE52-4667-F4BD-C14F9F8766BB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12505769" y="8916786"/>
              <a:ext cx="92716" cy="120484"/>
            </a:xfrm>
            <a:custGeom>
              <a:avLst/>
              <a:gdLst>
                <a:gd name="connsiteX0" fmla="*/ 44848 w 92716"/>
                <a:gd name="connsiteY0" fmla="*/ 58781 h 120484"/>
                <a:gd name="connsiteX1" fmla="*/ 72128 w 92716"/>
                <a:gd name="connsiteY1" fmla="*/ 86100 h 120484"/>
                <a:gd name="connsiteX2" fmla="*/ 45026 w 92716"/>
                <a:gd name="connsiteY2" fmla="*/ 113419 h 120484"/>
                <a:gd name="connsiteX3" fmla="*/ 12753 w 92716"/>
                <a:gd name="connsiteY3" fmla="*/ 104313 h 120484"/>
                <a:gd name="connsiteX4" fmla="*/ 22203 w 92716"/>
                <a:gd name="connsiteY4" fmla="*/ 93630 h 120484"/>
                <a:gd name="connsiteX5" fmla="*/ 11327 w 92716"/>
                <a:gd name="connsiteY5" fmla="*/ 82948 h 120484"/>
                <a:gd name="connsiteX6" fmla="*/ 272 w 92716"/>
                <a:gd name="connsiteY6" fmla="*/ 93980 h 120484"/>
                <a:gd name="connsiteX7" fmla="*/ 45561 w 92716"/>
                <a:gd name="connsiteY7" fmla="*/ 120599 h 120484"/>
                <a:gd name="connsiteX8" fmla="*/ 92989 w 92716"/>
                <a:gd name="connsiteY8" fmla="*/ 86275 h 120484"/>
                <a:gd name="connsiteX9" fmla="*/ 59647 w 92716"/>
                <a:gd name="connsiteY9" fmla="*/ 55103 h 120484"/>
                <a:gd name="connsiteX10" fmla="*/ 86748 w 92716"/>
                <a:gd name="connsiteY10" fmla="*/ 25157 h 120484"/>
                <a:gd name="connsiteX11" fmla="*/ 46096 w 92716"/>
                <a:gd name="connsiteY11" fmla="*/ 115 h 120484"/>
                <a:gd name="connsiteX12" fmla="*/ 6513 w 92716"/>
                <a:gd name="connsiteY12" fmla="*/ 24982 h 120484"/>
                <a:gd name="connsiteX13" fmla="*/ 16676 w 92716"/>
                <a:gd name="connsiteY13" fmla="*/ 35314 h 120484"/>
                <a:gd name="connsiteX14" fmla="*/ 26839 w 92716"/>
                <a:gd name="connsiteY14" fmla="*/ 25332 h 120484"/>
                <a:gd name="connsiteX15" fmla="*/ 18281 w 92716"/>
                <a:gd name="connsiteY15" fmla="*/ 15350 h 120484"/>
                <a:gd name="connsiteX16" fmla="*/ 45561 w 92716"/>
                <a:gd name="connsiteY16" fmla="*/ 6769 h 120484"/>
                <a:gd name="connsiteX17" fmla="*/ 67848 w 92716"/>
                <a:gd name="connsiteY17" fmla="*/ 25157 h 120484"/>
                <a:gd name="connsiteX18" fmla="*/ 42351 w 92716"/>
                <a:gd name="connsiteY18" fmla="*/ 52301 h 120484"/>
                <a:gd name="connsiteX19" fmla="*/ 32010 w 92716"/>
                <a:gd name="connsiteY19" fmla="*/ 52827 h 120484"/>
                <a:gd name="connsiteX20" fmla="*/ 28087 w 92716"/>
                <a:gd name="connsiteY20" fmla="*/ 55804 h 120484"/>
                <a:gd name="connsiteX21" fmla="*/ 33080 w 92716"/>
                <a:gd name="connsiteY21" fmla="*/ 58781 h 120484"/>
                <a:gd name="connsiteX22" fmla="*/ 44848 w 92716"/>
                <a:gd name="connsiteY22" fmla="*/ 58781 h 12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2716" h="120484">
                  <a:moveTo>
                    <a:pt x="44848" y="58781"/>
                  </a:moveTo>
                  <a:cubicBezTo>
                    <a:pt x="61251" y="58781"/>
                    <a:pt x="72128" y="68763"/>
                    <a:pt x="72128" y="86100"/>
                  </a:cubicBezTo>
                  <a:cubicBezTo>
                    <a:pt x="72128" y="103962"/>
                    <a:pt x="60895" y="113419"/>
                    <a:pt x="45026" y="113419"/>
                  </a:cubicBezTo>
                  <a:cubicBezTo>
                    <a:pt x="43065" y="113419"/>
                    <a:pt x="21847" y="113419"/>
                    <a:pt x="12753" y="104313"/>
                  </a:cubicBezTo>
                  <a:cubicBezTo>
                    <a:pt x="20064" y="103262"/>
                    <a:pt x="22203" y="97833"/>
                    <a:pt x="22203" y="93630"/>
                  </a:cubicBezTo>
                  <a:cubicBezTo>
                    <a:pt x="22203" y="87151"/>
                    <a:pt x="17211" y="82948"/>
                    <a:pt x="11327" y="82948"/>
                  </a:cubicBezTo>
                  <a:cubicBezTo>
                    <a:pt x="5621" y="82948"/>
                    <a:pt x="272" y="86625"/>
                    <a:pt x="272" y="93980"/>
                  </a:cubicBezTo>
                  <a:cubicBezTo>
                    <a:pt x="272" y="112193"/>
                    <a:pt x="21312" y="120599"/>
                    <a:pt x="45561" y="120599"/>
                  </a:cubicBezTo>
                  <a:cubicBezTo>
                    <a:pt x="74802" y="120599"/>
                    <a:pt x="92989" y="103262"/>
                    <a:pt x="92989" y="86275"/>
                  </a:cubicBezTo>
                  <a:cubicBezTo>
                    <a:pt x="92989" y="71915"/>
                    <a:pt x="79973" y="59656"/>
                    <a:pt x="59647" y="55103"/>
                  </a:cubicBezTo>
                  <a:cubicBezTo>
                    <a:pt x="81043" y="48273"/>
                    <a:pt x="86748" y="34964"/>
                    <a:pt x="86748" y="25157"/>
                  </a:cubicBezTo>
                  <a:cubicBezTo>
                    <a:pt x="86748" y="10797"/>
                    <a:pt x="68562" y="115"/>
                    <a:pt x="46096" y="115"/>
                  </a:cubicBezTo>
                  <a:cubicBezTo>
                    <a:pt x="24165" y="115"/>
                    <a:pt x="6513" y="9221"/>
                    <a:pt x="6513" y="24982"/>
                  </a:cubicBezTo>
                  <a:cubicBezTo>
                    <a:pt x="6513" y="33213"/>
                    <a:pt x="13288" y="35314"/>
                    <a:pt x="16676" y="35314"/>
                  </a:cubicBezTo>
                  <a:cubicBezTo>
                    <a:pt x="21847" y="35314"/>
                    <a:pt x="26839" y="31637"/>
                    <a:pt x="26839" y="25332"/>
                  </a:cubicBezTo>
                  <a:cubicBezTo>
                    <a:pt x="26839" y="21304"/>
                    <a:pt x="24700" y="16401"/>
                    <a:pt x="18281" y="15350"/>
                  </a:cubicBezTo>
                  <a:cubicBezTo>
                    <a:pt x="25948" y="7295"/>
                    <a:pt x="41816" y="6769"/>
                    <a:pt x="45561" y="6769"/>
                  </a:cubicBezTo>
                  <a:cubicBezTo>
                    <a:pt x="58577" y="6769"/>
                    <a:pt x="67848" y="13249"/>
                    <a:pt x="67848" y="25157"/>
                  </a:cubicBezTo>
                  <a:cubicBezTo>
                    <a:pt x="67848" y="35314"/>
                    <a:pt x="61073" y="51250"/>
                    <a:pt x="42351" y="52301"/>
                  </a:cubicBezTo>
                  <a:cubicBezTo>
                    <a:pt x="37359" y="52476"/>
                    <a:pt x="36646" y="52651"/>
                    <a:pt x="32010" y="52827"/>
                  </a:cubicBezTo>
                  <a:cubicBezTo>
                    <a:pt x="30049" y="53002"/>
                    <a:pt x="28087" y="53177"/>
                    <a:pt x="28087" y="55804"/>
                  </a:cubicBezTo>
                  <a:cubicBezTo>
                    <a:pt x="28087" y="58781"/>
                    <a:pt x="29870" y="58781"/>
                    <a:pt x="33080" y="58781"/>
                  </a:cubicBezTo>
                  <a:lnTo>
                    <a:pt x="44848" y="5878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41CC511-0C9D-F926-5BA3-FC44612B7467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12675114" y="8871394"/>
              <a:ext cx="133797" cy="131166"/>
            </a:xfrm>
            <a:custGeom>
              <a:avLst/>
              <a:gdLst>
                <a:gd name="connsiteX0" fmla="*/ 130579 w 133797"/>
                <a:gd name="connsiteY0" fmla="*/ 12127 h 131166"/>
                <a:gd name="connsiteX1" fmla="*/ 134073 w 133797"/>
                <a:gd name="connsiteY1" fmla="*/ 6243 h 131166"/>
                <a:gd name="connsiteX2" fmla="*/ 128082 w 133797"/>
                <a:gd name="connsiteY2" fmla="*/ 114 h 131166"/>
                <a:gd name="connsiteX3" fmla="*/ 121842 w 133797"/>
                <a:gd name="connsiteY3" fmla="*/ 3791 h 131166"/>
                <a:gd name="connsiteX4" fmla="*/ 67175 w 133797"/>
                <a:gd name="connsiteY4" fmla="*/ 57239 h 131166"/>
                <a:gd name="connsiteX5" fmla="*/ 12258 w 133797"/>
                <a:gd name="connsiteY5" fmla="*/ 3546 h 131166"/>
                <a:gd name="connsiteX6" fmla="*/ 6517 w 133797"/>
                <a:gd name="connsiteY6" fmla="*/ 114 h 131166"/>
                <a:gd name="connsiteX7" fmla="*/ 276 w 133797"/>
                <a:gd name="connsiteY7" fmla="*/ 6243 h 131166"/>
                <a:gd name="connsiteX8" fmla="*/ 4021 w 133797"/>
                <a:gd name="connsiteY8" fmla="*/ 12127 h 131166"/>
                <a:gd name="connsiteX9" fmla="*/ 58438 w 133797"/>
                <a:gd name="connsiteY9" fmla="*/ 65575 h 131166"/>
                <a:gd name="connsiteX10" fmla="*/ 4021 w 133797"/>
                <a:gd name="connsiteY10" fmla="*/ 119022 h 131166"/>
                <a:gd name="connsiteX11" fmla="*/ 276 w 133797"/>
                <a:gd name="connsiteY11" fmla="*/ 125151 h 131166"/>
                <a:gd name="connsiteX12" fmla="*/ 6517 w 133797"/>
                <a:gd name="connsiteY12" fmla="*/ 131281 h 131166"/>
                <a:gd name="connsiteX13" fmla="*/ 12258 w 133797"/>
                <a:gd name="connsiteY13" fmla="*/ 127848 h 131166"/>
                <a:gd name="connsiteX14" fmla="*/ 67175 w 133797"/>
                <a:gd name="connsiteY14" fmla="*/ 74156 h 131166"/>
                <a:gd name="connsiteX15" fmla="*/ 124088 w 133797"/>
                <a:gd name="connsiteY15" fmla="*/ 130055 h 131166"/>
                <a:gd name="connsiteX16" fmla="*/ 128082 w 133797"/>
                <a:gd name="connsiteY16" fmla="*/ 131281 h 131166"/>
                <a:gd name="connsiteX17" fmla="*/ 134073 w 133797"/>
                <a:gd name="connsiteY17" fmla="*/ 125151 h 131166"/>
                <a:gd name="connsiteX18" fmla="*/ 132825 w 133797"/>
                <a:gd name="connsiteY18" fmla="*/ 121964 h 131166"/>
                <a:gd name="connsiteX19" fmla="*/ 75911 w 133797"/>
                <a:gd name="connsiteY19" fmla="*/ 65820 h 131166"/>
                <a:gd name="connsiteX20" fmla="*/ 130579 w 133797"/>
                <a:gd name="connsiteY20" fmla="*/ 12127 h 1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3797" h="131166">
                  <a:moveTo>
                    <a:pt x="130579" y="12127"/>
                  </a:moveTo>
                  <a:cubicBezTo>
                    <a:pt x="133324" y="9430"/>
                    <a:pt x="134073" y="7959"/>
                    <a:pt x="134073" y="6243"/>
                  </a:cubicBezTo>
                  <a:cubicBezTo>
                    <a:pt x="134073" y="2320"/>
                    <a:pt x="130828" y="114"/>
                    <a:pt x="128082" y="114"/>
                  </a:cubicBezTo>
                  <a:cubicBezTo>
                    <a:pt x="125586" y="114"/>
                    <a:pt x="124837" y="849"/>
                    <a:pt x="121842" y="3791"/>
                  </a:cubicBezTo>
                  <a:lnTo>
                    <a:pt x="67175" y="57239"/>
                  </a:lnTo>
                  <a:lnTo>
                    <a:pt x="12258" y="3546"/>
                  </a:lnTo>
                  <a:cubicBezTo>
                    <a:pt x="9762" y="1094"/>
                    <a:pt x="8763" y="114"/>
                    <a:pt x="6517" y="114"/>
                  </a:cubicBezTo>
                  <a:cubicBezTo>
                    <a:pt x="3022" y="114"/>
                    <a:pt x="276" y="2811"/>
                    <a:pt x="276" y="6243"/>
                  </a:cubicBezTo>
                  <a:cubicBezTo>
                    <a:pt x="276" y="8449"/>
                    <a:pt x="1025" y="9185"/>
                    <a:pt x="4021" y="12127"/>
                  </a:cubicBezTo>
                  <a:lnTo>
                    <a:pt x="58438" y="65575"/>
                  </a:lnTo>
                  <a:lnTo>
                    <a:pt x="4021" y="119022"/>
                  </a:lnTo>
                  <a:cubicBezTo>
                    <a:pt x="526" y="122454"/>
                    <a:pt x="276" y="123680"/>
                    <a:pt x="276" y="125151"/>
                  </a:cubicBezTo>
                  <a:cubicBezTo>
                    <a:pt x="276" y="128584"/>
                    <a:pt x="3022" y="131281"/>
                    <a:pt x="6517" y="131281"/>
                  </a:cubicBezTo>
                  <a:cubicBezTo>
                    <a:pt x="8763" y="131281"/>
                    <a:pt x="9512" y="130545"/>
                    <a:pt x="12258" y="127848"/>
                  </a:cubicBezTo>
                  <a:lnTo>
                    <a:pt x="67175" y="74156"/>
                  </a:lnTo>
                  <a:lnTo>
                    <a:pt x="124088" y="130055"/>
                  </a:lnTo>
                  <a:cubicBezTo>
                    <a:pt x="125337" y="130790"/>
                    <a:pt x="126585" y="131281"/>
                    <a:pt x="128082" y="131281"/>
                  </a:cubicBezTo>
                  <a:cubicBezTo>
                    <a:pt x="130828" y="131281"/>
                    <a:pt x="134073" y="129074"/>
                    <a:pt x="134073" y="125151"/>
                  </a:cubicBezTo>
                  <a:cubicBezTo>
                    <a:pt x="134073" y="123190"/>
                    <a:pt x="133574" y="122700"/>
                    <a:pt x="132825" y="121964"/>
                  </a:cubicBezTo>
                  <a:cubicBezTo>
                    <a:pt x="132326" y="120983"/>
                    <a:pt x="83899" y="73420"/>
                    <a:pt x="75911" y="65820"/>
                  </a:cubicBezTo>
                  <a:lnTo>
                    <a:pt x="130579" y="12127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A14AC34-E1C9-F28F-5517-B2592317C457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2868785" y="8828244"/>
              <a:ext cx="128305" cy="172601"/>
            </a:xfrm>
            <a:custGeom>
              <a:avLst/>
              <a:gdLst>
                <a:gd name="connsiteX0" fmla="*/ 127589 w 128305"/>
                <a:gd name="connsiteY0" fmla="*/ 7469 h 172601"/>
                <a:gd name="connsiteX1" fmla="*/ 128588 w 128305"/>
                <a:gd name="connsiteY1" fmla="*/ 3546 h 172601"/>
                <a:gd name="connsiteX2" fmla="*/ 124594 w 128305"/>
                <a:gd name="connsiteY2" fmla="*/ 114 h 172601"/>
                <a:gd name="connsiteX3" fmla="*/ 92642 w 128305"/>
                <a:gd name="connsiteY3" fmla="*/ 2565 h 172601"/>
                <a:gd name="connsiteX4" fmla="*/ 87151 w 128305"/>
                <a:gd name="connsiteY4" fmla="*/ 8204 h 172601"/>
                <a:gd name="connsiteX5" fmla="*/ 93641 w 128305"/>
                <a:gd name="connsiteY5" fmla="*/ 11637 h 172601"/>
                <a:gd name="connsiteX6" fmla="*/ 105623 w 128305"/>
                <a:gd name="connsiteY6" fmla="*/ 15314 h 172601"/>
                <a:gd name="connsiteX7" fmla="*/ 104624 w 128305"/>
                <a:gd name="connsiteY7" fmla="*/ 20708 h 172601"/>
                <a:gd name="connsiteX8" fmla="*/ 90396 w 128305"/>
                <a:gd name="connsiteY8" fmla="*/ 76607 h 172601"/>
                <a:gd name="connsiteX9" fmla="*/ 64685 w 128305"/>
                <a:gd name="connsiteY9" fmla="*/ 62142 h 172601"/>
                <a:gd name="connsiteX10" fmla="*/ 282 w 128305"/>
                <a:gd name="connsiteY10" fmla="*/ 132016 h 172601"/>
                <a:gd name="connsiteX11" fmla="*/ 37975 w 128305"/>
                <a:gd name="connsiteY11" fmla="*/ 172715 h 172601"/>
                <a:gd name="connsiteX12" fmla="*/ 73421 w 128305"/>
                <a:gd name="connsiteY12" fmla="*/ 155553 h 172601"/>
                <a:gd name="connsiteX13" fmla="*/ 99133 w 128305"/>
                <a:gd name="connsiteY13" fmla="*/ 172715 h 172601"/>
                <a:gd name="connsiteX14" fmla="*/ 118853 w 128305"/>
                <a:gd name="connsiteY14" fmla="*/ 159721 h 172601"/>
                <a:gd name="connsiteX15" fmla="*/ 127589 w 128305"/>
                <a:gd name="connsiteY15" fmla="*/ 135203 h 172601"/>
                <a:gd name="connsiteX16" fmla="*/ 123595 w 128305"/>
                <a:gd name="connsiteY16" fmla="*/ 132016 h 172601"/>
                <a:gd name="connsiteX17" fmla="*/ 118104 w 128305"/>
                <a:gd name="connsiteY17" fmla="*/ 139616 h 172601"/>
                <a:gd name="connsiteX18" fmla="*/ 99881 w 128305"/>
                <a:gd name="connsiteY18" fmla="*/ 165850 h 172601"/>
                <a:gd name="connsiteX19" fmla="*/ 91644 w 128305"/>
                <a:gd name="connsiteY19" fmla="*/ 153836 h 172601"/>
                <a:gd name="connsiteX20" fmla="*/ 92892 w 128305"/>
                <a:gd name="connsiteY20" fmla="*/ 143784 h 172601"/>
                <a:gd name="connsiteX21" fmla="*/ 127589 w 128305"/>
                <a:gd name="connsiteY21" fmla="*/ 7469 h 172601"/>
                <a:gd name="connsiteX22" fmla="*/ 74420 w 128305"/>
                <a:gd name="connsiteY22" fmla="*/ 139616 h 172601"/>
                <a:gd name="connsiteX23" fmla="*/ 61689 w 128305"/>
                <a:gd name="connsiteY23" fmla="*/ 156043 h 172601"/>
                <a:gd name="connsiteX24" fmla="*/ 38724 w 128305"/>
                <a:gd name="connsiteY24" fmla="*/ 165850 h 172601"/>
                <a:gd name="connsiteX25" fmla="*/ 20502 w 128305"/>
                <a:gd name="connsiteY25" fmla="*/ 142068 h 172601"/>
                <a:gd name="connsiteX26" fmla="*/ 33482 w 128305"/>
                <a:gd name="connsiteY26" fmla="*/ 92298 h 172601"/>
                <a:gd name="connsiteX27" fmla="*/ 64685 w 128305"/>
                <a:gd name="connsiteY27" fmla="*/ 69007 h 172601"/>
                <a:gd name="connsiteX28" fmla="*/ 86901 w 128305"/>
                <a:gd name="connsiteY28" fmla="*/ 90337 h 172601"/>
                <a:gd name="connsiteX29" fmla="*/ 86152 w 128305"/>
                <a:gd name="connsiteY29" fmla="*/ 93769 h 172601"/>
                <a:gd name="connsiteX30" fmla="*/ 74420 w 128305"/>
                <a:gd name="connsiteY30" fmla="*/ 139616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89" y="7469"/>
                  </a:moveTo>
                  <a:cubicBezTo>
                    <a:pt x="127839" y="6978"/>
                    <a:pt x="128588" y="3791"/>
                    <a:pt x="128588" y="3546"/>
                  </a:cubicBezTo>
                  <a:cubicBezTo>
                    <a:pt x="128588" y="2320"/>
                    <a:pt x="127589" y="114"/>
                    <a:pt x="124594" y="114"/>
                  </a:cubicBezTo>
                  <a:cubicBezTo>
                    <a:pt x="119601" y="114"/>
                    <a:pt x="98883" y="2075"/>
                    <a:pt x="92642" y="2565"/>
                  </a:cubicBezTo>
                  <a:cubicBezTo>
                    <a:pt x="90645" y="2811"/>
                    <a:pt x="87151" y="3056"/>
                    <a:pt x="87151" y="8204"/>
                  </a:cubicBezTo>
                  <a:cubicBezTo>
                    <a:pt x="87151" y="11637"/>
                    <a:pt x="90645" y="11637"/>
                    <a:pt x="93641" y="11637"/>
                  </a:cubicBezTo>
                  <a:cubicBezTo>
                    <a:pt x="105623" y="11637"/>
                    <a:pt x="105623" y="13353"/>
                    <a:pt x="105623" y="15314"/>
                  </a:cubicBezTo>
                  <a:cubicBezTo>
                    <a:pt x="105623" y="17031"/>
                    <a:pt x="105123" y="18502"/>
                    <a:pt x="104624" y="20708"/>
                  </a:cubicBezTo>
                  <a:lnTo>
                    <a:pt x="90396" y="76607"/>
                  </a:lnTo>
                  <a:cubicBezTo>
                    <a:pt x="85154" y="68517"/>
                    <a:pt x="76667" y="62142"/>
                    <a:pt x="64685" y="62142"/>
                  </a:cubicBezTo>
                  <a:cubicBezTo>
                    <a:pt x="32733" y="62142"/>
                    <a:pt x="282" y="96711"/>
                    <a:pt x="282" y="132016"/>
                  </a:cubicBezTo>
                  <a:cubicBezTo>
                    <a:pt x="282" y="155798"/>
                    <a:pt x="16508" y="172715"/>
                    <a:pt x="37975" y="172715"/>
                  </a:cubicBezTo>
                  <a:cubicBezTo>
                    <a:pt x="51455" y="172715"/>
                    <a:pt x="63437" y="165114"/>
                    <a:pt x="73421" y="155553"/>
                  </a:cubicBezTo>
                  <a:cubicBezTo>
                    <a:pt x="78164" y="170263"/>
                    <a:pt x="92642" y="172715"/>
                    <a:pt x="99133" y="172715"/>
                  </a:cubicBezTo>
                  <a:cubicBezTo>
                    <a:pt x="108119" y="172715"/>
                    <a:pt x="114359" y="167321"/>
                    <a:pt x="118853" y="159721"/>
                  </a:cubicBezTo>
                  <a:cubicBezTo>
                    <a:pt x="124344" y="150159"/>
                    <a:pt x="127589" y="136184"/>
                    <a:pt x="127589" y="135203"/>
                  </a:cubicBezTo>
                  <a:cubicBezTo>
                    <a:pt x="127589" y="132016"/>
                    <a:pt x="124344" y="132016"/>
                    <a:pt x="123595" y="132016"/>
                  </a:cubicBezTo>
                  <a:cubicBezTo>
                    <a:pt x="120101" y="132016"/>
                    <a:pt x="119851" y="132997"/>
                    <a:pt x="118104" y="139616"/>
                  </a:cubicBezTo>
                  <a:cubicBezTo>
                    <a:pt x="115108" y="151385"/>
                    <a:pt x="110365" y="165850"/>
                    <a:pt x="99881" y="165850"/>
                  </a:cubicBezTo>
                  <a:cubicBezTo>
                    <a:pt x="93391" y="165850"/>
                    <a:pt x="91644" y="160456"/>
                    <a:pt x="91644" y="153836"/>
                  </a:cubicBezTo>
                  <a:cubicBezTo>
                    <a:pt x="91644" y="149178"/>
                    <a:pt x="92143" y="146972"/>
                    <a:pt x="92892" y="143784"/>
                  </a:cubicBezTo>
                  <a:lnTo>
                    <a:pt x="127589" y="7469"/>
                  </a:lnTo>
                  <a:close/>
                  <a:moveTo>
                    <a:pt x="74420" y="139616"/>
                  </a:moveTo>
                  <a:cubicBezTo>
                    <a:pt x="72673" y="146481"/>
                    <a:pt x="67181" y="151385"/>
                    <a:pt x="61689" y="156043"/>
                  </a:cubicBezTo>
                  <a:cubicBezTo>
                    <a:pt x="59443" y="158004"/>
                    <a:pt x="49458" y="165850"/>
                    <a:pt x="38724" y="165850"/>
                  </a:cubicBezTo>
                  <a:cubicBezTo>
                    <a:pt x="29488" y="165850"/>
                    <a:pt x="20502" y="159475"/>
                    <a:pt x="20502" y="142068"/>
                  </a:cubicBezTo>
                  <a:cubicBezTo>
                    <a:pt x="20502" y="129074"/>
                    <a:pt x="27741" y="102105"/>
                    <a:pt x="33482" y="92298"/>
                  </a:cubicBezTo>
                  <a:cubicBezTo>
                    <a:pt x="44965" y="72685"/>
                    <a:pt x="57695" y="69007"/>
                    <a:pt x="64685" y="69007"/>
                  </a:cubicBezTo>
                  <a:cubicBezTo>
                    <a:pt x="82158" y="69007"/>
                    <a:pt x="86901" y="87640"/>
                    <a:pt x="86901" y="90337"/>
                  </a:cubicBezTo>
                  <a:cubicBezTo>
                    <a:pt x="86901" y="91318"/>
                    <a:pt x="86402" y="93034"/>
                    <a:pt x="86152" y="93769"/>
                  </a:cubicBezTo>
                  <a:lnTo>
                    <a:pt x="74420" y="139616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5AB991E-B614-E196-B532-41FBF4948A85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3027504" y="8916786"/>
              <a:ext cx="73281" cy="116631"/>
            </a:xfrm>
            <a:custGeom>
              <a:avLst/>
              <a:gdLst>
                <a:gd name="connsiteX0" fmla="*/ 45753 w 73281"/>
                <a:gd name="connsiteY0" fmla="*/ 5368 h 116631"/>
                <a:gd name="connsiteX1" fmla="*/ 39335 w 73281"/>
                <a:gd name="connsiteY1" fmla="*/ 115 h 116631"/>
                <a:gd name="connsiteX2" fmla="*/ 3318 w 73281"/>
                <a:gd name="connsiteY2" fmla="*/ 11322 h 116631"/>
                <a:gd name="connsiteX3" fmla="*/ 287 w 73281"/>
                <a:gd name="connsiteY3" fmla="*/ 11322 h 116631"/>
                <a:gd name="connsiteX4" fmla="*/ 287 w 73281"/>
                <a:gd name="connsiteY4" fmla="*/ 19028 h 116631"/>
                <a:gd name="connsiteX5" fmla="*/ 3318 w 73281"/>
                <a:gd name="connsiteY5" fmla="*/ 19028 h 116631"/>
                <a:gd name="connsiteX6" fmla="*/ 29350 w 73281"/>
                <a:gd name="connsiteY6" fmla="*/ 14124 h 116631"/>
                <a:gd name="connsiteX7" fmla="*/ 29350 w 73281"/>
                <a:gd name="connsiteY7" fmla="*/ 101686 h 116631"/>
                <a:gd name="connsiteX8" fmla="*/ 10450 w 73281"/>
                <a:gd name="connsiteY8" fmla="*/ 109041 h 116631"/>
                <a:gd name="connsiteX9" fmla="*/ 1535 w 73281"/>
                <a:gd name="connsiteY9" fmla="*/ 109041 h 116631"/>
                <a:gd name="connsiteX10" fmla="*/ 1535 w 73281"/>
                <a:gd name="connsiteY10" fmla="*/ 116746 h 116631"/>
                <a:gd name="connsiteX11" fmla="*/ 37552 w 73281"/>
                <a:gd name="connsiteY11" fmla="*/ 116046 h 116631"/>
                <a:gd name="connsiteX12" fmla="*/ 73568 w 73281"/>
                <a:gd name="connsiteY12" fmla="*/ 116746 h 116631"/>
                <a:gd name="connsiteX13" fmla="*/ 73568 w 73281"/>
                <a:gd name="connsiteY13" fmla="*/ 109041 h 116631"/>
                <a:gd name="connsiteX14" fmla="*/ 64653 w 73281"/>
                <a:gd name="connsiteY14" fmla="*/ 109041 h 116631"/>
                <a:gd name="connsiteX15" fmla="*/ 45753 w 73281"/>
                <a:gd name="connsiteY15" fmla="*/ 101686 h 116631"/>
                <a:gd name="connsiteX16" fmla="*/ 45753 w 73281"/>
                <a:gd name="connsiteY16" fmla="*/ 5368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281" h="116631">
                  <a:moveTo>
                    <a:pt x="45753" y="5368"/>
                  </a:moveTo>
                  <a:cubicBezTo>
                    <a:pt x="45753" y="115"/>
                    <a:pt x="45218" y="115"/>
                    <a:pt x="39335" y="115"/>
                  </a:cubicBezTo>
                  <a:cubicBezTo>
                    <a:pt x="26675" y="11322"/>
                    <a:pt x="6884" y="11322"/>
                    <a:pt x="3318" y="11322"/>
                  </a:cubicBezTo>
                  <a:lnTo>
                    <a:pt x="287" y="11322"/>
                  </a:lnTo>
                  <a:lnTo>
                    <a:pt x="287" y="19028"/>
                  </a:lnTo>
                  <a:lnTo>
                    <a:pt x="3318" y="19028"/>
                  </a:lnTo>
                  <a:cubicBezTo>
                    <a:pt x="7419" y="19028"/>
                    <a:pt x="19008" y="18502"/>
                    <a:pt x="29350" y="14124"/>
                  </a:cubicBezTo>
                  <a:lnTo>
                    <a:pt x="29350" y="101686"/>
                  </a:lnTo>
                  <a:cubicBezTo>
                    <a:pt x="29350" y="107115"/>
                    <a:pt x="29350" y="109041"/>
                    <a:pt x="10450" y="109041"/>
                  </a:cubicBezTo>
                  <a:lnTo>
                    <a:pt x="1535" y="109041"/>
                  </a:lnTo>
                  <a:lnTo>
                    <a:pt x="1535" y="116746"/>
                  </a:lnTo>
                  <a:cubicBezTo>
                    <a:pt x="11341" y="116046"/>
                    <a:pt x="27210" y="116046"/>
                    <a:pt x="37552" y="116046"/>
                  </a:cubicBezTo>
                  <a:cubicBezTo>
                    <a:pt x="47893" y="116046"/>
                    <a:pt x="63762" y="116046"/>
                    <a:pt x="73568" y="116746"/>
                  </a:cubicBezTo>
                  <a:lnTo>
                    <a:pt x="73568" y="109041"/>
                  </a:lnTo>
                  <a:lnTo>
                    <a:pt x="64653" y="109041"/>
                  </a:lnTo>
                  <a:cubicBezTo>
                    <a:pt x="45753" y="109041"/>
                    <a:pt x="45753" y="107115"/>
                    <a:pt x="45753" y="101686"/>
                  </a:cubicBezTo>
                  <a:lnTo>
                    <a:pt x="45753" y="5368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81" name="Group 80" descr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54337AC3-F833-CF8C-2B8A-53260973BBA8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1243584" y="3990057"/>
            <a:ext cx="3726888" cy="867767"/>
            <a:chOff x="9969390" y="4471220"/>
            <a:chExt cx="3726888" cy="867767"/>
          </a:xfrm>
          <a:solidFill>
            <a:schemeClr val="tx1"/>
          </a:solidFill>
        </p:grpSpPr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63AA1AFF-7DEE-2BB1-04DB-837A2B69AD5B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10030388" y="4682233"/>
              <a:ext cx="118248" cy="32617"/>
            </a:xfrm>
            <a:custGeom>
              <a:avLst/>
              <a:gdLst>
                <a:gd name="connsiteX0" fmla="*/ 118429 w 118248"/>
                <a:gd name="connsiteY0" fmla="*/ 5347 h 32617"/>
                <a:gd name="connsiteX1" fmla="*/ 112748 w 118248"/>
                <a:gd name="connsiteY1" fmla="*/ 86 h 32617"/>
                <a:gd name="connsiteX2" fmla="*/ 83630 w 118248"/>
                <a:gd name="connsiteY2" fmla="*/ 16921 h 32617"/>
                <a:gd name="connsiteX3" fmla="*/ 60548 w 118248"/>
                <a:gd name="connsiteY3" fmla="*/ 8153 h 32617"/>
                <a:gd name="connsiteX4" fmla="*/ 38532 w 118248"/>
                <a:gd name="connsiteY4" fmla="*/ 86 h 32617"/>
                <a:gd name="connsiteX5" fmla="*/ 181 w 118248"/>
                <a:gd name="connsiteY5" fmla="*/ 27443 h 32617"/>
                <a:gd name="connsiteX6" fmla="*/ 5863 w 118248"/>
                <a:gd name="connsiteY6" fmla="*/ 32704 h 32617"/>
                <a:gd name="connsiteX7" fmla="*/ 34981 w 118248"/>
                <a:gd name="connsiteY7" fmla="*/ 15869 h 32617"/>
                <a:gd name="connsiteX8" fmla="*/ 58063 w 118248"/>
                <a:gd name="connsiteY8" fmla="*/ 24637 h 32617"/>
                <a:gd name="connsiteX9" fmla="*/ 80079 w 118248"/>
                <a:gd name="connsiteY9" fmla="*/ 32704 h 32617"/>
                <a:gd name="connsiteX10" fmla="*/ 118429 w 118248"/>
                <a:gd name="connsiteY10" fmla="*/ 5347 h 32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48" h="32617">
                  <a:moveTo>
                    <a:pt x="118429" y="5347"/>
                  </a:moveTo>
                  <a:lnTo>
                    <a:pt x="112748" y="86"/>
                  </a:lnTo>
                  <a:cubicBezTo>
                    <a:pt x="112748" y="437"/>
                    <a:pt x="99254" y="16921"/>
                    <a:pt x="83630" y="16921"/>
                  </a:cubicBezTo>
                  <a:cubicBezTo>
                    <a:pt x="75462" y="16921"/>
                    <a:pt x="66585" y="11660"/>
                    <a:pt x="60548" y="8153"/>
                  </a:cubicBezTo>
                  <a:cubicBezTo>
                    <a:pt x="50961" y="2541"/>
                    <a:pt x="44569" y="86"/>
                    <a:pt x="38532" y="86"/>
                  </a:cubicBezTo>
                  <a:cubicBezTo>
                    <a:pt x="25038" y="86"/>
                    <a:pt x="18291" y="7802"/>
                    <a:pt x="181" y="27443"/>
                  </a:cubicBezTo>
                  <a:lnTo>
                    <a:pt x="5863" y="32704"/>
                  </a:lnTo>
                  <a:cubicBezTo>
                    <a:pt x="5863" y="32353"/>
                    <a:pt x="19357" y="15869"/>
                    <a:pt x="34981" y="15869"/>
                  </a:cubicBezTo>
                  <a:cubicBezTo>
                    <a:pt x="43148" y="15869"/>
                    <a:pt x="52026" y="21130"/>
                    <a:pt x="58063" y="24637"/>
                  </a:cubicBezTo>
                  <a:cubicBezTo>
                    <a:pt x="67650" y="30249"/>
                    <a:pt x="74042" y="32704"/>
                    <a:pt x="80079" y="32704"/>
                  </a:cubicBezTo>
                  <a:cubicBezTo>
                    <a:pt x="93572" y="32704"/>
                    <a:pt x="100319" y="24988"/>
                    <a:pt x="118429" y="5347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AB41326C-0E0B-9D2C-E5D7-4AF86C06C88F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9969390" y="4767656"/>
              <a:ext cx="242887" cy="238495"/>
            </a:xfrm>
            <a:custGeom>
              <a:avLst/>
              <a:gdLst>
                <a:gd name="connsiteX0" fmla="*/ 243068 w 242887"/>
                <a:gd name="connsiteY0" fmla="*/ 142485 h 238495"/>
                <a:gd name="connsiteX1" fmla="*/ 226378 w 242887"/>
                <a:gd name="connsiteY1" fmla="*/ 142485 h 238495"/>
                <a:gd name="connsiteX2" fmla="*/ 142930 w 242887"/>
                <a:gd name="connsiteY2" fmla="*/ 222100 h 238495"/>
                <a:gd name="connsiteX3" fmla="*/ 88955 w 242887"/>
                <a:gd name="connsiteY3" fmla="*/ 222100 h 238495"/>
                <a:gd name="connsiteX4" fmla="*/ 88955 w 242887"/>
                <a:gd name="connsiteY4" fmla="*/ 123195 h 238495"/>
                <a:gd name="connsiteX5" fmla="*/ 108485 w 242887"/>
                <a:gd name="connsiteY5" fmla="*/ 123195 h 238495"/>
                <a:gd name="connsiteX6" fmla="*/ 146126 w 242887"/>
                <a:gd name="connsiteY6" fmla="*/ 164230 h 238495"/>
                <a:gd name="connsiteX7" fmla="*/ 162816 w 242887"/>
                <a:gd name="connsiteY7" fmla="*/ 164230 h 238495"/>
                <a:gd name="connsiteX8" fmla="*/ 162816 w 242887"/>
                <a:gd name="connsiteY8" fmla="*/ 65675 h 238495"/>
                <a:gd name="connsiteX9" fmla="*/ 146126 w 242887"/>
                <a:gd name="connsiteY9" fmla="*/ 65675 h 238495"/>
                <a:gd name="connsiteX10" fmla="*/ 108485 w 242887"/>
                <a:gd name="connsiteY10" fmla="*/ 106710 h 238495"/>
                <a:gd name="connsiteX11" fmla="*/ 88955 w 242887"/>
                <a:gd name="connsiteY11" fmla="*/ 106710 h 238495"/>
                <a:gd name="connsiteX12" fmla="*/ 88955 w 242887"/>
                <a:gd name="connsiteY12" fmla="*/ 16573 h 238495"/>
                <a:gd name="connsiteX13" fmla="*/ 142930 w 242887"/>
                <a:gd name="connsiteY13" fmla="*/ 16573 h 238495"/>
                <a:gd name="connsiteX14" fmla="*/ 215015 w 242887"/>
                <a:gd name="connsiteY14" fmla="*/ 84614 h 238495"/>
                <a:gd name="connsiteX15" fmla="*/ 231705 w 242887"/>
                <a:gd name="connsiteY15" fmla="*/ 84614 h 238495"/>
                <a:gd name="connsiteX16" fmla="*/ 220697 w 242887"/>
                <a:gd name="connsiteY16" fmla="*/ 89 h 238495"/>
                <a:gd name="connsiteX17" fmla="*/ 180 w 242887"/>
                <a:gd name="connsiteY17" fmla="*/ 89 h 238495"/>
                <a:gd name="connsiteX18" fmla="*/ 180 w 242887"/>
                <a:gd name="connsiteY18" fmla="*/ 16573 h 238495"/>
                <a:gd name="connsiteX19" fmla="*/ 38531 w 242887"/>
                <a:gd name="connsiteY19" fmla="*/ 16573 h 238495"/>
                <a:gd name="connsiteX20" fmla="*/ 38531 w 242887"/>
                <a:gd name="connsiteY20" fmla="*/ 222100 h 238495"/>
                <a:gd name="connsiteX21" fmla="*/ 180 w 242887"/>
                <a:gd name="connsiteY21" fmla="*/ 222100 h 238495"/>
                <a:gd name="connsiteX22" fmla="*/ 180 w 242887"/>
                <a:gd name="connsiteY22" fmla="*/ 238584 h 238495"/>
                <a:gd name="connsiteX23" fmla="*/ 226733 w 242887"/>
                <a:gd name="connsiteY23" fmla="*/ 238584 h 238495"/>
                <a:gd name="connsiteX24" fmla="*/ 243068 w 242887"/>
                <a:gd name="connsiteY24" fmla="*/ 142485 h 238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2887" h="238495">
                  <a:moveTo>
                    <a:pt x="243068" y="142485"/>
                  </a:moveTo>
                  <a:lnTo>
                    <a:pt x="226378" y="142485"/>
                  </a:lnTo>
                  <a:cubicBezTo>
                    <a:pt x="218566" y="190885"/>
                    <a:pt x="208623" y="222100"/>
                    <a:pt x="142930" y="222100"/>
                  </a:cubicBezTo>
                  <a:lnTo>
                    <a:pt x="88955" y="222100"/>
                  </a:lnTo>
                  <a:lnTo>
                    <a:pt x="88955" y="123195"/>
                  </a:lnTo>
                  <a:lnTo>
                    <a:pt x="108485" y="123195"/>
                  </a:lnTo>
                  <a:cubicBezTo>
                    <a:pt x="142575" y="123195"/>
                    <a:pt x="146126" y="138276"/>
                    <a:pt x="146126" y="164230"/>
                  </a:cubicBezTo>
                  <a:lnTo>
                    <a:pt x="162816" y="164230"/>
                  </a:lnTo>
                  <a:lnTo>
                    <a:pt x="162816" y="65675"/>
                  </a:lnTo>
                  <a:lnTo>
                    <a:pt x="146126" y="65675"/>
                  </a:lnTo>
                  <a:cubicBezTo>
                    <a:pt x="146126" y="91629"/>
                    <a:pt x="142930" y="106710"/>
                    <a:pt x="108485" y="106710"/>
                  </a:cubicBezTo>
                  <a:lnTo>
                    <a:pt x="88955" y="106710"/>
                  </a:lnTo>
                  <a:lnTo>
                    <a:pt x="88955" y="16573"/>
                  </a:lnTo>
                  <a:lnTo>
                    <a:pt x="142930" y="16573"/>
                  </a:lnTo>
                  <a:cubicBezTo>
                    <a:pt x="200101" y="16573"/>
                    <a:pt x="209334" y="42176"/>
                    <a:pt x="215015" y="84614"/>
                  </a:cubicBezTo>
                  <a:lnTo>
                    <a:pt x="231705" y="84614"/>
                  </a:lnTo>
                  <a:lnTo>
                    <a:pt x="220697" y="89"/>
                  </a:lnTo>
                  <a:lnTo>
                    <a:pt x="180" y="89"/>
                  </a:lnTo>
                  <a:lnTo>
                    <a:pt x="180" y="16573"/>
                  </a:lnTo>
                  <a:lnTo>
                    <a:pt x="38531" y="16573"/>
                  </a:lnTo>
                  <a:lnTo>
                    <a:pt x="38531" y="222100"/>
                  </a:lnTo>
                  <a:lnTo>
                    <a:pt x="180" y="222100"/>
                  </a:lnTo>
                  <a:lnTo>
                    <a:pt x="180" y="238584"/>
                  </a:lnTo>
                  <a:lnTo>
                    <a:pt x="226733" y="238584"/>
                  </a:lnTo>
                  <a:lnTo>
                    <a:pt x="243068" y="142485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C5F65C0D-6BDD-DE80-EA7A-D8382E6DE21A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0342359" y="4877434"/>
              <a:ext cx="236140" cy="82070"/>
            </a:xfrm>
            <a:custGeom>
              <a:avLst/>
              <a:gdLst>
                <a:gd name="connsiteX0" fmla="*/ 224258 w 236140"/>
                <a:gd name="connsiteY0" fmla="*/ 14118 h 82070"/>
                <a:gd name="connsiteX1" fmla="*/ 236331 w 236140"/>
                <a:gd name="connsiteY1" fmla="*/ 7103 h 82070"/>
                <a:gd name="connsiteX2" fmla="*/ 224613 w 236140"/>
                <a:gd name="connsiteY2" fmla="*/ 89 h 82070"/>
                <a:gd name="connsiteX3" fmla="*/ 11909 w 236140"/>
                <a:gd name="connsiteY3" fmla="*/ 89 h 82070"/>
                <a:gd name="connsiteX4" fmla="*/ 190 w 236140"/>
                <a:gd name="connsiteY4" fmla="*/ 7103 h 82070"/>
                <a:gd name="connsiteX5" fmla="*/ 12264 w 236140"/>
                <a:gd name="connsiteY5" fmla="*/ 14118 h 82070"/>
                <a:gd name="connsiteX6" fmla="*/ 224258 w 236140"/>
                <a:gd name="connsiteY6" fmla="*/ 14118 h 82070"/>
                <a:gd name="connsiteX7" fmla="*/ 224613 w 236140"/>
                <a:gd name="connsiteY7" fmla="*/ 82159 h 82070"/>
                <a:gd name="connsiteX8" fmla="*/ 236331 w 236140"/>
                <a:gd name="connsiteY8" fmla="*/ 75145 h 82070"/>
                <a:gd name="connsiteX9" fmla="*/ 224258 w 236140"/>
                <a:gd name="connsiteY9" fmla="*/ 68130 h 82070"/>
                <a:gd name="connsiteX10" fmla="*/ 12264 w 236140"/>
                <a:gd name="connsiteY10" fmla="*/ 68130 h 82070"/>
                <a:gd name="connsiteX11" fmla="*/ 190 w 236140"/>
                <a:gd name="connsiteY11" fmla="*/ 75145 h 82070"/>
                <a:gd name="connsiteX12" fmla="*/ 11909 w 236140"/>
                <a:gd name="connsiteY12" fmla="*/ 82159 h 82070"/>
                <a:gd name="connsiteX13" fmla="*/ 224613 w 236140"/>
                <a:gd name="connsiteY13" fmla="*/ 82159 h 8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140" h="82070">
                  <a:moveTo>
                    <a:pt x="224258" y="14118"/>
                  </a:moveTo>
                  <a:cubicBezTo>
                    <a:pt x="229584" y="14118"/>
                    <a:pt x="236331" y="14118"/>
                    <a:pt x="236331" y="7103"/>
                  </a:cubicBezTo>
                  <a:cubicBezTo>
                    <a:pt x="236331" y="89"/>
                    <a:pt x="229584" y="89"/>
                    <a:pt x="224613" y="89"/>
                  </a:cubicBezTo>
                  <a:lnTo>
                    <a:pt x="11909" y="89"/>
                  </a:lnTo>
                  <a:cubicBezTo>
                    <a:pt x="6937" y="89"/>
                    <a:pt x="190" y="89"/>
                    <a:pt x="190" y="7103"/>
                  </a:cubicBezTo>
                  <a:cubicBezTo>
                    <a:pt x="190" y="14118"/>
                    <a:pt x="6937" y="14118"/>
                    <a:pt x="12264" y="14118"/>
                  </a:cubicBezTo>
                  <a:lnTo>
                    <a:pt x="224258" y="14118"/>
                  </a:lnTo>
                  <a:close/>
                  <a:moveTo>
                    <a:pt x="224613" y="82159"/>
                  </a:moveTo>
                  <a:cubicBezTo>
                    <a:pt x="229584" y="82159"/>
                    <a:pt x="236331" y="82159"/>
                    <a:pt x="236331" y="75145"/>
                  </a:cubicBezTo>
                  <a:cubicBezTo>
                    <a:pt x="236331" y="68130"/>
                    <a:pt x="229584" y="68130"/>
                    <a:pt x="224258" y="68130"/>
                  </a:cubicBezTo>
                  <a:lnTo>
                    <a:pt x="12264" y="68130"/>
                  </a:lnTo>
                  <a:cubicBezTo>
                    <a:pt x="6937" y="68130"/>
                    <a:pt x="190" y="68130"/>
                    <a:pt x="190" y="75145"/>
                  </a:cubicBezTo>
                  <a:cubicBezTo>
                    <a:pt x="190" y="82159"/>
                    <a:pt x="6937" y="82159"/>
                    <a:pt x="11909" y="82159"/>
                  </a:cubicBezTo>
                  <a:lnTo>
                    <a:pt x="224613" y="82159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6223E2AA-C703-D4D0-E456-1E34560E5572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0706532" y="4765551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2C14DBFE-5054-D871-BB83-E20169466113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1023427" y="4849025"/>
              <a:ext cx="116117" cy="160984"/>
            </a:xfrm>
            <a:custGeom>
              <a:avLst/>
              <a:gdLst>
                <a:gd name="connsiteX0" fmla="*/ 62352 w 116117"/>
                <a:gd name="connsiteY0" fmla="*/ 89174 h 160984"/>
                <a:gd name="connsiteX1" fmla="*/ 99282 w 116117"/>
                <a:gd name="connsiteY1" fmla="*/ 121441 h 160984"/>
                <a:gd name="connsiteX2" fmla="*/ 59156 w 116117"/>
                <a:gd name="connsiteY2" fmla="*/ 153357 h 160984"/>
                <a:gd name="connsiteX3" fmla="*/ 9797 w 116117"/>
                <a:gd name="connsiteY3" fmla="*/ 103554 h 160984"/>
                <a:gd name="connsiteX4" fmla="*/ 4826 w 116117"/>
                <a:gd name="connsiteY4" fmla="*/ 97591 h 160984"/>
                <a:gd name="connsiteX5" fmla="*/ 210 w 116117"/>
                <a:gd name="connsiteY5" fmla="*/ 106360 h 160984"/>
                <a:gd name="connsiteX6" fmla="*/ 210 w 116117"/>
                <a:gd name="connsiteY6" fmla="*/ 152656 h 160984"/>
                <a:gd name="connsiteX7" fmla="*/ 4116 w 116117"/>
                <a:gd name="connsiteY7" fmla="*/ 161073 h 160984"/>
                <a:gd name="connsiteX8" fmla="*/ 12993 w 116117"/>
                <a:gd name="connsiteY8" fmla="*/ 154059 h 160984"/>
                <a:gd name="connsiteX9" fmla="*/ 20095 w 116117"/>
                <a:gd name="connsiteY9" fmla="*/ 145992 h 160984"/>
                <a:gd name="connsiteX10" fmla="*/ 59156 w 116117"/>
                <a:gd name="connsiteY10" fmla="*/ 161073 h 160984"/>
                <a:gd name="connsiteX11" fmla="*/ 116327 w 116117"/>
                <a:gd name="connsiteY11" fmla="*/ 112322 h 160984"/>
                <a:gd name="connsiteX12" fmla="*/ 101413 w 116117"/>
                <a:gd name="connsiteY12" fmla="*/ 79003 h 160984"/>
                <a:gd name="connsiteX13" fmla="*/ 60932 w 116117"/>
                <a:gd name="connsiteY13" fmla="*/ 62168 h 160984"/>
                <a:gd name="connsiteX14" fmla="*/ 17255 w 116117"/>
                <a:gd name="connsiteY14" fmla="*/ 33408 h 160984"/>
                <a:gd name="connsiteX15" fmla="*/ 57026 w 116117"/>
                <a:gd name="connsiteY15" fmla="*/ 6753 h 160984"/>
                <a:gd name="connsiteX16" fmla="*/ 98572 w 116117"/>
                <a:gd name="connsiteY16" fmla="*/ 49191 h 160984"/>
                <a:gd name="connsiteX17" fmla="*/ 102833 w 116117"/>
                <a:gd name="connsiteY17" fmla="*/ 52347 h 160984"/>
                <a:gd name="connsiteX18" fmla="*/ 107450 w 116117"/>
                <a:gd name="connsiteY18" fmla="*/ 43930 h 160984"/>
                <a:gd name="connsiteX19" fmla="*/ 107450 w 116117"/>
                <a:gd name="connsiteY19" fmla="*/ 8506 h 160984"/>
                <a:gd name="connsiteX20" fmla="*/ 103544 w 116117"/>
                <a:gd name="connsiteY20" fmla="*/ 89 h 160984"/>
                <a:gd name="connsiteX21" fmla="*/ 96442 w 116117"/>
                <a:gd name="connsiteY21" fmla="*/ 4298 h 160984"/>
                <a:gd name="connsiteX22" fmla="*/ 90405 w 116117"/>
                <a:gd name="connsiteY22" fmla="*/ 9909 h 160984"/>
                <a:gd name="connsiteX23" fmla="*/ 57026 w 116117"/>
                <a:gd name="connsiteY23" fmla="*/ 89 h 160984"/>
                <a:gd name="connsiteX24" fmla="*/ 210 w 116117"/>
                <a:gd name="connsiteY24" fmla="*/ 43229 h 160984"/>
                <a:gd name="connsiteX25" fmla="*/ 15479 w 116117"/>
                <a:gd name="connsiteY25" fmla="*/ 73040 h 160984"/>
                <a:gd name="connsiteX26" fmla="*/ 62352 w 116117"/>
                <a:gd name="connsiteY26" fmla="*/ 89174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6117" h="160984">
                  <a:moveTo>
                    <a:pt x="62352" y="89174"/>
                  </a:moveTo>
                  <a:cubicBezTo>
                    <a:pt x="70164" y="90577"/>
                    <a:pt x="99282" y="96189"/>
                    <a:pt x="99282" y="121441"/>
                  </a:cubicBezTo>
                  <a:cubicBezTo>
                    <a:pt x="99282" y="139328"/>
                    <a:pt x="86854" y="153357"/>
                    <a:pt x="59156" y="153357"/>
                  </a:cubicBezTo>
                  <a:cubicBezTo>
                    <a:pt x="29328" y="153357"/>
                    <a:pt x="16544" y="133366"/>
                    <a:pt x="9797" y="103554"/>
                  </a:cubicBezTo>
                  <a:cubicBezTo>
                    <a:pt x="8732" y="98994"/>
                    <a:pt x="8377" y="97591"/>
                    <a:pt x="4826" y="97591"/>
                  </a:cubicBezTo>
                  <a:cubicBezTo>
                    <a:pt x="210" y="97591"/>
                    <a:pt x="210" y="100047"/>
                    <a:pt x="210" y="106360"/>
                  </a:cubicBezTo>
                  <a:lnTo>
                    <a:pt x="210" y="152656"/>
                  </a:lnTo>
                  <a:cubicBezTo>
                    <a:pt x="210" y="158618"/>
                    <a:pt x="210" y="161073"/>
                    <a:pt x="4116" y="161073"/>
                  </a:cubicBezTo>
                  <a:cubicBezTo>
                    <a:pt x="5891" y="161073"/>
                    <a:pt x="6246" y="160723"/>
                    <a:pt x="12993" y="154059"/>
                  </a:cubicBezTo>
                  <a:cubicBezTo>
                    <a:pt x="13703" y="153357"/>
                    <a:pt x="13703" y="152656"/>
                    <a:pt x="20095" y="145992"/>
                  </a:cubicBezTo>
                  <a:cubicBezTo>
                    <a:pt x="35720" y="160723"/>
                    <a:pt x="51699" y="161073"/>
                    <a:pt x="59156" y="161073"/>
                  </a:cubicBezTo>
                  <a:cubicBezTo>
                    <a:pt x="99993" y="161073"/>
                    <a:pt x="116327" y="137574"/>
                    <a:pt x="116327" y="112322"/>
                  </a:cubicBezTo>
                  <a:cubicBezTo>
                    <a:pt x="116327" y="93733"/>
                    <a:pt x="105674" y="83212"/>
                    <a:pt x="101413" y="79003"/>
                  </a:cubicBezTo>
                  <a:cubicBezTo>
                    <a:pt x="89695" y="67780"/>
                    <a:pt x="75846" y="64974"/>
                    <a:pt x="60932" y="62168"/>
                  </a:cubicBezTo>
                  <a:cubicBezTo>
                    <a:pt x="41046" y="58310"/>
                    <a:pt x="17255" y="53750"/>
                    <a:pt x="17255" y="33408"/>
                  </a:cubicBezTo>
                  <a:cubicBezTo>
                    <a:pt x="17255" y="21133"/>
                    <a:pt x="26487" y="6753"/>
                    <a:pt x="57026" y="6753"/>
                  </a:cubicBezTo>
                  <a:cubicBezTo>
                    <a:pt x="96087" y="6753"/>
                    <a:pt x="97862" y="38318"/>
                    <a:pt x="98572" y="49191"/>
                  </a:cubicBezTo>
                  <a:cubicBezTo>
                    <a:pt x="98927" y="52347"/>
                    <a:pt x="102123" y="52347"/>
                    <a:pt x="102833" y="52347"/>
                  </a:cubicBezTo>
                  <a:cubicBezTo>
                    <a:pt x="107450" y="52347"/>
                    <a:pt x="107450" y="50594"/>
                    <a:pt x="107450" y="43930"/>
                  </a:cubicBezTo>
                  <a:lnTo>
                    <a:pt x="107450" y="8506"/>
                  </a:lnTo>
                  <a:cubicBezTo>
                    <a:pt x="107450" y="2544"/>
                    <a:pt x="107450" y="89"/>
                    <a:pt x="103544" y="89"/>
                  </a:cubicBezTo>
                  <a:cubicBezTo>
                    <a:pt x="101768" y="89"/>
                    <a:pt x="101058" y="89"/>
                    <a:pt x="96442" y="4298"/>
                  </a:cubicBezTo>
                  <a:cubicBezTo>
                    <a:pt x="95376" y="5701"/>
                    <a:pt x="91825" y="8857"/>
                    <a:pt x="90405" y="9909"/>
                  </a:cubicBezTo>
                  <a:cubicBezTo>
                    <a:pt x="76911" y="89"/>
                    <a:pt x="62352" y="89"/>
                    <a:pt x="57026" y="89"/>
                  </a:cubicBezTo>
                  <a:cubicBezTo>
                    <a:pt x="13703" y="89"/>
                    <a:pt x="210" y="23588"/>
                    <a:pt x="210" y="43229"/>
                  </a:cubicBezTo>
                  <a:cubicBezTo>
                    <a:pt x="210" y="55504"/>
                    <a:pt x="5891" y="65324"/>
                    <a:pt x="15479" y="73040"/>
                  </a:cubicBezTo>
                  <a:cubicBezTo>
                    <a:pt x="26842" y="82159"/>
                    <a:pt x="36785" y="84264"/>
                    <a:pt x="62352" y="89174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68F7130F-418C-C61B-E865-68C2998D705E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1161719" y="4849025"/>
              <a:ext cx="157308" cy="160984"/>
            </a:xfrm>
            <a:custGeom>
              <a:avLst/>
              <a:gdLst>
                <a:gd name="connsiteX0" fmla="*/ 157523 w 157308"/>
                <a:gd name="connsiteY0" fmla="*/ 82159 h 160984"/>
                <a:gd name="connsiteX1" fmla="*/ 79046 w 157308"/>
                <a:gd name="connsiteY1" fmla="*/ 89 h 160984"/>
                <a:gd name="connsiteX2" fmla="*/ 214 w 157308"/>
                <a:gd name="connsiteY2" fmla="*/ 82159 h 160984"/>
                <a:gd name="connsiteX3" fmla="*/ 78691 w 157308"/>
                <a:gd name="connsiteY3" fmla="*/ 161073 h 160984"/>
                <a:gd name="connsiteX4" fmla="*/ 157523 w 157308"/>
                <a:gd name="connsiteY4" fmla="*/ 82159 h 160984"/>
                <a:gd name="connsiteX5" fmla="*/ 79046 w 157308"/>
                <a:gd name="connsiteY5" fmla="*/ 152305 h 160984"/>
                <a:gd name="connsiteX6" fmla="*/ 38564 w 157308"/>
                <a:gd name="connsiteY6" fmla="*/ 128806 h 160984"/>
                <a:gd name="connsiteX7" fmla="*/ 29687 w 157308"/>
                <a:gd name="connsiteY7" fmla="*/ 79354 h 160984"/>
                <a:gd name="connsiteX8" fmla="*/ 38209 w 157308"/>
                <a:gd name="connsiteY8" fmla="*/ 31304 h 160984"/>
                <a:gd name="connsiteX9" fmla="*/ 78691 w 157308"/>
                <a:gd name="connsiteY9" fmla="*/ 7805 h 160984"/>
                <a:gd name="connsiteX10" fmla="*/ 118817 w 157308"/>
                <a:gd name="connsiteY10" fmla="*/ 30602 h 160984"/>
                <a:gd name="connsiteX11" fmla="*/ 128049 w 157308"/>
                <a:gd name="connsiteY11" fmla="*/ 79354 h 160984"/>
                <a:gd name="connsiteX12" fmla="*/ 120237 w 157308"/>
                <a:gd name="connsiteY12" fmla="*/ 126351 h 160984"/>
                <a:gd name="connsiteX13" fmla="*/ 79046 w 157308"/>
                <a:gd name="connsiteY13" fmla="*/ 15230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308" h="160984">
                  <a:moveTo>
                    <a:pt x="157523" y="82159"/>
                  </a:moveTo>
                  <a:cubicBezTo>
                    <a:pt x="157523" y="37266"/>
                    <a:pt x="122013" y="89"/>
                    <a:pt x="79046" y="89"/>
                  </a:cubicBezTo>
                  <a:cubicBezTo>
                    <a:pt x="34658" y="89"/>
                    <a:pt x="214" y="38318"/>
                    <a:pt x="214" y="82159"/>
                  </a:cubicBezTo>
                  <a:cubicBezTo>
                    <a:pt x="214" y="127403"/>
                    <a:pt x="37144" y="161073"/>
                    <a:pt x="78691" y="161073"/>
                  </a:cubicBezTo>
                  <a:cubicBezTo>
                    <a:pt x="121658" y="161073"/>
                    <a:pt x="157523" y="126702"/>
                    <a:pt x="157523" y="82159"/>
                  </a:cubicBezTo>
                  <a:close/>
                  <a:moveTo>
                    <a:pt x="79046" y="152305"/>
                  </a:moveTo>
                  <a:cubicBezTo>
                    <a:pt x="63776" y="152305"/>
                    <a:pt x="48152" y="144940"/>
                    <a:pt x="38564" y="128806"/>
                  </a:cubicBezTo>
                  <a:cubicBezTo>
                    <a:pt x="29687" y="113374"/>
                    <a:pt x="29687" y="91980"/>
                    <a:pt x="29687" y="79354"/>
                  </a:cubicBezTo>
                  <a:cubicBezTo>
                    <a:pt x="29687" y="65675"/>
                    <a:pt x="29687" y="46736"/>
                    <a:pt x="38209" y="31304"/>
                  </a:cubicBezTo>
                  <a:cubicBezTo>
                    <a:pt x="47797" y="15170"/>
                    <a:pt x="64487" y="7805"/>
                    <a:pt x="78691" y="7805"/>
                  </a:cubicBezTo>
                  <a:cubicBezTo>
                    <a:pt x="94315" y="7805"/>
                    <a:pt x="109584" y="15521"/>
                    <a:pt x="118817" y="30602"/>
                  </a:cubicBezTo>
                  <a:cubicBezTo>
                    <a:pt x="128049" y="45684"/>
                    <a:pt x="128049" y="66026"/>
                    <a:pt x="128049" y="79354"/>
                  </a:cubicBezTo>
                  <a:cubicBezTo>
                    <a:pt x="128049" y="91980"/>
                    <a:pt x="128049" y="110919"/>
                    <a:pt x="120237" y="126351"/>
                  </a:cubicBezTo>
                  <a:cubicBezTo>
                    <a:pt x="112425" y="142134"/>
                    <a:pt x="96801" y="152305"/>
                    <a:pt x="79046" y="152305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5FE19F72-7004-F86C-E76D-E05118DF7E5D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1341044" y="4758887"/>
              <a:ext cx="115052" cy="247263"/>
            </a:xfrm>
            <a:custGeom>
              <a:avLst/>
              <a:gdLst>
                <a:gd name="connsiteX0" fmla="*/ 50643 w 115052"/>
                <a:gd name="connsiteY0" fmla="*/ 96188 h 247263"/>
                <a:gd name="connsiteX1" fmla="*/ 50643 w 115052"/>
                <a:gd name="connsiteY1" fmla="*/ 55504 h 247263"/>
                <a:gd name="connsiteX2" fmla="*/ 83312 w 115052"/>
                <a:gd name="connsiteY2" fmla="*/ 7805 h 247263"/>
                <a:gd name="connsiteX3" fmla="*/ 95030 w 115052"/>
                <a:gd name="connsiteY3" fmla="*/ 10260 h 247263"/>
                <a:gd name="connsiteX4" fmla="*/ 84377 w 115052"/>
                <a:gd name="connsiteY4" fmla="*/ 24991 h 247263"/>
                <a:gd name="connsiteX5" fmla="*/ 99646 w 115052"/>
                <a:gd name="connsiteY5" fmla="*/ 40072 h 247263"/>
                <a:gd name="connsiteX6" fmla="*/ 115271 w 115052"/>
                <a:gd name="connsiteY6" fmla="*/ 24640 h 247263"/>
                <a:gd name="connsiteX7" fmla="*/ 83312 w 115052"/>
                <a:gd name="connsiteY7" fmla="*/ 89 h 247263"/>
                <a:gd name="connsiteX8" fmla="*/ 28272 w 115052"/>
                <a:gd name="connsiteY8" fmla="*/ 55855 h 247263"/>
                <a:gd name="connsiteX9" fmla="*/ 28272 w 115052"/>
                <a:gd name="connsiteY9" fmla="*/ 96188 h 247263"/>
                <a:gd name="connsiteX10" fmla="*/ 219 w 115052"/>
                <a:gd name="connsiteY10" fmla="*/ 96188 h 247263"/>
                <a:gd name="connsiteX11" fmla="*/ 219 w 115052"/>
                <a:gd name="connsiteY11" fmla="*/ 107061 h 247263"/>
                <a:gd name="connsiteX12" fmla="*/ 28272 w 115052"/>
                <a:gd name="connsiteY12" fmla="*/ 107061 h 247263"/>
                <a:gd name="connsiteX13" fmla="*/ 28272 w 115052"/>
                <a:gd name="connsiteY13" fmla="*/ 220697 h 247263"/>
                <a:gd name="connsiteX14" fmla="*/ 574 w 115052"/>
                <a:gd name="connsiteY14" fmla="*/ 236480 h 247263"/>
                <a:gd name="connsiteX15" fmla="*/ 574 w 115052"/>
                <a:gd name="connsiteY15" fmla="*/ 247352 h 247263"/>
                <a:gd name="connsiteX16" fmla="*/ 41055 w 115052"/>
                <a:gd name="connsiteY16" fmla="*/ 246300 h 247263"/>
                <a:gd name="connsiteX17" fmla="*/ 86153 w 115052"/>
                <a:gd name="connsiteY17" fmla="*/ 247352 h 247263"/>
                <a:gd name="connsiteX18" fmla="*/ 86153 w 115052"/>
                <a:gd name="connsiteY18" fmla="*/ 236480 h 247263"/>
                <a:gd name="connsiteX19" fmla="*/ 78696 w 115052"/>
                <a:gd name="connsiteY19" fmla="*/ 236480 h 247263"/>
                <a:gd name="connsiteX20" fmla="*/ 51708 w 115052"/>
                <a:gd name="connsiteY20" fmla="*/ 219996 h 247263"/>
                <a:gd name="connsiteX21" fmla="*/ 51708 w 115052"/>
                <a:gd name="connsiteY21" fmla="*/ 107061 h 247263"/>
                <a:gd name="connsiteX22" fmla="*/ 92189 w 115052"/>
                <a:gd name="connsiteY22" fmla="*/ 107061 h 247263"/>
                <a:gd name="connsiteX23" fmla="*/ 92189 w 115052"/>
                <a:gd name="connsiteY23" fmla="*/ 96188 h 247263"/>
                <a:gd name="connsiteX24" fmla="*/ 50643 w 115052"/>
                <a:gd name="connsiteY24" fmla="*/ 96188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52" h="247263">
                  <a:moveTo>
                    <a:pt x="50643" y="96188"/>
                  </a:moveTo>
                  <a:lnTo>
                    <a:pt x="50643" y="55504"/>
                  </a:lnTo>
                  <a:cubicBezTo>
                    <a:pt x="50643" y="24640"/>
                    <a:pt x="67688" y="7805"/>
                    <a:pt x="83312" y="7805"/>
                  </a:cubicBezTo>
                  <a:cubicBezTo>
                    <a:pt x="84377" y="7805"/>
                    <a:pt x="89704" y="7805"/>
                    <a:pt x="95030" y="10260"/>
                  </a:cubicBezTo>
                  <a:cubicBezTo>
                    <a:pt x="90769" y="11663"/>
                    <a:pt x="84377" y="16222"/>
                    <a:pt x="84377" y="24991"/>
                  </a:cubicBezTo>
                  <a:cubicBezTo>
                    <a:pt x="84377" y="33057"/>
                    <a:pt x="90059" y="40072"/>
                    <a:pt x="99646" y="40072"/>
                  </a:cubicBezTo>
                  <a:cubicBezTo>
                    <a:pt x="109944" y="40072"/>
                    <a:pt x="115271" y="33057"/>
                    <a:pt x="115271" y="24640"/>
                  </a:cubicBezTo>
                  <a:cubicBezTo>
                    <a:pt x="115271" y="11663"/>
                    <a:pt x="102132" y="89"/>
                    <a:pt x="83312" y="89"/>
                  </a:cubicBezTo>
                  <a:cubicBezTo>
                    <a:pt x="58455" y="89"/>
                    <a:pt x="28272" y="18678"/>
                    <a:pt x="28272" y="55855"/>
                  </a:cubicBezTo>
                  <a:lnTo>
                    <a:pt x="28272" y="96188"/>
                  </a:lnTo>
                  <a:lnTo>
                    <a:pt x="219" y="96188"/>
                  </a:lnTo>
                  <a:lnTo>
                    <a:pt x="219" y="107061"/>
                  </a:lnTo>
                  <a:lnTo>
                    <a:pt x="28272" y="107061"/>
                  </a:lnTo>
                  <a:lnTo>
                    <a:pt x="28272" y="220697"/>
                  </a:lnTo>
                  <a:cubicBezTo>
                    <a:pt x="28272" y="236480"/>
                    <a:pt x="24365" y="236480"/>
                    <a:pt x="574" y="236480"/>
                  </a:cubicBezTo>
                  <a:lnTo>
                    <a:pt x="574" y="247352"/>
                  </a:lnTo>
                  <a:cubicBezTo>
                    <a:pt x="14423" y="247002"/>
                    <a:pt x="31112" y="246300"/>
                    <a:pt x="41055" y="246300"/>
                  </a:cubicBezTo>
                  <a:cubicBezTo>
                    <a:pt x="55259" y="246300"/>
                    <a:pt x="71949" y="246300"/>
                    <a:pt x="86153" y="247352"/>
                  </a:cubicBezTo>
                  <a:lnTo>
                    <a:pt x="86153" y="236480"/>
                  </a:lnTo>
                  <a:lnTo>
                    <a:pt x="78696" y="236480"/>
                  </a:lnTo>
                  <a:cubicBezTo>
                    <a:pt x="52418" y="236480"/>
                    <a:pt x="51708" y="232622"/>
                    <a:pt x="51708" y="219996"/>
                  </a:cubicBezTo>
                  <a:lnTo>
                    <a:pt x="51708" y="107061"/>
                  </a:lnTo>
                  <a:lnTo>
                    <a:pt x="92189" y="107061"/>
                  </a:lnTo>
                  <a:lnTo>
                    <a:pt x="92189" y="96188"/>
                  </a:lnTo>
                  <a:lnTo>
                    <a:pt x="50643" y="96188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957C7A24-5DD0-971A-5CE2-1DE968630F3F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1444576" y="4790453"/>
              <a:ext cx="111146" cy="219555"/>
            </a:xfrm>
            <a:custGeom>
              <a:avLst/>
              <a:gdLst>
                <a:gd name="connsiteX0" fmla="*/ 54907 w 111146"/>
                <a:gd name="connsiteY0" fmla="*/ 75496 h 219555"/>
                <a:gd name="connsiteX1" fmla="*/ 105686 w 111146"/>
                <a:gd name="connsiteY1" fmla="*/ 75496 h 219555"/>
                <a:gd name="connsiteX2" fmla="*/ 105686 w 111146"/>
                <a:gd name="connsiteY2" fmla="*/ 64623 h 219555"/>
                <a:gd name="connsiteX3" fmla="*/ 54907 w 111146"/>
                <a:gd name="connsiteY3" fmla="*/ 64623 h 219555"/>
                <a:gd name="connsiteX4" fmla="*/ 54907 w 111146"/>
                <a:gd name="connsiteY4" fmla="*/ 89 h 219555"/>
                <a:gd name="connsiteX5" fmla="*/ 46030 w 111146"/>
                <a:gd name="connsiteY5" fmla="*/ 89 h 219555"/>
                <a:gd name="connsiteX6" fmla="*/ 222 w 111146"/>
                <a:gd name="connsiteY6" fmla="*/ 67780 h 219555"/>
                <a:gd name="connsiteX7" fmla="*/ 222 w 111146"/>
                <a:gd name="connsiteY7" fmla="*/ 75496 h 219555"/>
                <a:gd name="connsiteX8" fmla="*/ 30405 w 111146"/>
                <a:gd name="connsiteY8" fmla="*/ 75496 h 219555"/>
                <a:gd name="connsiteX9" fmla="*/ 30405 w 111146"/>
                <a:gd name="connsiteY9" fmla="*/ 172297 h 219555"/>
                <a:gd name="connsiteX10" fmla="*/ 76213 w 111146"/>
                <a:gd name="connsiteY10" fmla="*/ 219645 h 219555"/>
                <a:gd name="connsiteX11" fmla="*/ 111368 w 111146"/>
                <a:gd name="connsiteY11" fmla="*/ 172297 h 219555"/>
                <a:gd name="connsiteX12" fmla="*/ 111368 w 111146"/>
                <a:gd name="connsiteY12" fmla="*/ 152305 h 219555"/>
                <a:gd name="connsiteX13" fmla="*/ 102490 w 111146"/>
                <a:gd name="connsiteY13" fmla="*/ 152305 h 219555"/>
                <a:gd name="connsiteX14" fmla="*/ 102490 w 111146"/>
                <a:gd name="connsiteY14" fmla="*/ 171595 h 219555"/>
                <a:gd name="connsiteX15" fmla="*/ 78699 w 111146"/>
                <a:gd name="connsiteY15" fmla="*/ 210877 h 219555"/>
                <a:gd name="connsiteX16" fmla="*/ 54907 w 111146"/>
                <a:gd name="connsiteY16" fmla="*/ 172998 h 219555"/>
                <a:gd name="connsiteX17" fmla="*/ 54907 w 111146"/>
                <a:gd name="connsiteY17" fmla="*/ 75496 h 219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146" h="219555">
                  <a:moveTo>
                    <a:pt x="54907" y="75496"/>
                  </a:moveTo>
                  <a:lnTo>
                    <a:pt x="105686" y="75496"/>
                  </a:lnTo>
                  <a:lnTo>
                    <a:pt x="105686" y="64623"/>
                  </a:lnTo>
                  <a:lnTo>
                    <a:pt x="54907" y="64623"/>
                  </a:lnTo>
                  <a:lnTo>
                    <a:pt x="54907" y="89"/>
                  </a:lnTo>
                  <a:lnTo>
                    <a:pt x="46030" y="89"/>
                  </a:lnTo>
                  <a:cubicBezTo>
                    <a:pt x="45674" y="28849"/>
                    <a:pt x="35021" y="66377"/>
                    <a:pt x="222" y="67780"/>
                  </a:cubicBezTo>
                  <a:lnTo>
                    <a:pt x="222" y="75496"/>
                  </a:lnTo>
                  <a:lnTo>
                    <a:pt x="30405" y="75496"/>
                  </a:lnTo>
                  <a:lnTo>
                    <a:pt x="30405" y="172297"/>
                  </a:lnTo>
                  <a:cubicBezTo>
                    <a:pt x="30405" y="215436"/>
                    <a:pt x="63429" y="219645"/>
                    <a:pt x="76213" y="219645"/>
                  </a:cubicBezTo>
                  <a:cubicBezTo>
                    <a:pt x="101425" y="219645"/>
                    <a:pt x="111368" y="194743"/>
                    <a:pt x="111368" y="172297"/>
                  </a:cubicBezTo>
                  <a:lnTo>
                    <a:pt x="111368" y="152305"/>
                  </a:lnTo>
                  <a:lnTo>
                    <a:pt x="102490" y="152305"/>
                  </a:lnTo>
                  <a:lnTo>
                    <a:pt x="102490" y="171595"/>
                  </a:lnTo>
                  <a:cubicBezTo>
                    <a:pt x="102490" y="197549"/>
                    <a:pt x="91837" y="210877"/>
                    <a:pt x="78699" y="210877"/>
                  </a:cubicBezTo>
                  <a:cubicBezTo>
                    <a:pt x="54907" y="210877"/>
                    <a:pt x="54907" y="178960"/>
                    <a:pt x="54907" y="172998"/>
                  </a:cubicBezTo>
                  <a:lnTo>
                    <a:pt x="54907" y="75496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FCF8580D-10ED-77A4-9657-D7A4618891AB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1587287" y="4851129"/>
              <a:ext cx="277332" cy="155021"/>
            </a:xfrm>
            <a:custGeom>
              <a:avLst/>
              <a:gdLst>
                <a:gd name="connsiteX0" fmla="*/ 27923 w 277332"/>
                <a:gd name="connsiteY0" fmla="*/ 34460 h 155021"/>
                <a:gd name="connsiteX1" fmla="*/ 27923 w 277332"/>
                <a:gd name="connsiteY1" fmla="*/ 128456 h 155021"/>
                <a:gd name="connsiteX2" fmla="*/ 226 w 277332"/>
                <a:gd name="connsiteY2" fmla="*/ 144238 h 155021"/>
                <a:gd name="connsiteX3" fmla="*/ 226 w 277332"/>
                <a:gd name="connsiteY3" fmla="*/ 155111 h 155021"/>
                <a:gd name="connsiteX4" fmla="*/ 40352 w 277332"/>
                <a:gd name="connsiteY4" fmla="*/ 154059 h 155021"/>
                <a:gd name="connsiteX5" fmla="*/ 80123 w 277332"/>
                <a:gd name="connsiteY5" fmla="*/ 155111 h 155021"/>
                <a:gd name="connsiteX6" fmla="*/ 80123 w 277332"/>
                <a:gd name="connsiteY6" fmla="*/ 144238 h 155021"/>
                <a:gd name="connsiteX7" fmla="*/ 52425 w 277332"/>
                <a:gd name="connsiteY7" fmla="*/ 128456 h 155021"/>
                <a:gd name="connsiteX8" fmla="*/ 52425 w 277332"/>
                <a:gd name="connsiteY8" fmla="*/ 63922 h 155021"/>
                <a:gd name="connsiteX9" fmla="*/ 100364 w 277332"/>
                <a:gd name="connsiteY9" fmla="*/ 7805 h 155021"/>
                <a:gd name="connsiteX10" fmla="*/ 126641 w 277332"/>
                <a:gd name="connsiteY10" fmla="*/ 46736 h 155021"/>
                <a:gd name="connsiteX11" fmla="*/ 126641 w 277332"/>
                <a:gd name="connsiteY11" fmla="*/ 128456 h 155021"/>
                <a:gd name="connsiteX12" fmla="*/ 98943 w 277332"/>
                <a:gd name="connsiteY12" fmla="*/ 144238 h 155021"/>
                <a:gd name="connsiteX13" fmla="*/ 98943 w 277332"/>
                <a:gd name="connsiteY13" fmla="*/ 155111 h 155021"/>
                <a:gd name="connsiteX14" fmla="*/ 139069 w 277332"/>
                <a:gd name="connsiteY14" fmla="*/ 154059 h 155021"/>
                <a:gd name="connsiteX15" fmla="*/ 178840 w 277332"/>
                <a:gd name="connsiteY15" fmla="*/ 155111 h 155021"/>
                <a:gd name="connsiteX16" fmla="*/ 178840 w 277332"/>
                <a:gd name="connsiteY16" fmla="*/ 144238 h 155021"/>
                <a:gd name="connsiteX17" fmla="*/ 151143 w 277332"/>
                <a:gd name="connsiteY17" fmla="*/ 128456 h 155021"/>
                <a:gd name="connsiteX18" fmla="*/ 151143 w 277332"/>
                <a:gd name="connsiteY18" fmla="*/ 63922 h 155021"/>
                <a:gd name="connsiteX19" fmla="*/ 199081 w 277332"/>
                <a:gd name="connsiteY19" fmla="*/ 7805 h 155021"/>
                <a:gd name="connsiteX20" fmla="*/ 225358 w 277332"/>
                <a:gd name="connsiteY20" fmla="*/ 46736 h 155021"/>
                <a:gd name="connsiteX21" fmla="*/ 225358 w 277332"/>
                <a:gd name="connsiteY21" fmla="*/ 128456 h 155021"/>
                <a:gd name="connsiteX22" fmla="*/ 197661 w 277332"/>
                <a:gd name="connsiteY22" fmla="*/ 144238 h 155021"/>
                <a:gd name="connsiteX23" fmla="*/ 197661 w 277332"/>
                <a:gd name="connsiteY23" fmla="*/ 155111 h 155021"/>
                <a:gd name="connsiteX24" fmla="*/ 237787 w 277332"/>
                <a:gd name="connsiteY24" fmla="*/ 154059 h 155021"/>
                <a:gd name="connsiteX25" fmla="*/ 277558 w 277332"/>
                <a:gd name="connsiteY25" fmla="*/ 155111 h 155021"/>
                <a:gd name="connsiteX26" fmla="*/ 277558 w 277332"/>
                <a:gd name="connsiteY26" fmla="*/ 144238 h 155021"/>
                <a:gd name="connsiteX27" fmla="*/ 249860 w 277332"/>
                <a:gd name="connsiteY27" fmla="*/ 133716 h 155021"/>
                <a:gd name="connsiteX28" fmla="*/ 249860 w 277332"/>
                <a:gd name="connsiteY28" fmla="*/ 66727 h 155021"/>
                <a:gd name="connsiteX29" fmla="*/ 238852 w 277332"/>
                <a:gd name="connsiteY29" fmla="*/ 13066 h 155021"/>
                <a:gd name="connsiteX30" fmla="*/ 201567 w 277332"/>
                <a:gd name="connsiteY30" fmla="*/ 89 h 155021"/>
                <a:gd name="connsiteX31" fmla="*/ 150077 w 277332"/>
                <a:gd name="connsiteY31" fmla="*/ 34460 h 155021"/>
                <a:gd name="connsiteX32" fmla="*/ 102849 w 277332"/>
                <a:gd name="connsiteY32" fmla="*/ 89 h 155021"/>
                <a:gd name="connsiteX33" fmla="*/ 50295 w 277332"/>
                <a:gd name="connsiteY33" fmla="*/ 36915 h 155021"/>
                <a:gd name="connsiteX34" fmla="*/ 50295 w 277332"/>
                <a:gd name="connsiteY34" fmla="*/ 89 h 155021"/>
                <a:gd name="connsiteX35" fmla="*/ 226 w 277332"/>
                <a:gd name="connsiteY35" fmla="*/ 3947 h 155021"/>
                <a:gd name="connsiteX36" fmla="*/ 226 w 277332"/>
                <a:gd name="connsiteY36" fmla="*/ 14820 h 155021"/>
                <a:gd name="connsiteX37" fmla="*/ 27923 w 277332"/>
                <a:gd name="connsiteY37" fmla="*/ 34460 h 15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7332" h="155021">
                  <a:moveTo>
                    <a:pt x="27923" y="34460"/>
                  </a:moveTo>
                  <a:lnTo>
                    <a:pt x="27923" y="128456"/>
                  </a:lnTo>
                  <a:cubicBezTo>
                    <a:pt x="27923" y="144238"/>
                    <a:pt x="24017" y="144238"/>
                    <a:pt x="226" y="144238"/>
                  </a:cubicBezTo>
                  <a:lnTo>
                    <a:pt x="226" y="155111"/>
                  </a:lnTo>
                  <a:cubicBezTo>
                    <a:pt x="12654" y="154760"/>
                    <a:pt x="30764" y="154059"/>
                    <a:pt x="40352" y="154059"/>
                  </a:cubicBezTo>
                  <a:cubicBezTo>
                    <a:pt x="49584" y="154059"/>
                    <a:pt x="68050" y="154760"/>
                    <a:pt x="80123" y="155111"/>
                  </a:cubicBezTo>
                  <a:lnTo>
                    <a:pt x="80123" y="144238"/>
                  </a:lnTo>
                  <a:cubicBezTo>
                    <a:pt x="56331" y="144238"/>
                    <a:pt x="52425" y="144238"/>
                    <a:pt x="52425" y="128456"/>
                  </a:cubicBezTo>
                  <a:lnTo>
                    <a:pt x="52425" y="63922"/>
                  </a:lnTo>
                  <a:cubicBezTo>
                    <a:pt x="52425" y="27446"/>
                    <a:pt x="77637" y="7805"/>
                    <a:pt x="100364" y="7805"/>
                  </a:cubicBezTo>
                  <a:cubicBezTo>
                    <a:pt x="122735" y="7805"/>
                    <a:pt x="126641" y="26744"/>
                    <a:pt x="126641" y="46736"/>
                  </a:cubicBezTo>
                  <a:lnTo>
                    <a:pt x="126641" y="128456"/>
                  </a:lnTo>
                  <a:cubicBezTo>
                    <a:pt x="126641" y="144238"/>
                    <a:pt x="122735" y="144238"/>
                    <a:pt x="98943" y="144238"/>
                  </a:cubicBezTo>
                  <a:lnTo>
                    <a:pt x="98943" y="155111"/>
                  </a:lnTo>
                  <a:cubicBezTo>
                    <a:pt x="111372" y="154760"/>
                    <a:pt x="129482" y="154059"/>
                    <a:pt x="139069" y="154059"/>
                  </a:cubicBezTo>
                  <a:cubicBezTo>
                    <a:pt x="148302" y="154059"/>
                    <a:pt x="166767" y="154760"/>
                    <a:pt x="178840" y="155111"/>
                  </a:cubicBezTo>
                  <a:lnTo>
                    <a:pt x="178840" y="144238"/>
                  </a:lnTo>
                  <a:cubicBezTo>
                    <a:pt x="155049" y="144238"/>
                    <a:pt x="151143" y="144238"/>
                    <a:pt x="151143" y="128456"/>
                  </a:cubicBezTo>
                  <a:lnTo>
                    <a:pt x="151143" y="63922"/>
                  </a:lnTo>
                  <a:cubicBezTo>
                    <a:pt x="151143" y="27446"/>
                    <a:pt x="176355" y="7805"/>
                    <a:pt x="199081" y="7805"/>
                  </a:cubicBezTo>
                  <a:cubicBezTo>
                    <a:pt x="221452" y="7805"/>
                    <a:pt x="225358" y="26744"/>
                    <a:pt x="225358" y="46736"/>
                  </a:cubicBezTo>
                  <a:lnTo>
                    <a:pt x="225358" y="128456"/>
                  </a:lnTo>
                  <a:cubicBezTo>
                    <a:pt x="225358" y="144238"/>
                    <a:pt x="221452" y="144238"/>
                    <a:pt x="197661" y="144238"/>
                  </a:cubicBezTo>
                  <a:lnTo>
                    <a:pt x="197661" y="155111"/>
                  </a:lnTo>
                  <a:cubicBezTo>
                    <a:pt x="210089" y="154760"/>
                    <a:pt x="228199" y="154059"/>
                    <a:pt x="237787" y="154059"/>
                  </a:cubicBezTo>
                  <a:cubicBezTo>
                    <a:pt x="247020" y="154059"/>
                    <a:pt x="265485" y="154760"/>
                    <a:pt x="277558" y="155111"/>
                  </a:cubicBezTo>
                  <a:lnTo>
                    <a:pt x="277558" y="144238"/>
                  </a:lnTo>
                  <a:cubicBezTo>
                    <a:pt x="259093" y="144238"/>
                    <a:pt x="250215" y="144238"/>
                    <a:pt x="249860" y="133716"/>
                  </a:cubicBezTo>
                  <a:lnTo>
                    <a:pt x="249860" y="66727"/>
                  </a:lnTo>
                  <a:cubicBezTo>
                    <a:pt x="249860" y="36565"/>
                    <a:pt x="249860" y="25692"/>
                    <a:pt x="238852" y="13066"/>
                  </a:cubicBezTo>
                  <a:cubicBezTo>
                    <a:pt x="233881" y="7103"/>
                    <a:pt x="222163" y="89"/>
                    <a:pt x="201567" y="89"/>
                  </a:cubicBezTo>
                  <a:cubicBezTo>
                    <a:pt x="171739" y="89"/>
                    <a:pt x="156114" y="21133"/>
                    <a:pt x="150077" y="34460"/>
                  </a:cubicBezTo>
                  <a:cubicBezTo>
                    <a:pt x="145106" y="3947"/>
                    <a:pt x="118829" y="89"/>
                    <a:pt x="102849" y="89"/>
                  </a:cubicBezTo>
                  <a:cubicBezTo>
                    <a:pt x="76927" y="89"/>
                    <a:pt x="60237" y="15170"/>
                    <a:pt x="50295" y="36915"/>
                  </a:cubicBezTo>
                  <a:lnTo>
                    <a:pt x="50295" y="89"/>
                  </a:lnTo>
                  <a:lnTo>
                    <a:pt x="226" y="3947"/>
                  </a:lnTo>
                  <a:lnTo>
                    <a:pt x="226" y="14820"/>
                  </a:lnTo>
                  <a:cubicBezTo>
                    <a:pt x="25083" y="14820"/>
                    <a:pt x="27923" y="17275"/>
                    <a:pt x="27923" y="34460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4CF99389-341D-CE6D-17B1-548AD6097B43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1886755" y="4849025"/>
              <a:ext cx="160149" cy="160984"/>
            </a:xfrm>
            <a:custGeom>
              <a:avLst/>
              <a:gdLst>
                <a:gd name="connsiteX0" fmla="*/ 103568 w 160149"/>
                <a:gd name="connsiteY0" fmla="*/ 130560 h 160984"/>
                <a:gd name="connsiteX1" fmla="*/ 131265 w 160149"/>
                <a:gd name="connsiteY1" fmla="*/ 159320 h 160984"/>
                <a:gd name="connsiteX2" fmla="*/ 160384 w 160149"/>
                <a:gd name="connsiteY2" fmla="*/ 126000 h 160984"/>
                <a:gd name="connsiteX3" fmla="*/ 160384 w 160149"/>
                <a:gd name="connsiteY3" fmla="*/ 106360 h 160984"/>
                <a:gd name="connsiteX4" fmla="*/ 151506 w 160149"/>
                <a:gd name="connsiteY4" fmla="*/ 106360 h 160984"/>
                <a:gd name="connsiteX5" fmla="*/ 151506 w 160149"/>
                <a:gd name="connsiteY5" fmla="*/ 126000 h 160984"/>
                <a:gd name="connsiteX6" fmla="*/ 138723 w 160149"/>
                <a:gd name="connsiteY6" fmla="*/ 148447 h 160984"/>
                <a:gd name="connsiteX7" fmla="*/ 125584 w 160149"/>
                <a:gd name="connsiteY7" fmla="*/ 130911 h 160984"/>
                <a:gd name="connsiteX8" fmla="*/ 125584 w 160149"/>
                <a:gd name="connsiteY8" fmla="*/ 60765 h 160984"/>
                <a:gd name="connsiteX9" fmla="*/ 112800 w 160149"/>
                <a:gd name="connsiteY9" fmla="*/ 19379 h 160984"/>
                <a:gd name="connsiteX10" fmla="*/ 64152 w 160149"/>
                <a:gd name="connsiteY10" fmla="*/ 89 h 160984"/>
                <a:gd name="connsiteX11" fmla="*/ 10532 w 160149"/>
                <a:gd name="connsiteY11" fmla="*/ 39721 h 160984"/>
                <a:gd name="connsiteX12" fmla="*/ 26866 w 160149"/>
                <a:gd name="connsiteY12" fmla="*/ 56205 h 160984"/>
                <a:gd name="connsiteX13" fmla="*/ 43201 w 160149"/>
                <a:gd name="connsiteY13" fmla="*/ 40072 h 160984"/>
                <a:gd name="connsiteX14" fmla="*/ 25091 w 160149"/>
                <a:gd name="connsiteY14" fmla="*/ 23938 h 160984"/>
                <a:gd name="connsiteX15" fmla="*/ 63442 w 160149"/>
                <a:gd name="connsiteY15" fmla="*/ 7805 h 160984"/>
                <a:gd name="connsiteX16" fmla="*/ 101082 w 160149"/>
                <a:gd name="connsiteY16" fmla="*/ 52698 h 160984"/>
                <a:gd name="connsiteX17" fmla="*/ 101082 w 160149"/>
                <a:gd name="connsiteY17" fmla="*/ 65675 h 160984"/>
                <a:gd name="connsiteX18" fmla="*/ 35744 w 160149"/>
                <a:gd name="connsiteY18" fmla="*/ 78301 h 160984"/>
                <a:gd name="connsiteX19" fmla="*/ 234 w 160149"/>
                <a:gd name="connsiteY19" fmla="*/ 123896 h 160984"/>
                <a:gd name="connsiteX20" fmla="*/ 57050 w 160149"/>
                <a:gd name="connsiteY20" fmla="*/ 161073 h 160984"/>
                <a:gd name="connsiteX21" fmla="*/ 103568 w 160149"/>
                <a:gd name="connsiteY21" fmla="*/ 130560 h 160984"/>
                <a:gd name="connsiteX22" fmla="*/ 101082 w 160149"/>
                <a:gd name="connsiteY22" fmla="*/ 73040 h 160984"/>
                <a:gd name="connsiteX23" fmla="*/ 101082 w 160149"/>
                <a:gd name="connsiteY23" fmla="*/ 108113 h 160984"/>
                <a:gd name="connsiteX24" fmla="*/ 59535 w 160149"/>
                <a:gd name="connsiteY24" fmla="*/ 153357 h 160984"/>
                <a:gd name="connsiteX25" fmla="*/ 27577 w 160149"/>
                <a:gd name="connsiteY25" fmla="*/ 123545 h 160984"/>
                <a:gd name="connsiteX26" fmla="*/ 101082 w 160149"/>
                <a:gd name="connsiteY26" fmla="*/ 73040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0149" h="160984">
                  <a:moveTo>
                    <a:pt x="103568" y="130560"/>
                  </a:moveTo>
                  <a:cubicBezTo>
                    <a:pt x="104988" y="144589"/>
                    <a:pt x="114576" y="159320"/>
                    <a:pt x="131265" y="159320"/>
                  </a:cubicBezTo>
                  <a:cubicBezTo>
                    <a:pt x="138723" y="159320"/>
                    <a:pt x="160384" y="154409"/>
                    <a:pt x="160384" y="126000"/>
                  </a:cubicBezTo>
                  <a:lnTo>
                    <a:pt x="160384" y="106360"/>
                  </a:lnTo>
                  <a:lnTo>
                    <a:pt x="151506" y="106360"/>
                  </a:lnTo>
                  <a:lnTo>
                    <a:pt x="151506" y="126000"/>
                  </a:lnTo>
                  <a:cubicBezTo>
                    <a:pt x="151506" y="146343"/>
                    <a:pt x="142629" y="148447"/>
                    <a:pt x="138723" y="148447"/>
                  </a:cubicBezTo>
                  <a:cubicBezTo>
                    <a:pt x="127004" y="148447"/>
                    <a:pt x="125584" y="132664"/>
                    <a:pt x="125584" y="130911"/>
                  </a:cubicBezTo>
                  <a:lnTo>
                    <a:pt x="125584" y="60765"/>
                  </a:lnTo>
                  <a:cubicBezTo>
                    <a:pt x="125584" y="46034"/>
                    <a:pt x="125584" y="32356"/>
                    <a:pt x="112800" y="19379"/>
                  </a:cubicBezTo>
                  <a:cubicBezTo>
                    <a:pt x="98951" y="5701"/>
                    <a:pt x="81196" y="89"/>
                    <a:pt x="64152" y="89"/>
                  </a:cubicBezTo>
                  <a:cubicBezTo>
                    <a:pt x="35034" y="89"/>
                    <a:pt x="10532" y="16573"/>
                    <a:pt x="10532" y="39721"/>
                  </a:cubicBezTo>
                  <a:cubicBezTo>
                    <a:pt x="10532" y="50243"/>
                    <a:pt x="17634" y="56205"/>
                    <a:pt x="26866" y="56205"/>
                  </a:cubicBezTo>
                  <a:cubicBezTo>
                    <a:pt x="36809" y="56205"/>
                    <a:pt x="43201" y="49191"/>
                    <a:pt x="43201" y="40072"/>
                  </a:cubicBezTo>
                  <a:cubicBezTo>
                    <a:pt x="43201" y="35863"/>
                    <a:pt x="41425" y="24289"/>
                    <a:pt x="25091" y="23938"/>
                  </a:cubicBezTo>
                  <a:cubicBezTo>
                    <a:pt x="34678" y="11663"/>
                    <a:pt x="52078" y="7805"/>
                    <a:pt x="63442" y="7805"/>
                  </a:cubicBezTo>
                  <a:cubicBezTo>
                    <a:pt x="80841" y="7805"/>
                    <a:pt x="101082" y="21483"/>
                    <a:pt x="101082" y="52698"/>
                  </a:cubicBezTo>
                  <a:lnTo>
                    <a:pt x="101082" y="65675"/>
                  </a:lnTo>
                  <a:cubicBezTo>
                    <a:pt x="82972" y="66727"/>
                    <a:pt x="58115" y="67780"/>
                    <a:pt x="35744" y="78301"/>
                  </a:cubicBezTo>
                  <a:cubicBezTo>
                    <a:pt x="9111" y="90226"/>
                    <a:pt x="234" y="108464"/>
                    <a:pt x="234" y="123896"/>
                  </a:cubicBezTo>
                  <a:cubicBezTo>
                    <a:pt x="234" y="152305"/>
                    <a:pt x="34678" y="161073"/>
                    <a:pt x="57050" y="161073"/>
                  </a:cubicBezTo>
                  <a:cubicBezTo>
                    <a:pt x="80486" y="161073"/>
                    <a:pt x="96821" y="147044"/>
                    <a:pt x="103568" y="130560"/>
                  </a:cubicBezTo>
                  <a:close/>
                  <a:moveTo>
                    <a:pt x="101082" y="73040"/>
                  </a:moveTo>
                  <a:lnTo>
                    <a:pt x="101082" y="108113"/>
                  </a:lnTo>
                  <a:cubicBezTo>
                    <a:pt x="101082" y="141432"/>
                    <a:pt x="75515" y="153357"/>
                    <a:pt x="59535" y="153357"/>
                  </a:cubicBezTo>
                  <a:cubicBezTo>
                    <a:pt x="42136" y="153357"/>
                    <a:pt x="27577" y="141082"/>
                    <a:pt x="27577" y="123545"/>
                  </a:cubicBezTo>
                  <a:cubicBezTo>
                    <a:pt x="27577" y="104255"/>
                    <a:pt x="42491" y="75145"/>
                    <a:pt x="101082" y="73040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B7B12C97-9F8A-CEAD-4D93-0E6E82BF8ABE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2053652" y="4854987"/>
              <a:ext cx="178969" cy="151163"/>
            </a:xfrm>
            <a:custGeom>
              <a:avLst/>
              <a:gdLst>
                <a:gd name="connsiteX0" fmla="*/ 97891 w 178969"/>
                <a:gd name="connsiteY0" fmla="*/ 68832 h 151163"/>
                <a:gd name="connsiteX1" fmla="*/ 130560 w 178969"/>
                <a:gd name="connsiteY1" fmla="*/ 29199 h 151163"/>
                <a:gd name="connsiteX2" fmla="*/ 172817 w 178969"/>
                <a:gd name="connsiteY2" fmla="*/ 10962 h 151163"/>
                <a:gd name="connsiteX3" fmla="*/ 172817 w 178969"/>
                <a:gd name="connsiteY3" fmla="*/ 89 h 151163"/>
                <a:gd name="connsiteX4" fmla="*/ 143699 w 178969"/>
                <a:gd name="connsiteY4" fmla="*/ 1141 h 151163"/>
                <a:gd name="connsiteX5" fmla="*/ 109609 w 178969"/>
                <a:gd name="connsiteY5" fmla="*/ 89 h 151163"/>
                <a:gd name="connsiteX6" fmla="*/ 109609 w 178969"/>
                <a:gd name="connsiteY6" fmla="*/ 10962 h 151163"/>
                <a:gd name="connsiteX7" fmla="*/ 119907 w 178969"/>
                <a:gd name="connsiteY7" fmla="*/ 21834 h 151163"/>
                <a:gd name="connsiteX8" fmla="*/ 114581 w 178969"/>
                <a:gd name="connsiteY8" fmla="*/ 34110 h 151163"/>
                <a:gd name="connsiteX9" fmla="*/ 92565 w 178969"/>
                <a:gd name="connsiteY9" fmla="*/ 61466 h 151163"/>
                <a:gd name="connsiteX10" fmla="*/ 64867 w 178969"/>
                <a:gd name="connsiteY10" fmla="*/ 26043 h 151163"/>
                <a:gd name="connsiteX11" fmla="*/ 61671 w 178969"/>
                <a:gd name="connsiteY11" fmla="*/ 19730 h 151163"/>
                <a:gd name="connsiteX12" fmla="*/ 74099 w 178969"/>
                <a:gd name="connsiteY12" fmla="*/ 10962 h 151163"/>
                <a:gd name="connsiteX13" fmla="*/ 74099 w 178969"/>
                <a:gd name="connsiteY13" fmla="*/ 89 h 151163"/>
                <a:gd name="connsiteX14" fmla="*/ 35749 w 178969"/>
                <a:gd name="connsiteY14" fmla="*/ 1141 h 151163"/>
                <a:gd name="connsiteX15" fmla="*/ 2014 w 178969"/>
                <a:gd name="connsiteY15" fmla="*/ 89 h 151163"/>
                <a:gd name="connsiteX16" fmla="*/ 2014 w 178969"/>
                <a:gd name="connsiteY16" fmla="*/ 10962 h 151163"/>
                <a:gd name="connsiteX17" fmla="*/ 43916 w 178969"/>
                <a:gd name="connsiteY17" fmla="*/ 32356 h 151163"/>
                <a:gd name="connsiteX18" fmla="*/ 79071 w 178969"/>
                <a:gd name="connsiteY18" fmla="*/ 77600 h 151163"/>
                <a:gd name="connsiteX19" fmla="*/ 45692 w 178969"/>
                <a:gd name="connsiteY19" fmla="*/ 119337 h 151163"/>
                <a:gd name="connsiteX20" fmla="*/ 239 w 178969"/>
                <a:gd name="connsiteY20" fmla="*/ 140380 h 151163"/>
                <a:gd name="connsiteX21" fmla="*/ 239 w 178969"/>
                <a:gd name="connsiteY21" fmla="*/ 151253 h 151163"/>
                <a:gd name="connsiteX22" fmla="*/ 29712 w 178969"/>
                <a:gd name="connsiteY22" fmla="*/ 150201 h 151163"/>
                <a:gd name="connsiteX23" fmla="*/ 63447 w 178969"/>
                <a:gd name="connsiteY23" fmla="*/ 151253 h 151163"/>
                <a:gd name="connsiteX24" fmla="*/ 63447 w 178969"/>
                <a:gd name="connsiteY24" fmla="*/ 140380 h 151163"/>
                <a:gd name="connsiteX25" fmla="*/ 53149 w 178969"/>
                <a:gd name="connsiteY25" fmla="*/ 129508 h 151163"/>
                <a:gd name="connsiteX26" fmla="*/ 85108 w 178969"/>
                <a:gd name="connsiteY26" fmla="*/ 84965 h 151163"/>
                <a:gd name="connsiteX27" fmla="*/ 112095 w 178969"/>
                <a:gd name="connsiteY27" fmla="*/ 120038 h 151163"/>
                <a:gd name="connsiteX28" fmla="*/ 119552 w 178969"/>
                <a:gd name="connsiteY28" fmla="*/ 131612 h 151163"/>
                <a:gd name="connsiteX29" fmla="*/ 106769 w 178969"/>
                <a:gd name="connsiteY29" fmla="*/ 140380 h 151163"/>
                <a:gd name="connsiteX30" fmla="*/ 106769 w 178969"/>
                <a:gd name="connsiteY30" fmla="*/ 151253 h 151163"/>
                <a:gd name="connsiteX31" fmla="*/ 145119 w 178969"/>
                <a:gd name="connsiteY31" fmla="*/ 150201 h 151163"/>
                <a:gd name="connsiteX32" fmla="*/ 179209 w 178969"/>
                <a:gd name="connsiteY32" fmla="*/ 151253 h 151163"/>
                <a:gd name="connsiteX33" fmla="*/ 179209 w 178969"/>
                <a:gd name="connsiteY33" fmla="*/ 140380 h 151163"/>
                <a:gd name="connsiteX34" fmla="*/ 145474 w 178969"/>
                <a:gd name="connsiteY34" fmla="*/ 129508 h 151163"/>
                <a:gd name="connsiteX35" fmla="*/ 97891 w 178969"/>
                <a:gd name="connsiteY35" fmla="*/ 68832 h 151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969" h="151163">
                  <a:moveTo>
                    <a:pt x="97891" y="68832"/>
                  </a:moveTo>
                  <a:cubicBezTo>
                    <a:pt x="108544" y="55504"/>
                    <a:pt x="122038" y="38318"/>
                    <a:pt x="130560" y="29199"/>
                  </a:cubicBezTo>
                  <a:cubicBezTo>
                    <a:pt x="141568" y="16573"/>
                    <a:pt x="156127" y="11312"/>
                    <a:pt x="172817" y="10962"/>
                  </a:cubicBezTo>
                  <a:lnTo>
                    <a:pt x="172817" y="89"/>
                  </a:lnTo>
                  <a:cubicBezTo>
                    <a:pt x="163584" y="790"/>
                    <a:pt x="152932" y="1141"/>
                    <a:pt x="143699" y="1141"/>
                  </a:cubicBezTo>
                  <a:cubicBezTo>
                    <a:pt x="133046" y="1141"/>
                    <a:pt x="114226" y="440"/>
                    <a:pt x="109609" y="89"/>
                  </a:cubicBezTo>
                  <a:lnTo>
                    <a:pt x="109609" y="10962"/>
                  </a:lnTo>
                  <a:cubicBezTo>
                    <a:pt x="117066" y="11663"/>
                    <a:pt x="119907" y="16222"/>
                    <a:pt x="119907" y="21834"/>
                  </a:cubicBezTo>
                  <a:cubicBezTo>
                    <a:pt x="119907" y="27446"/>
                    <a:pt x="116356" y="32005"/>
                    <a:pt x="114581" y="34110"/>
                  </a:cubicBezTo>
                  <a:lnTo>
                    <a:pt x="92565" y="61466"/>
                  </a:lnTo>
                  <a:lnTo>
                    <a:pt x="64867" y="26043"/>
                  </a:lnTo>
                  <a:cubicBezTo>
                    <a:pt x="61671" y="22536"/>
                    <a:pt x="61671" y="21834"/>
                    <a:pt x="61671" y="19730"/>
                  </a:cubicBezTo>
                  <a:cubicBezTo>
                    <a:pt x="61671" y="14469"/>
                    <a:pt x="66997" y="11312"/>
                    <a:pt x="74099" y="10962"/>
                  </a:cubicBezTo>
                  <a:lnTo>
                    <a:pt x="74099" y="89"/>
                  </a:lnTo>
                  <a:cubicBezTo>
                    <a:pt x="64867" y="440"/>
                    <a:pt x="41430" y="1141"/>
                    <a:pt x="35749" y="1141"/>
                  </a:cubicBezTo>
                  <a:cubicBezTo>
                    <a:pt x="28292" y="1141"/>
                    <a:pt x="11602" y="790"/>
                    <a:pt x="2014" y="89"/>
                  </a:cubicBezTo>
                  <a:lnTo>
                    <a:pt x="2014" y="10962"/>
                  </a:lnTo>
                  <a:cubicBezTo>
                    <a:pt x="26871" y="10962"/>
                    <a:pt x="27226" y="11312"/>
                    <a:pt x="43916" y="32356"/>
                  </a:cubicBezTo>
                  <a:lnTo>
                    <a:pt x="79071" y="77600"/>
                  </a:lnTo>
                  <a:lnTo>
                    <a:pt x="45692" y="119337"/>
                  </a:lnTo>
                  <a:cubicBezTo>
                    <a:pt x="28647" y="139679"/>
                    <a:pt x="7696" y="140380"/>
                    <a:pt x="239" y="140380"/>
                  </a:cubicBezTo>
                  <a:lnTo>
                    <a:pt x="239" y="151253"/>
                  </a:lnTo>
                  <a:cubicBezTo>
                    <a:pt x="9471" y="150551"/>
                    <a:pt x="20479" y="150201"/>
                    <a:pt x="29712" y="150201"/>
                  </a:cubicBezTo>
                  <a:cubicBezTo>
                    <a:pt x="40010" y="150201"/>
                    <a:pt x="54924" y="150902"/>
                    <a:pt x="63447" y="151253"/>
                  </a:cubicBezTo>
                  <a:lnTo>
                    <a:pt x="63447" y="140380"/>
                  </a:lnTo>
                  <a:cubicBezTo>
                    <a:pt x="55634" y="139328"/>
                    <a:pt x="53149" y="134769"/>
                    <a:pt x="53149" y="129508"/>
                  </a:cubicBezTo>
                  <a:cubicBezTo>
                    <a:pt x="53149" y="121792"/>
                    <a:pt x="63447" y="110218"/>
                    <a:pt x="85108" y="84965"/>
                  </a:cubicBezTo>
                  <a:lnTo>
                    <a:pt x="112095" y="120038"/>
                  </a:lnTo>
                  <a:cubicBezTo>
                    <a:pt x="114936" y="123896"/>
                    <a:pt x="119552" y="129508"/>
                    <a:pt x="119552" y="131612"/>
                  </a:cubicBezTo>
                  <a:cubicBezTo>
                    <a:pt x="119552" y="134769"/>
                    <a:pt x="116356" y="140030"/>
                    <a:pt x="106769" y="140380"/>
                  </a:cubicBezTo>
                  <a:lnTo>
                    <a:pt x="106769" y="151253"/>
                  </a:lnTo>
                  <a:cubicBezTo>
                    <a:pt x="117422" y="150902"/>
                    <a:pt x="137307" y="150201"/>
                    <a:pt x="145119" y="150201"/>
                  </a:cubicBezTo>
                  <a:cubicBezTo>
                    <a:pt x="154707" y="150201"/>
                    <a:pt x="168556" y="150551"/>
                    <a:pt x="179209" y="151253"/>
                  </a:cubicBezTo>
                  <a:lnTo>
                    <a:pt x="179209" y="140380"/>
                  </a:lnTo>
                  <a:cubicBezTo>
                    <a:pt x="160034" y="140380"/>
                    <a:pt x="153642" y="139679"/>
                    <a:pt x="145474" y="129508"/>
                  </a:cubicBezTo>
                  <a:lnTo>
                    <a:pt x="97891" y="68832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1E5569F9-3395-18B0-8C44-7010E2FDA87C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2369847" y="4497590"/>
              <a:ext cx="174708" cy="841397"/>
            </a:xfrm>
            <a:custGeom>
              <a:avLst/>
              <a:gdLst>
                <a:gd name="connsiteX0" fmla="*/ 174955 w 174708"/>
                <a:gd name="connsiteY0" fmla="*/ 837965 h 841397"/>
                <a:gd name="connsiteX1" fmla="*/ 173534 w 174708"/>
                <a:gd name="connsiteY1" fmla="*/ 834808 h 841397"/>
                <a:gd name="connsiteX2" fmla="*/ 112812 w 174708"/>
                <a:gd name="connsiteY2" fmla="*/ 760454 h 841397"/>
                <a:gd name="connsiteX3" fmla="*/ 29719 w 174708"/>
                <a:gd name="connsiteY3" fmla="*/ 420949 h 841397"/>
                <a:gd name="connsiteX4" fmla="*/ 101094 w 174708"/>
                <a:gd name="connsiteY4" fmla="*/ 100383 h 841397"/>
                <a:gd name="connsiteX5" fmla="*/ 173889 w 174708"/>
                <a:gd name="connsiteY5" fmla="*/ 6388 h 841397"/>
                <a:gd name="connsiteX6" fmla="*/ 174955 w 174708"/>
                <a:gd name="connsiteY6" fmla="*/ 3582 h 841397"/>
                <a:gd name="connsiteX7" fmla="*/ 167498 w 174708"/>
                <a:gd name="connsiteY7" fmla="*/ 75 h 841397"/>
                <a:gd name="connsiteX8" fmla="*/ 156489 w 174708"/>
                <a:gd name="connsiteY8" fmla="*/ 5336 h 841397"/>
                <a:gd name="connsiteX9" fmla="*/ 246 w 174708"/>
                <a:gd name="connsiteY9" fmla="*/ 420598 h 841397"/>
                <a:gd name="connsiteX10" fmla="*/ 122400 w 174708"/>
                <a:gd name="connsiteY10" fmla="*/ 802191 h 841397"/>
                <a:gd name="connsiteX11" fmla="*/ 157555 w 174708"/>
                <a:gd name="connsiteY11" fmla="*/ 837264 h 841397"/>
                <a:gd name="connsiteX12" fmla="*/ 167498 w 174708"/>
                <a:gd name="connsiteY12" fmla="*/ 841472 h 841397"/>
                <a:gd name="connsiteX13" fmla="*/ 174955 w 174708"/>
                <a:gd name="connsiteY13" fmla="*/ 837965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55" y="837965"/>
                  </a:moveTo>
                  <a:cubicBezTo>
                    <a:pt x="174955" y="836562"/>
                    <a:pt x="174244" y="835861"/>
                    <a:pt x="173534" y="834808"/>
                  </a:cubicBezTo>
                  <a:cubicBezTo>
                    <a:pt x="160396" y="821831"/>
                    <a:pt x="136604" y="798333"/>
                    <a:pt x="112812" y="760454"/>
                  </a:cubicBezTo>
                  <a:cubicBezTo>
                    <a:pt x="55641" y="669966"/>
                    <a:pt x="29719" y="555979"/>
                    <a:pt x="29719" y="420949"/>
                  </a:cubicBezTo>
                  <a:cubicBezTo>
                    <a:pt x="29719" y="326603"/>
                    <a:pt x="42503" y="204900"/>
                    <a:pt x="101094" y="100383"/>
                  </a:cubicBezTo>
                  <a:cubicBezTo>
                    <a:pt x="129147" y="50580"/>
                    <a:pt x="158265" y="21820"/>
                    <a:pt x="173889" y="6388"/>
                  </a:cubicBezTo>
                  <a:cubicBezTo>
                    <a:pt x="174955" y="5336"/>
                    <a:pt x="174955" y="4634"/>
                    <a:pt x="174955" y="3582"/>
                  </a:cubicBezTo>
                  <a:cubicBezTo>
                    <a:pt x="174955" y="75"/>
                    <a:pt x="172469" y="75"/>
                    <a:pt x="167498" y="75"/>
                  </a:cubicBezTo>
                  <a:cubicBezTo>
                    <a:pt x="162526" y="75"/>
                    <a:pt x="161816" y="75"/>
                    <a:pt x="156489" y="5336"/>
                  </a:cubicBezTo>
                  <a:cubicBezTo>
                    <a:pt x="37531" y="112308"/>
                    <a:pt x="246" y="272942"/>
                    <a:pt x="246" y="420598"/>
                  </a:cubicBezTo>
                  <a:cubicBezTo>
                    <a:pt x="246" y="558434"/>
                    <a:pt x="32205" y="697323"/>
                    <a:pt x="122400" y="802191"/>
                  </a:cubicBezTo>
                  <a:cubicBezTo>
                    <a:pt x="129502" y="810257"/>
                    <a:pt x="142996" y="824637"/>
                    <a:pt x="157555" y="837264"/>
                  </a:cubicBezTo>
                  <a:cubicBezTo>
                    <a:pt x="161816" y="841472"/>
                    <a:pt x="162526" y="841472"/>
                    <a:pt x="167498" y="841472"/>
                  </a:cubicBezTo>
                  <a:cubicBezTo>
                    <a:pt x="172469" y="841472"/>
                    <a:pt x="174955" y="841472"/>
                    <a:pt x="174955" y="837965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AC2BC9D4-1686-10EA-A923-954EA322149E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2613841" y="4528281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3445E91-7624-51A2-73E2-FF2180FE8FE5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2939213" y="4471220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8AE7DB6-63E0-476A-51D0-9301CC5E06BD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3182492" y="4524423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46E55B62-AEA4-0671-494B-47568CA4F05A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2599992" y="4911454"/>
              <a:ext cx="866537" cy="14028"/>
            </a:xfrm>
            <a:custGeom>
              <a:avLst/>
              <a:gdLst>
                <a:gd name="connsiteX0" fmla="*/ 0 w 866537"/>
                <a:gd name="connsiteY0" fmla="*/ 0 h 14028"/>
                <a:gd name="connsiteX1" fmla="*/ 866538 w 866537"/>
                <a:gd name="connsiteY1" fmla="*/ 0 h 14028"/>
                <a:gd name="connsiteX2" fmla="*/ 866538 w 866537"/>
                <a:gd name="connsiteY2" fmla="*/ 14028 h 14028"/>
                <a:gd name="connsiteX3" fmla="*/ 0 w 866537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6537" h="14028">
                  <a:moveTo>
                    <a:pt x="0" y="0"/>
                  </a:moveTo>
                  <a:lnTo>
                    <a:pt x="866538" y="0"/>
                  </a:lnTo>
                  <a:lnTo>
                    <a:pt x="866538" y="14028"/>
                  </a:lnTo>
                  <a:lnTo>
                    <a:pt x="0" y="14028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DAD8C163-03A7-00C8-E16A-5D077DFB7C75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2739162" y="4981596"/>
              <a:ext cx="276977" cy="350728"/>
            </a:xfrm>
            <a:custGeom>
              <a:avLst/>
              <a:gdLst>
                <a:gd name="connsiteX0" fmla="*/ 112469 w 276977"/>
                <a:gd name="connsiteY0" fmla="*/ 313991 h 350728"/>
                <a:gd name="connsiteX1" fmla="*/ 49971 w 276977"/>
                <a:gd name="connsiteY1" fmla="*/ 177557 h 350728"/>
                <a:gd name="connsiteX2" fmla="*/ 44645 w 276977"/>
                <a:gd name="connsiteY2" fmla="*/ 171946 h 350728"/>
                <a:gd name="connsiteX3" fmla="*/ 38608 w 276977"/>
                <a:gd name="connsiteY3" fmla="*/ 174751 h 350728"/>
                <a:gd name="connsiteX4" fmla="*/ 4874 w 276977"/>
                <a:gd name="connsiteY4" fmla="*/ 200004 h 350728"/>
                <a:gd name="connsiteX5" fmla="*/ 257 w 276977"/>
                <a:gd name="connsiteY5" fmla="*/ 205615 h 350728"/>
                <a:gd name="connsiteX6" fmla="*/ 3808 w 276977"/>
                <a:gd name="connsiteY6" fmla="*/ 209473 h 350728"/>
                <a:gd name="connsiteX7" fmla="*/ 15882 w 276977"/>
                <a:gd name="connsiteY7" fmla="*/ 201757 h 350728"/>
                <a:gd name="connsiteX8" fmla="*/ 27245 w 276977"/>
                <a:gd name="connsiteY8" fmla="*/ 193340 h 350728"/>
                <a:gd name="connsiteX9" fmla="*/ 97200 w 276977"/>
                <a:gd name="connsiteY9" fmla="*/ 345205 h 350728"/>
                <a:gd name="connsiteX10" fmla="*/ 104657 w 276977"/>
                <a:gd name="connsiteY10" fmla="*/ 350817 h 350728"/>
                <a:gd name="connsiteX11" fmla="*/ 113534 w 276977"/>
                <a:gd name="connsiteY11" fmla="*/ 343802 h 350728"/>
                <a:gd name="connsiteX12" fmla="*/ 274749 w 276977"/>
                <a:gd name="connsiteY12" fmla="*/ 14118 h 350728"/>
                <a:gd name="connsiteX13" fmla="*/ 277235 w 276977"/>
                <a:gd name="connsiteY13" fmla="*/ 7103 h 350728"/>
                <a:gd name="connsiteX14" fmla="*/ 270133 w 276977"/>
                <a:gd name="connsiteY14" fmla="*/ 89 h 350728"/>
                <a:gd name="connsiteX15" fmla="*/ 261966 w 276977"/>
                <a:gd name="connsiteY15" fmla="*/ 7454 h 350728"/>
                <a:gd name="connsiteX16" fmla="*/ 112469 w 276977"/>
                <a:gd name="connsiteY16" fmla="*/ 313991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6977" h="350728">
                  <a:moveTo>
                    <a:pt x="112469" y="313991"/>
                  </a:moveTo>
                  <a:lnTo>
                    <a:pt x="49971" y="177557"/>
                  </a:lnTo>
                  <a:cubicBezTo>
                    <a:pt x="47486" y="171946"/>
                    <a:pt x="45710" y="171946"/>
                    <a:pt x="44645" y="171946"/>
                  </a:cubicBezTo>
                  <a:cubicBezTo>
                    <a:pt x="44290" y="171946"/>
                    <a:pt x="42514" y="171946"/>
                    <a:pt x="38608" y="174751"/>
                  </a:cubicBezTo>
                  <a:lnTo>
                    <a:pt x="4874" y="200004"/>
                  </a:lnTo>
                  <a:cubicBezTo>
                    <a:pt x="257" y="203511"/>
                    <a:pt x="257" y="204563"/>
                    <a:pt x="257" y="205615"/>
                  </a:cubicBezTo>
                  <a:cubicBezTo>
                    <a:pt x="257" y="207369"/>
                    <a:pt x="1323" y="209473"/>
                    <a:pt x="3808" y="209473"/>
                  </a:cubicBezTo>
                  <a:cubicBezTo>
                    <a:pt x="5939" y="209473"/>
                    <a:pt x="11976" y="204563"/>
                    <a:pt x="15882" y="201757"/>
                  </a:cubicBezTo>
                  <a:cubicBezTo>
                    <a:pt x="18012" y="200004"/>
                    <a:pt x="23339" y="196146"/>
                    <a:pt x="27245" y="193340"/>
                  </a:cubicBezTo>
                  <a:lnTo>
                    <a:pt x="97200" y="345205"/>
                  </a:lnTo>
                  <a:cubicBezTo>
                    <a:pt x="99685" y="350817"/>
                    <a:pt x="101461" y="350817"/>
                    <a:pt x="104657" y="350817"/>
                  </a:cubicBezTo>
                  <a:cubicBezTo>
                    <a:pt x="109983" y="350817"/>
                    <a:pt x="111048" y="348713"/>
                    <a:pt x="113534" y="343802"/>
                  </a:cubicBezTo>
                  <a:lnTo>
                    <a:pt x="274749" y="14118"/>
                  </a:lnTo>
                  <a:cubicBezTo>
                    <a:pt x="277235" y="9208"/>
                    <a:pt x="277235" y="7805"/>
                    <a:pt x="277235" y="7103"/>
                  </a:cubicBezTo>
                  <a:cubicBezTo>
                    <a:pt x="277235" y="3596"/>
                    <a:pt x="274394" y="89"/>
                    <a:pt x="270133" y="89"/>
                  </a:cubicBezTo>
                  <a:cubicBezTo>
                    <a:pt x="267292" y="89"/>
                    <a:pt x="264806" y="1842"/>
                    <a:pt x="261966" y="7454"/>
                  </a:cubicBezTo>
                  <a:lnTo>
                    <a:pt x="112469" y="313991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9B84F155-D42F-B1A7-3253-57FE724FF969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3009156" y="4981596"/>
              <a:ext cx="344126" cy="14028"/>
            </a:xfrm>
            <a:custGeom>
              <a:avLst/>
              <a:gdLst>
                <a:gd name="connsiteX0" fmla="*/ 0 w 344126"/>
                <a:gd name="connsiteY0" fmla="*/ 0 h 14028"/>
                <a:gd name="connsiteX1" fmla="*/ 344127 w 344126"/>
                <a:gd name="connsiteY1" fmla="*/ 0 h 14028"/>
                <a:gd name="connsiteX2" fmla="*/ 344127 w 344126"/>
                <a:gd name="connsiteY2" fmla="*/ 14028 h 14028"/>
                <a:gd name="connsiteX3" fmla="*/ 0 w 344126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126" h="14028">
                  <a:moveTo>
                    <a:pt x="0" y="0"/>
                  </a:moveTo>
                  <a:lnTo>
                    <a:pt x="344127" y="0"/>
                  </a:lnTo>
                  <a:lnTo>
                    <a:pt x="344127" y="14028"/>
                  </a:lnTo>
                  <a:lnTo>
                    <a:pt x="0" y="14028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1D6923F-58D6-39C1-B23B-54000B9FC074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3023360" y="5024813"/>
              <a:ext cx="169027" cy="247263"/>
            </a:xfrm>
            <a:custGeom>
              <a:avLst/>
              <a:gdLst>
                <a:gd name="connsiteX0" fmla="*/ 169293 w 169027"/>
                <a:gd name="connsiteY0" fmla="*/ 3954 h 247263"/>
                <a:gd name="connsiteX1" fmla="*/ 164677 w 169027"/>
                <a:gd name="connsiteY1" fmla="*/ 96 h 247263"/>
                <a:gd name="connsiteX2" fmla="*/ 119579 w 169027"/>
                <a:gd name="connsiteY2" fmla="*/ 3954 h 247263"/>
                <a:gd name="connsiteX3" fmla="*/ 114608 w 169027"/>
                <a:gd name="connsiteY3" fmla="*/ 10618 h 247263"/>
                <a:gd name="connsiteX4" fmla="*/ 123130 w 169027"/>
                <a:gd name="connsiteY4" fmla="*/ 14827 h 247263"/>
                <a:gd name="connsiteX5" fmla="*/ 140885 w 169027"/>
                <a:gd name="connsiteY5" fmla="*/ 20789 h 247263"/>
                <a:gd name="connsiteX6" fmla="*/ 139820 w 169027"/>
                <a:gd name="connsiteY6" fmla="*/ 27804 h 247263"/>
                <a:gd name="connsiteX7" fmla="*/ 118514 w 169027"/>
                <a:gd name="connsiteY7" fmla="*/ 110927 h 247263"/>
                <a:gd name="connsiteX8" fmla="*/ 85845 w 169027"/>
                <a:gd name="connsiteY8" fmla="*/ 88480 h 247263"/>
                <a:gd name="connsiteX9" fmla="*/ 266 w 169027"/>
                <a:gd name="connsiteY9" fmla="*/ 191243 h 247263"/>
                <a:gd name="connsiteX10" fmla="*/ 47494 w 169027"/>
                <a:gd name="connsiteY10" fmla="*/ 247360 h 247263"/>
                <a:gd name="connsiteX11" fmla="*/ 93657 w 169027"/>
                <a:gd name="connsiteY11" fmla="*/ 221055 h 247263"/>
                <a:gd name="connsiteX12" fmla="*/ 125971 w 169027"/>
                <a:gd name="connsiteY12" fmla="*/ 247360 h 247263"/>
                <a:gd name="connsiteX13" fmla="*/ 152248 w 169027"/>
                <a:gd name="connsiteY13" fmla="*/ 228070 h 247263"/>
                <a:gd name="connsiteX14" fmla="*/ 162901 w 169027"/>
                <a:gd name="connsiteY14" fmla="*/ 193348 h 247263"/>
                <a:gd name="connsiteX15" fmla="*/ 158640 w 169027"/>
                <a:gd name="connsiteY15" fmla="*/ 189840 h 247263"/>
                <a:gd name="connsiteX16" fmla="*/ 153669 w 169027"/>
                <a:gd name="connsiteY16" fmla="*/ 196154 h 247263"/>
                <a:gd name="connsiteX17" fmla="*/ 126681 w 169027"/>
                <a:gd name="connsiteY17" fmla="*/ 239644 h 247263"/>
                <a:gd name="connsiteX18" fmla="*/ 116028 w 169027"/>
                <a:gd name="connsiteY18" fmla="*/ 223510 h 247263"/>
                <a:gd name="connsiteX19" fmla="*/ 118159 w 169027"/>
                <a:gd name="connsiteY19" fmla="*/ 206675 h 247263"/>
                <a:gd name="connsiteX20" fmla="*/ 169293 w 169027"/>
                <a:gd name="connsiteY20" fmla="*/ 3954 h 247263"/>
                <a:gd name="connsiteX21" fmla="*/ 95432 w 169027"/>
                <a:gd name="connsiteY21" fmla="*/ 201765 h 247263"/>
                <a:gd name="connsiteX22" fmla="*/ 88330 w 169027"/>
                <a:gd name="connsiteY22" fmla="*/ 214742 h 247263"/>
                <a:gd name="connsiteX23" fmla="*/ 48204 w 169027"/>
                <a:gd name="connsiteY23" fmla="*/ 239644 h 247263"/>
                <a:gd name="connsiteX24" fmla="*/ 25478 w 169027"/>
                <a:gd name="connsiteY24" fmla="*/ 206675 h 247263"/>
                <a:gd name="connsiteX25" fmla="*/ 45008 w 169027"/>
                <a:gd name="connsiteY25" fmla="*/ 129866 h 247263"/>
                <a:gd name="connsiteX26" fmla="*/ 86200 w 169027"/>
                <a:gd name="connsiteY26" fmla="*/ 96196 h 247263"/>
                <a:gd name="connsiteX27" fmla="*/ 114253 w 169027"/>
                <a:gd name="connsiteY27" fmla="*/ 127060 h 247263"/>
                <a:gd name="connsiteX28" fmla="*/ 113187 w 169027"/>
                <a:gd name="connsiteY28" fmla="*/ 133022 h 247263"/>
                <a:gd name="connsiteX29" fmla="*/ 95432 w 169027"/>
                <a:gd name="connsiteY29" fmla="*/ 201765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69027" h="247263">
                  <a:moveTo>
                    <a:pt x="169293" y="3954"/>
                  </a:moveTo>
                  <a:cubicBezTo>
                    <a:pt x="169293" y="3604"/>
                    <a:pt x="169293" y="96"/>
                    <a:pt x="164677" y="96"/>
                  </a:cubicBezTo>
                  <a:cubicBezTo>
                    <a:pt x="159350" y="96"/>
                    <a:pt x="125616" y="3253"/>
                    <a:pt x="119579" y="3954"/>
                  </a:cubicBezTo>
                  <a:cubicBezTo>
                    <a:pt x="116738" y="4305"/>
                    <a:pt x="114608" y="6059"/>
                    <a:pt x="114608" y="10618"/>
                  </a:cubicBezTo>
                  <a:cubicBezTo>
                    <a:pt x="114608" y="14827"/>
                    <a:pt x="117804" y="14827"/>
                    <a:pt x="123130" y="14827"/>
                  </a:cubicBezTo>
                  <a:cubicBezTo>
                    <a:pt x="140175" y="14827"/>
                    <a:pt x="140885" y="17282"/>
                    <a:pt x="140885" y="20789"/>
                  </a:cubicBezTo>
                  <a:lnTo>
                    <a:pt x="139820" y="27804"/>
                  </a:lnTo>
                  <a:lnTo>
                    <a:pt x="118514" y="110927"/>
                  </a:lnTo>
                  <a:cubicBezTo>
                    <a:pt x="112122" y="97950"/>
                    <a:pt x="101824" y="88480"/>
                    <a:pt x="85845" y="88480"/>
                  </a:cubicBezTo>
                  <a:cubicBezTo>
                    <a:pt x="44298" y="88480"/>
                    <a:pt x="266" y="140037"/>
                    <a:pt x="266" y="191243"/>
                  </a:cubicBezTo>
                  <a:cubicBezTo>
                    <a:pt x="266" y="224212"/>
                    <a:pt x="19796" y="247360"/>
                    <a:pt x="47494" y="247360"/>
                  </a:cubicBezTo>
                  <a:cubicBezTo>
                    <a:pt x="54596" y="247360"/>
                    <a:pt x="72351" y="245957"/>
                    <a:pt x="93657" y="221055"/>
                  </a:cubicBezTo>
                  <a:cubicBezTo>
                    <a:pt x="96498" y="235786"/>
                    <a:pt x="108926" y="247360"/>
                    <a:pt x="125971" y="247360"/>
                  </a:cubicBezTo>
                  <a:cubicBezTo>
                    <a:pt x="138399" y="247360"/>
                    <a:pt x="146567" y="239293"/>
                    <a:pt x="152248" y="228070"/>
                  </a:cubicBezTo>
                  <a:cubicBezTo>
                    <a:pt x="158285" y="215444"/>
                    <a:pt x="162901" y="194049"/>
                    <a:pt x="162901" y="193348"/>
                  </a:cubicBezTo>
                  <a:cubicBezTo>
                    <a:pt x="162901" y="189840"/>
                    <a:pt x="159705" y="189840"/>
                    <a:pt x="158640" y="189840"/>
                  </a:cubicBezTo>
                  <a:cubicBezTo>
                    <a:pt x="155089" y="189840"/>
                    <a:pt x="154734" y="191243"/>
                    <a:pt x="153669" y="196154"/>
                  </a:cubicBezTo>
                  <a:cubicBezTo>
                    <a:pt x="147632" y="218951"/>
                    <a:pt x="141240" y="239644"/>
                    <a:pt x="126681" y="239644"/>
                  </a:cubicBezTo>
                  <a:cubicBezTo>
                    <a:pt x="117093" y="239644"/>
                    <a:pt x="116028" y="230525"/>
                    <a:pt x="116028" y="223510"/>
                  </a:cubicBezTo>
                  <a:cubicBezTo>
                    <a:pt x="116028" y="215093"/>
                    <a:pt x="116738" y="212638"/>
                    <a:pt x="118159" y="206675"/>
                  </a:cubicBezTo>
                  <a:lnTo>
                    <a:pt x="169293" y="3954"/>
                  </a:lnTo>
                  <a:close/>
                  <a:moveTo>
                    <a:pt x="95432" y="201765"/>
                  </a:moveTo>
                  <a:cubicBezTo>
                    <a:pt x="93657" y="208078"/>
                    <a:pt x="93657" y="208780"/>
                    <a:pt x="88330" y="214742"/>
                  </a:cubicBezTo>
                  <a:cubicBezTo>
                    <a:pt x="72706" y="234032"/>
                    <a:pt x="58147" y="239644"/>
                    <a:pt x="48204" y="239644"/>
                  </a:cubicBezTo>
                  <a:cubicBezTo>
                    <a:pt x="30449" y="239644"/>
                    <a:pt x="25478" y="220354"/>
                    <a:pt x="25478" y="206675"/>
                  </a:cubicBezTo>
                  <a:cubicBezTo>
                    <a:pt x="25478" y="189139"/>
                    <a:pt x="36841" y="145999"/>
                    <a:pt x="45008" y="129866"/>
                  </a:cubicBezTo>
                  <a:cubicBezTo>
                    <a:pt x="56016" y="109173"/>
                    <a:pt x="71996" y="96196"/>
                    <a:pt x="86200" y="96196"/>
                  </a:cubicBezTo>
                  <a:cubicBezTo>
                    <a:pt x="109281" y="96196"/>
                    <a:pt x="114253" y="124956"/>
                    <a:pt x="114253" y="127060"/>
                  </a:cubicBezTo>
                  <a:cubicBezTo>
                    <a:pt x="114253" y="129164"/>
                    <a:pt x="113542" y="131269"/>
                    <a:pt x="113187" y="133022"/>
                  </a:cubicBezTo>
                  <a:lnTo>
                    <a:pt x="95432" y="201765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DC528B84-84A7-E98A-D715-7AB7D9ECA74D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3209641" y="5157809"/>
              <a:ext cx="109867" cy="163018"/>
            </a:xfrm>
            <a:custGeom>
              <a:avLst/>
              <a:gdLst>
                <a:gd name="connsiteX0" fmla="*/ 110139 w 109867"/>
                <a:gd name="connsiteY0" fmla="*/ 118434 h 163018"/>
                <a:gd name="connsiteX1" fmla="*/ 101687 w 109867"/>
                <a:gd name="connsiteY1" fmla="*/ 118434 h 163018"/>
                <a:gd name="connsiteX2" fmla="*/ 95225 w 109867"/>
                <a:gd name="connsiteY2" fmla="*/ 140775 h 163018"/>
                <a:gd name="connsiteX3" fmla="*/ 70616 w 109867"/>
                <a:gd name="connsiteY3" fmla="*/ 142248 h 163018"/>
                <a:gd name="connsiteX4" fmla="*/ 24879 w 109867"/>
                <a:gd name="connsiteY4" fmla="*/ 142248 h 163018"/>
                <a:gd name="connsiteX5" fmla="*/ 74593 w 109867"/>
                <a:gd name="connsiteY5" fmla="*/ 101002 h 163018"/>
                <a:gd name="connsiteX6" fmla="*/ 110139 w 109867"/>
                <a:gd name="connsiteY6" fmla="*/ 47972 h 163018"/>
                <a:gd name="connsiteX7" fmla="*/ 51973 w 109867"/>
                <a:gd name="connsiteY7" fmla="*/ 98 h 163018"/>
                <a:gd name="connsiteX8" fmla="*/ 271 w 109867"/>
                <a:gd name="connsiteY8" fmla="*/ 44044 h 163018"/>
                <a:gd name="connsiteX9" fmla="*/ 13445 w 109867"/>
                <a:gd name="connsiteY9" fmla="*/ 57793 h 163018"/>
                <a:gd name="connsiteX10" fmla="*/ 26619 w 109867"/>
                <a:gd name="connsiteY10" fmla="*/ 44781 h 163018"/>
                <a:gd name="connsiteX11" fmla="*/ 11954 w 109867"/>
                <a:gd name="connsiteY11" fmla="*/ 31769 h 163018"/>
                <a:gd name="connsiteX12" fmla="*/ 48245 w 109867"/>
                <a:gd name="connsiteY12" fmla="*/ 8936 h 163018"/>
                <a:gd name="connsiteX13" fmla="*/ 86027 w 109867"/>
                <a:gd name="connsiteY13" fmla="*/ 47972 h 163018"/>
                <a:gd name="connsiteX14" fmla="*/ 62662 w 109867"/>
                <a:gd name="connsiteY14" fmla="*/ 95110 h 163018"/>
                <a:gd name="connsiteX15" fmla="*/ 2757 w 109867"/>
                <a:gd name="connsiteY15" fmla="*/ 153542 h 163018"/>
                <a:gd name="connsiteX16" fmla="*/ 271 w 109867"/>
                <a:gd name="connsiteY16" fmla="*/ 163116 h 163018"/>
                <a:gd name="connsiteX17" fmla="*/ 102682 w 109867"/>
                <a:gd name="connsiteY17" fmla="*/ 163116 h 163018"/>
                <a:gd name="connsiteX18" fmla="*/ 110139 w 109867"/>
                <a:gd name="connsiteY18" fmla="*/ 118434 h 16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867" h="163018">
                  <a:moveTo>
                    <a:pt x="110139" y="118434"/>
                  </a:moveTo>
                  <a:lnTo>
                    <a:pt x="101687" y="118434"/>
                  </a:lnTo>
                  <a:cubicBezTo>
                    <a:pt x="100942" y="123835"/>
                    <a:pt x="98456" y="138320"/>
                    <a:pt x="95225" y="140775"/>
                  </a:cubicBezTo>
                  <a:cubicBezTo>
                    <a:pt x="93236" y="142248"/>
                    <a:pt x="74096" y="142248"/>
                    <a:pt x="70616" y="142248"/>
                  </a:cubicBezTo>
                  <a:lnTo>
                    <a:pt x="24879" y="142248"/>
                  </a:lnTo>
                  <a:cubicBezTo>
                    <a:pt x="50979" y="119416"/>
                    <a:pt x="59679" y="112541"/>
                    <a:pt x="74593" y="101002"/>
                  </a:cubicBezTo>
                  <a:cubicBezTo>
                    <a:pt x="92987" y="86517"/>
                    <a:pt x="110139" y="71296"/>
                    <a:pt x="110139" y="47972"/>
                  </a:cubicBezTo>
                  <a:cubicBezTo>
                    <a:pt x="110139" y="18266"/>
                    <a:pt x="83790" y="98"/>
                    <a:pt x="51973" y="98"/>
                  </a:cubicBezTo>
                  <a:cubicBezTo>
                    <a:pt x="21151" y="98"/>
                    <a:pt x="271" y="21457"/>
                    <a:pt x="271" y="44044"/>
                  </a:cubicBezTo>
                  <a:cubicBezTo>
                    <a:pt x="271" y="56565"/>
                    <a:pt x="10959" y="57793"/>
                    <a:pt x="13445" y="57793"/>
                  </a:cubicBezTo>
                  <a:cubicBezTo>
                    <a:pt x="19411" y="57793"/>
                    <a:pt x="26619" y="53619"/>
                    <a:pt x="26619" y="44781"/>
                  </a:cubicBezTo>
                  <a:cubicBezTo>
                    <a:pt x="26619" y="40361"/>
                    <a:pt x="24879" y="31769"/>
                    <a:pt x="11954" y="31769"/>
                  </a:cubicBezTo>
                  <a:cubicBezTo>
                    <a:pt x="19659" y="14337"/>
                    <a:pt x="36562" y="8936"/>
                    <a:pt x="48245" y="8936"/>
                  </a:cubicBezTo>
                  <a:cubicBezTo>
                    <a:pt x="73102" y="8936"/>
                    <a:pt x="86027" y="28086"/>
                    <a:pt x="86027" y="47972"/>
                  </a:cubicBezTo>
                  <a:cubicBezTo>
                    <a:pt x="86027" y="69332"/>
                    <a:pt x="70616" y="86272"/>
                    <a:pt x="62662" y="95110"/>
                  </a:cubicBezTo>
                  <a:lnTo>
                    <a:pt x="2757" y="153542"/>
                  </a:lnTo>
                  <a:cubicBezTo>
                    <a:pt x="271" y="155751"/>
                    <a:pt x="271" y="156242"/>
                    <a:pt x="271" y="163116"/>
                  </a:cubicBezTo>
                  <a:lnTo>
                    <a:pt x="102682" y="163116"/>
                  </a:lnTo>
                  <a:lnTo>
                    <a:pt x="110139" y="118434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09564EB6-41B9-FD0F-14B3-39A41E160AB6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3521570" y="4497590"/>
              <a:ext cx="174708" cy="841397"/>
            </a:xfrm>
            <a:custGeom>
              <a:avLst/>
              <a:gdLst>
                <a:gd name="connsiteX0" fmla="*/ 174989 w 174708"/>
                <a:gd name="connsiteY0" fmla="*/ 420949 h 841397"/>
                <a:gd name="connsiteX1" fmla="*/ 52835 w 174708"/>
                <a:gd name="connsiteY1" fmla="*/ 39356 h 841397"/>
                <a:gd name="connsiteX2" fmla="*/ 17680 w 174708"/>
                <a:gd name="connsiteY2" fmla="*/ 4284 h 841397"/>
                <a:gd name="connsiteX3" fmla="*/ 7737 w 174708"/>
                <a:gd name="connsiteY3" fmla="*/ 75 h 841397"/>
                <a:gd name="connsiteX4" fmla="*/ 280 w 174708"/>
                <a:gd name="connsiteY4" fmla="*/ 3582 h 841397"/>
                <a:gd name="connsiteX5" fmla="*/ 2410 w 174708"/>
                <a:gd name="connsiteY5" fmla="*/ 7089 h 841397"/>
                <a:gd name="connsiteX6" fmla="*/ 62422 w 174708"/>
                <a:gd name="connsiteY6" fmla="*/ 81093 h 841397"/>
                <a:gd name="connsiteX7" fmla="*/ 145515 w 174708"/>
                <a:gd name="connsiteY7" fmla="*/ 420598 h 841397"/>
                <a:gd name="connsiteX8" fmla="*/ 74140 w 174708"/>
                <a:gd name="connsiteY8" fmla="*/ 741164 h 841397"/>
                <a:gd name="connsiteX9" fmla="*/ 1700 w 174708"/>
                <a:gd name="connsiteY9" fmla="*/ 834808 h 841397"/>
                <a:gd name="connsiteX10" fmla="*/ 280 w 174708"/>
                <a:gd name="connsiteY10" fmla="*/ 837965 h 841397"/>
                <a:gd name="connsiteX11" fmla="*/ 7737 w 174708"/>
                <a:gd name="connsiteY11" fmla="*/ 841472 h 841397"/>
                <a:gd name="connsiteX12" fmla="*/ 18745 w 174708"/>
                <a:gd name="connsiteY12" fmla="*/ 836211 h 841397"/>
                <a:gd name="connsiteX13" fmla="*/ 174989 w 174708"/>
                <a:gd name="connsiteY13" fmla="*/ 420949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89" y="420949"/>
                  </a:moveTo>
                  <a:cubicBezTo>
                    <a:pt x="174989" y="283113"/>
                    <a:pt x="143030" y="144224"/>
                    <a:pt x="52835" y="39356"/>
                  </a:cubicBezTo>
                  <a:cubicBezTo>
                    <a:pt x="45733" y="31290"/>
                    <a:pt x="32239" y="16910"/>
                    <a:pt x="17680" y="4284"/>
                  </a:cubicBezTo>
                  <a:cubicBezTo>
                    <a:pt x="13418" y="75"/>
                    <a:pt x="12708" y="75"/>
                    <a:pt x="7737" y="75"/>
                  </a:cubicBezTo>
                  <a:cubicBezTo>
                    <a:pt x="3476" y="75"/>
                    <a:pt x="280" y="75"/>
                    <a:pt x="280" y="3582"/>
                  </a:cubicBezTo>
                  <a:cubicBezTo>
                    <a:pt x="280" y="4985"/>
                    <a:pt x="1700" y="6388"/>
                    <a:pt x="2410" y="7089"/>
                  </a:cubicBezTo>
                  <a:cubicBezTo>
                    <a:pt x="14839" y="19716"/>
                    <a:pt x="38631" y="43214"/>
                    <a:pt x="62422" y="81093"/>
                  </a:cubicBezTo>
                  <a:cubicBezTo>
                    <a:pt x="119593" y="171581"/>
                    <a:pt x="145515" y="285568"/>
                    <a:pt x="145515" y="420598"/>
                  </a:cubicBezTo>
                  <a:cubicBezTo>
                    <a:pt x="145515" y="514944"/>
                    <a:pt x="132732" y="636647"/>
                    <a:pt x="74140" y="741164"/>
                  </a:cubicBezTo>
                  <a:cubicBezTo>
                    <a:pt x="46088" y="790967"/>
                    <a:pt x="16614" y="820078"/>
                    <a:pt x="1700" y="834808"/>
                  </a:cubicBezTo>
                  <a:cubicBezTo>
                    <a:pt x="990" y="835861"/>
                    <a:pt x="280" y="836913"/>
                    <a:pt x="280" y="837965"/>
                  </a:cubicBezTo>
                  <a:cubicBezTo>
                    <a:pt x="280" y="841472"/>
                    <a:pt x="3476" y="841472"/>
                    <a:pt x="7737" y="841472"/>
                  </a:cubicBezTo>
                  <a:cubicBezTo>
                    <a:pt x="12708" y="841472"/>
                    <a:pt x="13418" y="841472"/>
                    <a:pt x="18745" y="836211"/>
                  </a:cubicBezTo>
                  <a:cubicBezTo>
                    <a:pt x="137703" y="729239"/>
                    <a:pt x="174989" y="568606"/>
                    <a:pt x="174989" y="420949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pic>
        <p:nvPicPr>
          <p:cNvPr id="103" name="Picture 102">
            <a:extLst>
              <a:ext uri="{FF2B5EF4-FFF2-40B4-BE49-F238E27FC236}">
                <a16:creationId xmlns:a16="http://schemas.microsoft.com/office/drawing/2014/main" id="{85B0AADF-D7DF-DA6F-EE75-CC66A4D754E4}"/>
              </a:ext>
            </a:extLst>
          </p:cNvPr>
          <p:cNvPicPr>
            <a:picLocks noChangeAspect="1"/>
          </p:cNvPicPr>
          <p:nvPr/>
        </p:nvPicPr>
        <p:blipFill rotWithShape="1">
          <a:blip r:embed="rId99"/>
          <a:srcRect t="36682" r="52203" b="4053"/>
          <a:stretch/>
        </p:blipFill>
        <p:spPr>
          <a:xfrm>
            <a:off x="8798793" y="1872720"/>
            <a:ext cx="2691548" cy="4693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02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FD2E-0E02-9164-488D-D2283783B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Multi-Head Attention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95AB99-D1FD-9476-8443-A49581F94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42</a:t>
            </a:fld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3050">
                <a:extLst>
                  <a:ext uri="{FF2B5EF4-FFF2-40B4-BE49-F238E27FC236}">
                    <a16:creationId xmlns:a16="http://schemas.microsoft.com/office/drawing/2014/main" id="{33B289E8-F405-F2CD-8A9A-12D1B2BF58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92332"/>
                <a:ext cx="10515600" cy="3985257"/>
              </a:xfrm>
            </p:spPr>
            <p:txBody>
              <a:bodyPr>
                <a:normAutofit/>
              </a:bodyPr>
              <a:lstStyle/>
              <a:p>
                <a:endParaRPr lang="en-CA" dirty="0"/>
              </a:p>
              <a:p>
                <a:endParaRPr lang="en-CA" dirty="0"/>
              </a:p>
              <a:p>
                <a:endParaRPr lang="en-CA" dirty="0"/>
              </a:p>
              <a:p>
                <a:endParaRPr lang="en-CA" dirty="0"/>
              </a:p>
              <a:p>
                <a:endParaRPr lang="en-CA" dirty="0"/>
              </a:p>
              <a:p>
                <a:r>
                  <a:rPr lang="en-CA" dirty="0"/>
                  <a:t>We can parallelize multiple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1" i="0" smtClean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en-CA" b="1" dirty="0"/>
                  <a:t> </a:t>
                </a:r>
                <a:r>
                  <a:rPr lang="en-CA" dirty="0"/>
                  <a:t>with </a:t>
                </a:r>
                <a:br>
                  <a:rPr lang="en-CA" dirty="0"/>
                </a:br>
                <a:r>
                  <a:rPr lang="en-CA" dirty="0"/>
                  <a:t>different random initialization (and hope they </a:t>
                </a:r>
                <a:br>
                  <a:rPr lang="en-CA" dirty="0"/>
                </a:br>
                <a:r>
                  <a:rPr lang="en-CA" dirty="0"/>
                  <a:t>learn different ways to attend tokens.</a:t>
                </a:r>
              </a:p>
            </p:txBody>
          </p:sp>
        </mc:Choice>
        <mc:Fallback>
          <p:sp>
            <p:nvSpPr>
              <p:cNvPr id="5" name="Content Placeholder 3050">
                <a:extLst>
                  <a:ext uri="{FF2B5EF4-FFF2-40B4-BE49-F238E27FC236}">
                    <a16:creationId xmlns:a16="http://schemas.microsoft.com/office/drawing/2014/main" id="{33B289E8-F405-F2CD-8A9A-12D1B2BF58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92332"/>
                <a:ext cx="10515600" cy="3985257"/>
              </a:xfrm>
              <a:blipFill>
                <a:blip r:embed="rId99"/>
                <a:stretch>
                  <a:fillRect l="-812" b="-76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\documentclass{article}&#10;\usepackage{amsmath,amssymb}&#10;\pagestyle{empty}&#10;\begin{document}&#10;&#10;\newcommand{\score}{\textrm{score}}&#10;\newcommand{\classify}{\textrm{classify}}&#10;\newcommand{\bx}{\mathbf{x}}&#10;&#10;\begin{align*}&#10;\mathbf{E} = (\textit{emb}(w_1), \ldots, \textit{emb}(w_k)) + \mathbf{P} \in \mathbb{R}^{d_1\times k}&#10;\end{align*}&#10;&#10;&#10;\end{document}" title="IguanaTex Vector Display">
            <a:extLst>
              <a:ext uri="{FF2B5EF4-FFF2-40B4-BE49-F238E27FC236}">
                <a16:creationId xmlns:a16="http://schemas.microsoft.com/office/drawing/2014/main" id="{9727972C-D2DE-7877-F30F-72BBFD5C2530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270000" y="1492096"/>
            <a:ext cx="6433543" cy="416198"/>
            <a:chOff x="6316688" y="4595178"/>
            <a:chExt cx="6433543" cy="416198"/>
          </a:xfrm>
          <a:solidFill>
            <a:schemeClr val="tx1"/>
          </a:solidFill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791260F-6F1B-F334-0C12-60AD5D47CE79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6316688" y="4674415"/>
              <a:ext cx="241328" cy="246379"/>
            </a:xfrm>
            <a:custGeom>
              <a:avLst/>
              <a:gdLst>
                <a:gd name="connsiteX0" fmla="*/ 241471 w 241328"/>
                <a:gd name="connsiteY0" fmla="*/ 147188 h 246379"/>
                <a:gd name="connsiteX1" fmla="*/ 224888 w 241328"/>
                <a:gd name="connsiteY1" fmla="*/ 147188 h 246379"/>
                <a:gd name="connsiteX2" fmla="*/ 141976 w 241328"/>
                <a:gd name="connsiteY2" fmla="*/ 229435 h 246379"/>
                <a:gd name="connsiteX3" fmla="*/ 88347 w 241328"/>
                <a:gd name="connsiteY3" fmla="*/ 229435 h 246379"/>
                <a:gd name="connsiteX4" fmla="*/ 88347 w 241328"/>
                <a:gd name="connsiteY4" fmla="*/ 127260 h 246379"/>
                <a:gd name="connsiteX5" fmla="*/ 107752 w 241328"/>
                <a:gd name="connsiteY5" fmla="*/ 127260 h 246379"/>
                <a:gd name="connsiteX6" fmla="*/ 145151 w 241328"/>
                <a:gd name="connsiteY6" fmla="*/ 169652 h 246379"/>
                <a:gd name="connsiteX7" fmla="*/ 161734 w 241328"/>
                <a:gd name="connsiteY7" fmla="*/ 169652 h 246379"/>
                <a:gd name="connsiteX8" fmla="*/ 161734 w 241328"/>
                <a:gd name="connsiteY8" fmla="*/ 67839 h 246379"/>
                <a:gd name="connsiteX9" fmla="*/ 145151 w 241328"/>
                <a:gd name="connsiteY9" fmla="*/ 67839 h 246379"/>
                <a:gd name="connsiteX10" fmla="*/ 107752 w 241328"/>
                <a:gd name="connsiteY10" fmla="*/ 110231 h 246379"/>
                <a:gd name="connsiteX11" fmla="*/ 88347 w 241328"/>
                <a:gd name="connsiteY11" fmla="*/ 110231 h 246379"/>
                <a:gd name="connsiteX12" fmla="*/ 88347 w 241328"/>
                <a:gd name="connsiteY12" fmla="*/ 17114 h 246379"/>
                <a:gd name="connsiteX13" fmla="*/ 141976 w 241328"/>
                <a:gd name="connsiteY13" fmla="*/ 17114 h 246379"/>
                <a:gd name="connsiteX14" fmla="*/ 213598 w 241328"/>
                <a:gd name="connsiteY14" fmla="*/ 87405 h 246379"/>
                <a:gd name="connsiteX15" fmla="*/ 230181 w 241328"/>
                <a:gd name="connsiteY15" fmla="*/ 87405 h 246379"/>
                <a:gd name="connsiteX16" fmla="*/ 219243 w 241328"/>
                <a:gd name="connsiteY16" fmla="*/ 85 h 246379"/>
                <a:gd name="connsiteX17" fmla="*/ 142 w 241328"/>
                <a:gd name="connsiteY17" fmla="*/ 85 h 246379"/>
                <a:gd name="connsiteX18" fmla="*/ 142 w 241328"/>
                <a:gd name="connsiteY18" fmla="*/ 17114 h 246379"/>
                <a:gd name="connsiteX19" fmla="*/ 38247 w 241328"/>
                <a:gd name="connsiteY19" fmla="*/ 17114 h 246379"/>
                <a:gd name="connsiteX20" fmla="*/ 38247 w 241328"/>
                <a:gd name="connsiteY20" fmla="*/ 229435 h 246379"/>
                <a:gd name="connsiteX21" fmla="*/ 142 w 241328"/>
                <a:gd name="connsiteY21" fmla="*/ 229435 h 246379"/>
                <a:gd name="connsiteX22" fmla="*/ 142 w 241328"/>
                <a:gd name="connsiteY22" fmla="*/ 246464 h 246379"/>
                <a:gd name="connsiteX23" fmla="*/ 225241 w 241328"/>
                <a:gd name="connsiteY23" fmla="*/ 246464 h 246379"/>
                <a:gd name="connsiteX24" fmla="*/ 241471 w 241328"/>
                <a:gd name="connsiteY24" fmla="*/ 147188 h 246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1328" h="246379">
                  <a:moveTo>
                    <a:pt x="241471" y="147188"/>
                  </a:moveTo>
                  <a:lnTo>
                    <a:pt x="224888" y="147188"/>
                  </a:lnTo>
                  <a:cubicBezTo>
                    <a:pt x="217126" y="197188"/>
                    <a:pt x="207247" y="229435"/>
                    <a:pt x="141976" y="229435"/>
                  </a:cubicBezTo>
                  <a:lnTo>
                    <a:pt x="88347" y="229435"/>
                  </a:lnTo>
                  <a:lnTo>
                    <a:pt x="88347" y="127260"/>
                  </a:lnTo>
                  <a:lnTo>
                    <a:pt x="107752" y="127260"/>
                  </a:lnTo>
                  <a:cubicBezTo>
                    <a:pt x="141623" y="127260"/>
                    <a:pt x="145151" y="142840"/>
                    <a:pt x="145151" y="169652"/>
                  </a:cubicBezTo>
                  <a:lnTo>
                    <a:pt x="161734" y="169652"/>
                  </a:lnTo>
                  <a:lnTo>
                    <a:pt x="161734" y="67839"/>
                  </a:lnTo>
                  <a:lnTo>
                    <a:pt x="145151" y="67839"/>
                  </a:lnTo>
                  <a:cubicBezTo>
                    <a:pt x="145151" y="94651"/>
                    <a:pt x="141976" y="110231"/>
                    <a:pt x="107752" y="110231"/>
                  </a:cubicBezTo>
                  <a:lnTo>
                    <a:pt x="88347" y="110231"/>
                  </a:lnTo>
                  <a:lnTo>
                    <a:pt x="88347" y="17114"/>
                  </a:lnTo>
                  <a:lnTo>
                    <a:pt x="141976" y="17114"/>
                  </a:lnTo>
                  <a:cubicBezTo>
                    <a:pt x="198780" y="17114"/>
                    <a:pt x="207953" y="43563"/>
                    <a:pt x="213598" y="87405"/>
                  </a:cubicBezTo>
                  <a:lnTo>
                    <a:pt x="230181" y="87405"/>
                  </a:lnTo>
                  <a:lnTo>
                    <a:pt x="219243" y="85"/>
                  </a:lnTo>
                  <a:lnTo>
                    <a:pt x="142" y="85"/>
                  </a:lnTo>
                  <a:lnTo>
                    <a:pt x="142" y="17114"/>
                  </a:lnTo>
                  <a:lnTo>
                    <a:pt x="38247" y="17114"/>
                  </a:lnTo>
                  <a:lnTo>
                    <a:pt x="38247" y="229435"/>
                  </a:lnTo>
                  <a:lnTo>
                    <a:pt x="142" y="229435"/>
                  </a:lnTo>
                  <a:lnTo>
                    <a:pt x="142" y="246464"/>
                  </a:lnTo>
                  <a:lnTo>
                    <a:pt x="225241" y="246464"/>
                  </a:lnTo>
                  <a:lnTo>
                    <a:pt x="241471" y="147188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29F76A7-D47A-BE7D-2299-C42B9D38732D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6687263" y="4787822"/>
              <a:ext cx="234625" cy="84783"/>
            </a:xfrm>
            <a:custGeom>
              <a:avLst/>
              <a:gdLst>
                <a:gd name="connsiteX0" fmla="*/ 222782 w 234625"/>
                <a:gd name="connsiteY0" fmla="*/ 14578 h 84783"/>
                <a:gd name="connsiteX1" fmla="*/ 234778 w 234625"/>
                <a:gd name="connsiteY1" fmla="*/ 7331 h 84783"/>
                <a:gd name="connsiteX2" fmla="*/ 223134 w 234625"/>
                <a:gd name="connsiteY2" fmla="*/ 85 h 84783"/>
                <a:gd name="connsiteX3" fmla="*/ 11795 w 234625"/>
                <a:gd name="connsiteY3" fmla="*/ 85 h 84783"/>
                <a:gd name="connsiteX4" fmla="*/ 152 w 234625"/>
                <a:gd name="connsiteY4" fmla="*/ 7331 h 84783"/>
                <a:gd name="connsiteX5" fmla="*/ 12148 w 234625"/>
                <a:gd name="connsiteY5" fmla="*/ 14578 h 84783"/>
                <a:gd name="connsiteX6" fmla="*/ 222782 w 234625"/>
                <a:gd name="connsiteY6" fmla="*/ 14578 h 84783"/>
                <a:gd name="connsiteX7" fmla="*/ 223134 w 234625"/>
                <a:gd name="connsiteY7" fmla="*/ 84868 h 84783"/>
                <a:gd name="connsiteX8" fmla="*/ 234778 w 234625"/>
                <a:gd name="connsiteY8" fmla="*/ 77622 h 84783"/>
                <a:gd name="connsiteX9" fmla="*/ 222782 w 234625"/>
                <a:gd name="connsiteY9" fmla="*/ 70375 h 84783"/>
                <a:gd name="connsiteX10" fmla="*/ 12148 w 234625"/>
                <a:gd name="connsiteY10" fmla="*/ 70375 h 84783"/>
                <a:gd name="connsiteX11" fmla="*/ 152 w 234625"/>
                <a:gd name="connsiteY11" fmla="*/ 77622 h 84783"/>
                <a:gd name="connsiteX12" fmla="*/ 11795 w 234625"/>
                <a:gd name="connsiteY12" fmla="*/ 84868 h 84783"/>
                <a:gd name="connsiteX13" fmla="*/ 223134 w 234625"/>
                <a:gd name="connsiteY13" fmla="*/ 84868 h 84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625" h="84783">
                  <a:moveTo>
                    <a:pt x="222782" y="14578"/>
                  </a:moveTo>
                  <a:cubicBezTo>
                    <a:pt x="228074" y="14578"/>
                    <a:pt x="234778" y="14578"/>
                    <a:pt x="234778" y="7331"/>
                  </a:cubicBezTo>
                  <a:cubicBezTo>
                    <a:pt x="234778" y="85"/>
                    <a:pt x="228074" y="85"/>
                    <a:pt x="223134" y="85"/>
                  </a:cubicBezTo>
                  <a:lnTo>
                    <a:pt x="11795" y="85"/>
                  </a:lnTo>
                  <a:cubicBezTo>
                    <a:pt x="6856" y="85"/>
                    <a:pt x="152" y="85"/>
                    <a:pt x="152" y="7331"/>
                  </a:cubicBezTo>
                  <a:cubicBezTo>
                    <a:pt x="152" y="14578"/>
                    <a:pt x="6856" y="14578"/>
                    <a:pt x="12148" y="14578"/>
                  </a:cubicBezTo>
                  <a:lnTo>
                    <a:pt x="222782" y="14578"/>
                  </a:lnTo>
                  <a:close/>
                  <a:moveTo>
                    <a:pt x="223134" y="84868"/>
                  </a:moveTo>
                  <a:cubicBezTo>
                    <a:pt x="228074" y="84868"/>
                    <a:pt x="234778" y="84868"/>
                    <a:pt x="234778" y="77622"/>
                  </a:cubicBezTo>
                  <a:cubicBezTo>
                    <a:pt x="234778" y="70375"/>
                    <a:pt x="228074" y="70375"/>
                    <a:pt x="222782" y="70375"/>
                  </a:cubicBezTo>
                  <a:lnTo>
                    <a:pt x="12148" y="70375"/>
                  </a:lnTo>
                  <a:cubicBezTo>
                    <a:pt x="6856" y="70375"/>
                    <a:pt x="152" y="70375"/>
                    <a:pt x="152" y="77622"/>
                  </a:cubicBezTo>
                  <a:cubicBezTo>
                    <a:pt x="152" y="84868"/>
                    <a:pt x="6856" y="84868"/>
                    <a:pt x="11795" y="84868"/>
                  </a:cubicBezTo>
                  <a:lnTo>
                    <a:pt x="223134" y="84868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21281B-52AB-F28A-8A6B-0A469DE4D667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7074853" y="4649053"/>
              <a:ext cx="81854" cy="362323"/>
            </a:xfrm>
            <a:custGeom>
              <a:avLst/>
              <a:gdLst>
                <a:gd name="connsiteX0" fmla="*/ 82017 w 81854"/>
                <a:gd name="connsiteY0" fmla="*/ 358785 h 362323"/>
                <a:gd name="connsiteX1" fmla="*/ 76019 w 81854"/>
                <a:gd name="connsiteY1" fmla="*/ 350813 h 362323"/>
                <a:gd name="connsiteX2" fmla="*/ 20626 w 81854"/>
                <a:gd name="connsiteY2" fmla="*/ 181246 h 362323"/>
                <a:gd name="connsiteX3" fmla="*/ 77430 w 81854"/>
                <a:gd name="connsiteY3" fmla="*/ 9867 h 362323"/>
                <a:gd name="connsiteX4" fmla="*/ 82017 w 81854"/>
                <a:gd name="connsiteY4" fmla="*/ 3708 h 362323"/>
                <a:gd name="connsiteX5" fmla="*/ 78489 w 81854"/>
                <a:gd name="connsiteY5" fmla="*/ 85 h 362323"/>
                <a:gd name="connsiteX6" fmla="*/ 22391 w 81854"/>
                <a:gd name="connsiteY6" fmla="*/ 70738 h 362323"/>
                <a:gd name="connsiteX7" fmla="*/ 163 w 81854"/>
                <a:gd name="connsiteY7" fmla="*/ 181246 h 362323"/>
                <a:gd name="connsiteX8" fmla="*/ 23449 w 81854"/>
                <a:gd name="connsiteY8" fmla="*/ 294291 h 362323"/>
                <a:gd name="connsiteX9" fmla="*/ 78489 w 81854"/>
                <a:gd name="connsiteY9" fmla="*/ 362408 h 362323"/>
                <a:gd name="connsiteX10" fmla="*/ 82017 w 81854"/>
                <a:gd name="connsiteY10" fmla="*/ 358785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854" h="362323">
                  <a:moveTo>
                    <a:pt x="82017" y="358785"/>
                  </a:moveTo>
                  <a:cubicBezTo>
                    <a:pt x="82017" y="357698"/>
                    <a:pt x="82017" y="356973"/>
                    <a:pt x="76019" y="350813"/>
                  </a:cubicBezTo>
                  <a:cubicBezTo>
                    <a:pt x="31917" y="305161"/>
                    <a:pt x="20626" y="236682"/>
                    <a:pt x="20626" y="181246"/>
                  </a:cubicBezTo>
                  <a:cubicBezTo>
                    <a:pt x="20626" y="118202"/>
                    <a:pt x="34034" y="55158"/>
                    <a:pt x="77430" y="9867"/>
                  </a:cubicBezTo>
                  <a:cubicBezTo>
                    <a:pt x="82017" y="5520"/>
                    <a:pt x="82017" y="4795"/>
                    <a:pt x="82017" y="3708"/>
                  </a:cubicBezTo>
                  <a:cubicBezTo>
                    <a:pt x="82017" y="1172"/>
                    <a:pt x="80606" y="85"/>
                    <a:pt x="78489" y="85"/>
                  </a:cubicBezTo>
                  <a:cubicBezTo>
                    <a:pt x="74961" y="85"/>
                    <a:pt x="43207" y="24723"/>
                    <a:pt x="22391" y="70738"/>
                  </a:cubicBezTo>
                  <a:cubicBezTo>
                    <a:pt x="4397" y="110593"/>
                    <a:pt x="163" y="150811"/>
                    <a:pt x="163" y="181246"/>
                  </a:cubicBezTo>
                  <a:cubicBezTo>
                    <a:pt x="163" y="209507"/>
                    <a:pt x="4044" y="253349"/>
                    <a:pt x="23449" y="294291"/>
                  </a:cubicBezTo>
                  <a:cubicBezTo>
                    <a:pt x="44618" y="338857"/>
                    <a:pt x="74961" y="362408"/>
                    <a:pt x="78489" y="362408"/>
                  </a:cubicBezTo>
                  <a:cubicBezTo>
                    <a:pt x="80606" y="362408"/>
                    <a:pt x="82017" y="361321"/>
                    <a:pt x="82017" y="358785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CD8B792-EC12-254E-460E-AB71F292EE24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7217354" y="4760648"/>
              <a:ext cx="124898" cy="164132"/>
            </a:xfrm>
            <a:custGeom>
              <a:avLst/>
              <a:gdLst>
                <a:gd name="connsiteX0" fmla="*/ 44269 w 124898"/>
                <a:gd name="connsiteY0" fmla="*/ 76535 h 164132"/>
                <a:gd name="connsiteX1" fmla="*/ 95428 w 124898"/>
                <a:gd name="connsiteY1" fmla="*/ 68564 h 164132"/>
                <a:gd name="connsiteX2" fmla="*/ 123301 w 124898"/>
                <a:gd name="connsiteY2" fmla="*/ 30882 h 164132"/>
                <a:gd name="connsiteX3" fmla="*/ 87666 w 124898"/>
                <a:gd name="connsiteY3" fmla="*/ 85 h 164132"/>
                <a:gd name="connsiteX4" fmla="*/ 167 w 124898"/>
                <a:gd name="connsiteY4" fmla="*/ 100811 h 164132"/>
                <a:gd name="connsiteX5" fmla="*/ 50620 w 124898"/>
                <a:gd name="connsiteY5" fmla="*/ 164217 h 164132"/>
                <a:gd name="connsiteX6" fmla="*/ 125065 w 124898"/>
                <a:gd name="connsiteY6" fmla="*/ 122550 h 164132"/>
                <a:gd name="connsiteX7" fmla="*/ 119420 w 124898"/>
                <a:gd name="connsiteY7" fmla="*/ 116753 h 164132"/>
                <a:gd name="connsiteX8" fmla="*/ 114833 w 124898"/>
                <a:gd name="connsiteY8" fmla="*/ 120738 h 164132"/>
                <a:gd name="connsiteX9" fmla="*/ 51326 w 124898"/>
                <a:gd name="connsiteY9" fmla="*/ 156246 h 164132"/>
                <a:gd name="connsiteX10" fmla="*/ 24511 w 124898"/>
                <a:gd name="connsiteY10" fmla="*/ 116390 h 164132"/>
                <a:gd name="connsiteX11" fmla="*/ 30509 w 124898"/>
                <a:gd name="connsiteY11" fmla="*/ 76535 h 164132"/>
                <a:gd name="connsiteX12" fmla="*/ 44269 w 124898"/>
                <a:gd name="connsiteY12" fmla="*/ 76535 h 164132"/>
                <a:gd name="connsiteX13" fmla="*/ 32626 w 124898"/>
                <a:gd name="connsiteY13" fmla="*/ 68564 h 164132"/>
                <a:gd name="connsiteX14" fmla="*/ 87666 w 124898"/>
                <a:gd name="connsiteY14" fmla="*/ 8056 h 164132"/>
                <a:gd name="connsiteX15" fmla="*/ 109894 w 124898"/>
                <a:gd name="connsiteY15" fmla="*/ 30158 h 164132"/>
                <a:gd name="connsiteX16" fmla="*/ 40035 w 124898"/>
                <a:gd name="connsiteY16" fmla="*/ 68564 h 164132"/>
                <a:gd name="connsiteX17" fmla="*/ 32626 w 124898"/>
                <a:gd name="connsiteY17" fmla="*/ 6856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4898" h="164132">
                  <a:moveTo>
                    <a:pt x="44269" y="76535"/>
                  </a:moveTo>
                  <a:cubicBezTo>
                    <a:pt x="54854" y="76535"/>
                    <a:pt x="78493" y="75448"/>
                    <a:pt x="95428" y="68564"/>
                  </a:cubicBezTo>
                  <a:cubicBezTo>
                    <a:pt x="123301" y="56969"/>
                    <a:pt x="123301" y="33418"/>
                    <a:pt x="123301" y="30882"/>
                  </a:cubicBezTo>
                  <a:cubicBezTo>
                    <a:pt x="123301" y="14215"/>
                    <a:pt x="110247" y="85"/>
                    <a:pt x="87666" y="85"/>
                  </a:cubicBezTo>
                  <a:cubicBezTo>
                    <a:pt x="50620" y="85"/>
                    <a:pt x="167" y="36679"/>
                    <a:pt x="167" y="100811"/>
                  </a:cubicBezTo>
                  <a:cubicBezTo>
                    <a:pt x="167" y="133420"/>
                    <a:pt x="17102" y="164217"/>
                    <a:pt x="50620" y="164217"/>
                  </a:cubicBezTo>
                  <a:cubicBezTo>
                    <a:pt x="95781" y="164217"/>
                    <a:pt x="125065" y="127985"/>
                    <a:pt x="125065" y="122550"/>
                  </a:cubicBezTo>
                  <a:cubicBezTo>
                    <a:pt x="125065" y="120738"/>
                    <a:pt x="122242" y="116753"/>
                    <a:pt x="119420" y="116753"/>
                  </a:cubicBezTo>
                  <a:cubicBezTo>
                    <a:pt x="118009" y="116753"/>
                    <a:pt x="117656" y="117115"/>
                    <a:pt x="114833" y="120738"/>
                  </a:cubicBezTo>
                  <a:cubicBezTo>
                    <a:pt x="88725" y="154797"/>
                    <a:pt x="57324" y="156246"/>
                    <a:pt x="51326" y="156246"/>
                  </a:cubicBezTo>
                  <a:cubicBezTo>
                    <a:pt x="28392" y="156246"/>
                    <a:pt x="24511" y="130521"/>
                    <a:pt x="24511" y="116390"/>
                  </a:cubicBezTo>
                  <a:cubicBezTo>
                    <a:pt x="24511" y="102622"/>
                    <a:pt x="28040" y="86318"/>
                    <a:pt x="30509" y="76535"/>
                  </a:cubicBezTo>
                  <a:lnTo>
                    <a:pt x="44269" y="76535"/>
                  </a:lnTo>
                  <a:close/>
                  <a:moveTo>
                    <a:pt x="32626" y="68564"/>
                  </a:moveTo>
                  <a:cubicBezTo>
                    <a:pt x="47797" y="9143"/>
                    <a:pt x="84138" y="8056"/>
                    <a:pt x="87666" y="8056"/>
                  </a:cubicBezTo>
                  <a:cubicBezTo>
                    <a:pt x="101779" y="8056"/>
                    <a:pt x="109894" y="17839"/>
                    <a:pt x="109894" y="30158"/>
                  </a:cubicBezTo>
                  <a:cubicBezTo>
                    <a:pt x="109894" y="68564"/>
                    <a:pt x="51678" y="68564"/>
                    <a:pt x="40035" y="68564"/>
                  </a:cubicBezTo>
                  <a:lnTo>
                    <a:pt x="32626" y="68564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42C40D7-BCA9-E72C-8DC0-21902AA1057C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7368712" y="4760648"/>
              <a:ext cx="267790" cy="164132"/>
            </a:xfrm>
            <a:custGeom>
              <a:avLst/>
              <a:gdLst>
                <a:gd name="connsiteX0" fmla="*/ 52036 w 267790"/>
                <a:gd name="connsiteY0" fmla="*/ 96825 h 164132"/>
                <a:gd name="connsiteX1" fmla="*/ 57681 w 267790"/>
                <a:gd name="connsiteY1" fmla="*/ 73274 h 164132"/>
                <a:gd name="connsiteX2" fmla="*/ 66501 w 267790"/>
                <a:gd name="connsiteY2" fmla="*/ 47187 h 164132"/>
                <a:gd name="connsiteX3" fmla="*/ 116249 w 267790"/>
                <a:gd name="connsiteY3" fmla="*/ 8056 h 164132"/>
                <a:gd name="connsiteX4" fmla="*/ 132479 w 267790"/>
                <a:gd name="connsiteY4" fmla="*/ 31969 h 164132"/>
                <a:gd name="connsiteX5" fmla="*/ 129303 w 267790"/>
                <a:gd name="connsiteY5" fmla="*/ 55520 h 164132"/>
                <a:gd name="connsiteX6" fmla="*/ 106370 w 267790"/>
                <a:gd name="connsiteY6" fmla="*/ 149724 h 164132"/>
                <a:gd name="connsiteX7" fmla="*/ 105312 w 267790"/>
                <a:gd name="connsiteY7" fmla="*/ 154797 h 164132"/>
                <a:gd name="connsiteX8" fmla="*/ 115191 w 267790"/>
                <a:gd name="connsiteY8" fmla="*/ 164217 h 164132"/>
                <a:gd name="connsiteX9" fmla="*/ 127892 w 267790"/>
                <a:gd name="connsiteY9" fmla="*/ 154797 h 164132"/>
                <a:gd name="connsiteX10" fmla="*/ 142005 w 267790"/>
                <a:gd name="connsiteY10" fmla="*/ 96825 h 164132"/>
                <a:gd name="connsiteX11" fmla="*/ 147650 w 267790"/>
                <a:gd name="connsiteY11" fmla="*/ 73274 h 164132"/>
                <a:gd name="connsiteX12" fmla="*/ 156471 w 267790"/>
                <a:gd name="connsiteY12" fmla="*/ 47187 h 164132"/>
                <a:gd name="connsiteX13" fmla="*/ 206218 w 267790"/>
                <a:gd name="connsiteY13" fmla="*/ 8056 h 164132"/>
                <a:gd name="connsiteX14" fmla="*/ 222448 w 267790"/>
                <a:gd name="connsiteY14" fmla="*/ 31969 h 164132"/>
                <a:gd name="connsiteX15" fmla="*/ 201984 w 267790"/>
                <a:gd name="connsiteY15" fmla="*/ 112043 h 164132"/>
                <a:gd name="connsiteX16" fmla="*/ 196339 w 267790"/>
                <a:gd name="connsiteY16" fmla="*/ 135231 h 164132"/>
                <a:gd name="connsiteX17" fmla="*/ 223153 w 267790"/>
                <a:gd name="connsiteY17" fmla="*/ 164217 h 164132"/>
                <a:gd name="connsiteX18" fmla="*/ 267962 w 267790"/>
                <a:gd name="connsiteY18" fmla="*/ 108419 h 164132"/>
                <a:gd name="connsiteX19" fmla="*/ 262669 w 267790"/>
                <a:gd name="connsiteY19" fmla="*/ 104796 h 164132"/>
                <a:gd name="connsiteX20" fmla="*/ 256671 w 267790"/>
                <a:gd name="connsiteY20" fmla="*/ 110956 h 164132"/>
                <a:gd name="connsiteX21" fmla="*/ 223859 w 267790"/>
                <a:gd name="connsiteY21" fmla="*/ 156246 h 164132"/>
                <a:gd name="connsiteX22" fmla="*/ 216097 w 267790"/>
                <a:gd name="connsiteY22" fmla="*/ 145739 h 164132"/>
                <a:gd name="connsiteX23" fmla="*/ 222448 w 267790"/>
                <a:gd name="connsiteY23" fmla="*/ 118564 h 164132"/>
                <a:gd name="connsiteX24" fmla="*/ 243970 w 267790"/>
                <a:gd name="connsiteY24" fmla="*/ 37766 h 164132"/>
                <a:gd name="connsiteX25" fmla="*/ 206924 w 267790"/>
                <a:gd name="connsiteY25" fmla="*/ 85 h 164132"/>
                <a:gd name="connsiteX26" fmla="*/ 154001 w 267790"/>
                <a:gd name="connsiteY26" fmla="*/ 31969 h 164132"/>
                <a:gd name="connsiteX27" fmla="*/ 116955 w 267790"/>
                <a:gd name="connsiteY27" fmla="*/ 85 h 164132"/>
                <a:gd name="connsiteX28" fmla="*/ 66501 w 267790"/>
                <a:gd name="connsiteY28" fmla="*/ 28708 h 164132"/>
                <a:gd name="connsiteX29" fmla="*/ 36865 w 267790"/>
                <a:gd name="connsiteY29" fmla="*/ 85 h 164132"/>
                <a:gd name="connsiteX30" fmla="*/ 11462 w 267790"/>
                <a:gd name="connsiteY30" fmla="*/ 19288 h 164132"/>
                <a:gd name="connsiteX31" fmla="*/ 171 w 267790"/>
                <a:gd name="connsiteY31" fmla="*/ 55882 h 164132"/>
                <a:gd name="connsiteX32" fmla="*/ 5464 w 267790"/>
                <a:gd name="connsiteY32" fmla="*/ 59506 h 164132"/>
                <a:gd name="connsiteX33" fmla="*/ 12167 w 267790"/>
                <a:gd name="connsiteY33" fmla="*/ 51172 h 164132"/>
                <a:gd name="connsiteX34" fmla="*/ 36159 w 267790"/>
                <a:gd name="connsiteY34" fmla="*/ 8056 h 164132"/>
                <a:gd name="connsiteX35" fmla="*/ 45332 w 267790"/>
                <a:gd name="connsiteY35" fmla="*/ 22549 h 164132"/>
                <a:gd name="connsiteX36" fmla="*/ 42863 w 267790"/>
                <a:gd name="connsiteY36" fmla="*/ 41027 h 164132"/>
                <a:gd name="connsiteX37" fmla="*/ 16401 w 267790"/>
                <a:gd name="connsiteY37" fmla="*/ 149724 h 164132"/>
                <a:gd name="connsiteX38" fmla="*/ 15343 w 267790"/>
                <a:gd name="connsiteY38" fmla="*/ 154797 h 164132"/>
                <a:gd name="connsiteX39" fmla="*/ 25222 w 267790"/>
                <a:gd name="connsiteY39" fmla="*/ 164217 h 164132"/>
                <a:gd name="connsiteX40" fmla="*/ 37923 w 267790"/>
                <a:gd name="connsiteY40" fmla="*/ 154797 h 164132"/>
                <a:gd name="connsiteX41" fmla="*/ 52036 w 267790"/>
                <a:gd name="connsiteY41" fmla="*/ 96825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67790" h="164132">
                  <a:moveTo>
                    <a:pt x="52036" y="96825"/>
                  </a:moveTo>
                  <a:cubicBezTo>
                    <a:pt x="53800" y="88854"/>
                    <a:pt x="55917" y="81245"/>
                    <a:pt x="57681" y="73274"/>
                  </a:cubicBezTo>
                  <a:cubicBezTo>
                    <a:pt x="62268" y="55520"/>
                    <a:pt x="62268" y="54795"/>
                    <a:pt x="66501" y="47187"/>
                  </a:cubicBezTo>
                  <a:cubicBezTo>
                    <a:pt x="76733" y="29071"/>
                    <a:pt x="91905" y="8056"/>
                    <a:pt x="116249" y="8056"/>
                  </a:cubicBezTo>
                  <a:cubicBezTo>
                    <a:pt x="132479" y="8056"/>
                    <a:pt x="132479" y="26534"/>
                    <a:pt x="132479" y="31969"/>
                  </a:cubicBezTo>
                  <a:cubicBezTo>
                    <a:pt x="132479" y="41752"/>
                    <a:pt x="130009" y="52259"/>
                    <a:pt x="129303" y="55520"/>
                  </a:cubicBezTo>
                  <a:lnTo>
                    <a:pt x="106370" y="149724"/>
                  </a:lnTo>
                  <a:cubicBezTo>
                    <a:pt x="105665" y="151898"/>
                    <a:pt x="105312" y="153710"/>
                    <a:pt x="105312" y="154797"/>
                  </a:cubicBezTo>
                  <a:cubicBezTo>
                    <a:pt x="105312" y="158782"/>
                    <a:pt x="108134" y="164217"/>
                    <a:pt x="115191" y="164217"/>
                  </a:cubicBezTo>
                  <a:cubicBezTo>
                    <a:pt x="119424" y="164217"/>
                    <a:pt x="125422" y="161681"/>
                    <a:pt x="127892" y="154797"/>
                  </a:cubicBezTo>
                  <a:lnTo>
                    <a:pt x="142005" y="96825"/>
                  </a:lnTo>
                  <a:cubicBezTo>
                    <a:pt x="143769" y="88854"/>
                    <a:pt x="145886" y="81245"/>
                    <a:pt x="147650" y="73274"/>
                  </a:cubicBezTo>
                  <a:cubicBezTo>
                    <a:pt x="152237" y="55520"/>
                    <a:pt x="152237" y="54795"/>
                    <a:pt x="156471" y="47187"/>
                  </a:cubicBezTo>
                  <a:cubicBezTo>
                    <a:pt x="166702" y="29071"/>
                    <a:pt x="181874" y="8056"/>
                    <a:pt x="206218" y="8056"/>
                  </a:cubicBezTo>
                  <a:cubicBezTo>
                    <a:pt x="222448" y="8056"/>
                    <a:pt x="222448" y="26534"/>
                    <a:pt x="222448" y="31969"/>
                  </a:cubicBezTo>
                  <a:cubicBezTo>
                    <a:pt x="222448" y="54433"/>
                    <a:pt x="206924" y="97550"/>
                    <a:pt x="201984" y="112043"/>
                  </a:cubicBezTo>
                  <a:cubicBezTo>
                    <a:pt x="197398" y="124362"/>
                    <a:pt x="196339" y="127622"/>
                    <a:pt x="196339" y="135231"/>
                  </a:cubicBezTo>
                  <a:cubicBezTo>
                    <a:pt x="196339" y="151173"/>
                    <a:pt x="206218" y="164217"/>
                    <a:pt x="223153" y="164217"/>
                  </a:cubicBezTo>
                  <a:cubicBezTo>
                    <a:pt x="255966" y="164217"/>
                    <a:pt x="267962" y="110231"/>
                    <a:pt x="267962" y="108419"/>
                  </a:cubicBezTo>
                  <a:cubicBezTo>
                    <a:pt x="267962" y="104796"/>
                    <a:pt x="265139" y="104796"/>
                    <a:pt x="262669" y="104796"/>
                  </a:cubicBezTo>
                  <a:cubicBezTo>
                    <a:pt x="258083" y="104796"/>
                    <a:pt x="258083" y="105521"/>
                    <a:pt x="256671" y="110956"/>
                  </a:cubicBezTo>
                  <a:cubicBezTo>
                    <a:pt x="253849" y="120738"/>
                    <a:pt x="244323" y="156246"/>
                    <a:pt x="223859" y="156246"/>
                  </a:cubicBezTo>
                  <a:cubicBezTo>
                    <a:pt x="216450" y="156246"/>
                    <a:pt x="216097" y="150811"/>
                    <a:pt x="216097" y="145739"/>
                  </a:cubicBezTo>
                  <a:cubicBezTo>
                    <a:pt x="216097" y="136680"/>
                    <a:pt x="219625" y="127260"/>
                    <a:pt x="222448" y="118564"/>
                  </a:cubicBezTo>
                  <a:cubicBezTo>
                    <a:pt x="229504" y="99361"/>
                    <a:pt x="243970" y="58781"/>
                    <a:pt x="243970" y="37766"/>
                  </a:cubicBezTo>
                  <a:cubicBezTo>
                    <a:pt x="243970" y="7331"/>
                    <a:pt x="223506" y="85"/>
                    <a:pt x="206924" y="85"/>
                  </a:cubicBezTo>
                  <a:cubicBezTo>
                    <a:pt x="182226" y="85"/>
                    <a:pt x="164585" y="16027"/>
                    <a:pt x="154001" y="31969"/>
                  </a:cubicBezTo>
                  <a:cubicBezTo>
                    <a:pt x="151178" y="6969"/>
                    <a:pt x="132832" y="85"/>
                    <a:pt x="116955" y="85"/>
                  </a:cubicBezTo>
                  <a:cubicBezTo>
                    <a:pt x="95786" y="85"/>
                    <a:pt x="78497" y="12041"/>
                    <a:pt x="66501" y="28708"/>
                  </a:cubicBezTo>
                  <a:cubicBezTo>
                    <a:pt x="64032" y="10954"/>
                    <a:pt x="52036" y="85"/>
                    <a:pt x="36865" y="85"/>
                  </a:cubicBezTo>
                  <a:cubicBezTo>
                    <a:pt x="24163" y="85"/>
                    <a:pt x="17107" y="8418"/>
                    <a:pt x="11462" y="19288"/>
                  </a:cubicBezTo>
                  <a:cubicBezTo>
                    <a:pt x="4758" y="33781"/>
                    <a:pt x="171" y="55158"/>
                    <a:pt x="171" y="55882"/>
                  </a:cubicBezTo>
                  <a:cubicBezTo>
                    <a:pt x="171" y="59506"/>
                    <a:pt x="3700" y="59506"/>
                    <a:pt x="5464" y="59506"/>
                  </a:cubicBezTo>
                  <a:cubicBezTo>
                    <a:pt x="10050" y="59506"/>
                    <a:pt x="10403" y="59143"/>
                    <a:pt x="12167" y="51172"/>
                  </a:cubicBezTo>
                  <a:cubicBezTo>
                    <a:pt x="18518" y="25810"/>
                    <a:pt x="25222" y="8056"/>
                    <a:pt x="36159" y="8056"/>
                  </a:cubicBezTo>
                  <a:cubicBezTo>
                    <a:pt x="45332" y="8056"/>
                    <a:pt x="45332" y="18563"/>
                    <a:pt x="45332" y="22549"/>
                  </a:cubicBezTo>
                  <a:cubicBezTo>
                    <a:pt x="45332" y="28346"/>
                    <a:pt x="44274" y="35230"/>
                    <a:pt x="42863" y="41027"/>
                  </a:cubicBezTo>
                  <a:lnTo>
                    <a:pt x="16401" y="149724"/>
                  </a:lnTo>
                  <a:cubicBezTo>
                    <a:pt x="15695" y="151898"/>
                    <a:pt x="15343" y="153710"/>
                    <a:pt x="15343" y="154797"/>
                  </a:cubicBezTo>
                  <a:cubicBezTo>
                    <a:pt x="15343" y="158782"/>
                    <a:pt x="18165" y="164217"/>
                    <a:pt x="25222" y="164217"/>
                  </a:cubicBezTo>
                  <a:cubicBezTo>
                    <a:pt x="29455" y="164217"/>
                    <a:pt x="35453" y="161681"/>
                    <a:pt x="37923" y="154797"/>
                  </a:cubicBezTo>
                  <a:lnTo>
                    <a:pt x="52036" y="96825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77A50DB-417B-5E62-1E07-F665B4EE701A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7668529" y="4669343"/>
              <a:ext cx="121369" cy="255437"/>
            </a:xfrm>
            <a:custGeom>
              <a:avLst/>
              <a:gdLst>
                <a:gd name="connsiteX0" fmla="*/ 66510 w 121369"/>
                <a:gd name="connsiteY0" fmla="*/ 9143 h 255437"/>
                <a:gd name="connsiteX1" fmla="*/ 67568 w 121369"/>
                <a:gd name="connsiteY1" fmla="*/ 4433 h 255437"/>
                <a:gd name="connsiteX2" fmla="*/ 62629 w 121369"/>
                <a:gd name="connsiteY2" fmla="*/ 85 h 255437"/>
                <a:gd name="connsiteX3" fmla="*/ 56984 w 121369"/>
                <a:gd name="connsiteY3" fmla="*/ 809 h 255437"/>
                <a:gd name="connsiteX4" fmla="*/ 22054 w 121369"/>
                <a:gd name="connsiteY4" fmla="*/ 3708 h 255437"/>
                <a:gd name="connsiteX5" fmla="*/ 13940 w 121369"/>
                <a:gd name="connsiteY5" fmla="*/ 11317 h 255437"/>
                <a:gd name="connsiteX6" fmla="*/ 22407 w 121369"/>
                <a:gd name="connsiteY6" fmla="*/ 15302 h 255437"/>
                <a:gd name="connsiteX7" fmla="*/ 40048 w 121369"/>
                <a:gd name="connsiteY7" fmla="*/ 21462 h 255437"/>
                <a:gd name="connsiteX8" fmla="*/ 38990 w 121369"/>
                <a:gd name="connsiteY8" fmla="*/ 27621 h 255437"/>
                <a:gd name="connsiteX9" fmla="*/ 4061 w 121369"/>
                <a:gd name="connsiteY9" fmla="*/ 170739 h 255437"/>
                <a:gd name="connsiteX10" fmla="*/ 180 w 121369"/>
                <a:gd name="connsiteY10" fmla="*/ 200449 h 255437"/>
                <a:gd name="connsiteX11" fmla="*/ 40754 w 121369"/>
                <a:gd name="connsiteY11" fmla="*/ 255522 h 255437"/>
                <a:gd name="connsiteX12" fmla="*/ 121550 w 121369"/>
                <a:gd name="connsiteY12" fmla="*/ 147913 h 255437"/>
                <a:gd name="connsiteX13" fmla="*/ 79211 w 121369"/>
                <a:gd name="connsiteY13" fmla="*/ 91390 h 255437"/>
                <a:gd name="connsiteX14" fmla="*/ 41812 w 121369"/>
                <a:gd name="connsiteY14" fmla="*/ 110593 h 255437"/>
                <a:gd name="connsiteX15" fmla="*/ 66510 w 121369"/>
                <a:gd name="connsiteY15" fmla="*/ 9143 h 255437"/>
                <a:gd name="connsiteX16" fmla="*/ 40754 w 121369"/>
                <a:gd name="connsiteY16" fmla="*/ 247551 h 255437"/>
                <a:gd name="connsiteX17" fmla="*/ 20290 w 121369"/>
                <a:gd name="connsiteY17" fmla="*/ 212768 h 255437"/>
                <a:gd name="connsiteX18" fmla="*/ 33697 w 121369"/>
                <a:gd name="connsiteY18" fmla="*/ 142840 h 255437"/>
                <a:gd name="connsiteX19" fmla="*/ 41459 w 121369"/>
                <a:gd name="connsiteY19" fmla="*/ 126173 h 255437"/>
                <a:gd name="connsiteX20" fmla="*/ 78506 w 121369"/>
                <a:gd name="connsiteY20" fmla="*/ 99361 h 255437"/>
                <a:gd name="connsiteX21" fmla="*/ 97911 w 121369"/>
                <a:gd name="connsiteY21" fmla="*/ 131608 h 255437"/>
                <a:gd name="connsiteX22" fmla="*/ 78153 w 121369"/>
                <a:gd name="connsiteY22" fmla="*/ 213131 h 255437"/>
                <a:gd name="connsiteX23" fmla="*/ 40754 w 121369"/>
                <a:gd name="connsiteY23" fmla="*/ 247551 h 25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1369" h="255437">
                  <a:moveTo>
                    <a:pt x="66510" y="9143"/>
                  </a:moveTo>
                  <a:cubicBezTo>
                    <a:pt x="66862" y="8056"/>
                    <a:pt x="67568" y="5157"/>
                    <a:pt x="67568" y="4433"/>
                  </a:cubicBezTo>
                  <a:cubicBezTo>
                    <a:pt x="67568" y="1172"/>
                    <a:pt x="65451" y="85"/>
                    <a:pt x="62629" y="85"/>
                  </a:cubicBezTo>
                  <a:cubicBezTo>
                    <a:pt x="61570" y="85"/>
                    <a:pt x="58042" y="447"/>
                    <a:pt x="56984" y="809"/>
                  </a:cubicBezTo>
                  <a:lnTo>
                    <a:pt x="22054" y="3708"/>
                  </a:lnTo>
                  <a:cubicBezTo>
                    <a:pt x="17821" y="4070"/>
                    <a:pt x="13940" y="4433"/>
                    <a:pt x="13940" y="11317"/>
                  </a:cubicBezTo>
                  <a:cubicBezTo>
                    <a:pt x="13940" y="15302"/>
                    <a:pt x="17468" y="15302"/>
                    <a:pt x="22407" y="15302"/>
                  </a:cubicBezTo>
                  <a:cubicBezTo>
                    <a:pt x="39343" y="15302"/>
                    <a:pt x="40048" y="17839"/>
                    <a:pt x="40048" y="21462"/>
                  </a:cubicBezTo>
                  <a:cubicBezTo>
                    <a:pt x="40048" y="22549"/>
                    <a:pt x="38990" y="27259"/>
                    <a:pt x="38990" y="27621"/>
                  </a:cubicBezTo>
                  <a:lnTo>
                    <a:pt x="4061" y="170739"/>
                  </a:lnTo>
                  <a:cubicBezTo>
                    <a:pt x="3708" y="171826"/>
                    <a:pt x="180" y="186681"/>
                    <a:pt x="180" y="200449"/>
                  </a:cubicBezTo>
                  <a:cubicBezTo>
                    <a:pt x="180" y="230885"/>
                    <a:pt x="14998" y="255522"/>
                    <a:pt x="40754" y="255522"/>
                  </a:cubicBezTo>
                  <a:cubicBezTo>
                    <a:pt x="80270" y="255522"/>
                    <a:pt x="121550" y="201174"/>
                    <a:pt x="121550" y="147913"/>
                  </a:cubicBezTo>
                  <a:cubicBezTo>
                    <a:pt x="121550" y="109144"/>
                    <a:pt x="100380" y="91390"/>
                    <a:pt x="79211" y="91390"/>
                  </a:cubicBezTo>
                  <a:cubicBezTo>
                    <a:pt x="65804" y="91390"/>
                    <a:pt x="53808" y="98999"/>
                    <a:pt x="41812" y="110593"/>
                  </a:cubicBezTo>
                  <a:lnTo>
                    <a:pt x="66510" y="9143"/>
                  </a:lnTo>
                  <a:close/>
                  <a:moveTo>
                    <a:pt x="40754" y="247551"/>
                  </a:moveTo>
                  <a:cubicBezTo>
                    <a:pt x="31933" y="247551"/>
                    <a:pt x="20290" y="239943"/>
                    <a:pt x="20290" y="212768"/>
                  </a:cubicBezTo>
                  <a:cubicBezTo>
                    <a:pt x="20290" y="196826"/>
                    <a:pt x="23466" y="184145"/>
                    <a:pt x="33697" y="142840"/>
                  </a:cubicBezTo>
                  <a:cubicBezTo>
                    <a:pt x="36167" y="134144"/>
                    <a:pt x="36167" y="133420"/>
                    <a:pt x="41459" y="126173"/>
                  </a:cubicBezTo>
                  <a:cubicBezTo>
                    <a:pt x="51691" y="111680"/>
                    <a:pt x="65098" y="99361"/>
                    <a:pt x="78506" y="99361"/>
                  </a:cubicBezTo>
                  <a:cubicBezTo>
                    <a:pt x="94382" y="99361"/>
                    <a:pt x="97911" y="120014"/>
                    <a:pt x="97911" y="131608"/>
                  </a:cubicBezTo>
                  <a:cubicBezTo>
                    <a:pt x="97911" y="146826"/>
                    <a:pt x="88384" y="189942"/>
                    <a:pt x="78153" y="213131"/>
                  </a:cubicBezTo>
                  <a:cubicBezTo>
                    <a:pt x="73919" y="222189"/>
                    <a:pt x="58748" y="247551"/>
                    <a:pt x="40754" y="247551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163F24D-E37E-6590-DCE9-E4BCD87F119E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7825179" y="4649053"/>
              <a:ext cx="81854" cy="362323"/>
            </a:xfrm>
            <a:custGeom>
              <a:avLst/>
              <a:gdLst>
                <a:gd name="connsiteX0" fmla="*/ 82038 w 81854"/>
                <a:gd name="connsiteY0" fmla="*/ 358785 h 362323"/>
                <a:gd name="connsiteX1" fmla="*/ 76040 w 81854"/>
                <a:gd name="connsiteY1" fmla="*/ 350813 h 362323"/>
                <a:gd name="connsiteX2" fmla="*/ 20648 w 81854"/>
                <a:gd name="connsiteY2" fmla="*/ 181246 h 362323"/>
                <a:gd name="connsiteX3" fmla="*/ 77452 w 81854"/>
                <a:gd name="connsiteY3" fmla="*/ 9867 h 362323"/>
                <a:gd name="connsiteX4" fmla="*/ 82038 w 81854"/>
                <a:gd name="connsiteY4" fmla="*/ 3708 h 362323"/>
                <a:gd name="connsiteX5" fmla="*/ 78510 w 81854"/>
                <a:gd name="connsiteY5" fmla="*/ 85 h 362323"/>
                <a:gd name="connsiteX6" fmla="*/ 22412 w 81854"/>
                <a:gd name="connsiteY6" fmla="*/ 70738 h 362323"/>
                <a:gd name="connsiteX7" fmla="*/ 184 w 81854"/>
                <a:gd name="connsiteY7" fmla="*/ 181246 h 362323"/>
                <a:gd name="connsiteX8" fmla="*/ 23470 w 81854"/>
                <a:gd name="connsiteY8" fmla="*/ 294291 h 362323"/>
                <a:gd name="connsiteX9" fmla="*/ 78510 w 81854"/>
                <a:gd name="connsiteY9" fmla="*/ 362408 h 362323"/>
                <a:gd name="connsiteX10" fmla="*/ 82038 w 81854"/>
                <a:gd name="connsiteY10" fmla="*/ 358785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854" h="362323">
                  <a:moveTo>
                    <a:pt x="82038" y="358785"/>
                  </a:moveTo>
                  <a:cubicBezTo>
                    <a:pt x="82038" y="357698"/>
                    <a:pt x="82038" y="356973"/>
                    <a:pt x="76040" y="350813"/>
                  </a:cubicBezTo>
                  <a:cubicBezTo>
                    <a:pt x="31938" y="305161"/>
                    <a:pt x="20648" y="236682"/>
                    <a:pt x="20648" y="181246"/>
                  </a:cubicBezTo>
                  <a:cubicBezTo>
                    <a:pt x="20648" y="118202"/>
                    <a:pt x="34055" y="55158"/>
                    <a:pt x="77452" y="9867"/>
                  </a:cubicBezTo>
                  <a:cubicBezTo>
                    <a:pt x="82038" y="5520"/>
                    <a:pt x="82038" y="4795"/>
                    <a:pt x="82038" y="3708"/>
                  </a:cubicBezTo>
                  <a:cubicBezTo>
                    <a:pt x="82038" y="1172"/>
                    <a:pt x="80627" y="85"/>
                    <a:pt x="78510" y="85"/>
                  </a:cubicBezTo>
                  <a:cubicBezTo>
                    <a:pt x="74982" y="85"/>
                    <a:pt x="43228" y="24723"/>
                    <a:pt x="22412" y="70738"/>
                  </a:cubicBezTo>
                  <a:cubicBezTo>
                    <a:pt x="4418" y="110593"/>
                    <a:pt x="184" y="150811"/>
                    <a:pt x="184" y="181246"/>
                  </a:cubicBezTo>
                  <a:cubicBezTo>
                    <a:pt x="184" y="209507"/>
                    <a:pt x="4065" y="253349"/>
                    <a:pt x="23470" y="294291"/>
                  </a:cubicBezTo>
                  <a:cubicBezTo>
                    <a:pt x="44639" y="338857"/>
                    <a:pt x="74982" y="362408"/>
                    <a:pt x="78510" y="362408"/>
                  </a:cubicBezTo>
                  <a:cubicBezTo>
                    <a:pt x="80627" y="362408"/>
                    <a:pt x="82038" y="361321"/>
                    <a:pt x="82038" y="358785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510F508-CF70-90CC-3DCD-5C1A086C77B4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7937690" y="4760648"/>
              <a:ext cx="233566" cy="164132"/>
            </a:xfrm>
            <a:custGeom>
              <a:avLst/>
              <a:gdLst>
                <a:gd name="connsiteX0" fmla="*/ 152959 w 233566"/>
                <a:gd name="connsiteY0" fmla="*/ 37404 h 164132"/>
                <a:gd name="connsiteX1" fmla="*/ 158251 w 233566"/>
                <a:gd name="connsiteY1" fmla="*/ 13853 h 164132"/>
                <a:gd name="connsiteX2" fmla="*/ 148019 w 233566"/>
                <a:gd name="connsiteY2" fmla="*/ 4070 h 164132"/>
                <a:gd name="connsiteX3" fmla="*/ 134965 w 233566"/>
                <a:gd name="connsiteY3" fmla="*/ 14215 h 164132"/>
                <a:gd name="connsiteX4" fmla="*/ 114854 w 233566"/>
                <a:gd name="connsiteY4" fmla="*/ 95376 h 164132"/>
                <a:gd name="connsiteX5" fmla="*/ 111679 w 233566"/>
                <a:gd name="connsiteY5" fmla="*/ 119289 h 164132"/>
                <a:gd name="connsiteX6" fmla="*/ 112032 w 233566"/>
                <a:gd name="connsiteY6" fmla="*/ 125811 h 164132"/>
                <a:gd name="connsiteX7" fmla="*/ 79572 w 233566"/>
                <a:gd name="connsiteY7" fmla="*/ 156246 h 164132"/>
                <a:gd name="connsiteX8" fmla="*/ 51347 w 233566"/>
                <a:gd name="connsiteY8" fmla="*/ 123275 h 164132"/>
                <a:gd name="connsiteX9" fmla="*/ 69693 w 233566"/>
                <a:gd name="connsiteY9" fmla="*/ 52984 h 164132"/>
                <a:gd name="connsiteX10" fmla="*/ 75691 w 233566"/>
                <a:gd name="connsiteY10" fmla="*/ 29795 h 164132"/>
                <a:gd name="connsiteX11" fmla="*/ 46760 w 233566"/>
                <a:gd name="connsiteY11" fmla="*/ 85 h 164132"/>
                <a:gd name="connsiteX12" fmla="*/ 188 w 233566"/>
                <a:gd name="connsiteY12" fmla="*/ 55882 h 164132"/>
                <a:gd name="connsiteX13" fmla="*/ 4422 w 233566"/>
                <a:gd name="connsiteY13" fmla="*/ 59506 h 164132"/>
                <a:gd name="connsiteX14" fmla="*/ 10067 w 233566"/>
                <a:gd name="connsiteY14" fmla="*/ 52984 h 164132"/>
                <a:gd name="connsiteX15" fmla="*/ 45702 w 233566"/>
                <a:gd name="connsiteY15" fmla="*/ 8056 h 164132"/>
                <a:gd name="connsiteX16" fmla="*/ 54522 w 233566"/>
                <a:gd name="connsiteY16" fmla="*/ 20012 h 164132"/>
                <a:gd name="connsiteX17" fmla="*/ 48171 w 233566"/>
                <a:gd name="connsiteY17" fmla="*/ 45375 h 164132"/>
                <a:gd name="connsiteX18" fmla="*/ 28414 w 233566"/>
                <a:gd name="connsiteY18" fmla="*/ 118564 h 164132"/>
                <a:gd name="connsiteX19" fmla="*/ 78514 w 233566"/>
                <a:gd name="connsiteY19" fmla="*/ 164217 h 164132"/>
                <a:gd name="connsiteX20" fmla="*/ 115207 w 233566"/>
                <a:gd name="connsiteY20" fmla="*/ 138854 h 164132"/>
                <a:gd name="connsiteX21" fmla="*/ 159310 w 233566"/>
                <a:gd name="connsiteY21" fmla="*/ 164217 h 164132"/>
                <a:gd name="connsiteX22" fmla="*/ 210469 w 233566"/>
                <a:gd name="connsiteY22" fmla="*/ 119651 h 164132"/>
                <a:gd name="connsiteX23" fmla="*/ 233755 w 233566"/>
                <a:gd name="connsiteY23" fmla="*/ 25447 h 164132"/>
                <a:gd name="connsiteX24" fmla="*/ 218231 w 233566"/>
                <a:gd name="connsiteY24" fmla="*/ 85 h 164132"/>
                <a:gd name="connsiteX25" fmla="*/ 200590 w 233566"/>
                <a:gd name="connsiteY25" fmla="*/ 17476 h 164132"/>
                <a:gd name="connsiteX26" fmla="*/ 205882 w 233566"/>
                <a:gd name="connsiteY26" fmla="*/ 27259 h 164132"/>
                <a:gd name="connsiteX27" fmla="*/ 218583 w 233566"/>
                <a:gd name="connsiteY27" fmla="*/ 58056 h 164132"/>
                <a:gd name="connsiteX28" fmla="*/ 199178 w 233566"/>
                <a:gd name="connsiteY28" fmla="*/ 124362 h 164132"/>
                <a:gd name="connsiteX29" fmla="*/ 160368 w 233566"/>
                <a:gd name="connsiteY29" fmla="*/ 156246 h 164132"/>
                <a:gd name="connsiteX30" fmla="*/ 134259 w 233566"/>
                <a:gd name="connsiteY30" fmla="*/ 124724 h 164132"/>
                <a:gd name="connsiteX31" fmla="*/ 138141 w 233566"/>
                <a:gd name="connsiteY31" fmla="*/ 98274 h 164132"/>
                <a:gd name="connsiteX32" fmla="*/ 152959 w 233566"/>
                <a:gd name="connsiteY32" fmla="*/ 3740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3566" h="164132">
                  <a:moveTo>
                    <a:pt x="152959" y="37404"/>
                  </a:moveTo>
                  <a:cubicBezTo>
                    <a:pt x="154723" y="29433"/>
                    <a:pt x="158251" y="16027"/>
                    <a:pt x="158251" y="13853"/>
                  </a:cubicBezTo>
                  <a:cubicBezTo>
                    <a:pt x="158251" y="7331"/>
                    <a:pt x="153312" y="4070"/>
                    <a:pt x="148019" y="4070"/>
                  </a:cubicBezTo>
                  <a:cubicBezTo>
                    <a:pt x="143786" y="4070"/>
                    <a:pt x="137435" y="6969"/>
                    <a:pt x="134965" y="14215"/>
                  </a:cubicBezTo>
                  <a:cubicBezTo>
                    <a:pt x="133907" y="16752"/>
                    <a:pt x="117324" y="85955"/>
                    <a:pt x="114854" y="95376"/>
                  </a:cubicBezTo>
                  <a:cubicBezTo>
                    <a:pt x="112385" y="106245"/>
                    <a:pt x="111679" y="112767"/>
                    <a:pt x="111679" y="119289"/>
                  </a:cubicBezTo>
                  <a:cubicBezTo>
                    <a:pt x="111679" y="123275"/>
                    <a:pt x="111679" y="123999"/>
                    <a:pt x="112032" y="125811"/>
                  </a:cubicBezTo>
                  <a:cubicBezTo>
                    <a:pt x="103917" y="145014"/>
                    <a:pt x="93332" y="156246"/>
                    <a:pt x="79572" y="156246"/>
                  </a:cubicBezTo>
                  <a:cubicBezTo>
                    <a:pt x="51347" y="156246"/>
                    <a:pt x="51347" y="129434"/>
                    <a:pt x="51347" y="123275"/>
                  </a:cubicBezTo>
                  <a:cubicBezTo>
                    <a:pt x="51347" y="111680"/>
                    <a:pt x="53111" y="97550"/>
                    <a:pt x="69693" y="52984"/>
                  </a:cubicBezTo>
                  <a:cubicBezTo>
                    <a:pt x="73574" y="42114"/>
                    <a:pt x="75691" y="37042"/>
                    <a:pt x="75691" y="29795"/>
                  </a:cubicBezTo>
                  <a:cubicBezTo>
                    <a:pt x="75691" y="13491"/>
                    <a:pt x="64048" y="85"/>
                    <a:pt x="46760" y="85"/>
                  </a:cubicBezTo>
                  <a:cubicBezTo>
                    <a:pt x="13242" y="85"/>
                    <a:pt x="188" y="52622"/>
                    <a:pt x="188" y="55882"/>
                  </a:cubicBezTo>
                  <a:cubicBezTo>
                    <a:pt x="188" y="59506"/>
                    <a:pt x="3716" y="59506"/>
                    <a:pt x="4422" y="59506"/>
                  </a:cubicBezTo>
                  <a:cubicBezTo>
                    <a:pt x="7950" y="59506"/>
                    <a:pt x="8303" y="58781"/>
                    <a:pt x="10067" y="52984"/>
                  </a:cubicBezTo>
                  <a:cubicBezTo>
                    <a:pt x="19593" y="19288"/>
                    <a:pt x="33353" y="8056"/>
                    <a:pt x="45702" y="8056"/>
                  </a:cubicBezTo>
                  <a:cubicBezTo>
                    <a:pt x="48877" y="8056"/>
                    <a:pt x="54522" y="8418"/>
                    <a:pt x="54522" y="20012"/>
                  </a:cubicBezTo>
                  <a:cubicBezTo>
                    <a:pt x="54522" y="29071"/>
                    <a:pt x="50641" y="39216"/>
                    <a:pt x="48171" y="45375"/>
                  </a:cubicBezTo>
                  <a:cubicBezTo>
                    <a:pt x="32647" y="88129"/>
                    <a:pt x="28414" y="104796"/>
                    <a:pt x="28414" y="118564"/>
                  </a:cubicBezTo>
                  <a:cubicBezTo>
                    <a:pt x="28414" y="151536"/>
                    <a:pt x="52052" y="164217"/>
                    <a:pt x="78514" y="164217"/>
                  </a:cubicBezTo>
                  <a:cubicBezTo>
                    <a:pt x="84512" y="164217"/>
                    <a:pt x="101094" y="164217"/>
                    <a:pt x="115207" y="138854"/>
                  </a:cubicBezTo>
                  <a:cubicBezTo>
                    <a:pt x="124381" y="162043"/>
                    <a:pt x="148725" y="164217"/>
                    <a:pt x="159310" y="164217"/>
                  </a:cubicBezTo>
                  <a:cubicBezTo>
                    <a:pt x="185771" y="164217"/>
                    <a:pt x="201295" y="141391"/>
                    <a:pt x="210469" y="119651"/>
                  </a:cubicBezTo>
                  <a:cubicBezTo>
                    <a:pt x="222464" y="91390"/>
                    <a:pt x="233755" y="42839"/>
                    <a:pt x="233755" y="25447"/>
                  </a:cubicBezTo>
                  <a:cubicBezTo>
                    <a:pt x="233755" y="5520"/>
                    <a:pt x="224229" y="85"/>
                    <a:pt x="218231" y="85"/>
                  </a:cubicBezTo>
                  <a:cubicBezTo>
                    <a:pt x="209410" y="85"/>
                    <a:pt x="200590" y="9505"/>
                    <a:pt x="200590" y="17476"/>
                  </a:cubicBezTo>
                  <a:cubicBezTo>
                    <a:pt x="200590" y="22186"/>
                    <a:pt x="202707" y="24360"/>
                    <a:pt x="205882" y="27259"/>
                  </a:cubicBezTo>
                  <a:cubicBezTo>
                    <a:pt x="209763" y="31244"/>
                    <a:pt x="218583" y="40665"/>
                    <a:pt x="218583" y="58056"/>
                  </a:cubicBezTo>
                  <a:cubicBezTo>
                    <a:pt x="218583" y="70375"/>
                    <a:pt x="208352" y="105883"/>
                    <a:pt x="199178" y="124362"/>
                  </a:cubicBezTo>
                  <a:cubicBezTo>
                    <a:pt x="190005" y="143565"/>
                    <a:pt x="177656" y="156246"/>
                    <a:pt x="160368" y="156246"/>
                  </a:cubicBezTo>
                  <a:cubicBezTo>
                    <a:pt x="143786" y="156246"/>
                    <a:pt x="134259" y="145376"/>
                    <a:pt x="134259" y="124724"/>
                  </a:cubicBezTo>
                  <a:cubicBezTo>
                    <a:pt x="134259" y="114579"/>
                    <a:pt x="136729" y="103347"/>
                    <a:pt x="138141" y="98274"/>
                  </a:cubicBezTo>
                  <a:lnTo>
                    <a:pt x="152959" y="37404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7CA8B50-0F7F-D855-FD3A-44F1BE0D4779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8206968" y="4806735"/>
              <a:ext cx="89898" cy="168407"/>
            </a:xfrm>
            <a:custGeom>
              <a:avLst/>
              <a:gdLst>
                <a:gd name="connsiteX0" fmla="*/ 56011 w 89898"/>
                <a:gd name="connsiteY0" fmla="*/ 7188 h 168407"/>
                <a:gd name="connsiteX1" fmla="*/ 48602 w 89898"/>
                <a:gd name="connsiteY1" fmla="*/ 86 h 168407"/>
                <a:gd name="connsiteX2" fmla="*/ 195 w 89898"/>
                <a:gd name="connsiteY2" fmla="*/ 16318 h 168407"/>
                <a:gd name="connsiteX3" fmla="*/ 195 w 89898"/>
                <a:gd name="connsiteY3" fmla="*/ 25449 h 168407"/>
                <a:gd name="connsiteX4" fmla="*/ 36006 w 89898"/>
                <a:gd name="connsiteY4" fmla="*/ 18347 h 168407"/>
                <a:gd name="connsiteX5" fmla="*/ 36006 w 89898"/>
                <a:gd name="connsiteY5" fmla="*/ 147697 h 168407"/>
                <a:gd name="connsiteX6" fmla="*/ 11309 w 89898"/>
                <a:gd name="connsiteY6" fmla="*/ 159363 h 168407"/>
                <a:gd name="connsiteX7" fmla="*/ 1924 w 89898"/>
                <a:gd name="connsiteY7" fmla="*/ 159363 h 168407"/>
                <a:gd name="connsiteX8" fmla="*/ 1924 w 89898"/>
                <a:gd name="connsiteY8" fmla="*/ 168494 h 168407"/>
                <a:gd name="connsiteX9" fmla="*/ 45885 w 89898"/>
                <a:gd name="connsiteY9" fmla="*/ 167479 h 168407"/>
                <a:gd name="connsiteX10" fmla="*/ 90094 w 89898"/>
                <a:gd name="connsiteY10" fmla="*/ 168494 h 168407"/>
                <a:gd name="connsiteX11" fmla="*/ 90094 w 89898"/>
                <a:gd name="connsiteY11" fmla="*/ 159363 h 168407"/>
                <a:gd name="connsiteX12" fmla="*/ 80709 w 89898"/>
                <a:gd name="connsiteY12" fmla="*/ 159363 h 168407"/>
                <a:gd name="connsiteX13" fmla="*/ 56011 w 89898"/>
                <a:gd name="connsiteY13" fmla="*/ 147697 h 168407"/>
                <a:gd name="connsiteX14" fmla="*/ 56011 w 89898"/>
                <a:gd name="connsiteY14" fmla="*/ 7188 h 168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9898" h="168407">
                  <a:moveTo>
                    <a:pt x="56011" y="7188"/>
                  </a:moveTo>
                  <a:cubicBezTo>
                    <a:pt x="56011" y="340"/>
                    <a:pt x="55517" y="86"/>
                    <a:pt x="48602" y="86"/>
                  </a:cubicBezTo>
                  <a:cubicBezTo>
                    <a:pt x="32796" y="16065"/>
                    <a:pt x="10321" y="16318"/>
                    <a:pt x="195" y="16318"/>
                  </a:cubicBezTo>
                  <a:lnTo>
                    <a:pt x="195" y="25449"/>
                  </a:lnTo>
                  <a:cubicBezTo>
                    <a:pt x="6123" y="25449"/>
                    <a:pt x="22423" y="25449"/>
                    <a:pt x="36006" y="18347"/>
                  </a:cubicBezTo>
                  <a:lnTo>
                    <a:pt x="36006" y="147697"/>
                  </a:lnTo>
                  <a:cubicBezTo>
                    <a:pt x="36006" y="156066"/>
                    <a:pt x="36006" y="159363"/>
                    <a:pt x="11309" y="159363"/>
                  </a:cubicBezTo>
                  <a:lnTo>
                    <a:pt x="1924" y="159363"/>
                  </a:lnTo>
                  <a:lnTo>
                    <a:pt x="1924" y="168494"/>
                  </a:lnTo>
                  <a:cubicBezTo>
                    <a:pt x="6370" y="168240"/>
                    <a:pt x="36747" y="167479"/>
                    <a:pt x="45885" y="167479"/>
                  </a:cubicBezTo>
                  <a:cubicBezTo>
                    <a:pt x="53541" y="167479"/>
                    <a:pt x="84660" y="168240"/>
                    <a:pt x="90094" y="168494"/>
                  </a:cubicBezTo>
                  <a:lnTo>
                    <a:pt x="90094" y="159363"/>
                  </a:lnTo>
                  <a:lnTo>
                    <a:pt x="80709" y="159363"/>
                  </a:lnTo>
                  <a:cubicBezTo>
                    <a:pt x="56011" y="159363"/>
                    <a:pt x="56011" y="156066"/>
                    <a:pt x="56011" y="147697"/>
                  </a:cubicBezTo>
                  <a:lnTo>
                    <a:pt x="56011" y="7188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018D48E-C19E-A904-CF11-F5DA48787459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8358438" y="4649053"/>
              <a:ext cx="81854" cy="362323"/>
            </a:xfrm>
            <a:custGeom>
              <a:avLst/>
              <a:gdLst>
                <a:gd name="connsiteX0" fmla="*/ 82054 w 81854"/>
                <a:gd name="connsiteY0" fmla="*/ 181246 h 362323"/>
                <a:gd name="connsiteX1" fmla="*/ 58768 w 81854"/>
                <a:gd name="connsiteY1" fmla="*/ 68201 h 362323"/>
                <a:gd name="connsiteX2" fmla="*/ 3728 w 81854"/>
                <a:gd name="connsiteY2" fmla="*/ 85 h 362323"/>
                <a:gd name="connsiteX3" fmla="*/ 200 w 81854"/>
                <a:gd name="connsiteY3" fmla="*/ 3708 h 362323"/>
                <a:gd name="connsiteX4" fmla="*/ 6903 w 81854"/>
                <a:gd name="connsiteY4" fmla="*/ 12041 h 362323"/>
                <a:gd name="connsiteX5" fmla="*/ 61590 w 81854"/>
                <a:gd name="connsiteY5" fmla="*/ 181246 h 362323"/>
                <a:gd name="connsiteX6" fmla="*/ 4786 w 81854"/>
                <a:gd name="connsiteY6" fmla="*/ 352625 h 362323"/>
                <a:gd name="connsiteX7" fmla="*/ 200 w 81854"/>
                <a:gd name="connsiteY7" fmla="*/ 358785 h 362323"/>
                <a:gd name="connsiteX8" fmla="*/ 3728 w 81854"/>
                <a:gd name="connsiteY8" fmla="*/ 362408 h 362323"/>
                <a:gd name="connsiteX9" fmla="*/ 59826 w 81854"/>
                <a:gd name="connsiteY9" fmla="*/ 291755 h 362323"/>
                <a:gd name="connsiteX10" fmla="*/ 82054 w 81854"/>
                <a:gd name="connsiteY10" fmla="*/ 181246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854" h="362323">
                  <a:moveTo>
                    <a:pt x="82054" y="181246"/>
                  </a:moveTo>
                  <a:cubicBezTo>
                    <a:pt x="82054" y="152985"/>
                    <a:pt x="78173" y="109144"/>
                    <a:pt x="58768" y="68201"/>
                  </a:cubicBezTo>
                  <a:cubicBezTo>
                    <a:pt x="37598" y="23636"/>
                    <a:pt x="7256" y="85"/>
                    <a:pt x="3728" y="85"/>
                  </a:cubicBezTo>
                  <a:cubicBezTo>
                    <a:pt x="1611" y="85"/>
                    <a:pt x="200" y="1534"/>
                    <a:pt x="200" y="3708"/>
                  </a:cubicBezTo>
                  <a:cubicBezTo>
                    <a:pt x="200" y="4795"/>
                    <a:pt x="200" y="5520"/>
                    <a:pt x="6903" y="12041"/>
                  </a:cubicBezTo>
                  <a:cubicBezTo>
                    <a:pt x="41480" y="47911"/>
                    <a:pt x="61590" y="105521"/>
                    <a:pt x="61590" y="181246"/>
                  </a:cubicBezTo>
                  <a:cubicBezTo>
                    <a:pt x="61590" y="243203"/>
                    <a:pt x="48536" y="306972"/>
                    <a:pt x="4786" y="352625"/>
                  </a:cubicBezTo>
                  <a:cubicBezTo>
                    <a:pt x="200" y="356973"/>
                    <a:pt x="200" y="357698"/>
                    <a:pt x="200" y="358785"/>
                  </a:cubicBezTo>
                  <a:cubicBezTo>
                    <a:pt x="200" y="360958"/>
                    <a:pt x="1611" y="362408"/>
                    <a:pt x="3728" y="362408"/>
                  </a:cubicBezTo>
                  <a:cubicBezTo>
                    <a:pt x="7256" y="362408"/>
                    <a:pt x="39010" y="337770"/>
                    <a:pt x="59826" y="291755"/>
                  </a:cubicBezTo>
                  <a:cubicBezTo>
                    <a:pt x="77820" y="251899"/>
                    <a:pt x="82054" y="211681"/>
                    <a:pt x="82054" y="181246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931FE85-EB45-07EC-C374-01692BE3BC6B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8505878" y="4882389"/>
              <a:ext cx="41279" cy="108334"/>
            </a:xfrm>
            <a:custGeom>
              <a:avLst/>
              <a:gdLst>
                <a:gd name="connsiteX0" fmla="*/ 41483 w 41279"/>
                <a:gd name="connsiteY0" fmla="*/ 38129 h 108334"/>
                <a:gd name="connsiteX1" fmla="*/ 18903 w 41279"/>
                <a:gd name="connsiteY1" fmla="*/ 85 h 108334"/>
                <a:gd name="connsiteX2" fmla="*/ 203 w 41279"/>
                <a:gd name="connsiteY2" fmla="*/ 19288 h 108334"/>
                <a:gd name="connsiteX3" fmla="*/ 18903 w 41279"/>
                <a:gd name="connsiteY3" fmla="*/ 38491 h 108334"/>
                <a:gd name="connsiteX4" fmla="*/ 31252 w 41279"/>
                <a:gd name="connsiteY4" fmla="*/ 33781 h 108334"/>
                <a:gd name="connsiteX5" fmla="*/ 33016 w 41279"/>
                <a:gd name="connsiteY5" fmla="*/ 32694 h 108334"/>
                <a:gd name="connsiteX6" fmla="*/ 33721 w 41279"/>
                <a:gd name="connsiteY6" fmla="*/ 38129 h 108334"/>
                <a:gd name="connsiteX7" fmla="*/ 9730 w 41279"/>
                <a:gd name="connsiteY7" fmla="*/ 98637 h 108334"/>
                <a:gd name="connsiteX8" fmla="*/ 5849 w 41279"/>
                <a:gd name="connsiteY8" fmla="*/ 104434 h 108334"/>
                <a:gd name="connsiteX9" fmla="*/ 9377 w 41279"/>
                <a:gd name="connsiteY9" fmla="*/ 108419 h 108334"/>
                <a:gd name="connsiteX10" fmla="*/ 41483 w 41279"/>
                <a:gd name="connsiteY10" fmla="*/ 38129 h 108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279" h="108334">
                  <a:moveTo>
                    <a:pt x="41483" y="38129"/>
                  </a:moveTo>
                  <a:cubicBezTo>
                    <a:pt x="41483" y="14215"/>
                    <a:pt x="32663" y="85"/>
                    <a:pt x="18903" y="85"/>
                  </a:cubicBezTo>
                  <a:cubicBezTo>
                    <a:pt x="7260" y="85"/>
                    <a:pt x="203" y="9143"/>
                    <a:pt x="203" y="19288"/>
                  </a:cubicBezTo>
                  <a:cubicBezTo>
                    <a:pt x="203" y="29071"/>
                    <a:pt x="7260" y="38491"/>
                    <a:pt x="18903" y="38491"/>
                  </a:cubicBezTo>
                  <a:cubicBezTo>
                    <a:pt x="23137" y="38491"/>
                    <a:pt x="27723" y="37042"/>
                    <a:pt x="31252" y="33781"/>
                  </a:cubicBezTo>
                  <a:cubicBezTo>
                    <a:pt x="32310" y="33056"/>
                    <a:pt x="32663" y="32694"/>
                    <a:pt x="33016" y="32694"/>
                  </a:cubicBezTo>
                  <a:cubicBezTo>
                    <a:pt x="33369" y="32694"/>
                    <a:pt x="33721" y="33056"/>
                    <a:pt x="33721" y="38129"/>
                  </a:cubicBezTo>
                  <a:cubicBezTo>
                    <a:pt x="33721" y="64941"/>
                    <a:pt x="21373" y="86680"/>
                    <a:pt x="9730" y="98637"/>
                  </a:cubicBezTo>
                  <a:cubicBezTo>
                    <a:pt x="5849" y="102622"/>
                    <a:pt x="5849" y="103347"/>
                    <a:pt x="5849" y="104434"/>
                  </a:cubicBezTo>
                  <a:cubicBezTo>
                    <a:pt x="5849" y="106970"/>
                    <a:pt x="7613" y="108419"/>
                    <a:pt x="9377" y="108419"/>
                  </a:cubicBezTo>
                  <a:cubicBezTo>
                    <a:pt x="13258" y="108419"/>
                    <a:pt x="41483" y="80520"/>
                    <a:pt x="41483" y="38129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8C50D5A-F871-CCF9-61F7-58E9B9FD5326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8662686" y="4882389"/>
              <a:ext cx="37398" cy="38406"/>
            </a:xfrm>
            <a:custGeom>
              <a:avLst/>
              <a:gdLst>
                <a:gd name="connsiteX0" fmla="*/ 37607 w 37398"/>
                <a:gd name="connsiteY0" fmla="*/ 19288 h 38406"/>
                <a:gd name="connsiteX1" fmla="*/ 18907 w 37398"/>
                <a:gd name="connsiteY1" fmla="*/ 85 h 38406"/>
                <a:gd name="connsiteX2" fmla="*/ 208 w 37398"/>
                <a:gd name="connsiteY2" fmla="*/ 19288 h 38406"/>
                <a:gd name="connsiteX3" fmla="*/ 18907 w 37398"/>
                <a:gd name="connsiteY3" fmla="*/ 38491 h 38406"/>
                <a:gd name="connsiteX4" fmla="*/ 37607 w 37398"/>
                <a:gd name="connsiteY4" fmla="*/ 19288 h 38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98" h="38406">
                  <a:moveTo>
                    <a:pt x="37607" y="19288"/>
                  </a:moveTo>
                  <a:cubicBezTo>
                    <a:pt x="37607" y="8780"/>
                    <a:pt x="29139" y="85"/>
                    <a:pt x="18907" y="85"/>
                  </a:cubicBezTo>
                  <a:cubicBezTo>
                    <a:pt x="8676" y="85"/>
                    <a:pt x="208" y="8780"/>
                    <a:pt x="208" y="19288"/>
                  </a:cubicBezTo>
                  <a:cubicBezTo>
                    <a:pt x="208" y="29795"/>
                    <a:pt x="8676" y="38491"/>
                    <a:pt x="18907" y="38491"/>
                  </a:cubicBezTo>
                  <a:cubicBezTo>
                    <a:pt x="29139" y="38491"/>
                    <a:pt x="37607" y="29795"/>
                    <a:pt x="37607" y="19288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D2DBB07-7BF7-5F18-7664-FCD23441C0F6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8819493" y="4882389"/>
              <a:ext cx="37398" cy="38406"/>
            </a:xfrm>
            <a:custGeom>
              <a:avLst/>
              <a:gdLst>
                <a:gd name="connsiteX0" fmla="*/ 37611 w 37398"/>
                <a:gd name="connsiteY0" fmla="*/ 19288 h 38406"/>
                <a:gd name="connsiteX1" fmla="*/ 18912 w 37398"/>
                <a:gd name="connsiteY1" fmla="*/ 85 h 38406"/>
                <a:gd name="connsiteX2" fmla="*/ 212 w 37398"/>
                <a:gd name="connsiteY2" fmla="*/ 19288 h 38406"/>
                <a:gd name="connsiteX3" fmla="*/ 18912 w 37398"/>
                <a:gd name="connsiteY3" fmla="*/ 38491 h 38406"/>
                <a:gd name="connsiteX4" fmla="*/ 37611 w 37398"/>
                <a:gd name="connsiteY4" fmla="*/ 19288 h 38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98" h="38406">
                  <a:moveTo>
                    <a:pt x="37611" y="19288"/>
                  </a:moveTo>
                  <a:cubicBezTo>
                    <a:pt x="37611" y="8780"/>
                    <a:pt x="29144" y="85"/>
                    <a:pt x="18912" y="85"/>
                  </a:cubicBezTo>
                  <a:cubicBezTo>
                    <a:pt x="8680" y="85"/>
                    <a:pt x="212" y="8780"/>
                    <a:pt x="212" y="19288"/>
                  </a:cubicBezTo>
                  <a:cubicBezTo>
                    <a:pt x="212" y="29795"/>
                    <a:pt x="8680" y="38491"/>
                    <a:pt x="18912" y="38491"/>
                  </a:cubicBezTo>
                  <a:cubicBezTo>
                    <a:pt x="29144" y="38491"/>
                    <a:pt x="37611" y="29795"/>
                    <a:pt x="37611" y="19288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96018E34-CBC4-4E5D-DDA7-AAA996435370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8976301" y="4882389"/>
              <a:ext cx="37398" cy="38406"/>
            </a:xfrm>
            <a:custGeom>
              <a:avLst/>
              <a:gdLst>
                <a:gd name="connsiteX0" fmla="*/ 37616 w 37398"/>
                <a:gd name="connsiteY0" fmla="*/ 19288 h 38406"/>
                <a:gd name="connsiteX1" fmla="*/ 18916 w 37398"/>
                <a:gd name="connsiteY1" fmla="*/ 85 h 38406"/>
                <a:gd name="connsiteX2" fmla="*/ 217 w 37398"/>
                <a:gd name="connsiteY2" fmla="*/ 19288 h 38406"/>
                <a:gd name="connsiteX3" fmla="*/ 18916 w 37398"/>
                <a:gd name="connsiteY3" fmla="*/ 38491 h 38406"/>
                <a:gd name="connsiteX4" fmla="*/ 37616 w 37398"/>
                <a:gd name="connsiteY4" fmla="*/ 19288 h 38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98" h="38406">
                  <a:moveTo>
                    <a:pt x="37616" y="19288"/>
                  </a:moveTo>
                  <a:cubicBezTo>
                    <a:pt x="37616" y="8780"/>
                    <a:pt x="29148" y="85"/>
                    <a:pt x="18916" y="85"/>
                  </a:cubicBezTo>
                  <a:cubicBezTo>
                    <a:pt x="8684" y="85"/>
                    <a:pt x="217" y="8780"/>
                    <a:pt x="217" y="19288"/>
                  </a:cubicBezTo>
                  <a:cubicBezTo>
                    <a:pt x="217" y="29795"/>
                    <a:pt x="8684" y="38491"/>
                    <a:pt x="18916" y="38491"/>
                  </a:cubicBezTo>
                  <a:cubicBezTo>
                    <a:pt x="29148" y="38491"/>
                    <a:pt x="37616" y="29795"/>
                    <a:pt x="37616" y="19288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903AC300-F5E5-02E4-3324-3A373BB0ADF8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9133109" y="4882389"/>
              <a:ext cx="41279" cy="108334"/>
            </a:xfrm>
            <a:custGeom>
              <a:avLst/>
              <a:gdLst>
                <a:gd name="connsiteX0" fmla="*/ 41501 w 41279"/>
                <a:gd name="connsiteY0" fmla="*/ 38129 h 108334"/>
                <a:gd name="connsiteX1" fmla="*/ 18921 w 41279"/>
                <a:gd name="connsiteY1" fmla="*/ 85 h 108334"/>
                <a:gd name="connsiteX2" fmla="*/ 221 w 41279"/>
                <a:gd name="connsiteY2" fmla="*/ 19288 h 108334"/>
                <a:gd name="connsiteX3" fmla="*/ 18921 w 41279"/>
                <a:gd name="connsiteY3" fmla="*/ 38491 h 108334"/>
                <a:gd name="connsiteX4" fmla="*/ 31269 w 41279"/>
                <a:gd name="connsiteY4" fmla="*/ 33781 h 108334"/>
                <a:gd name="connsiteX5" fmla="*/ 33033 w 41279"/>
                <a:gd name="connsiteY5" fmla="*/ 32694 h 108334"/>
                <a:gd name="connsiteX6" fmla="*/ 33739 w 41279"/>
                <a:gd name="connsiteY6" fmla="*/ 38129 h 108334"/>
                <a:gd name="connsiteX7" fmla="*/ 9747 w 41279"/>
                <a:gd name="connsiteY7" fmla="*/ 98637 h 108334"/>
                <a:gd name="connsiteX8" fmla="*/ 5866 w 41279"/>
                <a:gd name="connsiteY8" fmla="*/ 104434 h 108334"/>
                <a:gd name="connsiteX9" fmla="*/ 9395 w 41279"/>
                <a:gd name="connsiteY9" fmla="*/ 108419 h 108334"/>
                <a:gd name="connsiteX10" fmla="*/ 41501 w 41279"/>
                <a:gd name="connsiteY10" fmla="*/ 38129 h 108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279" h="108334">
                  <a:moveTo>
                    <a:pt x="41501" y="38129"/>
                  </a:moveTo>
                  <a:cubicBezTo>
                    <a:pt x="41501" y="14215"/>
                    <a:pt x="32681" y="85"/>
                    <a:pt x="18921" y="85"/>
                  </a:cubicBezTo>
                  <a:cubicBezTo>
                    <a:pt x="7278" y="85"/>
                    <a:pt x="221" y="9143"/>
                    <a:pt x="221" y="19288"/>
                  </a:cubicBezTo>
                  <a:cubicBezTo>
                    <a:pt x="221" y="29071"/>
                    <a:pt x="7278" y="38491"/>
                    <a:pt x="18921" y="38491"/>
                  </a:cubicBezTo>
                  <a:cubicBezTo>
                    <a:pt x="23154" y="38491"/>
                    <a:pt x="27741" y="37042"/>
                    <a:pt x="31269" y="33781"/>
                  </a:cubicBezTo>
                  <a:cubicBezTo>
                    <a:pt x="32328" y="33056"/>
                    <a:pt x="32681" y="32694"/>
                    <a:pt x="33033" y="32694"/>
                  </a:cubicBezTo>
                  <a:cubicBezTo>
                    <a:pt x="33386" y="32694"/>
                    <a:pt x="33739" y="33056"/>
                    <a:pt x="33739" y="38129"/>
                  </a:cubicBezTo>
                  <a:cubicBezTo>
                    <a:pt x="33739" y="64941"/>
                    <a:pt x="21390" y="86680"/>
                    <a:pt x="9747" y="98637"/>
                  </a:cubicBezTo>
                  <a:cubicBezTo>
                    <a:pt x="5866" y="102622"/>
                    <a:pt x="5866" y="103347"/>
                    <a:pt x="5866" y="104434"/>
                  </a:cubicBezTo>
                  <a:cubicBezTo>
                    <a:pt x="5866" y="106970"/>
                    <a:pt x="7630" y="108419"/>
                    <a:pt x="9395" y="108419"/>
                  </a:cubicBezTo>
                  <a:cubicBezTo>
                    <a:pt x="13276" y="108419"/>
                    <a:pt x="41501" y="80520"/>
                    <a:pt x="41501" y="38129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D4422475-D2E7-4634-DC0D-1D6C66250441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9299795" y="4760648"/>
              <a:ext cx="124898" cy="164132"/>
            </a:xfrm>
            <a:custGeom>
              <a:avLst/>
              <a:gdLst>
                <a:gd name="connsiteX0" fmla="*/ 44328 w 124898"/>
                <a:gd name="connsiteY0" fmla="*/ 76535 h 164132"/>
                <a:gd name="connsiteX1" fmla="*/ 95487 w 124898"/>
                <a:gd name="connsiteY1" fmla="*/ 68564 h 164132"/>
                <a:gd name="connsiteX2" fmla="*/ 123360 w 124898"/>
                <a:gd name="connsiteY2" fmla="*/ 30882 h 164132"/>
                <a:gd name="connsiteX3" fmla="*/ 87725 w 124898"/>
                <a:gd name="connsiteY3" fmla="*/ 85 h 164132"/>
                <a:gd name="connsiteX4" fmla="*/ 226 w 124898"/>
                <a:gd name="connsiteY4" fmla="*/ 100811 h 164132"/>
                <a:gd name="connsiteX5" fmla="*/ 50679 w 124898"/>
                <a:gd name="connsiteY5" fmla="*/ 164217 h 164132"/>
                <a:gd name="connsiteX6" fmla="*/ 125124 w 124898"/>
                <a:gd name="connsiteY6" fmla="*/ 122550 h 164132"/>
                <a:gd name="connsiteX7" fmla="*/ 119479 w 124898"/>
                <a:gd name="connsiteY7" fmla="*/ 116753 h 164132"/>
                <a:gd name="connsiteX8" fmla="*/ 114892 w 124898"/>
                <a:gd name="connsiteY8" fmla="*/ 120738 h 164132"/>
                <a:gd name="connsiteX9" fmla="*/ 51384 w 124898"/>
                <a:gd name="connsiteY9" fmla="*/ 156246 h 164132"/>
                <a:gd name="connsiteX10" fmla="*/ 24570 w 124898"/>
                <a:gd name="connsiteY10" fmla="*/ 116390 h 164132"/>
                <a:gd name="connsiteX11" fmla="*/ 30568 w 124898"/>
                <a:gd name="connsiteY11" fmla="*/ 76535 h 164132"/>
                <a:gd name="connsiteX12" fmla="*/ 44328 w 124898"/>
                <a:gd name="connsiteY12" fmla="*/ 76535 h 164132"/>
                <a:gd name="connsiteX13" fmla="*/ 32685 w 124898"/>
                <a:gd name="connsiteY13" fmla="*/ 68564 h 164132"/>
                <a:gd name="connsiteX14" fmla="*/ 87725 w 124898"/>
                <a:gd name="connsiteY14" fmla="*/ 8056 h 164132"/>
                <a:gd name="connsiteX15" fmla="*/ 109953 w 124898"/>
                <a:gd name="connsiteY15" fmla="*/ 30158 h 164132"/>
                <a:gd name="connsiteX16" fmla="*/ 40094 w 124898"/>
                <a:gd name="connsiteY16" fmla="*/ 68564 h 164132"/>
                <a:gd name="connsiteX17" fmla="*/ 32685 w 124898"/>
                <a:gd name="connsiteY17" fmla="*/ 6856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4898" h="164132">
                  <a:moveTo>
                    <a:pt x="44328" y="76535"/>
                  </a:moveTo>
                  <a:cubicBezTo>
                    <a:pt x="54913" y="76535"/>
                    <a:pt x="78552" y="75448"/>
                    <a:pt x="95487" y="68564"/>
                  </a:cubicBezTo>
                  <a:cubicBezTo>
                    <a:pt x="123360" y="56969"/>
                    <a:pt x="123360" y="33418"/>
                    <a:pt x="123360" y="30882"/>
                  </a:cubicBezTo>
                  <a:cubicBezTo>
                    <a:pt x="123360" y="14215"/>
                    <a:pt x="110305" y="85"/>
                    <a:pt x="87725" y="85"/>
                  </a:cubicBezTo>
                  <a:cubicBezTo>
                    <a:pt x="50679" y="85"/>
                    <a:pt x="226" y="36679"/>
                    <a:pt x="226" y="100811"/>
                  </a:cubicBezTo>
                  <a:cubicBezTo>
                    <a:pt x="226" y="133420"/>
                    <a:pt x="17161" y="164217"/>
                    <a:pt x="50679" y="164217"/>
                  </a:cubicBezTo>
                  <a:cubicBezTo>
                    <a:pt x="95840" y="164217"/>
                    <a:pt x="125124" y="127985"/>
                    <a:pt x="125124" y="122550"/>
                  </a:cubicBezTo>
                  <a:cubicBezTo>
                    <a:pt x="125124" y="120738"/>
                    <a:pt x="122301" y="116753"/>
                    <a:pt x="119479" y="116753"/>
                  </a:cubicBezTo>
                  <a:cubicBezTo>
                    <a:pt x="118067" y="116753"/>
                    <a:pt x="117715" y="117115"/>
                    <a:pt x="114892" y="120738"/>
                  </a:cubicBezTo>
                  <a:cubicBezTo>
                    <a:pt x="88783" y="154797"/>
                    <a:pt x="57382" y="156246"/>
                    <a:pt x="51384" y="156246"/>
                  </a:cubicBezTo>
                  <a:cubicBezTo>
                    <a:pt x="28451" y="156246"/>
                    <a:pt x="24570" y="130521"/>
                    <a:pt x="24570" y="116390"/>
                  </a:cubicBezTo>
                  <a:cubicBezTo>
                    <a:pt x="24570" y="102622"/>
                    <a:pt x="28098" y="86318"/>
                    <a:pt x="30568" y="76535"/>
                  </a:cubicBezTo>
                  <a:lnTo>
                    <a:pt x="44328" y="76535"/>
                  </a:lnTo>
                  <a:close/>
                  <a:moveTo>
                    <a:pt x="32685" y="68564"/>
                  </a:moveTo>
                  <a:cubicBezTo>
                    <a:pt x="47856" y="9143"/>
                    <a:pt x="84197" y="8056"/>
                    <a:pt x="87725" y="8056"/>
                  </a:cubicBezTo>
                  <a:cubicBezTo>
                    <a:pt x="101838" y="8056"/>
                    <a:pt x="109953" y="17839"/>
                    <a:pt x="109953" y="30158"/>
                  </a:cubicBezTo>
                  <a:cubicBezTo>
                    <a:pt x="109953" y="68564"/>
                    <a:pt x="51737" y="68564"/>
                    <a:pt x="40094" y="68564"/>
                  </a:cubicBezTo>
                  <a:lnTo>
                    <a:pt x="32685" y="68564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5EF56B1-DAD9-69CE-636A-46C2F65A2413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9451154" y="4760648"/>
              <a:ext cx="267790" cy="164132"/>
            </a:xfrm>
            <a:custGeom>
              <a:avLst/>
              <a:gdLst>
                <a:gd name="connsiteX0" fmla="*/ 52095 w 267790"/>
                <a:gd name="connsiteY0" fmla="*/ 96825 h 164132"/>
                <a:gd name="connsiteX1" fmla="*/ 57740 w 267790"/>
                <a:gd name="connsiteY1" fmla="*/ 73274 h 164132"/>
                <a:gd name="connsiteX2" fmla="*/ 66560 w 267790"/>
                <a:gd name="connsiteY2" fmla="*/ 47187 h 164132"/>
                <a:gd name="connsiteX3" fmla="*/ 116308 w 267790"/>
                <a:gd name="connsiteY3" fmla="*/ 8056 h 164132"/>
                <a:gd name="connsiteX4" fmla="*/ 132538 w 267790"/>
                <a:gd name="connsiteY4" fmla="*/ 31969 h 164132"/>
                <a:gd name="connsiteX5" fmla="*/ 129362 w 267790"/>
                <a:gd name="connsiteY5" fmla="*/ 55520 h 164132"/>
                <a:gd name="connsiteX6" fmla="*/ 106429 w 267790"/>
                <a:gd name="connsiteY6" fmla="*/ 149724 h 164132"/>
                <a:gd name="connsiteX7" fmla="*/ 105370 w 267790"/>
                <a:gd name="connsiteY7" fmla="*/ 154797 h 164132"/>
                <a:gd name="connsiteX8" fmla="*/ 115249 w 267790"/>
                <a:gd name="connsiteY8" fmla="*/ 164217 h 164132"/>
                <a:gd name="connsiteX9" fmla="*/ 127951 w 267790"/>
                <a:gd name="connsiteY9" fmla="*/ 154797 h 164132"/>
                <a:gd name="connsiteX10" fmla="*/ 142064 w 267790"/>
                <a:gd name="connsiteY10" fmla="*/ 96825 h 164132"/>
                <a:gd name="connsiteX11" fmla="*/ 147709 w 267790"/>
                <a:gd name="connsiteY11" fmla="*/ 73274 h 164132"/>
                <a:gd name="connsiteX12" fmla="*/ 156529 w 267790"/>
                <a:gd name="connsiteY12" fmla="*/ 47187 h 164132"/>
                <a:gd name="connsiteX13" fmla="*/ 206277 w 267790"/>
                <a:gd name="connsiteY13" fmla="*/ 8056 h 164132"/>
                <a:gd name="connsiteX14" fmla="*/ 222507 w 267790"/>
                <a:gd name="connsiteY14" fmla="*/ 31969 h 164132"/>
                <a:gd name="connsiteX15" fmla="*/ 202043 w 267790"/>
                <a:gd name="connsiteY15" fmla="*/ 112043 h 164132"/>
                <a:gd name="connsiteX16" fmla="*/ 196398 w 267790"/>
                <a:gd name="connsiteY16" fmla="*/ 135231 h 164132"/>
                <a:gd name="connsiteX17" fmla="*/ 223212 w 267790"/>
                <a:gd name="connsiteY17" fmla="*/ 164217 h 164132"/>
                <a:gd name="connsiteX18" fmla="*/ 268020 w 267790"/>
                <a:gd name="connsiteY18" fmla="*/ 108419 h 164132"/>
                <a:gd name="connsiteX19" fmla="*/ 262728 w 267790"/>
                <a:gd name="connsiteY19" fmla="*/ 104796 h 164132"/>
                <a:gd name="connsiteX20" fmla="*/ 256730 w 267790"/>
                <a:gd name="connsiteY20" fmla="*/ 110956 h 164132"/>
                <a:gd name="connsiteX21" fmla="*/ 223918 w 267790"/>
                <a:gd name="connsiteY21" fmla="*/ 156246 h 164132"/>
                <a:gd name="connsiteX22" fmla="*/ 216156 w 267790"/>
                <a:gd name="connsiteY22" fmla="*/ 145739 h 164132"/>
                <a:gd name="connsiteX23" fmla="*/ 222507 w 267790"/>
                <a:gd name="connsiteY23" fmla="*/ 118564 h 164132"/>
                <a:gd name="connsiteX24" fmla="*/ 244029 w 267790"/>
                <a:gd name="connsiteY24" fmla="*/ 37766 h 164132"/>
                <a:gd name="connsiteX25" fmla="*/ 206983 w 267790"/>
                <a:gd name="connsiteY25" fmla="*/ 85 h 164132"/>
                <a:gd name="connsiteX26" fmla="*/ 154060 w 267790"/>
                <a:gd name="connsiteY26" fmla="*/ 31969 h 164132"/>
                <a:gd name="connsiteX27" fmla="*/ 117014 w 267790"/>
                <a:gd name="connsiteY27" fmla="*/ 85 h 164132"/>
                <a:gd name="connsiteX28" fmla="*/ 66560 w 267790"/>
                <a:gd name="connsiteY28" fmla="*/ 28708 h 164132"/>
                <a:gd name="connsiteX29" fmla="*/ 36923 w 267790"/>
                <a:gd name="connsiteY29" fmla="*/ 85 h 164132"/>
                <a:gd name="connsiteX30" fmla="*/ 11520 w 267790"/>
                <a:gd name="connsiteY30" fmla="*/ 19288 h 164132"/>
                <a:gd name="connsiteX31" fmla="*/ 230 w 267790"/>
                <a:gd name="connsiteY31" fmla="*/ 55882 h 164132"/>
                <a:gd name="connsiteX32" fmla="*/ 5523 w 267790"/>
                <a:gd name="connsiteY32" fmla="*/ 59506 h 164132"/>
                <a:gd name="connsiteX33" fmla="*/ 12226 w 267790"/>
                <a:gd name="connsiteY33" fmla="*/ 51172 h 164132"/>
                <a:gd name="connsiteX34" fmla="*/ 36218 w 267790"/>
                <a:gd name="connsiteY34" fmla="*/ 8056 h 164132"/>
                <a:gd name="connsiteX35" fmla="*/ 45391 w 267790"/>
                <a:gd name="connsiteY35" fmla="*/ 22549 h 164132"/>
                <a:gd name="connsiteX36" fmla="*/ 42921 w 267790"/>
                <a:gd name="connsiteY36" fmla="*/ 41027 h 164132"/>
                <a:gd name="connsiteX37" fmla="*/ 16460 w 267790"/>
                <a:gd name="connsiteY37" fmla="*/ 149724 h 164132"/>
                <a:gd name="connsiteX38" fmla="*/ 15401 w 267790"/>
                <a:gd name="connsiteY38" fmla="*/ 154797 h 164132"/>
                <a:gd name="connsiteX39" fmla="*/ 25280 w 267790"/>
                <a:gd name="connsiteY39" fmla="*/ 164217 h 164132"/>
                <a:gd name="connsiteX40" fmla="*/ 37982 w 267790"/>
                <a:gd name="connsiteY40" fmla="*/ 154797 h 164132"/>
                <a:gd name="connsiteX41" fmla="*/ 52095 w 267790"/>
                <a:gd name="connsiteY41" fmla="*/ 96825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67790" h="164132">
                  <a:moveTo>
                    <a:pt x="52095" y="96825"/>
                  </a:moveTo>
                  <a:cubicBezTo>
                    <a:pt x="53859" y="88854"/>
                    <a:pt x="55976" y="81245"/>
                    <a:pt x="57740" y="73274"/>
                  </a:cubicBezTo>
                  <a:cubicBezTo>
                    <a:pt x="62326" y="55520"/>
                    <a:pt x="62326" y="54795"/>
                    <a:pt x="66560" y="47187"/>
                  </a:cubicBezTo>
                  <a:cubicBezTo>
                    <a:pt x="76792" y="29071"/>
                    <a:pt x="91963" y="8056"/>
                    <a:pt x="116308" y="8056"/>
                  </a:cubicBezTo>
                  <a:cubicBezTo>
                    <a:pt x="132538" y="8056"/>
                    <a:pt x="132538" y="26534"/>
                    <a:pt x="132538" y="31969"/>
                  </a:cubicBezTo>
                  <a:cubicBezTo>
                    <a:pt x="132538" y="41752"/>
                    <a:pt x="130068" y="52259"/>
                    <a:pt x="129362" y="55520"/>
                  </a:cubicBezTo>
                  <a:lnTo>
                    <a:pt x="106429" y="149724"/>
                  </a:lnTo>
                  <a:cubicBezTo>
                    <a:pt x="105723" y="151898"/>
                    <a:pt x="105370" y="153710"/>
                    <a:pt x="105370" y="154797"/>
                  </a:cubicBezTo>
                  <a:cubicBezTo>
                    <a:pt x="105370" y="158782"/>
                    <a:pt x="108193" y="164217"/>
                    <a:pt x="115249" y="164217"/>
                  </a:cubicBezTo>
                  <a:cubicBezTo>
                    <a:pt x="119483" y="164217"/>
                    <a:pt x="125481" y="161681"/>
                    <a:pt x="127951" y="154797"/>
                  </a:cubicBezTo>
                  <a:lnTo>
                    <a:pt x="142064" y="96825"/>
                  </a:lnTo>
                  <a:cubicBezTo>
                    <a:pt x="143828" y="88854"/>
                    <a:pt x="145945" y="81245"/>
                    <a:pt x="147709" y="73274"/>
                  </a:cubicBezTo>
                  <a:cubicBezTo>
                    <a:pt x="152296" y="55520"/>
                    <a:pt x="152296" y="54795"/>
                    <a:pt x="156529" y="47187"/>
                  </a:cubicBezTo>
                  <a:cubicBezTo>
                    <a:pt x="166761" y="29071"/>
                    <a:pt x="181932" y="8056"/>
                    <a:pt x="206277" y="8056"/>
                  </a:cubicBezTo>
                  <a:cubicBezTo>
                    <a:pt x="222507" y="8056"/>
                    <a:pt x="222507" y="26534"/>
                    <a:pt x="222507" y="31969"/>
                  </a:cubicBezTo>
                  <a:cubicBezTo>
                    <a:pt x="222507" y="54433"/>
                    <a:pt x="206983" y="97550"/>
                    <a:pt x="202043" y="112043"/>
                  </a:cubicBezTo>
                  <a:cubicBezTo>
                    <a:pt x="197456" y="124362"/>
                    <a:pt x="196398" y="127622"/>
                    <a:pt x="196398" y="135231"/>
                  </a:cubicBezTo>
                  <a:cubicBezTo>
                    <a:pt x="196398" y="151173"/>
                    <a:pt x="206277" y="164217"/>
                    <a:pt x="223212" y="164217"/>
                  </a:cubicBezTo>
                  <a:cubicBezTo>
                    <a:pt x="256025" y="164217"/>
                    <a:pt x="268020" y="110231"/>
                    <a:pt x="268020" y="108419"/>
                  </a:cubicBezTo>
                  <a:cubicBezTo>
                    <a:pt x="268020" y="104796"/>
                    <a:pt x="265198" y="104796"/>
                    <a:pt x="262728" y="104796"/>
                  </a:cubicBezTo>
                  <a:cubicBezTo>
                    <a:pt x="258141" y="104796"/>
                    <a:pt x="258141" y="105521"/>
                    <a:pt x="256730" y="110956"/>
                  </a:cubicBezTo>
                  <a:cubicBezTo>
                    <a:pt x="253908" y="120738"/>
                    <a:pt x="244381" y="156246"/>
                    <a:pt x="223918" y="156246"/>
                  </a:cubicBezTo>
                  <a:cubicBezTo>
                    <a:pt x="216509" y="156246"/>
                    <a:pt x="216156" y="150811"/>
                    <a:pt x="216156" y="145739"/>
                  </a:cubicBezTo>
                  <a:cubicBezTo>
                    <a:pt x="216156" y="136680"/>
                    <a:pt x="219684" y="127260"/>
                    <a:pt x="222507" y="118564"/>
                  </a:cubicBezTo>
                  <a:cubicBezTo>
                    <a:pt x="229563" y="99361"/>
                    <a:pt x="244029" y="58781"/>
                    <a:pt x="244029" y="37766"/>
                  </a:cubicBezTo>
                  <a:cubicBezTo>
                    <a:pt x="244029" y="7331"/>
                    <a:pt x="223565" y="85"/>
                    <a:pt x="206983" y="85"/>
                  </a:cubicBezTo>
                  <a:cubicBezTo>
                    <a:pt x="182285" y="85"/>
                    <a:pt x="164644" y="16027"/>
                    <a:pt x="154060" y="31969"/>
                  </a:cubicBezTo>
                  <a:cubicBezTo>
                    <a:pt x="151237" y="6969"/>
                    <a:pt x="132890" y="85"/>
                    <a:pt x="117014" y="85"/>
                  </a:cubicBezTo>
                  <a:cubicBezTo>
                    <a:pt x="95844" y="85"/>
                    <a:pt x="78556" y="12041"/>
                    <a:pt x="66560" y="28708"/>
                  </a:cubicBezTo>
                  <a:cubicBezTo>
                    <a:pt x="64091" y="10954"/>
                    <a:pt x="52095" y="85"/>
                    <a:pt x="36923" y="85"/>
                  </a:cubicBezTo>
                  <a:cubicBezTo>
                    <a:pt x="24222" y="85"/>
                    <a:pt x="17166" y="8418"/>
                    <a:pt x="11520" y="19288"/>
                  </a:cubicBezTo>
                  <a:cubicBezTo>
                    <a:pt x="4817" y="33781"/>
                    <a:pt x="230" y="55158"/>
                    <a:pt x="230" y="55882"/>
                  </a:cubicBezTo>
                  <a:cubicBezTo>
                    <a:pt x="230" y="59506"/>
                    <a:pt x="3758" y="59506"/>
                    <a:pt x="5523" y="59506"/>
                  </a:cubicBezTo>
                  <a:cubicBezTo>
                    <a:pt x="10109" y="59506"/>
                    <a:pt x="10462" y="59143"/>
                    <a:pt x="12226" y="51172"/>
                  </a:cubicBezTo>
                  <a:cubicBezTo>
                    <a:pt x="18577" y="25810"/>
                    <a:pt x="25280" y="8056"/>
                    <a:pt x="36218" y="8056"/>
                  </a:cubicBezTo>
                  <a:cubicBezTo>
                    <a:pt x="45391" y="8056"/>
                    <a:pt x="45391" y="18563"/>
                    <a:pt x="45391" y="22549"/>
                  </a:cubicBezTo>
                  <a:cubicBezTo>
                    <a:pt x="45391" y="28346"/>
                    <a:pt x="44333" y="35230"/>
                    <a:pt x="42921" y="41027"/>
                  </a:cubicBezTo>
                  <a:lnTo>
                    <a:pt x="16460" y="149724"/>
                  </a:lnTo>
                  <a:cubicBezTo>
                    <a:pt x="15754" y="151898"/>
                    <a:pt x="15401" y="153710"/>
                    <a:pt x="15401" y="154797"/>
                  </a:cubicBezTo>
                  <a:cubicBezTo>
                    <a:pt x="15401" y="158782"/>
                    <a:pt x="18224" y="164217"/>
                    <a:pt x="25280" y="164217"/>
                  </a:cubicBezTo>
                  <a:cubicBezTo>
                    <a:pt x="29514" y="164217"/>
                    <a:pt x="35512" y="161681"/>
                    <a:pt x="37982" y="154797"/>
                  </a:cubicBezTo>
                  <a:lnTo>
                    <a:pt x="52095" y="96825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751C85A-9DD3-5E64-98D2-745875437EC8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9750971" y="4669343"/>
              <a:ext cx="121369" cy="255437"/>
            </a:xfrm>
            <a:custGeom>
              <a:avLst/>
              <a:gdLst>
                <a:gd name="connsiteX0" fmla="*/ 66568 w 121369"/>
                <a:gd name="connsiteY0" fmla="*/ 9143 h 255437"/>
                <a:gd name="connsiteX1" fmla="*/ 67627 w 121369"/>
                <a:gd name="connsiteY1" fmla="*/ 4433 h 255437"/>
                <a:gd name="connsiteX2" fmla="*/ 62687 w 121369"/>
                <a:gd name="connsiteY2" fmla="*/ 85 h 255437"/>
                <a:gd name="connsiteX3" fmla="*/ 57042 w 121369"/>
                <a:gd name="connsiteY3" fmla="*/ 809 h 255437"/>
                <a:gd name="connsiteX4" fmla="*/ 22113 w 121369"/>
                <a:gd name="connsiteY4" fmla="*/ 3708 h 255437"/>
                <a:gd name="connsiteX5" fmla="*/ 13998 w 121369"/>
                <a:gd name="connsiteY5" fmla="*/ 11317 h 255437"/>
                <a:gd name="connsiteX6" fmla="*/ 22466 w 121369"/>
                <a:gd name="connsiteY6" fmla="*/ 15302 h 255437"/>
                <a:gd name="connsiteX7" fmla="*/ 40107 w 121369"/>
                <a:gd name="connsiteY7" fmla="*/ 21462 h 255437"/>
                <a:gd name="connsiteX8" fmla="*/ 39048 w 121369"/>
                <a:gd name="connsiteY8" fmla="*/ 27621 h 255437"/>
                <a:gd name="connsiteX9" fmla="*/ 4119 w 121369"/>
                <a:gd name="connsiteY9" fmla="*/ 170739 h 255437"/>
                <a:gd name="connsiteX10" fmla="*/ 238 w 121369"/>
                <a:gd name="connsiteY10" fmla="*/ 200449 h 255437"/>
                <a:gd name="connsiteX11" fmla="*/ 40813 w 121369"/>
                <a:gd name="connsiteY11" fmla="*/ 255522 h 255437"/>
                <a:gd name="connsiteX12" fmla="*/ 121608 w 121369"/>
                <a:gd name="connsiteY12" fmla="*/ 147913 h 255437"/>
                <a:gd name="connsiteX13" fmla="*/ 79270 w 121369"/>
                <a:gd name="connsiteY13" fmla="*/ 91390 h 255437"/>
                <a:gd name="connsiteX14" fmla="*/ 41871 w 121369"/>
                <a:gd name="connsiteY14" fmla="*/ 110593 h 255437"/>
                <a:gd name="connsiteX15" fmla="*/ 66568 w 121369"/>
                <a:gd name="connsiteY15" fmla="*/ 9143 h 255437"/>
                <a:gd name="connsiteX16" fmla="*/ 40813 w 121369"/>
                <a:gd name="connsiteY16" fmla="*/ 247551 h 255437"/>
                <a:gd name="connsiteX17" fmla="*/ 20349 w 121369"/>
                <a:gd name="connsiteY17" fmla="*/ 212768 h 255437"/>
                <a:gd name="connsiteX18" fmla="*/ 33756 w 121369"/>
                <a:gd name="connsiteY18" fmla="*/ 142840 h 255437"/>
                <a:gd name="connsiteX19" fmla="*/ 41518 w 121369"/>
                <a:gd name="connsiteY19" fmla="*/ 126173 h 255437"/>
                <a:gd name="connsiteX20" fmla="*/ 78564 w 121369"/>
                <a:gd name="connsiteY20" fmla="*/ 99361 h 255437"/>
                <a:gd name="connsiteX21" fmla="*/ 97969 w 121369"/>
                <a:gd name="connsiteY21" fmla="*/ 131608 h 255437"/>
                <a:gd name="connsiteX22" fmla="*/ 78211 w 121369"/>
                <a:gd name="connsiteY22" fmla="*/ 213131 h 255437"/>
                <a:gd name="connsiteX23" fmla="*/ 40813 w 121369"/>
                <a:gd name="connsiteY23" fmla="*/ 247551 h 25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1369" h="255437">
                  <a:moveTo>
                    <a:pt x="66568" y="9143"/>
                  </a:moveTo>
                  <a:cubicBezTo>
                    <a:pt x="66921" y="8056"/>
                    <a:pt x="67627" y="5157"/>
                    <a:pt x="67627" y="4433"/>
                  </a:cubicBezTo>
                  <a:cubicBezTo>
                    <a:pt x="67627" y="1172"/>
                    <a:pt x="65510" y="85"/>
                    <a:pt x="62687" y="85"/>
                  </a:cubicBezTo>
                  <a:cubicBezTo>
                    <a:pt x="61629" y="85"/>
                    <a:pt x="58101" y="447"/>
                    <a:pt x="57042" y="809"/>
                  </a:cubicBezTo>
                  <a:lnTo>
                    <a:pt x="22113" y="3708"/>
                  </a:lnTo>
                  <a:cubicBezTo>
                    <a:pt x="17879" y="4070"/>
                    <a:pt x="13998" y="4433"/>
                    <a:pt x="13998" y="11317"/>
                  </a:cubicBezTo>
                  <a:cubicBezTo>
                    <a:pt x="13998" y="15302"/>
                    <a:pt x="17526" y="15302"/>
                    <a:pt x="22466" y="15302"/>
                  </a:cubicBezTo>
                  <a:cubicBezTo>
                    <a:pt x="39401" y="15302"/>
                    <a:pt x="40107" y="17839"/>
                    <a:pt x="40107" y="21462"/>
                  </a:cubicBezTo>
                  <a:cubicBezTo>
                    <a:pt x="40107" y="22549"/>
                    <a:pt x="39048" y="27259"/>
                    <a:pt x="39048" y="27621"/>
                  </a:cubicBezTo>
                  <a:lnTo>
                    <a:pt x="4119" y="170739"/>
                  </a:lnTo>
                  <a:cubicBezTo>
                    <a:pt x="3767" y="171826"/>
                    <a:pt x="238" y="186681"/>
                    <a:pt x="238" y="200449"/>
                  </a:cubicBezTo>
                  <a:cubicBezTo>
                    <a:pt x="238" y="230885"/>
                    <a:pt x="15057" y="255522"/>
                    <a:pt x="40813" y="255522"/>
                  </a:cubicBezTo>
                  <a:cubicBezTo>
                    <a:pt x="80328" y="255522"/>
                    <a:pt x="121608" y="201174"/>
                    <a:pt x="121608" y="147913"/>
                  </a:cubicBezTo>
                  <a:cubicBezTo>
                    <a:pt x="121608" y="109144"/>
                    <a:pt x="100439" y="91390"/>
                    <a:pt x="79270" y="91390"/>
                  </a:cubicBezTo>
                  <a:cubicBezTo>
                    <a:pt x="65863" y="91390"/>
                    <a:pt x="53867" y="98999"/>
                    <a:pt x="41871" y="110593"/>
                  </a:cubicBezTo>
                  <a:lnTo>
                    <a:pt x="66568" y="9143"/>
                  </a:lnTo>
                  <a:close/>
                  <a:moveTo>
                    <a:pt x="40813" y="247551"/>
                  </a:moveTo>
                  <a:cubicBezTo>
                    <a:pt x="31992" y="247551"/>
                    <a:pt x="20349" y="239943"/>
                    <a:pt x="20349" y="212768"/>
                  </a:cubicBezTo>
                  <a:cubicBezTo>
                    <a:pt x="20349" y="196826"/>
                    <a:pt x="23524" y="184145"/>
                    <a:pt x="33756" y="142840"/>
                  </a:cubicBezTo>
                  <a:cubicBezTo>
                    <a:pt x="36226" y="134144"/>
                    <a:pt x="36226" y="133420"/>
                    <a:pt x="41518" y="126173"/>
                  </a:cubicBezTo>
                  <a:cubicBezTo>
                    <a:pt x="51750" y="111680"/>
                    <a:pt x="65157" y="99361"/>
                    <a:pt x="78564" y="99361"/>
                  </a:cubicBezTo>
                  <a:cubicBezTo>
                    <a:pt x="94441" y="99361"/>
                    <a:pt x="97969" y="120014"/>
                    <a:pt x="97969" y="131608"/>
                  </a:cubicBezTo>
                  <a:cubicBezTo>
                    <a:pt x="97969" y="146826"/>
                    <a:pt x="88443" y="189942"/>
                    <a:pt x="78211" y="213131"/>
                  </a:cubicBezTo>
                  <a:cubicBezTo>
                    <a:pt x="73978" y="222189"/>
                    <a:pt x="58806" y="247551"/>
                    <a:pt x="40813" y="247551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90F4BDC-CCBD-CAE0-513D-1DC6813B130D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9907621" y="4649053"/>
              <a:ext cx="81854" cy="362323"/>
            </a:xfrm>
            <a:custGeom>
              <a:avLst/>
              <a:gdLst>
                <a:gd name="connsiteX0" fmla="*/ 82097 w 81854"/>
                <a:gd name="connsiteY0" fmla="*/ 358785 h 362323"/>
                <a:gd name="connsiteX1" fmla="*/ 76099 w 81854"/>
                <a:gd name="connsiteY1" fmla="*/ 350813 h 362323"/>
                <a:gd name="connsiteX2" fmla="*/ 20706 w 81854"/>
                <a:gd name="connsiteY2" fmla="*/ 181246 h 362323"/>
                <a:gd name="connsiteX3" fmla="*/ 77510 w 81854"/>
                <a:gd name="connsiteY3" fmla="*/ 9867 h 362323"/>
                <a:gd name="connsiteX4" fmla="*/ 82097 w 81854"/>
                <a:gd name="connsiteY4" fmla="*/ 3708 h 362323"/>
                <a:gd name="connsiteX5" fmla="*/ 78569 w 81854"/>
                <a:gd name="connsiteY5" fmla="*/ 85 h 362323"/>
                <a:gd name="connsiteX6" fmla="*/ 22471 w 81854"/>
                <a:gd name="connsiteY6" fmla="*/ 70738 h 362323"/>
                <a:gd name="connsiteX7" fmla="*/ 243 w 81854"/>
                <a:gd name="connsiteY7" fmla="*/ 181246 h 362323"/>
                <a:gd name="connsiteX8" fmla="*/ 23529 w 81854"/>
                <a:gd name="connsiteY8" fmla="*/ 294291 h 362323"/>
                <a:gd name="connsiteX9" fmla="*/ 78569 w 81854"/>
                <a:gd name="connsiteY9" fmla="*/ 362408 h 362323"/>
                <a:gd name="connsiteX10" fmla="*/ 82097 w 81854"/>
                <a:gd name="connsiteY10" fmla="*/ 358785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854" h="362323">
                  <a:moveTo>
                    <a:pt x="82097" y="358785"/>
                  </a:moveTo>
                  <a:cubicBezTo>
                    <a:pt x="82097" y="357698"/>
                    <a:pt x="82097" y="356973"/>
                    <a:pt x="76099" y="350813"/>
                  </a:cubicBezTo>
                  <a:cubicBezTo>
                    <a:pt x="31997" y="305161"/>
                    <a:pt x="20706" y="236682"/>
                    <a:pt x="20706" y="181246"/>
                  </a:cubicBezTo>
                  <a:cubicBezTo>
                    <a:pt x="20706" y="118202"/>
                    <a:pt x="34114" y="55158"/>
                    <a:pt x="77510" y="9867"/>
                  </a:cubicBezTo>
                  <a:cubicBezTo>
                    <a:pt x="82097" y="5520"/>
                    <a:pt x="82097" y="4795"/>
                    <a:pt x="82097" y="3708"/>
                  </a:cubicBezTo>
                  <a:cubicBezTo>
                    <a:pt x="82097" y="1172"/>
                    <a:pt x="80686" y="85"/>
                    <a:pt x="78569" y="85"/>
                  </a:cubicBezTo>
                  <a:cubicBezTo>
                    <a:pt x="75041" y="85"/>
                    <a:pt x="43287" y="24723"/>
                    <a:pt x="22471" y="70738"/>
                  </a:cubicBezTo>
                  <a:cubicBezTo>
                    <a:pt x="4477" y="110593"/>
                    <a:pt x="243" y="150811"/>
                    <a:pt x="243" y="181246"/>
                  </a:cubicBezTo>
                  <a:cubicBezTo>
                    <a:pt x="243" y="209507"/>
                    <a:pt x="4124" y="253349"/>
                    <a:pt x="23529" y="294291"/>
                  </a:cubicBezTo>
                  <a:cubicBezTo>
                    <a:pt x="44698" y="338857"/>
                    <a:pt x="75041" y="362408"/>
                    <a:pt x="78569" y="362408"/>
                  </a:cubicBezTo>
                  <a:cubicBezTo>
                    <a:pt x="80686" y="362408"/>
                    <a:pt x="82097" y="361321"/>
                    <a:pt x="82097" y="358785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11C57161-1CB5-BE0D-8C8E-471335F3C867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10020132" y="4760648"/>
              <a:ext cx="233566" cy="164132"/>
            </a:xfrm>
            <a:custGeom>
              <a:avLst/>
              <a:gdLst>
                <a:gd name="connsiteX0" fmla="*/ 153018 w 233566"/>
                <a:gd name="connsiteY0" fmla="*/ 37404 h 164132"/>
                <a:gd name="connsiteX1" fmla="*/ 158310 w 233566"/>
                <a:gd name="connsiteY1" fmla="*/ 13853 h 164132"/>
                <a:gd name="connsiteX2" fmla="*/ 148078 w 233566"/>
                <a:gd name="connsiteY2" fmla="*/ 4070 h 164132"/>
                <a:gd name="connsiteX3" fmla="*/ 135024 w 233566"/>
                <a:gd name="connsiteY3" fmla="*/ 14215 h 164132"/>
                <a:gd name="connsiteX4" fmla="*/ 114913 w 233566"/>
                <a:gd name="connsiteY4" fmla="*/ 95376 h 164132"/>
                <a:gd name="connsiteX5" fmla="*/ 111738 w 233566"/>
                <a:gd name="connsiteY5" fmla="*/ 119289 h 164132"/>
                <a:gd name="connsiteX6" fmla="*/ 112091 w 233566"/>
                <a:gd name="connsiteY6" fmla="*/ 125811 h 164132"/>
                <a:gd name="connsiteX7" fmla="*/ 79631 w 233566"/>
                <a:gd name="connsiteY7" fmla="*/ 156246 h 164132"/>
                <a:gd name="connsiteX8" fmla="*/ 51406 w 233566"/>
                <a:gd name="connsiteY8" fmla="*/ 123275 h 164132"/>
                <a:gd name="connsiteX9" fmla="*/ 69752 w 233566"/>
                <a:gd name="connsiteY9" fmla="*/ 52984 h 164132"/>
                <a:gd name="connsiteX10" fmla="*/ 75750 w 233566"/>
                <a:gd name="connsiteY10" fmla="*/ 29795 h 164132"/>
                <a:gd name="connsiteX11" fmla="*/ 46819 w 233566"/>
                <a:gd name="connsiteY11" fmla="*/ 85 h 164132"/>
                <a:gd name="connsiteX12" fmla="*/ 247 w 233566"/>
                <a:gd name="connsiteY12" fmla="*/ 55882 h 164132"/>
                <a:gd name="connsiteX13" fmla="*/ 4481 w 233566"/>
                <a:gd name="connsiteY13" fmla="*/ 59506 h 164132"/>
                <a:gd name="connsiteX14" fmla="*/ 10126 w 233566"/>
                <a:gd name="connsiteY14" fmla="*/ 52984 h 164132"/>
                <a:gd name="connsiteX15" fmla="*/ 45761 w 233566"/>
                <a:gd name="connsiteY15" fmla="*/ 8056 h 164132"/>
                <a:gd name="connsiteX16" fmla="*/ 54581 w 233566"/>
                <a:gd name="connsiteY16" fmla="*/ 20012 h 164132"/>
                <a:gd name="connsiteX17" fmla="*/ 48230 w 233566"/>
                <a:gd name="connsiteY17" fmla="*/ 45375 h 164132"/>
                <a:gd name="connsiteX18" fmla="*/ 28472 w 233566"/>
                <a:gd name="connsiteY18" fmla="*/ 118564 h 164132"/>
                <a:gd name="connsiteX19" fmla="*/ 78573 w 233566"/>
                <a:gd name="connsiteY19" fmla="*/ 164217 h 164132"/>
                <a:gd name="connsiteX20" fmla="*/ 115266 w 233566"/>
                <a:gd name="connsiteY20" fmla="*/ 138854 h 164132"/>
                <a:gd name="connsiteX21" fmla="*/ 159368 w 233566"/>
                <a:gd name="connsiteY21" fmla="*/ 164217 h 164132"/>
                <a:gd name="connsiteX22" fmla="*/ 210527 w 233566"/>
                <a:gd name="connsiteY22" fmla="*/ 119651 h 164132"/>
                <a:gd name="connsiteX23" fmla="*/ 233813 w 233566"/>
                <a:gd name="connsiteY23" fmla="*/ 25447 h 164132"/>
                <a:gd name="connsiteX24" fmla="*/ 218289 w 233566"/>
                <a:gd name="connsiteY24" fmla="*/ 85 h 164132"/>
                <a:gd name="connsiteX25" fmla="*/ 200648 w 233566"/>
                <a:gd name="connsiteY25" fmla="*/ 17476 h 164132"/>
                <a:gd name="connsiteX26" fmla="*/ 205941 w 233566"/>
                <a:gd name="connsiteY26" fmla="*/ 27259 h 164132"/>
                <a:gd name="connsiteX27" fmla="*/ 218642 w 233566"/>
                <a:gd name="connsiteY27" fmla="*/ 58056 h 164132"/>
                <a:gd name="connsiteX28" fmla="*/ 199237 w 233566"/>
                <a:gd name="connsiteY28" fmla="*/ 124362 h 164132"/>
                <a:gd name="connsiteX29" fmla="*/ 160427 w 233566"/>
                <a:gd name="connsiteY29" fmla="*/ 156246 h 164132"/>
                <a:gd name="connsiteX30" fmla="*/ 134318 w 233566"/>
                <a:gd name="connsiteY30" fmla="*/ 124724 h 164132"/>
                <a:gd name="connsiteX31" fmla="*/ 138199 w 233566"/>
                <a:gd name="connsiteY31" fmla="*/ 98274 h 164132"/>
                <a:gd name="connsiteX32" fmla="*/ 153018 w 233566"/>
                <a:gd name="connsiteY32" fmla="*/ 3740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3566" h="164132">
                  <a:moveTo>
                    <a:pt x="153018" y="37404"/>
                  </a:moveTo>
                  <a:cubicBezTo>
                    <a:pt x="154782" y="29433"/>
                    <a:pt x="158310" y="16027"/>
                    <a:pt x="158310" y="13853"/>
                  </a:cubicBezTo>
                  <a:cubicBezTo>
                    <a:pt x="158310" y="7331"/>
                    <a:pt x="153371" y="4070"/>
                    <a:pt x="148078" y="4070"/>
                  </a:cubicBezTo>
                  <a:cubicBezTo>
                    <a:pt x="143844" y="4070"/>
                    <a:pt x="137494" y="6969"/>
                    <a:pt x="135024" y="14215"/>
                  </a:cubicBezTo>
                  <a:cubicBezTo>
                    <a:pt x="133965" y="16752"/>
                    <a:pt x="117383" y="85955"/>
                    <a:pt x="114913" y="95376"/>
                  </a:cubicBezTo>
                  <a:cubicBezTo>
                    <a:pt x="112443" y="106245"/>
                    <a:pt x="111738" y="112767"/>
                    <a:pt x="111738" y="119289"/>
                  </a:cubicBezTo>
                  <a:cubicBezTo>
                    <a:pt x="111738" y="123275"/>
                    <a:pt x="111738" y="123999"/>
                    <a:pt x="112091" y="125811"/>
                  </a:cubicBezTo>
                  <a:cubicBezTo>
                    <a:pt x="103976" y="145014"/>
                    <a:pt x="93391" y="156246"/>
                    <a:pt x="79631" y="156246"/>
                  </a:cubicBezTo>
                  <a:cubicBezTo>
                    <a:pt x="51406" y="156246"/>
                    <a:pt x="51406" y="129434"/>
                    <a:pt x="51406" y="123275"/>
                  </a:cubicBezTo>
                  <a:cubicBezTo>
                    <a:pt x="51406" y="111680"/>
                    <a:pt x="53170" y="97550"/>
                    <a:pt x="69752" y="52984"/>
                  </a:cubicBezTo>
                  <a:cubicBezTo>
                    <a:pt x="73633" y="42114"/>
                    <a:pt x="75750" y="37042"/>
                    <a:pt x="75750" y="29795"/>
                  </a:cubicBezTo>
                  <a:cubicBezTo>
                    <a:pt x="75750" y="13491"/>
                    <a:pt x="64107" y="85"/>
                    <a:pt x="46819" y="85"/>
                  </a:cubicBezTo>
                  <a:cubicBezTo>
                    <a:pt x="13301" y="85"/>
                    <a:pt x="247" y="52622"/>
                    <a:pt x="247" y="55882"/>
                  </a:cubicBezTo>
                  <a:cubicBezTo>
                    <a:pt x="247" y="59506"/>
                    <a:pt x="3775" y="59506"/>
                    <a:pt x="4481" y="59506"/>
                  </a:cubicBezTo>
                  <a:cubicBezTo>
                    <a:pt x="8009" y="59506"/>
                    <a:pt x="8362" y="58781"/>
                    <a:pt x="10126" y="52984"/>
                  </a:cubicBezTo>
                  <a:cubicBezTo>
                    <a:pt x="19652" y="19288"/>
                    <a:pt x="33412" y="8056"/>
                    <a:pt x="45761" y="8056"/>
                  </a:cubicBezTo>
                  <a:cubicBezTo>
                    <a:pt x="48936" y="8056"/>
                    <a:pt x="54581" y="8418"/>
                    <a:pt x="54581" y="20012"/>
                  </a:cubicBezTo>
                  <a:cubicBezTo>
                    <a:pt x="54581" y="29071"/>
                    <a:pt x="50700" y="39216"/>
                    <a:pt x="48230" y="45375"/>
                  </a:cubicBezTo>
                  <a:cubicBezTo>
                    <a:pt x="32706" y="88129"/>
                    <a:pt x="28472" y="104796"/>
                    <a:pt x="28472" y="118564"/>
                  </a:cubicBezTo>
                  <a:cubicBezTo>
                    <a:pt x="28472" y="151536"/>
                    <a:pt x="52111" y="164217"/>
                    <a:pt x="78573" y="164217"/>
                  </a:cubicBezTo>
                  <a:cubicBezTo>
                    <a:pt x="84571" y="164217"/>
                    <a:pt x="101153" y="164217"/>
                    <a:pt x="115266" y="138854"/>
                  </a:cubicBezTo>
                  <a:cubicBezTo>
                    <a:pt x="124439" y="162043"/>
                    <a:pt x="148784" y="164217"/>
                    <a:pt x="159368" y="164217"/>
                  </a:cubicBezTo>
                  <a:cubicBezTo>
                    <a:pt x="185830" y="164217"/>
                    <a:pt x="201354" y="141391"/>
                    <a:pt x="210527" y="119651"/>
                  </a:cubicBezTo>
                  <a:cubicBezTo>
                    <a:pt x="222523" y="91390"/>
                    <a:pt x="233813" y="42839"/>
                    <a:pt x="233813" y="25447"/>
                  </a:cubicBezTo>
                  <a:cubicBezTo>
                    <a:pt x="233813" y="5520"/>
                    <a:pt x="224287" y="85"/>
                    <a:pt x="218289" y="85"/>
                  </a:cubicBezTo>
                  <a:cubicBezTo>
                    <a:pt x="209469" y="85"/>
                    <a:pt x="200648" y="9505"/>
                    <a:pt x="200648" y="17476"/>
                  </a:cubicBezTo>
                  <a:cubicBezTo>
                    <a:pt x="200648" y="22186"/>
                    <a:pt x="202765" y="24360"/>
                    <a:pt x="205941" y="27259"/>
                  </a:cubicBezTo>
                  <a:cubicBezTo>
                    <a:pt x="209822" y="31244"/>
                    <a:pt x="218642" y="40665"/>
                    <a:pt x="218642" y="58056"/>
                  </a:cubicBezTo>
                  <a:cubicBezTo>
                    <a:pt x="218642" y="70375"/>
                    <a:pt x="208410" y="105883"/>
                    <a:pt x="199237" y="124362"/>
                  </a:cubicBezTo>
                  <a:cubicBezTo>
                    <a:pt x="190064" y="143565"/>
                    <a:pt x="177715" y="156246"/>
                    <a:pt x="160427" y="156246"/>
                  </a:cubicBezTo>
                  <a:cubicBezTo>
                    <a:pt x="143844" y="156246"/>
                    <a:pt x="134318" y="145376"/>
                    <a:pt x="134318" y="124724"/>
                  </a:cubicBezTo>
                  <a:cubicBezTo>
                    <a:pt x="134318" y="114579"/>
                    <a:pt x="136788" y="103347"/>
                    <a:pt x="138199" y="98274"/>
                  </a:cubicBezTo>
                  <a:lnTo>
                    <a:pt x="153018" y="37404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2738148-D84D-40AD-4D3E-1CAC09FF0FF1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10281013" y="4799126"/>
              <a:ext cx="121511" cy="178552"/>
            </a:xfrm>
            <a:custGeom>
              <a:avLst/>
              <a:gdLst>
                <a:gd name="connsiteX0" fmla="*/ 59034 w 121511"/>
                <a:gd name="connsiteY0" fmla="*/ 7695 h 178552"/>
                <a:gd name="connsiteX1" fmla="*/ 60022 w 121511"/>
                <a:gd name="connsiteY1" fmla="*/ 3637 h 178552"/>
                <a:gd name="connsiteX2" fmla="*/ 56070 w 121511"/>
                <a:gd name="connsiteY2" fmla="*/ 86 h 178552"/>
                <a:gd name="connsiteX3" fmla="*/ 24457 w 121511"/>
                <a:gd name="connsiteY3" fmla="*/ 2622 h 178552"/>
                <a:gd name="connsiteX4" fmla="*/ 19024 w 121511"/>
                <a:gd name="connsiteY4" fmla="*/ 8456 h 178552"/>
                <a:gd name="connsiteX5" fmla="*/ 25445 w 121511"/>
                <a:gd name="connsiteY5" fmla="*/ 12007 h 178552"/>
                <a:gd name="connsiteX6" fmla="*/ 37300 w 121511"/>
                <a:gd name="connsiteY6" fmla="*/ 15811 h 178552"/>
                <a:gd name="connsiteX7" fmla="*/ 36312 w 121511"/>
                <a:gd name="connsiteY7" fmla="*/ 21391 h 178552"/>
                <a:gd name="connsiteX8" fmla="*/ 1489 w 121511"/>
                <a:gd name="connsiteY8" fmla="*/ 164943 h 178552"/>
                <a:gd name="connsiteX9" fmla="*/ 254 w 121511"/>
                <a:gd name="connsiteY9" fmla="*/ 170523 h 178552"/>
                <a:gd name="connsiteX10" fmla="*/ 8651 w 121511"/>
                <a:gd name="connsiteY10" fmla="*/ 178639 h 178552"/>
                <a:gd name="connsiteX11" fmla="*/ 20012 w 121511"/>
                <a:gd name="connsiteY11" fmla="*/ 167987 h 178552"/>
                <a:gd name="connsiteX12" fmla="*/ 32114 w 121511"/>
                <a:gd name="connsiteY12" fmla="*/ 118783 h 178552"/>
                <a:gd name="connsiteX13" fmla="*/ 63726 w 121511"/>
                <a:gd name="connsiteY13" fmla="*/ 139581 h 178552"/>
                <a:gd name="connsiteX14" fmla="*/ 63232 w 121511"/>
                <a:gd name="connsiteY14" fmla="*/ 144653 h 178552"/>
                <a:gd name="connsiteX15" fmla="*/ 62244 w 121511"/>
                <a:gd name="connsiteY15" fmla="*/ 152516 h 178552"/>
                <a:gd name="connsiteX16" fmla="*/ 88424 w 121511"/>
                <a:gd name="connsiteY16" fmla="*/ 178639 h 178552"/>
                <a:gd name="connsiteX17" fmla="*/ 119789 w 121511"/>
                <a:gd name="connsiteY17" fmla="*/ 139834 h 178552"/>
                <a:gd name="connsiteX18" fmla="*/ 115838 w 121511"/>
                <a:gd name="connsiteY18" fmla="*/ 136537 h 178552"/>
                <a:gd name="connsiteX19" fmla="*/ 110898 w 121511"/>
                <a:gd name="connsiteY19" fmla="*/ 142624 h 178552"/>
                <a:gd name="connsiteX20" fmla="*/ 89164 w 121511"/>
                <a:gd name="connsiteY20" fmla="*/ 171538 h 178552"/>
                <a:gd name="connsiteX21" fmla="*/ 80520 w 121511"/>
                <a:gd name="connsiteY21" fmla="*/ 158349 h 178552"/>
                <a:gd name="connsiteX22" fmla="*/ 82002 w 121511"/>
                <a:gd name="connsiteY22" fmla="*/ 146936 h 178552"/>
                <a:gd name="connsiteX23" fmla="*/ 83237 w 121511"/>
                <a:gd name="connsiteY23" fmla="*/ 139073 h 178552"/>
                <a:gd name="connsiteX24" fmla="*/ 43227 w 121511"/>
                <a:gd name="connsiteY24" fmla="*/ 112189 h 178552"/>
                <a:gd name="connsiteX25" fmla="*/ 63726 w 121511"/>
                <a:gd name="connsiteY25" fmla="*/ 95450 h 178552"/>
                <a:gd name="connsiteX26" fmla="*/ 102501 w 121511"/>
                <a:gd name="connsiteY26" fmla="*/ 71355 h 178552"/>
                <a:gd name="connsiteX27" fmla="*/ 110651 w 121511"/>
                <a:gd name="connsiteY27" fmla="*/ 74652 h 178552"/>
                <a:gd name="connsiteX28" fmla="*/ 97809 w 121511"/>
                <a:gd name="connsiteY28" fmla="*/ 88855 h 178552"/>
                <a:gd name="connsiteX29" fmla="*/ 107688 w 121511"/>
                <a:gd name="connsiteY29" fmla="*/ 98240 h 178552"/>
                <a:gd name="connsiteX30" fmla="*/ 121765 w 121511"/>
                <a:gd name="connsiteY30" fmla="*/ 82007 h 178552"/>
                <a:gd name="connsiteX31" fmla="*/ 102748 w 121511"/>
                <a:gd name="connsiteY31" fmla="*/ 64254 h 178552"/>
                <a:gd name="connsiteX32" fmla="*/ 63232 w 121511"/>
                <a:gd name="connsiteY32" fmla="*/ 86573 h 178552"/>
                <a:gd name="connsiteX33" fmla="*/ 34583 w 121511"/>
                <a:gd name="connsiteY33" fmla="*/ 108892 h 178552"/>
                <a:gd name="connsiteX34" fmla="*/ 59034 w 121511"/>
                <a:gd name="connsiteY34" fmla="*/ 7695 h 178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511" h="178552">
                  <a:moveTo>
                    <a:pt x="59034" y="7695"/>
                  </a:moveTo>
                  <a:cubicBezTo>
                    <a:pt x="59281" y="7188"/>
                    <a:pt x="60022" y="3891"/>
                    <a:pt x="60022" y="3637"/>
                  </a:cubicBezTo>
                  <a:cubicBezTo>
                    <a:pt x="60022" y="2369"/>
                    <a:pt x="59034" y="86"/>
                    <a:pt x="56070" y="86"/>
                  </a:cubicBezTo>
                  <a:cubicBezTo>
                    <a:pt x="51131" y="86"/>
                    <a:pt x="30632" y="2115"/>
                    <a:pt x="24457" y="2622"/>
                  </a:cubicBezTo>
                  <a:cubicBezTo>
                    <a:pt x="22482" y="2876"/>
                    <a:pt x="19024" y="3130"/>
                    <a:pt x="19024" y="8456"/>
                  </a:cubicBezTo>
                  <a:cubicBezTo>
                    <a:pt x="19024" y="12007"/>
                    <a:pt x="22482" y="12007"/>
                    <a:pt x="25445" y="12007"/>
                  </a:cubicBezTo>
                  <a:cubicBezTo>
                    <a:pt x="37300" y="12007"/>
                    <a:pt x="37300" y="13782"/>
                    <a:pt x="37300" y="15811"/>
                  </a:cubicBezTo>
                  <a:cubicBezTo>
                    <a:pt x="37300" y="17586"/>
                    <a:pt x="36806" y="19108"/>
                    <a:pt x="36312" y="21391"/>
                  </a:cubicBezTo>
                  <a:lnTo>
                    <a:pt x="1489" y="164943"/>
                  </a:lnTo>
                  <a:cubicBezTo>
                    <a:pt x="254" y="169508"/>
                    <a:pt x="254" y="170016"/>
                    <a:pt x="254" y="170523"/>
                  </a:cubicBezTo>
                  <a:cubicBezTo>
                    <a:pt x="254" y="174327"/>
                    <a:pt x="3218" y="178639"/>
                    <a:pt x="8651" y="178639"/>
                  </a:cubicBezTo>
                  <a:cubicBezTo>
                    <a:pt x="15319" y="178639"/>
                    <a:pt x="18530" y="173567"/>
                    <a:pt x="20012" y="167987"/>
                  </a:cubicBezTo>
                  <a:cubicBezTo>
                    <a:pt x="20506" y="166972"/>
                    <a:pt x="31126" y="122334"/>
                    <a:pt x="32114" y="118783"/>
                  </a:cubicBezTo>
                  <a:cubicBezTo>
                    <a:pt x="49649" y="120559"/>
                    <a:pt x="63726" y="126392"/>
                    <a:pt x="63726" y="139581"/>
                  </a:cubicBezTo>
                  <a:cubicBezTo>
                    <a:pt x="63726" y="140849"/>
                    <a:pt x="63726" y="142117"/>
                    <a:pt x="63232" y="144653"/>
                  </a:cubicBezTo>
                  <a:cubicBezTo>
                    <a:pt x="62244" y="148458"/>
                    <a:pt x="62244" y="149726"/>
                    <a:pt x="62244" y="152516"/>
                  </a:cubicBezTo>
                  <a:cubicBezTo>
                    <a:pt x="62244" y="170523"/>
                    <a:pt x="76569" y="178639"/>
                    <a:pt x="88424" y="178639"/>
                  </a:cubicBezTo>
                  <a:cubicBezTo>
                    <a:pt x="112380" y="178639"/>
                    <a:pt x="119789" y="140088"/>
                    <a:pt x="119789" y="139834"/>
                  </a:cubicBezTo>
                  <a:cubicBezTo>
                    <a:pt x="119789" y="136537"/>
                    <a:pt x="116579" y="136537"/>
                    <a:pt x="115838" y="136537"/>
                  </a:cubicBezTo>
                  <a:cubicBezTo>
                    <a:pt x="112380" y="136537"/>
                    <a:pt x="112133" y="137805"/>
                    <a:pt x="110898" y="142624"/>
                  </a:cubicBezTo>
                  <a:cubicBezTo>
                    <a:pt x="107934" y="153530"/>
                    <a:pt x="101266" y="171538"/>
                    <a:pt x="89164" y="171538"/>
                  </a:cubicBezTo>
                  <a:cubicBezTo>
                    <a:pt x="82496" y="171538"/>
                    <a:pt x="80520" y="165197"/>
                    <a:pt x="80520" y="158349"/>
                  </a:cubicBezTo>
                  <a:cubicBezTo>
                    <a:pt x="80520" y="154037"/>
                    <a:pt x="80520" y="153530"/>
                    <a:pt x="82002" y="146936"/>
                  </a:cubicBezTo>
                  <a:cubicBezTo>
                    <a:pt x="82249" y="146175"/>
                    <a:pt x="83237" y="141863"/>
                    <a:pt x="83237" y="139073"/>
                  </a:cubicBezTo>
                  <a:cubicBezTo>
                    <a:pt x="83237" y="116501"/>
                    <a:pt x="53600" y="112950"/>
                    <a:pt x="43227" y="112189"/>
                  </a:cubicBezTo>
                  <a:cubicBezTo>
                    <a:pt x="50390" y="107624"/>
                    <a:pt x="59528" y="99254"/>
                    <a:pt x="63726" y="95450"/>
                  </a:cubicBezTo>
                  <a:cubicBezTo>
                    <a:pt x="76322" y="83276"/>
                    <a:pt x="88671" y="71355"/>
                    <a:pt x="102501" y="71355"/>
                  </a:cubicBezTo>
                  <a:cubicBezTo>
                    <a:pt x="105465" y="71355"/>
                    <a:pt x="108675" y="72116"/>
                    <a:pt x="110651" y="74652"/>
                  </a:cubicBezTo>
                  <a:cubicBezTo>
                    <a:pt x="100031" y="76428"/>
                    <a:pt x="97809" y="85051"/>
                    <a:pt x="97809" y="88855"/>
                  </a:cubicBezTo>
                  <a:cubicBezTo>
                    <a:pt x="97809" y="94435"/>
                    <a:pt x="102007" y="98240"/>
                    <a:pt x="107688" y="98240"/>
                  </a:cubicBezTo>
                  <a:cubicBezTo>
                    <a:pt x="114356" y="98240"/>
                    <a:pt x="121765" y="92660"/>
                    <a:pt x="121765" y="82007"/>
                  </a:cubicBezTo>
                  <a:cubicBezTo>
                    <a:pt x="121765" y="73638"/>
                    <a:pt x="115838" y="64254"/>
                    <a:pt x="102748" y="64254"/>
                  </a:cubicBezTo>
                  <a:cubicBezTo>
                    <a:pt x="88671" y="64254"/>
                    <a:pt x="75828" y="74652"/>
                    <a:pt x="63232" y="86573"/>
                  </a:cubicBezTo>
                  <a:cubicBezTo>
                    <a:pt x="52859" y="96718"/>
                    <a:pt x="44709" y="104580"/>
                    <a:pt x="34583" y="108892"/>
                  </a:cubicBezTo>
                  <a:lnTo>
                    <a:pt x="59034" y="7695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2F3E7AA-7F0B-8204-AA6D-91BC673B6762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10456194" y="4649053"/>
              <a:ext cx="81854" cy="362323"/>
            </a:xfrm>
            <a:custGeom>
              <a:avLst/>
              <a:gdLst>
                <a:gd name="connsiteX0" fmla="*/ 82113 w 81854"/>
                <a:gd name="connsiteY0" fmla="*/ 181246 h 362323"/>
                <a:gd name="connsiteX1" fmla="*/ 58827 w 81854"/>
                <a:gd name="connsiteY1" fmla="*/ 68201 h 362323"/>
                <a:gd name="connsiteX2" fmla="*/ 3787 w 81854"/>
                <a:gd name="connsiteY2" fmla="*/ 85 h 362323"/>
                <a:gd name="connsiteX3" fmla="*/ 259 w 81854"/>
                <a:gd name="connsiteY3" fmla="*/ 3708 h 362323"/>
                <a:gd name="connsiteX4" fmla="*/ 6962 w 81854"/>
                <a:gd name="connsiteY4" fmla="*/ 12041 h 362323"/>
                <a:gd name="connsiteX5" fmla="*/ 61649 w 81854"/>
                <a:gd name="connsiteY5" fmla="*/ 181246 h 362323"/>
                <a:gd name="connsiteX6" fmla="*/ 4846 w 81854"/>
                <a:gd name="connsiteY6" fmla="*/ 352625 h 362323"/>
                <a:gd name="connsiteX7" fmla="*/ 259 w 81854"/>
                <a:gd name="connsiteY7" fmla="*/ 358785 h 362323"/>
                <a:gd name="connsiteX8" fmla="*/ 3787 w 81854"/>
                <a:gd name="connsiteY8" fmla="*/ 362408 h 362323"/>
                <a:gd name="connsiteX9" fmla="*/ 59885 w 81854"/>
                <a:gd name="connsiteY9" fmla="*/ 291755 h 362323"/>
                <a:gd name="connsiteX10" fmla="*/ 82113 w 81854"/>
                <a:gd name="connsiteY10" fmla="*/ 181246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854" h="362323">
                  <a:moveTo>
                    <a:pt x="82113" y="181246"/>
                  </a:moveTo>
                  <a:cubicBezTo>
                    <a:pt x="82113" y="152985"/>
                    <a:pt x="78232" y="109144"/>
                    <a:pt x="58827" y="68201"/>
                  </a:cubicBezTo>
                  <a:cubicBezTo>
                    <a:pt x="37658" y="23636"/>
                    <a:pt x="7315" y="85"/>
                    <a:pt x="3787" y="85"/>
                  </a:cubicBezTo>
                  <a:cubicBezTo>
                    <a:pt x="1670" y="85"/>
                    <a:pt x="259" y="1534"/>
                    <a:pt x="259" y="3708"/>
                  </a:cubicBezTo>
                  <a:cubicBezTo>
                    <a:pt x="259" y="4795"/>
                    <a:pt x="259" y="5520"/>
                    <a:pt x="6962" y="12041"/>
                  </a:cubicBezTo>
                  <a:cubicBezTo>
                    <a:pt x="41539" y="47911"/>
                    <a:pt x="61649" y="105521"/>
                    <a:pt x="61649" y="181246"/>
                  </a:cubicBezTo>
                  <a:cubicBezTo>
                    <a:pt x="61649" y="243203"/>
                    <a:pt x="48595" y="306972"/>
                    <a:pt x="4846" y="352625"/>
                  </a:cubicBezTo>
                  <a:cubicBezTo>
                    <a:pt x="259" y="356973"/>
                    <a:pt x="259" y="357698"/>
                    <a:pt x="259" y="358785"/>
                  </a:cubicBezTo>
                  <a:cubicBezTo>
                    <a:pt x="259" y="360958"/>
                    <a:pt x="1670" y="362408"/>
                    <a:pt x="3787" y="362408"/>
                  </a:cubicBezTo>
                  <a:cubicBezTo>
                    <a:pt x="7315" y="362408"/>
                    <a:pt x="39069" y="337770"/>
                    <a:pt x="59885" y="291755"/>
                  </a:cubicBezTo>
                  <a:cubicBezTo>
                    <a:pt x="77879" y="251899"/>
                    <a:pt x="82113" y="211681"/>
                    <a:pt x="82113" y="181246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AD573D1-3DA7-684B-5FF3-738DE1C71602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10593402" y="4649053"/>
              <a:ext cx="81854" cy="362323"/>
            </a:xfrm>
            <a:custGeom>
              <a:avLst/>
              <a:gdLst>
                <a:gd name="connsiteX0" fmla="*/ 82117 w 81854"/>
                <a:gd name="connsiteY0" fmla="*/ 181246 h 362323"/>
                <a:gd name="connsiteX1" fmla="*/ 58831 w 81854"/>
                <a:gd name="connsiteY1" fmla="*/ 68201 h 362323"/>
                <a:gd name="connsiteX2" fmla="*/ 3791 w 81854"/>
                <a:gd name="connsiteY2" fmla="*/ 85 h 362323"/>
                <a:gd name="connsiteX3" fmla="*/ 263 w 81854"/>
                <a:gd name="connsiteY3" fmla="*/ 3708 h 362323"/>
                <a:gd name="connsiteX4" fmla="*/ 6966 w 81854"/>
                <a:gd name="connsiteY4" fmla="*/ 12041 h 362323"/>
                <a:gd name="connsiteX5" fmla="*/ 61653 w 81854"/>
                <a:gd name="connsiteY5" fmla="*/ 181246 h 362323"/>
                <a:gd name="connsiteX6" fmla="*/ 4849 w 81854"/>
                <a:gd name="connsiteY6" fmla="*/ 352625 h 362323"/>
                <a:gd name="connsiteX7" fmla="*/ 263 w 81854"/>
                <a:gd name="connsiteY7" fmla="*/ 358785 h 362323"/>
                <a:gd name="connsiteX8" fmla="*/ 3791 w 81854"/>
                <a:gd name="connsiteY8" fmla="*/ 362408 h 362323"/>
                <a:gd name="connsiteX9" fmla="*/ 59889 w 81854"/>
                <a:gd name="connsiteY9" fmla="*/ 291755 h 362323"/>
                <a:gd name="connsiteX10" fmla="*/ 82117 w 81854"/>
                <a:gd name="connsiteY10" fmla="*/ 181246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854" h="362323">
                  <a:moveTo>
                    <a:pt x="82117" y="181246"/>
                  </a:moveTo>
                  <a:cubicBezTo>
                    <a:pt x="82117" y="152985"/>
                    <a:pt x="78236" y="109144"/>
                    <a:pt x="58831" y="68201"/>
                  </a:cubicBezTo>
                  <a:cubicBezTo>
                    <a:pt x="37662" y="23636"/>
                    <a:pt x="7319" y="85"/>
                    <a:pt x="3791" y="85"/>
                  </a:cubicBezTo>
                  <a:cubicBezTo>
                    <a:pt x="1674" y="85"/>
                    <a:pt x="263" y="1534"/>
                    <a:pt x="263" y="3708"/>
                  </a:cubicBezTo>
                  <a:cubicBezTo>
                    <a:pt x="263" y="4795"/>
                    <a:pt x="263" y="5520"/>
                    <a:pt x="6966" y="12041"/>
                  </a:cubicBezTo>
                  <a:cubicBezTo>
                    <a:pt x="41543" y="47911"/>
                    <a:pt x="61653" y="105521"/>
                    <a:pt x="61653" y="181246"/>
                  </a:cubicBezTo>
                  <a:cubicBezTo>
                    <a:pt x="61653" y="243203"/>
                    <a:pt x="48599" y="306972"/>
                    <a:pt x="4849" y="352625"/>
                  </a:cubicBezTo>
                  <a:cubicBezTo>
                    <a:pt x="263" y="356973"/>
                    <a:pt x="263" y="357698"/>
                    <a:pt x="263" y="358785"/>
                  </a:cubicBezTo>
                  <a:cubicBezTo>
                    <a:pt x="263" y="360958"/>
                    <a:pt x="1674" y="362408"/>
                    <a:pt x="3791" y="362408"/>
                  </a:cubicBezTo>
                  <a:cubicBezTo>
                    <a:pt x="7319" y="362408"/>
                    <a:pt x="39073" y="337770"/>
                    <a:pt x="59889" y="291755"/>
                  </a:cubicBezTo>
                  <a:cubicBezTo>
                    <a:pt x="77883" y="251899"/>
                    <a:pt x="82117" y="211681"/>
                    <a:pt x="82117" y="181246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14AA9E0-7E3F-A37C-87EC-030C676DB002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10808660" y="4709561"/>
              <a:ext cx="234625" cy="241307"/>
            </a:xfrm>
            <a:custGeom>
              <a:avLst/>
              <a:gdLst>
                <a:gd name="connsiteX0" fmla="*/ 124814 w 234625"/>
                <a:gd name="connsiteY0" fmla="*/ 127985 h 241307"/>
                <a:gd name="connsiteX1" fmla="*/ 223251 w 234625"/>
                <a:gd name="connsiteY1" fmla="*/ 127985 h 241307"/>
                <a:gd name="connsiteX2" fmla="*/ 234894 w 234625"/>
                <a:gd name="connsiteY2" fmla="*/ 120738 h 241307"/>
                <a:gd name="connsiteX3" fmla="*/ 223251 w 234625"/>
                <a:gd name="connsiteY3" fmla="*/ 113492 h 241307"/>
                <a:gd name="connsiteX4" fmla="*/ 124814 w 234625"/>
                <a:gd name="connsiteY4" fmla="*/ 113492 h 241307"/>
                <a:gd name="connsiteX5" fmla="*/ 124814 w 234625"/>
                <a:gd name="connsiteY5" fmla="*/ 12041 h 241307"/>
                <a:gd name="connsiteX6" fmla="*/ 117758 w 234625"/>
                <a:gd name="connsiteY6" fmla="*/ 85 h 241307"/>
                <a:gd name="connsiteX7" fmla="*/ 110701 w 234625"/>
                <a:gd name="connsiteY7" fmla="*/ 12041 h 241307"/>
                <a:gd name="connsiteX8" fmla="*/ 110701 w 234625"/>
                <a:gd name="connsiteY8" fmla="*/ 113492 h 241307"/>
                <a:gd name="connsiteX9" fmla="*/ 11912 w 234625"/>
                <a:gd name="connsiteY9" fmla="*/ 113492 h 241307"/>
                <a:gd name="connsiteX10" fmla="*/ 269 w 234625"/>
                <a:gd name="connsiteY10" fmla="*/ 120738 h 241307"/>
                <a:gd name="connsiteX11" fmla="*/ 11912 w 234625"/>
                <a:gd name="connsiteY11" fmla="*/ 127985 h 241307"/>
                <a:gd name="connsiteX12" fmla="*/ 110701 w 234625"/>
                <a:gd name="connsiteY12" fmla="*/ 127985 h 241307"/>
                <a:gd name="connsiteX13" fmla="*/ 110701 w 234625"/>
                <a:gd name="connsiteY13" fmla="*/ 229435 h 241307"/>
                <a:gd name="connsiteX14" fmla="*/ 117758 w 234625"/>
                <a:gd name="connsiteY14" fmla="*/ 241392 h 241307"/>
                <a:gd name="connsiteX15" fmla="*/ 124814 w 234625"/>
                <a:gd name="connsiteY15" fmla="*/ 229435 h 241307"/>
                <a:gd name="connsiteX16" fmla="*/ 124814 w 234625"/>
                <a:gd name="connsiteY16" fmla="*/ 127985 h 241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4625" h="241307">
                  <a:moveTo>
                    <a:pt x="124814" y="127985"/>
                  </a:moveTo>
                  <a:lnTo>
                    <a:pt x="223251" y="127985"/>
                  </a:lnTo>
                  <a:cubicBezTo>
                    <a:pt x="228190" y="127985"/>
                    <a:pt x="234894" y="127985"/>
                    <a:pt x="234894" y="120738"/>
                  </a:cubicBezTo>
                  <a:cubicBezTo>
                    <a:pt x="234894" y="113492"/>
                    <a:pt x="228190" y="113492"/>
                    <a:pt x="223251" y="113492"/>
                  </a:cubicBezTo>
                  <a:lnTo>
                    <a:pt x="124814" y="113492"/>
                  </a:lnTo>
                  <a:lnTo>
                    <a:pt x="124814" y="12041"/>
                  </a:lnTo>
                  <a:cubicBezTo>
                    <a:pt x="124814" y="6969"/>
                    <a:pt x="124814" y="85"/>
                    <a:pt x="117758" y="85"/>
                  </a:cubicBezTo>
                  <a:cubicBezTo>
                    <a:pt x="110701" y="85"/>
                    <a:pt x="110701" y="6969"/>
                    <a:pt x="110701" y="12041"/>
                  </a:cubicBezTo>
                  <a:lnTo>
                    <a:pt x="110701" y="113492"/>
                  </a:lnTo>
                  <a:lnTo>
                    <a:pt x="11912" y="113492"/>
                  </a:lnTo>
                  <a:cubicBezTo>
                    <a:pt x="6972" y="113492"/>
                    <a:pt x="269" y="113492"/>
                    <a:pt x="269" y="120738"/>
                  </a:cubicBezTo>
                  <a:cubicBezTo>
                    <a:pt x="269" y="127985"/>
                    <a:pt x="6972" y="127985"/>
                    <a:pt x="11912" y="127985"/>
                  </a:cubicBezTo>
                  <a:lnTo>
                    <a:pt x="110701" y="127985"/>
                  </a:lnTo>
                  <a:lnTo>
                    <a:pt x="110701" y="229435"/>
                  </a:lnTo>
                  <a:cubicBezTo>
                    <a:pt x="110701" y="234508"/>
                    <a:pt x="110701" y="241392"/>
                    <a:pt x="117758" y="241392"/>
                  </a:cubicBezTo>
                  <a:cubicBezTo>
                    <a:pt x="124814" y="241392"/>
                    <a:pt x="124814" y="234508"/>
                    <a:pt x="124814" y="229435"/>
                  </a:cubicBezTo>
                  <a:lnTo>
                    <a:pt x="124814" y="127985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744B773F-3B30-A888-18BE-BED83E932AC9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11155480" y="4672241"/>
              <a:ext cx="240623" cy="248553"/>
            </a:xfrm>
            <a:custGeom>
              <a:avLst/>
              <a:gdLst>
                <a:gd name="connsiteX0" fmla="*/ 88484 w 240623"/>
                <a:gd name="connsiteY0" fmla="*/ 139217 h 248553"/>
                <a:gd name="connsiteX1" fmla="*/ 150933 w 240623"/>
                <a:gd name="connsiteY1" fmla="*/ 139217 h 248553"/>
                <a:gd name="connsiteX2" fmla="*/ 240902 w 240623"/>
                <a:gd name="connsiteY2" fmla="*/ 70738 h 248553"/>
                <a:gd name="connsiteX3" fmla="*/ 147405 w 240623"/>
                <a:gd name="connsiteY3" fmla="*/ 85 h 248553"/>
                <a:gd name="connsiteX4" fmla="*/ 279 w 240623"/>
                <a:gd name="connsiteY4" fmla="*/ 85 h 248553"/>
                <a:gd name="connsiteX5" fmla="*/ 279 w 240623"/>
                <a:gd name="connsiteY5" fmla="*/ 17114 h 248553"/>
                <a:gd name="connsiteX6" fmla="*/ 38383 w 240623"/>
                <a:gd name="connsiteY6" fmla="*/ 17114 h 248553"/>
                <a:gd name="connsiteX7" fmla="*/ 38383 w 240623"/>
                <a:gd name="connsiteY7" fmla="*/ 231609 h 248553"/>
                <a:gd name="connsiteX8" fmla="*/ 279 w 240623"/>
                <a:gd name="connsiteY8" fmla="*/ 231609 h 248553"/>
                <a:gd name="connsiteX9" fmla="*/ 279 w 240623"/>
                <a:gd name="connsiteY9" fmla="*/ 248638 h 248553"/>
                <a:gd name="connsiteX10" fmla="*/ 63433 w 240623"/>
                <a:gd name="connsiteY10" fmla="*/ 247551 h 248553"/>
                <a:gd name="connsiteX11" fmla="*/ 126588 w 240623"/>
                <a:gd name="connsiteY11" fmla="*/ 248638 h 248553"/>
                <a:gd name="connsiteX12" fmla="*/ 126588 w 240623"/>
                <a:gd name="connsiteY12" fmla="*/ 231609 h 248553"/>
                <a:gd name="connsiteX13" fmla="*/ 88484 w 240623"/>
                <a:gd name="connsiteY13" fmla="*/ 231609 h 248553"/>
                <a:gd name="connsiteX14" fmla="*/ 88484 w 240623"/>
                <a:gd name="connsiteY14" fmla="*/ 139217 h 248553"/>
                <a:gd name="connsiteX15" fmla="*/ 133645 w 240623"/>
                <a:gd name="connsiteY15" fmla="*/ 124361 h 248553"/>
                <a:gd name="connsiteX16" fmla="*/ 86367 w 240623"/>
                <a:gd name="connsiteY16" fmla="*/ 124361 h 248553"/>
                <a:gd name="connsiteX17" fmla="*/ 86367 w 240623"/>
                <a:gd name="connsiteY17" fmla="*/ 17114 h 248553"/>
                <a:gd name="connsiteX18" fmla="*/ 133997 w 240623"/>
                <a:gd name="connsiteY18" fmla="*/ 17114 h 248553"/>
                <a:gd name="connsiteX19" fmla="*/ 186920 w 240623"/>
                <a:gd name="connsiteY19" fmla="*/ 70738 h 248553"/>
                <a:gd name="connsiteX20" fmla="*/ 133645 w 240623"/>
                <a:gd name="connsiteY20" fmla="*/ 124361 h 248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40623" h="248553">
                  <a:moveTo>
                    <a:pt x="88484" y="139217"/>
                  </a:moveTo>
                  <a:lnTo>
                    <a:pt x="150933" y="139217"/>
                  </a:lnTo>
                  <a:cubicBezTo>
                    <a:pt x="199975" y="139217"/>
                    <a:pt x="240902" y="113130"/>
                    <a:pt x="240902" y="70738"/>
                  </a:cubicBezTo>
                  <a:cubicBezTo>
                    <a:pt x="240902" y="30882"/>
                    <a:pt x="205973" y="85"/>
                    <a:pt x="147405" y="85"/>
                  </a:cubicBezTo>
                  <a:lnTo>
                    <a:pt x="279" y="85"/>
                  </a:lnTo>
                  <a:lnTo>
                    <a:pt x="279" y="17114"/>
                  </a:lnTo>
                  <a:lnTo>
                    <a:pt x="38383" y="17114"/>
                  </a:lnTo>
                  <a:lnTo>
                    <a:pt x="38383" y="231609"/>
                  </a:lnTo>
                  <a:lnTo>
                    <a:pt x="279" y="231609"/>
                  </a:lnTo>
                  <a:lnTo>
                    <a:pt x="279" y="248638"/>
                  </a:lnTo>
                  <a:cubicBezTo>
                    <a:pt x="13686" y="247551"/>
                    <a:pt x="48262" y="247551"/>
                    <a:pt x="63433" y="247551"/>
                  </a:cubicBezTo>
                  <a:cubicBezTo>
                    <a:pt x="78605" y="247551"/>
                    <a:pt x="113181" y="247551"/>
                    <a:pt x="126588" y="248638"/>
                  </a:cubicBezTo>
                  <a:lnTo>
                    <a:pt x="126588" y="231609"/>
                  </a:lnTo>
                  <a:lnTo>
                    <a:pt x="88484" y="231609"/>
                  </a:lnTo>
                  <a:lnTo>
                    <a:pt x="88484" y="139217"/>
                  </a:lnTo>
                  <a:close/>
                  <a:moveTo>
                    <a:pt x="133645" y="124361"/>
                  </a:moveTo>
                  <a:lnTo>
                    <a:pt x="86367" y="124361"/>
                  </a:lnTo>
                  <a:lnTo>
                    <a:pt x="86367" y="17114"/>
                  </a:lnTo>
                  <a:lnTo>
                    <a:pt x="133997" y="17114"/>
                  </a:lnTo>
                  <a:cubicBezTo>
                    <a:pt x="186920" y="17114"/>
                    <a:pt x="186920" y="44650"/>
                    <a:pt x="186920" y="70738"/>
                  </a:cubicBezTo>
                  <a:cubicBezTo>
                    <a:pt x="186920" y="96463"/>
                    <a:pt x="186920" y="124361"/>
                    <a:pt x="133645" y="124361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7FA30F0-852D-89F3-7094-D46B554BEA70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11546362" y="4725140"/>
              <a:ext cx="176409" cy="210147"/>
            </a:xfrm>
            <a:custGeom>
              <a:avLst/>
              <a:gdLst>
                <a:gd name="connsiteX0" fmla="*/ 164351 w 176409"/>
                <a:gd name="connsiteY0" fmla="*/ 112405 h 210147"/>
                <a:gd name="connsiteX1" fmla="*/ 176699 w 176409"/>
                <a:gd name="connsiteY1" fmla="*/ 105158 h 210147"/>
                <a:gd name="connsiteX2" fmla="*/ 164351 w 176409"/>
                <a:gd name="connsiteY2" fmla="*/ 97912 h 210147"/>
                <a:gd name="connsiteX3" fmla="*/ 14755 w 176409"/>
                <a:gd name="connsiteY3" fmla="*/ 97912 h 210147"/>
                <a:gd name="connsiteX4" fmla="*/ 109311 w 176409"/>
                <a:gd name="connsiteY4" fmla="*/ 14578 h 210147"/>
                <a:gd name="connsiteX5" fmla="*/ 164351 w 176409"/>
                <a:gd name="connsiteY5" fmla="*/ 14578 h 210147"/>
                <a:gd name="connsiteX6" fmla="*/ 176699 w 176409"/>
                <a:gd name="connsiteY6" fmla="*/ 7331 h 210147"/>
                <a:gd name="connsiteX7" fmla="*/ 164351 w 176409"/>
                <a:gd name="connsiteY7" fmla="*/ 85 h 210147"/>
                <a:gd name="connsiteX8" fmla="*/ 108605 w 176409"/>
                <a:gd name="connsiteY8" fmla="*/ 85 h 210147"/>
                <a:gd name="connsiteX9" fmla="*/ 289 w 176409"/>
                <a:gd name="connsiteY9" fmla="*/ 105158 h 210147"/>
                <a:gd name="connsiteX10" fmla="*/ 108605 w 176409"/>
                <a:gd name="connsiteY10" fmla="*/ 210232 h 210147"/>
                <a:gd name="connsiteX11" fmla="*/ 164351 w 176409"/>
                <a:gd name="connsiteY11" fmla="*/ 210232 h 210147"/>
                <a:gd name="connsiteX12" fmla="*/ 176699 w 176409"/>
                <a:gd name="connsiteY12" fmla="*/ 202986 h 210147"/>
                <a:gd name="connsiteX13" fmla="*/ 164351 w 176409"/>
                <a:gd name="connsiteY13" fmla="*/ 195739 h 210147"/>
                <a:gd name="connsiteX14" fmla="*/ 109311 w 176409"/>
                <a:gd name="connsiteY14" fmla="*/ 195739 h 210147"/>
                <a:gd name="connsiteX15" fmla="*/ 14755 w 176409"/>
                <a:gd name="connsiteY15" fmla="*/ 112405 h 210147"/>
                <a:gd name="connsiteX16" fmla="*/ 164351 w 176409"/>
                <a:gd name="connsiteY16" fmla="*/ 112405 h 210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6409" h="210147">
                  <a:moveTo>
                    <a:pt x="164351" y="112405"/>
                  </a:moveTo>
                  <a:cubicBezTo>
                    <a:pt x="170348" y="112405"/>
                    <a:pt x="176699" y="112405"/>
                    <a:pt x="176699" y="105158"/>
                  </a:cubicBezTo>
                  <a:cubicBezTo>
                    <a:pt x="176699" y="97912"/>
                    <a:pt x="170348" y="97912"/>
                    <a:pt x="164351" y="97912"/>
                  </a:cubicBezTo>
                  <a:lnTo>
                    <a:pt x="14755" y="97912"/>
                  </a:lnTo>
                  <a:cubicBezTo>
                    <a:pt x="18989" y="49361"/>
                    <a:pt x="59563" y="14578"/>
                    <a:pt x="109311" y="14578"/>
                  </a:cubicBezTo>
                  <a:lnTo>
                    <a:pt x="164351" y="14578"/>
                  </a:lnTo>
                  <a:cubicBezTo>
                    <a:pt x="170348" y="14578"/>
                    <a:pt x="176699" y="14578"/>
                    <a:pt x="176699" y="7331"/>
                  </a:cubicBezTo>
                  <a:cubicBezTo>
                    <a:pt x="176699" y="85"/>
                    <a:pt x="170348" y="85"/>
                    <a:pt x="164351" y="85"/>
                  </a:cubicBezTo>
                  <a:lnTo>
                    <a:pt x="108605" y="85"/>
                  </a:lnTo>
                  <a:cubicBezTo>
                    <a:pt x="48273" y="85"/>
                    <a:pt x="289" y="47187"/>
                    <a:pt x="289" y="105158"/>
                  </a:cubicBezTo>
                  <a:cubicBezTo>
                    <a:pt x="289" y="163130"/>
                    <a:pt x="48273" y="210232"/>
                    <a:pt x="108605" y="210232"/>
                  </a:cubicBezTo>
                  <a:lnTo>
                    <a:pt x="164351" y="210232"/>
                  </a:lnTo>
                  <a:cubicBezTo>
                    <a:pt x="170348" y="210232"/>
                    <a:pt x="176699" y="210232"/>
                    <a:pt x="176699" y="202986"/>
                  </a:cubicBezTo>
                  <a:cubicBezTo>
                    <a:pt x="176699" y="195739"/>
                    <a:pt x="170348" y="195739"/>
                    <a:pt x="164351" y="195739"/>
                  </a:cubicBezTo>
                  <a:lnTo>
                    <a:pt x="109311" y="195739"/>
                  </a:lnTo>
                  <a:cubicBezTo>
                    <a:pt x="59563" y="195739"/>
                    <a:pt x="18989" y="160956"/>
                    <a:pt x="14755" y="112405"/>
                  </a:cubicBezTo>
                  <a:lnTo>
                    <a:pt x="164351" y="112405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1F56AFF-4CD3-5F2F-4A1A-8DC97DA5D14D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11855940" y="4672604"/>
              <a:ext cx="242387" cy="248191"/>
            </a:xfrm>
            <a:custGeom>
              <a:avLst/>
              <a:gdLst>
                <a:gd name="connsiteX0" fmla="*/ 89209 w 242387"/>
                <a:gd name="connsiteY0" fmla="*/ 134507 h 248191"/>
                <a:gd name="connsiteX1" fmla="*/ 101911 w 242387"/>
                <a:gd name="connsiteY1" fmla="*/ 134507 h 248191"/>
                <a:gd name="connsiteX2" fmla="*/ 154834 w 242387"/>
                <a:gd name="connsiteY2" fmla="*/ 218566 h 248191"/>
                <a:gd name="connsiteX3" fmla="*/ 170711 w 242387"/>
                <a:gd name="connsiteY3" fmla="*/ 243928 h 248191"/>
                <a:gd name="connsiteX4" fmla="*/ 182354 w 242387"/>
                <a:gd name="connsiteY4" fmla="*/ 248276 h 248191"/>
                <a:gd name="connsiteX5" fmla="*/ 231043 w 242387"/>
                <a:gd name="connsiteY5" fmla="*/ 248276 h 248191"/>
                <a:gd name="connsiteX6" fmla="*/ 242686 w 242387"/>
                <a:gd name="connsiteY6" fmla="*/ 241754 h 248191"/>
                <a:gd name="connsiteX7" fmla="*/ 237394 w 242387"/>
                <a:gd name="connsiteY7" fmla="*/ 235595 h 248191"/>
                <a:gd name="connsiteX8" fmla="*/ 198583 w 242387"/>
                <a:gd name="connsiteY8" fmla="*/ 197188 h 248191"/>
                <a:gd name="connsiteX9" fmla="*/ 154834 w 242387"/>
                <a:gd name="connsiteY9" fmla="*/ 130521 h 248191"/>
                <a:gd name="connsiteX10" fmla="*/ 216577 w 242387"/>
                <a:gd name="connsiteY10" fmla="*/ 67839 h 248191"/>
                <a:gd name="connsiteX11" fmla="*/ 123080 w 242387"/>
                <a:gd name="connsiteY11" fmla="*/ 85 h 248191"/>
                <a:gd name="connsiteX12" fmla="*/ 12295 w 242387"/>
                <a:gd name="connsiteY12" fmla="*/ 85 h 248191"/>
                <a:gd name="connsiteX13" fmla="*/ 299 w 242387"/>
                <a:gd name="connsiteY13" fmla="*/ 6606 h 248191"/>
                <a:gd name="connsiteX14" fmla="*/ 9825 w 242387"/>
                <a:gd name="connsiteY14" fmla="*/ 12766 h 248191"/>
                <a:gd name="connsiteX15" fmla="*/ 31700 w 242387"/>
                <a:gd name="connsiteY15" fmla="*/ 33418 h 248191"/>
                <a:gd name="connsiteX16" fmla="*/ 31700 w 242387"/>
                <a:gd name="connsiteY16" fmla="*/ 214942 h 248191"/>
                <a:gd name="connsiteX17" fmla="*/ 9825 w 242387"/>
                <a:gd name="connsiteY17" fmla="*/ 235595 h 248191"/>
                <a:gd name="connsiteX18" fmla="*/ 299 w 242387"/>
                <a:gd name="connsiteY18" fmla="*/ 241754 h 248191"/>
                <a:gd name="connsiteX19" fmla="*/ 12295 w 242387"/>
                <a:gd name="connsiteY19" fmla="*/ 248276 h 248191"/>
                <a:gd name="connsiteX20" fmla="*/ 108967 w 242387"/>
                <a:gd name="connsiteY20" fmla="*/ 248276 h 248191"/>
                <a:gd name="connsiteX21" fmla="*/ 120610 w 242387"/>
                <a:gd name="connsiteY21" fmla="*/ 241754 h 248191"/>
                <a:gd name="connsiteX22" fmla="*/ 110731 w 242387"/>
                <a:gd name="connsiteY22" fmla="*/ 235595 h 248191"/>
                <a:gd name="connsiteX23" fmla="*/ 89209 w 242387"/>
                <a:gd name="connsiteY23" fmla="*/ 214942 h 248191"/>
                <a:gd name="connsiteX24" fmla="*/ 89209 w 242387"/>
                <a:gd name="connsiteY24" fmla="*/ 134507 h 248191"/>
                <a:gd name="connsiteX25" fmla="*/ 157304 w 242387"/>
                <a:gd name="connsiteY25" fmla="*/ 116753 h 248191"/>
                <a:gd name="connsiteX26" fmla="*/ 168241 w 242387"/>
                <a:gd name="connsiteY26" fmla="*/ 68201 h 248191"/>
                <a:gd name="connsiteX27" fmla="*/ 154834 w 242387"/>
                <a:gd name="connsiteY27" fmla="*/ 16752 h 248191"/>
                <a:gd name="connsiteX28" fmla="*/ 204229 w 242387"/>
                <a:gd name="connsiteY28" fmla="*/ 67839 h 248191"/>
                <a:gd name="connsiteX29" fmla="*/ 157304 w 242387"/>
                <a:gd name="connsiteY29" fmla="*/ 116753 h 248191"/>
                <a:gd name="connsiteX30" fmla="*/ 89209 w 242387"/>
                <a:gd name="connsiteY30" fmla="*/ 32331 h 248191"/>
                <a:gd name="connsiteX31" fmla="*/ 111084 w 242387"/>
                <a:gd name="connsiteY31" fmla="*/ 12766 h 248191"/>
                <a:gd name="connsiteX32" fmla="*/ 155892 w 242387"/>
                <a:gd name="connsiteY32" fmla="*/ 68201 h 248191"/>
                <a:gd name="connsiteX33" fmla="*/ 89209 w 242387"/>
                <a:gd name="connsiteY33" fmla="*/ 121825 h 248191"/>
                <a:gd name="connsiteX34" fmla="*/ 89209 w 242387"/>
                <a:gd name="connsiteY34" fmla="*/ 32331 h 248191"/>
                <a:gd name="connsiteX35" fmla="*/ 41226 w 242387"/>
                <a:gd name="connsiteY35" fmla="*/ 235595 h 248191"/>
                <a:gd name="connsiteX36" fmla="*/ 44048 w 242387"/>
                <a:gd name="connsiteY36" fmla="*/ 215667 h 248191"/>
                <a:gd name="connsiteX37" fmla="*/ 44048 w 242387"/>
                <a:gd name="connsiteY37" fmla="*/ 32694 h 248191"/>
                <a:gd name="connsiteX38" fmla="*/ 41226 w 242387"/>
                <a:gd name="connsiteY38" fmla="*/ 12766 h 248191"/>
                <a:gd name="connsiteX39" fmla="*/ 81447 w 242387"/>
                <a:gd name="connsiteY39" fmla="*/ 12766 h 248191"/>
                <a:gd name="connsiteX40" fmla="*/ 76861 w 242387"/>
                <a:gd name="connsiteY40" fmla="*/ 31244 h 248191"/>
                <a:gd name="connsiteX41" fmla="*/ 76861 w 242387"/>
                <a:gd name="connsiteY41" fmla="*/ 215667 h 248191"/>
                <a:gd name="connsiteX42" fmla="*/ 79683 w 242387"/>
                <a:gd name="connsiteY42" fmla="*/ 235595 h 248191"/>
                <a:gd name="connsiteX43" fmla="*/ 41226 w 242387"/>
                <a:gd name="connsiteY43" fmla="*/ 235595 h 248191"/>
                <a:gd name="connsiteX44" fmla="*/ 116376 w 242387"/>
                <a:gd name="connsiteY44" fmla="*/ 134507 h 248191"/>
                <a:gd name="connsiteX45" fmla="*/ 123080 w 242387"/>
                <a:gd name="connsiteY45" fmla="*/ 133782 h 248191"/>
                <a:gd name="connsiteX46" fmla="*/ 141427 w 242387"/>
                <a:gd name="connsiteY46" fmla="*/ 132333 h 248191"/>
                <a:gd name="connsiteX47" fmla="*/ 214108 w 242387"/>
                <a:gd name="connsiteY47" fmla="*/ 235595 h 248191"/>
                <a:gd name="connsiteX48" fmla="*/ 179884 w 242387"/>
                <a:gd name="connsiteY48" fmla="*/ 235595 h 248191"/>
                <a:gd name="connsiteX49" fmla="*/ 116376 w 242387"/>
                <a:gd name="connsiteY49" fmla="*/ 134507 h 248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2387" h="248191">
                  <a:moveTo>
                    <a:pt x="89209" y="134507"/>
                  </a:moveTo>
                  <a:lnTo>
                    <a:pt x="101911" y="134507"/>
                  </a:lnTo>
                  <a:lnTo>
                    <a:pt x="154834" y="218566"/>
                  </a:lnTo>
                  <a:cubicBezTo>
                    <a:pt x="158362" y="224363"/>
                    <a:pt x="166830" y="238493"/>
                    <a:pt x="170711" y="243928"/>
                  </a:cubicBezTo>
                  <a:cubicBezTo>
                    <a:pt x="173180" y="248276"/>
                    <a:pt x="174239" y="248276"/>
                    <a:pt x="182354" y="248276"/>
                  </a:cubicBezTo>
                  <a:lnTo>
                    <a:pt x="231043" y="248276"/>
                  </a:lnTo>
                  <a:cubicBezTo>
                    <a:pt x="237394" y="248276"/>
                    <a:pt x="242686" y="248276"/>
                    <a:pt x="242686" y="241754"/>
                  </a:cubicBezTo>
                  <a:cubicBezTo>
                    <a:pt x="242686" y="238856"/>
                    <a:pt x="240569" y="236319"/>
                    <a:pt x="237394" y="235595"/>
                  </a:cubicBezTo>
                  <a:cubicBezTo>
                    <a:pt x="224339" y="232696"/>
                    <a:pt x="207051" y="208783"/>
                    <a:pt x="198583" y="197188"/>
                  </a:cubicBezTo>
                  <a:cubicBezTo>
                    <a:pt x="196114" y="193565"/>
                    <a:pt x="178473" y="169652"/>
                    <a:pt x="154834" y="130521"/>
                  </a:cubicBezTo>
                  <a:cubicBezTo>
                    <a:pt x="186235" y="124724"/>
                    <a:pt x="216577" y="110956"/>
                    <a:pt x="216577" y="67839"/>
                  </a:cubicBezTo>
                  <a:cubicBezTo>
                    <a:pt x="216577" y="17476"/>
                    <a:pt x="164713" y="85"/>
                    <a:pt x="123080" y="85"/>
                  </a:cubicBezTo>
                  <a:lnTo>
                    <a:pt x="12295" y="85"/>
                  </a:lnTo>
                  <a:cubicBezTo>
                    <a:pt x="5944" y="85"/>
                    <a:pt x="299" y="85"/>
                    <a:pt x="299" y="6606"/>
                  </a:cubicBezTo>
                  <a:cubicBezTo>
                    <a:pt x="299" y="12766"/>
                    <a:pt x="7002" y="12766"/>
                    <a:pt x="9825" y="12766"/>
                  </a:cubicBezTo>
                  <a:cubicBezTo>
                    <a:pt x="29936" y="12766"/>
                    <a:pt x="31700" y="15302"/>
                    <a:pt x="31700" y="33418"/>
                  </a:cubicBezTo>
                  <a:lnTo>
                    <a:pt x="31700" y="214942"/>
                  </a:lnTo>
                  <a:cubicBezTo>
                    <a:pt x="31700" y="233058"/>
                    <a:pt x="29936" y="235595"/>
                    <a:pt x="9825" y="235595"/>
                  </a:cubicBezTo>
                  <a:cubicBezTo>
                    <a:pt x="7002" y="235595"/>
                    <a:pt x="299" y="235595"/>
                    <a:pt x="299" y="241754"/>
                  </a:cubicBezTo>
                  <a:cubicBezTo>
                    <a:pt x="299" y="248276"/>
                    <a:pt x="5944" y="248276"/>
                    <a:pt x="12295" y="248276"/>
                  </a:cubicBezTo>
                  <a:lnTo>
                    <a:pt x="108967" y="248276"/>
                  </a:lnTo>
                  <a:cubicBezTo>
                    <a:pt x="115318" y="248276"/>
                    <a:pt x="120610" y="248276"/>
                    <a:pt x="120610" y="241754"/>
                  </a:cubicBezTo>
                  <a:cubicBezTo>
                    <a:pt x="120610" y="235595"/>
                    <a:pt x="114612" y="235595"/>
                    <a:pt x="110731" y="235595"/>
                  </a:cubicBezTo>
                  <a:cubicBezTo>
                    <a:pt x="90621" y="235595"/>
                    <a:pt x="89209" y="232696"/>
                    <a:pt x="89209" y="214942"/>
                  </a:cubicBezTo>
                  <a:lnTo>
                    <a:pt x="89209" y="134507"/>
                  </a:lnTo>
                  <a:close/>
                  <a:moveTo>
                    <a:pt x="157304" y="116753"/>
                  </a:moveTo>
                  <a:cubicBezTo>
                    <a:pt x="167182" y="103347"/>
                    <a:pt x="168241" y="84144"/>
                    <a:pt x="168241" y="68201"/>
                  </a:cubicBezTo>
                  <a:cubicBezTo>
                    <a:pt x="168241" y="50810"/>
                    <a:pt x="166124" y="31607"/>
                    <a:pt x="154834" y="16752"/>
                  </a:cubicBezTo>
                  <a:cubicBezTo>
                    <a:pt x="169299" y="20012"/>
                    <a:pt x="204229" y="31244"/>
                    <a:pt x="204229" y="67839"/>
                  </a:cubicBezTo>
                  <a:cubicBezTo>
                    <a:pt x="204229" y="91390"/>
                    <a:pt x="193644" y="109869"/>
                    <a:pt x="157304" y="116753"/>
                  </a:cubicBezTo>
                  <a:close/>
                  <a:moveTo>
                    <a:pt x="89209" y="32331"/>
                  </a:moveTo>
                  <a:cubicBezTo>
                    <a:pt x="89209" y="24723"/>
                    <a:pt x="89209" y="12766"/>
                    <a:pt x="111084" y="12766"/>
                  </a:cubicBezTo>
                  <a:cubicBezTo>
                    <a:pt x="141074" y="12766"/>
                    <a:pt x="155892" y="25447"/>
                    <a:pt x="155892" y="68201"/>
                  </a:cubicBezTo>
                  <a:cubicBezTo>
                    <a:pt x="155892" y="114941"/>
                    <a:pt x="144955" y="121825"/>
                    <a:pt x="89209" y="121825"/>
                  </a:cubicBezTo>
                  <a:lnTo>
                    <a:pt x="89209" y="32331"/>
                  </a:lnTo>
                  <a:close/>
                  <a:moveTo>
                    <a:pt x="41226" y="235595"/>
                  </a:moveTo>
                  <a:cubicBezTo>
                    <a:pt x="44048" y="229073"/>
                    <a:pt x="44048" y="218928"/>
                    <a:pt x="44048" y="215667"/>
                  </a:cubicBezTo>
                  <a:lnTo>
                    <a:pt x="44048" y="32694"/>
                  </a:lnTo>
                  <a:cubicBezTo>
                    <a:pt x="44048" y="29071"/>
                    <a:pt x="44048" y="19288"/>
                    <a:pt x="41226" y="12766"/>
                  </a:cubicBezTo>
                  <a:lnTo>
                    <a:pt x="81447" y="12766"/>
                  </a:lnTo>
                  <a:cubicBezTo>
                    <a:pt x="76861" y="18563"/>
                    <a:pt x="76861" y="25810"/>
                    <a:pt x="76861" y="31244"/>
                  </a:cubicBezTo>
                  <a:lnTo>
                    <a:pt x="76861" y="215667"/>
                  </a:lnTo>
                  <a:cubicBezTo>
                    <a:pt x="76861" y="219290"/>
                    <a:pt x="76861" y="229073"/>
                    <a:pt x="79683" y="235595"/>
                  </a:cubicBezTo>
                  <a:lnTo>
                    <a:pt x="41226" y="235595"/>
                  </a:lnTo>
                  <a:close/>
                  <a:moveTo>
                    <a:pt x="116376" y="134507"/>
                  </a:moveTo>
                  <a:cubicBezTo>
                    <a:pt x="118846" y="134144"/>
                    <a:pt x="120257" y="133782"/>
                    <a:pt x="123080" y="133782"/>
                  </a:cubicBezTo>
                  <a:cubicBezTo>
                    <a:pt x="128372" y="133782"/>
                    <a:pt x="136134" y="133057"/>
                    <a:pt x="141427" y="132333"/>
                  </a:cubicBezTo>
                  <a:cubicBezTo>
                    <a:pt x="146719" y="141028"/>
                    <a:pt x="184823" y="205522"/>
                    <a:pt x="214108" y="235595"/>
                  </a:cubicBezTo>
                  <a:lnTo>
                    <a:pt x="179884" y="235595"/>
                  </a:lnTo>
                  <a:lnTo>
                    <a:pt x="116376" y="134507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6949977-F258-1F32-A2BD-BE3E29A6EC6A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12120175" y="4595178"/>
              <a:ext cx="126944" cy="178552"/>
            </a:xfrm>
            <a:custGeom>
              <a:avLst/>
              <a:gdLst>
                <a:gd name="connsiteX0" fmla="*/ 126263 w 126944"/>
                <a:gd name="connsiteY0" fmla="*/ 7689 h 178552"/>
                <a:gd name="connsiteX1" fmla="*/ 127251 w 126944"/>
                <a:gd name="connsiteY1" fmla="*/ 3631 h 178552"/>
                <a:gd name="connsiteX2" fmla="*/ 123299 w 126944"/>
                <a:gd name="connsiteY2" fmla="*/ 81 h 178552"/>
                <a:gd name="connsiteX3" fmla="*/ 91686 w 126944"/>
                <a:gd name="connsiteY3" fmla="*/ 2617 h 178552"/>
                <a:gd name="connsiteX4" fmla="*/ 86253 w 126944"/>
                <a:gd name="connsiteY4" fmla="*/ 8450 h 178552"/>
                <a:gd name="connsiteX5" fmla="*/ 92674 w 126944"/>
                <a:gd name="connsiteY5" fmla="*/ 12001 h 178552"/>
                <a:gd name="connsiteX6" fmla="*/ 104529 w 126944"/>
                <a:gd name="connsiteY6" fmla="*/ 15805 h 178552"/>
                <a:gd name="connsiteX7" fmla="*/ 103541 w 126944"/>
                <a:gd name="connsiteY7" fmla="*/ 21385 h 178552"/>
                <a:gd name="connsiteX8" fmla="*/ 89464 w 126944"/>
                <a:gd name="connsiteY8" fmla="*/ 79212 h 178552"/>
                <a:gd name="connsiteX9" fmla="*/ 64025 w 126944"/>
                <a:gd name="connsiteY9" fmla="*/ 64248 h 178552"/>
                <a:gd name="connsiteX10" fmla="*/ 306 w 126944"/>
                <a:gd name="connsiteY10" fmla="*/ 136531 h 178552"/>
                <a:gd name="connsiteX11" fmla="*/ 37599 w 126944"/>
                <a:gd name="connsiteY11" fmla="*/ 178633 h 178552"/>
                <a:gd name="connsiteX12" fmla="*/ 72669 w 126944"/>
                <a:gd name="connsiteY12" fmla="*/ 160880 h 178552"/>
                <a:gd name="connsiteX13" fmla="*/ 98108 w 126944"/>
                <a:gd name="connsiteY13" fmla="*/ 178633 h 178552"/>
                <a:gd name="connsiteX14" fmla="*/ 117619 w 126944"/>
                <a:gd name="connsiteY14" fmla="*/ 165191 h 178552"/>
                <a:gd name="connsiteX15" fmla="*/ 126263 w 126944"/>
                <a:gd name="connsiteY15" fmla="*/ 139829 h 178552"/>
                <a:gd name="connsiteX16" fmla="*/ 122311 w 126944"/>
                <a:gd name="connsiteY16" fmla="*/ 136531 h 178552"/>
                <a:gd name="connsiteX17" fmla="*/ 116878 w 126944"/>
                <a:gd name="connsiteY17" fmla="*/ 144394 h 178552"/>
                <a:gd name="connsiteX18" fmla="*/ 98848 w 126944"/>
                <a:gd name="connsiteY18" fmla="*/ 171532 h 178552"/>
                <a:gd name="connsiteX19" fmla="*/ 90698 w 126944"/>
                <a:gd name="connsiteY19" fmla="*/ 159104 h 178552"/>
                <a:gd name="connsiteX20" fmla="*/ 91933 w 126944"/>
                <a:gd name="connsiteY20" fmla="*/ 148706 h 178552"/>
                <a:gd name="connsiteX21" fmla="*/ 126263 w 126944"/>
                <a:gd name="connsiteY21" fmla="*/ 7689 h 178552"/>
                <a:gd name="connsiteX22" fmla="*/ 73657 w 126944"/>
                <a:gd name="connsiteY22" fmla="*/ 144394 h 178552"/>
                <a:gd name="connsiteX23" fmla="*/ 61061 w 126944"/>
                <a:gd name="connsiteY23" fmla="*/ 161387 h 178552"/>
                <a:gd name="connsiteX24" fmla="*/ 38340 w 126944"/>
                <a:gd name="connsiteY24" fmla="*/ 171532 h 178552"/>
                <a:gd name="connsiteX25" fmla="*/ 20311 w 126944"/>
                <a:gd name="connsiteY25" fmla="*/ 146930 h 178552"/>
                <a:gd name="connsiteX26" fmla="*/ 33153 w 126944"/>
                <a:gd name="connsiteY26" fmla="*/ 95444 h 178552"/>
                <a:gd name="connsiteX27" fmla="*/ 64025 w 126944"/>
                <a:gd name="connsiteY27" fmla="*/ 71350 h 178552"/>
                <a:gd name="connsiteX28" fmla="*/ 86006 w 126944"/>
                <a:gd name="connsiteY28" fmla="*/ 93415 h 178552"/>
                <a:gd name="connsiteX29" fmla="*/ 85265 w 126944"/>
                <a:gd name="connsiteY29" fmla="*/ 96966 h 178552"/>
                <a:gd name="connsiteX30" fmla="*/ 73657 w 126944"/>
                <a:gd name="connsiteY30" fmla="*/ 144394 h 178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6944" h="178552">
                  <a:moveTo>
                    <a:pt x="126263" y="7689"/>
                  </a:moveTo>
                  <a:cubicBezTo>
                    <a:pt x="126510" y="7182"/>
                    <a:pt x="127251" y="3885"/>
                    <a:pt x="127251" y="3631"/>
                  </a:cubicBezTo>
                  <a:cubicBezTo>
                    <a:pt x="127251" y="2363"/>
                    <a:pt x="126263" y="81"/>
                    <a:pt x="123299" y="81"/>
                  </a:cubicBezTo>
                  <a:cubicBezTo>
                    <a:pt x="118359" y="81"/>
                    <a:pt x="97861" y="2110"/>
                    <a:pt x="91686" y="2617"/>
                  </a:cubicBezTo>
                  <a:cubicBezTo>
                    <a:pt x="89710" y="2870"/>
                    <a:pt x="86253" y="3124"/>
                    <a:pt x="86253" y="8450"/>
                  </a:cubicBezTo>
                  <a:cubicBezTo>
                    <a:pt x="86253" y="12001"/>
                    <a:pt x="89710" y="12001"/>
                    <a:pt x="92674" y="12001"/>
                  </a:cubicBezTo>
                  <a:cubicBezTo>
                    <a:pt x="104529" y="12001"/>
                    <a:pt x="104529" y="13776"/>
                    <a:pt x="104529" y="15805"/>
                  </a:cubicBezTo>
                  <a:cubicBezTo>
                    <a:pt x="104529" y="17581"/>
                    <a:pt x="104035" y="19103"/>
                    <a:pt x="103541" y="21385"/>
                  </a:cubicBezTo>
                  <a:lnTo>
                    <a:pt x="89464" y="79212"/>
                  </a:lnTo>
                  <a:cubicBezTo>
                    <a:pt x="84277" y="70842"/>
                    <a:pt x="75880" y="64248"/>
                    <a:pt x="64025" y="64248"/>
                  </a:cubicBezTo>
                  <a:cubicBezTo>
                    <a:pt x="32413" y="64248"/>
                    <a:pt x="306" y="100009"/>
                    <a:pt x="306" y="136531"/>
                  </a:cubicBezTo>
                  <a:cubicBezTo>
                    <a:pt x="306" y="161133"/>
                    <a:pt x="16359" y="178633"/>
                    <a:pt x="37599" y="178633"/>
                  </a:cubicBezTo>
                  <a:cubicBezTo>
                    <a:pt x="50936" y="178633"/>
                    <a:pt x="62790" y="170771"/>
                    <a:pt x="72669" y="160880"/>
                  </a:cubicBezTo>
                  <a:cubicBezTo>
                    <a:pt x="77362" y="176097"/>
                    <a:pt x="91686" y="178633"/>
                    <a:pt x="98108" y="178633"/>
                  </a:cubicBezTo>
                  <a:cubicBezTo>
                    <a:pt x="106999" y="178633"/>
                    <a:pt x="113173" y="173054"/>
                    <a:pt x="117619" y="165191"/>
                  </a:cubicBezTo>
                  <a:cubicBezTo>
                    <a:pt x="123052" y="155300"/>
                    <a:pt x="126263" y="140843"/>
                    <a:pt x="126263" y="139829"/>
                  </a:cubicBezTo>
                  <a:cubicBezTo>
                    <a:pt x="126263" y="136531"/>
                    <a:pt x="123052" y="136531"/>
                    <a:pt x="122311" y="136531"/>
                  </a:cubicBezTo>
                  <a:cubicBezTo>
                    <a:pt x="118853" y="136531"/>
                    <a:pt x="118606" y="137546"/>
                    <a:pt x="116878" y="144394"/>
                  </a:cubicBezTo>
                  <a:cubicBezTo>
                    <a:pt x="113914" y="156568"/>
                    <a:pt x="109221" y="171532"/>
                    <a:pt x="98848" y="171532"/>
                  </a:cubicBezTo>
                  <a:cubicBezTo>
                    <a:pt x="92427" y="171532"/>
                    <a:pt x="90698" y="165952"/>
                    <a:pt x="90698" y="159104"/>
                  </a:cubicBezTo>
                  <a:cubicBezTo>
                    <a:pt x="90698" y="154285"/>
                    <a:pt x="91192" y="152003"/>
                    <a:pt x="91933" y="148706"/>
                  </a:cubicBezTo>
                  <a:lnTo>
                    <a:pt x="126263" y="7689"/>
                  </a:lnTo>
                  <a:close/>
                  <a:moveTo>
                    <a:pt x="73657" y="144394"/>
                  </a:moveTo>
                  <a:cubicBezTo>
                    <a:pt x="71928" y="151495"/>
                    <a:pt x="66495" y="156568"/>
                    <a:pt x="61061" y="161387"/>
                  </a:cubicBezTo>
                  <a:cubicBezTo>
                    <a:pt x="58839" y="163416"/>
                    <a:pt x="48960" y="171532"/>
                    <a:pt x="38340" y="171532"/>
                  </a:cubicBezTo>
                  <a:cubicBezTo>
                    <a:pt x="29202" y="171532"/>
                    <a:pt x="20311" y="164938"/>
                    <a:pt x="20311" y="146930"/>
                  </a:cubicBezTo>
                  <a:cubicBezTo>
                    <a:pt x="20311" y="133488"/>
                    <a:pt x="27473" y="105589"/>
                    <a:pt x="33153" y="95444"/>
                  </a:cubicBezTo>
                  <a:cubicBezTo>
                    <a:pt x="44514" y="75154"/>
                    <a:pt x="57110" y="71350"/>
                    <a:pt x="64025" y="71350"/>
                  </a:cubicBezTo>
                  <a:cubicBezTo>
                    <a:pt x="81313" y="71350"/>
                    <a:pt x="86006" y="90625"/>
                    <a:pt x="86006" y="93415"/>
                  </a:cubicBezTo>
                  <a:cubicBezTo>
                    <a:pt x="86006" y="94430"/>
                    <a:pt x="85512" y="96205"/>
                    <a:pt x="85265" y="96966"/>
                  </a:cubicBezTo>
                  <a:lnTo>
                    <a:pt x="73657" y="144394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877AF10-278A-7A22-D4F4-B3AA21F2898C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12277211" y="4686773"/>
              <a:ext cx="72504" cy="120653"/>
            </a:xfrm>
            <a:custGeom>
              <a:avLst/>
              <a:gdLst>
                <a:gd name="connsiteX0" fmla="*/ 45295 w 72504"/>
                <a:gd name="connsiteY0" fmla="*/ 5516 h 120653"/>
                <a:gd name="connsiteX1" fmla="*/ 38944 w 72504"/>
                <a:gd name="connsiteY1" fmla="*/ 82 h 120653"/>
                <a:gd name="connsiteX2" fmla="*/ 3309 w 72504"/>
                <a:gd name="connsiteY2" fmla="*/ 11676 h 120653"/>
                <a:gd name="connsiteX3" fmla="*/ 310 w 72504"/>
                <a:gd name="connsiteY3" fmla="*/ 11676 h 120653"/>
                <a:gd name="connsiteX4" fmla="*/ 310 w 72504"/>
                <a:gd name="connsiteY4" fmla="*/ 19647 h 120653"/>
                <a:gd name="connsiteX5" fmla="*/ 3309 w 72504"/>
                <a:gd name="connsiteY5" fmla="*/ 19647 h 120653"/>
                <a:gd name="connsiteX6" fmla="*/ 29065 w 72504"/>
                <a:gd name="connsiteY6" fmla="*/ 14574 h 120653"/>
                <a:gd name="connsiteX7" fmla="*/ 29065 w 72504"/>
                <a:gd name="connsiteY7" fmla="*/ 105155 h 120653"/>
                <a:gd name="connsiteX8" fmla="*/ 10365 w 72504"/>
                <a:gd name="connsiteY8" fmla="*/ 112764 h 120653"/>
                <a:gd name="connsiteX9" fmla="*/ 1545 w 72504"/>
                <a:gd name="connsiteY9" fmla="*/ 112764 h 120653"/>
                <a:gd name="connsiteX10" fmla="*/ 1545 w 72504"/>
                <a:gd name="connsiteY10" fmla="*/ 120735 h 120653"/>
                <a:gd name="connsiteX11" fmla="*/ 37180 w 72504"/>
                <a:gd name="connsiteY11" fmla="*/ 120011 h 120653"/>
                <a:gd name="connsiteX12" fmla="*/ 72815 w 72504"/>
                <a:gd name="connsiteY12" fmla="*/ 120735 h 120653"/>
                <a:gd name="connsiteX13" fmla="*/ 72815 w 72504"/>
                <a:gd name="connsiteY13" fmla="*/ 112764 h 120653"/>
                <a:gd name="connsiteX14" fmla="*/ 63994 w 72504"/>
                <a:gd name="connsiteY14" fmla="*/ 112764 h 120653"/>
                <a:gd name="connsiteX15" fmla="*/ 45295 w 72504"/>
                <a:gd name="connsiteY15" fmla="*/ 105155 h 120653"/>
                <a:gd name="connsiteX16" fmla="*/ 45295 w 72504"/>
                <a:gd name="connsiteY16" fmla="*/ 5516 h 120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504" h="120653">
                  <a:moveTo>
                    <a:pt x="45295" y="5516"/>
                  </a:moveTo>
                  <a:cubicBezTo>
                    <a:pt x="45295" y="82"/>
                    <a:pt x="44765" y="82"/>
                    <a:pt x="38944" y="82"/>
                  </a:cubicBezTo>
                  <a:cubicBezTo>
                    <a:pt x="26419" y="11676"/>
                    <a:pt x="6837" y="11676"/>
                    <a:pt x="3309" y="11676"/>
                  </a:cubicBezTo>
                  <a:lnTo>
                    <a:pt x="310" y="11676"/>
                  </a:lnTo>
                  <a:lnTo>
                    <a:pt x="310" y="19647"/>
                  </a:lnTo>
                  <a:lnTo>
                    <a:pt x="3309" y="19647"/>
                  </a:lnTo>
                  <a:cubicBezTo>
                    <a:pt x="7367" y="19647"/>
                    <a:pt x="18833" y="19104"/>
                    <a:pt x="29065" y="14574"/>
                  </a:cubicBezTo>
                  <a:lnTo>
                    <a:pt x="29065" y="105155"/>
                  </a:lnTo>
                  <a:cubicBezTo>
                    <a:pt x="29065" y="110771"/>
                    <a:pt x="29065" y="112764"/>
                    <a:pt x="10365" y="112764"/>
                  </a:cubicBezTo>
                  <a:lnTo>
                    <a:pt x="1545" y="112764"/>
                  </a:lnTo>
                  <a:lnTo>
                    <a:pt x="1545" y="120735"/>
                  </a:lnTo>
                  <a:cubicBezTo>
                    <a:pt x="11248" y="120011"/>
                    <a:pt x="26948" y="120011"/>
                    <a:pt x="37180" y="120011"/>
                  </a:cubicBezTo>
                  <a:cubicBezTo>
                    <a:pt x="47412" y="120011"/>
                    <a:pt x="63112" y="120011"/>
                    <a:pt x="72815" y="120735"/>
                  </a:cubicBezTo>
                  <a:lnTo>
                    <a:pt x="72815" y="112764"/>
                  </a:lnTo>
                  <a:lnTo>
                    <a:pt x="63994" y="112764"/>
                  </a:lnTo>
                  <a:cubicBezTo>
                    <a:pt x="45295" y="112764"/>
                    <a:pt x="45295" y="110771"/>
                    <a:pt x="45295" y="105155"/>
                  </a:cubicBezTo>
                  <a:lnTo>
                    <a:pt x="45295" y="5516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40CCDEC3-84D0-7A9E-5959-9638AB0AC3DD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12433645" y="4639816"/>
              <a:ext cx="132377" cy="135689"/>
            </a:xfrm>
            <a:custGeom>
              <a:avLst/>
              <a:gdLst>
                <a:gd name="connsiteX0" fmla="*/ 129234 w 132377"/>
                <a:gd name="connsiteY0" fmla="*/ 12508 h 135689"/>
                <a:gd name="connsiteX1" fmla="*/ 132692 w 132377"/>
                <a:gd name="connsiteY1" fmla="*/ 6421 h 135689"/>
                <a:gd name="connsiteX2" fmla="*/ 126765 w 132377"/>
                <a:gd name="connsiteY2" fmla="*/ 81 h 135689"/>
                <a:gd name="connsiteX3" fmla="*/ 120590 w 132377"/>
                <a:gd name="connsiteY3" fmla="*/ 3885 h 135689"/>
                <a:gd name="connsiteX4" fmla="*/ 66503 w 132377"/>
                <a:gd name="connsiteY4" fmla="*/ 59175 h 135689"/>
                <a:gd name="connsiteX5" fmla="*/ 12169 w 132377"/>
                <a:gd name="connsiteY5" fmla="*/ 3631 h 135689"/>
                <a:gd name="connsiteX6" fmla="*/ 6488 w 132377"/>
                <a:gd name="connsiteY6" fmla="*/ 81 h 135689"/>
                <a:gd name="connsiteX7" fmla="*/ 314 w 132377"/>
                <a:gd name="connsiteY7" fmla="*/ 6421 h 135689"/>
                <a:gd name="connsiteX8" fmla="*/ 4019 w 132377"/>
                <a:gd name="connsiteY8" fmla="*/ 12508 h 135689"/>
                <a:gd name="connsiteX9" fmla="*/ 57859 w 132377"/>
                <a:gd name="connsiteY9" fmla="*/ 67799 h 135689"/>
                <a:gd name="connsiteX10" fmla="*/ 4019 w 132377"/>
                <a:gd name="connsiteY10" fmla="*/ 123089 h 135689"/>
                <a:gd name="connsiteX11" fmla="*/ 314 w 132377"/>
                <a:gd name="connsiteY11" fmla="*/ 129430 h 135689"/>
                <a:gd name="connsiteX12" fmla="*/ 6488 w 132377"/>
                <a:gd name="connsiteY12" fmla="*/ 135771 h 135689"/>
                <a:gd name="connsiteX13" fmla="*/ 12169 w 132377"/>
                <a:gd name="connsiteY13" fmla="*/ 132220 h 135689"/>
                <a:gd name="connsiteX14" fmla="*/ 66503 w 132377"/>
                <a:gd name="connsiteY14" fmla="*/ 76676 h 135689"/>
                <a:gd name="connsiteX15" fmla="*/ 122813 w 132377"/>
                <a:gd name="connsiteY15" fmla="*/ 134502 h 135689"/>
                <a:gd name="connsiteX16" fmla="*/ 126765 w 132377"/>
                <a:gd name="connsiteY16" fmla="*/ 135771 h 135689"/>
                <a:gd name="connsiteX17" fmla="*/ 132692 w 132377"/>
                <a:gd name="connsiteY17" fmla="*/ 129430 h 135689"/>
                <a:gd name="connsiteX18" fmla="*/ 131457 w 132377"/>
                <a:gd name="connsiteY18" fmla="*/ 126133 h 135689"/>
                <a:gd name="connsiteX19" fmla="*/ 75147 w 132377"/>
                <a:gd name="connsiteY19" fmla="*/ 68052 h 135689"/>
                <a:gd name="connsiteX20" fmla="*/ 129234 w 132377"/>
                <a:gd name="connsiteY20" fmla="*/ 12508 h 1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2377" h="135689">
                  <a:moveTo>
                    <a:pt x="129234" y="12508"/>
                  </a:moveTo>
                  <a:cubicBezTo>
                    <a:pt x="131951" y="9718"/>
                    <a:pt x="132692" y="8197"/>
                    <a:pt x="132692" y="6421"/>
                  </a:cubicBezTo>
                  <a:cubicBezTo>
                    <a:pt x="132692" y="2363"/>
                    <a:pt x="129481" y="81"/>
                    <a:pt x="126765" y="81"/>
                  </a:cubicBezTo>
                  <a:cubicBezTo>
                    <a:pt x="124295" y="81"/>
                    <a:pt x="123554" y="841"/>
                    <a:pt x="120590" y="3885"/>
                  </a:cubicBezTo>
                  <a:lnTo>
                    <a:pt x="66503" y="59175"/>
                  </a:lnTo>
                  <a:lnTo>
                    <a:pt x="12169" y="3631"/>
                  </a:lnTo>
                  <a:cubicBezTo>
                    <a:pt x="9699" y="1095"/>
                    <a:pt x="8711" y="81"/>
                    <a:pt x="6488" y="81"/>
                  </a:cubicBezTo>
                  <a:cubicBezTo>
                    <a:pt x="3031" y="81"/>
                    <a:pt x="314" y="2870"/>
                    <a:pt x="314" y="6421"/>
                  </a:cubicBezTo>
                  <a:cubicBezTo>
                    <a:pt x="314" y="8704"/>
                    <a:pt x="1055" y="9465"/>
                    <a:pt x="4019" y="12508"/>
                  </a:cubicBezTo>
                  <a:lnTo>
                    <a:pt x="57859" y="67799"/>
                  </a:lnTo>
                  <a:lnTo>
                    <a:pt x="4019" y="123089"/>
                  </a:lnTo>
                  <a:cubicBezTo>
                    <a:pt x="561" y="126640"/>
                    <a:pt x="314" y="127908"/>
                    <a:pt x="314" y="129430"/>
                  </a:cubicBezTo>
                  <a:cubicBezTo>
                    <a:pt x="314" y="132981"/>
                    <a:pt x="3031" y="135771"/>
                    <a:pt x="6488" y="135771"/>
                  </a:cubicBezTo>
                  <a:cubicBezTo>
                    <a:pt x="8711" y="135771"/>
                    <a:pt x="9452" y="135010"/>
                    <a:pt x="12169" y="132220"/>
                  </a:cubicBezTo>
                  <a:lnTo>
                    <a:pt x="66503" y="76676"/>
                  </a:lnTo>
                  <a:lnTo>
                    <a:pt x="122813" y="134502"/>
                  </a:lnTo>
                  <a:cubicBezTo>
                    <a:pt x="124048" y="135263"/>
                    <a:pt x="125283" y="135771"/>
                    <a:pt x="126765" y="135771"/>
                  </a:cubicBezTo>
                  <a:cubicBezTo>
                    <a:pt x="129481" y="135771"/>
                    <a:pt x="132692" y="133488"/>
                    <a:pt x="132692" y="129430"/>
                  </a:cubicBezTo>
                  <a:cubicBezTo>
                    <a:pt x="132692" y="127401"/>
                    <a:pt x="132198" y="126894"/>
                    <a:pt x="131457" y="126133"/>
                  </a:cubicBezTo>
                  <a:cubicBezTo>
                    <a:pt x="130963" y="125118"/>
                    <a:pt x="83050" y="75915"/>
                    <a:pt x="75147" y="68052"/>
                  </a:cubicBezTo>
                  <a:lnTo>
                    <a:pt x="129234" y="12508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74DD6E8A-D4D7-6F93-3300-D2338BD40195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12628720" y="4595178"/>
              <a:ext cx="121511" cy="178552"/>
            </a:xfrm>
            <a:custGeom>
              <a:avLst/>
              <a:gdLst>
                <a:gd name="connsiteX0" fmla="*/ 59100 w 121511"/>
                <a:gd name="connsiteY0" fmla="*/ 7689 h 178552"/>
                <a:gd name="connsiteX1" fmla="*/ 60088 w 121511"/>
                <a:gd name="connsiteY1" fmla="*/ 3631 h 178552"/>
                <a:gd name="connsiteX2" fmla="*/ 56136 w 121511"/>
                <a:gd name="connsiteY2" fmla="*/ 81 h 178552"/>
                <a:gd name="connsiteX3" fmla="*/ 24524 w 121511"/>
                <a:gd name="connsiteY3" fmla="*/ 2617 h 178552"/>
                <a:gd name="connsiteX4" fmla="*/ 19090 w 121511"/>
                <a:gd name="connsiteY4" fmla="*/ 8450 h 178552"/>
                <a:gd name="connsiteX5" fmla="*/ 25512 w 121511"/>
                <a:gd name="connsiteY5" fmla="*/ 12001 h 178552"/>
                <a:gd name="connsiteX6" fmla="*/ 37366 w 121511"/>
                <a:gd name="connsiteY6" fmla="*/ 15805 h 178552"/>
                <a:gd name="connsiteX7" fmla="*/ 36378 w 121511"/>
                <a:gd name="connsiteY7" fmla="*/ 21385 h 178552"/>
                <a:gd name="connsiteX8" fmla="*/ 1555 w 121511"/>
                <a:gd name="connsiteY8" fmla="*/ 164938 h 178552"/>
                <a:gd name="connsiteX9" fmla="*/ 320 w 121511"/>
                <a:gd name="connsiteY9" fmla="*/ 170517 h 178552"/>
                <a:gd name="connsiteX10" fmla="*/ 8717 w 121511"/>
                <a:gd name="connsiteY10" fmla="*/ 178633 h 178552"/>
                <a:gd name="connsiteX11" fmla="*/ 20078 w 121511"/>
                <a:gd name="connsiteY11" fmla="*/ 167981 h 178552"/>
                <a:gd name="connsiteX12" fmla="*/ 32180 w 121511"/>
                <a:gd name="connsiteY12" fmla="*/ 118778 h 178552"/>
                <a:gd name="connsiteX13" fmla="*/ 63792 w 121511"/>
                <a:gd name="connsiteY13" fmla="*/ 139575 h 178552"/>
                <a:gd name="connsiteX14" fmla="*/ 63299 w 121511"/>
                <a:gd name="connsiteY14" fmla="*/ 144648 h 178552"/>
                <a:gd name="connsiteX15" fmla="*/ 62311 w 121511"/>
                <a:gd name="connsiteY15" fmla="*/ 152510 h 178552"/>
                <a:gd name="connsiteX16" fmla="*/ 88490 w 121511"/>
                <a:gd name="connsiteY16" fmla="*/ 178633 h 178552"/>
                <a:gd name="connsiteX17" fmla="*/ 119856 w 121511"/>
                <a:gd name="connsiteY17" fmla="*/ 139829 h 178552"/>
                <a:gd name="connsiteX18" fmla="*/ 115904 w 121511"/>
                <a:gd name="connsiteY18" fmla="*/ 136531 h 178552"/>
                <a:gd name="connsiteX19" fmla="*/ 110964 w 121511"/>
                <a:gd name="connsiteY19" fmla="*/ 142618 h 178552"/>
                <a:gd name="connsiteX20" fmla="*/ 89231 w 121511"/>
                <a:gd name="connsiteY20" fmla="*/ 171532 h 178552"/>
                <a:gd name="connsiteX21" fmla="*/ 80587 w 121511"/>
                <a:gd name="connsiteY21" fmla="*/ 158343 h 178552"/>
                <a:gd name="connsiteX22" fmla="*/ 82069 w 121511"/>
                <a:gd name="connsiteY22" fmla="*/ 146930 h 178552"/>
                <a:gd name="connsiteX23" fmla="*/ 83303 w 121511"/>
                <a:gd name="connsiteY23" fmla="*/ 139068 h 178552"/>
                <a:gd name="connsiteX24" fmla="*/ 43294 w 121511"/>
                <a:gd name="connsiteY24" fmla="*/ 112183 h 178552"/>
                <a:gd name="connsiteX25" fmla="*/ 63792 w 121511"/>
                <a:gd name="connsiteY25" fmla="*/ 95444 h 178552"/>
                <a:gd name="connsiteX26" fmla="*/ 102567 w 121511"/>
                <a:gd name="connsiteY26" fmla="*/ 71350 h 178552"/>
                <a:gd name="connsiteX27" fmla="*/ 110718 w 121511"/>
                <a:gd name="connsiteY27" fmla="*/ 74647 h 178552"/>
                <a:gd name="connsiteX28" fmla="*/ 97875 w 121511"/>
                <a:gd name="connsiteY28" fmla="*/ 88850 h 178552"/>
                <a:gd name="connsiteX29" fmla="*/ 107754 w 121511"/>
                <a:gd name="connsiteY29" fmla="*/ 98234 h 178552"/>
                <a:gd name="connsiteX30" fmla="*/ 121831 w 121511"/>
                <a:gd name="connsiteY30" fmla="*/ 82002 h 178552"/>
                <a:gd name="connsiteX31" fmla="*/ 102814 w 121511"/>
                <a:gd name="connsiteY31" fmla="*/ 64248 h 178552"/>
                <a:gd name="connsiteX32" fmla="*/ 63299 w 121511"/>
                <a:gd name="connsiteY32" fmla="*/ 86567 h 178552"/>
                <a:gd name="connsiteX33" fmla="*/ 34650 w 121511"/>
                <a:gd name="connsiteY33" fmla="*/ 108886 h 178552"/>
                <a:gd name="connsiteX34" fmla="*/ 59100 w 121511"/>
                <a:gd name="connsiteY34" fmla="*/ 7689 h 178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511" h="178552">
                  <a:moveTo>
                    <a:pt x="59100" y="7689"/>
                  </a:moveTo>
                  <a:cubicBezTo>
                    <a:pt x="59347" y="7182"/>
                    <a:pt x="60088" y="3885"/>
                    <a:pt x="60088" y="3631"/>
                  </a:cubicBezTo>
                  <a:cubicBezTo>
                    <a:pt x="60088" y="2363"/>
                    <a:pt x="59100" y="81"/>
                    <a:pt x="56136" y="81"/>
                  </a:cubicBezTo>
                  <a:cubicBezTo>
                    <a:pt x="51197" y="81"/>
                    <a:pt x="30698" y="2110"/>
                    <a:pt x="24524" y="2617"/>
                  </a:cubicBezTo>
                  <a:cubicBezTo>
                    <a:pt x="22548" y="2870"/>
                    <a:pt x="19090" y="3124"/>
                    <a:pt x="19090" y="8450"/>
                  </a:cubicBezTo>
                  <a:cubicBezTo>
                    <a:pt x="19090" y="12001"/>
                    <a:pt x="22548" y="12001"/>
                    <a:pt x="25512" y="12001"/>
                  </a:cubicBezTo>
                  <a:cubicBezTo>
                    <a:pt x="37366" y="12001"/>
                    <a:pt x="37366" y="13776"/>
                    <a:pt x="37366" y="15805"/>
                  </a:cubicBezTo>
                  <a:cubicBezTo>
                    <a:pt x="37366" y="17581"/>
                    <a:pt x="36872" y="19103"/>
                    <a:pt x="36378" y="21385"/>
                  </a:cubicBezTo>
                  <a:lnTo>
                    <a:pt x="1555" y="164938"/>
                  </a:lnTo>
                  <a:cubicBezTo>
                    <a:pt x="320" y="169503"/>
                    <a:pt x="320" y="170010"/>
                    <a:pt x="320" y="170517"/>
                  </a:cubicBezTo>
                  <a:cubicBezTo>
                    <a:pt x="320" y="174322"/>
                    <a:pt x="3284" y="178633"/>
                    <a:pt x="8717" y="178633"/>
                  </a:cubicBezTo>
                  <a:cubicBezTo>
                    <a:pt x="15386" y="178633"/>
                    <a:pt x="18596" y="173561"/>
                    <a:pt x="20078" y="167981"/>
                  </a:cubicBezTo>
                  <a:cubicBezTo>
                    <a:pt x="20572" y="166967"/>
                    <a:pt x="31192" y="122328"/>
                    <a:pt x="32180" y="118778"/>
                  </a:cubicBezTo>
                  <a:cubicBezTo>
                    <a:pt x="49715" y="120553"/>
                    <a:pt x="63792" y="126386"/>
                    <a:pt x="63792" y="139575"/>
                  </a:cubicBezTo>
                  <a:cubicBezTo>
                    <a:pt x="63792" y="140843"/>
                    <a:pt x="63792" y="142111"/>
                    <a:pt x="63299" y="144648"/>
                  </a:cubicBezTo>
                  <a:cubicBezTo>
                    <a:pt x="62311" y="148452"/>
                    <a:pt x="62311" y="149720"/>
                    <a:pt x="62311" y="152510"/>
                  </a:cubicBezTo>
                  <a:cubicBezTo>
                    <a:pt x="62311" y="170517"/>
                    <a:pt x="76635" y="178633"/>
                    <a:pt x="88490" y="178633"/>
                  </a:cubicBezTo>
                  <a:cubicBezTo>
                    <a:pt x="112446" y="178633"/>
                    <a:pt x="119856" y="140082"/>
                    <a:pt x="119856" y="139829"/>
                  </a:cubicBezTo>
                  <a:cubicBezTo>
                    <a:pt x="119856" y="136531"/>
                    <a:pt x="116645" y="136531"/>
                    <a:pt x="115904" y="136531"/>
                  </a:cubicBezTo>
                  <a:cubicBezTo>
                    <a:pt x="112446" y="136531"/>
                    <a:pt x="112199" y="137800"/>
                    <a:pt x="110964" y="142618"/>
                  </a:cubicBezTo>
                  <a:cubicBezTo>
                    <a:pt x="108001" y="153524"/>
                    <a:pt x="101332" y="171532"/>
                    <a:pt x="89231" y="171532"/>
                  </a:cubicBezTo>
                  <a:cubicBezTo>
                    <a:pt x="82562" y="171532"/>
                    <a:pt x="80587" y="165191"/>
                    <a:pt x="80587" y="158343"/>
                  </a:cubicBezTo>
                  <a:cubicBezTo>
                    <a:pt x="80587" y="154032"/>
                    <a:pt x="80587" y="153524"/>
                    <a:pt x="82069" y="146930"/>
                  </a:cubicBezTo>
                  <a:cubicBezTo>
                    <a:pt x="82316" y="146169"/>
                    <a:pt x="83303" y="141858"/>
                    <a:pt x="83303" y="139068"/>
                  </a:cubicBezTo>
                  <a:cubicBezTo>
                    <a:pt x="83303" y="116495"/>
                    <a:pt x="53667" y="112944"/>
                    <a:pt x="43294" y="112183"/>
                  </a:cubicBezTo>
                  <a:cubicBezTo>
                    <a:pt x="50456" y="107618"/>
                    <a:pt x="59594" y="99248"/>
                    <a:pt x="63792" y="95444"/>
                  </a:cubicBezTo>
                  <a:cubicBezTo>
                    <a:pt x="76388" y="83270"/>
                    <a:pt x="88737" y="71350"/>
                    <a:pt x="102567" y="71350"/>
                  </a:cubicBezTo>
                  <a:cubicBezTo>
                    <a:pt x="105531" y="71350"/>
                    <a:pt x="108742" y="72110"/>
                    <a:pt x="110718" y="74647"/>
                  </a:cubicBezTo>
                  <a:cubicBezTo>
                    <a:pt x="100098" y="76422"/>
                    <a:pt x="97875" y="85045"/>
                    <a:pt x="97875" y="88850"/>
                  </a:cubicBezTo>
                  <a:cubicBezTo>
                    <a:pt x="97875" y="94430"/>
                    <a:pt x="102073" y="98234"/>
                    <a:pt x="107754" y="98234"/>
                  </a:cubicBezTo>
                  <a:cubicBezTo>
                    <a:pt x="114422" y="98234"/>
                    <a:pt x="121831" y="92654"/>
                    <a:pt x="121831" y="82002"/>
                  </a:cubicBezTo>
                  <a:cubicBezTo>
                    <a:pt x="121831" y="73632"/>
                    <a:pt x="115904" y="64248"/>
                    <a:pt x="102814" y="64248"/>
                  </a:cubicBezTo>
                  <a:cubicBezTo>
                    <a:pt x="88737" y="64248"/>
                    <a:pt x="75894" y="74647"/>
                    <a:pt x="63299" y="86567"/>
                  </a:cubicBezTo>
                  <a:cubicBezTo>
                    <a:pt x="52926" y="96712"/>
                    <a:pt x="44775" y="104575"/>
                    <a:pt x="34650" y="108886"/>
                  </a:cubicBezTo>
                  <a:lnTo>
                    <a:pt x="59100" y="7689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38" name="Group 37" descr="\documentclass{article}&#10;\usepackage{amsmath,amssymb}&#10;\pagestyle{empty}&#10;\begin{document}&#10;&#10;\newcommand{\score}{\textrm{score}}&#10;\newcommand{\classify}{\textrm{classify}}&#10;\newcommand{\bx}{\mathbf{x}}&#10;&#10;\begin{align*}&#10;\mathbf{K} &amp;= \mathbf{W}_k\mathbf{E} \quad \mathbf{W}_k \in \mathbb{R}^{d_2 \times d_1}\\&#10;\mathbf{Q} &amp;= \mathbf{W}_q\mathbf{E} \quad \mathbf{W}_q \in \mathbb{R}^{d_2 \times d_1} \\&#10;\mathbf{V} &amp;= \mathbf{W}_v\mathbf{E} \quad \mathbf{W}_v \in \mathbb{R}^{d_3 \times d_1}&#10;\end{align*}&#10;&#10;&#10;\end{document}" title="IguanaTex Vector Display">
            <a:extLst>
              <a:ext uri="{FF2B5EF4-FFF2-40B4-BE49-F238E27FC236}">
                <a16:creationId xmlns:a16="http://schemas.microsoft.com/office/drawing/2014/main" id="{265F4741-EB62-E005-B8FF-311DE761FB61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1210434" y="1998797"/>
            <a:ext cx="4058968" cy="1531869"/>
            <a:chOff x="9053869" y="7666125"/>
            <a:chExt cx="4058968" cy="1531869"/>
          </a:xfrm>
          <a:solidFill>
            <a:schemeClr val="tx1"/>
          </a:solidFill>
        </p:grpSpPr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2D3FE47-B54B-8744-C619-3A47B37C65EE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9053869" y="7740619"/>
              <a:ext cx="289917" cy="240268"/>
            </a:xfrm>
            <a:custGeom>
              <a:avLst/>
              <a:gdLst>
                <a:gd name="connsiteX0" fmla="*/ 159220 w 289917"/>
                <a:gd name="connsiteY0" fmla="*/ 92900 h 240268"/>
                <a:gd name="connsiteX1" fmla="*/ 244805 w 289917"/>
                <a:gd name="connsiteY1" fmla="*/ 22851 h 240268"/>
                <a:gd name="connsiteX2" fmla="*/ 278325 w 289917"/>
                <a:gd name="connsiteY2" fmla="*/ 16546 h 240268"/>
                <a:gd name="connsiteX3" fmla="*/ 284388 w 289917"/>
                <a:gd name="connsiteY3" fmla="*/ 16546 h 240268"/>
                <a:gd name="connsiteX4" fmla="*/ 284388 w 289917"/>
                <a:gd name="connsiteY4" fmla="*/ 85 h 240268"/>
                <a:gd name="connsiteX5" fmla="*/ 248014 w 289917"/>
                <a:gd name="connsiteY5" fmla="*/ 1135 h 240268"/>
                <a:gd name="connsiteX6" fmla="*/ 195950 w 289917"/>
                <a:gd name="connsiteY6" fmla="*/ 85 h 240268"/>
                <a:gd name="connsiteX7" fmla="*/ 195950 w 289917"/>
                <a:gd name="connsiteY7" fmla="*/ 16546 h 240268"/>
                <a:gd name="connsiteX8" fmla="*/ 216633 w 289917"/>
                <a:gd name="connsiteY8" fmla="*/ 18297 h 240268"/>
                <a:gd name="connsiteX9" fmla="*/ 221269 w 289917"/>
                <a:gd name="connsiteY9" fmla="*/ 20399 h 240268"/>
                <a:gd name="connsiteX10" fmla="*/ 89326 w 289917"/>
                <a:gd name="connsiteY10" fmla="*/ 128625 h 240268"/>
                <a:gd name="connsiteX11" fmla="*/ 89326 w 289917"/>
                <a:gd name="connsiteY11" fmla="*/ 16546 h 240268"/>
                <a:gd name="connsiteX12" fmla="*/ 127839 w 289917"/>
                <a:gd name="connsiteY12" fmla="*/ 16546 h 240268"/>
                <a:gd name="connsiteX13" fmla="*/ 127839 w 289917"/>
                <a:gd name="connsiteY13" fmla="*/ 85 h 240268"/>
                <a:gd name="connsiteX14" fmla="*/ 64008 w 289917"/>
                <a:gd name="connsiteY14" fmla="*/ 1135 h 240268"/>
                <a:gd name="connsiteX15" fmla="*/ 176 w 289917"/>
                <a:gd name="connsiteY15" fmla="*/ 85 h 240268"/>
                <a:gd name="connsiteX16" fmla="*/ 176 w 289917"/>
                <a:gd name="connsiteY16" fmla="*/ 16546 h 240268"/>
                <a:gd name="connsiteX17" fmla="*/ 38689 w 289917"/>
                <a:gd name="connsiteY17" fmla="*/ 16546 h 240268"/>
                <a:gd name="connsiteX18" fmla="*/ 38689 w 289917"/>
                <a:gd name="connsiteY18" fmla="*/ 223892 h 240268"/>
                <a:gd name="connsiteX19" fmla="*/ 176 w 289917"/>
                <a:gd name="connsiteY19" fmla="*/ 223892 h 240268"/>
                <a:gd name="connsiteX20" fmla="*/ 176 w 289917"/>
                <a:gd name="connsiteY20" fmla="*/ 240353 h 240268"/>
                <a:gd name="connsiteX21" fmla="*/ 64008 w 289917"/>
                <a:gd name="connsiteY21" fmla="*/ 239302 h 240268"/>
                <a:gd name="connsiteX22" fmla="*/ 127839 w 289917"/>
                <a:gd name="connsiteY22" fmla="*/ 240353 h 240268"/>
                <a:gd name="connsiteX23" fmla="*/ 127839 w 289917"/>
                <a:gd name="connsiteY23" fmla="*/ 223892 h 240268"/>
                <a:gd name="connsiteX24" fmla="*/ 89326 w 289917"/>
                <a:gd name="connsiteY24" fmla="*/ 223892 h 240268"/>
                <a:gd name="connsiteX25" fmla="*/ 89326 w 289917"/>
                <a:gd name="connsiteY25" fmla="*/ 150340 h 240268"/>
                <a:gd name="connsiteX26" fmla="*/ 124987 w 289917"/>
                <a:gd name="connsiteY26" fmla="*/ 121270 h 240268"/>
                <a:gd name="connsiteX27" fmla="*/ 198447 w 289917"/>
                <a:gd name="connsiteY27" fmla="*/ 216186 h 240268"/>
                <a:gd name="connsiteX28" fmla="*/ 201299 w 289917"/>
                <a:gd name="connsiteY28" fmla="*/ 221090 h 240268"/>
                <a:gd name="connsiteX29" fmla="*/ 175267 w 289917"/>
                <a:gd name="connsiteY29" fmla="*/ 223892 h 240268"/>
                <a:gd name="connsiteX30" fmla="*/ 175267 w 289917"/>
                <a:gd name="connsiteY30" fmla="*/ 240353 h 240268"/>
                <a:gd name="connsiteX31" fmla="*/ 238029 w 289917"/>
                <a:gd name="connsiteY31" fmla="*/ 239302 h 240268"/>
                <a:gd name="connsiteX32" fmla="*/ 290093 w 289917"/>
                <a:gd name="connsiteY32" fmla="*/ 240353 h 240268"/>
                <a:gd name="connsiteX33" fmla="*/ 290093 w 289917"/>
                <a:gd name="connsiteY33" fmla="*/ 223892 h 240268"/>
                <a:gd name="connsiteX34" fmla="*/ 279752 w 289917"/>
                <a:gd name="connsiteY34" fmla="*/ 223892 h 240268"/>
                <a:gd name="connsiteX35" fmla="*/ 255503 w 289917"/>
                <a:gd name="connsiteY35" fmla="*/ 216887 h 240268"/>
                <a:gd name="connsiteX36" fmla="*/ 159220 w 289917"/>
                <a:gd name="connsiteY36" fmla="*/ 92900 h 240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9917" h="240268">
                  <a:moveTo>
                    <a:pt x="159220" y="92900"/>
                  </a:moveTo>
                  <a:lnTo>
                    <a:pt x="244805" y="22851"/>
                  </a:lnTo>
                  <a:cubicBezTo>
                    <a:pt x="252650" y="16546"/>
                    <a:pt x="267627" y="16546"/>
                    <a:pt x="278325" y="16546"/>
                  </a:cubicBezTo>
                  <a:lnTo>
                    <a:pt x="284388" y="16546"/>
                  </a:lnTo>
                  <a:lnTo>
                    <a:pt x="284388" y="85"/>
                  </a:lnTo>
                  <a:cubicBezTo>
                    <a:pt x="270124" y="1135"/>
                    <a:pt x="249797" y="1135"/>
                    <a:pt x="248014" y="1135"/>
                  </a:cubicBezTo>
                  <a:cubicBezTo>
                    <a:pt x="234463" y="1135"/>
                    <a:pt x="208788" y="1135"/>
                    <a:pt x="195950" y="85"/>
                  </a:cubicBezTo>
                  <a:lnTo>
                    <a:pt x="195950" y="16546"/>
                  </a:lnTo>
                  <a:cubicBezTo>
                    <a:pt x="200586" y="16546"/>
                    <a:pt x="207718" y="16546"/>
                    <a:pt x="216633" y="18297"/>
                  </a:cubicBezTo>
                  <a:cubicBezTo>
                    <a:pt x="222339" y="19698"/>
                    <a:pt x="218060" y="19348"/>
                    <a:pt x="221269" y="20399"/>
                  </a:cubicBezTo>
                  <a:lnTo>
                    <a:pt x="89326" y="128625"/>
                  </a:lnTo>
                  <a:lnTo>
                    <a:pt x="89326" y="16546"/>
                  </a:lnTo>
                  <a:lnTo>
                    <a:pt x="127839" y="16546"/>
                  </a:lnTo>
                  <a:lnTo>
                    <a:pt x="127839" y="85"/>
                  </a:lnTo>
                  <a:cubicBezTo>
                    <a:pt x="114289" y="1135"/>
                    <a:pt x="79342" y="1135"/>
                    <a:pt x="64008" y="1135"/>
                  </a:cubicBezTo>
                  <a:cubicBezTo>
                    <a:pt x="48674" y="1135"/>
                    <a:pt x="13727" y="1135"/>
                    <a:pt x="176" y="85"/>
                  </a:cubicBezTo>
                  <a:lnTo>
                    <a:pt x="176" y="16546"/>
                  </a:lnTo>
                  <a:lnTo>
                    <a:pt x="38689" y="16546"/>
                  </a:lnTo>
                  <a:lnTo>
                    <a:pt x="38689" y="223892"/>
                  </a:lnTo>
                  <a:lnTo>
                    <a:pt x="176" y="223892"/>
                  </a:lnTo>
                  <a:lnTo>
                    <a:pt x="176" y="240353"/>
                  </a:lnTo>
                  <a:cubicBezTo>
                    <a:pt x="13727" y="239302"/>
                    <a:pt x="48674" y="239302"/>
                    <a:pt x="64008" y="239302"/>
                  </a:cubicBezTo>
                  <a:cubicBezTo>
                    <a:pt x="79342" y="239302"/>
                    <a:pt x="114289" y="239302"/>
                    <a:pt x="127839" y="240353"/>
                  </a:cubicBezTo>
                  <a:lnTo>
                    <a:pt x="127839" y="223892"/>
                  </a:lnTo>
                  <a:lnTo>
                    <a:pt x="89326" y="223892"/>
                  </a:lnTo>
                  <a:lnTo>
                    <a:pt x="89326" y="150340"/>
                  </a:lnTo>
                  <a:lnTo>
                    <a:pt x="124987" y="121270"/>
                  </a:lnTo>
                  <a:lnTo>
                    <a:pt x="198447" y="216186"/>
                  </a:lnTo>
                  <a:cubicBezTo>
                    <a:pt x="200230" y="218288"/>
                    <a:pt x="200230" y="218988"/>
                    <a:pt x="201299" y="221090"/>
                  </a:cubicBezTo>
                  <a:cubicBezTo>
                    <a:pt x="194881" y="223892"/>
                    <a:pt x="187749" y="223892"/>
                    <a:pt x="175267" y="223892"/>
                  </a:cubicBezTo>
                  <a:lnTo>
                    <a:pt x="175267" y="240353"/>
                  </a:lnTo>
                  <a:cubicBezTo>
                    <a:pt x="189888" y="239302"/>
                    <a:pt x="221982" y="239302"/>
                    <a:pt x="238029" y="239302"/>
                  </a:cubicBezTo>
                  <a:cubicBezTo>
                    <a:pt x="252293" y="239302"/>
                    <a:pt x="276899" y="239302"/>
                    <a:pt x="290093" y="240353"/>
                  </a:cubicBezTo>
                  <a:lnTo>
                    <a:pt x="290093" y="223892"/>
                  </a:lnTo>
                  <a:lnTo>
                    <a:pt x="279752" y="223892"/>
                  </a:lnTo>
                  <a:cubicBezTo>
                    <a:pt x="260852" y="223892"/>
                    <a:pt x="259782" y="222491"/>
                    <a:pt x="255503" y="216887"/>
                  </a:cubicBezTo>
                  <a:lnTo>
                    <a:pt x="159220" y="92900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72228C13-EB31-43B5-7B98-8CCC26E8843C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9480420" y="7852348"/>
              <a:ext cx="237140" cy="81957"/>
            </a:xfrm>
            <a:custGeom>
              <a:avLst/>
              <a:gdLst>
                <a:gd name="connsiteX0" fmla="*/ 225203 w 237140"/>
                <a:gd name="connsiteY0" fmla="*/ 14095 h 81957"/>
                <a:gd name="connsiteX1" fmla="*/ 237328 w 237140"/>
                <a:gd name="connsiteY1" fmla="*/ 7090 h 81957"/>
                <a:gd name="connsiteX2" fmla="*/ 225560 w 237140"/>
                <a:gd name="connsiteY2" fmla="*/ 85 h 81957"/>
                <a:gd name="connsiteX3" fmla="*/ 11956 w 237140"/>
                <a:gd name="connsiteY3" fmla="*/ 85 h 81957"/>
                <a:gd name="connsiteX4" fmla="*/ 188 w 237140"/>
                <a:gd name="connsiteY4" fmla="*/ 7090 h 81957"/>
                <a:gd name="connsiteX5" fmla="*/ 12312 w 237140"/>
                <a:gd name="connsiteY5" fmla="*/ 14095 h 81957"/>
                <a:gd name="connsiteX6" fmla="*/ 225203 w 237140"/>
                <a:gd name="connsiteY6" fmla="*/ 14095 h 81957"/>
                <a:gd name="connsiteX7" fmla="*/ 225560 w 237140"/>
                <a:gd name="connsiteY7" fmla="*/ 82042 h 81957"/>
                <a:gd name="connsiteX8" fmla="*/ 237328 w 237140"/>
                <a:gd name="connsiteY8" fmla="*/ 75037 h 81957"/>
                <a:gd name="connsiteX9" fmla="*/ 225203 w 237140"/>
                <a:gd name="connsiteY9" fmla="*/ 68032 h 81957"/>
                <a:gd name="connsiteX10" fmla="*/ 12312 w 237140"/>
                <a:gd name="connsiteY10" fmla="*/ 68032 h 81957"/>
                <a:gd name="connsiteX11" fmla="*/ 188 w 237140"/>
                <a:gd name="connsiteY11" fmla="*/ 75037 h 81957"/>
                <a:gd name="connsiteX12" fmla="*/ 11956 w 237140"/>
                <a:gd name="connsiteY12" fmla="*/ 82042 h 81957"/>
                <a:gd name="connsiteX13" fmla="*/ 225560 w 237140"/>
                <a:gd name="connsiteY13" fmla="*/ 82042 h 8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140" h="81957">
                  <a:moveTo>
                    <a:pt x="225203" y="14095"/>
                  </a:moveTo>
                  <a:cubicBezTo>
                    <a:pt x="230552" y="14095"/>
                    <a:pt x="237328" y="14095"/>
                    <a:pt x="237328" y="7090"/>
                  </a:cubicBezTo>
                  <a:cubicBezTo>
                    <a:pt x="237328" y="85"/>
                    <a:pt x="230552" y="85"/>
                    <a:pt x="225560" y="85"/>
                  </a:cubicBezTo>
                  <a:lnTo>
                    <a:pt x="11956" y="85"/>
                  </a:lnTo>
                  <a:cubicBezTo>
                    <a:pt x="6963" y="85"/>
                    <a:pt x="188" y="85"/>
                    <a:pt x="188" y="7090"/>
                  </a:cubicBezTo>
                  <a:cubicBezTo>
                    <a:pt x="188" y="14095"/>
                    <a:pt x="6963" y="14095"/>
                    <a:pt x="12312" y="14095"/>
                  </a:cubicBezTo>
                  <a:lnTo>
                    <a:pt x="225203" y="14095"/>
                  </a:lnTo>
                  <a:close/>
                  <a:moveTo>
                    <a:pt x="225560" y="82042"/>
                  </a:moveTo>
                  <a:cubicBezTo>
                    <a:pt x="230552" y="82042"/>
                    <a:pt x="237328" y="82042"/>
                    <a:pt x="237328" y="75037"/>
                  </a:cubicBezTo>
                  <a:cubicBezTo>
                    <a:pt x="237328" y="68032"/>
                    <a:pt x="230552" y="68032"/>
                    <a:pt x="225203" y="68032"/>
                  </a:cubicBezTo>
                  <a:lnTo>
                    <a:pt x="12312" y="68032"/>
                  </a:lnTo>
                  <a:cubicBezTo>
                    <a:pt x="6963" y="68032"/>
                    <a:pt x="188" y="68032"/>
                    <a:pt x="188" y="75037"/>
                  </a:cubicBezTo>
                  <a:cubicBezTo>
                    <a:pt x="188" y="82042"/>
                    <a:pt x="6963" y="82042"/>
                    <a:pt x="11956" y="82042"/>
                  </a:cubicBezTo>
                  <a:lnTo>
                    <a:pt x="225560" y="8204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C870229-7D12-9865-11F9-9DE38DA3B26D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9845420" y="7740619"/>
              <a:ext cx="406526" cy="243070"/>
            </a:xfrm>
            <a:custGeom>
              <a:avLst/>
              <a:gdLst>
                <a:gd name="connsiteX0" fmla="*/ 372847 w 406526"/>
                <a:gd name="connsiteY0" fmla="*/ 24952 h 243070"/>
                <a:gd name="connsiteX1" fmla="*/ 386398 w 406526"/>
                <a:gd name="connsiteY1" fmla="*/ 17247 h 243070"/>
                <a:gd name="connsiteX2" fmla="*/ 406724 w 406526"/>
                <a:gd name="connsiteY2" fmla="*/ 16546 h 243070"/>
                <a:gd name="connsiteX3" fmla="*/ 406724 w 406526"/>
                <a:gd name="connsiteY3" fmla="*/ 85 h 243070"/>
                <a:gd name="connsiteX4" fmla="*/ 368568 w 406526"/>
                <a:gd name="connsiteY4" fmla="*/ 1135 h 243070"/>
                <a:gd name="connsiteX5" fmla="*/ 320070 w 406526"/>
                <a:gd name="connsiteY5" fmla="*/ 85 h 243070"/>
                <a:gd name="connsiteX6" fmla="*/ 320070 w 406526"/>
                <a:gd name="connsiteY6" fmla="*/ 16546 h 243070"/>
                <a:gd name="connsiteX7" fmla="*/ 356443 w 406526"/>
                <a:gd name="connsiteY7" fmla="*/ 20399 h 243070"/>
                <a:gd name="connsiteX8" fmla="*/ 295108 w 406526"/>
                <a:gd name="connsiteY8" fmla="*/ 176959 h 243070"/>
                <a:gd name="connsiteX9" fmla="*/ 231989 w 406526"/>
                <a:gd name="connsiteY9" fmla="*/ 16546 h 243070"/>
                <a:gd name="connsiteX10" fmla="*/ 266223 w 406526"/>
                <a:gd name="connsiteY10" fmla="*/ 16546 h 243070"/>
                <a:gd name="connsiteX11" fmla="*/ 266223 w 406526"/>
                <a:gd name="connsiteY11" fmla="*/ 85 h 243070"/>
                <a:gd name="connsiteX12" fmla="*/ 203818 w 406526"/>
                <a:gd name="connsiteY12" fmla="*/ 1135 h 243070"/>
                <a:gd name="connsiteX13" fmla="*/ 149258 w 406526"/>
                <a:gd name="connsiteY13" fmla="*/ 85 h 243070"/>
                <a:gd name="connsiteX14" fmla="*/ 149258 w 406526"/>
                <a:gd name="connsiteY14" fmla="*/ 16546 h 243070"/>
                <a:gd name="connsiteX15" fmla="*/ 179926 w 406526"/>
                <a:gd name="connsiteY15" fmla="*/ 16546 h 243070"/>
                <a:gd name="connsiteX16" fmla="*/ 194546 w 406526"/>
                <a:gd name="connsiteY16" fmla="*/ 53672 h 243070"/>
                <a:gd name="connsiteX17" fmla="*/ 146048 w 406526"/>
                <a:gd name="connsiteY17" fmla="*/ 176959 h 243070"/>
                <a:gd name="connsiteX18" fmla="*/ 82930 w 406526"/>
                <a:gd name="connsiteY18" fmla="*/ 16546 h 243070"/>
                <a:gd name="connsiteX19" fmla="*/ 117164 w 406526"/>
                <a:gd name="connsiteY19" fmla="*/ 16546 h 243070"/>
                <a:gd name="connsiteX20" fmla="*/ 117164 w 406526"/>
                <a:gd name="connsiteY20" fmla="*/ 85 h 243070"/>
                <a:gd name="connsiteX21" fmla="*/ 54758 w 406526"/>
                <a:gd name="connsiteY21" fmla="*/ 1135 h 243070"/>
                <a:gd name="connsiteX22" fmla="*/ 198 w 406526"/>
                <a:gd name="connsiteY22" fmla="*/ 85 h 243070"/>
                <a:gd name="connsiteX23" fmla="*/ 198 w 406526"/>
                <a:gd name="connsiteY23" fmla="*/ 16546 h 243070"/>
                <a:gd name="connsiteX24" fmla="*/ 30866 w 406526"/>
                <a:gd name="connsiteY24" fmla="*/ 16546 h 243070"/>
                <a:gd name="connsiteX25" fmla="*/ 116450 w 406526"/>
                <a:gd name="connsiteY25" fmla="*/ 234049 h 243070"/>
                <a:gd name="connsiteX26" fmla="*/ 128931 w 406526"/>
                <a:gd name="connsiteY26" fmla="*/ 243155 h 243070"/>
                <a:gd name="connsiteX27" fmla="*/ 141413 w 406526"/>
                <a:gd name="connsiteY27" fmla="*/ 234049 h 243070"/>
                <a:gd name="connsiteX28" fmla="*/ 203461 w 406526"/>
                <a:gd name="connsiteY28" fmla="*/ 76438 h 243070"/>
                <a:gd name="connsiteX29" fmla="*/ 265510 w 406526"/>
                <a:gd name="connsiteY29" fmla="*/ 234049 h 243070"/>
                <a:gd name="connsiteX30" fmla="*/ 277991 w 406526"/>
                <a:gd name="connsiteY30" fmla="*/ 243155 h 243070"/>
                <a:gd name="connsiteX31" fmla="*/ 290472 w 406526"/>
                <a:gd name="connsiteY31" fmla="*/ 234049 h 243070"/>
                <a:gd name="connsiteX32" fmla="*/ 372847 w 406526"/>
                <a:gd name="connsiteY32" fmla="*/ 24952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47" y="24952"/>
                  </a:moveTo>
                  <a:cubicBezTo>
                    <a:pt x="374987" y="18998"/>
                    <a:pt x="375343" y="18297"/>
                    <a:pt x="386398" y="17247"/>
                  </a:cubicBezTo>
                  <a:cubicBezTo>
                    <a:pt x="393530" y="16546"/>
                    <a:pt x="401019" y="16546"/>
                    <a:pt x="406724" y="16546"/>
                  </a:cubicBezTo>
                  <a:lnTo>
                    <a:pt x="406724" y="85"/>
                  </a:lnTo>
                  <a:cubicBezTo>
                    <a:pt x="397096" y="435"/>
                    <a:pt x="384615" y="1135"/>
                    <a:pt x="368568" y="1135"/>
                  </a:cubicBezTo>
                  <a:cubicBezTo>
                    <a:pt x="355017" y="1135"/>
                    <a:pt x="332908" y="1135"/>
                    <a:pt x="320070" y="85"/>
                  </a:cubicBezTo>
                  <a:lnTo>
                    <a:pt x="320070" y="16546"/>
                  </a:lnTo>
                  <a:cubicBezTo>
                    <a:pt x="328985" y="16546"/>
                    <a:pt x="346102" y="16546"/>
                    <a:pt x="356443" y="20399"/>
                  </a:cubicBezTo>
                  <a:lnTo>
                    <a:pt x="295108" y="176959"/>
                  </a:lnTo>
                  <a:lnTo>
                    <a:pt x="231989" y="16546"/>
                  </a:lnTo>
                  <a:lnTo>
                    <a:pt x="266223" y="16546"/>
                  </a:lnTo>
                  <a:lnTo>
                    <a:pt x="266223" y="85"/>
                  </a:lnTo>
                  <a:cubicBezTo>
                    <a:pt x="252672" y="1135"/>
                    <a:pt x="219152" y="1135"/>
                    <a:pt x="203818" y="1135"/>
                  </a:cubicBezTo>
                  <a:cubicBezTo>
                    <a:pt x="189910" y="1135"/>
                    <a:pt x="161739" y="1135"/>
                    <a:pt x="149258" y="85"/>
                  </a:cubicBezTo>
                  <a:lnTo>
                    <a:pt x="149258" y="16546"/>
                  </a:lnTo>
                  <a:lnTo>
                    <a:pt x="179926" y="16546"/>
                  </a:lnTo>
                  <a:lnTo>
                    <a:pt x="194546" y="53672"/>
                  </a:lnTo>
                  <a:lnTo>
                    <a:pt x="146048" y="176959"/>
                  </a:lnTo>
                  <a:lnTo>
                    <a:pt x="82930" y="16546"/>
                  </a:lnTo>
                  <a:lnTo>
                    <a:pt x="117164" y="16546"/>
                  </a:lnTo>
                  <a:lnTo>
                    <a:pt x="117164" y="85"/>
                  </a:lnTo>
                  <a:cubicBezTo>
                    <a:pt x="103613" y="1135"/>
                    <a:pt x="70092" y="1135"/>
                    <a:pt x="54758" y="1135"/>
                  </a:cubicBezTo>
                  <a:cubicBezTo>
                    <a:pt x="40851" y="1135"/>
                    <a:pt x="12679" y="1135"/>
                    <a:pt x="198" y="85"/>
                  </a:cubicBezTo>
                  <a:lnTo>
                    <a:pt x="198" y="16546"/>
                  </a:lnTo>
                  <a:lnTo>
                    <a:pt x="30866" y="16546"/>
                  </a:lnTo>
                  <a:lnTo>
                    <a:pt x="116450" y="234049"/>
                  </a:lnTo>
                  <a:cubicBezTo>
                    <a:pt x="118590" y="239653"/>
                    <a:pt x="120016" y="243155"/>
                    <a:pt x="128931" y="243155"/>
                  </a:cubicBezTo>
                  <a:cubicBezTo>
                    <a:pt x="137847" y="243155"/>
                    <a:pt x="139273" y="239653"/>
                    <a:pt x="141413" y="234049"/>
                  </a:cubicBezTo>
                  <a:lnTo>
                    <a:pt x="203461" y="76438"/>
                  </a:lnTo>
                  <a:lnTo>
                    <a:pt x="265510" y="234049"/>
                  </a:lnTo>
                  <a:cubicBezTo>
                    <a:pt x="267650" y="239653"/>
                    <a:pt x="269076" y="243155"/>
                    <a:pt x="277991" y="243155"/>
                  </a:cubicBezTo>
                  <a:cubicBezTo>
                    <a:pt x="286906" y="243155"/>
                    <a:pt x="288333" y="239653"/>
                    <a:pt x="290472" y="234049"/>
                  </a:cubicBezTo>
                  <a:lnTo>
                    <a:pt x="372847" y="2495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08EFDA48-2CB1-C997-1581-9D03538286DB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0279541" y="7863275"/>
              <a:ext cx="122813" cy="172601"/>
            </a:xfrm>
            <a:custGeom>
              <a:avLst/>
              <a:gdLst>
                <a:gd name="connsiteX0" fmla="*/ 59620 w 122813"/>
                <a:gd name="connsiteY0" fmla="*/ 7441 h 172601"/>
                <a:gd name="connsiteX1" fmla="*/ 60618 w 122813"/>
                <a:gd name="connsiteY1" fmla="*/ 3519 h 172601"/>
                <a:gd name="connsiteX2" fmla="*/ 56624 w 122813"/>
                <a:gd name="connsiteY2" fmla="*/ 86 h 172601"/>
                <a:gd name="connsiteX3" fmla="*/ 24673 w 122813"/>
                <a:gd name="connsiteY3" fmla="*/ 2538 h 172601"/>
                <a:gd name="connsiteX4" fmla="*/ 19181 w 122813"/>
                <a:gd name="connsiteY4" fmla="*/ 8177 h 172601"/>
                <a:gd name="connsiteX5" fmla="*/ 25671 w 122813"/>
                <a:gd name="connsiteY5" fmla="*/ 11609 h 172601"/>
                <a:gd name="connsiteX6" fmla="*/ 37653 w 122813"/>
                <a:gd name="connsiteY6" fmla="*/ 15287 h 172601"/>
                <a:gd name="connsiteX7" fmla="*/ 36655 w 122813"/>
                <a:gd name="connsiteY7" fmla="*/ 20681 h 172601"/>
                <a:gd name="connsiteX8" fmla="*/ 1458 w 122813"/>
                <a:gd name="connsiteY8" fmla="*/ 159448 h 172601"/>
                <a:gd name="connsiteX9" fmla="*/ 210 w 122813"/>
                <a:gd name="connsiteY9" fmla="*/ 164842 h 172601"/>
                <a:gd name="connsiteX10" fmla="*/ 8697 w 122813"/>
                <a:gd name="connsiteY10" fmla="*/ 172687 h 172601"/>
                <a:gd name="connsiteX11" fmla="*/ 20180 w 122813"/>
                <a:gd name="connsiteY11" fmla="*/ 162390 h 172601"/>
                <a:gd name="connsiteX12" fmla="*/ 32411 w 122813"/>
                <a:gd name="connsiteY12" fmla="*/ 114827 h 172601"/>
                <a:gd name="connsiteX13" fmla="*/ 64363 w 122813"/>
                <a:gd name="connsiteY13" fmla="*/ 134931 h 172601"/>
                <a:gd name="connsiteX14" fmla="*/ 63863 w 122813"/>
                <a:gd name="connsiteY14" fmla="*/ 139834 h 172601"/>
                <a:gd name="connsiteX15" fmla="*/ 62865 w 122813"/>
                <a:gd name="connsiteY15" fmla="*/ 147435 h 172601"/>
                <a:gd name="connsiteX16" fmla="*/ 89325 w 122813"/>
                <a:gd name="connsiteY16" fmla="*/ 172687 h 172601"/>
                <a:gd name="connsiteX17" fmla="*/ 121027 w 122813"/>
                <a:gd name="connsiteY17" fmla="*/ 135176 h 172601"/>
                <a:gd name="connsiteX18" fmla="*/ 117033 w 122813"/>
                <a:gd name="connsiteY18" fmla="*/ 131989 h 172601"/>
                <a:gd name="connsiteX19" fmla="*/ 112040 w 122813"/>
                <a:gd name="connsiteY19" fmla="*/ 137873 h 172601"/>
                <a:gd name="connsiteX20" fmla="*/ 90074 w 122813"/>
                <a:gd name="connsiteY20" fmla="*/ 165822 h 172601"/>
                <a:gd name="connsiteX21" fmla="*/ 81337 w 122813"/>
                <a:gd name="connsiteY21" fmla="*/ 153074 h 172601"/>
                <a:gd name="connsiteX22" fmla="*/ 82835 w 122813"/>
                <a:gd name="connsiteY22" fmla="*/ 142041 h 172601"/>
                <a:gd name="connsiteX23" fmla="*/ 84083 w 122813"/>
                <a:gd name="connsiteY23" fmla="*/ 134440 h 172601"/>
                <a:gd name="connsiteX24" fmla="*/ 43644 w 122813"/>
                <a:gd name="connsiteY24" fmla="*/ 108452 h 172601"/>
                <a:gd name="connsiteX25" fmla="*/ 64363 w 122813"/>
                <a:gd name="connsiteY25" fmla="*/ 92271 h 172601"/>
                <a:gd name="connsiteX26" fmla="*/ 103553 w 122813"/>
                <a:gd name="connsiteY26" fmla="*/ 68980 h 172601"/>
                <a:gd name="connsiteX27" fmla="*/ 111791 w 122813"/>
                <a:gd name="connsiteY27" fmla="*/ 72167 h 172601"/>
                <a:gd name="connsiteX28" fmla="*/ 98810 w 122813"/>
                <a:gd name="connsiteY28" fmla="*/ 85896 h 172601"/>
                <a:gd name="connsiteX29" fmla="*/ 108795 w 122813"/>
                <a:gd name="connsiteY29" fmla="*/ 94968 h 172601"/>
                <a:gd name="connsiteX30" fmla="*/ 123024 w 122813"/>
                <a:gd name="connsiteY30" fmla="*/ 79277 h 172601"/>
                <a:gd name="connsiteX31" fmla="*/ 103803 w 122813"/>
                <a:gd name="connsiteY31" fmla="*/ 62115 h 172601"/>
                <a:gd name="connsiteX32" fmla="*/ 63863 w 122813"/>
                <a:gd name="connsiteY32" fmla="*/ 83690 h 172601"/>
                <a:gd name="connsiteX33" fmla="*/ 34907 w 122813"/>
                <a:gd name="connsiteY33" fmla="*/ 105265 h 172601"/>
                <a:gd name="connsiteX34" fmla="*/ 59620 w 122813"/>
                <a:gd name="connsiteY34" fmla="*/ 7441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2813" h="172601">
                  <a:moveTo>
                    <a:pt x="59620" y="7441"/>
                  </a:moveTo>
                  <a:cubicBezTo>
                    <a:pt x="59869" y="6951"/>
                    <a:pt x="60618" y="3764"/>
                    <a:pt x="60618" y="3519"/>
                  </a:cubicBezTo>
                  <a:cubicBezTo>
                    <a:pt x="60618" y="2293"/>
                    <a:pt x="59620" y="86"/>
                    <a:pt x="56624" y="86"/>
                  </a:cubicBezTo>
                  <a:cubicBezTo>
                    <a:pt x="51632" y="86"/>
                    <a:pt x="30913" y="2048"/>
                    <a:pt x="24673" y="2538"/>
                  </a:cubicBezTo>
                  <a:cubicBezTo>
                    <a:pt x="22676" y="2783"/>
                    <a:pt x="19181" y="3028"/>
                    <a:pt x="19181" y="8177"/>
                  </a:cubicBezTo>
                  <a:cubicBezTo>
                    <a:pt x="19181" y="11609"/>
                    <a:pt x="22676" y="11609"/>
                    <a:pt x="25671" y="11609"/>
                  </a:cubicBezTo>
                  <a:cubicBezTo>
                    <a:pt x="37653" y="11609"/>
                    <a:pt x="37653" y="13325"/>
                    <a:pt x="37653" y="15287"/>
                  </a:cubicBezTo>
                  <a:cubicBezTo>
                    <a:pt x="37653" y="17003"/>
                    <a:pt x="37154" y="18474"/>
                    <a:pt x="36655" y="20681"/>
                  </a:cubicBezTo>
                  <a:lnTo>
                    <a:pt x="1458" y="159448"/>
                  </a:lnTo>
                  <a:cubicBezTo>
                    <a:pt x="210" y="163861"/>
                    <a:pt x="210" y="164351"/>
                    <a:pt x="210" y="164842"/>
                  </a:cubicBezTo>
                  <a:cubicBezTo>
                    <a:pt x="210" y="168519"/>
                    <a:pt x="3205" y="172687"/>
                    <a:pt x="8697" y="172687"/>
                  </a:cubicBezTo>
                  <a:cubicBezTo>
                    <a:pt x="15437" y="172687"/>
                    <a:pt x="18682" y="167784"/>
                    <a:pt x="20180" y="162390"/>
                  </a:cubicBezTo>
                  <a:cubicBezTo>
                    <a:pt x="20679" y="161409"/>
                    <a:pt x="31413" y="118259"/>
                    <a:pt x="32411" y="114827"/>
                  </a:cubicBezTo>
                  <a:cubicBezTo>
                    <a:pt x="50134" y="116543"/>
                    <a:pt x="64363" y="122182"/>
                    <a:pt x="64363" y="134931"/>
                  </a:cubicBezTo>
                  <a:cubicBezTo>
                    <a:pt x="64363" y="136157"/>
                    <a:pt x="64363" y="137382"/>
                    <a:pt x="63863" y="139834"/>
                  </a:cubicBezTo>
                  <a:cubicBezTo>
                    <a:pt x="62865" y="143512"/>
                    <a:pt x="62865" y="144738"/>
                    <a:pt x="62865" y="147435"/>
                  </a:cubicBezTo>
                  <a:cubicBezTo>
                    <a:pt x="62865" y="164842"/>
                    <a:pt x="77343" y="172687"/>
                    <a:pt x="89325" y="172687"/>
                  </a:cubicBezTo>
                  <a:cubicBezTo>
                    <a:pt x="113538" y="172687"/>
                    <a:pt x="121027" y="135421"/>
                    <a:pt x="121027" y="135176"/>
                  </a:cubicBezTo>
                  <a:cubicBezTo>
                    <a:pt x="121027" y="131989"/>
                    <a:pt x="117782" y="131989"/>
                    <a:pt x="117033" y="131989"/>
                  </a:cubicBezTo>
                  <a:cubicBezTo>
                    <a:pt x="113538" y="131989"/>
                    <a:pt x="113288" y="133215"/>
                    <a:pt x="112040" y="137873"/>
                  </a:cubicBezTo>
                  <a:cubicBezTo>
                    <a:pt x="109045" y="148415"/>
                    <a:pt x="102305" y="165822"/>
                    <a:pt x="90074" y="165822"/>
                  </a:cubicBezTo>
                  <a:cubicBezTo>
                    <a:pt x="83334" y="165822"/>
                    <a:pt x="81337" y="159693"/>
                    <a:pt x="81337" y="153074"/>
                  </a:cubicBezTo>
                  <a:cubicBezTo>
                    <a:pt x="81337" y="148906"/>
                    <a:pt x="81337" y="148415"/>
                    <a:pt x="82835" y="142041"/>
                  </a:cubicBezTo>
                  <a:cubicBezTo>
                    <a:pt x="83084" y="141305"/>
                    <a:pt x="84083" y="137137"/>
                    <a:pt x="84083" y="134440"/>
                  </a:cubicBezTo>
                  <a:cubicBezTo>
                    <a:pt x="84083" y="112620"/>
                    <a:pt x="54128" y="109188"/>
                    <a:pt x="43644" y="108452"/>
                  </a:cubicBezTo>
                  <a:cubicBezTo>
                    <a:pt x="50883" y="104039"/>
                    <a:pt x="60119" y="95948"/>
                    <a:pt x="64363" y="92271"/>
                  </a:cubicBezTo>
                  <a:cubicBezTo>
                    <a:pt x="77093" y="80503"/>
                    <a:pt x="89574" y="68980"/>
                    <a:pt x="103553" y="68980"/>
                  </a:cubicBezTo>
                  <a:cubicBezTo>
                    <a:pt x="106549" y="68980"/>
                    <a:pt x="109794" y="69715"/>
                    <a:pt x="111791" y="72167"/>
                  </a:cubicBezTo>
                  <a:cubicBezTo>
                    <a:pt x="101057" y="73883"/>
                    <a:pt x="98810" y="82219"/>
                    <a:pt x="98810" y="85896"/>
                  </a:cubicBezTo>
                  <a:cubicBezTo>
                    <a:pt x="98810" y="91290"/>
                    <a:pt x="103054" y="94968"/>
                    <a:pt x="108795" y="94968"/>
                  </a:cubicBezTo>
                  <a:cubicBezTo>
                    <a:pt x="115535" y="94968"/>
                    <a:pt x="123024" y="89574"/>
                    <a:pt x="123024" y="79277"/>
                  </a:cubicBezTo>
                  <a:cubicBezTo>
                    <a:pt x="123024" y="71186"/>
                    <a:pt x="117033" y="62115"/>
                    <a:pt x="103803" y="62115"/>
                  </a:cubicBezTo>
                  <a:cubicBezTo>
                    <a:pt x="89574" y="62115"/>
                    <a:pt x="76594" y="72167"/>
                    <a:pt x="63863" y="83690"/>
                  </a:cubicBezTo>
                  <a:cubicBezTo>
                    <a:pt x="53379" y="93497"/>
                    <a:pt x="45142" y="101097"/>
                    <a:pt x="34907" y="105265"/>
                  </a:cubicBezTo>
                  <a:lnTo>
                    <a:pt x="59620" y="744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E0913162-53B0-2F87-EF40-E4A1D3C340F8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0450181" y="7742721"/>
              <a:ext cx="243915" cy="238167"/>
            </a:xfrm>
            <a:custGeom>
              <a:avLst/>
              <a:gdLst>
                <a:gd name="connsiteX0" fmla="*/ 244131 w 243915"/>
                <a:gd name="connsiteY0" fmla="*/ 142284 h 238167"/>
                <a:gd name="connsiteX1" fmla="*/ 227370 w 243915"/>
                <a:gd name="connsiteY1" fmla="*/ 142284 h 238167"/>
                <a:gd name="connsiteX2" fmla="*/ 143569 w 243915"/>
                <a:gd name="connsiteY2" fmla="*/ 221790 h 238167"/>
                <a:gd name="connsiteX3" fmla="*/ 89365 w 243915"/>
                <a:gd name="connsiteY3" fmla="*/ 221790 h 238167"/>
                <a:gd name="connsiteX4" fmla="*/ 89365 w 243915"/>
                <a:gd name="connsiteY4" fmla="*/ 123021 h 238167"/>
                <a:gd name="connsiteX5" fmla="*/ 108978 w 243915"/>
                <a:gd name="connsiteY5" fmla="*/ 123021 h 238167"/>
                <a:gd name="connsiteX6" fmla="*/ 146778 w 243915"/>
                <a:gd name="connsiteY6" fmla="*/ 164000 h 238167"/>
                <a:gd name="connsiteX7" fmla="*/ 163539 w 243915"/>
                <a:gd name="connsiteY7" fmla="*/ 164000 h 238167"/>
                <a:gd name="connsiteX8" fmla="*/ 163539 w 243915"/>
                <a:gd name="connsiteY8" fmla="*/ 65581 h 238167"/>
                <a:gd name="connsiteX9" fmla="*/ 146778 w 243915"/>
                <a:gd name="connsiteY9" fmla="*/ 65581 h 238167"/>
                <a:gd name="connsiteX10" fmla="*/ 108978 w 243915"/>
                <a:gd name="connsiteY10" fmla="*/ 106559 h 238167"/>
                <a:gd name="connsiteX11" fmla="*/ 89365 w 243915"/>
                <a:gd name="connsiteY11" fmla="*/ 106559 h 238167"/>
                <a:gd name="connsiteX12" fmla="*/ 89365 w 243915"/>
                <a:gd name="connsiteY12" fmla="*/ 16546 h 238167"/>
                <a:gd name="connsiteX13" fmla="*/ 143569 w 243915"/>
                <a:gd name="connsiteY13" fmla="*/ 16546 h 238167"/>
                <a:gd name="connsiteX14" fmla="*/ 215959 w 243915"/>
                <a:gd name="connsiteY14" fmla="*/ 84494 h 238167"/>
                <a:gd name="connsiteX15" fmla="*/ 232719 w 243915"/>
                <a:gd name="connsiteY15" fmla="*/ 84494 h 238167"/>
                <a:gd name="connsiteX16" fmla="*/ 221665 w 243915"/>
                <a:gd name="connsiteY16" fmla="*/ 85 h 238167"/>
                <a:gd name="connsiteX17" fmla="*/ 215 w 243915"/>
                <a:gd name="connsiteY17" fmla="*/ 85 h 238167"/>
                <a:gd name="connsiteX18" fmla="*/ 215 w 243915"/>
                <a:gd name="connsiteY18" fmla="*/ 16546 h 238167"/>
                <a:gd name="connsiteX19" fmla="*/ 38728 w 243915"/>
                <a:gd name="connsiteY19" fmla="*/ 16546 h 238167"/>
                <a:gd name="connsiteX20" fmla="*/ 38728 w 243915"/>
                <a:gd name="connsiteY20" fmla="*/ 221790 h 238167"/>
                <a:gd name="connsiteX21" fmla="*/ 215 w 243915"/>
                <a:gd name="connsiteY21" fmla="*/ 221790 h 238167"/>
                <a:gd name="connsiteX22" fmla="*/ 215 w 243915"/>
                <a:gd name="connsiteY22" fmla="*/ 238252 h 238167"/>
                <a:gd name="connsiteX23" fmla="*/ 227727 w 243915"/>
                <a:gd name="connsiteY23" fmla="*/ 238252 h 238167"/>
                <a:gd name="connsiteX24" fmla="*/ 244131 w 243915"/>
                <a:gd name="connsiteY24" fmla="*/ 142284 h 2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3915" h="238167">
                  <a:moveTo>
                    <a:pt x="244131" y="142284"/>
                  </a:moveTo>
                  <a:lnTo>
                    <a:pt x="227370" y="142284"/>
                  </a:lnTo>
                  <a:cubicBezTo>
                    <a:pt x="219525" y="190618"/>
                    <a:pt x="209540" y="221790"/>
                    <a:pt x="143569" y="221790"/>
                  </a:cubicBezTo>
                  <a:lnTo>
                    <a:pt x="89365" y="221790"/>
                  </a:lnTo>
                  <a:lnTo>
                    <a:pt x="89365" y="123021"/>
                  </a:lnTo>
                  <a:lnTo>
                    <a:pt x="108978" y="123021"/>
                  </a:lnTo>
                  <a:cubicBezTo>
                    <a:pt x="143212" y="123021"/>
                    <a:pt x="146778" y="138081"/>
                    <a:pt x="146778" y="164000"/>
                  </a:cubicBezTo>
                  <a:lnTo>
                    <a:pt x="163539" y="164000"/>
                  </a:lnTo>
                  <a:lnTo>
                    <a:pt x="163539" y="65581"/>
                  </a:lnTo>
                  <a:lnTo>
                    <a:pt x="146778" y="65581"/>
                  </a:lnTo>
                  <a:cubicBezTo>
                    <a:pt x="146778" y="91499"/>
                    <a:pt x="143569" y="106559"/>
                    <a:pt x="108978" y="106559"/>
                  </a:cubicBezTo>
                  <a:lnTo>
                    <a:pt x="89365" y="106559"/>
                  </a:lnTo>
                  <a:lnTo>
                    <a:pt x="89365" y="16546"/>
                  </a:lnTo>
                  <a:lnTo>
                    <a:pt x="143569" y="16546"/>
                  </a:lnTo>
                  <a:cubicBezTo>
                    <a:pt x="200982" y="16546"/>
                    <a:pt x="210253" y="42114"/>
                    <a:pt x="215959" y="84494"/>
                  </a:cubicBezTo>
                  <a:lnTo>
                    <a:pt x="232719" y="84494"/>
                  </a:lnTo>
                  <a:lnTo>
                    <a:pt x="221665" y="85"/>
                  </a:lnTo>
                  <a:lnTo>
                    <a:pt x="215" y="85"/>
                  </a:lnTo>
                  <a:lnTo>
                    <a:pt x="215" y="16546"/>
                  </a:lnTo>
                  <a:lnTo>
                    <a:pt x="38728" y="16546"/>
                  </a:lnTo>
                  <a:lnTo>
                    <a:pt x="38728" y="221790"/>
                  </a:lnTo>
                  <a:lnTo>
                    <a:pt x="215" y="221790"/>
                  </a:lnTo>
                  <a:lnTo>
                    <a:pt x="215" y="238252"/>
                  </a:lnTo>
                  <a:lnTo>
                    <a:pt x="227727" y="238252"/>
                  </a:lnTo>
                  <a:lnTo>
                    <a:pt x="244131" y="142284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E9C56990-0044-3D54-61B9-2325B774613D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1070865" y="7740619"/>
              <a:ext cx="406526" cy="243070"/>
            </a:xfrm>
            <a:custGeom>
              <a:avLst/>
              <a:gdLst>
                <a:gd name="connsiteX0" fmla="*/ 372881 w 406526"/>
                <a:gd name="connsiteY0" fmla="*/ 24952 h 243070"/>
                <a:gd name="connsiteX1" fmla="*/ 386432 w 406526"/>
                <a:gd name="connsiteY1" fmla="*/ 17247 h 243070"/>
                <a:gd name="connsiteX2" fmla="*/ 406759 w 406526"/>
                <a:gd name="connsiteY2" fmla="*/ 16546 h 243070"/>
                <a:gd name="connsiteX3" fmla="*/ 406759 w 406526"/>
                <a:gd name="connsiteY3" fmla="*/ 85 h 243070"/>
                <a:gd name="connsiteX4" fmla="*/ 368602 w 406526"/>
                <a:gd name="connsiteY4" fmla="*/ 1135 h 243070"/>
                <a:gd name="connsiteX5" fmla="*/ 320104 w 406526"/>
                <a:gd name="connsiteY5" fmla="*/ 85 h 243070"/>
                <a:gd name="connsiteX6" fmla="*/ 320104 w 406526"/>
                <a:gd name="connsiteY6" fmla="*/ 16546 h 243070"/>
                <a:gd name="connsiteX7" fmla="*/ 356478 w 406526"/>
                <a:gd name="connsiteY7" fmla="*/ 20399 h 243070"/>
                <a:gd name="connsiteX8" fmla="*/ 295142 w 406526"/>
                <a:gd name="connsiteY8" fmla="*/ 176959 h 243070"/>
                <a:gd name="connsiteX9" fmla="*/ 232024 w 406526"/>
                <a:gd name="connsiteY9" fmla="*/ 16546 h 243070"/>
                <a:gd name="connsiteX10" fmla="*/ 266257 w 406526"/>
                <a:gd name="connsiteY10" fmla="*/ 16546 h 243070"/>
                <a:gd name="connsiteX11" fmla="*/ 266257 w 406526"/>
                <a:gd name="connsiteY11" fmla="*/ 85 h 243070"/>
                <a:gd name="connsiteX12" fmla="*/ 203852 w 406526"/>
                <a:gd name="connsiteY12" fmla="*/ 1135 h 243070"/>
                <a:gd name="connsiteX13" fmla="*/ 149292 w 406526"/>
                <a:gd name="connsiteY13" fmla="*/ 85 h 243070"/>
                <a:gd name="connsiteX14" fmla="*/ 149292 w 406526"/>
                <a:gd name="connsiteY14" fmla="*/ 16546 h 243070"/>
                <a:gd name="connsiteX15" fmla="*/ 179960 w 406526"/>
                <a:gd name="connsiteY15" fmla="*/ 16546 h 243070"/>
                <a:gd name="connsiteX16" fmla="*/ 194580 w 406526"/>
                <a:gd name="connsiteY16" fmla="*/ 53672 h 243070"/>
                <a:gd name="connsiteX17" fmla="*/ 146083 w 406526"/>
                <a:gd name="connsiteY17" fmla="*/ 176959 h 243070"/>
                <a:gd name="connsiteX18" fmla="*/ 82964 w 406526"/>
                <a:gd name="connsiteY18" fmla="*/ 16546 h 243070"/>
                <a:gd name="connsiteX19" fmla="*/ 117198 w 406526"/>
                <a:gd name="connsiteY19" fmla="*/ 16546 h 243070"/>
                <a:gd name="connsiteX20" fmla="*/ 117198 w 406526"/>
                <a:gd name="connsiteY20" fmla="*/ 85 h 243070"/>
                <a:gd name="connsiteX21" fmla="*/ 54793 w 406526"/>
                <a:gd name="connsiteY21" fmla="*/ 1135 h 243070"/>
                <a:gd name="connsiteX22" fmla="*/ 232 w 406526"/>
                <a:gd name="connsiteY22" fmla="*/ 85 h 243070"/>
                <a:gd name="connsiteX23" fmla="*/ 232 w 406526"/>
                <a:gd name="connsiteY23" fmla="*/ 16546 h 243070"/>
                <a:gd name="connsiteX24" fmla="*/ 30900 w 406526"/>
                <a:gd name="connsiteY24" fmla="*/ 16546 h 243070"/>
                <a:gd name="connsiteX25" fmla="*/ 116485 w 406526"/>
                <a:gd name="connsiteY25" fmla="*/ 234049 h 243070"/>
                <a:gd name="connsiteX26" fmla="*/ 128966 w 406526"/>
                <a:gd name="connsiteY26" fmla="*/ 243155 h 243070"/>
                <a:gd name="connsiteX27" fmla="*/ 141447 w 406526"/>
                <a:gd name="connsiteY27" fmla="*/ 234049 h 243070"/>
                <a:gd name="connsiteX28" fmla="*/ 203495 w 406526"/>
                <a:gd name="connsiteY28" fmla="*/ 76438 h 243070"/>
                <a:gd name="connsiteX29" fmla="*/ 265544 w 406526"/>
                <a:gd name="connsiteY29" fmla="*/ 234049 h 243070"/>
                <a:gd name="connsiteX30" fmla="*/ 278025 w 406526"/>
                <a:gd name="connsiteY30" fmla="*/ 243155 h 243070"/>
                <a:gd name="connsiteX31" fmla="*/ 290506 w 406526"/>
                <a:gd name="connsiteY31" fmla="*/ 234049 h 243070"/>
                <a:gd name="connsiteX32" fmla="*/ 372881 w 406526"/>
                <a:gd name="connsiteY32" fmla="*/ 24952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81" y="24952"/>
                  </a:moveTo>
                  <a:cubicBezTo>
                    <a:pt x="375021" y="18998"/>
                    <a:pt x="375378" y="18297"/>
                    <a:pt x="386432" y="17247"/>
                  </a:cubicBezTo>
                  <a:cubicBezTo>
                    <a:pt x="393564" y="16546"/>
                    <a:pt x="401053" y="16546"/>
                    <a:pt x="406759" y="16546"/>
                  </a:cubicBezTo>
                  <a:lnTo>
                    <a:pt x="406759" y="85"/>
                  </a:lnTo>
                  <a:cubicBezTo>
                    <a:pt x="397130" y="435"/>
                    <a:pt x="384649" y="1135"/>
                    <a:pt x="368602" y="1135"/>
                  </a:cubicBezTo>
                  <a:cubicBezTo>
                    <a:pt x="355051" y="1135"/>
                    <a:pt x="332942" y="1135"/>
                    <a:pt x="320104" y="85"/>
                  </a:cubicBezTo>
                  <a:lnTo>
                    <a:pt x="320104" y="16546"/>
                  </a:lnTo>
                  <a:cubicBezTo>
                    <a:pt x="329019" y="16546"/>
                    <a:pt x="346136" y="16546"/>
                    <a:pt x="356478" y="20399"/>
                  </a:cubicBezTo>
                  <a:lnTo>
                    <a:pt x="295142" y="176959"/>
                  </a:lnTo>
                  <a:lnTo>
                    <a:pt x="232024" y="16546"/>
                  </a:lnTo>
                  <a:lnTo>
                    <a:pt x="266257" y="16546"/>
                  </a:lnTo>
                  <a:lnTo>
                    <a:pt x="266257" y="85"/>
                  </a:lnTo>
                  <a:cubicBezTo>
                    <a:pt x="252707" y="1135"/>
                    <a:pt x="219186" y="1135"/>
                    <a:pt x="203852" y="1135"/>
                  </a:cubicBezTo>
                  <a:cubicBezTo>
                    <a:pt x="189945" y="1135"/>
                    <a:pt x="161773" y="1135"/>
                    <a:pt x="149292" y="85"/>
                  </a:cubicBezTo>
                  <a:lnTo>
                    <a:pt x="149292" y="16546"/>
                  </a:lnTo>
                  <a:lnTo>
                    <a:pt x="179960" y="16546"/>
                  </a:lnTo>
                  <a:lnTo>
                    <a:pt x="194580" y="53672"/>
                  </a:lnTo>
                  <a:lnTo>
                    <a:pt x="146083" y="176959"/>
                  </a:lnTo>
                  <a:lnTo>
                    <a:pt x="82964" y="16546"/>
                  </a:lnTo>
                  <a:lnTo>
                    <a:pt x="117198" y="16546"/>
                  </a:lnTo>
                  <a:lnTo>
                    <a:pt x="117198" y="85"/>
                  </a:lnTo>
                  <a:cubicBezTo>
                    <a:pt x="103647" y="1135"/>
                    <a:pt x="70126" y="1135"/>
                    <a:pt x="54793" y="1135"/>
                  </a:cubicBezTo>
                  <a:cubicBezTo>
                    <a:pt x="40885" y="1135"/>
                    <a:pt x="12714" y="1135"/>
                    <a:pt x="232" y="85"/>
                  </a:cubicBezTo>
                  <a:lnTo>
                    <a:pt x="232" y="16546"/>
                  </a:lnTo>
                  <a:lnTo>
                    <a:pt x="30900" y="16546"/>
                  </a:lnTo>
                  <a:lnTo>
                    <a:pt x="116485" y="234049"/>
                  </a:lnTo>
                  <a:cubicBezTo>
                    <a:pt x="118624" y="239653"/>
                    <a:pt x="120051" y="243155"/>
                    <a:pt x="128966" y="243155"/>
                  </a:cubicBezTo>
                  <a:cubicBezTo>
                    <a:pt x="137881" y="243155"/>
                    <a:pt x="139307" y="239653"/>
                    <a:pt x="141447" y="234049"/>
                  </a:cubicBezTo>
                  <a:lnTo>
                    <a:pt x="203495" y="76438"/>
                  </a:lnTo>
                  <a:lnTo>
                    <a:pt x="265544" y="234049"/>
                  </a:lnTo>
                  <a:cubicBezTo>
                    <a:pt x="267684" y="239653"/>
                    <a:pt x="269110" y="243155"/>
                    <a:pt x="278025" y="243155"/>
                  </a:cubicBezTo>
                  <a:cubicBezTo>
                    <a:pt x="286940" y="243155"/>
                    <a:pt x="288367" y="239653"/>
                    <a:pt x="290506" y="234049"/>
                  </a:cubicBezTo>
                  <a:lnTo>
                    <a:pt x="372881" y="2495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51D9F5C-D1EF-0667-3915-7378AA22A210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1504986" y="7863275"/>
              <a:ext cx="122813" cy="172601"/>
            </a:xfrm>
            <a:custGeom>
              <a:avLst/>
              <a:gdLst>
                <a:gd name="connsiteX0" fmla="*/ 59654 w 122813"/>
                <a:gd name="connsiteY0" fmla="*/ 7441 h 172601"/>
                <a:gd name="connsiteX1" fmla="*/ 60653 w 122813"/>
                <a:gd name="connsiteY1" fmla="*/ 3519 h 172601"/>
                <a:gd name="connsiteX2" fmla="*/ 56659 w 122813"/>
                <a:gd name="connsiteY2" fmla="*/ 86 h 172601"/>
                <a:gd name="connsiteX3" fmla="*/ 24707 w 122813"/>
                <a:gd name="connsiteY3" fmla="*/ 2538 h 172601"/>
                <a:gd name="connsiteX4" fmla="*/ 19215 w 122813"/>
                <a:gd name="connsiteY4" fmla="*/ 8177 h 172601"/>
                <a:gd name="connsiteX5" fmla="*/ 25706 w 122813"/>
                <a:gd name="connsiteY5" fmla="*/ 11609 h 172601"/>
                <a:gd name="connsiteX6" fmla="*/ 37687 w 122813"/>
                <a:gd name="connsiteY6" fmla="*/ 15287 h 172601"/>
                <a:gd name="connsiteX7" fmla="*/ 36689 w 122813"/>
                <a:gd name="connsiteY7" fmla="*/ 20681 h 172601"/>
                <a:gd name="connsiteX8" fmla="*/ 1492 w 122813"/>
                <a:gd name="connsiteY8" fmla="*/ 159448 h 172601"/>
                <a:gd name="connsiteX9" fmla="*/ 244 w 122813"/>
                <a:gd name="connsiteY9" fmla="*/ 164842 h 172601"/>
                <a:gd name="connsiteX10" fmla="*/ 8731 w 122813"/>
                <a:gd name="connsiteY10" fmla="*/ 172687 h 172601"/>
                <a:gd name="connsiteX11" fmla="*/ 20214 w 122813"/>
                <a:gd name="connsiteY11" fmla="*/ 162390 h 172601"/>
                <a:gd name="connsiteX12" fmla="*/ 32445 w 122813"/>
                <a:gd name="connsiteY12" fmla="*/ 114827 h 172601"/>
                <a:gd name="connsiteX13" fmla="*/ 64397 w 122813"/>
                <a:gd name="connsiteY13" fmla="*/ 134931 h 172601"/>
                <a:gd name="connsiteX14" fmla="*/ 63898 w 122813"/>
                <a:gd name="connsiteY14" fmla="*/ 139834 h 172601"/>
                <a:gd name="connsiteX15" fmla="*/ 62899 w 122813"/>
                <a:gd name="connsiteY15" fmla="*/ 147435 h 172601"/>
                <a:gd name="connsiteX16" fmla="*/ 89359 w 122813"/>
                <a:gd name="connsiteY16" fmla="*/ 172687 h 172601"/>
                <a:gd name="connsiteX17" fmla="*/ 121061 w 122813"/>
                <a:gd name="connsiteY17" fmla="*/ 135176 h 172601"/>
                <a:gd name="connsiteX18" fmla="*/ 117067 w 122813"/>
                <a:gd name="connsiteY18" fmla="*/ 131989 h 172601"/>
                <a:gd name="connsiteX19" fmla="*/ 112075 w 122813"/>
                <a:gd name="connsiteY19" fmla="*/ 137873 h 172601"/>
                <a:gd name="connsiteX20" fmla="*/ 90108 w 122813"/>
                <a:gd name="connsiteY20" fmla="*/ 165822 h 172601"/>
                <a:gd name="connsiteX21" fmla="*/ 81371 w 122813"/>
                <a:gd name="connsiteY21" fmla="*/ 153074 h 172601"/>
                <a:gd name="connsiteX22" fmla="*/ 82869 w 122813"/>
                <a:gd name="connsiteY22" fmla="*/ 142041 h 172601"/>
                <a:gd name="connsiteX23" fmla="*/ 84117 w 122813"/>
                <a:gd name="connsiteY23" fmla="*/ 134440 h 172601"/>
                <a:gd name="connsiteX24" fmla="*/ 43678 w 122813"/>
                <a:gd name="connsiteY24" fmla="*/ 108452 h 172601"/>
                <a:gd name="connsiteX25" fmla="*/ 64397 w 122813"/>
                <a:gd name="connsiteY25" fmla="*/ 92271 h 172601"/>
                <a:gd name="connsiteX26" fmla="*/ 103587 w 122813"/>
                <a:gd name="connsiteY26" fmla="*/ 68980 h 172601"/>
                <a:gd name="connsiteX27" fmla="*/ 111825 w 122813"/>
                <a:gd name="connsiteY27" fmla="*/ 72167 h 172601"/>
                <a:gd name="connsiteX28" fmla="*/ 98845 w 122813"/>
                <a:gd name="connsiteY28" fmla="*/ 85896 h 172601"/>
                <a:gd name="connsiteX29" fmla="*/ 108830 w 122813"/>
                <a:gd name="connsiteY29" fmla="*/ 94968 h 172601"/>
                <a:gd name="connsiteX30" fmla="*/ 123058 w 122813"/>
                <a:gd name="connsiteY30" fmla="*/ 79277 h 172601"/>
                <a:gd name="connsiteX31" fmla="*/ 103837 w 122813"/>
                <a:gd name="connsiteY31" fmla="*/ 62115 h 172601"/>
                <a:gd name="connsiteX32" fmla="*/ 63898 w 122813"/>
                <a:gd name="connsiteY32" fmla="*/ 83690 h 172601"/>
                <a:gd name="connsiteX33" fmla="*/ 34942 w 122813"/>
                <a:gd name="connsiteY33" fmla="*/ 105265 h 172601"/>
                <a:gd name="connsiteX34" fmla="*/ 59654 w 122813"/>
                <a:gd name="connsiteY34" fmla="*/ 7441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2813" h="172601">
                  <a:moveTo>
                    <a:pt x="59654" y="7441"/>
                  </a:moveTo>
                  <a:cubicBezTo>
                    <a:pt x="59904" y="6951"/>
                    <a:pt x="60653" y="3764"/>
                    <a:pt x="60653" y="3519"/>
                  </a:cubicBezTo>
                  <a:cubicBezTo>
                    <a:pt x="60653" y="2293"/>
                    <a:pt x="59654" y="86"/>
                    <a:pt x="56659" y="86"/>
                  </a:cubicBezTo>
                  <a:cubicBezTo>
                    <a:pt x="51666" y="86"/>
                    <a:pt x="30948" y="2048"/>
                    <a:pt x="24707" y="2538"/>
                  </a:cubicBezTo>
                  <a:cubicBezTo>
                    <a:pt x="22710" y="2783"/>
                    <a:pt x="19215" y="3028"/>
                    <a:pt x="19215" y="8177"/>
                  </a:cubicBezTo>
                  <a:cubicBezTo>
                    <a:pt x="19215" y="11609"/>
                    <a:pt x="22710" y="11609"/>
                    <a:pt x="25706" y="11609"/>
                  </a:cubicBezTo>
                  <a:cubicBezTo>
                    <a:pt x="37687" y="11609"/>
                    <a:pt x="37687" y="13325"/>
                    <a:pt x="37687" y="15287"/>
                  </a:cubicBezTo>
                  <a:cubicBezTo>
                    <a:pt x="37687" y="17003"/>
                    <a:pt x="37188" y="18474"/>
                    <a:pt x="36689" y="20681"/>
                  </a:cubicBezTo>
                  <a:lnTo>
                    <a:pt x="1492" y="159448"/>
                  </a:lnTo>
                  <a:cubicBezTo>
                    <a:pt x="244" y="163861"/>
                    <a:pt x="244" y="164351"/>
                    <a:pt x="244" y="164842"/>
                  </a:cubicBezTo>
                  <a:cubicBezTo>
                    <a:pt x="244" y="168519"/>
                    <a:pt x="3240" y="172687"/>
                    <a:pt x="8731" y="172687"/>
                  </a:cubicBezTo>
                  <a:cubicBezTo>
                    <a:pt x="15471" y="172687"/>
                    <a:pt x="18716" y="167784"/>
                    <a:pt x="20214" y="162390"/>
                  </a:cubicBezTo>
                  <a:cubicBezTo>
                    <a:pt x="20713" y="161409"/>
                    <a:pt x="31447" y="118259"/>
                    <a:pt x="32445" y="114827"/>
                  </a:cubicBezTo>
                  <a:cubicBezTo>
                    <a:pt x="50169" y="116543"/>
                    <a:pt x="64397" y="122182"/>
                    <a:pt x="64397" y="134931"/>
                  </a:cubicBezTo>
                  <a:cubicBezTo>
                    <a:pt x="64397" y="136157"/>
                    <a:pt x="64397" y="137382"/>
                    <a:pt x="63898" y="139834"/>
                  </a:cubicBezTo>
                  <a:cubicBezTo>
                    <a:pt x="62899" y="143512"/>
                    <a:pt x="62899" y="144738"/>
                    <a:pt x="62899" y="147435"/>
                  </a:cubicBezTo>
                  <a:cubicBezTo>
                    <a:pt x="62899" y="164842"/>
                    <a:pt x="77377" y="172687"/>
                    <a:pt x="89359" y="172687"/>
                  </a:cubicBezTo>
                  <a:cubicBezTo>
                    <a:pt x="113572" y="172687"/>
                    <a:pt x="121061" y="135421"/>
                    <a:pt x="121061" y="135176"/>
                  </a:cubicBezTo>
                  <a:cubicBezTo>
                    <a:pt x="121061" y="131989"/>
                    <a:pt x="117816" y="131989"/>
                    <a:pt x="117067" y="131989"/>
                  </a:cubicBezTo>
                  <a:cubicBezTo>
                    <a:pt x="113572" y="131989"/>
                    <a:pt x="113323" y="133215"/>
                    <a:pt x="112075" y="137873"/>
                  </a:cubicBezTo>
                  <a:cubicBezTo>
                    <a:pt x="109079" y="148415"/>
                    <a:pt x="102339" y="165822"/>
                    <a:pt x="90108" y="165822"/>
                  </a:cubicBezTo>
                  <a:cubicBezTo>
                    <a:pt x="83368" y="165822"/>
                    <a:pt x="81371" y="159693"/>
                    <a:pt x="81371" y="153074"/>
                  </a:cubicBezTo>
                  <a:cubicBezTo>
                    <a:pt x="81371" y="148906"/>
                    <a:pt x="81371" y="148415"/>
                    <a:pt x="82869" y="142041"/>
                  </a:cubicBezTo>
                  <a:cubicBezTo>
                    <a:pt x="83119" y="141305"/>
                    <a:pt x="84117" y="137137"/>
                    <a:pt x="84117" y="134440"/>
                  </a:cubicBezTo>
                  <a:cubicBezTo>
                    <a:pt x="84117" y="112620"/>
                    <a:pt x="54162" y="109188"/>
                    <a:pt x="43678" y="108452"/>
                  </a:cubicBezTo>
                  <a:cubicBezTo>
                    <a:pt x="50917" y="104039"/>
                    <a:pt x="60153" y="95948"/>
                    <a:pt x="64397" y="92271"/>
                  </a:cubicBezTo>
                  <a:cubicBezTo>
                    <a:pt x="77128" y="80503"/>
                    <a:pt x="89609" y="68980"/>
                    <a:pt x="103587" y="68980"/>
                  </a:cubicBezTo>
                  <a:cubicBezTo>
                    <a:pt x="106583" y="68980"/>
                    <a:pt x="109828" y="69715"/>
                    <a:pt x="111825" y="72167"/>
                  </a:cubicBezTo>
                  <a:cubicBezTo>
                    <a:pt x="101091" y="73883"/>
                    <a:pt x="98845" y="82219"/>
                    <a:pt x="98845" y="85896"/>
                  </a:cubicBezTo>
                  <a:cubicBezTo>
                    <a:pt x="98845" y="91290"/>
                    <a:pt x="103088" y="94968"/>
                    <a:pt x="108830" y="94968"/>
                  </a:cubicBezTo>
                  <a:cubicBezTo>
                    <a:pt x="115569" y="94968"/>
                    <a:pt x="123058" y="89574"/>
                    <a:pt x="123058" y="79277"/>
                  </a:cubicBezTo>
                  <a:cubicBezTo>
                    <a:pt x="123058" y="71186"/>
                    <a:pt x="117067" y="62115"/>
                    <a:pt x="103837" y="62115"/>
                  </a:cubicBezTo>
                  <a:cubicBezTo>
                    <a:pt x="89609" y="62115"/>
                    <a:pt x="76628" y="72167"/>
                    <a:pt x="63898" y="83690"/>
                  </a:cubicBezTo>
                  <a:cubicBezTo>
                    <a:pt x="53414" y="93497"/>
                    <a:pt x="45176" y="101097"/>
                    <a:pt x="34942" y="105265"/>
                  </a:cubicBezTo>
                  <a:lnTo>
                    <a:pt x="59654" y="744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FE6DA59B-49EF-5C7F-5551-054E88183F69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1790370" y="7791755"/>
              <a:ext cx="178300" cy="203142"/>
            </a:xfrm>
            <a:custGeom>
              <a:avLst/>
              <a:gdLst>
                <a:gd name="connsiteX0" fmla="*/ 166072 w 178300"/>
                <a:gd name="connsiteY0" fmla="*/ 108661 h 203142"/>
                <a:gd name="connsiteX1" fmla="*/ 178553 w 178300"/>
                <a:gd name="connsiteY1" fmla="*/ 101656 h 203142"/>
                <a:gd name="connsiteX2" fmla="*/ 166072 w 178300"/>
                <a:gd name="connsiteY2" fmla="*/ 94651 h 203142"/>
                <a:gd name="connsiteX3" fmla="*/ 14873 w 178300"/>
                <a:gd name="connsiteY3" fmla="*/ 94651 h 203142"/>
                <a:gd name="connsiteX4" fmla="*/ 110442 w 178300"/>
                <a:gd name="connsiteY4" fmla="*/ 14095 h 203142"/>
                <a:gd name="connsiteX5" fmla="*/ 166072 w 178300"/>
                <a:gd name="connsiteY5" fmla="*/ 14095 h 203142"/>
                <a:gd name="connsiteX6" fmla="*/ 178553 w 178300"/>
                <a:gd name="connsiteY6" fmla="*/ 7090 h 203142"/>
                <a:gd name="connsiteX7" fmla="*/ 166072 w 178300"/>
                <a:gd name="connsiteY7" fmla="*/ 85 h 203142"/>
                <a:gd name="connsiteX8" fmla="*/ 109729 w 178300"/>
                <a:gd name="connsiteY8" fmla="*/ 85 h 203142"/>
                <a:gd name="connsiteX9" fmla="*/ 252 w 178300"/>
                <a:gd name="connsiteY9" fmla="*/ 101656 h 203142"/>
                <a:gd name="connsiteX10" fmla="*/ 109729 w 178300"/>
                <a:gd name="connsiteY10" fmla="*/ 203227 h 203142"/>
                <a:gd name="connsiteX11" fmla="*/ 166072 w 178300"/>
                <a:gd name="connsiteY11" fmla="*/ 203227 h 203142"/>
                <a:gd name="connsiteX12" fmla="*/ 178553 w 178300"/>
                <a:gd name="connsiteY12" fmla="*/ 196222 h 203142"/>
                <a:gd name="connsiteX13" fmla="*/ 166072 w 178300"/>
                <a:gd name="connsiteY13" fmla="*/ 189217 h 203142"/>
                <a:gd name="connsiteX14" fmla="*/ 110442 w 178300"/>
                <a:gd name="connsiteY14" fmla="*/ 189217 h 203142"/>
                <a:gd name="connsiteX15" fmla="*/ 14873 w 178300"/>
                <a:gd name="connsiteY15" fmla="*/ 108661 h 203142"/>
                <a:gd name="connsiteX16" fmla="*/ 166072 w 178300"/>
                <a:gd name="connsiteY16" fmla="*/ 108661 h 203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8300" h="203142">
                  <a:moveTo>
                    <a:pt x="166072" y="108661"/>
                  </a:moveTo>
                  <a:cubicBezTo>
                    <a:pt x="172134" y="108661"/>
                    <a:pt x="178553" y="108661"/>
                    <a:pt x="178553" y="101656"/>
                  </a:cubicBezTo>
                  <a:cubicBezTo>
                    <a:pt x="178553" y="94651"/>
                    <a:pt x="172134" y="94651"/>
                    <a:pt x="166072" y="94651"/>
                  </a:cubicBezTo>
                  <a:lnTo>
                    <a:pt x="14873" y="94651"/>
                  </a:lnTo>
                  <a:cubicBezTo>
                    <a:pt x="19152" y="47718"/>
                    <a:pt x="60161" y="14095"/>
                    <a:pt x="110442" y="14095"/>
                  </a:cubicBezTo>
                  <a:lnTo>
                    <a:pt x="166072" y="14095"/>
                  </a:lnTo>
                  <a:cubicBezTo>
                    <a:pt x="172134" y="14095"/>
                    <a:pt x="178553" y="14095"/>
                    <a:pt x="178553" y="7090"/>
                  </a:cubicBezTo>
                  <a:cubicBezTo>
                    <a:pt x="178553" y="85"/>
                    <a:pt x="172134" y="85"/>
                    <a:pt x="166072" y="85"/>
                  </a:cubicBezTo>
                  <a:lnTo>
                    <a:pt x="109729" y="85"/>
                  </a:lnTo>
                  <a:cubicBezTo>
                    <a:pt x="48750" y="85"/>
                    <a:pt x="252" y="45617"/>
                    <a:pt x="252" y="101656"/>
                  </a:cubicBezTo>
                  <a:cubicBezTo>
                    <a:pt x="252" y="157695"/>
                    <a:pt x="48750" y="203227"/>
                    <a:pt x="109729" y="203227"/>
                  </a:cubicBezTo>
                  <a:lnTo>
                    <a:pt x="166072" y="203227"/>
                  </a:lnTo>
                  <a:cubicBezTo>
                    <a:pt x="172134" y="203227"/>
                    <a:pt x="178553" y="203227"/>
                    <a:pt x="178553" y="196222"/>
                  </a:cubicBezTo>
                  <a:cubicBezTo>
                    <a:pt x="178553" y="189217"/>
                    <a:pt x="172134" y="189217"/>
                    <a:pt x="166072" y="189217"/>
                  </a:cubicBezTo>
                  <a:lnTo>
                    <a:pt x="110442" y="189217"/>
                  </a:lnTo>
                  <a:cubicBezTo>
                    <a:pt x="60161" y="189217"/>
                    <a:pt x="19152" y="155594"/>
                    <a:pt x="14873" y="108661"/>
                  </a:cubicBezTo>
                  <a:lnTo>
                    <a:pt x="166072" y="10866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16D030ED-DB16-4936-428A-145CE71B5B06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2103267" y="7740969"/>
              <a:ext cx="244985" cy="239918"/>
            </a:xfrm>
            <a:custGeom>
              <a:avLst/>
              <a:gdLst>
                <a:gd name="connsiteX0" fmla="*/ 90125 w 244985"/>
                <a:gd name="connsiteY0" fmla="*/ 130026 h 239918"/>
                <a:gd name="connsiteX1" fmla="*/ 102963 w 244985"/>
                <a:gd name="connsiteY1" fmla="*/ 130026 h 239918"/>
                <a:gd name="connsiteX2" fmla="*/ 156453 w 244985"/>
                <a:gd name="connsiteY2" fmla="*/ 211283 h 239918"/>
                <a:gd name="connsiteX3" fmla="*/ 172500 w 244985"/>
                <a:gd name="connsiteY3" fmla="*/ 235800 h 239918"/>
                <a:gd name="connsiteX4" fmla="*/ 184268 w 244985"/>
                <a:gd name="connsiteY4" fmla="*/ 240003 h 239918"/>
                <a:gd name="connsiteX5" fmla="*/ 233479 w 244985"/>
                <a:gd name="connsiteY5" fmla="*/ 240003 h 239918"/>
                <a:gd name="connsiteX6" fmla="*/ 245247 w 244985"/>
                <a:gd name="connsiteY6" fmla="*/ 233699 h 239918"/>
                <a:gd name="connsiteX7" fmla="*/ 239898 w 244985"/>
                <a:gd name="connsiteY7" fmla="*/ 227744 h 239918"/>
                <a:gd name="connsiteX8" fmla="*/ 200672 w 244985"/>
                <a:gd name="connsiteY8" fmla="*/ 190618 h 239918"/>
                <a:gd name="connsiteX9" fmla="*/ 156453 w 244985"/>
                <a:gd name="connsiteY9" fmla="*/ 126173 h 239918"/>
                <a:gd name="connsiteX10" fmla="*/ 218858 w 244985"/>
                <a:gd name="connsiteY10" fmla="*/ 65581 h 239918"/>
                <a:gd name="connsiteX11" fmla="*/ 124359 w 244985"/>
                <a:gd name="connsiteY11" fmla="*/ 85 h 239918"/>
                <a:gd name="connsiteX12" fmla="*/ 12386 w 244985"/>
                <a:gd name="connsiteY12" fmla="*/ 85 h 239918"/>
                <a:gd name="connsiteX13" fmla="*/ 261 w 244985"/>
                <a:gd name="connsiteY13" fmla="*/ 6389 h 239918"/>
                <a:gd name="connsiteX14" fmla="*/ 9890 w 244985"/>
                <a:gd name="connsiteY14" fmla="*/ 12343 h 239918"/>
                <a:gd name="connsiteX15" fmla="*/ 31999 w 244985"/>
                <a:gd name="connsiteY15" fmla="*/ 32307 h 239918"/>
                <a:gd name="connsiteX16" fmla="*/ 31999 w 244985"/>
                <a:gd name="connsiteY16" fmla="*/ 207780 h 239918"/>
                <a:gd name="connsiteX17" fmla="*/ 9890 w 244985"/>
                <a:gd name="connsiteY17" fmla="*/ 227744 h 239918"/>
                <a:gd name="connsiteX18" fmla="*/ 261 w 244985"/>
                <a:gd name="connsiteY18" fmla="*/ 233699 h 239918"/>
                <a:gd name="connsiteX19" fmla="*/ 12386 w 244985"/>
                <a:gd name="connsiteY19" fmla="*/ 240003 h 239918"/>
                <a:gd name="connsiteX20" fmla="*/ 110095 w 244985"/>
                <a:gd name="connsiteY20" fmla="*/ 240003 h 239918"/>
                <a:gd name="connsiteX21" fmla="*/ 121863 w 244985"/>
                <a:gd name="connsiteY21" fmla="*/ 233699 h 239918"/>
                <a:gd name="connsiteX22" fmla="*/ 111878 w 244985"/>
                <a:gd name="connsiteY22" fmla="*/ 227744 h 239918"/>
                <a:gd name="connsiteX23" fmla="*/ 90125 w 244985"/>
                <a:gd name="connsiteY23" fmla="*/ 207780 h 239918"/>
                <a:gd name="connsiteX24" fmla="*/ 90125 w 244985"/>
                <a:gd name="connsiteY24" fmla="*/ 130026 h 239918"/>
                <a:gd name="connsiteX25" fmla="*/ 158949 w 244985"/>
                <a:gd name="connsiteY25" fmla="*/ 112864 h 239918"/>
                <a:gd name="connsiteX26" fmla="*/ 170004 w 244985"/>
                <a:gd name="connsiteY26" fmla="*/ 65931 h 239918"/>
                <a:gd name="connsiteX27" fmla="*/ 156453 w 244985"/>
                <a:gd name="connsiteY27" fmla="*/ 16196 h 239918"/>
                <a:gd name="connsiteX28" fmla="*/ 206377 w 244985"/>
                <a:gd name="connsiteY28" fmla="*/ 65581 h 239918"/>
                <a:gd name="connsiteX29" fmla="*/ 158949 w 244985"/>
                <a:gd name="connsiteY29" fmla="*/ 112864 h 239918"/>
                <a:gd name="connsiteX30" fmla="*/ 90125 w 244985"/>
                <a:gd name="connsiteY30" fmla="*/ 31257 h 239918"/>
                <a:gd name="connsiteX31" fmla="*/ 112234 w 244985"/>
                <a:gd name="connsiteY31" fmla="*/ 12343 h 239918"/>
                <a:gd name="connsiteX32" fmla="*/ 157523 w 244985"/>
                <a:gd name="connsiteY32" fmla="*/ 65931 h 239918"/>
                <a:gd name="connsiteX33" fmla="*/ 90125 w 244985"/>
                <a:gd name="connsiteY33" fmla="*/ 117767 h 239918"/>
                <a:gd name="connsiteX34" fmla="*/ 90125 w 244985"/>
                <a:gd name="connsiteY34" fmla="*/ 31257 h 239918"/>
                <a:gd name="connsiteX35" fmla="*/ 41627 w 244985"/>
                <a:gd name="connsiteY35" fmla="*/ 227744 h 239918"/>
                <a:gd name="connsiteX36" fmla="*/ 44480 w 244985"/>
                <a:gd name="connsiteY36" fmla="*/ 208481 h 239918"/>
                <a:gd name="connsiteX37" fmla="*/ 44480 w 244985"/>
                <a:gd name="connsiteY37" fmla="*/ 31607 h 239918"/>
                <a:gd name="connsiteX38" fmla="*/ 41627 w 244985"/>
                <a:gd name="connsiteY38" fmla="*/ 12343 h 239918"/>
                <a:gd name="connsiteX39" fmla="*/ 82280 w 244985"/>
                <a:gd name="connsiteY39" fmla="*/ 12343 h 239918"/>
                <a:gd name="connsiteX40" fmla="*/ 77644 w 244985"/>
                <a:gd name="connsiteY40" fmla="*/ 30206 h 239918"/>
                <a:gd name="connsiteX41" fmla="*/ 77644 w 244985"/>
                <a:gd name="connsiteY41" fmla="*/ 208481 h 239918"/>
                <a:gd name="connsiteX42" fmla="*/ 80497 w 244985"/>
                <a:gd name="connsiteY42" fmla="*/ 227744 h 239918"/>
                <a:gd name="connsiteX43" fmla="*/ 41627 w 244985"/>
                <a:gd name="connsiteY43" fmla="*/ 227744 h 239918"/>
                <a:gd name="connsiteX44" fmla="*/ 117583 w 244985"/>
                <a:gd name="connsiteY44" fmla="*/ 130026 h 239918"/>
                <a:gd name="connsiteX45" fmla="*/ 124359 w 244985"/>
                <a:gd name="connsiteY45" fmla="*/ 129325 h 239918"/>
                <a:gd name="connsiteX46" fmla="*/ 142902 w 244985"/>
                <a:gd name="connsiteY46" fmla="*/ 127924 h 239918"/>
                <a:gd name="connsiteX47" fmla="*/ 216362 w 244985"/>
                <a:gd name="connsiteY47" fmla="*/ 227744 h 239918"/>
                <a:gd name="connsiteX48" fmla="*/ 181772 w 244985"/>
                <a:gd name="connsiteY48" fmla="*/ 227744 h 239918"/>
                <a:gd name="connsiteX49" fmla="*/ 117583 w 244985"/>
                <a:gd name="connsiteY49" fmla="*/ 130026 h 239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4985" h="239918">
                  <a:moveTo>
                    <a:pt x="90125" y="130026"/>
                  </a:moveTo>
                  <a:lnTo>
                    <a:pt x="102963" y="130026"/>
                  </a:lnTo>
                  <a:lnTo>
                    <a:pt x="156453" y="211283"/>
                  </a:lnTo>
                  <a:cubicBezTo>
                    <a:pt x="160019" y="216887"/>
                    <a:pt x="168577" y="230546"/>
                    <a:pt x="172500" y="235800"/>
                  </a:cubicBezTo>
                  <a:cubicBezTo>
                    <a:pt x="174996" y="240003"/>
                    <a:pt x="176066" y="240003"/>
                    <a:pt x="184268" y="240003"/>
                  </a:cubicBezTo>
                  <a:lnTo>
                    <a:pt x="233479" y="240003"/>
                  </a:lnTo>
                  <a:cubicBezTo>
                    <a:pt x="239898" y="240003"/>
                    <a:pt x="245247" y="240003"/>
                    <a:pt x="245247" y="233699"/>
                  </a:cubicBezTo>
                  <a:cubicBezTo>
                    <a:pt x="245247" y="230897"/>
                    <a:pt x="243107" y="228445"/>
                    <a:pt x="239898" y="227744"/>
                  </a:cubicBezTo>
                  <a:cubicBezTo>
                    <a:pt x="226704" y="224942"/>
                    <a:pt x="209230" y="201826"/>
                    <a:pt x="200672" y="190618"/>
                  </a:cubicBezTo>
                  <a:cubicBezTo>
                    <a:pt x="198175" y="187116"/>
                    <a:pt x="180345" y="164000"/>
                    <a:pt x="156453" y="126173"/>
                  </a:cubicBezTo>
                  <a:cubicBezTo>
                    <a:pt x="188191" y="120569"/>
                    <a:pt x="218858" y="107260"/>
                    <a:pt x="218858" y="65581"/>
                  </a:cubicBezTo>
                  <a:cubicBezTo>
                    <a:pt x="218858" y="16896"/>
                    <a:pt x="166438" y="85"/>
                    <a:pt x="124359" y="85"/>
                  </a:cubicBezTo>
                  <a:lnTo>
                    <a:pt x="12386" y="85"/>
                  </a:lnTo>
                  <a:cubicBezTo>
                    <a:pt x="5967" y="85"/>
                    <a:pt x="261" y="85"/>
                    <a:pt x="261" y="6389"/>
                  </a:cubicBezTo>
                  <a:cubicBezTo>
                    <a:pt x="261" y="12343"/>
                    <a:pt x="7037" y="12343"/>
                    <a:pt x="9890" y="12343"/>
                  </a:cubicBezTo>
                  <a:cubicBezTo>
                    <a:pt x="30216" y="12343"/>
                    <a:pt x="31999" y="14795"/>
                    <a:pt x="31999" y="32307"/>
                  </a:cubicBezTo>
                  <a:lnTo>
                    <a:pt x="31999" y="207780"/>
                  </a:lnTo>
                  <a:cubicBezTo>
                    <a:pt x="31999" y="225293"/>
                    <a:pt x="30216" y="227744"/>
                    <a:pt x="9890" y="227744"/>
                  </a:cubicBezTo>
                  <a:cubicBezTo>
                    <a:pt x="7037" y="227744"/>
                    <a:pt x="261" y="227744"/>
                    <a:pt x="261" y="233699"/>
                  </a:cubicBezTo>
                  <a:cubicBezTo>
                    <a:pt x="261" y="240003"/>
                    <a:pt x="5967" y="240003"/>
                    <a:pt x="12386" y="240003"/>
                  </a:cubicBezTo>
                  <a:lnTo>
                    <a:pt x="110095" y="240003"/>
                  </a:lnTo>
                  <a:cubicBezTo>
                    <a:pt x="116514" y="240003"/>
                    <a:pt x="121863" y="240003"/>
                    <a:pt x="121863" y="233699"/>
                  </a:cubicBezTo>
                  <a:cubicBezTo>
                    <a:pt x="121863" y="227744"/>
                    <a:pt x="115800" y="227744"/>
                    <a:pt x="111878" y="227744"/>
                  </a:cubicBezTo>
                  <a:cubicBezTo>
                    <a:pt x="91551" y="227744"/>
                    <a:pt x="90125" y="224942"/>
                    <a:pt x="90125" y="207780"/>
                  </a:cubicBezTo>
                  <a:lnTo>
                    <a:pt x="90125" y="130026"/>
                  </a:lnTo>
                  <a:close/>
                  <a:moveTo>
                    <a:pt x="158949" y="112864"/>
                  </a:moveTo>
                  <a:cubicBezTo>
                    <a:pt x="168934" y="99905"/>
                    <a:pt x="170004" y="81342"/>
                    <a:pt x="170004" y="65931"/>
                  </a:cubicBezTo>
                  <a:cubicBezTo>
                    <a:pt x="170004" y="49119"/>
                    <a:pt x="167864" y="30556"/>
                    <a:pt x="156453" y="16196"/>
                  </a:cubicBezTo>
                  <a:cubicBezTo>
                    <a:pt x="171074" y="19348"/>
                    <a:pt x="206377" y="30206"/>
                    <a:pt x="206377" y="65581"/>
                  </a:cubicBezTo>
                  <a:cubicBezTo>
                    <a:pt x="206377" y="88347"/>
                    <a:pt x="195679" y="106209"/>
                    <a:pt x="158949" y="112864"/>
                  </a:cubicBezTo>
                  <a:close/>
                  <a:moveTo>
                    <a:pt x="90125" y="31257"/>
                  </a:moveTo>
                  <a:cubicBezTo>
                    <a:pt x="90125" y="23901"/>
                    <a:pt x="90125" y="12343"/>
                    <a:pt x="112234" y="12343"/>
                  </a:cubicBezTo>
                  <a:cubicBezTo>
                    <a:pt x="142546" y="12343"/>
                    <a:pt x="157523" y="24602"/>
                    <a:pt x="157523" y="65931"/>
                  </a:cubicBezTo>
                  <a:cubicBezTo>
                    <a:pt x="157523" y="111113"/>
                    <a:pt x="146468" y="117767"/>
                    <a:pt x="90125" y="117767"/>
                  </a:cubicBezTo>
                  <a:lnTo>
                    <a:pt x="90125" y="31257"/>
                  </a:lnTo>
                  <a:close/>
                  <a:moveTo>
                    <a:pt x="41627" y="227744"/>
                  </a:moveTo>
                  <a:cubicBezTo>
                    <a:pt x="44480" y="221440"/>
                    <a:pt x="44480" y="211633"/>
                    <a:pt x="44480" y="208481"/>
                  </a:cubicBezTo>
                  <a:lnTo>
                    <a:pt x="44480" y="31607"/>
                  </a:lnTo>
                  <a:cubicBezTo>
                    <a:pt x="44480" y="28104"/>
                    <a:pt x="44480" y="18648"/>
                    <a:pt x="41627" y="12343"/>
                  </a:cubicBezTo>
                  <a:lnTo>
                    <a:pt x="82280" y="12343"/>
                  </a:lnTo>
                  <a:cubicBezTo>
                    <a:pt x="77644" y="17947"/>
                    <a:pt x="77644" y="24952"/>
                    <a:pt x="77644" y="30206"/>
                  </a:cubicBezTo>
                  <a:lnTo>
                    <a:pt x="77644" y="208481"/>
                  </a:lnTo>
                  <a:cubicBezTo>
                    <a:pt x="77644" y="211983"/>
                    <a:pt x="77644" y="221440"/>
                    <a:pt x="80497" y="227744"/>
                  </a:cubicBezTo>
                  <a:lnTo>
                    <a:pt x="41627" y="227744"/>
                  </a:lnTo>
                  <a:close/>
                  <a:moveTo>
                    <a:pt x="117583" y="130026"/>
                  </a:moveTo>
                  <a:cubicBezTo>
                    <a:pt x="120080" y="129676"/>
                    <a:pt x="121506" y="129325"/>
                    <a:pt x="124359" y="129325"/>
                  </a:cubicBezTo>
                  <a:cubicBezTo>
                    <a:pt x="129708" y="129325"/>
                    <a:pt x="137553" y="128625"/>
                    <a:pt x="142902" y="127924"/>
                  </a:cubicBezTo>
                  <a:cubicBezTo>
                    <a:pt x="148251" y="136330"/>
                    <a:pt x="186764" y="198674"/>
                    <a:pt x="216362" y="227744"/>
                  </a:cubicBezTo>
                  <a:lnTo>
                    <a:pt x="181772" y="227744"/>
                  </a:lnTo>
                  <a:lnTo>
                    <a:pt x="117583" y="130026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F1609D1-FEB1-02EF-ADF2-1458F4F138B5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2370335" y="7666125"/>
              <a:ext cx="128305" cy="172601"/>
            </a:xfrm>
            <a:custGeom>
              <a:avLst/>
              <a:gdLst>
                <a:gd name="connsiteX0" fmla="*/ 127575 w 128305"/>
                <a:gd name="connsiteY0" fmla="*/ 7436 h 172601"/>
                <a:gd name="connsiteX1" fmla="*/ 128574 w 128305"/>
                <a:gd name="connsiteY1" fmla="*/ 3513 h 172601"/>
                <a:gd name="connsiteX2" fmla="*/ 124580 w 128305"/>
                <a:gd name="connsiteY2" fmla="*/ 81 h 172601"/>
                <a:gd name="connsiteX3" fmla="*/ 92628 w 128305"/>
                <a:gd name="connsiteY3" fmla="*/ 2532 h 172601"/>
                <a:gd name="connsiteX4" fmla="*/ 87137 w 128305"/>
                <a:gd name="connsiteY4" fmla="*/ 8171 h 172601"/>
                <a:gd name="connsiteX5" fmla="*/ 93627 w 128305"/>
                <a:gd name="connsiteY5" fmla="*/ 11604 h 172601"/>
                <a:gd name="connsiteX6" fmla="*/ 105609 w 128305"/>
                <a:gd name="connsiteY6" fmla="*/ 15281 h 172601"/>
                <a:gd name="connsiteX7" fmla="*/ 104610 w 128305"/>
                <a:gd name="connsiteY7" fmla="*/ 20675 h 172601"/>
                <a:gd name="connsiteX8" fmla="*/ 90382 w 128305"/>
                <a:gd name="connsiteY8" fmla="*/ 76574 h 172601"/>
                <a:gd name="connsiteX9" fmla="*/ 64671 w 128305"/>
                <a:gd name="connsiteY9" fmla="*/ 62109 h 172601"/>
                <a:gd name="connsiteX10" fmla="*/ 269 w 128305"/>
                <a:gd name="connsiteY10" fmla="*/ 131983 h 172601"/>
                <a:gd name="connsiteX11" fmla="*/ 37961 w 128305"/>
                <a:gd name="connsiteY11" fmla="*/ 172682 h 172601"/>
                <a:gd name="connsiteX12" fmla="*/ 73408 w 128305"/>
                <a:gd name="connsiteY12" fmla="*/ 155520 h 172601"/>
                <a:gd name="connsiteX13" fmla="*/ 99119 w 128305"/>
                <a:gd name="connsiteY13" fmla="*/ 172682 h 172601"/>
                <a:gd name="connsiteX14" fmla="*/ 118839 w 128305"/>
                <a:gd name="connsiteY14" fmla="*/ 159688 h 172601"/>
                <a:gd name="connsiteX15" fmla="*/ 127575 w 128305"/>
                <a:gd name="connsiteY15" fmla="*/ 135170 h 172601"/>
                <a:gd name="connsiteX16" fmla="*/ 123581 w 128305"/>
                <a:gd name="connsiteY16" fmla="*/ 131983 h 172601"/>
                <a:gd name="connsiteX17" fmla="*/ 118090 w 128305"/>
                <a:gd name="connsiteY17" fmla="*/ 139583 h 172601"/>
                <a:gd name="connsiteX18" fmla="*/ 99867 w 128305"/>
                <a:gd name="connsiteY18" fmla="*/ 165817 h 172601"/>
                <a:gd name="connsiteX19" fmla="*/ 91630 w 128305"/>
                <a:gd name="connsiteY19" fmla="*/ 153803 h 172601"/>
                <a:gd name="connsiteX20" fmla="*/ 92878 w 128305"/>
                <a:gd name="connsiteY20" fmla="*/ 143751 h 172601"/>
                <a:gd name="connsiteX21" fmla="*/ 127575 w 128305"/>
                <a:gd name="connsiteY21" fmla="*/ 7436 h 172601"/>
                <a:gd name="connsiteX22" fmla="*/ 74406 w 128305"/>
                <a:gd name="connsiteY22" fmla="*/ 139583 h 172601"/>
                <a:gd name="connsiteX23" fmla="*/ 61675 w 128305"/>
                <a:gd name="connsiteY23" fmla="*/ 156010 h 172601"/>
                <a:gd name="connsiteX24" fmla="*/ 38710 w 128305"/>
                <a:gd name="connsiteY24" fmla="*/ 165817 h 172601"/>
                <a:gd name="connsiteX25" fmla="*/ 20488 w 128305"/>
                <a:gd name="connsiteY25" fmla="*/ 142035 h 172601"/>
                <a:gd name="connsiteX26" fmla="*/ 33468 w 128305"/>
                <a:gd name="connsiteY26" fmla="*/ 92265 h 172601"/>
                <a:gd name="connsiteX27" fmla="*/ 64671 w 128305"/>
                <a:gd name="connsiteY27" fmla="*/ 68974 h 172601"/>
                <a:gd name="connsiteX28" fmla="*/ 86887 w 128305"/>
                <a:gd name="connsiteY28" fmla="*/ 90304 h 172601"/>
                <a:gd name="connsiteX29" fmla="*/ 86138 w 128305"/>
                <a:gd name="connsiteY29" fmla="*/ 93736 h 172601"/>
                <a:gd name="connsiteX30" fmla="*/ 74406 w 128305"/>
                <a:gd name="connsiteY30" fmla="*/ 139583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75" y="7436"/>
                  </a:moveTo>
                  <a:cubicBezTo>
                    <a:pt x="127825" y="6945"/>
                    <a:pt x="128574" y="3758"/>
                    <a:pt x="128574" y="3513"/>
                  </a:cubicBezTo>
                  <a:cubicBezTo>
                    <a:pt x="128574" y="2287"/>
                    <a:pt x="127575" y="81"/>
                    <a:pt x="124580" y="81"/>
                  </a:cubicBezTo>
                  <a:cubicBezTo>
                    <a:pt x="119588" y="81"/>
                    <a:pt x="98869" y="2042"/>
                    <a:pt x="92628" y="2532"/>
                  </a:cubicBezTo>
                  <a:cubicBezTo>
                    <a:pt x="90631" y="2777"/>
                    <a:pt x="87137" y="3023"/>
                    <a:pt x="87137" y="8171"/>
                  </a:cubicBezTo>
                  <a:cubicBezTo>
                    <a:pt x="87137" y="11604"/>
                    <a:pt x="90631" y="11604"/>
                    <a:pt x="93627" y="11604"/>
                  </a:cubicBezTo>
                  <a:cubicBezTo>
                    <a:pt x="105609" y="11604"/>
                    <a:pt x="105609" y="13320"/>
                    <a:pt x="105609" y="15281"/>
                  </a:cubicBezTo>
                  <a:cubicBezTo>
                    <a:pt x="105609" y="16997"/>
                    <a:pt x="105109" y="18468"/>
                    <a:pt x="104610" y="20675"/>
                  </a:cubicBezTo>
                  <a:lnTo>
                    <a:pt x="90382" y="76574"/>
                  </a:lnTo>
                  <a:cubicBezTo>
                    <a:pt x="85140" y="68484"/>
                    <a:pt x="76653" y="62109"/>
                    <a:pt x="64671" y="62109"/>
                  </a:cubicBezTo>
                  <a:cubicBezTo>
                    <a:pt x="32719" y="62109"/>
                    <a:pt x="269" y="96678"/>
                    <a:pt x="269" y="131983"/>
                  </a:cubicBezTo>
                  <a:cubicBezTo>
                    <a:pt x="269" y="155765"/>
                    <a:pt x="16494" y="172682"/>
                    <a:pt x="37961" y="172682"/>
                  </a:cubicBezTo>
                  <a:cubicBezTo>
                    <a:pt x="51441" y="172682"/>
                    <a:pt x="63423" y="165081"/>
                    <a:pt x="73408" y="155520"/>
                  </a:cubicBezTo>
                  <a:cubicBezTo>
                    <a:pt x="78150" y="170230"/>
                    <a:pt x="92628" y="172682"/>
                    <a:pt x="99119" y="172682"/>
                  </a:cubicBezTo>
                  <a:cubicBezTo>
                    <a:pt x="108105" y="172682"/>
                    <a:pt x="114345" y="167288"/>
                    <a:pt x="118839" y="159688"/>
                  </a:cubicBezTo>
                  <a:cubicBezTo>
                    <a:pt x="124330" y="150126"/>
                    <a:pt x="127575" y="136151"/>
                    <a:pt x="127575" y="135170"/>
                  </a:cubicBezTo>
                  <a:cubicBezTo>
                    <a:pt x="127575" y="131983"/>
                    <a:pt x="124330" y="131983"/>
                    <a:pt x="123581" y="131983"/>
                  </a:cubicBezTo>
                  <a:cubicBezTo>
                    <a:pt x="120087" y="131983"/>
                    <a:pt x="119837" y="132964"/>
                    <a:pt x="118090" y="139583"/>
                  </a:cubicBezTo>
                  <a:cubicBezTo>
                    <a:pt x="115094" y="151352"/>
                    <a:pt x="110352" y="165817"/>
                    <a:pt x="99867" y="165817"/>
                  </a:cubicBezTo>
                  <a:cubicBezTo>
                    <a:pt x="93377" y="165817"/>
                    <a:pt x="91630" y="160423"/>
                    <a:pt x="91630" y="153803"/>
                  </a:cubicBezTo>
                  <a:cubicBezTo>
                    <a:pt x="91630" y="149145"/>
                    <a:pt x="92129" y="146939"/>
                    <a:pt x="92878" y="143751"/>
                  </a:cubicBezTo>
                  <a:lnTo>
                    <a:pt x="127575" y="7436"/>
                  </a:lnTo>
                  <a:close/>
                  <a:moveTo>
                    <a:pt x="74406" y="139583"/>
                  </a:moveTo>
                  <a:cubicBezTo>
                    <a:pt x="72659" y="146448"/>
                    <a:pt x="67167" y="151352"/>
                    <a:pt x="61675" y="156010"/>
                  </a:cubicBezTo>
                  <a:cubicBezTo>
                    <a:pt x="59429" y="157971"/>
                    <a:pt x="49444" y="165817"/>
                    <a:pt x="38710" y="165817"/>
                  </a:cubicBezTo>
                  <a:cubicBezTo>
                    <a:pt x="29474" y="165817"/>
                    <a:pt x="20488" y="159442"/>
                    <a:pt x="20488" y="142035"/>
                  </a:cubicBezTo>
                  <a:cubicBezTo>
                    <a:pt x="20488" y="129041"/>
                    <a:pt x="27727" y="102072"/>
                    <a:pt x="33468" y="92265"/>
                  </a:cubicBezTo>
                  <a:cubicBezTo>
                    <a:pt x="44951" y="72651"/>
                    <a:pt x="57681" y="68974"/>
                    <a:pt x="64671" y="68974"/>
                  </a:cubicBezTo>
                  <a:cubicBezTo>
                    <a:pt x="82144" y="68974"/>
                    <a:pt x="86887" y="87607"/>
                    <a:pt x="86887" y="90304"/>
                  </a:cubicBezTo>
                  <a:cubicBezTo>
                    <a:pt x="86887" y="91285"/>
                    <a:pt x="86388" y="93001"/>
                    <a:pt x="86138" y="93736"/>
                  </a:cubicBezTo>
                  <a:lnTo>
                    <a:pt x="74406" y="139583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0719757F-CA47-5EC2-3B67-02C03A352391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2519782" y="7754667"/>
              <a:ext cx="88793" cy="116631"/>
            </a:xfrm>
            <a:custGeom>
              <a:avLst/>
              <a:gdLst>
                <a:gd name="connsiteX0" fmla="*/ 89067 w 88793"/>
                <a:gd name="connsiteY0" fmla="*/ 82915 h 116631"/>
                <a:gd name="connsiteX1" fmla="*/ 81578 w 88793"/>
                <a:gd name="connsiteY1" fmla="*/ 82915 h 116631"/>
                <a:gd name="connsiteX2" fmla="*/ 76407 w 88793"/>
                <a:gd name="connsiteY2" fmla="*/ 98851 h 116631"/>
                <a:gd name="connsiteX3" fmla="*/ 57329 w 88793"/>
                <a:gd name="connsiteY3" fmla="*/ 99902 h 116631"/>
                <a:gd name="connsiteX4" fmla="*/ 22382 w 88793"/>
                <a:gd name="connsiteY4" fmla="*/ 99902 h 116631"/>
                <a:gd name="connsiteX5" fmla="*/ 58042 w 88793"/>
                <a:gd name="connsiteY5" fmla="*/ 74509 h 116631"/>
                <a:gd name="connsiteX6" fmla="*/ 89067 w 88793"/>
                <a:gd name="connsiteY6" fmla="*/ 34931 h 116631"/>
                <a:gd name="connsiteX7" fmla="*/ 41995 w 88793"/>
                <a:gd name="connsiteY7" fmla="*/ 82 h 116631"/>
                <a:gd name="connsiteX8" fmla="*/ 273 w 88793"/>
                <a:gd name="connsiteY8" fmla="*/ 30903 h 116631"/>
                <a:gd name="connsiteX9" fmla="*/ 10614 w 88793"/>
                <a:gd name="connsiteY9" fmla="*/ 41586 h 116631"/>
                <a:gd name="connsiteX10" fmla="*/ 21134 w 88793"/>
                <a:gd name="connsiteY10" fmla="*/ 31253 h 116631"/>
                <a:gd name="connsiteX11" fmla="*/ 10971 w 88793"/>
                <a:gd name="connsiteY11" fmla="*/ 20921 h 116631"/>
                <a:gd name="connsiteX12" fmla="*/ 38251 w 88793"/>
                <a:gd name="connsiteY12" fmla="*/ 7787 h 116631"/>
                <a:gd name="connsiteX13" fmla="*/ 69988 w 88793"/>
                <a:gd name="connsiteY13" fmla="*/ 35106 h 116631"/>
                <a:gd name="connsiteX14" fmla="*/ 45918 w 88793"/>
                <a:gd name="connsiteY14" fmla="*/ 72407 h 116631"/>
                <a:gd name="connsiteX15" fmla="*/ 2412 w 88793"/>
                <a:gd name="connsiteY15" fmla="*/ 108658 h 116631"/>
                <a:gd name="connsiteX16" fmla="*/ 273 w 88793"/>
                <a:gd name="connsiteY16" fmla="*/ 111460 h 116631"/>
                <a:gd name="connsiteX17" fmla="*/ 273 w 88793"/>
                <a:gd name="connsiteY17" fmla="*/ 116713 h 116631"/>
                <a:gd name="connsiteX18" fmla="*/ 83183 w 88793"/>
                <a:gd name="connsiteY18" fmla="*/ 116713 h 116631"/>
                <a:gd name="connsiteX19" fmla="*/ 89067 w 88793"/>
                <a:gd name="connsiteY19" fmla="*/ 82915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8793" h="116631">
                  <a:moveTo>
                    <a:pt x="89067" y="82915"/>
                  </a:moveTo>
                  <a:lnTo>
                    <a:pt x="81578" y="82915"/>
                  </a:lnTo>
                  <a:cubicBezTo>
                    <a:pt x="81043" y="86242"/>
                    <a:pt x="79260" y="97100"/>
                    <a:pt x="76407" y="98851"/>
                  </a:cubicBezTo>
                  <a:cubicBezTo>
                    <a:pt x="74981" y="99902"/>
                    <a:pt x="60003" y="99902"/>
                    <a:pt x="57329" y="99902"/>
                  </a:cubicBezTo>
                  <a:lnTo>
                    <a:pt x="22382" y="99902"/>
                  </a:lnTo>
                  <a:cubicBezTo>
                    <a:pt x="34150" y="91321"/>
                    <a:pt x="47344" y="81514"/>
                    <a:pt x="58042" y="74509"/>
                  </a:cubicBezTo>
                  <a:cubicBezTo>
                    <a:pt x="74089" y="63651"/>
                    <a:pt x="89067" y="53494"/>
                    <a:pt x="89067" y="34931"/>
                  </a:cubicBezTo>
                  <a:cubicBezTo>
                    <a:pt x="89067" y="12515"/>
                    <a:pt x="67492" y="82"/>
                    <a:pt x="41995" y="82"/>
                  </a:cubicBezTo>
                  <a:cubicBezTo>
                    <a:pt x="17924" y="82"/>
                    <a:pt x="273" y="13741"/>
                    <a:pt x="273" y="30903"/>
                  </a:cubicBezTo>
                  <a:cubicBezTo>
                    <a:pt x="273" y="40010"/>
                    <a:pt x="8118" y="41586"/>
                    <a:pt x="10614" y="41586"/>
                  </a:cubicBezTo>
                  <a:cubicBezTo>
                    <a:pt x="15428" y="41586"/>
                    <a:pt x="21134" y="38433"/>
                    <a:pt x="21134" y="31253"/>
                  </a:cubicBezTo>
                  <a:cubicBezTo>
                    <a:pt x="21134" y="24949"/>
                    <a:pt x="16498" y="21447"/>
                    <a:pt x="10971" y="20921"/>
                  </a:cubicBezTo>
                  <a:cubicBezTo>
                    <a:pt x="15963" y="13041"/>
                    <a:pt x="26305" y="7787"/>
                    <a:pt x="38251" y="7787"/>
                  </a:cubicBezTo>
                  <a:cubicBezTo>
                    <a:pt x="55546" y="7787"/>
                    <a:pt x="69988" y="17944"/>
                    <a:pt x="69988" y="35106"/>
                  </a:cubicBezTo>
                  <a:cubicBezTo>
                    <a:pt x="69988" y="49816"/>
                    <a:pt x="59647" y="61024"/>
                    <a:pt x="45918" y="72407"/>
                  </a:cubicBezTo>
                  <a:lnTo>
                    <a:pt x="2412" y="108658"/>
                  </a:lnTo>
                  <a:cubicBezTo>
                    <a:pt x="629" y="110234"/>
                    <a:pt x="451" y="110234"/>
                    <a:pt x="273" y="111460"/>
                  </a:cubicBezTo>
                  <a:lnTo>
                    <a:pt x="273" y="116713"/>
                  </a:lnTo>
                  <a:lnTo>
                    <a:pt x="83183" y="116713"/>
                  </a:lnTo>
                  <a:lnTo>
                    <a:pt x="89067" y="8291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C46F8F7F-3F4C-0818-DBCA-3D5E7E210DE4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2687165" y="7709275"/>
              <a:ext cx="133797" cy="131166"/>
            </a:xfrm>
            <a:custGeom>
              <a:avLst/>
              <a:gdLst>
                <a:gd name="connsiteX0" fmla="*/ 130579 w 133797"/>
                <a:gd name="connsiteY0" fmla="*/ 12094 h 131166"/>
                <a:gd name="connsiteX1" fmla="*/ 134074 w 133797"/>
                <a:gd name="connsiteY1" fmla="*/ 6210 h 131166"/>
                <a:gd name="connsiteX2" fmla="*/ 128083 w 133797"/>
                <a:gd name="connsiteY2" fmla="*/ 81 h 131166"/>
                <a:gd name="connsiteX3" fmla="*/ 121842 w 133797"/>
                <a:gd name="connsiteY3" fmla="*/ 3758 h 131166"/>
                <a:gd name="connsiteX4" fmla="*/ 67175 w 133797"/>
                <a:gd name="connsiteY4" fmla="*/ 57206 h 131166"/>
                <a:gd name="connsiteX5" fmla="*/ 12258 w 133797"/>
                <a:gd name="connsiteY5" fmla="*/ 3513 h 131166"/>
                <a:gd name="connsiteX6" fmla="*/ 6517 w 133797"/>
                <a:gd name="connsiteY6" fmla="*/ 81 h 131166"/>
                <a:gd name="connsiteX7" fmla="*/ 277 w 133797"/>
                <a:gd name="connsiteY7" fmla="*/ 6210 h 131166"/>
                <a:gd name="connsiteX8" fmla="*/ 4021 w 133797"/>
                <a:gd name="connsiteY8" fmla="*/ 12094 h 131166"/>
                <a:gd name="connsiteX9" fmla="*/ 58438 w 133797"/>
                <a:gd name="connsiteY9" fmla="*/ 65541 h 131166"/>
                <a:gd name="connsiteX10" fmla="*/ 4021 w 133797"/>
                <a:gd name="connsiteY10" fmla="*/ 118989 h 131166"/>
                <a:gd name="connsiteX11" fmla="*/ 277 w 133797"/>
                <a:gd name="connsiteY11" fmla="*/ 125118 h 131166"/>
                <a:gd name="connsiteX12" fmla="*/ 6517 w 133797"/>
                <a:gd name="connsiteY12" fmla="*/ 131248 h 131166"/>
                <a:gd name="connsiteX13" fmla="*/ 12258 w 133797"/>
                <a:gd name="connsiteY13" fmla="*/ 127815 h 131166"/>
                <a:gd name="connsiteX14" fmla="*/ 67175 w 133797"/>
                <a:gd name="connsiteY14" fmla="*/ 74123 h 131166"/>
                <a:gd name="connsiteX15" fmla="*/ 124089 w 133797"/>
                <a:gd name="connsiteY15" fmla="*/ 130022 h 131166"/>
                <a:gd name="connsiteX16" fmla="*/ 128083 w 133797"/>
                <a:gd name="connsiteY16" fmla="*/ 131248 h 131166"/>
                <a:gd name="connsiteX17" fmla="*/ 134074 w 133797"/>
                <a:gd name="connsiteY17" fmla="*/ 125118 h 131166"/>
                <a:gd name="connsiteX18" fmla="*/ 132825 w 133797"/>
                <a:gd name="connsiteY18" fmla="*/ 121931 h 131166"/>
                <a:gd name="connsiteX19" fmla="*/ 75912 w 133797"/>
                <a:gd name="connsiteY19" fmla="*/ 65787 h 131166"/>
                <a:gd name="connsiteX20" fmla="*/ 130579 w 133797"/>
                <a:gd name="connsiteY20" fmla="*/ 12094 h 1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3797" h="131166">
                  <a:moveTo>
                    <a:pt x="130579" y="12094"/>
                  </a:moveTo>
                  <a:cubicBezTo>
                    <a:pt x="133325" y="9397"/>
                    <a:pt x="134074" y="7926"/>
                    <a:pt x="134074" y="6210"/>
                  </a:cubicBezTo>
                  <a:cubicBezTo>
                    <a:pt x="134074" y="2287"/>
                    <a:pt x="130829" y="81"/>
                    <a:pt x="128083" y="81"/>
                  </a:cubicBezTo>
                  <a:cubicBezTo>
                    <a:pt x="125586" y="81"/>
                    <a:pt x="124838" y="816"/>
                    <a:pt x="121842" y="3758"/>
                  </a:cubicBezTo>
                  <a:lnTo>
                    <a:pt x="67175" y="57206"/>
                  </a:lnTo>
                  <a:lnTo>
                    <a:pt x="12258" y="3513"/>
                  </a:lnTo>
                  <a:cubicBezTo>
                    <a:pt x="9762" y="1061"/>
                    <a:pt x="8764" y="81"/>
                    <a:pt x="6517" y="81"/>
                  </a:cubicBezTo>
                  <a:cubicBezTo>
                    <a:pt x="3022" y="81"/>
                    <a:pt x="277" y="2777"/>
                    <a:pt x="277" y="6210"/>
                  </a:cubicBezTo>
                  <a:cubicBezTo>
                    <a:pt x="277" y="8416"/>
                    <a:pt x="1025" y="9152"/>
                    <a:pt x="4021" y="12094"/>
                  </a:cubicBezTo>
                  <a:lnTo>
                    <a:pt x="58438" y="65541"/>
                  </a:lnTo>
                  <a:lnTo>
                    <a:pt x="4021" y="118989"/>
                  </a:lnTo>
                  <a:cubicBezTo>
                    <a:pt x="526" y="122421"/>
                    <a:pt x="277" y="123647"/>
                    <a:pt x="277" y="125118"/>
                  </a:cubicBezTo>
                  <a:cubicBezTo>
                    <a:pt x="277" y="128551"/>
                    <a:pt x="3022" y="131248"/>
                    <a:pt x="6517" y="131248"/>
                  </a:cubicBezTo>
                  <a:cubicBezTo>
                    <a:pt x="8764" y="131248"/>
                    <a:pt x="9513" y="130512"/>
                    <a:pt x="12258" y="127815"/>
                  </a:cubicBezTo>
                  <a:lnTo>
                    <a:pt x="67175" y="74123"/>
                  </a:lnTo>
                  <a:lnTo>
                    <a:pt x="124089" y="130022"/>
                  </a:lnTo>
                  <a:cubicBezTo>
                    <a:pt x="125337" y="130757"/>
                    <a:pt x="126585" y="131248"/>
                    <a:pt x="128083" y="131248"/>
                  </a:cubicBezTo>
                  <a:cubicBezTo>
                    <a:pt x="130829" y="131248"/>
                    <a:pt x="134074" y="129041"/>
                    <a:pt x="134074" y="125118"/>
                  </a:cubicBezTo>
                  <a:cubicBezTo>
                    <a:pt x="134074" y="123157"/>
                    <a:pt x="133574" y="122667"/>
                    <a:pt x="132825" y="121931"/>
                  </a:cubicBezTo>
                  <a:cubicBezTo>
                    <a:pt x="132326" y="120950"/>
                    <a:pt x="83900" y="73387"/>
                    <a:pt x="75912" y="65787"/>
                  </a:cubicBezTo>
                  <a:lnTo>
                    <a:pt x="130579" y="12094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24D12D70-2409-4F1C-1B43-37647B8A94E5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2880837" y="7666125"/>
              <a:ext cx="128305" cy="172601"/>
            </a:xfrm>
            <a:custGeom>
              <a:avLst/>
              <a:gdLst>
                <a:gd name="connsiteX0" fmla="*/ 127590 w 128305"/>
                <a:gd name="connsiteY0" fmla="*/ 7436 h 172601"/>
                <a:gd name="connsiteX1" fmla="*/ 128588 w 128305"/>
                <a:gd name="connsiteY1" fmla="*/ 3513 h 172601"/>
                <a:gd name="connsiteX2" fmla="*/ 124594 w 128305"/>
                <a:gd name="connsiteY2" fmla="*/ 81 h 172601"/>
                <a:gd name="connsiteX3" fmla="*/ 92643 w 128305"/>
                <a:gd name="connsiteY3" fmla="*/ 2532 h 172601"/>
                <a:gd name="connsiteX4" fmla="*/ 87151 w 128305"/>
                <a:gd name="connsiteY4" fmla="*/ 8171 h 172601"/>
                <a:gd name="connsiteX5" fmla="*/ 93641 w 128305"/>
                <a:gd name="connsiteY5" fmla="*/ 11604 h 172601"/>
                <a:gd name="connsiteX6" fmla="*/ 105623 w 128305"/>
                <a:gd name="connsiteY6" fmla="*/ 15281 h 172601"/>
                <a:gd name="connsiteX7" fmla="*/ 104624 w 128305"/>
                <a:gd name="connsiteY7" fmla="*/ 20675 h 172601"/>
                <a:gd name="connsiteX8" fmla="*/ 90396 w 128305"/>
                <a:gd name="connsiteY8" fmla="*/ 76574 h 172601"/>
                <a:gd name="connsiteX9" fmla="*/ 64685 w 128305"/>
                <a:gd name="connsiteY9" fmla="*/ 62109 h 172601"/>
                <a:gd name="connsiteX10" fmla="*/ 283 w 128305"/>
                <a:gd name="connsiteY10" fmla="*/ 131983 h 172601"/>
                <a:gd name="connsiteX11" fmla="*/ 37976 w 128305"/>
                <a:gd name="connsiteY11" fmla="*/ 172682 h 172601"/>
                <a:gd name="connsiteX12" fmla="*/ 73422 w 128305"/>
                <a:gd name="connsiteY12" fmla="*/ 155520 h 172601"/>
                <a:gd name="connsiteX13" fmla="*/ 99133 w 128305"/>
                <a:gd name="connsiteY13" fmla="*/ 172682 h 172601"/>
                <a:gd name="connsiteX14" fmla="*/ 118853 w 128305"/>
                <a:gd name="connsiteY14" fmla="*/ 159688 h 172601"/>
                <a:gd name="connsiteX15" fmla="*/ 127590 w 128305"/>
                <a:gd name="connsiteY15" fmla="*/ 135170 h 172601"/>
                <a:gd name="connsiteX16" fmla="*/ 123596 w 128305"/>
                <a:gd name="connsiteY16" fmla="*/ 131983 h 172601"/>
                <a:gd name="connsiteX17" fmla="*/ 118104 w 128305"/>
                <a:gd name="connsiteY17" fmla="*/ 139583 h 172601"/>
                <a:gd name="connsiteX18" fmla="*/ 99882 w 128305"/>
                <a:gd name="connsiteY18" fmla="*/ 165817 h 172601"/>
                <a:gd name="connsiteX19" fmla="*/ 91644 w 128305"/>
                <a:gd name="connsiteY19" fmla="*/ 153803 h 172601"/>
                <a:gd name="connsiteX20" fmla="*/ 92892 w 128305"/>
                <a:gd name="connsiteY20" fmla="*/ 143751 h 172601"/>
                <a:gd name="connsiteX21" fmla="*/ 127590 w 128305"/>
                <a:gd name="connsiteY21" fmla="*/ 7436 h 172601"/>
                <a:gd name="connsiteX22" fmla="*/ 74420 w 128305"/>
                <a:gd name="connsiteY22" fmla="*/ 139583 h 172601"/>
                <a:gd name="connsiteX23" fmla="*/ 61690 w 128305"/>
                <a:gd name="connsiteY23" fmla="*/ 156010 h 172601"/>
                <a:gd name="connsiteX24" fmla="*/ 38724 w 128305"/>
                <a:gd name="connsiteY24" fmla="*/ 165817 h 172601"/>
                <a:gd name="connsiteX25" fmla="*/ 20502 w 128305"/>
                <a:gd name="connsiteY25" fmla="*/ 142035 h 172601"/>
                <a:gd name="connsiteX26" fmla="*/ 33482 w 128305"/>
                <a:gd name="connsiteY26" fmla="*/ 92265 h 172601"/>
                <a:gd name="connsiteX27" fmla="*/ 64685 w 128305"/>
                <a:gd name="connsiteY27" fmla="*/ 68974 h 172601"/>
                <a:gd name="connsiteX28" fmla="*/ 86901 w 128305"/>
                <a:gd name="connsiteY28" fmla="*/ 90304 h 172601"/>
                <a:gd name="connsiteX29" fmla="*/ 86153 w 128305"/>
                <a:gd name="connsiteY29" fmla="*/ 93736 h 172601"/>
                <a:gd name="connsiteX30" fmla="*/ 74420 w 128305"/>
                <a:gd name="connsiteY30" fmla="*/ 139583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90" y="7436"/>
                  </a:moveTo>
                  <a:cubicBezTo>
                    <a:pt x="127839" y="6945"/>
                    <a:pt x="128588" y="3758"/>
                    <a:pt x="128588" y="3513"/>
                  </a:cubicBezTo>
                  <a:cubicBezTo>
                    <a:pt x="128588" y="2287"/>
                    <a:pt x="127590" y="81"/>
                    <a:pt x="124594" y="81"/>
                  </a:cubicBezTo>
                  <a:cubicBezTo>
                    <a:pt x="119602" y="81"/>
                    <a:pt x="98883" y="2042"/>
                    <a:pt x="92643" y="2532"/>
                  </a:cubicBezTo>
                  <a:cubicBezTo>
                    <a:pt x="90646" y="2777"/>
                    <a:pt x="87151" y="3023"/>
                    <a:pt x="87151" y="8171"/>
                  </a:cubicBezTo>
                  <a:cubicBezTo>
                    <a:pt x="87151" y="11604"/>
                    <a:pt x="90646" y="11604"/>
                    <a:pt x="93641" y="11604"/>
                  </a:cubicBezTo>
                  <a:cubicBezTo>
                    <a:pt x="105623" y="11604"/>
                    <a:pt x="105623" y="13320"/>
                    <a:pt x="105623" y="15281"/>
                  </a:cubicBezTo>
                  <a:cubicBezTo>
                    <a:pt x="105623" y="16997"/>
                    <a:pt x="105124" y="18468"/>
                    <a:pt x="104624" y="20675"/>
                  </a:cubicBezTo>
                  <a:lnTo>
                    <a:pt x="90396" y="76574"/>
                  </a:lnTo>
                  <a:cubicBezTo>
                    <a:pt x="85154" y="68484"/>
                    <a:pt x="76667" y="62109"/>
                    <a:pt x="64685" y="62109"/>
                  </a:cubicBezTo>
                  <a:cubicBezTo>
                    <a:pt x="32734" y="62109"/>
                    <a:pt x="283" y="96678"/>
                    <a:pt x="283" y="131983"/>
                  </a:cubicBezTo>
                  <a:cubicBezTo>
                    <a:pt x="283" y="155765"/>
                    <a:pt x="16508" y="172682"/>
                    <a:pt x="37976" y="172682"/>
                  </a:cubicBezTo>
                  <a:cubicBezTo>
                    <a:pt x="51455" y="172682"/>
                    <a:pt x="63437" y="165081"/>
                    <a:pt x="73422" y="155520"/>
                  </a:cubicBezTo>
                  <a:cubicBezTo>
                    <a:pt x="78165" y="170230"/>
                    <a:pt x="92643" y="172682"/>
                    <a:pt x="99133" y="172682"/>
                  </a:cubicBezTo>
                  <a:cubicBezTo>
                    <a:pt x="108119" y="172682"/>
                    <a:pt x="114360" y="167288"/>
                    <a:pt x="118853" y="159688"/>
                  </a:cubicBezTo>
                  <a:cubicBezTo>
                    <a:pt x="124345" y="150126"/>
                    <a:pt x="127590" y="136151"/>
                    <a:pt x="127590" y="135170"/>
                  </a:cubicBezTo>
                  <a:cubicBezTo>
                    <a:pt x="127590" y="131983"/>
                    <a:pt x="124345" y="131983"/>
                    <a:pt x="123596" y="131983"/>
                  </a:cubicBezTo>
                  <a:cubicBezTo>
                    <a:pt x="120101" y="131983"/>
                    <a:pt x="119851" y="132964"/>
                    <a:pt x="118104" y="139583"/>
                  </a:cubicBezTo>
                  <a:cubicBezTo>
                    <a:pt x="115109" y="151352"/>
                    <a:pt x="110366" y="165817"/>
                    <a:pt x="99882" y="165817"/>
                  </a:cubicBezTo>
                  <a:cubicBezTo>
                    <a:pt x="93392" y="165817"/>
                    <a:pt x="91644" y="160423"/>
                    <a:pt x="91644" y="153803"/>
                  </a:cubicBezTo>
                  <a:cubicBezTo>
                    <a:pt x="91644" y="149145"/>
                    <a:pt x="92143" y="146939"/>
                    <a:pt x="92892" y="143751"/>
                  </a:cubicBezTo>
                  <a:lnTo>
                    <a:pt x="127590" y="7436"/>
                  </a:lnTo>
                  <a:close/>
                  <a:moveTo>
                    <a:pt x="74420" y="139583"/>
                  </a:moveTo>
                  <a:cubicBezTo>
                    <a:pt x="72673" y="146448"/>
                    <a:pt x="67181" y="151352"/>
                    <a:pt x="61690" y="156010"/>
                  </a:cubicBezTo>
                  <a:cubicBezTo>
                    <a:pt x="59443" y="157971"/>
                    <a:pt x="49458" y="165817"/>
                    <a:pt x="38724" y="165817"/>
                  </a:cubicBezTo>
                  <a:cubicBezTo>
                    <a:pt x="29488" y="165817"/>
                    <a:pt x="20502" y="159442"/>
                    <a:pt x="20502" y="142035"/>
                  </a:cubicBezTo>
                  <a:cubicBezTo>
                    <a:pt x="20502" y="129041"/>
                    <a:pt x="27741" y="102072"/>
                    <a:pt x="33482" y="92265"/>
                  </a:cubicBezTo>
                  <a:cubicBezTo>
                    <a:pt x="44965" y="72651"/>
                    <a:pt x="57696" y="68974"/>
                    <a:pt x="64685" y="68974"/>
                  </a:cubicBezTo>
                  <a:cubicBezTo>
                    <a:pt x="82159" y="68974"/>
                    <a:pt x="86901" y="87607"/>
                    <a:pt x="86901" y="90304"/>
                  </a:cubicBezTo>
                  <a:cubicBezTo>
                    <a:pt x="86901" y="91285"/>
                    <a:pt x="86402" y="93001"/>
                    <a:pt x="86153" y="93736"/>
                  </a:cubicBezTo>
                  <a:lnTo>
                    <a:pt x="74420" y="139583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9617289A-0493-3C23-CE39-FC0FFC57408E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3039556" y="7754667"/>
              <a:ext cx="73281" cy="116631"/>
            </a:xfrm>
            <a:custGeom>
              <a:avLst/>
              <a:gdLst>
                <a:gd name="connsiteX0" fmla="*/ 45754 w 73281"/>
                <a:gd name="connsiteY0" fmla="*/ 5335 h 116631"/>
                <a:gd name="connsiteX1" fmla="*/ 39335 w 73281"/>
                <a:gd name="connsiteY1" fmla="*/ 82 h 116631"/>
                <a:gd name="connsiteX2" fmla="*/ 3318 w 73281"/>
                <a:gd name="connsiteY2" fmla="*/ 11289 h 116631"/>
                <a:gd name="connsiteX3" fmla="*/ 287 w 73281"/>
                <a:gd name="connsiteY3" fmla="*/ 11289 h 116631"/>
                <a:gd name="connsiteX4" fmla="*/ 287 w 73281"/>
                <a:gd name="connsiteY4" fmla="*/ 18995 h 116631"/>
                <a:gd name="connsiteX5" fmla="*/ 3318 w 73281"/>
                <a:gd name="connsiteY5" fmla="*/ 18995 h 116631"/>
                <a:gd name="connsiteX6" fmla="*/ 29350 w 73281"/>
                <a:gd name="connsiteY6" fmla="*/ 14091 h 116631"/>
                <a:gd name="connsiteX7" fmla="*/ 29350 w 73281"/>
                <a:gd name="connsiteY7" fmla="*/ 101653 h 116631"/>
                <a:gd name="connsiteX8" fmla="*/ 10450 w 73281"/>
                <a:gd name="connsiteY8" fmla="*/ 109008 h 116631"/>
                <a:gd name="connsiteX9" fmla="*/ 1535 w 73281"/>
                <a:gd name="connsiteY9" fmla="*/ 109008 h 116631"/>
                <a:gd name="connsiteX10" fmla="*/ 1535 w 73281"/>
                <a:gd name="connsiteY10" fmla="*/ 116713 h 116631"/>
                <a:gd name="connsiteX11" fmla="*/ 37552 w 73281"/>
                <a:gd name="connsiteY11" fmla="*/ 116013 h 116631"/>
                <a:gd name="connsiteX12" fmla="*/ 73569 w 73281"/>
                <a:gd name="connsiteY12" fmla="*/ 116713 h 116631"/>
                <a:gd name="connsiteX13" fmla="*/ 73569 w 73281"/>
                <a:gd name="connsiteY13" fmla="*/ 109008 h 116631"/>
                <a:gd name="connsiteX14" fmla="*/ 64654 w 73281"/>
                <a:gd name="connsiteY14" fmla="*/ 109008 h 116631"/>
                <a:gd name="connsiteX15" fmla="*/ 45754 w 73281"/>
                <a:gd name="connsiteY15" fmla="*/ 101653 h 116631"/>
                <a:gd name="connsiteX16" fmla="*/ 45754 w 73281"/>
                <a:gd name="connsiteY16" fmla="*/ 5335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281" h="116631">
                  <a:moveTo>
                    <a:pt x="45754" y="5335"/>
                  </a:moveTo>
                  <a:cubicBezTo>
                    <a:pt x="45754" y="82"/>
                    <a:pt x="45219" y="82"/>
                    <a:pt x="39335" y="82"/>
                  </a:cubicBezTo>
                  <a:cubicBezTo>
                    <a:pt x="26675" y="11289"/>
                    <a:pt x="6884" y="11289"/>
                    <a:pt x="3318" y="11289"/>
                  </a:cubicBezTo>
                  <a:lnTo>
                    <a:pt x="287" y="11289"/>
                  </a:lnTo>
                  <a:lnTo>
                    <a:pt x="287" y="18995"/>
                  </a:lnTo>
                  <a:lnTo>
                    <a:pt x="3318" y="18995"/>
                  </a:lnTo>
                  <a:cubicBezTo>
                    <a:pt x="7419" y="18995"/>
                    <a:pt x="19009" y="18469"/>
                    <a:pt x="29350" y="14091"/>
                  </a:cubicBezTo>
                  <a:lnTo>
                    <a:pt x="29350" y="101653"/>
                  </a:lnTo>
                  <a:cubicBezTo>
                    <a:pt x="29350" y="107082"/>
                    <a:pt x="29350" y="109008"/>
                    <a:pt x="10450" y="109008"/>
                  </a:cubicBezTo>
                  <a:lnTo>
                    <a:pt x="1535" y="109008"/>
                  </a:lnTo>
                  <a:lnTo>
                    <a:pt x="1535" y="116713"/>
                  </a:lnTo>
                  <a:cubicBezTo>
                    <a:pt x="11342" y="116013"/>
                    <a:pt x="27210" y="116013"/>
                    <a:pt x="37552" y="116013"/>
                  </a:cubicBezTo>
                  <a:cubicBezTo>
                    <a:pt x="47893" y="116013"/>
                    <a:pt x="63762" y="116013"/>
                    <a:pt x="73569" y="116713"/>
                  </a:cubicBezTo>
                  <a:lnTo>
                    <a:pt x="73569" y="109008"/>
                  </a:lnTo>
                  <a:lnTo>
                    <a:pt x="64654" y="109008"/>
                  </a:lnTo>
                  <a:cubicBezTo>
                    <a:pt x="45754" y="109008"/>
                    <a:pt x="45754" y="107082"/>
                    <a:pt x="45754" y="101653"/>
                  </a:cubicBezTo>
                  <a:lnTo>
                    <a:pt x="45754" y="533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E6D5B5C1-A880-82BE-3322-112881DD8286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9076156" y="8317826"/>
              <a:ext cx="264241" cy="312068"/>
            </a:xfrm>
            <a:custGeom>
              <a:avLst/>
              <a:gdLst>
                <a:gd name="connsiteX0" fmla="*/ 188462 w 264241"/>
                <a:gd name="connsiteY0" fmla="*/ 237918 h 312068"/>
                <a:gd name="connsiteX1" fmla="*/ 262279 w 264241"/>
                <a:gd name="connsiteY1" fmla="*/ 125489 h 312068"/>
                <a:gd name="connsiteX2" fmla="*/ 131406 w 264241"/>
                <a:gd name="connsiteY2" fmla="*/ 101 h 312068"/>
                <a:gd name="connsiteX3" fmla="*/ 176 w 264241"/>
                <a:gd name="connsiteY3" fmla="*/ 125489 h 312068"/>
                <a:gd name="connsiteX4" fmla="*/ 131406 w 264241"/>
                <a:gd name="connsiteY4" fmla="*/ 248075 h 312068"/>
                <a:gd name="connsiteX5" fmla="*/ 165283 w 264241"/>
                <a:gd name="connsiteY5" fmla="*/ 244923 h 312068"/>
                <a:gd name="connsiteX6" fmla="*/ 215564 w 264241"/>
                <a:gd name="connsiteY6" fmla="*/ 312170 h 312068"/>
                <a:gd name="connsiteX7" fmla="*/ 264418 w 264241"/>
                <a:gd name="connsiteY7" fmla="*/ 247024 h 312068"/>
                <a:gd name="connsiteX8" fmla="*/ 257999 w 264241"/>
                <a:gd name="connsiteY8" fmla="*/ 237918 h 312068"/>
                <a:gd name="connsiteX9" fmla="*/ 251581 w 264241"/>
                <a:gd name="connsiteY9" fmla="*/ 244923 h 312068"/>
                <a:gd name="connsiteX10" fmla="*/ 221269 w 264241"/>
                <a:gd name="connsiteY10" fmla="*/ 258583 h 312068"/>
                <a:gd name="connsiteX11" fmla="*/ 188462 w 264241"/>
                <a:gd name="connsiteY11" fmla="*/ 237918 h 312068"/>
                <a:gd name="connsiteX12" fmla="*/ 97529 w 264241"/>
                <a:gd name="connsiteY12" fmla="*/ 226360 h 312068"/>
                <a:gd name="connsiteX13" fmla="*/ 52597 w 264241"/>
                <a:gd name="connsiteY13" fmla="*/ 125139 h 312068"/>
                <a:gd name="connsiteX14" fmla="*/ 65791 w 264241"/>
                <a:gd name="connsiteY14" fmla="*/ 52988 h 312068"/>
                <a:gd name="connsiteX15" fmla="*/ 131049 w 264241"/>
                <a:gd name="connsiteY15" fmla="*/ 14111 h 312068"/>
                <a:gd name="connsiteX16" fmla="*/ 195238 w 264241"/>
                <a:gd name="connsiteY16" fmla="*/ 50887 h 312068"/>
                <a:gd name="connsiteX17" fmla="*/ 209858 w 264241"/>
                <a:gd name="connsiteY17" fmla="*/ 125139 h 312068"/>
                <a:gd name="connsiteX18" fmla="*/ 175624 w 264241"/>
                <a:gd name="connsiteY18" fmla="*/ 220056 h 312068"/>
                <a:gd name="connsiteX19" fmla="*/ 131049 w 264241"/>
                <a:gd name="connsiteY19" fmla="*/ 189934 h 312068"/>
                <a:gd name="connsiteX20" fmla="*/ 96459 w 264241"/>
                <a:gd name="connsiteY20" fmla="*/ 218655 h 312068"/>
                <a:gd name="connsiteX21" fmla="*/ 97529 w 264241"/>
                <a:gd name="connsiteY21" fmla="*/ 226360 h 312068"/>
                <a:gd name="connsiteX22" fmla="*/ 160647 w 264241"/>
                <a:gd name="connsiteY22" fmla="*/ 228461 h 312068"/>
                <a:gd name="connsiteX23" fmla="*/ 131406 w 264241"/>
                <a:gd name="connsiteY23" fmla="*/ 234065 h 312068"/>
                <a:gd name="connsiteX24" fmla="*/ 109296 w 264241"/>
                <a:gd name="connsiteY24" fmla="*/ 218655 h 312068"/>
                <a:gd name="connsiteX25" fmla="*/ 131406 w 264241"/>
                <a:gd name="connsiteY25" fmla="*/ 202543 h 312068"/>
                <a:gd name="connsiteX26" fmla="*/ 160647 w 264241"/>
                <a:gd name="connsiteY26" fmla="*/ 228461 h 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4241" h="312068">
                  <a:moveTo>
                    <a:pt x="188462" y="237918"/>
                  </a:moveTo>
                  <a:cubicBezTo>
                    <a:pt x="246945" y="215502"/>
                    <a:pt x="262279" y="163666"/>
                    <a:pt x="262279" y="125489"/>
                  </a:cubicBezTo>
                  <a:cubicBezTo>
                    <a:pt x="262279" y="49836"/>
                    <a:pt x="210571" y="101"/>
                    <a:pt x="131406" y="101"/>
                  </a:cubicBezTo>
                  <a:cubicBezTo>
                    <a:pt x="49744" y="101"/>
                    <a:pt x="176" y="51938"/>
                    <a:pt x="176" y="125489"/>
                  </a:cubicBezTo>
                  <a:cubicBezTo>
                    <a:pt x="176" y="196939"/>
                    <a:pt x="48674" y="248075"/>
                    <a:pt x="131406" y="248075"/>
                  </a:cubicBezTo>
                  <a:cubicBezTo>
                    <a:pt x="139251" y="248075"/>
                    <a:pt x="151019" y="247725"/>
                    <a:pt x="165283" y="244923"/>
                  </a:cubicBezTo>
                  <a:cubicBezTo>
                    <a:pt x="175268" y="284501"/>
                    <a:pt x="182400" y="312170"/>
                    <a:pt x="215564" y="312170"/>
                  </a:cubicBezTo>
                  <a:cubicBezTo>
                    <a:pt x="251937" y="312170"/>
                    <a:pt x="264418" y="270841"/>
                    <a:pt x="264418" y="247024"/>
                  </a:cubicBezTo>
                  <a:cubicBezTo>
                    <a:pt x="264418" y="244222"/>
                    <a:pt x="264418" y="237918"/>
                    <a:pt x="257999" y="237918"/>
                  </a:cubicBezTo>
                  <a:cubicBezTo>
                    <a:pt x="252650" y="237918"/>
                    <a:pt x="251937" y="242471"/>
                    <a:pt x="251581" y="244923"/>
                  </a:cubicBezTo>
                  <a:cubicBezTo>
                    <a:pt x="249441" y="258232"/>
                    <a:pt x="227332" y="258583"/>
                    <a:pt x="221269" y="258583"/>
                  </a:cubicBezTo>
                  <a:cubicBezTo>
                    <a:pt x="213068" y="258583"/>
                    <a:pt x="202370" y="258583"/>
                    <a:pt x="188462" y="237918"/>
                  </a:cubicBezTo>
                  <a:close/>
                  <a:moveTo>
                    <a:pt x="97529" y="226360"/>
                  </a:moveTo>
                  <a:cubicBezTo>
                    <a:pt x="53667" y="205695"/>
                    <a:pt x="52597" y="152458"/>
                    <a:pt x="52597" y="125139"/>
                  </a:cubicBezTo>
                  <a:cubicBezTo>
                    <a:pt x="52597" y="111129"/>
                    <a:pt x="52597" y="77856"/>
                    <a:pt x="65791" y="52988"/>
                  </a:cubicBezTo>
                  <a:cubicBezTo>
                    <a:pt x="84334" y="19365"/>
                    <a:pt x="115002" y="14111"/>
                    <a:pt x="131049" y="14111"/>
                  </a:cubicBezTo>
                  <a:cubicBezTo>
                    <a:pt x="150306" y="14111"/>
                    <a:pt x="178121" y="21116"/>
                    <a:pt x="195238" y="50887"/>
                  </a:cubicBezTo>
                  <a:cubicBezTo>
                    <a:pt x="208788" y="74353"/>
                    <a:pt x="209858" y="104474"/>
                    <a:pt x="209858" y="125139"/>
                  </a:cubicBezTo>
                  <a:cubicBezTo>
                    <a:pt x="209858" y="144753"/>
                    <a:pt x="209858" y="196939"/>
                    <a:pt x="175624" y="220056"/>
                  </a:cubicBezTo>
                  <a:cubicBezTo>
                    <a:pt x="167779" y="208497"/>
                    <a:pt x="154942" y="189934"/>
                    <a:pt x="131049" y="189934"/>
                  </a:cubicBezTo>
                  <a:cubicBezTo>
                    <a:pt x="112862" y="189934"/>
                    <a:pt x="96459" y="201843"/>
                    <a:pt x="96459" y="218655"/>
                  </a:cubicBezTo>
                  <a:cubicBezTo>
                    <a:pt x="96459" y="220756"/>
                    <a:pt x="96815" y="224609"/>
                    <a:pt x="97529" y="226360"/>
                  </a:cubicBezTo>
                  <a:close/>
                  <a:moveTo>
                    <a:pt x="160647" y="228461"/>
                  </a:moveTo>
                  <a:cubicBezTo>
                    <a:pt x="151732" y="232314"/>
                    <a:pt x="141034" y="234065"/>
                    <a:pt x="131406" y="234065"/>
                  </a:cubicBezTo>
                  <a:cubicBezTo>
                    <a:pt x="111793" y="234065"/>
                    <a:pt x="109296" y="222857"/>
                    <a:pt x="109296" y="218655"/>
                  </a:cubicBezTo>
                  <a:cubicBezTo>
                    <a:pt x="109296" y="209198"/>
                    <a:pt x="119638" y="202543"/>
                    <a:pt x="131406" y="202543"/>
                  </a:cubicBezTo>
                  <a:cubicBezTo>
                    <a:pt x="141391" y="202543"/>
                    <a:pt x="153515" y="206396"/>
                    <a:pt x="160647" y="228461"/>
                  </a:cubicBez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73515E8-7364-EC99-6A53-64306954DA52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9480420" y="8433407"/>
              <a:ext cx="237140" cy="81957"/>
            </a:xfrm>
            <a:custGeom>
              <a:avLst/>
              <a:gdLst>
                <a:gd name="connsiteX0" fmla="*/ 225203 w 237140"/>
                <a:gd name="connsiteY0" fmla="*/ 14111 h 81957"/>
                <a:gd name="connsiteX1" fmla="*/ 237328 w 237140"/>
                <a:gd name="connsiteY1" fmla="*/ 7106 h 81957"/>
                <a:gd name="connsiteX2" fmla="*/ 225560 w 237140"/>
                <a:gd name="connsiteY2" fmla="*/ 101 h 81957"/>
                <a:gd name="connsiteX3" fmla="*/ 11956 w 237140"/>
                <a:gd name="connsiteY3" fmla="*/ 101 h 81957"/>
                <a:gd name="connsiteX4" fmla="*/ 188 w 237140"/>
                <a:gd name="connsiteY4" fmla="*/ 7106 h 81957"/>
                <a:gd name="connsiteX5" fmla="*/ 12312 w 237140"/>
                <a:gd name="connsiteY5" fmla="*/ 14111 h 81957"/>
                <a:gd name="connsiteX6" fmla="*/ 225203 w 237140"/>
                <a:gd name="connsiteY6" fmla="*/ 14111 h 81957"/>
                <a:gd name="connsiteX7" fmla="*/ 225560 w 237140"/>
                <a:gd name="connsiteY7" fmla="*/ 82059 h 81957"/>
                <a:gd name="connsiteX8" fmla="*/ 237328 w 237140"/>
                <a:gd name="connsiteY8" fmla="*/ 75054 h 81957"/>
                <a:gd name="connsiteX9" fmla="*/ 225203 w 237140"/>
                <a:gd name="connsiteY9" fmla="*/ 68049 h 81957"/>
                <a:gd name="connsiteX10" fmla="*/ 12312 w 237140"/>
                <a:gd name="connsiteY10" fmla="*/ 68049 h 81957"/>
                <a:gd name="connsiteX11" fmla="*/ 188 w 237140"/>
                <a:gd name="connsiteY11" fmla="*/ 75054 h 81957"/>
                <a:gd name="connsiteX12" fmla="*/ 11956 w 237140"/>
                <a:gd name="connsiteY12" fmla="*/ 82059 h 81957"/>
                <a:gd name="connsiteX13" fmla="*/ 225560 w 237140"/>
                <a:gd name="connsiteY13" fmla="*/ 82059 h 8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140" h="81957">
                  <a:moveTo>
                    <a:pt x="225203" y="14111"/>
                  </a:moveTo>
                  <a:cubicBezTo>
                    <a:pt x="230552" y="14111"/>
                    <a:pt x="237328" y="14111"/>
                    <a:pt x="237328" y="7106"/>
                  </a:cubicBezTo>
                  <a:cubicBezTo>
                    <a:pt x="237328" y="101"/>
                    <a:pt x="230552" y="101"/>
                    <a:pt x="225560" y="101"/>
                  </a:cubicBezTo>
                  <a:lnTo>
                    <a:pt x="11956" y="101"/>
                  </a:lnTo>
                  <a:cubicBezTo>
                    <a:pt x="6963" y="101"/>
                    <a:pt x="188" y="101"/>
                    <a:pt x="188" y="7106"/>
                  </a:cubicBezTo>
                  <a:cubicBezTo>
                    <a:pt x="188" y="14111"/>
                    <a:pt x="6963" y="14111"/>
                    <a:pt x="12312" y="14111"/>
                  </a:cubicBezTo>
                  <a:lnTo>
                    <a:pt x="225203" y="14111"/>
                  </a:lnTo>
                  <a:close/>
                  <a:moveTo>
                    <a:pt x="225560" y="82059"/>
                  </a:moveTo>
                  <a:cubicBezTo>
                    <a:pt x="230552" y="82059"/>
                    <a:pt x="237328" y="82059"/>
                    <a:pt x="237328" y="75054"/>
                  </a:cubicBezTo>
                  <a:cubicBezTo>
                    <a:pt x="237328" y="68049"/>
                    <a:pt x="230552" y="68049"/>
                    <a:pt x="225203" y="68049"/>
                  </a:cubicBezTo>
                  <a:lnTo>
                    <a:pt x="12312" y="68049"/>
                  </a:lnTo>
                  <a:cubicBezTo>
                    <a:pt x="6963" y="68049"/>
                    <a:pt x="188" y="68049"/>
                    <a:pt x="188" y="75054"/>
                  </a:cubicBezTo>
                  <a:cubicBezTo>
                    <a:pt x="188" y="82059"/>
                    <a:pt x="6963" y="82059"/>
                    <a:pt x="11956" y="82059"/>
                  </a:cubicBezTo>
                  <a:lnTo>
                    <a:pt x="225560" y="82059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F344543-6D08-ADBF-615C-6DC4AF768366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9845420" y="8321679"/>
              <a:ext cx="406526" cy="243070"/>
            </a:xfrm>
            <a:custGeom>
              <a:avLst/>
              <a:gdLst>
                <a:gd name="connsiteX0" fmla="*/ 372847 w 406526"/>
                <a:gd name="connsiteY0" fmla="*/ 24969 h 243070"/>
                <a:gd name="connsiteX1" fmla="*/ 386398 w 406526"/>
                <a:gd name="connsiteY1" fmla="*/ 17263 h 243070"/>
                <a:gd name="connsiteX2" fmla="*/ 406724 w 406526"/>
                <a:gd name="connsiteY2" fmla="*/ 16563 h 243070"/>
                <a:gd name="connsiteX3" fmla="*/ 406724 w 406526"/>
                <a:gd name="connsiteY3" fmla="*/ 101 h 243070"/>
                <a:gd name="connsiteX4" fmla="*/ 368568 w 406526"/>
                <a:gd name="connsiteY4" fmla="*/ 1152 h 243070"/>
                <a:gd name="connsiteX5" fmla="*/ 320070 w 406526"/>
                <a:gd name="connsiteY5" fmla="*/ 101 h 243070"/>
                <a:gd name="connsiteX6" fmla="*/ 320070 w 406526"/>
                <a:gd name="connsiteY6" fmla="*/ 16563 h 243070"/>
                <a:gd name="connsiteX7" fmla="*/ 356443 w 406526"/>
                <a:gd name="connsiteY7" fmla="*/ 20415 h 243070"/>
                <a:gd name="connsiteX8" fmla="*/ 295108 w 406526"/>
                <a:gd name="connsiteY8" fmla="*/ 176975 h 243070"/>
                <a:gd name="connsiteX9" fmla="*/ 231989 w 406526"/>
                <a:gd name="connsiteY9" fmla="*/ 16563 h 243070"/>
                <a:gd name="connsiteX10" fmla="*/ 266223 w 406526"/>
                <a:gd name="connsiteY10" fmla="*/ 16563 h 243070"/>
                <a:gd name="connsiteX11" fmla="*/ 266223 w 406526"/>
                <a:gd name="connsiteY11" fmla="*/ 101 h 243070"/>
                <a:gd name="connsiteX12" fmla="*/ 203818 w 406526"/>
                <a:gd name="connsiteY12" fmla="*/ 1152 h 243070"/>
                <a:gd name="connsiteX13" fmla="*/ 149258 w 406526"/>
                <a:gd name="connsiteY13" fmla="*/ 101 h 243070"/>
                <a:gd name="connsiteX14" fmla="*/ 149258 w 406526"/>
                <a:gd name="connsiteY14" fmla="*/ 16563 h 243070"/>
                <a:gd name="connsiteX15" fmla="*/ 179926 w 406526"/>
                <a:gd name="connsiteY15" fmla="*/ 16563 h 243070"/>
                <a:gd name="connsiteX16" fmla="*/ 194546 w 406526"/>
                <a:gd name="connsiteY16" fmla="*/ 53689 h 243070"/>
                <a:gd name="connsiteX17" fmla="*/ 146048 w 406526"/>
                <a:gd name="connsiteY17" fmla="*/ 176975 h 243070"/>
                <a:gd name="connsiteX18" fmla="*/ 82930 w 406526"/>
                <a:gd name="connsiteY18" fmla="*/ 16563 h 243070"/>
                <a:gd name="connsiteX19" fmla="*/ 117164 w 406526"/>
                <a:gd name="connsiteY19" fmla="*/ 16563 h 243070"/>
                <a:gd name="connsiteX20" fmla="*/ 117164 w 406526"/>
                <a:gd name="connsiteY20" fmla="*/ 101 h 243070"/>
                <a:gd name="connsiteX21" fmla="*/ 54758 w 406526"/>
                <a:gd name="connsiteY21" fmla="*/ 1152 h 243070"/>
                <a:gd name="connsiteX22" fmla="*/ 198 w 406526"/>
                <a:gd name="connsiteY22" fmla="*/ 101 h 243070"/>
                <a:gd name="connsiteX23" fmla="*/ 198 w 406526"/>
                <a:gd name="connsiteY23" fmla="*/ 16563 h 243070"/>
                <a:gd name="connsiteX24" fmla="*/ 30866 w 406526"/>
                <a:gd name="connsiteY24" fmla="*/ 16563 h 243070"/>
                <a:gd name="connsiteX25" fmla="*/ 116450 w 406526"/>
                <a:gd name="connsiteY25" fmla="*/ 234065 h 243070"/>
                <a:gd name="connsiteX26" fmla="*/ 128931 w 406526"/>
                <a:gd name="connsiteY26" fmla="*/ 243172 h 243070"/>
                <a:gd name="connsiteX27" fmla="*/ 141413 w 406526"/>
                <a:gd name="connsiteY27" fmla="*/ 234065 h 243070"/>
                <a:gd name="connsiteX28" fmla="*/ 203461 w 406526"/>
                <a:gd name="connsiteY28" fmla="*/ 76455 h 243070"/>
                <a:gd name="connsiteX29" fmla="*/ 265510 w 406526"/>
                <a:gd name="connsiteY29" fmla="*/ 234065 h 243070"/>
                <a:gd name="connsiteX30" fmla="*/ 277991 w 406526"/>
                <a:gd name="connsiteY30" fmla="*/ 243172 h 243070"/>
                <a:gd name="connsiteX31" fmla="*/ 290472 w 406526"/>
                <a:gd name="connsiteY31" fmla="*/ 234065 h 243070"/>
                <a:gd name="connsiteX32" fmla="*/ 372847 w 406526"/>
                <a:gd name="connsiteY32" fmla="*/ 24969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47" y="24969"/>
                  </a:moveTo>
                  <a:cubicBezTo>
                    <a:pt x="374987" y="19014"/>
                    <a:pt x="375343" y="18314"/>
                    <a:pt x="386398" y="17263"/>
                  </a:cubicBezTo>
                  <a:cubicBezTo>
                    <a:pt x="393530" y="16563"/>
                    <a:pt x="401019" y="16563"/>
                    <a:pt x="406724" y="16563"/>
                  </a:cubicBezTo>
                  <a:lnTo>
                    <a:pt x="406724" y="101"/>
                  </a:lnTo>
                  <a:cubicBezTo>
                    <a:pt x="397096" y="451"/>
                    <a:pt x="384615" y="1152"/>
                    <a:pt x="368568" y="1152"/>
                  </a:cubicBezTo>
                  <a:cubicBezTo>
                    <a:pt x="355017" y="1152"/>
                    <a:pt x="332908" y="1152"/>
                    <a:pt x="320070" y="101"/>
                  </a:cubicBezTo>
                  <a:lnTo>
                    <a:pt x="320070" y="16563"/>
                  </a:lnTo>
                  <a:cubicBezTo>
                    <a:pt x="328985" y="16563"/>
                    <a:pt x="346102" y="16563"/>
                    <a:pt x="356443" y="20415"/>
                  </a:cubicBezTo>
                  <a:lnTo>
                    <a:pt x="295108" y="176975"/>
                  </a:lnTo>
                  <a:lnTo>
                    <a:pt x="231989" y="16563"/>
                  </a:lnTo>
                  <a:lnTo>
                    <a:pt x="266223" y="16563"/>
                  </a:lnTo>
                  <a:lnTo>
                    <a:pt x="266223" y="101"/>
                  </a:lnTo>
                  <a:cubicBezTo>
                    <a:pt x="252672" y="1152"/>
                    <a:pt x="219152" y="1152"/>
                    <a:pt x="203818" y="1152"/>
                  </a:cubicBezTo>
                  <a:cubicBezTo>
                    <a:pt x="189910" y="1152"/>
                    <a:pt x="161739" y="1152"/>
                    <a:pt x="149258" y="101"/>
                  </a:cubicBezTo>
                  <a:lnTo>
                    <a:pt x="149258" y="16563"/>
                  </a:lnTo>
                  <a:lnTo>
                    <a:pt x="179926" y="16563"/>
                  </a:lnTo>
                  <a:lnTo>
                    <a:pt x="194546" y="53689"/>
                  </a:lnTo>
                  <a:lnTo>
                    <a:pt x="146048" y="176975"/>
                  </a:lnTo>
                  <a:lnTo>
                    <a:pt x="82930" y="16563"/>
                  </a:lnTo>
                  <a:lnTo>
                    <a:pt x="117164" y="16563"/>
                  </a:lnTo>
                  <a:lnTo>
                    <a:pt x="117164" y="101"/>
                  </a:lnTo>
                  <a:cubicBezTo>
                    <a:pt x="103613" y="1152"/>
                    <a:pt x="70092" y="1152"/>
                    <a:pt x="54758" y="1152"/>
                  </a:cubicBezTo>
                  <a:cubicBezTo>
                    <a:pt x="40851" y="1152"/>
                    <a:pt x="12679" y="1152"/>
                    <a:pt x="198" y="101"/>
                  </a:cubicBezTo>
                  <a:lnTo>
                    <a:pt x="198" y="16563"/>
                  </a:lnTo>
                  <a:lnTo>
                    <a:pt x="30866" y="16563"/>
                  </a:lnTo>
                  <a:lnTo>
                    <a:pt x="116450" y="234065"/>
                  </a:lnTo>
                  <a:cubicBezTo>
                    <a:pt x="118590" y="239669"/>
                    <a:pt x="120016" y="243172"/>
                    <a:pt x="128931" y="243172"/>
                  </a:cubicBezTo>
                  <a:cubicBezTo>
                    <a:pt x="137847" y="243172"/>
                    <a:pt x="139273" y="239669"/>
                    <a:pt x="141413" y="234065"/>
                  </a:cubicBezTo>
                  <a:lnTo>
                    <a:pt x="203461" y="76455"/>
                  </a:lnTo>
                  <a:lnTo>
                    <a:pt x="265510" y="234065"/>
                  </a:lnTo>
                  <a:cubicBezTo>
                    <a:pt x="267650" y="239669"/>
                    <a:pt x="269076" y="243172"/>
                    <a:pt x="277991" y="243172"/>
                  </a:cubicBezTo>
                  <a:cubicBezTo>
                    <a:pt x="286906" y="243172"/>
                    <a:pt x="288333" y="239669"/>
                    <a:pt x="290472" y="234065"/>
                  </a:cubicBezTo>
                  <a:lnTo>
                    <a:pt x="372847" y="24969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E7E69255-4486-DA2F-551B-C2371BC410DF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0276046" y="8506363"/>
              <a:ext cx="112329" cy="155684"/>
            </a:xfrm>
            <a:custGeom>
              <a:avLst/>
              <a:gdLst>
                <a:gd name="connsiteX0" fmla="*/ 112040 w 112329"/>
                <a:gd name="connsiteY0" fmla="*/ 7213 h 155684"/>
                <a:gd name="connsiteX1" fmla="*/ 112540 w 112329"/>
                <a:gd name="connsiteY1" fmla="*/ 3535 h 155684"/>
                <a:gd name="connsiteX2" fmla="*/ 109295 w 112329"/>
                <a:gd name="connsiteY2" fmla="*/ 103 h 155684"/>
                <a:gd name="connsiteX3" fmla="*/ 91322 w 112329"/>
                <a:gd name="connsiteY3" fmla="*/ 16284 h 155684"/>
                <a:gd name="connsiteX4" fmla="*/ 64612 w 112329"/>
                <a:gd name="connsiteY4" fmla="*/ 103 h 155684"/>
                <a:gd name="connsiteX5" fmla="*/ 210 w 112329"/>
                <a:gd name="connsiteY5" fmla="*/ 69977 h 155684"/>
                <a:gd name="connsiteX6" fmla="*/ 37903 w 112329"/>
                <a:gd name="connsiteY6" fmla="*/ 110675 h 155684"/>
                <a:gd name="connsiteX7" fmla="*/ 69355 w 112329"/>
                <a:gd name="connsiteY7" fmla="*/ 97191 h 155684"/>
                <a:gd name="connsiteX8" fmla="*/ 60369 w 112329"/>
                <a:gd name="connsiteY8" fmla="*/ 132986 h 155684"/>
                <a:gd name="connsiteX9" fmla="*/ 41148 w 112329"/>
                <a:gd name="connsiteY9" fmla="*/ 146961 h 155684"/>
                <a:gd name="connsiteX10" fmla="*/ 34658 w 112329"/>
                <a:gd name="connsiteY10" fmla="*/ 152355 h 155684"/>
                <a:gd name="connsiteX11" fmla="*/ 38402 w 112329"/>
                <a:gd name="connsiteY11" fmla="*/ 155787 h 155684"/>
                <a:gd name="connsiteX12" fmla="*/ 64363 w 112329"/>
                <a:gd name="connsiteY12" fmla="*/ 154806 h 155684"/>
                <a:gd name="connsiteX13" fmla="*/ 91072 w 112329"/>
                <a:gd name="connsiteY13" fmla="*/ 155787 h 155684"/>
                <a:gd name="connsiteX14" fmla="*/ 96065 w 112329"/>
                <a:gd name="connsiteY14" fmla="*/ 150393 h 155684"/>
                <a:gd name="connsiteX15" fmla="*/ 89574 w 112329"/>
                <a:gd name="connsiteY15" fmla="*/ 146961 h 155684"/>
                <a:gd name="connsiteX16" fmla="*/ 77343 w 112329"/>
                <a:gd name="connsiteY16" fmla="*/ 144019 h 155684"/>
                <a:gd name="connsiteX17" fmla="*/ 78591 w 112329"/>
                <a:gd name="connsiteY17" fmla="*/ 138625 h 155684"/>
                <a:gd name="connsiteX18" fmla="*/ 112040 w 112329"/>
                <a:gd name="connsiteY18" fmla="*/ 7213 h 155684"/>
                <a:gd name="connsiteX19" fmla="*/ 74348 w 112329"/>
                <a:gd name="connsiteY19" fmla="*/ 77332 h 155684"/>
                <a:gd name="connsiteX20" fmla="*/ 69854 w 112329"/>
                <a:gd name="connsiteY20" fmla="*/ 85913 h 155684"/>
                <a:gd name="connsiteX21" fmla="*/ 38652 w 112329"/>
                <a:gd name="connsiteY21" fmla="*/ 103810 h 155684"/>
                <a:gd name="connsiteX22" fmla="*/ 20429 w 112329"/>
                <a:gd name="connsiteY22" fmla="*/ 80029 h 155684"/>
                <a:gd name="connsiteX23" fmla="*/ 33410 w 112329"/>
                <a:gd name="connsiteY23" fmla="*/ 30259 h 155684"/>
                <a:gd name="connsiteX24" fmla="*/ 64612 w 112329"/>
                <a:gd name="connsiteY24" fmla="*/ 6968 h 155684"/>
                <a:gd name="connsiteX25" fmla="*/ 86829 w 112329"/>
                <a:gd name="connsiteY25" fmla="*/ 28298 h 155684"/>
                <a:gd name="connsiteX26" fmla="*/ 86080 w 112329"/>
                <a:gd name="connsiteY26" fmla="*/ 31975 h 155684"/>
                <a:gd name="connsiteX27" fmla="*/ 74348 w 112329"/>
                <a:gd name="connsiteY27" fmla="*/ 77332 h 155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2329" h="155684">
                  <a:moveTo>
                    <a:pt x="112040" y="7213"/>
                  </a:moveTo>
                  <a:cubicBezTo>
                    <a:pt x="112290" y="6232"/>
                    <a:pt x="112540" y="4761"/>
                    <a:pt x="112540" y="3535"/>
                  </a:cubicBezTo>
                  <a:cubicBezTo>
                    <a:pt x="112540" y="2064"/>
                    <a:pt x="111541" y="103"/>
                    <a:pt x="109295" y="103"/>
                  </a:cubicBezTo>
                  <a:cubicBezTo>
                    <a:pt x="106798" y="103"/>
                    <a:pt x="96314" y="8439"/>
                    <a:pt x="91322" y="16284"/>
                  </a:cubicBezTo>
                  <a:cubicBezTo>
                    <a:pt x="88826" y="11381"/>
                    <a:pt x="80588" y="103"/>
                    <a:pt x="64612" y="103"/>
                  </a:cubicBezTo>
                  <a:cubicBezTo>
                    <a:pt x="32661" y="103"/>
                    <a:pt x="210" y="34672"/>
                    <a:pt x="210" y="69977"/>
                  </a:cubicBezTo>
                  <a:cubicBezTo>
                    <a:pt x="210" y="93758"/>
                    <a:pt x="16435" y="110675"/>
                    <a:pt x="37903" y="110675"/>
                  </a:cubicBezTo>
                  <a:cubicBezTo>
                    <a:pt x="52131" y="110675"/>
                    <a:pt x="63863" y="101849"/>
                    <a:pt x="69355" y="97191"/>
                  </a:cubicBezTo>
                  <a:cubicBezTo>
                    <a:pt x="69106" y="97926"/>
                    <a:pt x="61367" y="128818"/>
                    <a:pt x="60369" y="132986"/>
                  </a:cubicBezTo>
                  <a:cubicBezTo>
                    <a:pt x="56874" y="146470"/>
                    <a:pt x="56624" y="146716"/>
                    <a:pt x="41148" y="146961"/>
                  </a:cubicBezTo>
                  <a:cubicBezTo>
                    <a:pt x="38152" y="146961"/>
                    <a:pt x="34658" y="146961"/>
                    <a:pt x="34658" y="152355"/>
                  </a:cubicBezTo>
                  <a:cubicBezTo>
                    <a:pt x="34658" y="153826"/>
                    <a:pt x="35906" y="155787"/>
                    <a:pt x="38402" y="155787"/>
                  </a:cubicBezTo>
                  <a:cubicBezTo>
                    <a:pt x="46640" y="155787"/>
                    <a:pt x="55876" y="154806"/>
                    <a:pt x="64363" y="154806"/>
                  </a:cubicBezTo>
                  <a:cubicBezTo>
                    <a:pt x="72850" y="154806"/>
                    <a:pt x="83334" y="155787"/>
                    <a:pt x="91072" y="155787"/>
                  </a:cubicBezTo>
                  <a:cubicBezTo>
                    <a:pt x="93319" y="155787"/>
                    <a:pt x="96065" y="155051"/>
                    <a:pt x="96065" y="150393"/>
                  </a:cubicBezTo>
                  <a:cubicBezTo>
                    <a:pt x="96065" y="146961"/>
                    <a:pt x="92570" y="146961"/>
                    <a:pt x="89574" y="146961"/>
                  </a:cubicBezTo>
                  <a:cubicBezTo>
                    <a:pt x="84083" y="146961"/>
                    <a:pt x="77343" y="146961"/>
                    <a:pt x="77343" y="144019"/>
                  </a:cubicBezTo>
                  <a:cubicBezTo>
                    <a:pt x="77343" y="143283"/>
                    <a:pt x="77343" y="142793"/>
                    <a:pt x="78591" y="138625"/>
                  </a:cubicBezTo>
                  <a:lnTo>
                    <a:pt x="112040" y="7213"/>
                  </a:lnTo>
                  <a:close/>
                  <a:moveTo>
                    <a:pt x="74348" y="77332"/>
                  </a:moveTo>
                  <a:cubicBezTo>
                    <a:pt x="73099" y="81500"/>
                    <a:pt x="73099" y="81990"/>
                    <a:pt x="69854" y="85913"/>
                  </a:cubicBezTo>
                  <a:cubicBezTo>
                    <a:pt x="60119" y="97191"/>
                    <a:pt x="48387" y="103810"/>
                    <a:pt x="38652" y="103810"/>
                  </a:cubicBezTo>
                  <a:cubicBezTo>
                    <a:pt x="29416" y="103810"/>
                    <a:pt x="20429" y="97436"/>
                    <a:pt x="20429" y="80029"/>
                  </a:cubicBezTo>
                  <a:cubicBezTo>
                    <a:pt x="20429" y="67035"/>
                    <a:pt x="27668" y="40066"/>
                    <a:pt x="33410" y="30259"/>
                  </a:cubicBezTo>
                  <a:cubicBezTo>
                    <a:pt x="44892" y="10645"/>
                    <a:pt x="57623" y="6968"/>
                    <a:pt x="64612" y="6968"/>
                  </a:cubicBezTo>
                  <a:cubicBezTo>
                    <a:pt x="82086" y="6968"/>
                    <a:pt x="86829" y="25846"/>
                    <a:pt x="86829" y="28298"/>
                  </a:cubicBezTo>
                  <a:cubicBezTo>
                    <a:pt x="86829" y="29523"/>
                    <a:pt x="86329" y="30994"/>
                    <a:pt x="86080" y="31975"/>
                  </a:cubicBezTo>
                  <a:lnTo>
                    <a:pt x="74348" y="7733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543CDBF-61B0-8D49-5F83-3B1234AB7FF7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0432214" y="8323780"/>
              <a:ext cx="243915" cy="238167"/>
            </a:xfrm>
            <a:custGeom>
              <a:avLst/>
              <a:gdLst>
                <a:gd name="connsiteX0" fmla="*/ 244130 w 243915"/>
                <a:gd name="connsiteY0" fmla="*/ 142301 h 238167"/>
                <a:gd name="connsiteX1" fmla="*/ 227370 w 243915"/>
                <a:gd name="connsiteY1" fmla="*/ 142301 h 238167"/>
                <a:gd name="connsiteX2" fmla="*/ 143568 w 243915"/>
                <a:gd name="connsiteY2" fmla="*/ 221807 h 238167"/>
                <a:gd name="connsiteX3" fmla="*/ 89365 w 243915"/>
                <a:gd name="connsiteY3" fmla="*/ 221807 h 238167"/>
                <a:gd name="connsiteX4" fmla="*/ 89365 w 243915"/>
                <a:gd name="connsiteY4" fmla="*/ 123037 h 238167"/>
                <a:gd name="connsiteX5" fmla="*/ 108978 w 243915"/>
                <a:gd name="connsiteY5" fmla="*/ 123037 h 238167"/>
                <a:gd name="connsiteX6" fmla="*/ 146778 w 243915"/>
                <a:gd name="connsiteY6" fmla="*/ 164016 h 238167"/>
                <a:gd name="connsiteX7" fmla="*/ 163538 w 243915"/>
                <a:gd name="connsiteY7" fmla="*/ 164016 h 238167"/>
                <a:gd name="connsiteX8" fmla="*/ 163538 w 243915"/>
                <a:gd name="connsiteY8" fmla="*/ 65597 h 238167"/>
                <a:gd name="connsiteX9" fmla="*/ 146778 w 243915"/>
                <a:gd name="connsiteY9" fmla="*/ 65597 h 238167"/>
                <a:gd name="connsiteX10" fmla="*/ 108978 w 243915"/>
                <a:gd name="connsiteY10" fmla="*/ 106576 h 238167"/>
                <a:gd name="connsiteX11" fmla="*/ 89365 w 243915"/>
                <a:gd name="connsiteY11" fmla="*/ 106576 h 238167"/>
                <a:gd name="connsiteX12" fmla="*/ 89365 w 243915"/>
                <a:gd name="connsiteY12" fmla="*/ 16563 h 238167"/>
                <a:gd name="connsiteX13" fmla="*/ 143568 w 243915"/>
                <a:gd name="connsiteY13" fmla="*/ 16563 h 238167"/>
                <a:gd name="connsiteX14" fmla="*/ 215959 w 243915"/>
                <a:gd name="connsiteY14" fmla="*/ 84510 h 238167"/>
                <a:gd name="connsiteX15" fmla="*/ 232719 w 243915"/>
                <a:gd name="connsiteY15" fmla="*/ 84510 h 238167"/>
                <a:gd name="connsiteX16" fmla="*/ 221664 w 243915"/>
                <a:gd name="connsiteY16" fmla="*/ 101 h 238167"/>
                <a:gd name="connsiteX17" fmla="*/ 214 w 243915"/>
                <a:gd name="connsiteY17" fmla="*/ 101 h 238167"/>
                <a:gd name="connsiteX18" fmla="*/ 214 w 243915"/>
                <a:gd name="connsiteY18" fmla="*/ 16563 h 238167"/>
                <a:gd name="connsiteX19" fmla="*/ 38727 w 243915"/>
                <a:gd name="connsiteY19" fmla="*/ 16563 h 238167"/>
                <a:gd name="connsiteX20" fmla="*/ 38727 w 243915"/>
                <a:gd name="connsiteY20" fmla="*/ 221807 h 238167"/>
                <a:gd name="connsiteX21" fmla="*/ 214 w 243915"/>
                <a:gd name="connsiteY21" fmla="*/ 221807 h 238167"/>
                <a:gd name="connsiteX22" fmla="*/ 214 w 243915"/>
                <a:gd name="connsiteY22" fmla="*/ 238268 h 238167"/>
                <a:gd name="connsiteX23" fmla="*/ 227726 w 243915"/>
                <a:gd name="connsiteY23" fmla="*/ 238268 h 238167"/>
                <a:gd name="connsiteX24" fmla="*/ 244130 w 243915"/>
                <a:gd name="connsiteY24" fmla="*/ 142301 h 2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3915" h="238167">
                  <a:moveTo>
                    <a:pt x="244130" y="142301"/>
                  </a:moveTo>
                  <a:lnTo>
                    <a:pt x="227370" y="142301"/>
                  </a:lnTo>
                  <a:cubicBezTo>
                    <a:pt x="219525" y="190635"/>
                    <a:pt x="209540" y="221807"/>
                    <a:pt x="143568" y="221807"/>
                  </a:cubicBezTo>
                  <a:lnTo>
                    <a:pt x="89365" y="221807"/>
                  </a:lnTo>
                  <a:lnTo>
                    <a:pt x="89365" y="123037"/>
                  </a:lnTo>
                  <a:lnTo>
                    <a:pt x="108978" y="123037"/>
                  </a:lnTo>
                  <a:cubicBezTo>
                    <a:pt x="143212" y="123037"/>
                    <a:pt x="146778" y="138098"/>
                    <a:pt x="146778" y="164016"/>
                  </a:cubicBezTo>
                  <a:lnTo>
                    <a:pt x="163538" y="164016"/>
                  </a:lnTo>
                  <a:lnTo>
                    <a:pt x="163538" y="65597"/>
                  </a:lnTo>
                  <a:lnTo>
                    <a:pt x="146778" y="65597"/>
                  </a:lnTo>
                  <a:cubicBezTo>
                    <a:pt x="146778" y="91515"/>
                    <a:pt x="143568" y="106576"/>
                    <a:pt x="108978" y="106576"/>
                  </a:cubicBezTo>
                  <a:lnTo>
                    <a:pt x="89365" y="106576"/>
                  </a:lnTo>
                  <a:lnTo>
                    <a:pt x="89365" y="16563"/>
                  </a:lnTo>
                  <a:lnTo>
                    <a:pt x="143568" y="16563"/>
                  </a:lnTo>
                  <a:cubicBezTo>
                    <a:pt x="200981" y="16563"/>
                    <a:pt x="210253" y="42131"/>
                    <a:pt x="215959" y="84510"/>
                  </a:cubicBezTo>
                  <a:lnTo>
                    <a:pt x="232719" y="84510"/>
                  </a:lnTo>
                  <a:lnTo>
                    <a:pt x="221664" y="101"/>
                  </a:lnTo>
                  <a:lnTo>
                    <a:pt x="214" y="101"/>
                  </a:lnTo>
                  <a:lnTo>
                    <a:pt x="214" y="16563"/>
                  </a:lnTo>
                  <a:lnTo>
                    <a:pt x="38727" y="16563"/>
                  </a:lnTo>
                  <a:lnTo>
                    <a:pt x="38727" y="221807"/>
                  </a:lnTo>
                  <a:lnTo>
                    <a:pt x="214" y="221807"/>
                  </a:lnTo>
                  <a:lnTo>
                    <a:pt x="214" y="238268"/>
                  </a:lnTo>
                  <a:lnTo>
                    <a:pt x="227726" y="238268"/>
                  </a:lnTo>
                  <a:lnTo>
                    <a:pt x="244130" y="14230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8951B853-6F27-35DD-E7B0-7A0533320D5D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1052899" y="8321679"/>
              <a:ext cx="406526" cy="243070"/>
            </a:xfrm>
            <a:custGeom>
              <a:avLst/>
              <a:gdLst>
                <a:gd name="connsiteX0" fmla="*/ 372881 w 406526"/>
                <a:gd name="connsiteY0" fmla="*/ 24969 h 243070"/>
                <a:gd name="connsiteX1" fmla="*/ 386432 w 406526"/>
                <a:gd name="connsiteY1" fmla="*/ 17263 h 243070"/>
                <a:gd name="connsiteX2" fmla="*/ 406758 w 406526"/>
                <a:gd name="connsiteY2" fmla="*/ 16563 h 243070"/>
                <a:gd name="connsiteX3" fmla="*/ 406758 w 406526"/>
                <a:gd name="connsiteY3" fmla="*/ 101 h 243070"/>
                <a:gd name="connsiteX4" fmla="*/ 368602 w 406526"/>
                <a:gd name="connsiteY4" fmla="*/ 1152 h 243070"/>
                <a:gd name="connsiteX5" fmla="*/ 320104 w 406526"/>
                <a:gd name="connsiteY5" fmla="*/ 101 h 243070"/>
                <a:gd name="connsiteX6" fmla="*/ 320104 w 406526"/>
                <a:gd name="connsiteY6" fmla="*/ 16563 h 243070"/>
                <a:gd name="connsiteX7" fmla="*/ 356477 w 406526"/>
                <a:gd name="connsiteY7" fmla="*/ 20415 h 243070"/>
                <a:gd name="connsiteX8" fmla="*/ 295142 w 406526"/>
                <a:gd name="connsiteY8" fmla="*/ 176975 h 243070"/>
                <a:gd name="connsiteX9" fmla="*/ 232023 w 406526"/>
                <a:gd name="connsiteY9" fmla="*/ 16563 h 243070"/>
                <a:gd name="connsiteX10" fmla="*/ 266257 w 406526"/>
                <a:gd name="connsiteY10" fmla="*/ 16563 h 243070"/>
                <a:gd name="connsiteX11" fmla="*/ 266257 w 406526"/>
                <a:gd name="connsiteY11" fmla="*/ 101 h 243070"/>
                <a:gd name="connsiteX12" fmla="*/ 203852 w 406526"/>
                <a:gd name="connsiteY12" fmla="*/ 1152 h 243070"/>
                <a:gd name="connsiteX13" fmla="*/ 149292 w 406526"/>
                <a:gd name="connsiteY13" fmla="*/ 101 h 243070"/>
                <a:gd name="connsiteX14" fmla="*/ 149292 w 406526"/>
                <a:gd name="connsiteY14" fmla="*/ 16563 h 243070"/>
                <a:gd name="connsiteX15" fmla="*/ 179959 w 406526"/>
                <a:gd name="connsiteY15" fmla="*/ 16563 h 243070"/>
                <a:gd name="connsiteX16" fmla="*/ 194580 w 406526"/>
                <a:gd name="connsiteY16" fmla="*/ 53689 h 243070"/>
                <a:gd name="connsiteX17" fmla="*/ 146082 w 406526"/>
                <a:gd name="connsiteY17" fmla="*/ 176975 h 243070"/>
                <a:gd name="connsiteX18" fmla="*/ 82964 w 406526"/>
                <a:gd name="connsiteY18" fmla="*/ 16563 h 243070"/>
                <a:gd name="connsiteX19" fmla="*/ 117197 w 406526"/>
                <a:gd name="connsiteY19" fmla="*/ 16563 h 243070"/>
                <a:gd name="connsiteX20" fmla="*/ 117197 w 406526"/>
                <a:gd name="connsiteY20" fmla="*/ 101 h 243070"/>
                <a:gd name="connsiteX21" fmla="*/ 54792 w 406526"/>
                <a:gd name="connsiteY21" fmla="*/ 1152 h 243070"/>
                <a:gd name="connsiteX22" fmla="*/ 232 w 406526"/>
                <a:gd name="connsiteY22" fmla="*/ 101 h 243070"/>
                <a:gd name="connsiteX23" fmla="*/ 232 w 406526"/>
                <a:gd name="connsiteY23" fmla="*/ 16563 h 243070"/>
                <a:gd name="connsiteX24" fmla="*/ 30900 w 406526"/>
                <a:gd name="connsiteY24" fmla="*/ 16563 h 243070"/>
                <a:gd name="connsiteX25" fmla="*/ 116484 w 406526"/>
                <a:gd name="connsiteY25" fmla="*/ 234065 h 243070"/>
                <a:gd name="connsiteX26" fmla="*/ 128965 w 406526"/>
                <a:gd name="connsiteY26" fmla="*/ 243172 h 243070"/>
                <a:gd name="connsiteX27" fmla="*/ 141446 w 406526"/>
                <a:gd name="connsiteY27" fmla="*/ 234065 h 243070"/>
                <a:gd name="connsiteX28" fmla="*/ 203495 w 406526"/>
                <a:gd name="connsiteY28" fmla="*/ 76455 h 243070"/>
                <a:gd name="connsiteX29" fmla="*/ 265544 w 406526"/>
                <a:gd name="connsiteY29" fmla="*/ 234065 h 243070"/>
                <a:gd name="connsiteX30" fmla="*/ 278025 w 406526"/>
                <a:gd name="connsiteY30" fmla="*/ 243172 h 243070"/>
                <a:gd name="connsiteX31" fmla="*/ 290506 w 406526"/>
                <a:gd name="connsiteY31" fmla="*/ 234065 h 243070"/>
                <a:gd name="connsiteX32" fmla="*/ 372881 w 406526"/>
                <a:gd name="connsiteY32" fmla="*/ 24969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81" y="24969"/>
                  </a:moveTo>
                  <a:cubicBezTo>
                    <a:pt x="375020" y="19014"/>
                    <a:pt x="375377" y="18314"/>
                    <a:pt x="386432" y="17263"/>
                  </a:cubicBezTo>
                  <a:cubicBezTo>
                    <a:pt x="393564" y="16563"/>
                    <a:pt x="401052" y="16563"/>
                    <a:pt x="406758" y="16563"/>
                  </a:cubicBezTo>
                  <a:lnTo>
                    <a:pt x="406758" y="101"/>
                  </a:lnTo>
                  <a:cubicBezTo>
                    <a:pt x="397130" y="451"/>
                    <a:pt x="384649" y="1152"/>
                    <a:pt x="368602" y="1152"/>
                  </a:cubicBezTo>
                  <a:cubicBezTo>
                    <a:pt x="355051" y="1152"/>
                    <a:pt x="332942" y="1152"/>
                    <a:pt x="320104" y="101"/>
                  </a:cubicBezTo>
                  <a:lnTo>
                    <a:pt x="320104" y="16563"/>
                  </a:lnTo>
                  <a:cubicBezTo>
                    <a:pt x="329019" y="16563"/>
                    <a:pt x="346136" y="16563"/>
                    <a:pt x="356477" y="20415"/>
                  </a:cubicBezTo>
                  <a:lnTo>
                    <a:pt x="295142" y="176975"/>
                  </a:lnTo>
                  <a:lnTo>
                    <a:pt x="232023" y="16563"/>
                  </a:lnTo>
                  <a:lnTo>
                    <a:pt x="266257" y="16563"/>
                  </a:lnTo>
                  <a:lnTo>
                    <a:pt x="266257" y="101"/>
                  </a:lnTo>
                  <a:cubicBezTo>
                    <a:pt x="252706" y="1152"/>
                    <a:pt x="219185" y="1152"/>
                    <a:pt x="203852" y="1152"/>
                  </a:cubicBezTo>
                  <a:cubicBezTo>
                    <a:pt x="189944" y="1152"/>
                    <a:pt x="161773" y="1152"/>
                    <a:pt x="149292" y="101"/>
                  </a:cubicBezTo>
                  <a:lnTo>
                    <a:pt x="149292" y="16563"/>
                  </a:lnTo>
                  <a:lnTo>
                    <a:pt x="179959" y="16563"/>
                  </a:lnTo>
                  <a:lnTo>
                    <a:pt x="194580" y="53689"/>
                  </a:lnTo>
                  <a:lnTo>
                    <a:pt x="146082" y="176975"/>
                  </a:lnTo>
                  <a:lnTo>
                    <a:pt x="82964" y="16563"/>
                  </a:lnTo>
                  <a:lnTo>
                    <a:pt x="117197" y="16563"/>
                  </a:lnTo>
                  <a:lnTo>
                    <a:pt x="117197" y="101"/>
                  </a:lnTo>
                  <a:cubicBezTo>
                    <a:pt x="103646" y="1152"/>
                    <a:pt x="70126" y="1152"/>
                    <a:pt x="54792" y="1152"/>
                  </a:cubicBezTo>
                  <a:cubicBezTo>
                    <a:pt x="40885" y="1152"/>
                    <a:pt x="12713" y="1152"/>
                    <a:pt x="232" y="101"/>
                  </a:cubicBezTo>
                  <a:lnTo>
                    <a:pt x="232" y="16563"/>
                  </a:lnTo>
                  <a:lnTo>
                    <a:pt x="30900" y="16563"/>
                  </a:lnTo>
                  <a:lnTo>
                    <a:pt x="116484" y="234065"/>
                  </a:lnTo>
                  <a:cubicBezTo>
                    <a:pt x="118624" y="239669"/>
                    <a:pt x="120050" y="243172"/>
                    <a:pt x="128965" y="243172"/>
                  </a:cubicBezTo>
                  <a:cubicBezTo>
                    <a:pt x="137880" y="243172"/>
                    <a:pt x="139307" y="239669"/>
                    <a:pt x="141446" y="234065"/>
                  </a:cubicBezTo>
                  <a:lnTo>
                    <a:pt x="203495" y="76455"/>
                  </a:lnTo>
                  <a:lnTo>
                    <a:pt x="265544" y="234065"/>
                  </a:lnTo>
                  <a:cubicBezTo>
                    <a:pt x="267683" y="239669"/>
                    <a:pt x="269110" y="243172"/>
                    <a:pt x="278025" y="243172"/>
                  </a:cubicBezTo>
                  <a:cubicBezTo>
                    <a:pt x="286940" y="243172"/>
                    <a:pt x="288366" y="239669"/>
                    <a:pt x="290506" y="234065"/>
                  </a:cubicBezTo>
                  <a:lnTo>
                    <a:pt x="372881" y="24969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DC22D2C-1FE9-5B57-E2C8-A898B4486BCC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1483525" y="8506363"/>
              <a:ext cx="112329" cy="155684"/>
            </a:xfrm>
            <a:custGeom>
              <a:avLst/>
              <a:gdLst>
                <a:gd name="connsiteX0" fmla="*/ 112074 w 112329"/>
                <a:gd name="connsiteY0" fmla="*/ 7213 h 155684"/>
                <a:gd name="connsiteX1" fmla="*/ 112573 w 112329"/>
                <a:gd name="connsiteY1" fmla="*/ 3535 h 155684"/>
                <a:gd name="connsiteX2" fmla="*/ 109328 w 112329"/>
                <a:gd name="connsiteY2" fmla="*/ 103 h 155684"/>
                <a:gd name="connsiteX3" fmla="*/ 91356 w 112329"/>
                <a:gd name="connsiteY3" fmla="*/ 16284 h 155684"/>
                <a:gd name="connsiteX4" fmla="*/ 64646 w 112329"/>
                <a:gd name="connsiteY4" fmla="*/ 103 h 155684"/>
                <a:gd name="connsiteX5" fmla="*/ 244 w 112329"/>
                <a:gd name="connsiteY5" fmla="*/ 69977 h 155684"/>
                <a:gd name="connsiteX6" fmla="*/ 37937 w 112329"/>
                <a:gd name="connsiteY6" fmla="*/ 110675 h 155684"/>
                <a:gd name="connsiteX7" fmla="*/ 69389 w 112329"/>
                <a:gd name="connsiteY7" fmla="*/ 97191 h 155684"/>
                <a:gd name="connsiteX8" fmla="*/ 60402 w 112329"/>
                <a:gd name="connsiteY8" fmla="*/ 132986 h 155684"/>
                <a:gd name="connsiteX9" fmla="*/ 41182 w 112329"/>
                <a:gd name="connsiteY9" fmla="*/ 146961 h 155684"/>
                <a:gd name="connsiteX10" fmla="*/ 34692 w 112329"/>
                <a:gd name="connsiteY10" fmla="*/ 152355 h 155684"/>
                <a:gd name="connsiteX11" fmla="*/ 38436 w 112329"/>
                <a:gd name="connsiteY11" fmla="*/ 155787 h 155684"/>
                <a:gd name="connsiteX12" fmla="*/ 64396 w 112329"/>
                <a:gd name="connsiteY12" fmla="*/ 154806 h 155684"/>
                <a:gd name="connsiteX13" fmla="*/ 91106 w 112329"/>
                <a:gd name="connsiteY13" fmla="*/ 155787 h 155684"/>
                <a:gd name="connsiteX14" fmla="*/ 96098 w 112329"/>
                <a:gd name="connsiteY14" fmla="*/ 150393 h 155684"/>
                <a:gd name="connsiteX15" fmla="*/ 89608 w 112329"/>
                <a:gd name="connsiteY15" fmla="*/ 146961 h 155684"/>
                <a:gd name="connsiteX16" fmla="*/ 77377 w 112329"/>
                <a:gd name="connsiteY16" fmla="*/ 144019 h 155684"/>
                <a:gd name="connsiteX17" fmla="*/ 78625 w 112329"/>
                <a:gd name="connsiteY17" fmla="*/ 138625 h 155684"/>
                <a:gd name="connsiteX18" fmla="*/ 112074 w 112329"/>
                <a:gd name="connsiteY18" fmla="*/ 7213 h 155684"/>
                <a:gd name="connsiteX19" fmla="*/ 74381 w 112329"/>
                <a:gd name="connsiteY19" fmla="*/ 77332 h 155684"/>
                <a:gd name="connsiteX20" fmla="*/ 69888 w 112329"/>
                <a:gd name="connsiteY20" fmla="*/ 85913 h 155684"/>
                <a:gd name="connsiteX21" fmla="*/ 38685 w 112329"/>
                <a:gd name="connsiteY21" fmla="*/ 103810 h 155684"/>
                <a:gd name="connsiteX22" fmla="*/ 20463 w 112329"/>
                <a:gd name="connsiteY22" fmla="*/ 80029 h 155684"/>
                <a:gd name="connsiteX23" fmla="*/ 33443 w 112329"/>
                <a:gd name="connsiteY23" fmla="*/ 30259 h 155684"/>
                <a:gd name="connsiteX24" fmla="*/ 64646 w 112329"/>
                <a:gd name="connsiteY24" fmla="*/ 6968 h 155684"/>
                <a:gd name="connsiteX25" fmla="*/ 86862 w 112329"/>
                <a:gd name="connsiteY25" fmla="*/ 28298 h 155684"/>
                <a:gd name="connsiteX26" fmla="*/ 86113 w 112329"/>
                <a:gd name="connsiteY26" fmla="*/ 31975 h 155684"/>
                <a:gd name="connsiteX27" fmla="*/ 74381 w 112329"/>
                <a:gd name="connsiteY27" fmla="*/ 77332 h 155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2329" h="155684">
                  <a:moveTo>
                    <a:pt x="112074" y="7213"/>
                  </a:moveTo>
                  <a:cubicBezTo>
                    <a:pt x="112324" y="6232"/>
                    <a:pt x="112573" y="4761"/>
                    <a:pt x="112573" y="3535"/>
                  </a:cubicBezTo>
                  <a:cubicBezTo>
                    <a:pt x="112573" y="2064"/>
                    <a:pt x="111575" y="103"/>
                    <a:pt x="109328" y="103"/>
                  </a:cubicBezTo>
                  <a:cubicBezTo>
                    <a:pt x="106832" y="103"/>
                    <a:pt x="96348" y="8439"/>
                    <a:pt x="91356" y="16284"/>
                  </a:cubicBezTo>
                  <a:cubicBezTo>
                    <a:pt x="88859" y="11381"/>
                    <a:pt x="80622" y="103"/>
                    <a:pt x="64646" y="103"/>
                  </a:cubicBezTo>
                  <a:cubicBezTo>
                    <a:pt x="32695" y="103"/>
                    <a:pt x="244" y="34672"/>
                    <a:pt x="244" y="69977"/>
                  </a:cubicBezTo>
                  <a:cubicBezTo>
                    <a:pt x="244" y="93758"/>
                    <a:pt x="16469" y="110675"/>
                    <a:pt x="37937" y="110675"/>
                  </a:cubicBezTo>
                  <a:cubicBezTo>
                    <a:pt x="52165" y="110675"/>
                    <a:pt x="63897" y="101849"/>
                    <a:pt x="69389" y="97191"/>
                  </a:cubicBezTo>
                  <a:cubicBezTo>
                    <a:pt x="69139" y="97926"/>
                    <a:pt x="61401" y="128818"/>
                    <a:pt x="60402" y="132986"/>
                  </a:cubicBezTo>
                  <a:cubicBezTo>
                    <a:pt x="56908" y="146470"/>
                    <a:pt x="56658" y="146716"/>
                    <a:pt x="41182" y="146961"/>
                  </a:cubicBezTo>
                  <a:cubicBezTo>
                    <a:pt x="38186" y="146961"/>
                    <a:pt x="34692" y="146961"/>
                    <a:pt x="34692" y="152355"/>
                  </a:cubicBezTo>
                  <a:cubicBezTo>
                    <a:pt x="34692" y="153826"/>
                    <a:pt x="35940" y="155787"/>
                    <a:pt x="38436" y="155787"/>
                  </a:cubicBezTo>
                  <a:cubicBezTo>
                    <a:pt x="46673" y="155787"/>
                    <a:pt x="55909" y="154806"/>
                    <a:pt x="64396" y="154806"/>
                  </a:cubicBezTo>
                  <a:cubicBezTo>
                    <a:pt x="72884" y="154806"/>
                    <a:pt x="83368" y="155787"/>
                    <a:pt x="91106" y="155787"/>
                  </a:cubicBezTo>
                  <a:cubicBezTo>
                    <a:pt x="93352" y="155787"/>
                    <a:pt x="96098" y="155051"/>
                    <a:pt x="96098" y="150393"/>
                  </a:cubicBezTo>
                  <a:cubicBezTo>
                    <a:pt x="96098" y="146961"/>
                    <a:pt x="92604" y="146961"/>
                    <a:pt x="89608" y="146961"/>
                  </a:cubicBezTo>
                  <a:cubicBezTo>
                    <a:pt x="84117" y="146961"/>
                    <a:pt x="77377" y="146961"/>
                    <a:pt x="77377" y="144019"/>
                  </a:cubicBezTo>
                  <a:cubicBezTo>
                    <a:pt x="77377" y="143283"/>
                    <a:pt x="77377" y="142793"/>
                    <a:pt x="78625" y="138625"/>
                  </a:cubicBezTo>
                  <a:lnTo>
                    <a:pt x="112074" y="7213"/>
                  </a:lnTo>
                  <a:close/>
                  <a:moveTo>
                    <a:pt x="74381" y="77332"/>
                  </a:moveTo>
                  <a:cubicBezTo>
                    <a:pt x="73133" y="81500"/>
                    <a:pt x="73133" y="81990"/>
                    <a:pt x="69888" y="85913"/>
                  </a:cubicBezTo>
                  <a:cubicBezTo>
                    <a:pt x="60153" y="97191"/>
                    <a:pt x="48421" y="103810"/>
                    <a:pt x="38685" y="103810"/>
                  </a:cubicBezTo>
                  <a:cubicBezTo>
                    <a:pt x="29449" y="103810"/>
                    <a:pt x="20463" y="97436"/>
                    <a:pt x="20463" y="80029"/>
                  </a:cubicBezTo>
                  <a:cubicBezTo>
                    <a:pt x="20463" y="67035"/>
                    <a:pt x="27702" y="40066"/>
                    <a:pt x="33443" y="30259"/>
                  </a:cubicBezTo>
                  <a:cubicBezTo>
                    <a:pt x="44926" y="10645"/>
                    <a:pt x="57657" y="6968"/>
                    <a:pt x="64646" y="6968"/>
                  </a:cubicBezTo>
                  <a:cubicBezTo>
                    <a:pt x="82120" y="6968"/>
                    <a:pt x="86862" y="25846"/>
                    <a:pt x="86862" y="28298"/>
                  </a:cubicBezTo>
                  <a:cubicBezTo>
                    <a:pt x="86862" y="29523"/>
                    <a:pt x="86363" y="30994"/>
                    <a:pt x="86113" y="31975"/>
                  </a:cubicBezTo>
                  <a:lnTo>
                    <a:pt x="74381" y="7733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8B955AC1-85BF-74B4-8207-DA1C8FC979E5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1754437" y="8372815"/>
              <a:ext cx="178300" cy="203142"/>
            </a:xfrm>
            <a:custGeom>
              <a:avLst/>
              <a:gdLst>
                <a:gd name="connsiteX0" fmla="*/ 166071 w 178300"/>
                <a:gd name="connsiteY0" fmla="*/ 108677 h 203142"/>
                <a:gd name="connsiteX1" fmla="*/ 178552 w 178300"/>
                <a:gd name="connsiteY1" fmla="*/ 101672 h 203142"/>
                <a:gd name="connsiteX2" fmla="*/ 166071 w 178300"/>
                <a:gd name="connsiteY2" fmla="*/ 94668 h 203142"/>
                <a:gd name="connsiteX3" fmla="*/ 14872 w 178300"/>
                <a:gd name="connsiteY3" fmla="*/ 94668 h 203142"/>
                <a:gd name="connsiteX4" fmla="*/ 110441 w 178300"/>
                <a:gd name="connsiteY4" fmla="*/ 14111 h 203142"/>
                <a:gd name="connsiteX5" fmla="*/ 166071 w 178300"/>
                <a:gd name="connsiteY5" fmla="*/ 14111 h 203142"/>
                <a:gd name="connsiteX6" fmla="*/ 178552 w 178300"/>
                <a:gd name="connsiteY6" fmla="*/ 7106 h 203142"/>
                <a:gd name="connsiteX7" fmla="*/ 166071 w 178300"/>
                <a:gd name="connsiteY7" fmla="*/ 101 h 203142"/>
                <a:gd name="connsiteX8" fmla="*/ 109728 w 178300"/>
                <a:gd name="connsiteY8" fmla="*/ 101 h 203142"/>
                <a:gd name="connsiteX9" fmla="*/ 251 w 178300"/>
                <a:gd name="connsiteY9" fmla="*/ 101672 h 203142"/>
                <a:gd name="connsiteX10" fmla="*/ 109728 w 178300"/>
                <a:gd name="connsiteY10" fmla="*/ 203244 h 203142"/>
                <a:gd name="connsiteX11" fmla="*/ 166071 w 178300"/>
                <a:gd name="connsiteY11" fmla="*/ 203244 h 203142"/>
                <a:gd name="connsiteX12" fmla="*/ 178552 w 178300"/>
                <a:gd name="connsiteY12" fmla="*/ 196239 h 203142"/>
                <a:gd name="connsiteX13" fmla="*/ 166071 w 178300"/>
                <a:gd name="connsiteY13" fmla="*/ 189234 h 203142"/>
                <a:gd name="connsiteX14" fmla="*/ 110441 w 178300"/>
                <a:gd name="connsiteY14" fmla="*/ 189234 h 203142"/>
                <a:gd name="connsiteX15" fmla="*/ 14872 w 178300"/>
                <a:gd name="connsiteY15" fmla="*/ 108677 h 203142"/>
                <a:gd name="connsiteX16" fmla="*/ 166071 w 178300"/>
                <a:gd name="connsiteY16" fmla="*/ 108677 h 203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8300" h="203142">
                  <a:moveTo>
                    <a:pt x="166071" y="108677"/>
                  </a:moveTo>
                  <a:cubicBezTo>
                    <a:pt x="172133" y="108677"/>
                    <a:pt x="178552" y="108677"/>
                    <a:pt x="178552" y="101672"/>
                  </a:cubicBezTo>
                  <a:cubicBezTo>
                    <a:pt x="178552" y="94668"/>
                    <a:pt x="172133" y="94668"/>
                    <a:pt x="166071" y="94668"/>
                  </a:cubicBezTo>
                  <a:lnTo>
                    <a:pt x="14872" y="94668"/>
                  </a:lnTo>
                  <a:cubicBezTo>
                    <a:pt x="19151" y="47735"/>
                    <a:pt x="60160" y="14111"/>
                    <a:pt x="110441" y="14111"/>
                  </a:cubicBezTo>
                  <a:lnTo>
                    <a:pt x="166071" y="14111"/>
                  </a:lnTo>
                  <a:cubicBezTo>
                    <a:pt x="172133" y="14111"/>
                    <a:pt x="178552" y="14111"/>
                    <a:pt x="178552" y="7106"/>
                  </a:cubicBezTo>
                  <a:cubicBezTo>
                    <a:pt x="178552" y="101"/>
                    <a:pt x="172133" y="101"/>
                    <a:pt x="166071" y="101"/>
                  </a:cubicBezTo>
                  <a:lnTo>
                    <a:pt x="109728" y="101"/>
                  </a:lnTo>
                  <a:cubicBezTo>
                    <a:pt x="48749" y="101"/>
                    <a:pt x="251" y="45633"/>
                    <a:pt x="251" y="101672"/>
                  </a:cubicBezTo>
                  <a:cubicBezTo>
                    <a:pt x="251" y="157712"/>
                    <a:pt x="48749" y="203244"/>
                    <a:pt x="109728" y="203244"/>
                  </a:cubicBezTo>
                  <a:lnTo>
                    <a:pt x="166071" y="203244"/>
                  </a:lnTo>
                  <a:cubicBezTo>
                    <a:pt x="172133" y="203244"/>
                    <a:pt x="178552" y="203244"/>
                    <a:pt x="178552" y="196239"/>
                  </a:cubicBezTo>
                  <a:cubicBezTo>
                    <a:pt x="178552" y="189234"/>
                    <a:pt x="172133" y="189234"/>
                    <a:pt x="166071" y="189234"/>
                  </a:cubicBezTo>
                  <a:lnTo>
                    <a:pt x="110441" y="189234"/>
                  </a:lnTo>
                  <a:cubicBezTo>
                    <a:pt x="60160" y="189234"/>
                    <a:pt x="19151" y="155610"/>
                    <a:pt x="14872" y="108677"/>
                  </a:cubicBezTo>
                  <a:lnTo>
                    <a:pt x="166071" y="108677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FFF45802-FAA9-1066-D9B9-B07F96CB6143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2067334" y="8322029"/>
              <a:ext cx="244985" cy="239918"/>
            </a:xfrm>
            <a:custGeom>
              <a:avLst/>
              <a:gdLst>
                <a:gd name="connsiteX0" fmla="*/ 90124 w 244985"/>
                <a:gd name="connsiteY0" fmla="*/ 130042 h 239918"/>
                <a:gd name="connsiteX1" fmla="*/ 102962 w 244985"/>
                <a:gd name="connsiteY1" fmla="*/ 130042 h 239918"/>
                <a:gd name="connsiteX2" fmla="*/ 156452 w 244985"/>
                <a:gd name="connsiteY2" fmla="*/ 211299 h 239918"/>
                <a:gd name="connsiteX3" fmla="*/ 172499 w 244985"/>
                <a:gd name="connsiteY3" fmla="*/ 235817 h 239918"/>
                <a:gd name="connsiteX4" fmla="*/ 184267 w 244985"/>
                <a:gd name="connsiteY4" fmla="*/ 240019 h 239918"/>
                <a:gd name="connsiteX5" fmla="*/ 233478 w 244985"/>
                <a:gd name="connsiteY5" fmla="*/ 240019 h 239918"/>
                <a:gd name="connsiteX6" fmla="*/ 245246 w 244985"/>
                <a:gd name="connsiteY6" fmla="*/ 233715 h 239918"/>
                <a:gd name="connsiteX7" fmla="*/ 239897 w 244985"/>
                <a:gd name="connsiteY7" fmla="*/ 227761 h 239918"/>
                <a:gd name="connsiteX8" fmla="*/ 200671 w 244985"/>
                <a:gd name="connsiteY8" fmla="*/ 190635 h 239918"/>
                <a:gd name="connsiteX9" fmla="*/ 156452 w 244985"/>
                <a:gd name="connsiteY9" fmla="*/ 126190 h 239918"/>
                <a:gd name="connsiteX10" fmla="*/ 218857 w 244985"/>
                <a:gd name="connsiteY10" fmla="*/ 65597 h 239918"/>
                <a:gd name="connsiteX11" fmla="*/ 124358 w 244985"/>
                <a:gd name="connsiteY11" fmla="*/ 101 h 239918"/>
                <a:gd name="connsiteX12" fmla="*/ 12385 w 244985"/>
                <a:gd name="connsiteY12" fmla="*/ 101 h 239918"/>
                <a:gd name="connsiteX13" fmla="*/ 260 w 244985"/>
                <a:gd name="connsiteY13" fmla="*/ 6406 h 239918"/>
                <a:gd name="connsiteX14" fmla="*/ 9889 w 244985"/>
                <a:gd name="connsiteY14" fmla="*/ 12360 h 239918"/>
                <a:gd name="connsiteX15" fmla="*/ 31998 w 244985"/>
                <a:gd name="connsiteY15" fmla="*/ 32324 h 239918"/>
                <a:gd name="connsiteX16" fmla="*/ 31998 w 244985"/>
                <a:gd name="connsiteY16" fmla="*/ 207797 h 239918"/>
                <a:gd name="connsiteX17" fmla="*/ 9889 w 244985"/>
                <a:gd name="connsiteY17" fmla="*/ 227761 h 239918"/>
                <a:gd name="connsiteX18" fmla="*/ 260 w 244985"/>
                <a:gd name="connsiteY18" fmla="*/ 233715 h 239918"/>
                <a:gd name="connsiteX19" fmla="*/ 12385 w 244985"/>
                <a:gd name="connsiteY19" fmla="*/ 240019 h 239918"/>
                <a:gd name="connsiteX20" fmla="*/ 110094 w 244985"/>
                <a:gd name="connsiteY20" fmla="*/ 240019 h 239918"/>
                <a:gd name="connsiteX21" fmla="*/ 121862 w 244985"/>
                <a:gd name="connsiteY21" fmla="*/ 233715 h 239918"/>
                <a:gd name="connsiteX22" fmla="*/ 111877 w 244985"/>
                <a:gd name="connsiteY22" fmla="*/ 227761 h 239918"/>
                <a:gd name="connsiteX23" fmla="*/ 90124 w 244985"/>
                <a:gd name="connsiteY23" fmla="*/ 207797 h 239918"/>
                <a:gd name="connsiteX24" fmla="*/ 90124 w 244985"/>
                <a:gd name="connsiteY24" fmla="*/ 130042 h 239918"/>
                <a:gd name="connsiteX25" fmla="*/ 158948 w 244985"/>
                <a:gd name="connsiteY25" fmla="*/ 112880 h 239918"/>
                <a:gd name="connsiteX26" fmla="*/ 170003 w 244985"/>
                <a:gd name="connsiteY26" fmla="*/ 65947 h 239918"/>
                <a:gd name="connsiteX27" fmla="*/ 156452 w 244985"/>
                <a:gd name="connsiteY27" fmla="*/ 16212 h 239918"/>
                <a:gd name="connsiteX28" fmla="*/ 206376 w 244985"/>
                <a:gd name="connsiteY28" fmla="*/ 65597 h 239918"/>
                <a:gd name="connsiteX29" fmla="*/ 158948 w 244985"/>
                <a:gd name="connsiteY29" fmla="*/ 112880 h 239918"/>
                <a:gd name="connsiteX30" fmla="*/ 90124 w 244985"/>
                <a:gd name="connsiteY30" fmla="*/ 31273 h 239918"/>
                <a:gd name="connsiteX31" fmla="*/ 112233 w 244985"/>
                <a:gd name="connsiteY31" fmla="*/ 12360 h 239918"/>
                <a:gd name="connsiteX32" fmla="*/ 157522 w 244985"/>
                <a:gd name="connsiteY32" fmla="*/ 65947 h 239918"/>
                <a:gd name="connsiteX33" fmla="*/ 90124 w 244985"/>
                <a:gd name="connsiteY33" fmla="*/ 117784 h 239918"/>
                <a:gd name="connsiteX34" fmla="*/ 90124 w 244985"/>
                <a:gd name="connsiteY34" fmla="*/ 31273 h 239918"/>
                <a:gd name="connsiteX35" fmla="*/ 41626 w 244985"/>
                <a:gd name="connsiteY35" fmla="*/ 227761 h 239918"/>
                <a:gd name="connsiteX36" fmla="*/ 44479 w 244985"/>
                <a:gd name="connsiteY36" fmla="*/ 208497 h 239918"/>
                <a:gd name="connsiteX37" fmla="*/ 44479 w 244985"/>
                <a:gd name="connsiteY37" fmla="*/ 31623 h 239918"/>
                <a:gd name="connsiteX38" fmla="*/ 41626 w 244985"/>
                <a:gd name="connsiteY38" fmla="*/ 12360 h 239918"/>
                <a:gd name="connsiteX39" fmla="*/ 82279 w 244985"/>
                <a:gd name="connsiteY39" fmla="*/ 12360 h 239918"/>
                <a:gd name="connsiteX40" fmla="*/ 77643 w 244985"/>
                <a:gd name="connsiteY40" fmla="*/ 30222 h 239918"/>
                <a:gd name="connsiteX41" fmla="*/ 77643 w 244985"/>
                <a:gd name="connsiteY41" fmla="*/ 208497 h 239918"/>
                <a:gd name="connsiteX42" fmla="*/ 80496 w 244985"/>
                <a:gd name="connsiteY42" fmla="*/ 227761 h 239918"/>
                <a:gd name="connsiteX43" fmla="*/ 41626 w 244985"/>
                <a:gd name="connsiteY43" fmla="*/ 227761 h 239918"/>
                <a:gd name="connsiteX44" fmla="*/ 117582 w 244985"/>
                <a:gd name="connsiteY44" fmla="*/ 130042 h 239918"/>
                <a:gd name="connsiteX45" fmla="*/ 124358 w 244985"/>
                <a:gd name="connsiteY45" fmla="*/ 129342 h 239918"/>
                <a:gd name="connsiteX46" fmla="*/ 142901 w 244985"/>
                <a:gd name="connsiteY46" fmla="*/ 127941 h 239918"/>
                <a:gd name="connsiteX47" fmla="*/ 216361 w 244985"/>
                <a:gd name="connsiteY47" fmla="*/ 227761 h 239918"/>
                <a:gd name="connsiteX48" fmla="*/ 181771 w 244985"/>
                <a:gd name="connsiteY48" fmla="*/ 227761 h 239918"/>
                <a:gd name="connsiteX49" fmla="*/ 117582 w 244985"/>
                <a:gd name="connsiteY49" fmla="*/ 130042 h 239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4985" h="239918">
                  <a:moveTo>
                    <a:pt x="90124" y="130042"/>
                  </a:moveTo>
                  <a:lnTo>
                    <a:pt x="102962" y="130042"/>
                  </a:lnTo>
                  <a:lnTo>
                    <a:pt x="156452" y="211299"/>
                  </a:lnTo>
                  <a:cubicBezTo>
                    <a:pt x="160018" y="216903"/>
                    <a:pt x="168576" y="230563"/>
                    <a:pt x="172499" y="235817"/>
                  </a:cubicBezTo>
                  <a:cubicBezTo>
                    <a:pt x="174995" y="240019"/>
                    <a:pt x="176065" y="240019"/>
                    <a:pt x="184267" y="240019"/>
                  </a:cubicBezTo>
                  <a:lnTo>
                    <a:pt x="233478" y="240019"/>
                  </a:lnTo>
                  <a:cubicBezTo>
                    <a:pt x="239897" y="240019"/>
                    <a:pt x="245246" y="240019"/>
                    <a:pt x="245246" y="233715"/>
                  </a:cubicBezTo>
                  <a:cubicBezTo>
                    <a:pt x="245246" y="230913"/>
                    <a:pt x="243106" y="228461"/>
                    <a:pt x="239897" y="227761"/>
                  </a:cubicBezTo>
                  <a:cubicBezTo>
                    <a:pt x="226703" y="224959"/>
                    <a:pt x="209229" y="201843"/>
                    <a:pt x="200671" y="190635"/>
                  </a:cubicBezTo>
                  <a:cubicBezTo>
                    <a:pt x="198174" y="187132"/>
                    <a:pt x="180344" y="164016"/>
                    <a:pt x="156452" y="126190"/>
                  </a:cubicBezTo>
                  <a:cubicBezTo>
                    <a:pt x="188190" y="120586"/>
                    <a:pt x="218857" y="107276"/>
                    <a:pt x="218857" y="65597"/>
                  </a:cubicBezTo>
                  <a:cubicBezTo>
                    <a:pt x="218857" y="16913"/>
                    <a:pt x="166437" y="101"/>
                    <a:pt x="124358" y="101"/>
                  </a:cubicBezTo>
                  <a:lnTo>
                    <a:pt x="12385" y="101"/>
                  </a:lnTo>
                  <a:cubicBezTo>
                    <a:pt x="5966" y="101"/>
                    <a:pt x="260" y="101"/>
                    <a:pt x="260" y="6406"/>
                  </a:cubicBezTo>
                  <a:cubicBezTo>
                    <a:pt x="260" y="12360"/>
                    <a:pt x="7036" y="12360"/>
                    <a:pt x="9889" y="12360"/>
                  </a:cubicBezTo>
                  <a:cubicBezTo>
                    <a:pt x="30215" y="12360"/>
                    <a:pt x="31998" y="14811"/>
                    <a:pt x="31998" y="32324"/>
                  </a:cubicBezTo>
                  <a:lnTo>
                    <a:pt x="31998" y="207797"/>
                  </a:lnTo>
                  <a:cubicBezTo>
                    <a:pt x="31998" y="225309"/>
                    <a:pt x="30215" y="227761"/>
                    <a:pt x="9889" y="227761"/>
                  </a:cubicBezTo>
                  <a:cubicBezTo>
                    <a:pt x="7036" y="227761"/>
                    <a:pt x="260" y="227761"/>
                    <a:pt x="260" y="233715"/>
                  </a:cubicBezTo>
                  <a:cubicBezTo>
                    <a:pt x="260" y="240019"/>
                    <a:pt x="5966" y="240019"/>
                    <a:pt x="12385" y="240019"/>
                  </a:cubicBezTo>
                  <a:lnTo>
                    <a:pt x="110094" y="240019"/>
                  </a:lnTo>
                  <a:cubicBezTo>
                    <a:pt x="116513" y="240019"/>
                    <a:pt x="121862" y="240019"/>
                    <a:pt x="121862" y="233715"/>
                  </a:cubicBezTo>
                  <a:cubicBezTo>
                    <a:pt x="121862" y="227761"/>
                    <a:pt x="115799" y="227761"/>
                    <a:pt x="111877" y="227761"/>
                  </a:cubicBezTo>
                  <a:cubicBezTo>
                    <a:pt x="91550" y="227761"/>
                    <a:pt x="90124" y="224959"/>
                    <a:pt x="90124" y="207797"/>
                  </a:cubicBezTo>
                  <a:lnTo>
                    <a:pt x="90124" y="130042"/>
                  </a:lnTo>
                  <a:close/>
                  <a:moveTo>
                    <a:pt x="158948" y="112880"/>
                  </a:moveTo>
                  <a:cubicBezTo>
                    <a:pt x="168933" y="99921"/>
                    <a:pt x="170003" y="81358"/>
                    <a:pt x="170003" y="65947"/>
                  </a:cubicBezTo>
                  <a:cubicBezTo>
                    <a:pt x="170003" y="49136"/>
                    <a:pt x="167863" y="30573"/>
                    <a:pt x="156452" y="16212"/>
                  </a:cubicBezTo>
                  <a:cubicBezTo>
                    <a:pt x="171073" y="19365"/>
                    <a:pt x="206376" y="30222"/>
                    <a:pt x="206376" y="65597"/>
                  </a:cubicBezTo>
                  <a:cubicBezTo>
                    <a:pt x="206376" y="88363"/>
                    <a:pt x="195678" y="106226"/>
                    <a:pt x="158948" y="112880"/>
                  </a:cubicBezTo>
                  <a:close/>
                  <a:moveTo>
                    <a:pt x="90124" y="31273"/>
                  </a:moveTo>
                  <a:cubicBezTo>
                    <a:pt x="90124" y="23918"/>
                    <a:pt x="90124" y="12360"/>
                    <a:pt x="112233" y="12360"/>
                  </a:cubicBezTo>
                  <a:cubicBezTo>
                    <a:pt x="142545" y="12360"/>
                    <a:pt x="157522" y="24618"/>
                    <a:pt x="157522" y="65947"/>
                  </a:cubicBezTo>
                  <a:cubicBezTo>
                    <a:pt x="157522" y="111129"/>
                    <a:pt x="146467" y="117784"/>
                    <a:pt x="90124" y="117784"/>
                  </a:cubicBezTo>
                  <a:lnTo>
                    <a:pt x="90124" y="31273"/>
                  </a:lnTo>
                  <a:close/>
                  <a:moveTo>
                    <a:pt x="41626" y="227761"/>
                  </a:moveTo>
                  <a:cubicBezTo>
                    <a:pt x="44479" y="221456"/>
                    <a:pt x="44479" y="211650"/>
                    <a:pt x="44479" y="208497"/>
                  </a:cubicBezTo>
                  <a:lnTo>
                    <a:pt x="44479" y="31623"/>
                  </a:lnTo>
                  <a:cubicBezTo>
                    <a:pt x="44479" y="28121"/>
                    <a:pt x="44479" y="18664"/>
                    <a:pt x="41626" y="12360"/>
                  </a:cubicBezTo>
                  <a:lnTo>
                    <a:pt x="82279" y="12360"/>
                  </a:lnTo>
                  <a:cubicBezTo>
                    <a:pt x="77643" y="17964"/>
                    <a:pt x="77643" y="24969"/>
                    <a:pt x="77643" y="30222"/>
                  </a:cubicBezTo>
                  <a:lnTo>
                    <a:pt x="77643" y="208497"/>
                  </a:lnTo>
                  <a:cubicBezTo>
                    <a:pt x="77643" y="212000"/>
                    <a:pt x="77643" y="221456"/>
                    <a:pt x="80496" y="227761"/>
                  </a:cubicBezTo>
                  <a:lnTo>
                    <a:pt x="41626" y="227761"/>
                  </a:lnTo>
                  <a:close/>
                  <a:moveTo>
                    <a:pt x="117582" y="130042"/>
                  </a:moveTo>
                  <a:cubicBezTo>
                    <a:pt x="120079" y="129692"/>
                    <a:pt x="121505" y="129342"/>
                    <a:pt x="124358" y="129342"/>
                  </a:cubicBezTo>
                  <a:cubicBezTo>
                    <a:pt x="129707" y="129342"/>
                    <a:pt x="137552" y="128641"/>
                    <a:pt x="142901" y="127941"/>
                  </a:cubicBezTo>
                  <a:cubicBezTo>
                    <a:pt x="148250" y="136347"/>
                    <a:pt x="186763" y="198690"/>
                    <a:pt x="216361" y="227761"/>
                  </a:cubicBezTo>
                  <a:lnTo>
                    <a:pt x="181771" y="227761"/>
                  </a:lnTo>
                  <a:lnTo>
                    <a:pt x="117582" y="13004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63ED5789-E741-ADEF-6632-6FDF6F3D3E97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2334402" y="8247184"/>
              <a:ext cx="128305" cy="172601"/>
            </a:xfrm>
            <a:custGeom>
              <a:avLst/>
              <a:gdLst>
                <a:gd name="connsiteX0" fmla="*/ 127574 w 128305"/>
                <a:gd name="connsiteY0" fmla="*/ 7452 h 172601"/>
                <a:gd name="connsiteX1" fmla="*/ 128573 w 128305"/>
                <a:gd name="connsiteY1" fmla="*/ 3530 h 172601"/>
                <a:gd name="connsiteX2" fmla="*/ 124579 w 128305"/>
                <a:gd name="connsiteY2" fmla="*/ 97 h 172601"/>
                <a:gd name="connsiteX3" fmla="*/ 92627 w 128305"/>
                <a:gd name="connsiteY3" fmla="*/ 2549 h 172601"/>
                <a:gd name="connsiteX4" fmla="*/ 87136 w 128305"/>
                <a:gd name="connsiteY4" fmla="*/ 8188 h 172601"/>
                <a:gd name="connsiteX5" fmla="*/ 93626 w 128305"/>
                <a:gd name="connsiteY5" fmla="*/ 11620 h 172601"/>
                <a:gd name="connsiteX6" fmla="*/ 105608 w 128305"/>
                <a:gd name="connsiteY6" fmla="*/ 15298 h 172601"/>
                <a:gd name="connsiteX7" fmla="*/ 104609 w 128305"/>
                <a:gd name="connsiteY7" fmla="*/ 20692 h 172601"/>
                <a:gd name="connsiteX8" fmla="*/ 90381 w 128305"/>
                <a:gd name="connsiteY8" fmla="*/ 76591 h 172601"/>
                <a:gd name="connsiteX9" fmla="*/ 64670 w 128305"/>
                <a:gd name="connsiteY9" fmla="*/ 62126 h 172601"/>
                <a:gd name="connsiteX10" fmla="*/ 268 w 128305"/>
                <a:gd name="connsiteY10" fmla="*/ 132000 h 172601"/>
                <a:gd name="connsiteX11" fmla="*/ 37960 w 128305"/>
                <a:gd name="connsiteY11" fmla="*/ 172698 h 172601"/>
                <a:gd name="connsiteX12" fmla="*/ 73407 w 128305"/>
                <a:gd name="connsiteY12" fmla="*/ 155536 h 172601"/>
                <a:gd name="connsiteX13" fmla="*/ 99118 w 128305"/>
                <a:gd name="connsiteY13" fmla="*/ 172698 h 172601"/>
                <a:gd name="connsiteX14" fmla="*/ 118838 w 128305"/>
                <a:gd name="connsiteY14" fmla="*/ 159704 h 172601"/>
                <a:gd name="connsiteX15" fmla="*/ 127574 w 128305"/>
                <a:gd name="connsiteY15" fmla="*/ 135187 h 172601"/>
                <a:gd name="connsiteX16" fmla="*/ 123580 w 128305"/>
                <a:gd name="connsiteY16" fmla="*/ 132000 h 172601"/>
                <a:gd name="connsiteX17" fmla="*/ 118089 w 128305"/>
                <a:gd name="connsiteY17" fmla="*/ 139600 h 172601"/>
                <a:gd name="connsiteX18" fmla="*/ 99866 w 128305"/>
                <a:gd name="connsiteY18" fmla="*/ 165833 h 172601"/>
                <a:gd name="connsiteX19" fmla="*/ 91629 w 128305"/>
                <a:gd name="connsiteY19" fmla="*/ 153820 h 172601"/>
                <a:gd name="connsiteX20" fmla="*/ 92877 w 128305"/>
                <a:gd name="connsiteY20" fmla="*/ 143768 h 172601"/>
                <a:gd name="connsiteX21" fmla="*/ 127574 w 128305"/>
                <a:gd name="connsiteY21" fmla="*/ 7452 h 172601"/>
                <a:gd name="connsiteX22" fmla="*/ 74405 w 128305"/>
                <a:gd name="connsiteY22" fmla="*/ 139600 h 172601"/>
                <a:gd name="connsiteX23" fmla="*/ 61674 w 128305"/>
                <a:gd name="connsiteY23" fmla="*/ 156026 h 172601"/>
                <a:gd name="connsiteX24" fmla="*/ 38709 w 128305"/>
                <a:gd name="connsiteY24" fmla="*/ 165833 h 172601"/>
                <a:gd name="connsiteX25" fmla="*/ 20487 w 128305"/>
                <a:gd name="connsiteY25" fmla="*/ 142052 h 172601"/>
                <a:gd name="connsiteX26" fmla="*/ 33467 w 128305"/>
                <a:gd name="connsiteY26" fmla="*/ 92282 h 172601"/>
                <a:gd name="connsiteX27" fmla="*/ 64670 w 128305"/>
                <a:gd name="connsiteY27" fmla="*/ 68990 h 172601"/>
                <a:gd name="connsiteX28" fmla="*/ 86886 w 128305"/>
                <a:gd name="connsiteY28" fmla="*/ 90320 h 172601"/>
                <a:gd name="connsiteX29" fmla="*/ 86137 w 128305"/>
                <a:gd name="connsiteY29" fmla="*/ 93753 h 172601"/>
                <a:gd name="connsiteX30" fmla="*/ 74405 w 128305"/>
                <a:gd name="connsiteY30" fmla="*/ 139600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74" y="7452"/>
                  </a:moveTo>
                  <a:cubicBezTo>
                    <a:pt x="127824" y="6962"/>
                    <a:pt x="128573" y="3775"/>
                    <a:pt x="128573" y="3530"/>
                  </a:cubicBezTo>
                  <a:cubicBezTo>
                    <a:pt x="128573" y="2304"/>
                    <a:pt x="127574" y="97"/>
                    <a:pt x="124579" y="97"/>
                  </a:cubicBezTo>
                  <a:cubicBezTo>
                    <a:pt x="119587" y="97"/>
                    <a:pt x="98868" y="2058"/>
                    <a:pt x="92627" y="2549"/>
                  </a:cubicBezTo>
                  <a:cubicBezTo>
                    <a:pt x="90630" y="2794"/>
                    <a:pt x="87136" y="3039"/>
                    <a:pt x="87136" y="8188"/>
                  </a:cubicBezTo>
                  <a:cubicBezTo>
                    <a:pt x="87136" y="11620"/>
                    <a:pt x="90630" y="11620"/>
                    <a:pt x="93626" y="11620"/>
                  </a:cubicBezTo>
                  <a:cubicBezTo>
                    <a:pt x="105608" y="11620"/>
                    <a:pt x="105608" y="13336"/>
                    <a:pt x="105608" y="15298"/>
                  </a:cubicBezTo>
                  <a:cubicBezTo>
                    <a:pt x="105608" y="17014"/>
                    <a:pt x="105108" y="18485"/>
                    <a:pt x="104609" y="20692"/>
                  </a:cubicBezTo>
                  <a:lnTo>
                    <a:pt x="90381" y="76591"/>
                  </a:lnTo>
                  <a:cubicBezTo>
                    <a:pt x="85139" y="68500"/>
                    <a:pt x="76652" y="62126"/>
                    <a:pt x="64670" y="62126"/>
                  </a:cubicBezTo>
                  <a:cubicBezTo>
                    <a:pt x="32718" y="62126"/>
                    <a:pt x="268" y="96695"/>
                    <a:pt x="268" y="132000"/>
                  </a:cubicBezTo>
                  <a:cubicBezTo>
                    <a:pt x="268" y="155781"/>
                    <a:pt x="16493" y="172698"/>
                    <a:pt x="37960" y="172698"/>
                  </a:cubicBezTo>
                  <a:cubicBezTo>
                    <a:pt x="51440" y="172698"/>
                    <a:pt x="63422" y="165098"/>
                    <a:pt x="73407" y="155536"/>
                  </a:cubicBezTo>
                  <a:cubicBezTo>
                    <a:pt x="78149" y="170246"/>
                    <a:pt x="92627" y="172698"/>
                    <a:pt x="99118" y="172698"/>
                  </a:cubicBezTo>
                  <a:cubicBezTo>
                    <a:pt x="108104" y="172698"/>
                    <a:pt x="114344" y="167304"/>
                    <a:pt x="118838" y="159704"/>
                  </a:cubicBezTo>
                  <a:cubicBezTo>
                    <a:pt x="124329" y="150142"/>
                    <a:pt x="127574" y="136168"/>
                    <a:pt x="127574" y="135187"/>
                  </a:cubicBezTo>
                  <a:cubicBezTo>
                    <a:pt x="127574" y="132000"/>
                    <a:pt x="124329" y="132000"/>
                    <a:pt x="123580" y="132000"/>
                  </a:cubicBezTo>
                  <a:cubicBezTo>
                    <a:pt x="120086" y="132000"/>
                    <a:pt x="119836" y="132980"/>
                    <a:pt x="118089" y="139600"/>
                  </a:cubicBezTo>
                  <a:cubicBezTo>
                    <a:pt x="115093" y="151368"/>
                    <a:pt x="110351" y="165833"/>
                    <a:pt x="99866" y="165833"/>
                  </a:cubicBezTo>
                  <a:cubicBezTo>
                    <a:pt x="93376" y="165833"/>
                    <a:pt x="91629" y="160440"/>
                    <a:pt x="91629" y="153820"/>
                  </a:cubicBezTo>
                  <a:cubicBezTo>
                    <a:pt x="91629" y="149162"/>
                    <a:pt x="92128" y="146955"/>
                    <a:pt x="92877" y="143768"/>
                  </a:cubicBezTo>
                  <a:lnTo>
                    <a:pt x="127574" y="7452"/>
                  </a:lnTo>
                  <a:close/>
                  <a:moveTo>
                    <a:pt x="74405" y="139600"/>
                  </a:moveTo>
                  <a:cubicBezTo>
                    <a:pt x="72658" y="146465"/>
                    <a:pt x="67166" y="151368"/>
                    <a:pt x="61674" y="156026"/>
                  </a:cubicBezTo>
                  <a:cubicBezTo>
                    <a:pt x="59428" y="157988"/>
                    <a:pt x="49443" y="165833"/>
                    <a:pt x="38709" y="165833"/>
                  </a:cubicBezTo>
                  <a:cubicBezTo>
                    <a:pt x="29473" y="165833"/>
                    <a:pt x="20487" y="159459"/>
                    <a:pt x="20487" y="142052"/>
                  </a:cubicBezTo>
                  <a:cubicBezTo>
                    <a:pt x="20487" y="129058"/>
                    <a:pt x="27726" y="102089"/>
                    <a:pt x="33467" y="92282"/>
                  </a:cubicBezTo>
                  <a:cubicBezTo>
                    <a:pt x="44950" y="72668"/>
                    <a:pt x="57680" y="68990"/>
                    <a:pt x="64670" y="68990"/>
                  </a:cubicBezTo>
                  <a:cubicBezTo>
                    <a:pt x="82143" y="68990"/>
                    <a:pt x="86886" y="87623"/>
                    <a:pt x="86886" y="90320"/>
                  </a:cubicBezTo>
                  <a:cubicBezTo>
                    <a:pt x="86886" y="91301"/>
                    <a:pt x="86387" y="93017"/>
                    <a:pt x="86137" y="93753"/>
                  </a:cubicBezTo>
                  <a:lnTo>
                    <a:pt x="74405" y="139600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A89D9065-05CB-1A19-60D1-6DFFFF4E474B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2483849" y="8335726"/>
              <a:ext cx="88793" cy="116631"/>
            </a:xfrm>
            <a:custGeom>
              <a:avLst/>
              <a:gdLst>
                <a:gd name="connsiteX0" fmla="*/ 89066 w 88793"/>
                <a:gd name="connsiteY0" fmla="*/ 82931 h 116631"/>
                <a:gd name="connsiteX1" fmla="*/ 81577 w 88793"/>
                <a:gd name="connsiteY1" fmla="*/ 82931 h 116631"/>
                <a:gd name="connsiteX2" fmla="*/ 76406 w 88793"/>
                <a:gd name="connsiteY2" fmla="*/ 98867 h 116631"/>
                <a:gd name="connsiteX3" fmla="*/ 57328 w 88793"/>
                <a:gd name="connsiteY3" fmla="*/ 99918 h 116631"/>
                <a:gd name="connsiteX4" fmla="*/ 22381 w 88793"/>
                <a:gd name="connsiteY4" fmla="*/ 99918 h 116631"/>
                <a:gd name="connsiteX5" fmla="*/ 58041 w 88793"/>
                <a:gd name="connsiteY5" fmla="*/ 74525 h 116631"/>
                <a:gd name="connsiteX6" fmla="*/ 89066 w 88793"/>
                <a:gd name="connsiteY6" fmla="*/ 34948 h 116631"/>
                <a:gd name="connsiteX7" fmla="*/ 41994 w 88793"/>
                <a:gd name="connsiteY7" fmla="*/ 98 h 116631"/>
                <a:gd name="connsiteX8" fmla="*/ 272 w 88793"/>
                <a:gd name="connsiteY8" fmla="*/ 30920 h 116631"/>
                <a:gd name="connsiteX9" fmla="*/ 10613 w 88793"/>
                <a:gd name="connsiteY9" fmla="*/ 41602 h 116631"/>
                <a:gd name="connsiteX10" fmla="*/ 21133 w 88793"/>
                <a:gd name="connsiteY10" fmla="*/ 31270 h 116631"/>
                <a:gd name="connsiteX11" fmla="*/ 10970 w 88793"/>
                <a:gd name="connsiteY11" fmla="*/ 20938 h 116631"/>
                <a:gd name="connsiteX12" fmla="*/ 38250 w 88793"/>
                <a:gd name="connsiteY12" fmla="*/ 7803 h 116631"/>
                <a:gd name="connsiteX13" fmla="*/ 69987 w 88793"/>
                <a:gd name="connsiteY13" fmla="*/ 35123 h 116631"/>
                <a:gd name="connsiteX14" fmla="*/ 45917 w 88793"/>
                <a:gd name="connsiteY14" fmla="*/ 72424 h 116631"/>
                <a:gd name="connsiteX15" fmla="*/ 2411 w 88793"/>
                <a:gd name="connsiteY15" fmla="*/ 108674 h 116631"/>
                <a:gd name="connsiteX16" fmla="*/ 272 w 88793"/>
                <a:gd name="connsiteY16" fmla="*/ 111476 h 116631"/>
                <a:gd name="connsiteX17" fmla="*/ 272 w 88793"/>
                <a:gd name="connsiteY17" fmla="*/ 116730 h 116631"/>
                <a:gd name="connsiteX18" fmla="*/ 83182 w 88793"/>
                <a:gd name="connsiteY18" fmla="*/ 116730 h 116631"/>
                <a:gd name="connsiteX19" fmla="*/ 89066 w 88793"/>
                <a:gd name="connsiteY19" fmla="*/ 82931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8793" h="116631">
                  <a:moveTo>
                    <a:pt x="89066" y="82931"/>
                  </a:moveTo>
                  <a:lnTo>
                    <a:pt x="81577" y="82931"/>
                  </a:lnTo>
                  <a:cubicBezTo>
                    <a:pt x="81042" y="86259"/>
                    <a:pt x="79259" y="97116"/>
                    <a:pt x="76406" y="98867"/>
                  </a:cubicBezTo>
                  <a:cubicBezTo>
                    <a:pt x="74980" y="99918"/>
                    <a:pt x="60002" y="99918"/>
                    <a:pt x="57328" y="99918"/>
                  </a:cubicBezTo>
                  <a:lnTo>
                    <a:pt x="22381" y="99918"/>
                  </a:lnTo>
                  <a:cubicBezTo>
                    <a:pt x="34149" y="91337"/>
                    <a:pt x="47343" y="81530"/>
                    <a:pt x="58041" y="74525"/>
                  </a:cubicBezTo>
                  <a:cubicBezTo>
                    <a:pt x="74088" y="63668"/>
                    <a:pt x="89066" y="53511"/>
                    <a:pt x="89066" y="34948"/>
                  </a:cubicBezTo>
                  <a:cubicBezTo>
                    <a:pt x="89066" y="12532"/>
                    <a:pt x="67491" y="98"/>
                    <a:pt x="41994" y="98"/>
                  </a:cubicBezTo>
                  <a:cubicBezTo>
                    <a:pt x="17923" y="98"/>
                    <a:pt x="272" y="13758"/>
                    <a:pt x="272" y="30920"/>
                  </a:cubicBezTo>
                  <a:cubicBezTo>
                    <a:pt x="272" y="40026"/>
                    <a:pt x="8117" y="41602"/>
                    <a:pt x="10613" y="41602"/>
                  </a:cubicBezTo>
                  <a:cubicBezTo>
                    <a:pt x="15427" y="41602"/>
                    <a:pt x="21133" y="38450"/>
                    <a:pt x="21133" y="31270"/>
                  </a:cubicBezTo>
                  <a:cubicBezTo>
                    <a:pt x="21133" y="24966"/>
                    <a:pt x="16497" y="21463"/>
                    <a:pt x="10970" y="20938"/>
                  </a:cubicBezTo>
                  <a:cubicBezTo>
                    <a:pt x="15962" y="13057"/>
                    <a:pt x="26304" y="7803"/>
                    <a:pt x="38250" y="7803"/>
                  </a:cubicBezTo>
                  <a:cubicBezTo>
                    <a:pt x="55545" y="7803"/>
                    <a:pt x="69987" y="17961"/>
                    <a:pt x="69987" y="35123"/>
                  </a:cubicBezTo>
                  <a:cubicBezTo>
                    <a:pt x="69987" y="49833"/>
                    <a:pt x="59646" y="61041"/>
                    <a:pt x="45917" y="72424"/>
                  </a:cubicBezTo>
                  <a:lnTo>
                    <a:pt x="2411" y="108674"/>
                  </a:lnTo>
                  <a:cubicBezTo>
                    <a:pt x="628" y="110250"/>
                    <a:pt x="450" y="110250"/>
                    <a:pt x="272" y="111476"/>
                  </a:cubicBezTo>
                  <a:lnTo>
                    <a:pt x="272" y="116730"/>
                  </a:lnTo>
                  <a:lnTo>
                    <a:pt x="83182" y="116730"/>
                  </a:lnTo>
                  <a:lnTo>
                    <a:pt x="89066" y="8293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9497D678-4C9E-1C1C-791F-99F2A6076156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2651232" y="8290335"/>
              <a:ext cx="133797" cy="131166"/>
            </a:xfrm>
            <a:custGeom>
              <a:avLst/>
              <a:gdLst>
                <a:gd name="connsiteX0" fmla="*/ 130578 w 133797"/>
                <a:gd name="connsiteY0" fmla="*/ 12111 h 131166"/>
                <a:gd name="connsiteX1" fmla="*/ 134073 w 133797"/>
                <a:gd name="connsiteY1" fmla="*/ 6226 h 131166"/>
                <a:gd name="connsiteX2" fmla="*/ 128082 w 133797"/>
                <a:gd name="connsiteY2" fmla="*/ 97 h 131166"/>
                <a:gd name="connsiteX3" fmla="*/ 121841 w 133797"/>
                <a:gd name="connsiteY3" fmla="*/ 3775 h 131166"/>
                <a:gd name="connsiteX4" fmla="*/ 67174 w 133797"/>
                <a:gd name="connsiteY4" fmla="*/ 57222 h 131166"/>
                <a:gd name="connsiteX5" fmla="*/ 12257 w 133797"/>
                <a:gd name="connsiteY5" fmla="*/ 3530 h 131166"/>
                <a:gd name="connsiteX6" fmla="*/ 6516 w 133797"/>
                <a:gd name="connsiteY6" fmla="*/ 97 h 131166"/>
                <a:gd name="connsiteX7" fmla="*/ 276 w 133797"/>
                <a:gd name="connsiteY7" fmla="*/ 6226 h 131166"/>
                <a:gd name="connsiteX8" fmla="*/ 4020 w 133797"/>
                <a:gd name="connsiteY8" fmla="*/ 12111 h 131166"/>
                <a:gd name="connsiteX9" fmla="*/ 58437 w 133797"/>
                <a:gd name="connsiteY9" fmla="*/ 65558 h 131166"/>
                <a:gd name="connsiteX10" fmla="*/ 4020 w 133797"/>
                <a:gd name="connsiteY10" fmla="*/ 119005 h 131166"/>
                <a:gd name="connsiteX11" fmla="*/ 276 w 133797"/>
                <a:gd name="connsiteY11" fmla="*/ 125135 h 131166"/>
                <a:gd name="connsiteX12" fmla="*/ 6516 w 133797"/>
                <a:gd name="connsiteY12" fmla="*/ 131264 h 131166"/>
                <a:gd name="connsiteX13" fmla="*/ 12257 w 133797"/>
                <a:gd name="connsiteY13" fmla="*/ 127832 h 131166"/>
                <a:gd name="connsiteX14" fmla="*/ 67174 w 133797"/>
                <a:gd name="connsiteY14" fmla="*/ 74139 h 131166"/>
                <a:gd name="connsiteX15" fmla="*/ 124088 w 133797"/>
                <a:gd name="connsiteY15" fmla="*/ 130038 h 131166"/>
                <a:gd name="connsiteX16" fmla="*/ 128082 w 133797"/>
                <a:gd name="connsiteY16" fmla="*/ 131264 h 131166"/>
                <a:gd name="connsiteX17" fmla="*/ 134073 w 133797"/>
                <a:gd name="connsiteY17" fmla="*/ 125135 h 131166"/>
                <a:gd name="connsiteX18" fmla="*/ 132824 w 133797"/>
                <a:gd name="connsiteY18" fmla="*/ 121948 h 131166"/>
                <a:gd name="connsiteX19" fmla="*/ 75911 w 133797"/>
                <a:gd name="connsiteY19" fmla="*/ 65803 h 131166"/>
                <a:gd name="connsiteX20" fmla="*/ 130578 w 133797"/>
                <a:gd name="connsiteY20" fmla="*/ 12111 h 1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3797" h="131166">
                  <a:moveTo>
                    <a:pt x="130578" y="12111"/>
                  </a:moveTo>
                  <a:cubicBezTo>
                    <a:pt x="133324" y="9414"/>
                    <a:pt x="134073" y="7943"/>
                    <a:pt x="134073" y="6226"/>
                  </a:cubicBezTo>
                  <a:cubicBezTo>
                    <a:pt x="134073" y="2304"/>
                    <a:pt x="130827" y="97"/>
                    <a:pt x="128082" y="97"/>
                  </a:cubicBezTo>
                  <a:cubicBezTo>
                    <a:pt x="125585" y="97"/>
                    <a:pt x="124837" y="833"/>
                    <a:pt x="121841" y="3775"/>
                  </a:cubicBezTo>
                  <a:lnTo>
                    <a:pt x="67174" y="57222"/>
                  </a:lnTo>
                  <a:lnTo>
                    <a:pt x="12257" y="3530"/>
                  </a:lnTo>
                  <a:cubicBezTo>
                    <a:pt x="9761" y="1078"/>
                    <a:pt x="8763" y="97"/>
                    <a:pt x="6516" y="97"/>
                  </a:cubicBezTo>
                  <a:cubicBezTo>
                    <a:pt x="3021" y="97"/>
                    <a:pt x="276" y="2794"/>
                    <a:pt x="276" y="6226"/>
                  </a:cubicBezTo>
                  <a:cubicBezTo>
                    <a:pt x="276" y="8433"/>
                    <a:pt x="1024" y="9168"/>
                    <a:pt x="4020" y="12111"/>
                  </a:cubicBezTo>
                  <a:lnTo>
                    <a:pt x="58437" y="65558"/>
                  </a:lnTo>
                  <a:lnTo>
                    <a:pt x="4020" y="119005"/>
                  </a:lnTo>
                  <a:cubicBezTo>
                    <a:pt x="525" y="122438"/>
                    <a:pt x="276" y="123664"/>
                    <a:pt x="276" y="125135"/>
                  </a:cubicBezTo>
                  <a:cubicBezTo>
                    <a:pt x="276" y="128567"/>
                    <a:pt x="3021" y="131264"/>
                    <a:pt x="6516" y="131264"/>
                  </a:cubicBezTo>
                  <a:cubicBezTo>
                    <a:pt x="8763" y="131264"/>
                    <a:pt x="9512" y="130529"/>
                    <a:pt x="12257" y="127832"/>
                  </a:cubicBezTo>
                  <a:lnTo>
                    <a:pt x="67174" y="74139"/>
                  </a:lnTo>
                  <a:lnTo>
                    <a:pt x="124088" y="130038"/>
                  </a:lnTo>
                  <a:cubicBezTo>
                    <a:pt x="125336" y="130774"/>
                    <a:pt x="126584" y="131264"/>
                    <a:pt x="128082" y="131264"/>
                  </a:cubicBezTo>
                  <a:cubicBezTo>
                    <a:pt x="130827" y="131264"/>
                    <a:pt x="134073" y="129058"/>
                    <a:pt x="134073" y="125135"/>
                  </a:cubicBezTo>
                  <a:cubicBezTo>
                    <a:pt x="134073" y="123173"/>
                    <a:pt x="133573" y="122683"/>
                    <a:pt x="132824" y="121948"/>
                  </a:cubicBezTo>
                  <a:cubicBezTo>
                    <a:pt x="132325" y="120967"/>
                    <a:pt x="83899" y="73403"/>
                    <a:pt x="75911" y="65803"/>
                  </a:cubicBezTo>
                  <a:lnTo>
                    <a:pt x="130578" y="1211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1EA6FC2-FE81-914F-B6EE-D16CB9FBC4D4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2844903" y="8247184"/>
              <a:ext cx="128305" cy="172601"/>
            </a:xfrm>
            <a:custGeom>
              <a:avLst/>
              <a:gdLst>
                <a:gd name="connsiteX0" fmla="*/ 127589 w 128305"/>
                <a:gd name="connsiteY0" fmla="*/ 7452 h 172601"/>
                <a:gd name="connsiteX1" fmla="*/ 128587 w 128305"/>
                <a:gd name="connsiteY1" fmla="*/ 3530 h 172601"/>
                <a:gd name="connsiteX2" fmla="*/ 124593 w 128305"/>
                <a:gd name="connsiteY2" fmla="*/ 97 h 172601"/>
                <a:gd name="connsiteX3" fmla="*/ 92642 w 128305"/>
                <a:gd name="connsiteY3" fmla="*/ 2549 h 172601"/>
                <a:gd name="connsiteX4" fmla="*/ 87150 w 128305"/>
                <a:gd name="connsiteY4" fmla="*/ 8188 h 172601"/>
                <a:gd name="connsiteX5" fmla="*/ 93640 w 128305"/>
                <a:gd name="connsiteY5" fmla="*/ 11620 h 172601"/>
                <a:gd name="connsiteX6" fmla="*/ 105622 w 128305"/>
                <a:gd name="connsiteY6" fmla="*/ 15298 h 172601"/>
                <a:gd name="connsiteX7" fmla="*/ 104623 w 128305"/>
                <a:gd name="connsiteY7" fmla="*/ 20692 h 172601"/>
                <a:gd name="connsiteX8" fmla="*/ 90395 w 128305"/>
                <a:gd name="connsiteY8" fmla="*/ 76591 h 172601"/>
                <a:gd name="connsiteX9" fmla="*/ 64684 w 128305"/>
                <a:gd name="connsiteY9" fmla="*/ 62126 h 172601"/>
                <a:gd name="connsiteX10" fmla="*/ 282 w 128305"/>
                <a:gd name="connsiteY10" fmla="*/ 132000 h 172601"/>
                <a:gd name="connsiteX11" fmla="*/ 37975 w 128305"/>
                <a:gd name="connsiteY11" fmla="*/ 172698 h 172601"/>
                <a:gd name="connsiteX12" fmla="*/ 73421 w 128305"/>
                <a:gd name="connsiteY12" fmla="*/ 155536 h 172601"/>
                <a:gd name="connsiteX13" fmla="*/ 99132 w 128305"/>
                <a:gd name="connsiteY13" fmla="*/ 172698 h 172601"/>
                <a:gd name="connsiteX14" fmla="*/ 118852 w 128305"/>
                <a:gd name="connsiteY14" fmla="*/ 159704 h 172601"/>
                <a:gd name="connsiteX15" fmla="*/ 127589 w 128305"/>
                <a:gd name="connsiteY15" fmla="*/ 135187 h 172601"/>
                <a:gd name="connsiteX16" fmla="*/ 123595 w 128305"/>
                <a:gd name="connsiteY16" fmla="*/ 132000 h 172601"/>
                <a:gd name="connsiteX17" fmla="*/ 118103 w 128305"/>
                <a:gd name="connsiteY17" fmla="*/ 139600 h 172601"/>
                <a:gd name="connsiteX18" fmla="*/ 99881 w 128305"/>
                <a:gd name="connsiteY18" fmla="*/ 165833 h 172601"/>
                <a:gd name="connsiteX19" fmla="*/ 91643 w 128305"/>
                <a:gd name="connsiteY19" fmla="*/ 153820 h 172601"/>
                <a:gd name="connsiteX20" fmla="*/ 92891 w 128305"/>
                <a:gd name="connsiteY20" fmla="*/ 143768 h 172601"/>
                <a:gd name="connsiteX21" fmla="*/ 127589 w 128305"/>
                <a:gd name="connsiteY21" fmla="*/ 7452 h 172601"/>
                <a:gd name="connsiteX22" fmla="*/ 74419 w 128305"/>
                <a:gd name="connsiteY22" fmla="*/ 139600 h 172601"/>
                <a:gd name="connsiteX23" fmla="*/ 61689 w 128305"/>
                <a:gd name="connsiteY23" fmla="*/ 156026 h 172601"/>
                <a:gd name="connsiteX24" fmla="*/ 38723 w 128305"/>
                <a:gd name="connsiteY24" fmla="*/ 165833 h 172601"/>
                <a:gd name="connsiteX25" fmla="*/ 20501 w 128305"/>
                <a:gd name="connsiteY25" fmla="*/ 142052 h 172601"/>
                <a:gd name="connsiteX26" fmla="*/ 33481 w 128305"/>
                <a:gd name="connsiteY26" fmla="*/ 92282 h 172601"/>
                <a:gd name="connsiteX27" fmla="*/ 64684 w 128305"/>
                <a:gd name="connsiteY27" fmla="*/ 68990 h 172601"/>
                <a:gd name="connsiteX28" fmla="*/ 86900 w 128305"/>
                <a:gd name="connsiteY28" fmla="*/ 90320 h 172601"/>
                <a:gd name="connsiteX29" fmla="*/ 86152 w 128305"/>
                <a:gd name="connsiteY29" fmla="*/ 93753 h 172601"/>
                <a:gd name="connsiteX30" fmla="*/ 74419 w 128305"/>
                <a:gd name="connsiteY30" fmla="*/ 139600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89" y="7452"/>
                  </a:moveTo>
                  <a:cubicBezTo>
                    <a:pt x="127838" y="6962"/>
                    <a:pt x="128587" y="3775"/>
                    <a:pt x="128587" y="3530"/>
                  </a:cubicBezTo>
                  <a:cubicBezTo>
                    <a:pt x="128587" y="2304"/>
                    <a:pt x="127589" y="97"/>
                    <a:pt x="124593" y="97"/>
                  </a:cubicBezTo>
                  <a:cubicBezTo>
                    <a:pt x="119601" y="97"/>
                    <a:pt x="98882" y="2058"/>
                    <a:pt x="92642" y="2549"/>
                  </a:cubicBezTo>
                  <a:cubicBezTo>
                    <a:pt x="90645" y="2794"/>
                    <a:pt x="87150" y="3039"/>
                    <a:pt x="87150" y="8188"/>
                  </a:cubicBezTo>
                  <a:cubicBezTo>
                    <a:pt x="87150" y="11620"/>
                    <a:pt x="90645" y="11620"/>
                    <a:pt x="93640" y="11620"/>
                  </a:cubicBezTo>
                  <a:cubicBezTo>
                    <a:pt x="105622" y="11620"/>
                    <a:pt x="105622" y="13336"/>
                    <a:pt x="105622" y="15298"/>
                  </a:cubicBezTo>
                  <a:cubicBezTo>
                    <a:pt x="105622" y="17014"/>
                    <a:pt x="105123" y="18485"/>
                    <a:pt x="104623" y="20692"/>
                  </a:cubicBezTo>
                  <a:lnTo>
                    <a:pt x="90395" y="76591"/>
                  </a:lnTo>
                  <a:cubicBezTo>
                    <a:pt x="85153" y="68500"/>
                    <a:pt x="76666" y="62126"/>
                    <a:pt x="64684" y="62126"/>
                  </a:cubicBezTo>
                  <a:cubicBezTo>
                    <a:pt x="32733" y="62126"/>
                    <a:pt x="282" y="96695"/>
                    <a:pt x="282" y="132000"/>
                  </a:cubicBezTo>
                  <a:cubicBezTo>
                    <a:pt x="282" y="155781"/>
                    <a:pt x="16507" y="172698"/>
                    <a:pt x="37975" y="172698"/>
                  </a:cubicBezTo>
                  <a:cubicBezTo>
                    <a:pt x="51454" y="172698"/>
                    <a:pt x="63436" y="165098"/>
                    <a:pt x="73421" y="155536"/>
                  </a:cubicBezTo>
                  <a:cubicBezTo>
                    <a:pt x="78164" y="170246"/>
                    <a:pt x="92642" y="172698"/>
                    <a:pt x="99132" y="172698"/>
                  </a:cubicBezTo>
                  <a:cubicBezTo>
                    <a:pt x="108118" y="172698"/>
                    <a:pt x="114359" y="167304"/>
                    <a:pt x="118852" y="159704"/>
                  </a:cubicBezTo>
                  <a:cubicBezTo>
                    <a:pt x="124344" y="150142"/>
                    <a:pt x="127589" y="136168"/>
                    <a:pt x="127589" y="135187"/>
                  </a:cubicBezTo>
                  <a:cubicBezTo>
                    <a:pt x="127589" y="132000"/>
                    <a:pt x="124344" y="132000"/>
                    <a:pt x="123595" y="132000"/>
                  </a:cubicBezTo>
                  <a:cubicBezTo>
                    <a:pt x="120100" y="132000"/>
                    <a:pt x="119850" y="132980"/>
                    <a:pt x="118103" y="139600"/>
                  </a:cubicBezTo>
                  <a:cubicBezTo>
                    <a:pt x="115108" y="151368"/>
                    <a:pt x="110365" y="165833"/>
                    <a:pt x="99881" y="165833"/>
                  </a:cubicBezTo>
                  <a:cubicBezTo>
                    <a:pt x="93391" y="165833"/>
                    <a:pt x="91643" y="160440"/>
                    <a:pt x="91643" y="153820"/>
                  </a:cubicBezTo>
                  <a:cubicBezTo>
                    <a:pt x="91643" y="149162"/>
                    <a:pt x="92142" y="146955"/>
                    <a:pt x="92891" y="143768"/>
                  </a:cubicBezTo>
                  <a:lnTo>
                    <a:pt x="127589" y="7452"/>
                  </a:lnTo>
                  <a:close/>
                  <a:moveTo>
                    <a:pt x="74419" y="139600"/>
                  </a:moveTo>
                  <a:cubicBezTo>
                    <a:pt x="72672" y="146465"/>
                    <a:pt x="67180" y="151368"/>
                    <a:pt x="61689" y="156026"/>
                  </a:cubicBezTo>
                  <a:cubicBezTo>
                    <a:pt x="59442" y="157988"/>
                    <a:pt x="49457" y="165833"/>
                    <a:pt x="38723" y="165833"/>
                  </a:cubicBezTo>
                  <a:cubicBezTo>
                    <a:pt x="29487" y="165833"/>
                    <a:pt x="20501" y="159459"/>
                    <a:pt x="20501" y="142052"/>
                  </a:cubicBezTo>
                  <a:cubicBezTo>
                    <a:pt x="20501" y="129058"/>
                    <a:pt x="27740" y="102089"/>
                    <a:pt x="33481" y="92282"/>
                  </a:cubicBezTo>
                  <a:cubicBezTo>
                    <a:pt x="44964" y="72668"/>
                    <a:pt x="57695" y="68990"/>
                    <a:pt x="64684" y="68990"/>
                  </a:cubicBezTo>
                  <a:cubicBezTo>
                    <a:pt x="82158" y="68990"/>
                    <a:pt x="86900" y="87623"/>
                    <a:pt x="86900" y="90320"/>
                  </a:cubicBezTo>
                  <a:cubicBezTo>
                    <a:pt x="86900" y="91301"/>
                    <a:pt x="86401" y="93017"/>
                    <a:pt x="86152" y="93753"/>
                  </a:cubicBezTo>
                  <a:lnTo>
                    <a:pt x="74419" y="139600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247385EA-5D88-28C0-CA9A-57B20E03427A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3003622" y="8335726"/>
              <a:ext cx="73281" cy="116631"/>
            </a:xfrm>
            <a:custGeom>
              <a:avLst/>
              <a:gdLst>
                <a:gd name="connsiteX0" fmla="*/ 45753 w 73281"/>
                <a:gd name="connsiteY0" fmla="*/ 5352 h 116631"/>
                <a:gd name="connsiteX1" fmla="*/ 39334 w 73281"/>
                <a:gd name="connsiteY1" fmla="*/ 98 h 116631"/>
                <a:gd name="connsiteX2" fmla="*/ 3317 w 73281"/>
                <a:gd name="connsiteY2" fmla="*/ 11306 h 116631"/>
                <a:gd name="connsiteX3" fmla="*/ 286 w 73281"/>
                <a:gd name="connsiteY3" fmla="*/ 11306 h 116631"/>
                <a:gd name="connsiteX4" fmla="*/ 286 w 73281"/>
                <a:gd name="connsiteY4" fmla="*/ 19011 h 116631"/>
                <a:gd name="connsiteX5" fmla="*/ 3317 w 73281"/>
                <a:gd name="connsiteY5" fmla="*/ 19011 h 116631"/>
                <a:gd name="connsiteX6" fmla="*/ 29349 w 73281"/>
                <a:gd name="connsiteY6" fmla="*/ 14108 h 116631"/>
                <a:gd name="connsiteX7" fmla="*/ 29349 w 73281"/>
                <a:gd name="connsiteY7" fmla="*/ 101669 h 116631"/>
                <a:gd name="connsiteX8" fmla="*/ 10449 w 73281"/>
                <a:gd name="connsiteY8" fmla="*/ 109024 h 116631"/>
                <a:gd name="connsiteX9" fmla="*/ 1534 w 73281"/>
                <a:gd name="connsiteY9" fmla="*/ 109024 h 116631"/>
                <a:gd name="connsiteX10" fmla="*/ 1534 w 73281"/>
                <a:gd name="connsiteY10" fmla="*/ 116730 h 116631"/>
                <a:gd name="connsiteX11" fmla="*/ 37551 w 73281"/>
                <a:gd name="connsiteY11" fmla="*/ 116029 h 116631"/>
                <a:gd name="connsiteX12" fmla="*/ 73568 w 73281"/>
                <a:gd name="connsiteY12" fmla="*/ 116730 h 116631"/>
                <a:gd name="connsiteX13" fmla="*/ 73568 w 73281"/>
                <a:gd name="connsiteY13" fmla="*/ 109024 h 116631"/>
                <a:gd name="connsiteX14" fmla="*/ 64653 w 73281"/>
                <a:gd name="connsiteY14" fmla="*/ 109024 h 116631"/>
                <a:gd name="connsiteX15" fmla="*/ 45753 w 73281"/>
                <a:gd name="connsiteY15" fmla="*/ 101669 h 116631"/>
                <a:gd name="connsiteX16" fmla="*/ 45753 w 73281"/>
                <a:gd name="connsiteY16" fmla="*/ 5352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281" h="116631">
                  <a:moveTo>
                    <a:pt x="45753" y="5352"/>
                  </a:moveTo>
                  <a:cubicBezTo>
                    <a:pt x="45753" y="98"/>
                    <a:pt x="45218" y="98"/>
                    <a:pt x="39334" y="98"/>
                  </a:cubicBezTo>
                  <a:cubicBezTo>
                    <a:pt x="26674" y="11306"/>
                    <a:pt x="6883" y="11306"/>
                    <a:pt x="3317" y="11306"/>
                  </a:cubicBezTo>
                  <a:lnTo>
                    <a:pt x="286" y="11306"/>
                  </a:lnTo>
                  <a:lnTo>
                    <a:pt x="286" y="19011"/>
                  </a:lnTo>
                  <a:lnTo>
                    <a:pt x="3317" y="19011"/>
                  </a:lnTo>
                  <a:cubicBezTo>
                    <a:pt x="7418" y="19011"/>
                    <a:pt x="19008" y="18486"/>
                    <a:pt x="29349" y="14108"/>
                  </a:cubicBezTo>
                  <a:lnTo>
                    <a:pt x="29349" y="101669"/>
                  </a:lnTo>
                  <a:cubicBezTo>
                    <a:pt x="29349" y="107098"/>
                    <a:pt x="29349" y="109024"/>
                    <a:pt x="10449" y="109024"/>
                  </a:cubicBezTo>
                  <a:lnTo>
                    <a:pt x="1534" y="109024"/>
                  </a:lnTo>
                  <a:lnTo>
                    <a:pt x="1534" y="116730"/>
                  </a:lnTo>
                  <a:cubicBezTo>
                    <a:pt x="11341" y="116029"/>
                    <a:pt x="27209" y="116029"/>
                    <a:pt x="37551" y="116029"/>
                  </a:cubicBezTo>
                  <a:cubicBezTo>
                    <a:pt x="47892" y="116029"/>
                    <a:pt x="63761" y="116029"/>
                    <a:pt x="73568" y="116730"/>
                  </a:cubicBezTo>
                  <a:lnTo>
                    <a:pt x="73568" y="109024"/>
                  </a:lnTo>
                  <a:lnTo>
                    <a:pt x="64653" y="109024"/>
                  </a:lnTo>
                  <a:cubicBezTo>
                    <a:pt x="45753" y="109024"/>
                    <a:pt x="45753" y="107098"/>
                    <a:pt x="45753" y="101669"/>
                  </a:cubicBezTo>
                  <a:lnTo>
                    <a:pt x="45753" y="535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DF04915-40A7-C31B-FB8F-DA2DD7C05831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9054928" y="8902738"/>
              <a:ext cx="290987" cy="243070"/>
            </a:xfrm>
            <a:custGeom>
              <a:avLst/>
              <a:gdLst>
                <a:gd name="connsiteX0" fmla="*/ 254790 w 290987"/>
                <a:gd name="connsiteY0" fmla="*/ 24285 h 243070"/>
                <a:gd name="connsiteX1" fmla="*/ 284388 w 290987"/>
                <a:gd name="connsiteY1" fmla="*/ 16579 h 243070"/>
                <a:gd name="connsiteX2" fmla="*/ 291163 w 290987"/>
                <a:gd name="connsiteY2" fmla="*/ 16579 h 243070"/>
                <a:gd name="connsiteX3" fmla="*/ 291163 w 290987"/>
                <a:gd name="connsiteY3" fmla="*/ 118 h 243070"/>
                <a:gd name="connsiteX4" fmla="*/ 250867 w 290987"/>
                <a:gd name="connsiteY4" fmla="*/ 1168 h 243070"/>
                <a:gd name="connsiteX5" fmla="*/ 204152 w 290987"/>
                <a:gd name="connsiteY5" fmla="*/ 118 h 243070"/>
                <a:gd name="connsiteX6" fmla="*/ 204152 w 290987"/>
                <a:gd name="connsiteY6" fmla="*/ 16579 h 243070"/>
                <a:gd name="connsiteX7" fmla="*/ 235533 w 290987"/>
                <a:gd name="connsiteY7" fmla="*/ 20782 h 243070"/>
                <a:gd name="connsiteX8" fmla="*/ 234107 w 290987"/>
                <a:gd name="connsiteY8" fmla="*/ 24985 h 243070"/>
                <a:gd name="connsiteX9" fmla="*/ 162073 w 290987"/>
                <a:gd name="connsiteY9" fmla="*/ 184347 h 243070"/>
                <a:gd name="connsiteX10" fmla="*/ 86117 w 290987"/>
                <a:gd name="connsiteY10" fmla="*/ 16579 h 243070"/>
                <a:gd name="connsiteX11" fmla="*/ 119638 w 290987"/>
                <a:gd name="connsiteY11" fmla="*/ 16579 h 243070"/>
                <a:gd name="connsiteX12" fmla="*/ 119638 w 290987"/>
                <a:gd name="connsiteY12" fmla="*/ 118 h 243070"/>
                <a:gd name="connsiteX13" fmla="*/ 56519 w 290987"/>
                <a:gd name="connsiteY13" fmla="*/ 1168 h 243070"/>
                <a:gd name="connsiteX14" fmla="*/ 176 w 290987"/>
                <a:gd name="connsiteY14" fmla="*/ 118 h 243070"/>
                <a:gd name="connsiteX15" fmla="*/ 176 w 290987"/>
                <a:gd name="connsiteY15" fmla="*/ 16579 h 243070"/>
                <a:gd name="connsiteX16" fmla="*/ 32983 w 290987"/>
                <a:gd name="connsiteY16" fmla="*/ 16579 h 243070"/>
                <a:gd name="connsiteX17" fmla="*/ 131406 w 290987"/>
                <a:gd name="connsiteY17" fmla="*/ 234082 h 243070"/>
                <a:gd name="connsiteX18" fmla="*/ 145670 w 290987"/>
                <a:gd name="connsiteY18" fmla="*/ 243188 h 243070"/>
                <a:gd name="connsiteX19" fmla="*/ 159934 w 290987"/>
                <a:gd name="connsiteY19" fmla="*/ 234782 h 243070"/>
                <a:gd name="connsiteX20" fmla="*/ 254790 w 290987"/>
                <a:gd name="connsiteY20" fmla="*/ 24285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90987" h="243070">
                  <a:moveTo>
                    <a:pt x="254790" y="24285"/>
                  </a:moveTo>
                  <a:cubicBezTo>
                    <a:pt x="256929" y="19732"/>
                    <a:pt x="258356" y="16579"/>
                    <a:pt x="284388" y="16579"/>
                  </a:cubicBezTo>
                  <a:lnTo>
                    <a:pt x="291163" y="16579"/>
                  </a:lnTo>
                  <a:lnTo>
                    <a:pt x="291163" y="118"/>
                  </a:lnTo>
                  <a:cubicBezTo>
                    <a:pt x="277612" y="468"/>
                    <a:pt x="260495" y="1168"/>
                    <a:pt x="250867" y="1168"/>
                  </a:cubicBezTo>
                  <a:cubicBezTo>
                    <a:pt x="236603" y="1168"/>
                    <a:pt x="218060" y="1168"/>
                    <a:pt x="204152" y="118"/>
                  </a:cubicBezTo>
                  <a:lnTo>
                    <a:pt x="204152" y="16579"/>
                  </a:lnTo>
                  <a:cubicBezTo>
                    <a:pt x="207362" y="16579"/>
                    <a:pt x="235533" y="16579"/>
                    <a:pt x="235533" y="20782"/>
                  </a:cubicBezTo>
                  <a:cubicBezTo>
                    <a:pt x="235533" y="22183"/>
                    <a:pt x="234463" y="23934"/>
                    <a:pt x="234107" y="24985"/>
                  </a:cubicBezTo>
                  <a:lnTo>
                    <a:pt x="162073" y="184347"/>
                  </a:lnTo>
                  <a:lnTo>
                    <a:pt x="86117" y="16579"/>
                  </a:lnTo>
                  <a:lnTo>
                    <a:pt x="119638" y="16579"/>
                  </a:lnTo>
                  <a:lnTo>
                    <a:pt x="119638" y="118"/>
                  </a:lnTo>
                  <a:cubicBezTo>
                    <a:pt x="106087" y="1168"/>
                    <a:pt x="71853" y="1168"/>
                    <a:pt x="56519" y="1168"/>
                  </a:cubicBezTo>
                  <a:cubicBezTo>
                    <a:pt x="42612" y="1168"/>
                    <a:pt x="12657" y="1168"/>
                    <a:pt x="176" y="118"/>
                  </a:cubicBezTo>
                  <a:lnTo>
                    <a:pt x="176" y="16579"/>
                  </a:lnTo>
                  <a:lnTo>
                    <a:pt x="32983" y="16579"/>
                  </a:lnTo>
                  <a:lnTo>
                    <a:pt x="131406" y="234082"/>
                  </a:lnTo>
                  <a:cubicBezTo>
                    <a:pt x="134258" y="240386"/>
                    <a:pt x="135685" y="243188"/>
                    <a:pt x="145670" y="243188"/>
                  </a:cubicBezTo>
                  <a:cubicBezTo>
                    <a:pt x="151375" y="243188"/>
                    <a:pt x="156011" y="243188"/>
                    <a:pt x="159934" y="234782"/>
                  </a:cubicBezTo>
                  <a:lnTo>
                    <a:pt x="254790" y="2428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84386F-355D-58F0-F6D6-197A91F46967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9480420" y="9014467"/>
              <a:ext cx="237140" cy="81957"/>
            </a:xfrm>
            <a:custGeom>
              <a:avLst/>
              <a:gdLst>
                <a:gd name="connsiteX0" fmla="*/ 225203 w 237140"/>
                <a:gd name="connsiteY0" fmla="*/ 14128 h 81957"/>
                <a:gd name="connsiteX1" fmla="*/ 237328 w 237140"/>
                <a:gd name="connsiteY1" fmla="*/ 7123 h 81957"/>
                <a:gd name="connsiteX2" fmla="*/ 225560 w 237140"/>
                <a:gd name="connsiteY2" fmla="*/ 118 h 81957"/>
                <a:gd name="connsiteX3" fmla="*/ 11956 w 237140"/>
                <a:gd name="connsiteY3" fmla="*/ 118 h 81957"/>
                <a:gd name="connsiteX4" fmla="*/ 188 w 237140"/>
                <a:gd name="connsiteY4" fmla="*/ 7123 h 81957"/>
                <a:gd name="connsiteX5" fmla="*/ 12312 w 237140"/>
                <a:gd name="connsiteY5" fmla="*/ 14128 h 81957"/>
                <a:gd name="connsiteX6" fmla="*/ 225203 w 237140"/>
                <a:gd name="connsiteY6" fmla="*/ 14128 h 81957"/>
                <a:gd name="connsiteX7" fmla="*/ 225560 w 237140"/>
                <a:gd name="connsiteY7" fmla="*/ 82075 h 81957"/>
                <a:gd name="connsiteX8" fmla="*/ 237328 w 237140"/>
                <a:gd name="connsiteY8" fmla="*/ 75070 h 81957"/>
                <a:gd name="connsiteX9" fmla="*/ 225203 w 237140"/>
                <a:gd name="connsiteY9" fmla="*/ 68065 h 81957"/>
                <a:gd name="connsiteX10" fmla="*/ 12312 w 237140"/>
                <a:gd name="connsiteY10" fmla="*/ 68065 h 81957"/>
                <a:gd name="connsiteX11" fmla="*/ 188 w 237140"/>
                <a:gd name="connsiteY11" fmla="*/ 75070 h 81957"/>
                <a:gd name="connsiteX12" fmla="*/ 11956 w 237140"/>
                <a:gd name="connsiteY12" fmla="*/ 82075 h 81957"/>
                <a:gd name="connsiteX13" fmla="*/ 225560 w 237140"/>
                <a:gd name="connsiteY13" fmla="*/ 82075 h 8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140" h="81957">
                  <a:moveTo>
                    <a:pt x="225203" y="14128"/>
                  </a:moveTo>
                  <a:cubicBezTo>
                    <a:pt x="230552" y="14128"/>
                    <a:pt x="237328" y="14128"/>
                    <a:pt x="237328" y="7123"/>
                  </a:cubicBezTo>
                  <a:cubicBezTo>
                    <a:pt x="237328" y="118"/>
                    <a:pt x="230552" y="118"/>
                    <a:pt x="225560" y="118"/>
                  </a:cubicBezTo>
                  <a:lnTo>
                    <a:pt x="11956" y="118"/>
                  </a:lnTo>
                  <a:cubicBezTo>
                    <a:pt x="6963" y="118"/>
                    <a:pt x="188" y="118"/>
                    <a:pt x="188" y="7123"/>
                  </a:cubicBezTo>
                  <a:cubicBezTo>
                    <a:pt x="188" y="14128"/>
                    <a:pt x="6963" y="14128"/>
                    <a:pt x="12312" y="14128"/>
                  </a:cubicBezTo>
                  <a:lnTo>
                    <a:pt x="225203" y="14128"/>
                  </a:lnTo>
                  <a:close/>
                  <a:moveTo>
                    <a:pt x="225560" y="82075"/>
                  </a:moveTo>
                  <a:cubicBezTo>
                    <a:pt x="230552" y="82075"/>
                    <a:pt x="237328" y="82075"/>
                    <a:pt x="237328" y="75070"/>
                  </a:cubicBezTo>
                  <a:cubicBezTo>
                    <a:pt x="237328" y="68065"/>
                    <a:pt x="230552" y="68065"/>
                    <a:pt x="225203" y="68065"/>
                  </a:cubicBezTo>
                  <a:lnTo>
                    <a:pt x="12312" y="68065"/>
                  </a:lnTo>
                  <a:cubicBezTo>
                    <a:pt x="6963" y="68065"/>
                    <a:pt x="188" y="68065"/>
                    <a:pt x="188" y="75070"/>
                  </a:cubicBezTo>
                  <a:cubicBezTo>
                    <a:pt x="188" y="82075"/>
                    <a:pt x="6963" y="82075"/>
                    <a:pt x="11956" y="82075"/>
                  </a:cubicBezTo>
                  <a:lnTo>
                    <a:pt x="225560" y="8207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69E5D851-B638-B336-E104-9EDB8088D654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9845420" y="8902738"/>
              <a:ext cx="406526" cy="243070"/>
            </a:xfrm>
            <a:custGeom>
              <a:avLst/>
              <a:gdLst>
                <a:gd name="connsiteX0" fmla="*/ 372847 w 406526"/>
                <a:gd name="connsiteY0" fmla="*/ 24985 h 243070"/>
                <a:gd name="connsiteX1" fmla="*/ 386398 w 406526"/>
                <a:gd name="connsiteY1" fmla="*/ 17280 h 243070"/>
                <a:gd name="connsiteX2" fmla="*/ 406724 w 406526"/>
                <a:gd name="connsiteY2" fmla="*/ 16579 h 243070"/>
                <a:gd name="connsiteX3" fmla="*/ 406724 w 406526"/>
                <a:gd name="connsiteY3" fmla="*/ 118 h 243070"/>
                <a:gd name="connsiteX4" fmla="*/ 368568 w 406526"/>
                <a:gd name="connsiteY4" fmla="*/ 1168 h 243070"/>
                <a:gd name="connsiteX5" fmla="*/ 320070 w 406526"/>
                <a:gd name="connsiteY5" fmla="*/ 118 h 243070"/>
                <a:gd name="connsiteX6" fmla="*/ 320070 w 406526"/>
                <a:gd name="connsiteY6" fmla="*/ 16579 h 243070"/>
                <a:gd name="connsiteX7" fmla="*/ 356443 w 406526"/>
                <a:gd name="connsiteY7" fmla="*/ 20432 h 243070"/>
                <a:gd name="connsiteX8" fmla="*/ 295108 w 406526"/>
                <a:gd name="connsiteY8" fmla="*/ 176992 h 243070"/>
                <a:gd name="connsiteX9" fmla="*/ 231989 w 406526"/>
                <a:gd name="connsiteY9" fmla="*/ 16579 h 243070"/>
                <a:gd name="connsiteX10" fmla="*/ 266223 w 406526"/>
                <a:gd name="connsiteY10" fmla="*/ 16579 h 243070"/>
                <a:gd name="connsiteX11" fmla="*/ 266223 w 406526"/>
                <a:gd name="connsiteY11" fmla="*/ 118 h 243070"/>
                <a:gd name="connsiteX12" fmla="*/ 203818 w 406526"/>
                <a:gd name="connsiteY12" fmla="*/ 1168 h 243070"/>
                <a:gd name="connsiteX13" fmla="*/ 149258 w 406526"/>
                <a:gd name="connsiteY13" fmla="*/ 118 h 243070"/>
                <a:gd name="connsiteX14" fmla="*/ 149258 w 406526"/>
                <a:gd name="connsiteY14" fmla="*/ 16579 h 243070"/>
                <a:gd name="connsiteX15" fmla="*/ 179926 w 406526"/>
                <a:gd name="connsiteY15" fmla="*/ 16579 h 243070"/>
                <a:gd name="connsiteX16" fmla="*/ 194546 w 406526"/>
                <a:gd name="connsiteY16" fmla="*/ 53705 h 243070"/>
                <a:gd name="connsiteX17" fmla="*/ 146048 w 406526"/>
                <a:gd name="connsiteY17" fmla="*/ 176992 h 243070"/>
                <a:gd name="connsiteX18" fmla="*/ 82930 w 406526"/>
                <a:gd name="connsiteY18" fmla="*/ 16579 h 243070"/>
                <a:gd name="connsiteX19" fmla="*/ 117164 w 406526"/>
                <a:gd name="connsiteY19" fmla="*/ 16579 h 243070"/>
                <a:gd name="connsiteX20" fmla="*/ 117164 w 406526"/>
                <a:gd name="connsiteY20" fmla="*/ 118 h 243070"/>
                <a:gd name="connsiteX21" fmla="*/ 54758 w 406526"/>
                <a:gd name="connsiteY21" fmla="*/ 1168 h 243070"/>
                <a:gd name="connsiteX22" fmla="*/ 198 w 406526"/>
                <a:gd name="connsiteY22" fmla="*/ 118 h 243070"/>
                <a:gd name="connsiteX23" fmla="*/ 198 w 406526"/>
                <a:gd name="connsiteY23" fmla="*/ 16579 h 243070"/>
                <a:gd name="connsiteX24" fmla="*/ 30866 w 406526"/>
                <a:gd name="connsiteY24" fmla="*/ 16579 h 243070"/>
                <a:gd name="connsiteX25" fmla="*/ 116450 w 406526"/>
                <a:gd name="connsiteY25" fmla="*/ 234082 h 243070"/>
                <a:gd name="connsiteX26" fmla="*/ 128931 w 406526"/>
                <a:gd name="connsiteY26" fmla="*/ 243188 h 243070"/>
                <a:gd name="connsiteX27" fmla="*/ 141413 w 406526"/>
                <a:gd name="connsiteY27" fmla="*/ 234082 h 243070"/>
                <a:gd name="connsiteX28" fmla="*/ 203461 w 406526"/>
                <a:gd name="connsiteY28" fmla="*/ 76471 h 243070"/>
                <a:gd name="connsiteX29" fmla="*/ 265510 w 406526"/>
                <a:gd name="connsiteY29" fmla="*/ 234082 h 243070"/>
                <a:gd name="connsiteX30" fmla="*/ 277991 w 406526"/>
                <a:gd name="connsiteY30" fmla="*/ 243188 h 243070"/>
                <a:gd name="connsiteX31" fmla="*/ 290472 w 406526"/>
                <a:gd name="connsiteY31" fmla="*/ 234082 h 243070"/>
                <a:gd name="connsiteX32" fmla="*/ 372847 w 406526"/>
                <a:gd name="connsiteY32" fmla="*/ 24985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47" y="24985"/>
                  </a:moveTo>
                  <a:cubicBezTo>
                    <a:pt x="374987" y="19031"/>
                    <a:pt x="375343" y="18330"/>
                    <a:pt x="386398" y="17280"/>
                  </a:cubicBezTo>
                  <a:cubicBezTo>
                    <a:pt x="393530" y="16579"/>
                    <a:pt x="401019" y="16579"/>
                    <a:pt x="406724" y="16579"/>
                  </a:cubicBezTo>
                  <a:lnTo>
                    <a:pt x="406724" y="118"/>
                  </a:lnTo>
                  <a:cubicBezTo>
                    <a:pt x="397096" y="468"/>
                    <a:pt x="384615" y="1168"/>
                    <a:pt x="368568" y="1168"/>
                  </a:cubicBezTo>
                  <a:cubicBezTo>
                    <a:pt x="355017" y="1168"/>
                    <a:pt x="332908" y="1168"/>
                    <a:pt x="320070" y="118"/>
                  </a:cubicBezTo>
                  <a:lnTo>
                    <a:pt x="320070" y="16579"/>
                  </a:lnTo>
                  <a:cubicBezTo>
                    <a:pt x="328985" y="16579"/>
                    <a:pt x="346102" y="16579"/>
                    <a:pt x="356443" y="20432"/>
                  </a:cubicBezTo>
                  <a:lnTo>
                    <a:pt x="295108" y="176992"/>
                  </a:lnTo>
                  <a:lnTo>
                    <a:pt x="231989" y="16579"/>
                  </a:lnTo>
                  <a:lnTo>
                    <a:pt x="266223" y="16579"/>
                  </a:lnTo>
                  <a:lnTo>
                    <a:pt x="266223" y="118"/>
                  </a:lnTo>
                  <a:cubicBezTo>
                    <a:pt x="252672" y="1168"/>
                    <a:pt x="219152" y="1168"/>
                    <a:pt x="203818" y="1168"/>
                  </a:cubicBezTo>
                  <a:cubicBezTo>
                    <a:pt x="189910" y="1168"/>
                    <a:pt x="161739" y="1168"/>
                    <a:pt x="149258" y="118"/>
                  </a:cubicBezTo>
                  <a:lnTo>
                    <a:pt x="149258" y="16579"/>
                  </a:lnTo>
                  <a:lnTo>
                    <a:pt x="179926" y="16579"/>
                  </a:lnTo>
                  <a:lnTo>
                    <a:pt x="194546" y="53705"/>
                  </a:lnTo>
                  <a:lnTo>
                    <a:pt x="146048" y="176992"/>
                  </a:lnTo>
                  <a:lnTo>
                    <a:pt x="82930" y="16579"/>
                  </a:lnTo>
                  <a:lnTo>
                    <a:pt x="117164" y="16579"/>
                  </a:lnTo>
                  <a:lnTo>
                    <a:pt x="117164" y="118"/>
                  </a:lnTo>
                  <a:cubicBezTo>
                    <a:pt x="103613" y="1168"/>
                    <a:pt x="70092" y="1168"/>
                    <a:pt x="54758" y="1168"/>
                  </a:cubicBezTo>
                  <a:cubicBezTo>
                    <a:pt x="40851" y="1168"/>
                    <a:pt x="12679" y="1168"/>
                    <a:pt x="198" y="118"/>
                  </a:cubicBezTo>
                  <a:lnTo>
                    <a:pt x="198" y="16579"/>
                  </a:lnTo>
                  <a:lnTo>
                    <a:pt x="30866" y="16579"/>
                  </a:lnTo>
                  <a:lnTo>
                    <a:pt x="116450" y="234082"/>
                  </a:lnTo>
                  <a:cubicBezTo>
                    <a:pt x="118590" y="239686"/>
                    <a:pt x="120016" y="243188"/>
                    <a:pt x="128931" y="243188"/>
                  </a:cubicBezTo>
                  <a:cubicBezTo>
                    <a:pt x="137847" y="243188"/>
                    <a:pt x="139273" y="239686"/>
                    <a:pt x="141413" y="234082"/>
                  </a:cubicBezTo>
                  <a:lnTo>
                    <a:pt x="203461" y="76471"/>
                  </a:lnTo>
                  <a:lnTo>
                    <a:pt x="265510" y="234082"/>
                  </a:lnTo>
                  <a:cubicBezTo>
                    <a:pt x="267650" y="239686"/>
                    <a:pt x="269076" y="243188"/>
                    <a:pt x="277991" y="243188"/>
                  </a:cubicBezTo>
                  <a:cubicBezTo>
                    <a:pt x="286906" y="243188"/>
                    <a:pt x="288333" y="239686"/>
                    <a:pt x="290472" y="234082"/>
                  </a:cubicBezTo>
                  <a:lnTo>
                    <a:pt x="372847" y="2498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A45B25C-A682-3400-0943-716682BE349E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0272552" y="9087177"/>
              <a:ext cx="121565" cy="110817"/>
            </a:xfrm>
            <a:custGeom>
              <a:avLst/>
              <a:gdLst>
                <a:gd name="connsiteX0" fmla="*/ 121776 w 121565"/>
                <a:gd name="connsiteY0" fmla="*/ 19488 h 110817"/>
                <a:gd name="connsiteX1" fmla="*/ 109295 w 121565"/>
                <a:gd name="connsiteY1" fmla="*/ 119 h 110817"/>
                <a:gd name="connsiteX2" fmla="*/ 95815 w 121565"/>
                <a:gd name="connsiteY2" fmla="*/ 13113 h 110817"/>
                <a:gd name="connsiteX3" fmla="*/ 100059 w 121565"/>
                <a:gd name="connsiteY3" fmla="*/ 20714 h 110817"/>
                <a:gd name="connsiteX4" fmla="*/ 109295 w 121565"/>
                <a:gd name="connsiteY4" fmla="*/ 40327 h 110817"/>
                <a:gd name="connsiteX5" fmla="*/ 63115 w 121565"/>
                <a:gd name="connsiteY5" fmla="*/ 104072 h 110817"/>
                <a:gd name="connsiteX6" fmla="*/ 42895 w 121565"/>
                <a:gd name="connsiteY6" fmla="*/ 82252 h 110817"/>
                <a:gd name="connsiteX7" fmla="*/ 56624 w 121565"/>
                <a:gd name="connsiteY7" fmla="*/ 34443 h 110817"/>
                <a:gd name="connsiteX8" fmla="*/ 60119 w 121565"/>
                <a:gd name="connsiteY8" fmla="*/ 21449 h 110817"/>
                <a:gd name="connsiteX9" fmla="*/ 36405 w 121565"/>
                <a:gd name="connsiteY9" fmla="*/ 364 h 110817"/>
                <a:gd name="connsiteX10" fmla="*/ 210 w 121565"/>
                <a:gd name="connsiteY10" fmla="*/ 37876 h 110817"/>
                <a:gd name="connsiteX11" fmla="*/ 4454 w 121565"/>
                <a:gd name="connsiteY11" fmla="*/ 41063 h 110817"/>
                <a:gd name="connsiteX12" fmla="*/ 8947 w 121565"/>
                <a:gd name="connsiteY12" fmla="*/ 37140 h 110817"/>
                <a:gd name="connsiteX13" fmla="*/ 35656 w 121565"/>
                <a:gd name="connsiteY13" fmla="*/ 7229 h 110817"/>
                <a:gd name="connsiteX14" fmla="*/ 41897 w 121565"/>
                <a:gd name="connsiteY14" fmla="*/ 15810 h 110817"/>
                <a:gd name="connsiteX15" fmla="*/ 37404 w 121565"/>
                <a:gd name="connsiteY15" fmla="*/ 32237 h 110817"/>
                <a:gd name="connsiteX16" fmla="*/ 23924 w 121565"/>
                <a:gd name="connsiteY16" fmla="*/ 78819 h 110817"/>
                <a:gd name="connsiteX17" fmla="*/ 62366 w 121565"/>
                <a:gd name="connsiteY17" fmla="*/ 110937 h 110817"/>
                <a:gd name="connsiteX18" fmla="*/ 121776 w 121565"/>
                <a:gd name="connsiteY18" fmla="*/ 19488 h 11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1565" h="110817">
                  <a:moveTo>
                    <a:pt x="121776" y="19488"/>
                  </a:moveTo>
                  <a:cubicBezTo>
                    <a:pt x="121776" y="364"/>
                    <a:pt x="110043" y="119"/>
                    <a:pt x="109295" y="119"/>
                  </a:cubicBezTo>
                  <a:cubicBezTo>
                    <a:pt x="102804" y="119"/>
                    <a:pt x="95815" y="6739"/>
                    <a:pt x="95815" y="13113"/>
                  </a:cubicBezTo>
                  <a:cubicBezTo>
                    <a:pt x="95815" y="17281"/>
                    <a:pt x="98311" y="19243"/>
                    <a:pt x="100059" y="20714"/>
                  </a:cubicBezTo>
                  <a:cubicBezTo>
                    <a:pt x="104302" y="24146"/>
                    <a:pt x="109295" y="30521"/>
                    <a:pt x="109295" y="40327"/>
                  </a:cubicBezTo>
                  <a:cubicBezTo>
                    <a:pt x="109295" y="51360"/>
                    <a:pt x="92820" y="104072"/>
                    <a:pt x="63115" y="104072"/>
                  </a:cubicBezTo>
                  <a:cubicBezTo>
                    <a:pt x="42895" y="104072"/>
                    <a:pt x="42895" y="86420"/>
                    <a:pt x="42895" y="82252"/>
                  </a:cubicBezTo>
                  <a:cubicBezTo>
                    <a:pt x="42895" y="70974"/>
                    <a:pt x="47388" y="57244"/>
                    <a:pt x="56624" y="34443"/>
                  </a:cubicBezTo>
                  <a:cubicBezTo>
                    <a:pt x="58621" y="29295"/>
                    <a:pt x="60119" y="25617"/>
                    <a:pt x="60119" y="21449"/>
                  </a:cubicBezTo>
                  <a:cubicBezTo>
                    <a:pt x="60119" y="8700"/>
                    <a:pt x="49136" y="364"/>
                    <a:pt x="36405" y="364"/>
                  </a:cubicBezTo>
                  <a:cubicBezTo>
                    <a:pt x="11443" y="364"/>
                    <a:pt x="210" y="33953"/>
                    <a:pt x="210" y="37876"/>
                  </a:cubicBezTo>
                  <a:cubicBezTo>
                    <a:pt x="210" y="41063"/>
                    <a:pt x="3705" y="41063"/>
                    <a:pt x="4454" y="41063"/>
                  </a:cubicBezTo>
                  <a:cubicBezTo>
                    <a:pt x="7948" y="41063"/>
                    <a:pt x="8198" y="39837"/>
                    <a:pt x="8947" y="37140"/>
                  </a:cubicBezTo>
                  <a:cubicBezTo>
                    <a:pt x="14938" y="17036"/>
                    <a:pt x="25671" y="7229"/>
                    <a:pt x="35656" y="7229"/>
                  </a:cubicBezTo>
                  <a:cubicBezTo>
                    <a:pt x="39900" y="7229"/>
                    <a:pt x="41897" y="9926"/>
                    <a:pt x="41897" y="15810"/>
                  </a:cubicBezTo>
                  <a:cubicBezTo>
                    <a:pt x="41897" y="21449"/>
                    <a:pt x="39900" y="26598"/>
                    <a:pt x="37404" y="32237"/>
                  </a:cubicBezTo>
                  <a:cubicBezTo>
                    <a:pt x="26670" y="59451"/>
                    <a:pt x="23924" y="69993"/>
                    <a:pt x="23924" y="78819"/>
                  </a:cubicBezTo>
                  <a:cubicBezTo>
                    <a:pt x="23924" y="103091"/>
                    <a:pt x="43395" y="110937"/>
                    <a:pt x="62366" y="110937"/>
                  </a:cubicBezTo>
                  <a:cubicBezTo>
                    <a:pt x="104302" y="110937"/>
                    <a:pt x="121776" y="39592"/>
                    <a:pt x="121776" y="19488"/>
                  </a:cubicBez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6D26DFB-7627-91F3-E177-C7944507E124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10444155" y="8904840"/>
              <a:ext cx="243915" cy="238167"/>
            </a:xfrm>
            <a:custGeom>
              <a:avLst/>
              <a:gdLst>
                <a:gd name="connsiteX0" fmla="*/ 244130 w 243915"/>
                <a:gd name="connsiteY0" fmla="*/ 142317 h 238167"/>
                <a:gd name="connsiteX1" fmla="*/ 227370 w 243915"/>
                <a:gd name="connsiteY1" fmla="*/ 142317 h 238167"/>
                <a:gd name="connsiteX2" fmla="*/ 143569 w 243915"/>
                <a:gd name="connsiteY2" fmla="*/ 221823 h 238167"/>
                <a:gd name="connsiteX3" fmla="*/ 89365 w 243915"/>
                <a:gd name="connsiteY3" fmla="*/ 221823 h 238167"/>
                <a:gd name="connsiteX4" fmla="*/ 89365 w 243915"/>
                <a:gd name="connsiteY4" fmla="*/ 123054 h 238167"/>
                <a:gd name="connsiteX5" fmla="*/ 108978 w 243915"/>
                <a:gd name="connsiteY5" fmla="*/ 123054 h 238167"/>
                <a:gd name="connsiteX6" fmla="*/ 146778 w 243915"/>
                <a:gd name="connsiteY6" fmla="*/ 164033 h 238167"/>
                <a:gd name="connsiteX7" fmla="*/ 163538 w 243915"/>
                <a:gd name="connsiteY7" fmla="*/ 164033 h 238167"/>
                <a:gd name="connsiteX8" fmla="*/ 163538 w 243915"/>
                <a:gd name="connsiteY8" fmla="*/ 65614 h 238167"/>
                <a:gd name="connsiteX9" fmla="*/ 146778 w 243915"/>
                <a:gd name="connsiteY9" fmla="*/ 65614 h 238167"/>
                <a:gd name="connsiteX10" fmla="*/ 108978 w 243915"/>
                <a:gd name="connsiteY10" fmla="*/ 106592 h 238167"/>
                <a:gd name="connsiteX11" fmla="*/ 89365 w 243915"/>
                <a:gd name="connsiteY11" fmla="*/ 106592 h 238167"/>
                <a:gd name="connsiteX12" fmla="*/ 89365 w 243915"/>
                <a:gd name="connsiteY12" fmla="*/ 16579 h 238167"/>
                <a:gd name="connsiteX13" fmla="*/ 143569 w 243915"/>
                <a:gd name="connsiteY13" fmla="*/ 16579 h 238167"/>
                <a:gd name="connsiteX14" fmla="*/ 215959 w 243915"/>
                <a:gd name="connsiteY14" fmla="*/ 84527 h 238167"/>
                <a:gd name="connsiteX15" fmla="*/ 232719 w 243915"/>
                <a:gd name="connsiteY15" fmla="*/ 84527 h 238167"/>
                <a:gd name="connsiteX16" fmla="*/ 221665 w 243915"/>
                <a:gd name="connsiteY16" fmla="*/ 118 h 238167"/>
                <a:gd name="connsiteX17" fmla="*/ 215 w 243915"/>
                <a:gd name="connsiteY17" fmla="*/ 118 h 238167"/>
                <a:gd name="connsiteX18" fmla="*/ 215 w 243915"/>
                <a:gd name="connsiteY18" fmla="*/ 16579 h 238167"/>
                <a:gd name="connsiteX19" fmla="*/ 38728 w 243915"/>
                <a:gd name="connsiteY19" fmla="*/ 16579 h 238167"/>
                <a:gd name="connsiteX20" fmla="*/ 38728 w 243915"/>
                <a:gd name="connsiteY20" fmla="*/ 221823 h 238167"/>
                <a:gd name="connsiteX21" fmla="*/ 215 w 243915"/>
                <a:gd name="connsiteY21" fmla="*/ 221823 h 238167"/>
                <a:gd name="connsiteX22" fmla="*/ 215 w 243915"/>
                <a:gd name="connsiteY22" fmla="*/ 238285 h 238167"/>
                <a:gd name="connsiteX23" fmla="*/ 227727 w 243915"/>
                <a:gd name="connsiteY23" fmla="*/ 238285 h 238167"/>
                <a:gd name="connsiteX24" fmla="*/ 244130 w 243915"/>
                <a:gd name="connsiteY24" fmla="*/ 142317 h 2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3915" h="238167">
                  <a:moveTo>
                    <a:pt x="244130" y="142317"/>
                  </a:moveTo>
                  <a:lnTo>
                    <a:pt x="227370" y="142317"/>
                  </a:lnTo>
                  <a:cubicBezTo>
                    <a:pt x="219525" y="190651"/>
                    <a:pt x="209540" y="221823"/>
                    <a:pt x="143569" y="221823"/>
                  </a:cubicBezTo>
                  <a:lnTo>
                    <a:pt x="89365" y="221823"/>
                  </a:lnTo>
                  <a:lnTo>
                    <a:pt x="89365" y="123054"/>
                  </a:lnTo>
                  <a:lnTo>
                    <a:pt x="108978" y="123054"/>
                  </a:lnTo>
                  <a:cubicBezTo>
                    <a:pt x="143212" y="123054"/>
                    <a:pt x="146778" y="138115"/>
                    <a:pt x="146778" y="164033"/>
                  </a:cubicBezTo>
                  <a:lnTo>
                    <a:pt x="163538" y="164033"/>
                  </a:lnTo>
                  <a:lnTo>
                    <a:pt x="163538" y="65614"/>
                  </a:lnTo>
                  <a:lnTo>
                    <a:pt x="146778" y="65614"/>
                  </a:lnTo>
                  <a:cubicBezTo>
                    <a:pt x="146778" y="91532"/>
                    <a:pt x="143569" y="106592"/>
                    <a:pt x="108978" y="106592"/>
                  </a:cubicBezTo>
                  <a:lnTo>
                    <a:pt x="89365" y="106592"/>
                  </a:lnTo>
                  <a:lnTo>
                    <a:pt x="89365" y="16579"/>
                  </a:lnTo>
                  <a:lnTo>
                    <a:pt x="143569" y="16579"/>
                  </a:lnTo>
                  <a:cubicBezTo>
                    <a:pt x="200982" y="16579"/>
                    <a:pt x="210253" y="42147"/>
                    <a:pt x="215959" y="84527"/>
                  </a:cubicBezTo>
                  <a:lnTo>
                    <a:pt x="232719" y="84527"/>
                  </a:lnTo>
                  <a:lnTo>
                    <a:pt x="221665" y="118"/>
                  </a:lnTo>
                  <a:lnTo>
                    <a:pt x="215" y="118"/>
                  </a:lnTo>
                  <a:lnTo>
                    <a:pt x="215" y="16579"/>
                  </a:lnTo>
                  <a:lnTo>
                    <a:pt x="38728" y="16579"/>
                  </a:lnTo>
                  <a:lnTo>
                    <a:pt x="38728" y="221823"/>
                  </a:lnTo>
                  <a:lnTo>
                    <a:pt x="215" y="221823"/>
                  </a:lnTo>
                  <a:lnTo>
                    <a:pt x="215" y="238285"/>
                  </a:lnTo>
                  <a:lnTo>
                    <a:pt x="227727" y="238285"/>
                  </a:lnTo>
                  <a:lnTo>
                    <a:pt x="244130" y="142317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11748E3E-6D4B-70D3-3074-F17BA228A932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11064840" y="8902738"/>
              <a:ext cx="406526" cy="243070"/>
            </a:xfrm>
            <a:custGeom>
              <a:avLst/>
              <a:gdLst>
                <a:gd name="connsiteX0" fmla="*/ 372881 w 406526"/>
                <a:gd name="connsiteY0" fmla="*/ 24985 h 243070"/>
                <a:gd name="connsiteX1" fmla="*/ 386432 w 406526"/>
                <a:gd name="connsiteY1" fmla="*/ 17280 h 243070"/>
                <a:gd name="connsiteX2" fmla="*/ 406758 w 406526"/>
                <a:gd name="connsiteY2" fmla="*/ 16579 h 243070"/>
                <a:gd name="connsiteX3" fmla="*/ 406758 w 406526"/>
                <a:gd name="connsiteY3" fmla="*/ 118 h 243070"/>
                <a:gd name="connsiteX4" fmla="*/ 368602 w 406526"/>
                <a:gd name="connsiteY4" fmla="*/ 1168 h 243070"/>
                <a:gd name="connsiteX5" fmla="*/ 320104 w 406526"/>
                <a:gd name="connsiteY5" fmla="*/ 118 h 243070"/>
                <a:gd name="connsiteX6" fmla="*/ 320104 w 406526"/>
                <a:gd name="connsiteY6" fmla="*/ 16579 h 243070"/>
                <a:gd name="connsiteX7" fmla="*/ 356478 w 406526"/>
                <a:gd name="connsiteY7" fmla="*/ 20432 h 243070"/>
                <a:gd name="connsiteX8" fmla="*/ 295142 w 406526"/>
                <a:gd name="connsiteY8" fmla="*/ 176992 h 243070"/>
                <a:gd name="connsiteX9" fmla="*/ 232023 w 406526"/>
                <a:gd name="connsiteY9" fmla="*/ 16579 h 243070"/>
                <a:gd name="connsiteX10" fmla="*/ 266257 w 406526"/>
                <a:gd name="connsiteY10" fmla="*/ 16579 h 243070"/>
                <a:gd name="connsiteX11" fmla="*/ 266257 w 406526"/>
                <a:gd name="connsiteY11" fmla="*/ 118 h 243070"/>
                <a:gd name="connsiteX12" fmla="*/ 203852 w 406526"/>
                <a:gd name="connsiteY12" fmla="*/ 1168 h 243070"/>
                <a:gd name="connsiteX13" fmla="*/ 149292 w 406526"/>
                <a:gd name="connsiteY13" fmla="*/ 118 h 243070"/>
                <a:gd name="connsiteX14" fmla="*/ 149292 w 406526"/>
                <a:gd name="connsiteY14" fmla="*/ 16579 h 243070"/>
                <a:gd name="connsiteX15" fmla="*/ 179960 w 406526"/>
                <a:gd name="connsiteY15" fmla="*/ 16579 h 243070"/>
                <a:gd name="connsiteX16" fmla="*/ 194580 w 406526"/>
                <a:gd name="connsiteY16" fmla="*/ 53705 h 243070"/>
                <a:gd name="connsiteX17" fmla="*/ 146082 w 406526"/>
                <a:gd name="connsiteY17" fmla="*/ 176992 h 243070"/>
                <a:gd name="connsiteX18" fmla="*/ 82964 w 406526"/>
                <a:gd name="connsiteY18" fmla="*/ 16579 h 243070"/>
                <a:gd name="connsiteX19" fmla="*/ 117198 w 406526"/>
                <a:gd name="connsiteY19" fmla="*/ 16579 h 243070"/>
                <a:gd name="connsiteX20" fmla="*/ 117198 w 406526"/>
                <a:gd name="connsiteY20" fmla="*/ 118 h 243070"/>
                <a:gd name="connsiteX21" fmla="*/ 54792 w 406526"/>
                <a:gd name="connsiteY21" fmla="*/ 1168 h 243070"/>
                <a:gd name="connsiteX22" fmla="*/ 232 w 406526"/>
                <a:gd name="connsiteY22" fmla="*/ 118 h 243070"/>
                <a:gd name="connsiteX23" fmla="*/ 232 w 406526"/>
                <a:gd name="connsiteY23" fmla="*/ 16579 h 243070"/>
                <a:gd name="connsiteX24" fmla="*/ 30900 w 406526"/>
                <a:gd name="connsiteY24" fmla="*/ 16579 h 243070"/>
                <a:gd name="connsiteX25" fmla="*/ 116484 w 406526"/>
                <a:gd name="connsiteY25" fmla="*/ 234082 h 243070"/>
                <a:gd name="connsiteX26" fmla="*/ 128966 w 406526"/>
                <a:gd name="connsiteY26" fmla="*/ 243188 h 243070"/>
                <a:gd name="connsiteX27" fmla="*/ 141447 w 406526"/>
                <a:gd name="connsiteY27" fmla="*/ 234082 h 243070"/>
                <a:gd name="connsiteX28" fmla="*/ 203495 w 406526"/>
                <a:gd name="connsiteY28" fmla="*/ 76471 h 243070"/>
                <a:gd name="connsiteX29" fmla="*/ 265544 w 406526"/>
                <a:gd name="connsiteY29" fmla="*/ 234082 h 243070"/>
                <a:gd name="connsiteX30" fmla="*/ 278025 w 406526"/>
                <a:gd name="connsiteY30" fmla="*/ 243188 h 243070"/>
                <a:gd name="connsiteX31" fmla="*/ 290506 w 406526"/>
                <a:gd name="connsiteY31" fmla="*/ 234082 h 243070"/>
                <a:gd name="connsiteX32" fmla="*/ 372881 w 406526"/>
                <a:gd name="connsiteY32" fmla="*/ 24985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81" y="24985"/>
                  </a:moveTo>
                  <a:cubicBezTo>
                    <a:pt x="375021" y="19031"/>
                    <a:pt x="375377" y="18330"/>
                    <a:pt x="386432" y="17280"/>
                  </a:cubicBezTo>
                  <a:cubicBezTo>
                    <a:pt x="393564" y="16579"/>
                    <a:pt x="401053" y="16579"/>
                    <a:pt x="406758" y="16579"/>
                  </a:cubicBezTo>
                  <a:lnTo>
                    <a:pt x="406758" y="118"/>
                  </a:lnTo>
                  <a:cubicBezTo>
                    <a:pt x="397130" y="468"/>
                    <a:pt x="384649" y="1168"/>
                    <a:pt x="368602" y="1168"/>
                  </a:cubicBezTo>
                  <a:cubicBezTo>
                    <a:pt x="355051" y="1168"/>
                    <a:pt x="332942" y="1168"/>
                    <a:pt x="320104" y="118"/>
                  </a:cubicBezTo>
                  <a:lnTo>
                    <a:pt x="320104" y="16579"/>
                  </a:lnTo>
                  <a:cubicBezTo>
                    <a:pt x="329019" y="16579"/>
                    <a:pt x="346136" y="16579"/>
                    <a:pt x="356478" y="20432"/>
                  </a:cubicBezTo>
                  <a:lnTo>
                    <a:pt x="295142" y="176992"/>
                  </a:lnTo>
                  <a:lnTo>
                    <a:pt x="232023" y="16579"/>
                  </a:lnTo>
                  <a:lnTo>
                    <a:pt x="266257" y="16579"/>
                  </a:lnTo>
                  <a:lnTo>
                    <a:pt x="266257" y="118"/>
                  </a:lnTo>
                  <a:cubicBezTo>
                    <a:pt x="252706" y="1168"/>
                    <a:pt x="219186" y="1168"/>
                    <a:pt x="203852" y="1168"/>
                  </a:cubicBezTo>
                  <a:cubicBezTo>
                    <a:pt x="189944" y="1168"/>
                    <a:pt x="161773" y="1168"/>
                    <a:pt x="149292" y="118"/>
                  </a:cubicBezTo>
                  <a:lnTo>
                    <a:pt x="149292" y="16579"/>
                  </a:lnTo>
                  <a:lnTo>
                    <a:pt x="179960" y="16579"/>
                  </a:lnTo>
                  <a:lnTo>
                    <a:pt x="194580" y="53705"/>
                  </a:lnTo>
                  <a:lnTo>
                    <a:pt x="146082" y="176992"/>
                  </a:lnTo>
                  <a:lnTo>
                    <a:pt x="82964" y="16579"/>
                  </a:lnTo>
                  <a:lnTo>
                    <a:pt x="117198" y="16579"/>
                  </a:lnTo>
                  <a:lnTo>
                    <a:pt x="117198" y="118"/>
                  </a:lnTo>
                  <a:cubicBezTo>
                    <a:pt x="103647" y="1168"/>
                    <a:pt x="70126" y="1168"/>
                    <a:pt x="54792" y="1168"/>
                  </a:cubicBezTo>
                  <a:cubicBezTo>
                    <a:pt x="40885" y="1168"/>
                    <a:pt x="12713" y="1168"/>
                    <a:pt x="232" y="118"/>
                  </a:cubicBezTo>
                  <a:lnTo>
                    <a:pt x="232" y="16579"/>
                  </a:lnTo>
                  <a:lnTo>
                    <a:pt x="30900" y="16579"/>
                  </a:lnTo>
                  <a:lnTo>
                    <a:pt x="116484" y="234082"/>
                  </a:lnTo>
                  <a:cubicBezTo>
                    <a:pt x="118624" y="239686"/>
                    <a:pt x="120050" y="243188"/>
                    <a:pt x="128966" y="243188"/>
                  </a:cubicBezTo>
                  <a:cubicBezTo>
                    <a:pt x="137881" y="243188"/>
                    <a:pt x="139307" y="239686"/>
                    <a:pt x="141447" y="234082"/>
                  </a:cubicBezTo>
                  <a:lnTo>
                    <a:pt x="203495" y="76471"/>
                  </a:lnTo>
                  <a:lnTo>
                    <a:pt x="265544" y="234082"/>
                  </a:lnTo>
                  <a:cubicBezTo>
                    <a:pt x="267684" y="239686"/>
                    <a:pt x="269110" y="243188"/>
                    <a:pt x="278025" y="243188"/>
                  </a:cubicBezTo>
                  <a:cubicBezTo>
                    <a:pt x="286940" y="243188"/>
                    <a:pt x="288367" y="239686"/>
                    <a:pt x="290506" y="234082"/>
                  </a:cubicBezTo>
                  <a:lnTo>
                    <a:pt x="372881" y="2498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3940D45E-4DD1-706B-D68B-AF7869761039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11491971" y="9087177"/>
              <a:ext cx="121565" cy="110817"/>
            </a:xfrm>
            <a:custGeom>
              <a:avLst/>
              <a:gdLst>
                <a:gd name="connsiteX0" fmla="*/ 121810 w 121565"/>
                <a:gd name="connsiteY0" fmla="*/ 19488 h 110817"/>
                <a:gd name="connsiteX1" fmla="*/ 109329 w 121565"/>
                <a:gd name="connsiteY1" fmla="*/ 119 h 110817"/>
                <a:gd name="connsiteX2" fmla="*/ 95849 w 121565"/>
                <a:gd name="connsiteY2" fmla="*/ 13113 h 110817"/>
                <a:gd name="connsiteX3" fmla="*/ 100093 w 121565"/>
                <a:gd name="connsiteY3" fmla="*/ 20714 h 110817"/>
                <a:gd name="connsiteX4" fmla="*/ 109329 w 121565"/>
                <a:gd name="connsiteY4" fmla="*/ 40327 h 110817"/>
                <a:gd name="connsiteX5" fmla="*/ 63149 w 121565"/>
                <a:gd name="connsiteY5" fmla="*/ 104072 h 110817"/>
                <a:gd name="connsiteX6" fmla="*/ 42929 w 121565"/>
                <a:gd name="connsiteY6" fmla="*/ 82252 h 110817"/>
                <a:gd name="connsiteX7" fmla="*/ 56659 w 121565"/>
                <a:gd name="connsiteY7" fmla="*/ 34443 h 110817"/>
                <a:gd name="connsiteX8" fmla="*/ 60153 w 121565"/>
                <a:gd name="connsiteY8" fmla="*/ 21449 h 110817"/>
                <a:gd name="connsiteX9" fmla="*/ 36439 w 121565"/>
                <a:gd name="connsiteY9" fmla="*/ 364 h 110817"/>
                <a:gd name="connsiteX10" fmla="*/ 244 w 121565"/>
                <a:gd name="connsiteY10" fmla="*/ 37876 h 110817"/>
                <a:gd name="connsiteX11" fmla="*/ 4488 w 121565"/>
                <a:gd name="connsiteY11" fmla="*/ 41063 h 110817"/>
                <a:gd name="connsiteX12" fmla="*/ 8981 w 121565"/>
                <a:gd name="connsiteY12" fmla="*/ 37140 h 110817"/>
                <a:gd name="connsiteX13" fmla="*/ 35690 w 121565"/>
                <a:gd name="connsiteY13" fmla="*/ 7229 h 110817"/>
                <a:gd name="connsiteX14" fmla="*/ 41931 w 121565"/>
                <a:gd name="connsiteY14" fmla="*/ 15810 h 110817"/>
                <a:gd name="connsiteX15" fmla="*/ 37438 w 121565"/>
                <a:gd name="connsiteY15" fmla="*/ 32237 h 110817"/>
                <a:gd name="connsiteX16" fmla="*/ 23958 w 121565"/>
                <a:gd name="connsiteY16" fmla="*/ 78819 h 110817"/>
                <a:gd name="connsiteX17" fmla="*/ 62400 w 121565"/>
                <a:gd name="connsiteY17" fmla="*/ 110937 h 110817"/>
                <a:gd name="connsiteX18" fmla="*/ 121810 w 121565"/>
                <a:gd name="connsiteY18" fmla="*/ 19488 h 11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1565" h="110817">
                  <a:moveTo>
                    <a:pt x="121810" y="19488"/>
                  </a:moveTo>
                  <a:cubicBezTo>
                    <a:pt x="121810" y="364"/>
                    <a:pt x="110077" y="119"/>
                    <a:pt x="109329" y="119"/>
                  </a:cubicBezTo>
                  <a:cubicBezTo>
                    <a:pt x="102838" y="119"/>
                    <a:pt x="95849" y="6739"/>
                    <a:pt x="95849" y="13113"/>
                  </a:cubicBezTo>
                  <a:cubicBezTo>
                    <a:pt x="95849" y="17281"/>
                    <a:pt x="98345" y="19243"/>
                    <a:pt x="100093" y="20714"/>
                  </a:cubicBezTo>
                  <a:cubicBezTo>
                    <a:pt x="104336" y="24146"/>
                    <a:pt x="109329" y="30521"/>
                    <a:pt x="109329" y="40327"/>
                  </a:cubicBezTo>
                  <a:cubicBezTo>
                    <a:pt x="109329" y="51360"/>
                    <a:pt x="92854" y="104072"/>
                    <a:pt x="63149" y="104072"/>
                  </a:cubicBezTo>
                  <a:cubicBezTo>
                    <a:pt x="42929" y="104072"/>
                    <a:pt x="42929" y="86420"/>
                    <a:pt x="42929" y="82252"/>
                  </a:cubicBezTo>
                  <a:cubicBezTo>
                    <a:pt x="42929" y="70974"/>
                    <a:pt x="47423" y="57244"/>
                    <a:pt x="56659" y="34443"/>
                  </a:cubicBezTo>
                  <a:cubicBezTo>
                    <a:pt x="58655" y="29295"/>
                    <a:pt x="60153" y="25617"/>
                    <a:pt x="60153" y="21449"/>
                  </a:cubicBezTo>
                  <a:cubicBezTo>
                    <a:pt x="60153" y="8700"/>
                    <a:pt x="49170" y="364"/>
                    <a:pt x="36439" y="364"/>
                  </a:cubicBezTo>
                  <a:cubicBezTo>
                    <a:pt x="11477" y="364"/>
                    <a:pt x="244" y="33953"/>
                    <a:pt x="244" y="37876"/>
                  </a:cubicBezTo>
                  <a:cubicBezTo>
                    <a:pt x="244" y="41063"/>
                    <a:pt x="3739" y="41063"/>
                    <a:pt x="4488" y="41063"/>
                  </a:cubicBezTo>
                  <a:cubicBezTo>
                    <a:pt x="7982" y="41063"/>
                    <a:pt x="8232" y="39837"/>
                    <a:pt x="8981" y="37140"/>
                  </a:cubicBezTo>
                  <a:cubicBezTo>
                    <a:pt x="14972" y="17036"/>
                    <a:pt x="25705" y="7229"/>
                    <a:pt x="35690" y="7229"/>
                  </a:cubicBezTo>
                  <a:cubicBezTo>
                    <a:pt x="39934" y="7229"/>
                    <a:pt x="41931" y="9926"/>
                    <a:pt x="41931" y="15810"/>
                  </a:cubicBezTo>
                  <a:cubicBezTo>
                    <a:pt x="41931" y="21449"/>
                    <a:pt x="39934" y="26598"/>
                    <a:pt x="37438" y="32237"/>
                  </a:cubicBezTo>
                  <a:cubicBezTo>
                    <a:pt x="26704" y="59451"/>
                    <a:pt x="23958" y="69993"/>
                    <a:pt x="23958" y="78819"/>
                  </a:cubicBezTo>
                  <a:cubicBezTo>
                    <a:pt x="23958" y="103091"/>
                    <a:pt x="43429" y="110937"/>
                    <a:pt x="62400" y="110937"/>
                  </a:cubicBezTo>
                  <a:cubicBezTo>
                    <a:pt x="104336" y="110937"/>
                    <a:pt x="121810" y="39592"/>
                    <a:pt x="121810" y="19488"/>
                  </a:cubicBez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4CEA140-297C-C03F-3A98-D2006478F704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11778319" y="8953874"/>
              <a:ext cx="178300" cy="203142"/>
            </a:xfrm>
            <a:custGeom>
              <a:avLst/>
              <a:gdLst>
                <a:gd name="connsiteX0" fmla="*/ 166071 w 178300"/>
                <a:gd name="connsiteY0" fmla="*/ 108694 h 203142"/>
                <a:gd name="connsiteX1" fmla="*/ 178553 w 178300"/>
                <a:gd name="connsiteY1" fmla="*/ 101689 h 203142"/>
                <a:gd name="connsiteX2" fmla="*/ 166071 w 178300"/>
                <a:gd name="connsiteY2" fmla="*/ 94684 h 203142"/>
                <a:gd name="connsiteX3" fmla="*/ 14872 w 178300"/>
                <a:gd name="connsiteY3" fmla="*/ 94684 h 203142"/>
                <a:gd name="connsiteX4" fmla="*/ 110442 w 178300"/>
                <a:gd name="connsiteY4" fmla="*/ 14128 h 203142"/>
                <a:gd name="connsiteX5" fmla="*/ 166071 w 178300"/>
                <a:gd name="connsiteY5" fmla="*/ 14128 h 203142"/>
                <a:gd name="connsiteX6" fmla="*/ 178553 w 178300"/>
                <a:gd name="connsiteY6" fmla="*/ 7123 h 203142"/>
                <a:gd name="connsiteX7" fmla="*/ 166071 w 178300"/>
                <a:gd name="connsiteY7" fmla="*/ 118 h 203142"/>
                <a:gd name="connsiteX8" fmla="*/ 109728 w 178300"/>
                <a:gd name="connsiteY8" fmla="*/ 118 h 203142"/>
                <a:gd name="connsiteX9" fmla="*/ 252 w 178300"/>
                <a:gd name="connsiteY9" fmla="*/ 101689 h 203142"/>
                <a:gd name="connsiteX10" fmla="*/ 109728 w 178300"/>
                <a:gd name="connsiteY10" fmla="*/ 203260 h 203142"/>
                <a:gd name="connsiteX11" fmla="*/ 166071 w 178300"/>
                <a:gd name="connsiteY11" fmla="*/ 203260 h 203142"/>
                <a:gd name="connsiteX12" fmla="*/ 178553 w 178300"/>
                <a:gd name="connsiteY12" fmla="*/ 196255 h 203142"/>
                <a:gd name="connsiteX13" fmla="*/ 166071 w 178300"/>
                <a:gd name="connsiteY13" fmla="*/ 189250 h 203142"/>
                <a:gd name="connsiteX14" fmla="*/ 110442 w 178300"/>
                <a:gd name="connsiteY14" fmla="*/ 189250 h 203142"/>
                <a:gd name="connsiteX15" fmla="*/ 14872 w 178300"/>
                <a:gd name="connsiteY15" fmla="*/ 108694 h 203142"/>
                <a:gd name="connsiteX16" fmla="*/ 166071 w 178300"/>
                <a:gd name="connsiteY16" fmla="*/ 108694 h 203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8300" h="203142">
                  <a:moveTo>
                    <a:pt x="166071" y="108694"/>
                  </a:moveTo>
                  <a:cubicBezTo>
                    <a:pt x="172134" y="108694"/>
                    <a:pt x="178553" y="108694"/>
                    <a:pt x="178553" y="101689"/>
                  </a:cubicBezTo>
                  <a:cubicBezTo>
                    <a:pt x="178553" y="94684"/>
                    <a:pt x="172134" y="94684"/>
                    <a:pt x="166071" y="94684"/>
                  </a:cubicBezTo>
                  <a:lnTo>
                    <a:pt x="14872" y="94684"/>
                  </a:lnTo>
                  <a:cubicBezTo>
                    <a:pt x="19151" y="47751"/>
                    <a:pt x="60161" y="14128"/>
                    <a:pt x="110442" y="14128"/>
                  </a:cubicBezTo>
                  <a:lnTo>
                    <a:pt x="166071" y="14128"/>
                  </a:lnTo>
                  <a:cubicBezTo>
                    <a:pt x="172134" y="14128"/>
                    <a:pt x="178553" y="14128"/>
                    <a:pt x="178553" y="7123"/>
                  </a:cubicBezTo>
                  <a:cubicBezTo>
                    <a:pt x="178553" y="118"/>
                    <a:pt x="172134" y="118"/>
                    <a:pt x="166071" y="118"/>
                  </a:cubicBezTo>
                  <a:lnTo>
                    <a:pt x="109728" y="118"/>
                  </a:lnTo>
                  <a:cubicBezTo>
                    <a:pt x="48749" y="118"/>
                    <a:pt x="252" y="45650"/>
                    <a:pt x="252" y="101689"/>
                  </a:cubicBezTo>
                  <a:cubicBezTo>
                    <a:pt x="252" y="157728"/>
                    <a:pt x="48749" y="203260"/>
                    <a:pt x="109728" y="203260"/>
                  </a:cubicBezTo>
                  <a:lnTo>
                    <a:pt x="166071" y="203260"/>
                  </a:lnTo>
                  <a:cubicBezTo>
                    <a:pt x="172134" y="203260"/>
                    <a:pt x="178553" y="203260"/>
                    <a:pt x="178553" y="196255"/>
                  </a:cubicBezTo>
                  <a:cubicBezTo>
                    <a:pt x="178553" y="189250"/>
                    <a:pt x="172134" y="189250"/>
                    <a:pt x="166071" y="189250"/>
                  </a:cubicBezTo>
                  <a:lnTo>
                    <a:pt x="110442" y="189250"/>
                  </a:lnTo>
                  <a:cubicBezTo>
                    <a:pt x="60161" y="189250"/>
                    <a:pt x="19151" y="155627"/>
                    <a:pt x="14872" y="108694"/>
                  </a:cubicBezTo>
                  <a:lnTo>
                    <a:pt x="166071" y="108694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E4E93E40-58CE-08A5-5A9C-58C3E79C6A0A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12091216" y="8903089"/>
              <a:ext cx="244985" cy="239918"/>
            </a:xfrm>
            <a:custGeom>
              <a:avLst/>
              <a:gdLst>
                <a:gd name="connsiteX0" fmla="*/ 90125 w 244985"/>
                <a:gd name="connsiteY0" fmla="*/ 130059 h 239918"/>
                <a:gd name="connsiteX1" fmla="*/ 102962 w 244985"/>
                <a:gd name="connsiteY1" fmla="*/ 130059 h 239918"/>
                <a:gd name="connsiteX2" fmla="*/ 156453 w 244985"/>
                <a:gd name="connsiteY2" fmla="*/ 211316 h 239918"/>
                <a:gd name="connsiteX3" fmla="*/ 172500 w 244985"/>
                <a:gd name="connsiteY3" fmla="*/ 235833 h 239918"/>
                <a:gd name="connsiteX4" fmla="*/ 184268 w 244985"/>
                <a:gd name="connsiteY4" fmla="*/ 240036 h 239918"/>
                <a:gd name="connsiteX5" fmla="*/ 233479 w 244985"/>
                <a:gd name="connsiteY5" fmla="*/ 240036 h 239918"/>
                <a:gd name="connsiteX6" fmla="*/ 245247 w 244985"/>
                <a:gd name="connsiteY6" fmla="*/ 233732 h 239918"/>
                <a:gd name="connsiteX7" fmla="*/ 239897 w 244985"/>
                <a:gd name="connsiteY7" fmla="*/ 227777 h 239918"/>
                <a:gd name="connsiteX8" fmla="*/ 200671 w 244985"/>
                <a:gd name="connsiteY8" fmla="*/ 190651 h 239918"/>
                <a:gd name="connsiteX9" fmla="*/ 156453 w 244985"/>
                <a:gd name="connsiteY9" fmla="*/ 126206 h 239918"/>
                <a:gd name="connsiteX10" fmla="*/ 218858 w 244985"/>
                <a:gd name="connsiteY10" fmla="*/ 65614 h 239918"/>
                <a:gd name="connsiteX11" fmla="*/ 124358 w 244985"/>
                <a:gd name="connsiteY11" fmla="*/ 118 h 239918"/>
                <a:gd name="connsiteX12" fmla="*/ 12385 w 244985"/>
                <a:gd name="connsiteY12" fmla="*/ 118 h 239918"/>
                <a:gd name="connsiteX13" fmla="*/ 261 w 244985"/>
                <a:gd name="connsiteY13" fmla="*/ 6422 h 239918"/>
                <a:gd name="connsiteX14" fmla="*/ 9889 w 244985"/>
                <a:gd name="connsiteY14" fmla="*/ 12376 h 239918"/>
                <a:gd name="connsiteX15" fmla="*/ 31999 w 244985"/>
                <a:gd name="connsiteY15" fmla="*/ 32340 h 239918"/>
                <a:gd name="connsiteX16" fmla="*/ 31999 w 244985"/>
                <a:gd name="connsiteY16" fmla="*/ 207813 h 239918"/>
                <a:gd name="connsiteX17" fmla="*/ 9889 w 244985"/>
                <a:gd name="connsiteY17" fmla="*/ 227777 h 239918"/>
                <a:gd name="connsiteX18" fmla="*/ 261 w 244985"/>
                <a:gd name="connsiteY18" fmla="*/ 233732 h 239918"/>
                <a:gd name="connsiteX19" fmla="*/ 12385 w 244985"/>
                <a:gd name="connsiteY19" fmla="*/ 240036 h 239918"/>
                <a:gd name="connsiteX20" fmla="*/ 110094 w 244985"/>
                <a:gd name="connsiteY20" fmla="*/ 240036 h 239918"/>
                <a:gd name="connsiteX21" fmla="*/ 121862 w 244985"/>
                <a:gd name="connsiteY21" fmla="*/ 233732 h 239918"/>
                <a:gd name="connsiteX22" fmla="*/ 111877 w 244985"/>
                <a:gd name="connsiteY22" fmla="*/ 227777 h 239918"/>
                <a:gd name="connsiteX23" fmla="*/ 90125 w 244985"/>
                <a:gd name="connsiteY23" fmla="*/ 207813 h 239918"/>
                <a:gd name="connsiteX24" fmla="*/ 90125 w 244985"/>
                <a:gd name="connsiteY24" fmla="*/ 130059 h 239918"/>
                <a:gd name="connsiteX25" fmla="*/ 158949 w 244985"/>
                <a:gd name="connsiteY25" fmla="*/ 112897 h 239918"/>
                <a:gd name="connsiteX26" fmla="*/ 170004 w 244985"/>
                <a:gd name="connsiteY26" fmla="*/ 65964 h 239918"/>
                <a:gd name="connsiteX27" fmla="*/ 156453 w 244985"/>
                <a:gd name="connsiteY27" fmla="*/ 16229 h 239918"/>
                <a:gd name="connsiteX28" fmla="*/ 206377 w 244985"/>
                <a:gd name="connsiteY28" fmla="*/ 65614 h 239918"/>
                <a:gd name="connsiteX29" fmla="*/ 158949 w 244985"/>
                <a:gd name="connsiteY29" fmla="*/ 112897 h 239918"/>
                <a:gd name="connsiteX30" fmla="*/ 90125 w 244985"/>
                <a:gd name="connsiteY30" fmla="*/ 31290 h 239918"/>
                <a:gd name="connsiteX31" fmla="*/ 112234 w 244985"/>
                <a:gd name="connsiteY31" fmla="*/ 12376 h 239918"/>
                <a:gd name="connsiteX32" fmla="*/ 157522 w 244985"/>
                <a:gd name="connsiteY32" fmla="*/ 65964 h 239918"/>
                <a:gd name="connsiteX33" fmla="*/ 90125 w 244985"/>
                <a:gd name="connsiteY33" fmla="*/ 117800 h 239918"/>
                <a:gd name="connsiteX34" fmla="*/ 90125 w 244985"/>
                <a:gd name="connsiteY34" fmla="*/ 31290 h 239918"/>
                <a:gd name="connsiteX35" fmla="*/ 41627 w 244985"/>
                <a:gd name="connsiteY35" fmla="*/ 227777 h 239918"/>
                <a:gd name="connsiteX36" fmla="*/ 44480 w 244985"/>
                <a:gd name="connsiteY36" fmla="*/ 208514 h 239918"/>
                <a:gd name="connsiteX37" fmla="*/ 44480 w 244985"/>
                <a:gd name="connsiteY37" fmla="*/ 31640 h 239918"/>
                <a:gd name="connsiteX38" fmla="*/ 41627 w 244985"/>
                <a:gd name="connsiteY38" fmla="*/ 12376 h 239918"/>
                <a:gd name="connsiteX39" fmla="*/ 82279 w 244985"/>
                <a:gd name="connsiteY39" fmla="*/ 12376 h 239918"/>
                <a:gd name="connsiteX40" fmla="*/ 77644 w 244985"/>
                <a:gd name="connsiteY40" fmla="*/ 30239 h 239918"/>
                <a:gd name="connsiteX41" fmla="*/ 77644 w 244985"/>
                <a:gd name="connsiteY41" fmla="*/ 208514 h 239918"/>
                <a:gd name="connsiteX42" fmla="*/ 80496 w 244985"/>
                <a:gd name="connsiteY42" fmla="*/ 227777 h 239918"/>
                <a:gd name="connsiteX43" fmla="*/ 41627 w 244985"/>
                <a:gd name="connsiteY43" fmla="*/ 227777 h 239918"/>
                <a:gd name="connsiteX44" fmla="*/ 117583 w 244985"/>
                <a:gd name="connsiteY44" fmla="*/ 130059 h 239918"/>
                <a:gd name="connsiteX45" fmla="*/ 124358 w 244985"/>
                <a:gd name="connsiteY45" fmla="*/ 129358 h 239918"/>
                <a:gd name="connsiteX46" fmla="*/ 142902 w 244985"/>
                <a:gd name="connsiteY46" fmla="*/ 127957 h 239918"/>
                <a:gd name="connsiteX47" fmla="*/ 216362 w 244985"/>
                <a:gd name="connsiteY47" fmla="*/ 227777 h 239918"/>
                <a:gd name="connsiteX48" fmla="*/ 181771 w 244985"/>
                <a:gd name="connsiteY48" fmla="*/ 227777 h 239918"/>
                <a:gd name="connsiteX49" fmla="*/ 117583 w 244985"/>
                <a:gd name="connsiteY49" fmla="*/ 130059 h 239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4985" h="239918">
                  <a:moveTo>
                    <a:pt x="90125" y="130059"/>
                  </a:moveTo>
                  <a:lnTo>
                    <a:pt x="102962" y="130059"/>
                  </a:lnTo>
                  <a:lnTo>
                    <a:pt x="156453" y="211316"/>
                  </a:lnTo>
                  <a:cubicBezTo>
                    <a:pt x="160019" y="216920"/>
                    <a:pt x="168577" y="230579"/>
                    <a:pt x="172500" y="235833"/>
                  </a:cubicBezTo>
                  <a:cubicBezTo>
                    <a:pt x="174996" y="240036"/>
                    <a:pt x="176066" y="240036"/>
                    <a:pt x="184268" y="240036"/>
                  </a:cubicBezTo>
                  <a:lnTo>
                    <a:pt x="233479" y="240036"/>
                  </a:lnTo>
                  <a:cubicBezTo>
                    <a:pt x="239897" y="240036"/>
                    <a:pt x="245247" y="240036"/>
                    <a:pt x="245247" y="233732"/>
                  </a:cubicBezTo>
                  <a:cubicBezTo>
                    <a:pt x="245247" y="230930"/>
                    <a:pt x="243107" y="228478"/>
                    <a:pt x="239897" y="227777"/>
                  </a:cubicBezTo>
                  <a:cubicBezTo>
                    <a:pt x="226703" y="224975"/>
                    <a:pt x="209230" y="201859"/>
                    <a:pt x="200671" y="190651"/>
                  </a:cubicBezTo>
                  <a:cubicBezTo>
                    <a:pt x="198175" y="187149"/>
                    <a:pt x="180345" y="164033"/>
                    <a:pt x="156453" y="126206"/>
                  </a:cubicBezTo>
                  <a:cubicBezTo>
                    <a:pt x="188190" y="120602"/>
                    <a:pt x="218858" y="107293"/>
                    <a:pt x="218858" y="65614"/>
                  </a:cubicBezTo>
                  <a:cubicBezTo>
                    <a:pt x="218858" y="16930"/>
                    <a:pt x="166438" y="118"/>
                    <a:pt x="124358" y="118"/>
                  </a:cubicBezTo>
                  <a:lnTo>
                    <a:pt x="12385" y="118"/>
                  </a:lnTo>
                  <a:cubicBezTo>
                    <a:pt x="5967" y="118"/>
                    <a:pt x="261" y="118"/>
                    <a:pt x="261" y="6422"/>
                  </a:cubicBezTo>
                  <a:cubicBezTo>
                    <a:pt x="261" y="12376"/>
                    <a:pt x="7036" y="12376"/>
                    <a:pt x="9889" y="12376"/>
                  </a:cubicBezTo>
                  <a:cubicBezTo>
                    <a:pt x="30216" y="12376"/>
                    <a:pt x="31999" y="14828"/>
                    <a:pt x="31999" y="32340"/>
                  </a:cubicBezTo>
                  <a:lnTo>
                    <a:pt x="31999" y="207813"/>
                  </a:lnTo>
                  <a:cubicBezTo>
                    <a:pt x="31999" y="225326"/>
                    <a:pt x="30216" y="227777"/>
                    <a:pt x="9889" y="227777"/>
                  </a:cubicBezTo>
                  <a:cubicBezTo>
                    <a:pt x="7036" y="227777"/>
                    <a:pt x="261" y="227777"/>
                    <a:pt x="261" y="233732"/>
                  </a:cubicBezTo>
                  <a:cubicBezTo>
                    <a:pt x="261" y="240036"/>
                    <a:pt x="5967" y="240036"/>
                    <a:pt x="12385" y="240036"/>
                  </a:cubicBezTo>
                  <a:lnTo>
                    <a:pt x="110094" y="240036"/>
                  </a:lnTo>
                  <a:cubicBezTo>
                    <a:pt x="116513" y="240036"/>
                    <a:pt x="121862" y="240036"/>
                    <a:pt x="121862" y="233732"/>
                  </a:cubicBezTo>
                  <a:cubicBezTo>
                    <a:pt x="121862" y="227777"/>
                    <a:pt x="115800" y="227777"/>
                    <a:pt x="111877" y="227777"/>
                  </a:cubicBezTo>
                  <a:cubicBezTo>
                    <a:pt x="91551" y="227777"/>
                    <a:pt x="90125" y="224975"/>
                    <a:pt x="90125" y="207813"/>
                  </a:cubicBezTo>
                  <a:lnTo>
                    <a:pt x="90125" y="130059"/>
                  </a:lnTo>
                  <a:close/>
                  <a:moveTo>
                    <a:pt x="158949" y="112897"/>
                  </a:moveTo>
                  <a:cubicBezTo>
                    <a:pt x="168934" y="99938"/>
                    <a:pt x="170004" y="81375"/>
                    <a:pt x="170004" y="65964"/>
                  </a:cubicBezTo>
                  <a:cubicBezTo>
                    <a:pt x="170004" y="49152"/>
                    <a:pt x="167864" y="30589"/>
                    <a:pt x="156453" y="16229"/>
                  </a:cubicBezTo>
                  <a:cubicBezTo>
                    <a:pt x="171073" y="19381"/>
                    <a:pt x="206377" y="30239"/>
                    <a:pt x="206377" y="65614"/>
                  </a:cubicBezTo>
                  <a:cubicBezTo>
                    <a:pt x="206377" y="88380"/>
                    <a:pt x="195679" y="106242"/>
                    <a:pt x="158949" y="112897"/>
                  </a:cubicBezTo>
                  <a:close/>
                  <a:moveTo>
                    <a:pt x="90125" y="31290"/>
                  </a:moveTo>
                  <a:cubicBezTo>
                    <a:pt x="90125" y="23934"/>
                    <a:pt x="90125" y="12376"/>
                    <a:pt x="112234" y="12376"/>
                  </a:cubicBezTo>
                  <a:cubicBezTo>
                    <a:pt x="142545" y="12376"/>
                    <a:pt x="157522" y="24635"/>
                    <a:pt x="157522" y="65964"/>
                  </a:cubicBezTo>
                  <a:cubicBezTo>
                    <a:pt x="157522" y="111146"/>
                    <a:pt x="146468" y="117800"/>
                    <a:pt x="90125" y="117800"/>
                  </a:cubicBezTo>
                  <a:lnTo>
                    <a:pt x="90125" y="31290"/>
                  </a:lnTo>
                  <a:close/>
                  <a:moveTo>
                    <a:pt x="41627" y="227777"/>
                  </a:moveTo>
                  <a:cubicBezTo>
                    <a:pt x="44480" y="221473"/>
                    <a:pt x="44480" y="211666"/>
                    <a:pt x="44480" y="208514"/>
                  </a:cubicBezTo>
                  <a:lnTo>
                    <a:pt x="44480" y="31640"/>
                  </a:lnTo>
                  <a:cubicBezTo>
                    <a:pt x="44480" y="28137"/>
                    <a:pt x="44480" y="18681"/>
                    <a:pt x="41627" y="12376"/>
                  </a:cubicBezTo>
                  <a:lnTo>
                    <a:pt x="82279" y="12376"/>
                  </a:lnTo>
                  <a:cubicBezTo>
                    <a:pt x="77644" y="17980"/>
                    <a:pt x="77644" y="24985"/>
                    <a:pt x="77644" y="30239"/>
                  </a:cubicBezTo>
                  <a:lnTo>
                    <a:pt x="77644" y="208514"/>
                  </a:lnTo>
                  <a:cubicBezTo>
                    <a:pt x="77644" y="212016"/>
                    <a:pt x="77644" y="221473"/>
                    <a:pt x="80496" y="227777"/>
                  </a:cubicBezTo>
                  <a:lnTo>
                    <a:pt x="41627" y="227777"/>
                  </a:lnTo>
                  <a:close/>
                  <a:moveTo>
                    <a:pt x="117583" y="130059"/>
                  </a:moveTo>
                  <a:cubicBezTo>
                    <a:pt x="120079" y="129709"/>
                    <a:pt x="121506" y="129358"/>
                    <a:pt x="124358" y="129358"/>
                  </a:cubicBezTo>
                  <a:cubicBezTo>
                    <a:pt x="129708" y="129358"/>
                    <a:pt x="137553" y="128658"/>
                    <a:pt x="142902" y="127957"/>
                  </a:cubicBezTo>
                  <a:cubicBezTo>
                    <a:pt x="148251" y="136363"/>
                    <a:pt x="186764" y="198707"/>
                    <a:pt x="216362" y="227777"/>
                  </a:cubicBezTo>
                  <a:lnTo>
                    <a:pt x="181771" y="227777"/>
                  </a:lnTo>
                  <a:lnTo>
                    <a:pt x="117583" y="130059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9BD10900-3179-87D6-4541-2CA6F2A1A22E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12358283" y="8828244"/>
              <a:ext cx="128305" cy="172601"/>
            </a:xfrm>
            <a:custGeom>
              <a:avLst/>
              <a:gdLst>
                <a:gd name="connsiteX0" fmla="*/ 127575 w 128305"/>
                <a:gd name="connsiteY0" fmla="*/ 7469 h 172601"/>
                <a:gd name="connsiteX1" fmla="*/ 128574 w 128305"/>
                <a:gd name="connsiteY1" fmla="*/ 3546 h 172601"/>
                <a:gd name="connsiteX2" fmla="*/ 124580 w 128305"/>
                <a:gd name="connsiteY2" fmla="*/ 114 h 172601"/>
                <a:gd name="connsiteX3" fmla="*/ 92628 w 128305"/>
                <a:gd name="connsiteY3" fmla="*/ 2565 h 172601"/>
                <a:gd name="connsiteX4" fmla="*/ 87136 w 128305"/>
                <a:gd name="connsiteY4" fmla="*/ 8204 h 172601"/>
                <a:gd name="connsiteX5" fmla="*/ 93627 w 128305"/>
                <a:gd name="connsiteY5" fmla="*/ 11637 h 172601"/>
                <a:gd name="connsiteX6" fmla="*/ 105608 w 128305"/>
                <a:gd name="connsiteY6" fmla="*/ 15314 h 172601"/>
                <a:gd name="connsiteX7" fmla="*/ 104610 w 128305"/>
                <a:gd name="connsiteY7" fmla="*/ 20708 h 172601"/>
                <a:gd name="connsiteX8" fmla="*/ 90381 w 128305"/>
                <a:gd name="connsiteY8" fmla="*/ 76607 h 172601"/>
                <a:gd name="connsiteX9" fmla="*/ 64671 w 128305"/>
                <a:gd name="connsiteY9" fmla="*/ 62142 h 172601"/>
                <a:gd name="connsiteX10" fmla="*/ 268 w 128305"/>
                <a:gd name="connsiteY10" fmla="*/ 132016 h 172601"/>
                <a:gd name="connsiteX11" fmla="*/ 37961 w 128305"/>
                <a:gd name="connsiteY11" fmla="*/ 172715 h 172601"/>
                <a:gd name="connsiteX12" fmla="*/ 73407 w 128305"/>
                <a:gd name="connsiteY12" fmla="*/ 155553 h 172601"/>
                <a:gd name="connsiteX13" fmla="*/ 99118 w 128305"/>
                <a:gd name="connsiteY13" fmla="*/ 172715 h 172601"/>
                <a:gd name="connsiteX14" fmla="*/ 118838 w 128305"/>
                <a:gd name="connsiteY14" fmla="*/ 159721 h 172601"/>
                <a:gd name="connsiteX15" fmla="*/ 127575 w 128305"/>
                <a:gd name="connsiteY15" fmla="*/ 135203 h 172601"/>
                <a:gd name="connsiteX16" fmla="*/ 123581 w 128305"/>
                <a:gd name="connsiteY16" fmla="*/ 132016 h 172601"/>
                <a:gd name="connsiteX17" fmla="*/ 118089 w 128305"/>
                <a:gd name="connsiteY17" fmla="*/ 139616 h 172601"/>
                <a:gd name="connsiteX18" fmla="*/ 99867 w 128305"/>
                <a:gd name="connsiteY18" fmla="*/ 165850 h 172601"/>
                <a:gd name="connsiteX19" fmla="*/ 91630 w 128305"/>
                <a:gd name="connsiteY19" fmla="*/ 153836 h 172601"/>
                <a:gd name="connsiteX20" fmla="*/ 92878 w 128305"/>
                <a:gd name="connsiteY20" fmla="*/ 143784 h 172601"/>
                <a:gd name="connsiteX21" fmla="*/ 127575 w 128305"/>
                <a:gd name="connsiteY21" fmla="*/ 7469 h 172601"/>
                <a:gd name="connsiteX22" fmla="*/ 74406 w 128305"/>
                <a:gd name="connsiteY22" fmla="*/ 139616 h 172601"/>
                <a:gd name="connsiteX23" fmla="*/ 61675 w 128305"/>
                <a:gd name="connsiteY23" fmla="*/ 156043 h 172601"/>
                <a:gd name="connsiteX24" fmla="*/ 38710 w 128305"/>
                <a:gd name="connsiteY24" fmla="*/ 165850 h 172601"/>
                <a:gd name="connsiteX25" fmla="*/ 20487 w 128305"/>
                <a:gd name="connsiteY25" fmla="*/ 142068 h 172601"/>
                <a:gd name="connsiteX26" fmla="*/ 33468 w 128305"/>
                <a:gd name="connsiteY26" fmla="*/ 92298 h 172601"/>
                <a:gd name="connsiteX27" fmla="*/ 64671 w 128305"/>
                <a:gd name="connsiteY27" fmla="*/ 69007 h 172601"/>
                <a:gd name="connsiteX28" fmla="*/ 86887 w 128305"/>
                <a:gd name="connsiteY28" fmla="*/ 90337 h 172601"/>
                <a:gd name="connsiteX29" fmla="*/ 86138 w 128305"/>
                <a:gd name="connsiteY29" fmla="*/ 93769 h 172601"/>
                <a:gd name="connsiteX30" fmla="*/ 74406 w 128305"/>
                <a:gd name="connsiteY30" fmla="*/ 139616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75" y="7469"/>
                  </a:moveTo>
                  <a:cubicBezTo>
                    <a:pt x="127825" y="6978"/>
                    <a:pt x="128574" y="3791"/>
                    <a:pt x="128574" y="3546"/>
                  </a:cubicBezTo>
                  <a:cubicBezTo>
                    <a:pt x="128574" y="2320"/>
                    <a:pt x="127575" y="114"/>
                    <a:pt x="124580" y="114"/>
                  </a:cubicBezTo>
                  <a:cubicBezTo>
                    <a:pt x="119587" y="114"/>
                    <a:pt x="98869" y="2075"/>
                    <a:pt x="92628" y="2565"/>
                  </a:cubicBezTo>
                  <a:cubicBezTo>
                    <a:pt x="90631" y="2811"/>
                    <a:pt x="87136" y="3056"/>
                    <a:pt x="87136" y="8204"/>
                  </a:cubicBezTo>
                  <a:cubicBezTo>
                    <a:pt x="87136" y="11637"/>
                    <a:pt x="90631" y="11637"/>
                    <a:pt x="93627" y="11637"/>
                  </a:cubicBezTo>
                  <a:cubicBezTo>
                    <a:pt x="105608" y="11637"/>
                    <a:pt x="105608" y="13353"/>
                    <a:pt x="105608" y="15314"/>
                  </a:cubicBezTo>
                  <a:cubicBezTo>
                    <a:pt x="105608" y="17031"/>
                    <a:pt x="105109" y="18502"/>
                    <a:pt x="104610" y="20708"/>
                  </a:cubicBezTo>
                  <a:lnTo>
                    <a:pt x="90381" y="76607"/>
                  </a:lnTo>
                  <a:cubicBezTo>
                    <a:pt x="85139" y="68517"/>
                    <a:pt x="76652" y="62142"/>
                    <a:pt x="64671" y="62142"/>
                  </a:cubicBezTo>
                  <a:cubicBezTo>
                    <a:pt x="32719" y="62142"/>
                    <a:pt x="268" y="96711"/>
                    <a:pt x="268" y="132016"/>
                  </a:cubicBezTo>
                  <a:cubicBezTo>
                    <a:pt x="268" y="155798"/>
                    <a:pt x="16494" y="172715"/>
                    <a:pt x="37961" y="172715"/>
                  </a:cubicBezTo>
                  <a:cubicBezTo>
                    <a:pt x="51441" y="172715"/>
                    <a:pt x="63422" y="165114"/>
                    <a:pt x="73407" y="155553"/>
                  </a:cubicBezTo>
                  <a:cubicBezTo>
                    <a:pt x="78150" y="170263"/>
                    <a:pt x="92628" y="172715"/>
                    <a:pt x="99118" y="172715"/>
                  </a:cubicBezTo>
                  <a:cubicBezTo>
                    <a:pt x="108105" y="172715"/>
                    <a:pt x="114345" y="167321"/>
                    <a:pt x="118838" y="159721"/>
                  </a:cubicBezTo>
                  <a:cubicBezTo>
                    <a:pt x="124330" y="150159"/>
                    <a:pt x="127575" y="136184"/>
                    <a:pt x="127575" y="135203"/>
                  </a:cubicBezTo>
                  <a:cubicBezTo>
                    <a:pt x="127575" y="132016"/>
                    <a:pt x="124330" y="132016"/>
                    <a:pt x="123581" y="132016"/>
                  </a:cubicBezTo>
                  <a:cubicBezTo>
                    <a:pt x="120086" y="132016"/>
                    <a:pt x="119837" y="132997"/>
                    <a:pt x="118089" y="139616"/>
                  </a:cubicBezTo>
                  <a:cubicBezTo>
                    <a:pt x="115094" y="151385"/>
                    <a:pt x="110351" y="165850"/>
                    <a:pt x="99867" y="165850"/>
                  </a:cubicBezTo>
                  <a:cubicBezTo>
                    <a:pt x="93377" y="165850"/>
                    <a:pt x="91630" y="160456"/>
                    <a:pt x="91630" y="153836"/>
                  </a:cubicBezTo>
                  <a:cubicBezTo>
                    <a:pt x="91630" y="149178"/>
                    <a:pt x="92129" y="146972"/>
                    <a:pt x="92878" y="143784"/>
                  </a:cubicBezTo>
                  <a:lnTo>
                    <a:pt x="127575" y="7469"/>
                  </a:lnTo>
                  <a:close/>
                  <a:moveTo>
                    <a:pt x="74406" y="139616"/>
                  </a:moveTo>
                  <a:cubicBezTo>
                    <a:pt x="72658" y="146481"/>
                    <a:pt x="67167" y="151385"/>
                    <a:pt x="61675" y="156043"/>
                  </a:cubicBezTo>
                  <a:cubicBezTo>
                    <a:pt x="59428" y="158004"/>
                    <a:pt x="49444" y="165850"/>
                    <a:pt x="38710" y="165850"/>
                  </a:cubicBezTo>
                  <a:cubicBezTo>
                    <a:pt x="29474" y="165850"/>
                    <a:pt x="20487" y="159475"/>
                    <a:pt x="20487" y="142068"/>
                  </a:cubicBezTo>
                  <a:cubicBezTo>
                    <a:pt x="20487" y="129074"/>
                    <a:pt x="27727" y="102105"/>
                    <a:pt x="33468" y="92298"/>
                  </a:cubicBezTo>
                  <a:cubicBezTo>
                    <a:pt x="44950" y="72685"/>
                    <a:pt x="57681" y="69007"/>
                    <a:pt x="64671" y="69007"/>
                  </a:cubicBezTo>
                  <a:cubicBezTo>
                    <a:pt x="82144" y="69007"/>
                    <a:pt x="86887" y="87640"/>
                    <a:pt x="86887" y="90337"/>
                  </a:cubicBezTo>
                  <a:cubicBezTo>
                    <a:pt x="86887" y="91318"/>
                    <a:pt x="86388" y="93034"/>
                    <a:pt x="86138" y="93769"/>
                  </a:cubicBezTo>
                  <a:lnTo>
                    <a:pt x="74406" y="139616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8CCED00D-13C1-2C66-EF9F-AFCE1DAC183B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12505769" y="8916786"/>
              <a:ext cx="92716" cy="120484"/>
            </a:xfrm>
            <a:custGeom>
              <a:avLst/>
              <a:gdLst>
                <a:gd name="connsiteX0" fmla="*/ 44848 w 92716"/>
                <a:gd name="connsiteY0" fmla="*/ 58781 h 120484"/>
                <a:gd name="connsiteX1" fmla="*/ 72128 w 92716"/>
                <a:gd name="connsiteY1" fmla="*/ 86100 h 120484"/>
                <a:gd name="connsiteX2" fmla="*/ 45026 w 92716"/>
                <a:gd name="connsiteY2" fmla="*/ 113419 h 120484"/>
                <a:gd name="connsiteX3" fmla="*/ 12753 w 92716"/>
                <a:gd name="connsiteY3" fmla="*/ 104313 h 120484"/>
                <a:gd name="connsiteX4" fmla="*/ 22203 w 92716"/>
                <a:gd name="connsiteY4" fmla="*/ 93630 h 120484"/>
                <a:gd name="connsiteX5" fmla="*/ 11327 w 92716"/>
                <a:gd name="connsiteY5" fmla="*/ 82948 h 120484"/>
                <a:gd name="connsiteX6" fmla="*/ 272 w 92716"/>
                <a:gd name="connsiteY6" fmla="*/ 93980 h 120484"/>
                <a:gd name="connsiteX7" fmla="*/ 45561 w 92716"/>
                <a:gd name="connsiteY7" fmla="*/ 120599 h 120484"/>
                <a:gd name="connsiteX8" fmla="*/ 92989 w 92716"/>
                <a:gd name="connsiteY8" fmla="*/ 86275 h 120484"/>
                <a:gd name="connsiteX9" fmla="*/ 59647 w 92716"/>
                <a:gd name="connsiteY9" fmla="*/ 55103 h 120484"/>
                <a:gd name="connsiteX10" fmla="*/ 86748 w 92716"/>
                <a:gd name="connsiteY10" fmla="*/ 25157 h 120484"/>
                <a:gd name="connsiteX11" fmla="*/ 46096 w 92716"/>
                <a:gd name="connsiteY11" fmla="*/ 115 h 120484"/>
                <a:gd name="connsiteX12" fmla="*/ 6513 w 92716"/>
                <a:gd name="connsiteY12" fmla="*/ 24982 h 120484"/>
                <a:gd name="connsiteX13" fmla="*/ 16676 w 92716"/>
                <a:gd name="connsiteY13" fmla="*/ 35314 h 120484"/>
                <a:gd name="connsiteX14" fmla="*/ 26839 w 92716"/>
                <a:gd name="connsiteY14" fmla="*/ 25332 h 120484"/>
                <a:gd name="connsiteX15" fmla="*/ 18281 w 92716"/>
                <a:gd name="connsiteY15" fmla="*/ 15350 h 120484"/>
                <a:gd name="connsiteX16" fmla="*/ 45561 w 92716"/>
                <a:gd name="connsiteY16" fmla="*/ 6769 h 120484"/>
                <a:gd name="connsiteX17" fmla="*/ 67848 w 92716"/>
                <a:gd name="connsiteY17" fmla="*/ 25157 h 120484"/>
                <a:gd name="connsiteX18" fmla="*/ 42351 w 92716"/>
                <a:gd name="connsiteY18" fmla="*/ 52301 h 120484"/>
                <a:gd name="connsiteX19" fmla="*/ 32010 w 92716"/>
                <a:gd name="connsiteY19" fmla="*/ 52827 h 120484"/>
                <a:gd name="connsiteX20" fmla="*/ 28087 w 92716"/>
                <a:gd name="connsiteY20" fmla="*/ 55804 h 120484"/>
                <a:gd name="connsiteX21" fmla="*/ 33080 w 92716"/>
                <a:gd name="connsiteY21" fmla="*/ 58781 h 120484"/>
                <a:gd name="connsiteX22" fmla="*/ 44848 w 92716"/>
                <a:gd name="connsiteY22" fmla="*/ 58781 h 12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2716" h="120484">
                  <a:moveTo>
                    <a:pt x="44848" y="58781"/>
                  </a:moveTo>
                  <a:cubicBezTo>
                    <a:pt x="61251" y="58781"/>
                    <a:pt x="72128" y="68763"/>
                    <a:pt x="72128" y="86100"/>
                  </a:cubicBezTo>
                  <a:cubicBezTo>
                    <a:pt x="72128" y="103962"/>
                    <a:pt x="60895" y="113419"/>
                    <a:pt x="45026" y="113419"/>
                  </a:cubicBezTo>
                  <a:cubicBezTo>
                    <a:pt x="43065" y="113419"/>
                    <a:pt x="21847" y="113419"/>
                    <a:pt x="12753" y="104313"/>
                  </a:cubicBezTo>
                  <a:cubicBezTo>
                    <a:pt x="20064" y="103262"/>
                    <a:pt x="22203" y="97833"/>
                    <a:pt x="22203" y="93630"/>
                  </a:cubicBezTo>
                  <a:cubicBezTo>
                    <a:pt x="22203" y="87151"/>
                    <a:pt x="17211" y="82948"/>
                    <a:pt x="11327" y="82948"/>
                  </a:cubicBezTo>
                  <a:cubicBezTo>
                    <a:pt x="5621" y="82948"/>
                    <a:pt x="272" y="86625"/>
                    <a:pt x="272" y="93980"/>
                  </a:cubicBezTo>
                  <a:cubicBezTo>
                    <a:pt x="272" y="112193"/>
                    <a:pt x="21312" y="120599"/>
                    <a:pt x="45561" y="120599"/>
                  </a:cubicBezTo>
                  <a:cubicBezTo>
                    <a:pt x="74802" y="120599"/>
                    <a:pt x="92989" y="103262"/>
                    <a:pt x="92989" y="86275"/>
                  </a:cubicBezTo>
                  <a:cubicBezTo>
                    <a:pt x="92989" y="71915"/>
                    <a:pt x="79973" y="59656"/>
                    <a:pt x="59647" y="55103"/>
                  </a:cubicBezTo>
                  <a:cubicBezTo>
                    <a:pt x="81043" y="48273"/>
                    <a:pt x="86748" y="34964"/>
                    <a:pt x="86748" y="25157"/>
                  </a:cubicBezTo>
                  <a:cubicBezTo>
                    <a:pt x="86748" y="10797"/>
                    <a:pt x="68562" y="115"/>
                    <a:pt x="46096" y="115"/>
                  </a:cubicBezTo>
                  <a:cubicBezTo>
                    <a:pt x="24165" y="115"/>
                    <a:pt x="6513" y="9221"/>
                    <a:pt x="6513" y="24982"/>
                  </a:cubicBezTo>
                  <a:cubicBezTo>
                    <a:pt x="6513" y="33213"/>
                    <a:pt x="13288" y="35314"/>
                    <a:pt x="16676" y="35314"/>
                  </a:cubicBezTo>
                  <a:cubicBezTo>
                    <a:pt x="21847" y="35314"/>
                    <a:pt x="26839" y="31637"/>
                    <a:pt x="26839" y="25332"/>
                  </a:cubicBezTo>
                  <a:cubicBezTo>
                    <a:pt x="26839" y="21304"/>
                    <a:pt x="24700" y="16401"/>
                    <a:pt x="18281" y="15350"/>
                  </a:cubicBezTo>
                  <a:cubicBezTo>
                    <a:pt x="25948" y="7295"/>
                    <a:pt x="41816" y="6769"/>
                    <a:pt x="45561" y="6769"/>
                  </a:cubicBezTo>
                  <a:cubicBezTo>
                    <a:pt x="58577" y="6769"/>
                    <a:pt x="67848" y="13249"/>
                    <a:pt x="67848" y="25157"/>
                  </a:cubicBezTo>
                  <a:cubicBezTo>
                    <a:pt x="67848" y="35314"/>
                    <a:pt x="61073" y="51250"/>
                    <a:pt x="42351" y="52301"/>
                  </a:cubicBezTo>
                  <a:cubicBezTo>
                    <a:pt x="37359" y="52476"/>
                    <a:pt x="36646" y="52651"/>
                    <a:pt x="32010" y="52827"/>
                  </a:cubicBezTo>
                  <a:cubicBezTo>
                    <a:pt x="30049" y="53002"/>
                    <a:pt x="28087" y="53177"/>
                    <a:pt x="28087" y="55804"/>
                  </a:cubicBezTo>
                  <a:cubicBezTo>
                    <a:pt x="28087" y="58781"/>
                    <a:pt x="29870" y="58781"/>
                    <a:pt x="33080" y="58781"/>
                  </a:cubicBezTo>
                  <a:lnTo>
                    <a:pt x="44848" y="5878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DB0B0D32-5CCB-2ADB-45DD-CC06E1651337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12675114" y="8871394"/>
              <a:ext cx="133797" cy="131166"/>
            </a:xfrm>
            <a:custGeom>
              <a:avLst/>
              <a:gdLst>
                <a:gd name="connsiteX0" fmla="*/ 130579 w 133797"/>
                <a:gd name="connsiteY0" fmla="*/ 12127 h 131166"/>
                <a:gd name="connsiteX1" fmla="*/ 134073 w 133797"/>
                <a:gd name="connsiteY1" fmla="*/ 6243 h 131166"/>
                <a:gd name="connsiteX2" fmla="*/ 128082 w 133797"/>
                <a:gd name="connsiteY2" fmla="*/ 114 h 131166"/>
                <a:gd name="connsiteX3" fmla="*/ 121842 w 133797"/>
                <a:gd name="connsiteY3" fmla="*/ 3791 h 131166"/>
                <a:gd name="connsiteX4" fmla="*/ 67175 w 133797"/>
                <a:gd name="connsiteY4" fmla="*/ 57239 h 131166"/>
                <a:gd name="connsiteX5" fmla="*/ 12258 w 133797"/>
                <a:gd name="connsiteY5" fmla="*/ 3546 h 131166"/>
                <a:gd name="connsiteX6" fmla="*/ 6517 w 133797"/>
                <a:gd name="connsiteY6" fmla="*/ 114 h 131166"/>
                <a:gd name="connsiteX7" fmla="*/ 276 w 133797"/>
                <a:gd name="connsiteY7" fmla="*/ 6243 h 131166"/>
                <a:gd name="connsiteX8" fmla="*/ 4021 w 133797"/>
                <a:gd name="connsiteY8" fmla="*/ 12127 h 131166"/>
                <a:gd name="connsiteX9" fmla="*/ 58438 w 133797"/>
                <a:gd name="connsiteY9" fmla="*/ 65575 h 131166"/>
                <a:gd name="connsiteX10" fmla="*/ 4021 w 133797"/>
                <a:gd name="connsiteY10" fmla="*/ 119022 h 131166"/>
                <a:gd name="connsiteX11" fmla="*/ 276 w 133797"/>
                <a:gd name="connsiteY11" fmla="*/ 125151 h 131166"/>
                <a:gd name="connsiteX12" fmla="*/ 6517 w 133797"/>
                <a:gd name="connsiteY12" fmla="*/ 131281 h 131166"/>
                <a:gd name="connsiteX13" fmla="*/ 12258 w 133797"/>
                <a:gd name="connsiteY13" fmla="*/ 127848 h 131166"/>
                <a:gd name="connsiteX14" fmla="*/ 67175 w 133797"/>
                <a:gd name="connsiteY14" fmla="*/ 74156 h 131166"/>
                <a:gd name="connsiteX15" fmla="*/ 124088 w 133797"/>
                <a:gd name="connsiteY15" fmla="*/ 130055 h 131166"/>
                <a:gd name="connsiteX16" fmla="*/ 128082 w 133797"/>
                <a:gd name="connsiteY16" fmla="*/ 131281 h 131166"/>
                <a:gd name="connsiteX17" fmla="*/ 134073 w 133797"/>
                <a:gd name="connsiteY17" fmla="*/ 125151 h 131166"/>
                <a:gd name="connsiteX18" fmla="*/ 132825 w 133797"/>
                <a:gd name="connsiteY18" fmla="*/ 121964 h 131166"/>
                <a:gd name="connsiteX19" fmla="*/ 75911 w 133797"/>
                <a:gd name="connsiteY19" fmla="*/ 65820 h 131166"/>
                <a:gd name="connsiteX20" fmla="*/ 130579 w 133797"/>
                <a:gd name="connsiteY20" fmla="*/ 12127 h 1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3797" h="131166">
                  <a:moveTo>
                    <a:pt x="130579" y="12127"/>
                  </a:moveTo>
                  <a:cubicBezTo>
                    <a:pt x="133324" y="9430"/>
                    <a:pt x="134073" y="7959"/>
                    <a:pt x="134073" y="6243"/>
                  </a:cubicBezTo>
                  <a:cubicBezTo>
                    <a:pt x="134073" y="2320"/>
                    <a:pt x="130828" y="114"/>
                    <a:pt x="128082" y="114"/>
                  </a:cubicBezTo>
                  <a:cubicBezTo>
                    <a:pt x="125586" y="114"/>
                    <a:pt x="124837" y="849"/>
                    <a:pt x="121842" y="3791"/>
                  </a:cubicBezTo>
                  <a:lnTo>
                    <a:pt x="67175" y="57239"/>
                  </a:lnTo>
                  <a:lnTo>
                    <a:pt x="12258" y="3546"/>
                  </a:lnTo>
                  <a:cubicBezTo>
                    <a:pt x="9762" y="1094"/>
                    <a:pt x="8763" y="114"/>
                    <a:pt x="6517" y="114"/>
                  </a:cubicBezTo>
                  <a:cubicBezTo>
                    <a:pt x="3022" y="114"/>
                    <a:pt x="276" y="2811"/>
                    <a:pt x="276" y="6243"/>
                  </a:cubicBezTo>
                  <a:cubicBezTo>
                    <a:pt x="276" y="8449"/>
                    <a:pt x="1025" y="9185"/>
                    <a:pt x="4021" y="12127"/>
                  </a:cubicBezTo>
                  <a:lnTo>
                    <a:pt x="58438" y="65575"/>
                  </a:lnTo>
                  <a:lnTo>
                    <a:pt x="4021" y="119022"/>
                  </a:lnTo>
                  <a:cubicBezTo>
                    <a:pt x="526" y="122454"/>
                    <a:pt x="276" y="123680"/>
                    <a:pt x="276" y="125151"/>
                  </a:cubicBezTo>
                  <a:cubicBezTo>
                    <a:pt x="276" y="128584"/>
                    <a:pt x="3022" y="131281"/>
                    <a:pt x="6517" y="131281"/>
                  </a:cubicBezTo>
                  <a:cubicBezTo>
                    <a:pt x="8763" y="131281"/>
                    <a:pt x="9512" y="130545"/>
                    <a:pt x="12258" y="127848"/>
                  </a:cubicBezTo>
                  <a:lnTo>
                    <a:pt x="67175" y="74156"/>
                  </a:lnTo>
                  <a:lnTo>
                    <a:pt x="124088" y="130055"/>
                  </a:lnTo>
                  <a:cubicBezTo>
                    <a:pt x="125337" y="130790"/>
                    <a:pt x="126585" y="131281"/>
                    <a:pt x="128082" y="131281"/>
                  </a:cubicBezTo>
                  <a:cubicBezTo>
                    <a:pt x="130828" y="131281"/>
                    <a:pt x="134073" y="129074"/>
                    <a:pt x="134073" y="125151"/>
                  </a:cubicBezTo>
                  <a:cubicBezTo>
                    <a:pt x="134073" y="123190"/>
                    <a:pt x="133574" y="122700"/>
                    <a:pt x="132825" y="121964"/>
                  </a:cubicBezTo>
                  <a:cubicBezTo>
                    <a:pt x="132326" y="120983"/>
                    <a:pt x="83899" y="73420"/>
                    <a:pt x="75911" y="65820"/>
                  </a:cubicBezTo>
                  <a:lnTo>
                    <a:pt x="130579" y="12127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87526CB2-1400-5384-12CC-414497A69C3C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2868785" y="8828244"/>
              <a:ext cx="128305" cy="172601"/>
            </a:xfrm>
            <a:custGeom>
              <a:avLst/>
              <a:gdLst>
                <a:gd name="connsiteX0" fmla="*/ 127589 w 128305"/>
                <a:gd name="connsiteY0" fmla="*/ 7469 h 172601"/>
                <a:gd name="connsiteX1" fmla="*/ 128588 w 128305"/>
                <a:gd name="connsiteY1" fmla="*/ 3546 h 172601"/>
                <a:gd name="connsiteX2" fmla="*/ 124594 w 128305"/>
                <a:gd name="connsiteY2" fmla="*/ 114 h 172601"/>
                <a:gd name="connsiteX3" fmla="*/ 92642 w 128305"/>
                <a:gd name="connsiteY3" fmla="*/ 2565 h 172601"/>
                <a:gd name="connsiteX4" fmla="*/ 87151 w 128305"/>
                <a:gd name="connsiteY4" fmla="*/ 8204 h 172601"/>
                <a:gd name="connsiteX5" fmla="*/ 93641 w 128305"/>
                <a:gd name="connsiteY5" fmla="*/ 11637 h 172601"/>
                <a:gd name="connsiteX6" fmla="*/ 105623 w 128305"/>
                <a:gd name="connsiteY6" fmla="*/ 15314 h 172601"/>
                <a:gd name="connsiteX7" fmla="*/ 104624 w 128305"/>
                <a:gd name="connsiteY7" fmla="*/ 20708 h 172601"/>
                <a:gd name="connsiteX8" fmla="*/ 90396 w 128305"/>
                <a:gd name="connsiteY8" fmla="*/ 76607 h 172601"/>
                <a:gd name="connsiteX9" fmla="*/ 64685 w 128305"/>
                <a:gd name="connsiteY9" fmla="*/ 62142 h 172601"/>
                <a:gd name="connsiteX10" fmla="*/ 282 w 128305"/>
                <a:gd name="connsiteY10" fmla="*/ 132016 h 172601"/>
                <a:gd name="connsiteX11" fmla="*/ 37975 w 128305"/>
                <a:gd name="connsiteY11" fmla="*/ 172715 h 172601"/>
                <a:gd name="connsiteX12" fmla="*/ 73421 w 128305"/>
                <a:gd name="connsiteY12" fmla="*/ 155553 h 172601"/>
                <a:gd name="connsiteX13" fmla="*/ 99133 w 128305"/>
                <a:gd name="connsiteY13" fmla="*/ 172715 h 172601"/>
                <a:gd name="connsiteX14" fmla="*/ 118853 w 128305"/>
                <a:gd name="connsiteY14" fmla="*/ 159721 h 172601"/>
                <a:gd name="connsiteX15" fmla="*/ 127589 w 128305"/>
                <a:gd name="connsiteY15" fmla="*/ 135203 h 172601"/>
                <a:gd name="connsiteX16" fmla="*/ 123595 w 128305"/>
                <a:gd name="connsiteY16" fmla="*/ 132016 h 172601"/>
                <a:gd name="connsiteX17" fmla="*/ 118104 w 128305"/>
                <a:gd name="connsiteY17" fmla="*/ 139616 h 172601"/>
                <a:gd name="connsiteX18" fmla="*/ 99881 w 128305"/>
                <a:gd name="connsiteY18" fmla="*/ 165850 h 172601"/>
                <a:gd name="connsiteX19" fmla="*/ 91644 w 128305"/>
                <a:gd name="connsiteY19" fmla="*/ 153836 h 172601"/>
                <a:gd name="connsiteX20" fmla="*/ 92892 w 128305"/>
                <a:gd name="connsiteY20" fmla="*/ 143784 h 172601"/>
                <a:gd name="connsiteX21" fmla="*/ 127589 w 128305"/>
                <a:gd name="connsiteY21" fmla="*/ 7469 h 172601"/>
                <a:gd name="connsiteX22" fmla="*/ 74420 w 128305"/>
                <a:gd name="connsiteY22" fmla="*/ 139616 h 172601"/>
                <a:gd name="connsiteX23" fmla="*/ 61689 w 128305"/>
                <a:gd name="connsiteY23" fmla="*/ 156043 h 172601"/>
                <a:gd name="connsiteX24" fmla="*/ 38724 w 128305"/>
                <a:gd name="connsiteY24" fmla="*/ 165850 h 172601"/>
                <a:gd name="connsiteX25" fmla="*/ 20502 w 128305"/>
                <a:gd name="connsiteY25" fmla="*/ 142068 h 172601"/>
                <a:gd name="connsiteX26" fmla="*/ 33482 w 128305"/>
                <a:gd name="connsiteY26" fmla="*/ 92298 h 172601"/>
                <a:gd name="connsiteX27" fmla="*/ 64685 w 128305"/>
                <a:gd name="connsiteY27" fmla="*/ 69007 h 172601"/>
                <a:gd name="connsiteX28" fmla="*/ 86901 w 128305"/>
                <a:gd name="connsiteY28" fmla="*/ 90337 h 172601"/>
                <a:gd name="connsiteX29" fmla="*/ 86152 w 128305"/>
                <a:gd name="connsiteY29" fmla="*/ 93769 h 172601"/>
                <a:gd name="connsiteX30" fmla="*/ 74420 w 128305"/>
                <a:gd name="connsiteY30" fmla="*/ 139616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89" y="7469"/>
                  </a:moveTo>
                  <a:cubicBezTo>
                    <a:pt x="127839" y="6978"/>
                    <a:pt x="128588" y="3791"/>
                    <a:pt x="128588" y="3546"/>
                  </a:cubicBezTo>
                  <a:cubicBezTo>
                    <a:pt x="128588" y="2320"/>
                    <a:pt x="127589" y="114"/>
                    <a:pt x="124594" y="114"/>
                  </a:cubicBezTo>
                  <a:cubicBezTo>
                    <a:pt x="119601" y="114"/>
                    <a:pt x="98883" y="2075"/>
                    <a:pt x="92642" y="2565"/>
                  </a:cubicBezTo>
                  <a:cubicBezTo>
                    <a:pt x="90645" y="2811"/>
                    <a:pt x="87151" y="3056"/>
                    <a:pt x="87151" y="8204"/>
                  </a:cubicBezTo>
                  <a:cubicBezTo>
                    <a:pt x="87151" y="11637"/>
                    <a:pt x="90645" y="11637"/>
                    <a:pt x="93641" y="11637"/>
                  </a:cubicBezTo>
                  <a:cubicBezTo>
                    <a:pt x="105623" y="11637"/>
                    <a:pt x="105623" y="13353"/>
                    <a:pt x="105623" y="15314"/>
                  </a:cubicBezTo>
                  <a:cubicBezTo>
                    <a:pt x="105623" y="17031"/>
                    <a:pt x="105123" y="18502"/>
                    <a:pt x="104624" y="20708"/>
                  </a:cubicBezTo>
                  <a:lnTo>
                    <a:pt x="90396" y="76607"/>
                  </a:lnTo>
                  <a:cubicBezTo>
                    <a:pt x="85154" y="68517"/>
                    <a:pt x="76667" y="62142"/>
                    <a:pt x="64685" y="62142"/>
                  </a:cubicBezTo>
                  <a:cubicBezTo>
                    <a:pt x="32733" y="62142"/>
                    <a:pt x="282" y="96711"/>
                    <a:pt x="282" y="132016"/>
                  </a:cubicBezTo>
                  <a:cubicBezTo>
                    <a:pt x="282" y="155798"/>
                    <a:pt x="16508" y="172715"/>
                    <a:pt x="37975" y="172715"/>
                  </a:cubicBezTo>
                  <a:cubicBezTo>
                    <a:pt x="51455" y="172715"/>
                    <a:pt x="63437" y="165114"/>
                    <a:pt x="73421" y="155553"/>
                  </a:cubicBezTo>
                  <a:cubicBezTo>
                    <a:pt x="78164" y="170263"/>
                    <a:pt x="92642" y="172715"/>
                    <a:pt x="99133" y="172715"/>
                  </a:cubicBezTo>
                  <a:cubicBezTo>
                    <a:pt x="108119" y="172715"/>
                    <a:pt x="114359" y="167321"/>
                    <a:pt x="118853" y="159721"/>
                  </a:cubicBezTo>
                  <a:cubicBezTo>
                    <a:pt x="124344" y="150159"/>
                    <a:pt x="127589" y="136184"/>
                    <a:pt x="127589" y="135203"/>
                  </a:cubicBezTo>
                  <a:cubicBezTo>
                    <a:pt x="127589" y="132016"/>
                    <a:pt x="124344" y="132016"/>
                    <a:pt x="123595" y="132016"/>
                  </a:cubicBezTo>
                  <a:cubicBezTo>
                    <a:pt x="120101" y="132016"/>
                    <a:pt x="119851" y="132997"/>
                    <a:pt x="118104" y="139616"/>
                  </a:cubicBezTo>
                  <a:cubicBezTo>
                    <a:pt x="115108" y="151385"/>
                    <a:pt x="110365" y="165850"/>
                    <a:pt x="99881" y="165850"/>
                  </a:cubicBezTo>
                  <a:cubicBezTo>
                    <a:pt x="93391" y="165850"/>
                    <a:pt x="91644" y="160456"/>
                    <a:pt x="91644" y="153836"/>
                  </a:cubicBezTo>
                  <a:cubicBezTo>
                    <a:pt x="91644" y="149178"/>
                    <a:pt x="92143" y="146972"/>
                    <a:pt x="92892" y="143784"/>
                  </a:cubicBezTo>
                  <a:lnTo>
                    <a:pt x="127589" y="7469"/>
                  </a:lnTo>
                  <a:close/>
                  <a:moveTo>
                    <a:pt x="74420" y="139616"/>
                  </a:moveTo>
                  <a:cubicBezTo>
                    <a:pt x="72673" y="146481"/>
                    <a:pt x="67181" y="151385"/>
                    <a:pt x="61689" y="156043"/>
                  </a:cubicBezTo>
                  <a:cubicBezTo>
                    <a:pt x="59443" y="158004"/>
                    <a:pt x="49458" y="165850"/>
                    <a:pt x="38724" y="165850"/>
                  </a:cubicBezTo>
                  <a:cubicBezTo>
                    <a:pt x="29488" y="165850"/>
                    <a:pt x="20502" y="159475"/>
                    <a:pt x="20502" y="142068"/>
                  </a:cubicBezTo>
                  <a:cubicBezTo>
                    <a:pt x="20502" y="129074"/>
                    <a:pt x="27741" y="102105"/>
                    <a:pt x="33482" y="92298"/>
                  </a:cubicBezTo>
                  <a:cubicBezTo>
                    <a:pt x="44965" y="72685"/>
                    <a:pt x="57695" y="69007"/>
                    <a:pt x="64685" y="69007"/>
                  </a:cubicBezTo>
                  <a:cubicBezTo>
                    <a:pt x="82158" y="69007"/>
                    <a:pt x="86901" y="87640"/>
                    <a:pt x="86901" y="90337"/>
                  </a:cubicBezTo>
                  <a:cubicBezTo>
                    <a:pt x="86901" y="91318"/>
                    <a:pt x="86402" y="93034"/>
                    <a:pt x="86152" y="93769"/>
                  </a:cubicBezTo>
                  <a:lnTo>
                    <a:pt x="74420" y="139616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B1FDD810-56B7-0B45-C33E-9D083A866D2B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3027504" y="8916786"/>
              <a:ext cx="73281" cy="116631"/>
            </a:xfrm>
            <a:custGeom>
              <a:avLst/>
              <a:gdLst>
                <a:gd name="connsiteX0" fmla="*/ 45753 w 73281"/>
                <a:gd name="connsiteY0" fmla="*/ 5368 h 116631"/>
                <a:gd name="connsiteX1" fmla="*/ 39335 w 73281"/>
                <a:gd name="connsiteY1" fmla="*/ 115 h 116631"/>
                <a:gd name="connsiteX2" fmla="*/ 3318 w 73281"/>
                <a:gd name="connsiteY2" fmla="*/ 11322 h 116631"/>
                <a:gd name="connsiteX3" fmla="*/ 287 w 73281"/>
                <a:gd name="connsiteY3" fmla="*/ 11322 h 116631"/>
                <a:gd name="connsiteX4" fmla="*/ 287 w 73281"/>
                <a:gd name="connsiteY4" fmla="*/ 19028 h 116631"/>
                <a:gd name="connsiteX5" fmla="*/ 3318 w 73281"/>
                <a:gd name="connsiteY5" fmla="*/ 19028 h 116631"/>
                <a:gd name="connsiteX6" fmla="*/ 29350 w 73281"/>
                <a:gd name="connsiteY6" fmla="*/ 14124 h 116631"/>
                <a:gd name="connsiteX7" fmla="*/ 29350 w 73281"/>
                <a:gd name="connsiteY7" fmla="*/ 101686 h 116631"/>
                <a:gd name="connsiteX8" fmla="*/ 10450 w 73281"/>
                <a:gd name="connsiteY8" fmla="*/ 109041 h 116631"/>
                <a:gd name="connsiteX9" fmla="*/ 1535 w 73281"/>
                <a:gd name="connsiteY9" fmla="*/ 109041 h 116631"/>
                <a:gd name="connsiteX10" fmla="*/ 1535 w 73281"/>
                <a:gd name="connsiteY10" fmla="*/ 116746 h 116631"/>
                <a:gd name="connsiteX11" fmla="*/ 37552 w 73281"/>
                <a:gd name="connsiteY11" fmla="*/ 116046 h 116631"/>
                <a:gd name="connsiteX12" fmla="*/ 73568 w 73281"/>
                <a:gd name="connsiteY12" fmla="*/ 116746 h 116631"/>
                <a:gd name="connsiteX13" fmla="*/ 73568 w 73281"/>
                <a:gd name="connsiteY13" fmla="*/ 109041 h 116631"/>
                <a:gd name="connsiteX14" fmla="*/ 64653 w 73281"/>
                <a:gd name="connsiteY14" fmla="*/ 109041 h 116631"/>
                <a:gd name="connsiteX15" fmla="*/ 45753 w 73281"/>
                <a:gd name="connsiteY15" fmla="*/ 101686 h 116631"/>
                <a:gd name="connsiteX16" fmla="*/ 45753 w 73281"/>
                <a:gd name="connsiteY16" fmla="*/ 5368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281" h="116631">
                  <a:moveTo>
                    <a:pt x="45753" y="5368"/>
                  </a:moveTo>
                  <a:cubicBezTo>
                    <a:pt x="45753" y="115"/>
                    <a:pt x="45218" y="115"/>
                    <a:pt x="39335" y="115"/>
                  </a:cubicBezTo>
                  <a:cubicBezTo>
                    <a:pt x="26675" y="11322"/>
                    <a:pt x="6884" y="11322"/>
                    <a:pt x="3318" y="11322"/>
                  </a:cubicBezTo>
                  <a:lnTo>
                    <a:pt x="287" y="11322"/>
                  </a:lnTo>
                  <a:lnTo>
                    <a:pt x="287" y="19028"/>
                  </a:lnTo>
                  <a:lnTo>
                    <a:pt x="3318" y="19028"/>
                  </a:lnTo>
                  <a:cubicBezTo>
                    <a:pt x="7419" y="19028"/>
                    <a:pt x="19008" y="18502"/>
                    <a:pt x="29350" y="14124"/>
                  </a:cubicBezTo>
                  <a:lnTo>
                    <a:pt x="29350" y="101686"/>
                  </a:lnTo>
                  <a:cubicBezTo>
                    <a:pt x="29350" y="107115"/>
                    <a:pt x="29350" y="109041"/>
                    <a:pt x="10450" y="109041"/>
                  </a:cubicBezTo>
                  <a:lnTo>
                    <a:pt x="1535" y="109041"/>
                  </a:lnTo>
                  <a:lnTo>
                    <a:pt x="1535" y="116746"/>
                  </a:lnTo>
                  <a:cubicBezTo>
                    <a:pt x="11341" y="116046"/>
                    <a:pt x="27210" y="116046"/>
                    <a:pt x="37552" y="116046"/>
                  </a:cubicBezTo>
                  <a:cubicBezTo>
                    <a:pt x="47893" y="116046"/>
                    <a:pt x="63762" y="116046"/>
                    <a:pt x="73568" y="116746"/>
                  </a:cubicBezTo>
                  <a:lnTo>
                    <a:pt x="73568" y="109041"/>
                  </a:lnTo>
                  <a:lnTo>
                    <a:pt x="64653" y="109041"/>
                  </a:lnTo>
                  <a:cubicBezTo>
                    <a:pt x="45753" y="109041"/>
                    <a:pt x="45753" y="107115"/>
                    <a:pt x="45753" y="101686"/>
                  </a:cubicBezTo>
                  <a:lnTo>
                    <a:pt x="45753" y="5368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81" name="Group 80" descr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DE674B95-82D8-3700-1F77-314C7EDEA786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1243584" y="3640653"/>
            <a:ext cx="3726888" cy="867767"/>
            <a:chOff x="9969390" y="4471220"/>
            <a:chExt cx="3726888" cy="867767"/>
          </a:xfrm>
          <a:solidFill>
            <a:schemeClr val="tx1"/>
          </a:solidFill>
        </p:grpSpPr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2D8E66FE-A4BF-1283-4BBE-2200E881ED5F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10030388" y="4682233"/>
              <a:ext cx="118248" cy="32617"/>
            </a:xfrm>
            <a:custGeom>
              <a:avLst/>
              <a:gdLst>
                <a:gd name="connsiteX0" fmla="*/ 118429 w 118248"/>
                <a:gd name="connsiteY0" fmla="*/ 5347 h 32617"/>
                <a:gd name="connsiteX1" fmla="*/ 112748 w 118248"/>
                <a:gd name="connsiteY1" fmla="*/ 86 h 32617"/>
                <a:gd name="connsiteX2" fmla="*/ 83630 w 118248"/>
                <a:gd name="connsiteY2" fmla="*/ 16921 h 32617"/>
                <a:gd name="connsiteX3" fmla="*/ 60548 w 118248"/>
                <a:gd name="connsiteY3" fmla="*/ 8153 h 32617"/>
                <a:gd name="connsiteX4" fmla="*/ 38532 w 118248"/>
                <a:gd name="connsiteY4" fmla="*/ 86 h 32617"/>
                <a:gd name="connsiteX5" fmla="*/ 181 w 118248"/>
                <a:gd name="connsiteY5" fmla="*/ 27443 h 32617"/>
                <a:gd name="connsiteX6" fmla="*/ 5863 w 118248"/>
                <a:gd name="connsiteY6" fmla="*/ 32704 h 32617"/>
                <a:gd name="connsiteX7" fmla="*/ 34981 w 118248"/>
                <a:gd name="connsiteY7" fmla="*/ 15869 h 32617"/>
                <a:gd name="connsiteX8" fmla="*/ 58063 w 118248"/>
                <a:gd name="connsiteY8" fmla="*/ 24637 h 32617"/>
                <a:gd name="connsiteX9" fmla="*/ 80079 w 118248"/>
                <a:gd name="connsiteY9" fmla="*/ 32704 h 32617"/>
                <a:gd name="connsiteX10" fmla="*/ 118429 w 118248"/>
                <a:gd name="connsiteY10" fmla="*/ 5347 h 32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48" h="32617">
                  <a:moveTo>
                    <a:pt x="118429" y="5347"/>
                  </a:moveTo>
                  <a:lnTo>
                    <a:pt x="112748" y="86"/>
                  </a:lnTo>
                  <a:cubicBezTo>
                    <a:pt x="112748" y="437"/>
                    <a:pt x="99254" y="16921"/>
                    <a:pt x="83630" y="16921"/>
                  </a:cubicBezTo>
                  <a:cubicBezTo>
                    <a:pt x="75462" y="16921"/>
                    <a:pt x="66585" y="11660"/>
                    <a:pt x="60548" y="8153"/>
                  </a:cubicBezTo>
                  <a:cubicBezTo>
                    <a:pt x="50961" y="2541"/>
                    <a:pt x="44569" y="86"/>
                    <a:pt x="38532" y="86"/>
                  </a:cubicBezTo>
                  <a:cubicBezTo>
                    <a:pt x="25038" y="86"/>
                    <a:pt x="18291" y="7802"/>
                    <a:pt x="181" y="27443"/>
                  </a:cubicBezTo>
                  <a:lnTo>
                    <a:pt x="5863" y="32704"/>
                  </a:lnTo>
                  <a:cubicBezTo>
                    <a:pt x="5863" y="32353"/>
                    <a:pt x="19357" y="15869"/>
                    <a:pt x="34981" y="15869"/>
                  </a:cubicBezTo>
                  <a:cubicBezTo>
                    <a:pt x="43148" y="15869"/>
                    <a:pt x="52026" y="21130"/>
                    <a:pt x="58063" y="24637"/>
                  </a:cubicBezTo>
                  <a:cubicBezTo>
                    <a:pt x="67650" y="30249"/>
                    <a:pt x="74042" y="32704"/>
                    <a:pt x="80079" y="32704"/>
                  </a:cubicBezTo>
                  <a:cubicBezTo>
                    <a:pt x="93572" y="32704"/>
                    <a:pt x="100319" y="24988"/>
                    <a:pt x="118429" y="5347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DC0B12FB-EFC7-EAC0-6C3D-7E084384351C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9969390" y="4767656"/>
              <a:ext cx="242887" cy="238495"/>
            </a:xfrm>
            <a:custGeom>
              <a:avLst/>
              <a:gdLst>
                <a:gd name="connsiteX0" fmla="*/ 243068 w 242887"/>
                <a:gd name="connsiteY0" fmla="*/ 142485 h 238495"/>
                <a:gd name="connsiteX1" fmla="*/ 226378 w 242887"/>
                <a:gd name="connsiteY1" fmla="*/ 142485 h 238495"/>
                <a:gd name="connsiteX2" fmla="*/ 142930 w 242887"/>
                <a:gd name="connsiteY2" fmla="*/ 222100 h 238495"/>
                <a:gd name="connsiteX3" fmla="*/ 88955 w 242887"/>
                <a:gd name="connsiteY3" fmla="*/ 222100 h 238495"/>
                <a:gd name="connsiteX4" fmla="*/ 88955 w 242887"/>
                <a:gd name="connsiteY4" fmla="*/ 123195 h 238495"/>
                <a:gd name="connsiteX5" fmla="*/ 108485 w 242887"/>
                <a:gd name="connsiteY5" fmla="*/ 123195 h 238495"/>
                <a:gd name="connsiteX6" fmla="*/ 146126 w 242887"/>
                <a:gd name="connsiteY6" fmla="*/ 164230 h 238495"/>
                <a:gd name="connsiteX7" fmla="*/ 162816 w 242887"/>
                <a:gd name="connsiteY7" fmla="*/ 164230 h 238495"/>
                <a:gd name="connsiteX8" fmla="*/ 162816 w 242887"/>
                <a:gd name="connsiteY8" fmla="*/ 65675 h 238495"/>
                <a:gd name="connsiteX9" fmla="*/ 146126 w 242887"/>
                <a:gd name="connsiteY9" fmla="*/ 65675 h 238495"/>
                <a:gd name="connsiteX10" fmla="*/ 108485 w 242887"/>
                <a:gd name="connsiteY10" fmla="*/ 106710 h 238495"/>
                <a:gd name="connsiteX11" fmla="*/ 88955 w 242887"/>
                <a:gd name="connsiteY11" fmla="*/ 106710 h 238495"/>
                <a:gd name="connsiteX12" fmla="*/ 88955 w 242887"/>
                <a:gd name="connsiteY12" fmla="*/ 16573 h 238495"/>
                <a:gd name="connsiteX13" fmla="*/ 142930 w 242887"/>
                <a:gd name="connsiteY13" fmla="*/ 16573 h 238495"/>
                <a:gd name="connsiteX14" fmla="*/ 215015 w 242887"/>
                <a:gd name="connsiteY14" fmla="*/ 84614 h 238495"/>
                <a:gd name="connsiteX15" fmla="*/ 231705 w 242887"/>
                <a:gd name="connsiteY15" fmla="*/ 84614 h 238495"/>
                <a:gd name="connsiteX16" fmla="*/ 220697 w 242887"/>
                <a:gd name="connsiteY16" fmla="*/ 89 h 238495"/>
                <a:gd name="connsiteX17" fmla="*/ 180 w 242887"/>
                <a:gd name="connsiteY17" fmla="*/ 89 h 238495"/>
                <a:gd name="connsiteX18" fmla="*/ 180 w 242887"/>
                <a:gd name="connsiteY18" fmla="*/ 16573 h 238495"/>
                <a:gd name="connsiteX19" fmla="*/ 38531 w 242887"/>
                <a:gd name="connsiteY19" fmla="*/ 16573 h 238495"/>
                <a:gd name="connsiteX20" fmla="*/ 38531 w 242887"/>
                <a:gd name="connsiteY20" fmla="*/ 222100 h 238495"/>
                <a:gd name="connsiteX21" fmla="*/ 180 w 242887"/>
                <a:gd name="connsiteY21" fmla="*/ 222100 h 238495"/>
                <a:gd name="connsiteX22" fmla="*/ 180 w 242887"/>
                <a:gd name="connsiteY22" fmla="*/ 238584 h 238495"/>
                <a:gd name="connsiteX23" fmla="*/ 226733 w 242887"/>
                <a:gd name="connsiteY23" fmla="*/ 238584 h 238495"/>
                <a:gd name="connsiteX24" fmla="*/ 243068 w 242887"/>
                <a:gd name="connsiteY24" fmla="*/ 142485 h 238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2887" h="238495">
                  <a:moveTo>
                    <a:pt x="243068" y="142485"/>
                  </a:moveTo>
                  <a:lnTo>
                    <a:pt x="226378" y="142485"/>
                  </a:lnTo>
                  <a:cubicBezTo>
                    <a:pt x="218566" y="190885"/>
                    <a:pt x="208623" y="222100"/>
                    <a:pt x="142930" y="222100"/>
                  </a:cubicBezTo>
                  <a:lnTo>
                    <a:pt x="88955" y="222100"/>
                  </a:lnTo>
                  <a:lnTo>
                    <a:pt x="88955" y="123195"/>
                  </a:lnTo>
                  <a:lnTo>
                    <a:pt x="108485" y="123195"/>
                  </a:lnTo>
                  <a:cubicBezTo>
                    <a:pt x="142575" y="123195"/>
                    <a:pt x="146126" y="138276"/>
                    <a:pt x="146126" y="164230"/>
                  </a:cubicBezTo>
                  <a:lnTo>
                    <a:pt x="162816" y="164230"/>
                  </a:lnTo>
                  <a:lnTo>
                    <a:pt x="162816" y="65675"/>
                  </a:lnTo>
                  <a:lnTo>
                    <a:pt x="146126" y="65675"/>
                  </a:lnTo>
                  <a:cubicBezTo>
                    <a:pt x="146126" y="91629"/>
                    <a:pt x="142930" y="106710"/>
                    <a:pt x="108485" y="106710"/>
                  </a:cubicBezTo>
                  <a:lnTo>
                    <a:pt x="88955" y="106710"/>
                  </a:lnTo>
                  <a:lnTo>
                    <a:pt x="88955" y="16573"/>
                  </a:lnTo>
                  <a:lnTo>
                    <a:pt x="142930" y="16573"/>
                  </a:lnTo>
                  <a:cubicBezTo>
                    <a:pt x="200101" y="16573"/>
                    <a:pt x="209334" y="42176"/>
                    <a:pt x="215015" y="84614"/>
                  </a:cubicBezTo>
                  <a:lnTo>
                    <a:pt x="231705" y="84614"/>
                  </a:lnTo>
                  <a:lnTo>
                    <a:pt x="220697" y="89"/>
                  </a:lnTo>
                  <a:lnTo>
                    <a:pt x="180" y="89"/>
                  </a:lnTo>
                  <a:lnTo>
                    <a:pt x="180" y="16573"/>
                  </a:lnTo>
                  <a:lnTo>
                    <a:pt x="38531" y="16573"/>
                  </a:lnTo>
                  <a:lnTo>
                    <a:pt x="38531" y="222100"/>
                  </a:lnTo>
                  <a:lnTo>
                    <a:pt x="180" y="222100"/>
                  </a:lnTo>
                  <a:lnTo>
                    <a:pt x="180" y="238584"/>
                  </a:lnTo>
                  <a:lnTo>
                    <a:pt x="226733" y="238584"/>
                  </a:lnTo>
                  <a:lnTo>
                    <a:pt x="243068" y="142485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456E40E-3B83-A0C3-9064-14518546692C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0342359" y="4877434"/>
              <a:ext cx="236140" cy="82070"/>
            </a:xfrm>
            <a:custGeom>
              <a:avLst/>
              <a:gdLst>
                <a:gd name="connsiteX0" fmla="*/ 224258 w 236140"/>
                <a:gd name="connsiteY0" fmla="*/ 14118 h 82070"/>
                <a:gd name="connsiteX1" fmla="*/ 236331 w 236140"/>
                <a:gd name="connsiteY1" fmla="*/ 7103 h 82070"/>
                <a:gd name="connsiteX2" fmla="*/ 224613 w 236140"/>
                <a:gd name="connsiteY2" fmla="*/ 89 h 82070"/>
                <a:gd name="connsiteX3" fmla="*/ 11909 w 236140"/>
                <a:gd name="connsiteY3" fmla="*/ 89 h 82070"/>
                <a:gd name="connsiteX4" fmla="*/ 190 w 236140"/>
                <a:gd name="connsiteY4" fmla="*/ 7103 h 82070"/>
                <a:gd name="connsiteX5" fmla="*/ 12264 w 236140"/>
                <a:gd name="connsiteY5" fmla="*/ 14118 h 82070"/>
                <a:gd name="connsiteX6" fmla="*/ 224258 w 236140"/>
                <a:gd name="connsiteY6" fmla="*/ 14118 h 82070"/>
                <a:gd name="connsiteX7" fmla="*/ 224613 w 236140"/>
                <a:gd name="connsiteY7" fmla="*/ 82159 h 82070"/>
                <a:gd name="connsiteX8" fmla="*/ 236331 w 236140"/>
                <a:gd name="connsiteY8" fmla="*/ 75145 h 82070"/>
                <a:gd name="connsiteX9" fmla="*/ 224258 w 236140"/>
                <a:gd name="connsiteY9" fmla="*/ 68130 h 82070"/>
                <a:gd name="connsiteX10" fmla="*/ 12264 w 236140"/>
                <a:gd name="connsiteY10" fmla="*/ 68130 h 82070"/>
                <a:gd name="connsiteX11" fmla="*/ 190 w 236140"/>
                <a:gd name="connsiteY11" fmla="*/ 75145 h 82070"/>
                <a:gd name="connsiteX12" fmla="*/ 11909 w 236140"/>
                <a:gd name="connsiteY12" fmla="*/ 82159 h 82070"/>
                <a:gd name="connsiteX13" fmla="*/ 224613 w 236140"/>
                <a:gd name="connsiteY13" fmla="*/ 82159 h 8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140" h="82070">
                  <a:moveTo>
                    <a:pt x="224258" y="14118"/>
                  </a:moveTo>
                  <a:cubicBezTo>
                    <a:pt x="229584" y="14118"/>
                    <a:pt x="236331" y="14118"/>
                    <a:pt x="236331" y="7103"/>
                  </a:cubicBezTo>
                  <a:cubicBezTo>
                    <a:pt x="236331" y="89"/>
                    <a:pt x="229584" y="89"/>
                    <a:pt x="224613" y="89"/>
                  </a:cubicBezTo>
                  <a:lnTo>
                    <a:pt x="11909" y="89"/>
                  </a:lnTo>
                  <a:cubicBezTo>
                    <a:pt x="6937" y="89"/>
                    <a:pt x="190" y="89"/>
                    <a:pt x="190" y="7103"/>
                  </a:cubicBezTo>
                  <a:cubicBezTo>
                    <a:pt x="190" y="14118"/>
                    <a:pt x="6937" y="14118"/>
                    <a:pt x="12264" y="14118"/>
                  </a:cubicBezTo>
                  <a:lnTo>
                    <a:pt x="224258" y="14118"/>
                  </a:lnTo>
                  <a:close/>
                  <a:moveTo>
                    <a:pt x="224613" y="82159"/>
                  </a:moveTo>
                  <a:cubicBezTo>
                    <a:pt x="229584" y="82159"/>
                    <a:pt x="236331" y="82159"/>
                    <a:pt x="236331" y="75145"/>
                  </a:cubicBezTo>
                  <a:cubicBezTo>
                    <a:pt x="236331" y="68130"/>
                    <a:pt x="229584" y="68130"/>
                    <a:pt x="224258" y="68130"/>
                  </a:cubicBezTo>
                  <a:lnTo>
                    <a:pt x="12264" y="68130"/>
                  </a:lnTo>
                  <a:cubicBezTo>
                    <a:pt x="6937" y="68130"/>
                    <a:pt x="190" y="68130"/>
                    <a:pt x="190" y="75145"/>
                  </a:cubicBezTo>
                  <a:cubicBezTo>
                    <a:pt x="190" y="82159"/>
                    <a:pt x="6937" y="82159"/>
                    <a:pt x="11909" y="82159"/>
                  </a:cubicBezTo>
                  <a:lnTo>
                    <a:pt x="224613" y="82159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7B7F1BC5-A74E-89BE-89FD-2AEC5476D526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0706532" y="4765551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871F7300-BD6C-E2EE-F74F-DCD13488BADF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1023427" y="4849025"/>
              <a:ext cx="116117" cy="160984"/>
            </a:xfrm>
            <a:custGeom>
              <a:avLst/>
              <a:gdLst>
                <a:gd name="connsiteX0" fmla="*/ 62352 w 116117"/>
                <a:gd name="connsiteY0" fmla="*/ 89174 h 160984"/>
                <a:gd name="connsiteX1" fmla="*/ 99282 w 116117"/>
                <a:gd name="connsiteY1" fmla="*/ 121441 h 160984"/>
                <a:gd name="connsiteX2" fmla="*/ 59156 w 116117"/>
                <a:gd name="connsiteY2" fmla="*/ 153357 h 160984"/>
                <a:gd name="connsiteX3" fmla="*/ 9797 w 116117"/>
                <a:gd name="connsiteY3" fmla="*/ 103554 h 160984"/>
                <a:gd name="connsiteX4" fmla="*/ 4826 w 116117"/>
                <a:gd name="connsiteY4" fmla="*/ 97591 h 160984"/>
                <a:gd name="connsiteX5" fmla="*/ 210 w 116117"/>
                <a:gd name="connsiteY5" fmla="*/ 106360 h 160984"/>
                <a:gd name="connsiteX6" fmla="*/ 210 w 116117"/>
                <a:gd name="connsiteY6" fmla="*/ 152656 h 160984"/>
                <a:gd name="connsiteX7" fmla="*/ 4116 w 116117"/>
                <a:gd name="connsiteY7" fmla="*/ 161073 h 160984"/>
                <a:gd name="connsiteX8" fmla="*/ 12993 w 116117"/>
                <a:gd name="connsiteY8" fmla="*/ 154059 h 160984"/>
                <a:gd name="connsiteX9" fmla="*/ 20095 w 116117"/>
                <a:gd name="connsiteY9" fmla="*/ 145992 h 160984"/>
                <a:gd name="connsiteX10" fmla="*/ 59156 w 116117"/>
                <a:gd name="connsiteY10" fmla="*/ 161073 h 160984"/>
                <a:gd name="connsiteX11" fmla="*/ 116327 w 116117"/>
                <a:gd name="connsiteY11" fmla="*/ 112322 h 160984"/>
                <a:gd name="connsiteX12" fmla="*/ 101413 w 116117"/>
                <a:gd name="connsiteY12" fmla="*/ 79003 h 160984"/>
                <a:gd name="connsiteX13" fmla="*/ 60932 w 116117"/>
                <a:gd name="connsiteY13" fmla="*/ 62168 h 160984"/>
                <a:gd name="connsiteX14" fmla="*/ 17255 w 116117"/>
                <a:gd name="connsiteY14" fmla="*/ 33408 h 160984"/>
                <a:gd name="connsiteX15" fmla="*/ 57026 w 116117"/>
                <a:gd name="connsiteY15" fmla="*/ 6753 h 160984"/>
                <a:gd name="connsiteX16" fmla="*/ 98572 w 116117"/>
                <a:gd name="connsiteY16" fmla="*/ 49191 h 160984"/>
                <a:gd name="connsiteX17" fmla="*/ 102833 w 116117"/>
                <a:gd name="connsiteY17" fmla="*/ 52347 h 160984"/>
                <a:gd name="connsiteX18" fmla="*/ 107450 w 116117"/>
                <a:gd name="connsiteY18" fmla="*/ 43930 h 160984"/>
                <a:gd name="connsiteX19" fmla="*/ 107450 w 116117"/>
                <a:gd name="connsiteY19" fmla="*/ 8506 h 160984"/>
                <a:gd name="connsiteX20" fmla="*/ 103544 w 116117"/>
                <a:gd name="connsiteY20" fmla="*/ 89 h 160984"/>
                <a:gd name="connsiteX21" fmla="*/ 96442 w 116117"/>
                <a:gd name="connsiteY21" fmla="*/ 4298 h 160984"/>
                <a:gd name="connsiteX22" fmla="*/ 90405 w 116117"/>
                <a:gd name="connsiteY22" fmla="*/ 9909 h 160984"/>
                <a:gd name="connsiteX23" fmla="*/ 57026 w 116117"/>
                <a:gd name="connsiteY23" fmla="*/ 89 h 160984"/>
                <a:gd name="connsiteX24" fmla="*/ 210 w 116117"/>
                <a:gd name="connsiteY24" fmla="*/ 43229 h 160984"/>
                <a:gd name="connsiteX25" fmla="*/ 15479 w 116117"/>
                <a:gd name="connsiteY25" fmla="*/ 73040 h 160984"/>
                <a:gd name="connsiteX26" fmla="*/ 62352 w 116117"/>
                <a:gd name="connsiteY26" fmla="*/ 89174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6117" h="160984">
                  <a:moveTo>
                    <a:pt x="62352" y="89174"/>
                  </a:moveTo>
                  <a:cubicBezTo>
                    <a:pt x="70164" y="90577"/>
                    <a:pt x="99282" y="96189"/>
                    <a:pt x="99282" y="121441"/>
                  </a:cubicBezTo>
                  <a:cubicBezTo>
                    <a:pt x="99282" y="139328"/>
                    <a:pt x="86854" y="153357"/>
                    <a:pt x="59156" y="153357"/>
                  </a:cubicBezTo>
                  <a:cubicBezTo>
                    <a:pt x="29328" y="153357"/>
                    <a:pt x="16544" y="133366"/>
                    <a:pt x="9797" y="103554"/>
                  </a:cubicBezTo>
                  <a:cubicBezTo>
                    <a:pt x="8732" y="98994"/>
                    <a:pt x="8377" y="97591"/>
                    <a:pt x="4826" y="97591"/>
                  </a:cubicBezTo>
                  <a:cubicBezTo>
                    <a:pt x="210" y="97591"/>
                    <a:pt x="210" y="100047"/>
                    <a:pt x="210" y="106360"/>
                  </a:cubicBezTo>
                  <a:lnTo>
                    <a:pt x="210" y="152656"/>
                  </a:lnTo>
                  <a:cubicBezTo>
                    <a:pt x="210" y="158618"/>
                    <a:pt x="210" y="161073"/>
                    <a:pt x="4116" y="161073"/>
                  </a:cubicBezTo>
                  <a:cubicBezTo>
                    <a:pt x="5891" y="161073"/>
                    <a:pt x="6246" y="160723"/>
                    <a:pt x="12993" y="154059"/>
                  </a:cubicBezTo>
                  <a:cubicBezTo>
                    <a:pt x="13703" y="153357"/>
                    <a:pt x="13703" y="152656"/>
                    <a:pt x="20095" y="145992"/>
                  </a:cubicBezTo>
                  <a:cubicBezTo>
                    <a:pt x="35720" y="160723"/>
                    <a:pt x="51699" y="161073"/>
                    <a:pt x="59156" y="161073"/>
                  </a:cubicBezTo>
                  <a:cubicBezTo>
                    <a:pt x="99993" y="161073"/>
                    <a:pt x="116327" y="137574"/>
                    <a:pt x="116327" y="112322"/>
                  </a:cubicBezTo>
                  <a:cubicBezTo>
                    <a:pt x="116327" y="93733"/>
                    <a:pt x="105674" y="83212"/>
                    <a:pt x="101413" y="79003"/>
                  </a:cubicBezTo>
                  <a:cubicBezTo>
                    <a:pt x="89695" y="67780"/>
                    <a:pt x="75846" y="64974"/>
                    <a:pt x="60932" y="62168"/>
                  </a:cubicBezTo>
                  <a:cubicBezTo>
                    <a:pt x="41046" y="58310"/>
                    <a:pt x="17255" y="53750"/>
                    <a:pt x="17255" y="33408"/>
                  </a:cubicBezTo>
                  <a:cubicBezTo>
                    <a:pt x="17255" y="21133"/>
                    <a:pt x="26487" y="6753"/>
                    <a:pt x="57026" y="6753"/>
                  </a:cubicBezTo>
                  <a:cubicBezTo>
                    <a:pt x="96087" y="6753"/>
                    <a:pt x="97862" y="38318"/>
                    <a:pt x="98572" y="49191"/>
                  </a:cubicBezTo>
                  <a:cubicBezTo>
                    <a:pt x="98927" y="52347"/>
                    <a:pt x="102123" y="52347"/>
                    <a:pt x="102833" y="52347"/>
                  </a:cubicBezTo>
                  <a:cubicBezTo>
                    <a:pt x="107450" y="52347"/>
                    <a:pt x="107450" y="50594"/>
                    <a:pt x="107450" y="43930"/>
                  </a:cubicBezTo>
                  <a:lnTo>
                    <a:pt x="107450" y="8506"/>
                  </a:lnTo>
                  <a:cubicBezTo>
                    <a:pt x="107450" y="2544"/>
                    <a:pt x="107450" y="89"/>
                    <a:pt x="103544" y="89"/>
                  </a:cubicBezTo>
                  <a:cubicBezTo>
                    <a:pt x="101768" y="89"/>
                    <a:pt x="101058" y="89"/>
                    <a:pt x="96442" y="4298"/>
                  </a:cubicBezTo>
                  <a:cubicBezTo>
                    <a:pt x="95376" y="5701"/>
                    <a:pt x="91825" y="8857"/>
                    <a:pt x="90405" y="9909"/>
                  </a:cubicBezTo>
                  <a:cubicBezTo>
                    <a:pt x="76911" y="89"/>
                    <a:pt x="62352" y="89"/>
                    <a:pt x="57026" y="89"/>
                  </a:cubicBezTo>
                  <a:cubicBezTo>
                    <a:pt x="13703" y="89"/>
                    <a:pt x="210" y="23588"/>
                    <a:pt x="210" y="43229"/>
                  </a:cubicBezTo>
                  <a:cubicBezTo>
                    <a:pt x="210" y="55504"/>
                    <a:pt x="5891" y="65324"/>
                    <a:pt x="15479" y="73040"/>
                  </a:cubicBezTo>
                  <a:cubicBezTo>
                    <a:pt x="26842" y="82159"/>
                    <a:pt x="36785" y="84264"/>
                    <a:pt x="62352" y="89174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0C6F16F1-DC8E-EC55-6059-49D648FF4E39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1161719" y="4849025"/>
              <a:ext cx="157308" cy="160984"/>
            </a:xfrm>
            <a:custGeom>
              <a:avLst/>
              <a:gdLst>
                <a:gd name="connsiteX0" fmla="*/ 157523 w 157308"/>
                <a:gd name="connsiteY0" fmla="*/ 82159 h 160984"/>
                <a:gd name="connsiteX1" fmla="*/ 79046 w 157308"/>
                <a:gd name="connsiteY1" fmla="*/ 89 h 160984"/>
                <a:gd name="connsiteX2" fmla="*/ 214 w 157308"/>
                <a:gd name="connsiteY2" fmla="*/ 82159 h 160984"/>
                <a:gd name="connsiteX3" fmla="*/ 78691 w 157308"/>
                <a:gd name="connsiteY3" fmla="*/ 161073 h 160984"/>
                <a:gd name="connsiteX4" fmla="*/ 157523 w 157308"/>
                <a:gd name="connsiteY4" fmla="*/ 82159 h 160984"/>
                <a:gd name="connsiteX5" fmla="*/ 79046 w 157308"/>
                <a:gd name="connsiteY5" fmla="*/ 152305 h 160984"/>
                <a:gd name="connsiteX6" fmla="*/ 38564 w 157308"/>
                <a:gd name="connsiteY6" fmla="*/ 128806 h 160984"/>
                <a:gd name="connsiteX7" fmla="*/ 29687 w 157308"/>
                <a:gd name="connsiteY7" fmla="*/ 79354 h 160984"/>
                <a:gd name="connsiteX8" fmla="*/ 38209 w 157308"/>
                <a:gd name="connsiteY8" fmla="*/ 31304 h 160984"/>
                <a:gd name="connsiteX9" fmla="*/ 78691 w 157308"/>
                <a:gd name="connsiteY9" fmla="*/ 7805 h 160984"/>
                <a:gd name="connsiteX10" fmla="*/ 118817 w 157308"/>
                <a:gd name="connsiteY10" fmla="*/ 30602 h 160984"/>
                <a:gd name="connsiteX11" fmla="*/ 128049 w 157308"/>
                <a:gd name="connsiteY11" fmla="*/ 79354 h 160984"/>
                <a:gd name="connsiteX12" fmla="*/ 120237 w 157308"/>
                <a:gd name="connsiteY12" fmla="*/ 126351 h 160984"/>
                <a:gd name="connsiteX13" fmla="*/ 79046 w 157308"/>
                <a:gd name="connsiteY13" fmla="*/ 15230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308" h="160984">
                  <a:moveTo>
                    <a:pt x="157523" y="82159"/>
                  </a:moveTo>
                  <a:cubicBezTo>
                    <a:pt x="157523" y="37266"/>
                    <a:pt x="122013" y="89"/>
                    <a:pt x="79046" y="89"/>
                  </a:cubicBezTo>
                  <a:cubicBezTo>
                    <a:pt x="34658" y="89"/>
                    <a:pt x="214" y="38318"/>
                    <a:pt x="214" y="82159"/>
                  </a:cubicBezTo>
                  <a:cubicBezTo>
                    <a:pt x="214" y="127403"/>
                    <a:pt x="37144" y="161073"/>
                    <a:pt x="78691" y="161073"/>
                  </a:cubicBezTo>
                  <a:cubicBezTo>
                    <a:pt x="121658" y="161073"/>
                    <a:pt x="157523" y="126702"/>
                    <a:pt x="157523" y="82159"/>
                  </a:cubicBezTo>
                  <a:close/>
                  <a:moveTo>
                    <a:pt x="79046" y="152305"/>
                  </a:moveTo>
                  <a:cubicBezTo>
                    <a:pt x="63776" y="152305"/>
                    <a:pt x="48152" y="144940"/>
                    <a:pt x="38564" y="128806"/>
                  </a:cubicBezTo>
                  <a:cubicBezTo>
                    <a:pt x="29687" y="113374"/>
                    <a:pt x="29687" y="91980"/>
                    <a:pt x="29687" y="79354"/>
                  </a:cubicBezTo>
                  <a:cubicBezTo>
                    <a:pt x="29687" y="65675"/>
                    <a:pt x="29687" y="46736"/>
                    <a:pt x="38209" y="31304"/>
                  </a:cubicBezTo>
                  <a:cubicBezTo>
                    <a:pt x="47797" y="15170"/>
                    <a:pt x="64487" y="7805"/>
                    <a:pt x="78691" y="7805"/>
                  </a:cubicBezTo>
                  <a:cubicBezTo>
                    <a:pt x="94315" y="7805"/>
                    <a:pt x="109584" y="15521"/>
                    <a:pt x="118817" y="30602"/>
                  </a:cubicBezTo>
                  <a:cubicBezTo>
                    <a:pt x="128049" y="45684"/>
                    <a:pt x="128049" y="66026"/>
                    <a:pt x="128049" y="79354"/>
                  </a:cubicBezTo>
                  <a:cubicBezTo>
                    <a:pt x="128049" y="91980"/>
                    <a:pt x="128049" y="110919"/>
                    <a:pt x="120237" y="126351"/>
                  </a:cubicBezTo>
                  <a:cubicBezTo>
                    <a:pt x="112425" y="142134"/>
                    <a:pt x="96801" y="152305"/>
                    <a:pt x="79046" y="152305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E0EFA72F-500A-1C35-02F5-1C58F2CBCED9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1341044" y="4758887"/>
              <a:ext cx="115052" cy="247263"/>
            </a:xfrm>
            <a:custGeom>
              <a:avLst/>
              <a:gdLst>
                <a:gd name="connsiteX0" fmla="*/ 50643 w 115052"/>
                <a:gd name="connsiteY0" fmla="*/ 96188 h 247263"/>
                <a:gd name="connsiteX1" fmla="*/ 50643 w 115052"/>
                <a:gd name="connsiteY1" fmla="*/ 55504 h 247263"/>
                <a:gd name="connsiteX2" fmla="*/ 83312 w 115052"/>
                <a:gd name="connsiteY2" fmla="*/ 7805 h 247263"/>
                <a:gd name="connsiteX3" fmla="*/ 95030 w 115052"/>
                <a:gd name="connsiteY3" fmla="*/ 10260 h 247263"/>
                <a:gd name="connsiteX4" fmla="*/ 84377 w 115052"/>
                <a:gd name="connsiteY4" fmla="*/ 24991 h 247263"/>
                <a:gd name="connsiteX5" fmla="*/ 99646 w 115052"/>
                <a:gd name="connsiteY5" fmla="*/ 40072 h 247263"/>
                <a:gd name="connsiteX6" fmla="*/ 115271 w 115052"/>
                <a:gd name="connsiteY6" fmla="*/ 24640 h 247263"/>
                <a:gd name="connsiteX7" fmla="*/ 83312 w 115052"/>
                <a:gd name="connsiteY7" fmla="*/ 89 h 247263"/>
                <a:gd name="connsiteX8" fmla="*/ 28272 w 115052"/>
                <a:gd name="connsiteY8" fmla="*/ 55855 h 247263"/>
                <a:gd name="connsiteX9" fmla="*/ 28272 w 115052"/>
                <a:gd name="connsiteY9" fmla="*/ 96188 h 247263"/>
                <a:gd name="connsiteX10" fmla="*/ 219 w 115052"/>
                <a:gd name="connsiteY10" fmla="*/ 96188 h 247263"/>
                <a:gd name="connsiteX11" fmla="*/ 219 w 115052"/>
                <a:gd name="connsiteY11" fmla="*/ 107061 h 247263"/>
                <a:gd name="connsiteX12" fmla="*/ 28272 w 115052"/>
                <a:gd name="connsiteY12" fmla="*/ 107061 h 247263"/>
                <a:gd name="connsiteX13" fmla="*/ 28272 w 115052"/>
                <a:gd name="connsiteY13" fmla="*/ 220697 h 247263"/>
                <a:gd name="connsiteX14" fmla="*/ 574 w 115052"/>
                <a:gd name="connsiteY14" fmla="*/ 236480 h 247263"/>
                <a:gd name="connsiteX15" fmla="*/ 574 w 115052"/>
                <a:gd name="connsiteY15" fmla="*/ 247352 h 247263"/>
                <a:gd name="connsiteX16" fmla="*/ 41055 w 115052"/>
                <a:gd name="connsiteY16" fmla="*/ 246300 h 247263"/>
                <a:gd name="connsiteX17" fmla="*/ 86153 w 115052"/>
                <a:gd name="connsiteY17" fmla="*/ 247352 h 247263"/>
                <a:gd name="connsiteX18" fmla="*/ 86153 w 115052"/>
                <a:gd name="connsiteY18" fmla="*/ 236480 h 247263"/>
                <a:gd name="connsiteX19" fmla="*/ 78696 w 115052"/>
                <a:gd name="connsiteY19" fmla="*/ 236480 h 247263"/>
                <a:gd name="connsiteX20" fmla="*/ 51708 w 115052"/>
                <a:gd name="connsiteY20" fmla="*/ 219996 h 247263"/>
                <a:gd name="connsiteX21" fmla="*/ 51708 w 115052"/>
                <a:gd name="connsiteY21" fmla="*/ 107061 h 247263"/>
                <a:gd name="connsiteX22" fmla="*/ 92189 w 115052"/>
                <a:gd name="connsiteY22" fmla="*/ 107061 h 247263"/>
                <a:gd name="connsiteX23" fmla="*/ 92189 w 115052"/>
                <a:gd name="connsiteY23" fmla="*/ 96188 h 247263"/>
                <a:gd name="connsiteX24" fmla="*/ 50643 w 115052"/>
                <a:gd name="connsiteY24" fmla="*/ 96188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52" h="247263">
                  <a:moveTo>
                    <a:pt x="50643" y="96188"/>
                  </a:moveTo>
                  <a:lnTo>
                    <a:pt x="50643" y="55504"/>
                  </a:lnTo>
                  <a:cubicBezTo>
                    <a:pt x="50643" y="24640"/>
                    <a:pt x="67688" y="7805"/>
                    <a:pt x="83312" y="7805"/>
                  </a:cubicBezTo>
                  <a:cubicBezTo>
                    <a:pt x="84377" y="7805"/>
                    <a:pt x="89704" y="7805"/>
                    <a:pt x="95030" y="10260"/>
                  </a:cubicBezTo>
                  <a:cubicBezTo>
                    <a:pt x="90769" y="11663"/>
                    <a:pt x="84377" y="16222"/>
                    <a:pt x="84377" y="24991"/>
                  </a:cubicBezTo>
                  <a:cubicBezTo>
                    <a:pt x="84377" y="33057"/>
                    <a:pt x="90059" y="40072"/>
                    <a:pt x="99646" y="40072"/>
                  </a:cubicBezTo>
                  <a:cubicBezTo>
                    <a:pt x="109944" y="40072"/>
                    <a:pt x="115271" y="33057"/>
                    <a:pt x="115271" y="24640"/>
                  </a:cubicBezTo>
                  <a:cubicBezTo>
                    <a:pt x="115271" y="11663"/>
                    <a:pt x="102132" y="89"/>
                    <a:pt x="83312" y="89"/>
                  </a:cubicBezTo>
                  <a:cubicBezTo>
                    <a:pt x="58455" y="89"/>
                    <a:pt x="28272" y="18678"/>
                    <a:pt x="28272" y="55855"/>
                  </a:cubicBezTo>
                  <a:lnTo>
                    <a:pt x="28272" y="96188"/>
                  </a:lnTo>
                  <a:lnTo>
                    <a:pt x="219" y="96188"/>
                  </a:lnTo>
                  <a:lnTo>
                    <a:pt x="219" y="107061"/>
                  </a:lnTo>
                  <a:lnTo>
                    <a:pt x="28272" y="107061"/>
                  </a:lnTo>
                  <a:lnTo>
                    <a:pt x="28272" y="220697"/>
                  </a:lnTo>
                  <a:cubicBezTo>
                    <a:pt x="28272" y="236480"/>
                    <a:pt x="24365" y="236480"/>
                    <a:pt x="574" y="236480"/>
                  </a:cubicBezTo>
                  <a:lnTo>
                    <a:pt x="574" y="247352"/>
                  </a:lnTo>
                  <a:cubicBezTo>
                    <a:pt x="14423" y="247002"/>
                    <a:pt x="31112" y="246300"/>
                    <a:pt x="41055" y="246300"/>
                  </a:cubicBezTo>
                  <a:cubicBezTo>
                    <a:pt x="55259" y="246300"/>
                    <a:pt x="71949" y="246300"/>
                    <a:pt x="86153" y="247352"/>
                  </a:cubicBezTo>
                  <a:lnTo>
                    <a:pt x="86153" y="236480"/>
                  </a:lnTo>
                  <a:lnTo>
                    <a:pt x="78696" y="236480"/>
                  </a:lnTo>
                  <a:cubicBezTo>
                    <a:pt x="52418" y="236480"/>
                    <a:pt x="51708" y="232622"/>
                    <a:pt x="51708" y="219996"/>
                  </a:cubicBezTo>
                  <a:lnTo>
                    <a:pt x="51708" y="107061"/>
                  </a:lnTo>
                  <a:lnTo>
                    <a:pt x="92189" y="107061"/>
                  </a:lnTo>
                  <a:lnTo>
                    <a:pt x="92189" y="96188"/>
                  </a:lnTo>
                  <a:lnTo>
                    <a:pt x="50643" y="96188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381275B1-29FE-05F0-213C-43F2CC386843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1444576" y="4790453"/>
              <a:ext cx="111146" cy="219555"/>
            </a:xfrm>
            <a:custGeom>
              <a:avLst/>
              <a:gdLst>
                <a:gd name="connsiteX0" fmla="*/ 54907 w 111146"/>
                <a:gd name="connsiteY0" fmla="*/ 75496 h 219555"/>
                <a:gd name="connsiteX1" fmla="*/ 105686 w 111146"/>
                <a:gd name="connsiteY1" fmla="*/ 75496 h 219555"/>
                <a:gd name="connsiteX2" fmla="*/ 105686 w 111146"/>
                <a:gd name="connsiteY2" fmla="*/ 64623 h 219555"/>
                <a:gd name="connsiteX3" fmla="*/ 54907 w 111146"/>
                <a:gd name="connsiteY3" fmla="*/ 64623 h 219555"/>
                <a:gd name="connsiteX4" fmla="*/ 54907 w 111146"/>
                <a:gd name="connsiteY4" fmla="*/ 89 h 219555"/>
                <a:gd name="connsiteX5" fmla="*/ 46030 w 111146"/>
                <a:gd name="connsiteY5" fmla="*/ 89 h 219555"/>
                <a:gd name="connsiteX6" fmla="*/ 222 w 111146"/>
                <a:gd name="connsiteY6" fmla="*/ 67780 h 219555"/>
                <a:gd name="connsiteX7" fmla="*/ 222 w 111146"/>
                <a:gd name="connsiteY7" fmla="*/ 75496 h 219555"/>
                <a:gd name="connsiteX8" fmla="*/ 30405 w 111146"/>
                <a:gd name="connsiteY8" fmla="*/ 75496 h 219555"/>
                <a:gd name="connsiteX9" fmla="*/ 30405 w 111146"/>
                <a:gd name="connsiteY9" fmla="*/ 172297 h 219555"/>
                <a:gd name="connsiteX10" fmla="*/ 76213 w 111146"/>
                <a:gd name="connsiteY10" fmla="*/ 219645 h 219555"/>
                <a:gd name="connsiteX11" fmla="*/ 111368 w 111146"/>
                <a:gd name="connsiteY11" fmla="*/ 172297 h 219555"/>
                <a:gd name="connsiteX12" fmla="*/ 111368 w 111146"/>
                <a:gd name="connsiteY12" fmla="*/ 152305 h 219555"/>
                <a:gd name="connsiteX13" fmla="*/ 102490 w 111146"/>
                <a:gd name="connsiteY13" fmla="*/ 152305 h 219555"/>
                <a:gd name="connsiteX14" fmla="*/ 102490 w 111146"/>
                <a:gd name="connsiteY14" fmla="*/ 171595 h 219555"/>
                <a:gd name="connsiteX15" fmla="*/ 78699 w 111146"/>
                <a:gd name="connsiteY15" fmla="*/ 210877 h 219555"/>
                <a:gd name="connsiteX16" fmla="*/ 54907 w 111146"/>
                <a:gd name="connsiteY16" fmla="*/ 172998 h 219555"/>
                <a:gd name="connsiteX17" fmla="*/ 54907 w 111146"/>
                <a:gd name="connsiteY17" fmla="*/ 75496 h 219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146" h="219555">
                  <a:moveTo>
                    <a:pt x="54907" y="75496"/>
                  </a:moveTo>
                  <a:lnTo>
                    <a:pt x="105686" y="75496"/>
                  </a:lnTo>
                  <a:lnTo>
                    <a:pt x="105686" y="64623"/>
                  </a:lnTo>
                  <a:lnTo>
                    <a:pt x="54907" y="64623"/>
                  </a:lnTo>
                  <a:lnTo>
                    <a:pt x="54907" y="89"/>
                  </a:lnTo>
                  <a:lnTo>
                    <a:pt x="46030" y="89"/>
                  </a:lnTo>
                  <a:cubicBezTo>
                    <a:pt x="45674" y="28849"/>
                    <a:pt x="35021" y="66377"/>
                    <a:pt x="222" y="67780"/>
                  </a:cubicBezTo>
                  <a:lnTo>
                    <a:pt x="222" y="75496"/>
                  </a:lnTo>
                  <a:lnTo>
                    <a:pt x="30405" y="75496"/>
                  </a:lnTo>
                  <a:lnTo>
                    <a:pt x="30405" y="172297"/>
                  </a:lnTo>
                  <a:cubicBezTo>
                    <a:pt x="30405" y="215436"/>
                    <a:pt x="63429" y="219645"/>
                    <a:pt x="76213" y="219645"/>
                  </a:cubicBezTo>
                  <a:cubicBezTo>
                    <a:pt x="101425" y="219645"/>
                    <a:pt x="111368" y="194743"/>
                    <a:pt x="111368" y="172297"/>
                  </a:cubicBezTo>
                  <a:lnTo>
                    <a:pt x="111368" y="152305"/>
                  </a:lnTo>
                  <a:lnTo>
                    <a:pt x="102490" y="152305"/>
                  </a:lnTo>
                  <a:lnTo>
                    <a:pt x="102490" y="171595"/>
                  </a:lnTo>
                  <a:cubicBezTo>
                    <a:pt x="102490" y="197549"/>
                    <a:pt x="91837" y="210877"/>
                    <a:pt x="78699" y="210877"/>
                  </a:cubicBezTo>
                  <a:cubicBezTo>
                    <a:pt x="54907" y="210877"/>
                    <a:pt x="54907" y="178960"/>
                    <a:pt x="54907" y="172998"/>
                  </a:cubicBezTo>
                  <a:lnTo>
                    <a:pt x="54907" y="75496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ABFDF243-8D92-D90D-4B4B-7B78AC658031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1587287" y="4851129"/>
              <a:ext cx="277332" cy="155021"/>
            </a:xfrm>
            <a:custGeom>
              <a:avLst/>
              <a:gdLst>
                <a:gd name="connsiteX0" fmla="*/ 27923 w 277332"/>
                <a:gd name="connsiteY0" fmla="*/ 34460 h 155021"/>
                <a:gd name="connsiteX1" fmla="*/ 27923 w 277332"/>
                <a:gd name="connsiteY1" fmla="*/ 128456 h 155021"/>
                <a:gd name="connsiteX2" fmla="*/ 226 w 277332"/>
                <a:gd name="connsiteY2" fmla="*/ 144238 h 155021"/>
                <a:gd name="connsiteX3" fmla="*/ 226 w 277332"/>
                <a:gd name="connsiteY3" fmla="*/ 155111 h 155021"/>
                <a:gd name="connsiteX4" fmla="*/ 40352 w 277332"/>
                <a:gd name="connsiteY4" fmla="*/ 154059 h 155021"/>
                <a:gd name="connsiteX5" fmla="*/ 80123 w 277332"/>
                <a:gd name="connsiteY5" fmla="*/ 155111 h 155021"/>
                <a:gd name="connsiteX6" fmla="*/ 80123 w 277332"/>
                <a:gd name="connsiteY6" fmla="*/ 144238 h 155021"/>
                <a:gd name="connsiteX7" fmla="*/ 52425 w 277332"/>
                <a:gd name="connsiteY7" fmla="*/ 128456 h 155021"/>
                <a:gd name="connsiteX8" fmla="*/ 52425 w 277332"/>
                <a:gd name="connsiteY8" fmla="*/ 63922 h 155021"/>
                <a:gd name="connsiteX9" fmla="*/ 100364 w 277332"/>
                <a:gd name="connsiteY9" fmla="*/ 7805 h 155021"/>
                <a:gd name="connsiteX10" fmla="*/ 126641 w 277332"/>
                <a:gd name="connsiteY10" fmla="*/ 46736 h 155021"/>
                <a:gd name="connsiteX11" fmla="*/ 126641 w 277332"/>
                <a:gd name="connsiteY11" fmla="*/ 128456 h 155021"/>
                <a:gd name="connsiteX12" fmla="*/ 98943 w 277332"/>
                <a:gd name="connsiteY12" fmla="*/ 144238 h 155021"/>
                <a:gd name="connsiteX13" fmla="*/ 98943 w 277332"/>
                <a:gd name="connsiteY13" fmla="*/ 155111 h 155021"/>
                <a:gd name="connsiteX14" fmla="*/ 139069 w 277332"/>
                <a:gd name="connsiteY14" fmla="*/ 154059 h 155021"/>
                <a:gd name="connsiteX15" fmla="*/ 178840 w 277332"/>
                <a:gd name="connsiteY15" fmla="*/ 155111 h 155021"/>
                <a:gd name="connsiteX16" fmla="*/ 178840 w 277332"/>
                <a:gd name="connsiteY16" fmla="*/ 144238 h 155021"/>
                <a:gd name="connsiteX17" fmla="*/ 151143 w 277332"/>
                <a:gd name="connsiteY17" fmla="*/ 128456 h 155021"/>
                <a:gd name="connsiteX18" fmla="*/ 151143 w 277332"/>
                <a:gd name="connsiteY18" fmla="*/ 63922 h 155021"/>
                <a:gd name="connsiteX19" fmla="*/ 199081 w 277332"/>
                <a:gd name="connsiteY19" fmla="*/ 7805 h 155021"/>
                <a:gd name="connsiteX20" fmla="*/ 225358 w 277332"/>
                <a:gd name="connsiteY20" fmla="*/ 46736 h 155021"/>
                <a:gd name="connsiteX21" fmla="*/ 225358 w 277332"/>
                <a:gd name="connsiteY21" fmla="*/ 128456 h 155021"/>
                <a:gd name="connsiteX22" fmla="*/ 197661 w 277332"/>
                <a:gd name="connsiteY22" fmla="*/ 144238 h 155021"/>
                <a:gd name="connsiteX23" fmla="*/ 197661 w 277332"/>
                <a:gd name="connsiteY23" fmla="*/ 155111 h 155021"/>
                <a:gd name="connsiteX24" fmla="*/ 237787 w 277332"/>
                <a:gd name="connsiteY24" fmla="*/ 154059 h 155021"/>
                <a:gd name="connsiteX25" fmla="*/ 277558 w 277332"/>
                <a:gd name="connsiteY25" fmla="*/ 155111 h 155021"/>
                <a:gd name="connsiteX26" fmla="*/ 277558 w 277332"/>
                <a:gd name="connsiteY26" fmla="*/ 144238 h 155021"/>
                <a:gd name="connsiteX27" fmla="*/ 249860 w 277332"/>
                <a:gd name="connsiteY27" fmla="*/ 133716 h 155021"/>
                <a:gd name="connsiteX28" fmla="*/ 249860 w 277332"/>
                <a:gd name="connsiteY28" fmla="*/ 66727 h 155021"/>
                <a:gd name="connsiteX29" fmla="*/ 238852 w 277332"/>
                <a:gd name="connsiteY29" fmla="*/ 13066 h 155021"/>
                <a:gd name="connsiteX30" fmla="*/ 201567 w 277332"/>
                <a:gd name="connsiteY30" fmla="*/ 89 h 155021"/>
                <a:gd name="connsiteX31" fmla="*/ 150077 w 277332"/>
                <a:gd name="connsiteY31" fmla="*/ 34460 h 155021"/>
                <a:gd name="connsiteX32" fmla="*/ 102849 w 277332"/>
                <a:gd name="connsiteY32" fmla="*/ 89 h 155021"/>
                <a:gd name="connsiteX33" fmla="*/ 50295 w 277332"/>
                <a:gd name="connsiteY33" fmla="*/ 36915 h 155021"/>
                <a:gd name="connsiteX34" fmla="*/ 50295 w 277332"/>
                <a:gd name="connsiteY34" fmla="*/ 89 h 155021"/>
                <a:gd name="connsiteX35" fmla="*/ 226 w 277332"/>
                <a:gd name="connsiteY35" fmla="*/ 3947 h 155021"/>
                <a:gd name="connsiteX36" fmla="*/ 226 w 277332"/>
                <a:gd name="connsiteY36" fmla="*/ 14820 h 155021"/>
                <a:gd name="connsiteX37" fmla="*/ 27923 w 277332"/>
                <a:gd name="connsiteY37" fmla="*/ 34460 h 15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7332" h="155021">
                  <a:moveTo>
                    <a:pt x="27923" y="34460"/>
                  </a:moveTo>
                  <a:lnTo>
                    <a:pt x="27923" y="128456"/>
                  </a:lnTo>
                  <a:cubicBezTo>
                    <a:pt x="27923" y="144238"/>
                    <a:pt x="24017" y="144238"/>
                    <a:pt x="226" y="144238"/>
                  </a:cubicBezTo>
                  <a:lnTo>
                    <a:pt x="226" y="155111"/>
                  </a:lnTo>
                  <a:cubicBezTo>
                    <a:pt x="12654" y="154760"/>
                    <a:pt x="30764" y="154059"/>
                    <a:pt x="40352" y="154059"/>
                  </a:cubicBezTo>
                  <a:cubicBezTo>
                    <a:pt x="49584" y="154059"/>
                    <a:pt x="68050" y="154760"/>
                    <a:pt x="80123" y="155111"/>
                  </a:cubicBezTo>
                  <a:lnTo>
                    <a:pt x="80123" y="144238"/>
                  </a:lnTo>
                  <a:cubicBezTo>
                    <a:pt x="56331" y="144238"/>
                    <a:pt x="52425" y="144238"/>
                    <a:pt x="52425" y="128456"/>
                  </a:cubicBezTo>
                  <a:lnTo>
                    <a:pt x="52425" y="63922"/>
                  </a:lnTo>
                  <a:cubicBezTo>
                    <a:pt x="52425" y="27446"/>
                    <a:pt x="77637" y="7805"/>
                    <a:pt x="100364" y="7805"/>
                  </a:cubicBezTo>
                  <a:cubicBezTo>
                    <a:pt x="122735" y="7805"/>
                    <a:pt x="126641" y="26744"/>
                    <a:pt x="126641" y="46736"/>
                  </a:cubicBezTo>
                  <a:lnTo>
                    <a:pt x="126641" y="128456"/>
                  </a:lnTo>
                  <a:cubicBezTo>
                    <a:pt x="126641" y="144238"/>
                    <a:pt x="122735" y="144238"/>
                    <a:pt x="98943" y="144238"/>
                  </a:cubicBezTo>
                  <a:lnTo>
                    <a:pt x="98943" y="155111"/>
                  </a:lnTo>
                  <a:cubicBezTo>
                    <a:pt x="111372" y="154760"/>
                    <a:pt x="129482" y="154059"/>
                    <a:pt x="139069" y="154059"/>
                  </a:cubicBezTo>
                  <a:cubicBezTo>
                    <a:pt x="148302" y="154059"/>
                    <a:pt x="166767" y="154760"/>
                    <a:pt x="178840" y="155111"/>
                  </a:cubicBezTo>
                  <a:lnTo>
                    <a:pt x="178840" y="144238"/>
                  </a:lnTo>
                  <a:cubicBezTo>
                    <a:pt x="155049" y="144238"/>
                    <a:pt x="151143" y="144238"/>
                    <a:pt x="151143" y="128456"/>
                  </a:cubicBezTo>
                  <a:lnTo>
                    <a:pt x="151143" y="63922"/>
                  </a:lnTo>
                  <a:cubicBezTo>
                    <a:pt x="151143" y="27446"/>
                    <a:pt x="176355" y="7805"/>
                    <a:pt x="199081" y="7805"/>
                  </a:cubicBezTo>
                  <a:cubicBezTo>
                    <a:pt x="221452" y="7805"/>
                    <a:pt x="225358" y="26744"/>
                    <a:pt x="225358" y="46736"/>
                  </a:cubicBezTo>
                  <a:lnTo>
                    <a:pt x="225358" y="128456"/>
                  </a:lnTo>
                  <a:cubicBezTo>
                    <a:pt x="225358" y="144238"/>
                    <a:pt x="221452" y="144238"/>
                    <a:pt x="197661" y="144238"/>
                  </a:cubicBezTo>
                  <a:lnTo>
                    <a:pt x="197661" y="155111"/>
                  </a:lnTo>
                  <a:cubicBezTo>
                    <a:pt x="210089" y="154760"/>
                    <a:pt x="228199" y="154059"/>
                    <a:pt x="237787" y="154059"/>
                  </a:cubicBezTo>
                  <a:cubicBezTo>
                    <a:pt x="247020" y="154059"/>
                    <a:pt x="265485" y="154760"/>
                    <a:pt x="277558" y="155111"/>
                  </a:cubicBezTo>
                  <a:lnTo>
                    <a:pt x="277558" y="144238"/>
                  </a:lnTo>
                  <a:cubicBezTo>
                    <a:pt x="259093" y="144238"/>
                    <a:pt x="250215" y="144238"/>
                    <a:pt x="249860" y="133716"/>
                  </a:cubicBezTo>
                  <a:lnTo>
                    <a:pt x="249860" y="66727"/>
                  </a:lnTo>
                  <a:cubicBezTo>
                    <a:pt x="249860" y="36565"/>
                    <a:pt x="249860" y="25692"/>
                    <a:pt x="238852" y="13066"/>
                  </a:cubicBezTo>
                  <a:cubicBezTo>
                    <a:pt x="233881" y="7103"/>
                    <a:pt x="222163" y="89"/>
                    <a:pt x="201567" y="89"/>
                  </a:cubicBezTo>
                  <a:cubicBezTo>
                    <a:pt x="171739" y="89"/>
                    <a:pt x="156114" y="21133"/>
                    <a:pt x="150077" y="34460"/>
                  </a:cubicBezTo>
                  <a:cubicBezTo>
                    <a:pt x="145106" y="3947"/>
                    <a:pt x="118829" y="89"/>
                    <a:pt x="102849" y="89"/>
                  </a:cubicBezTo>
                  <a:cubicBezTo>
                    <a:pt x="76927" y="89"/>
                    <a:pt x="60237" y="15170"/>
                    <a:pt x="50295" y="36915"/>
                  </a:cubicBezTo>
                  <a:lnTo>
                    <a:pt x="50295" y="89"/>
                  </a:lnTo>
                  <a:lnTo>
                    <a:pt x="226" y="3947"/>
                  </a:lnTo>
                  <a:lnTo>
                    <a:pt x="226" y="14820"/>
                  </a:lnTo>
                  <a:cubicBezTo>
                    <a:pt x="25083" y="14820"/>
                    <a:pt x="27923" y="17275"/>
                    <a:pt x="27923" y="34460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586CE0AD-9136-3461-836B-21B74CD6C79D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1886755" y="4849025"/>
              <a:ext cx="160149" cy="160984"/>
            </a:xfrm>
            <a:custGeom>
              <a:avLst/>
              <a:gdLst>
                <a:gd name="connsiteX0" fmla="*/ 103568 w 160149"/>
                <a:gd name="connsiteY0" fmla="*/ 130560 h 160984"/>
                <a:gd name="connsiteX1" fmla="*/ 131265 w 160149"/>
                <a:gd name="connsiteY1" fmla="*/ 159320 h 160984"/>
                <a:gd name="connsiteX2" fmla="*/ 160384 w 160149"/>
                <a:gd name="connsiteY2" fmla="*/ 126000 h 160984"/>
                <a:gd name="connsiteX3" fmla="*/ 160384 w 160149"/>
                <a:gd name="connsiteY3" fmla="*/ 106360 h 160984"/>
                <a:gd name="connsiteX4" fmla="*/ 151506 w 160149"/>
                <a:gd name="connsiteY4" fmla="*/ 106360 h 160984"/>
                <a:gd name="connsiteX5" fmla="*/ 151506 w 160149"/>
                <a:gd name="connsiteY5" fmla="*/ 126000 h 160984"/>
                <a:gd name="connsiteX6" fmla="*/ 138723 w 160149"/>
                <a:gd name="connsiteY6" fmla="*/ 148447 h 160984"/>
                <a:gd name="connsiteX7" fmla="*/ 125584 w 160149"/>
                <a:gd name="connsiteY7" fmla="*/ 130911 h 160984"/>
                <a:gd name="connsiteX8" fmla="*/ 125584 w 160149"/>
                <a:gd name="connsiteY8" fmla="*/ 60765 h 160984"/>
                <a:gd name="connsiteX9" fmla="*/ 112800 w 160149"/>
                <a:gd name="connsiteY9" fmla="*/ 19379 h 160984"/>
                <a:gd name="connsiteX10" fmla="*/ 64152 w 160149"/>
                <a:gd name="connsiteY10" fmla="*/ 89 h 160984"/>
                <a:gd name="connsiteX11" fmla="*/ 10532 w 160149"/>
                <a:gd name="connsiteY11" fmla="*/ 39721 h 160984"/>
                <a:gd name="connsiteX12" fmla="*/ 26866 w 160149"/>
                <a:gd name="connsiteY12" fmla="*/ 56205 h 160984"/>
                <a:gd name="connsiteX13" fmla="*/ 43201 w 160149"/>
                <a:gd name="connsiteY13" fmla="*/ 40072 h 160984"/>
                <a:gd name="connsiteX14" fmla="*/ 25091 w 160149"/>
                <a:gd name="connsiteY14" fmla="*/ 23938 h 160984"/>
                <a:gd name="connsiteX15" fmla="*/ 63442 w 160149"/>
                <a:gd name="connsiteY15" fmla="*/ 7805 h 160984"/>
                <a:gd name="connsiteX16" fmla="*/ 101082 w 160149"/>
                <a:gd name="connsiteY16" fmla="*/ 52698 h 160984"/>
                <a:gd name="connsiteX17" fmla="*/ 101082 w 160149"/>
                <a:gd name="connsiteY17" fmla="*/ 65675 h 160984"/>
                <a:gd name="connsiteX18" fmla="*/ 35744 w 160149"/>
                <a:gd name="connsiteY18" fmla="*/ 78301 h 160984"/>
                <a:gd name="connsiteX19" fmla="*/ 234 w 160149"/>
                <a:gd name="connsiteY19" fmla="*/ 123896 h 160984"/>
                <a:gd name="connsiteX20" fmla="*/ 57050 w 160149"/>
                <a:gd name="connsiteY20" fmla="*/ 161073 h 160984"/>
                <a:gd name="connsiteX21" fmla="*/ 103568 w 160149"/>
                <a:gd name="connsiteY21" fmla="*/ 130560 h 160984"/>
                <a:gd name="connsiteX22" fmla="*/ 101082 w 160149"/>
                <a:gd name="connsiteY22" fmla="*/ 73040 h 160984"/>
                <a:gd name="connsiteX23" fmla="*/ 101082 w 160149"/>
                <a:gd name="connsiteY23" fmla="*/ 108113 h 160984"/>
                <a:gd name="connsiteX24" fmla="*/ 59535 w 160149"/>
                <a:gd name="connsiteY24" fmla="*/ 153357 h 160984"/>
                <a:gd name="connsiteX25" fmla="*/ 27577 w 160149"/>
                <a:gd name="connsiteY25" fmla="*/ 123545 h 160984"/>
                <a:gd name="connsiteX26" fmla="*/ 101082 w 160149"/>
                <a:gd name="connsiteY26" fmla="*/ 73040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0149" h="160984">
                  <a:moveTo>
                    <a:pt x="103568" y="130560"/>
                  </a:moveTo>
                  <a:cubicBezTo>
                    <a:pt x="104988" y="144589"/>
                    <a:pt x="114576" y="159320"/>
                    <a:pt x="131265" y="159320"/>
                  </a:cubicBezTo>
                  <a:cubicBezTo>
                    <a:pt x="138723" y="159320"/>
                    <a:pt x="160384" y="154409"/>
                    <a:pt x="160384" y="126000"/>
                  </a:cubicBezTo>
                  <a:lnTo>
                    <a:pt x="160384" y="106360"/>
                  </a:lnTo>
                  <a:lnTo>
                    <a:pt x="151506" y="106360"/>
                  </a:lnTo>
                  <a:lnTo>
                    <a:pt x="151506" y="126000"/>
                  </a:lnTo>
                  <a:cubicBezTo>
                    <a:pt x="151506" y="146343"/>
                    <a:pt x="142629" y="148447"/>
                    <a:pt x="138723" y="148447"/>
                  </a:cubicBezTo>
                  <a:cubicBezTo>
                    <a:pt x="127004" y="148447"/>
                    <a:pt x="125584" y="132664"/>
                    <a:pt x="125584" y="130911"/>
                  </a:cubicBezTo>
                  <a:lnTo>
                    <a:pt x="125584" y="60765"/>
                  </a:lnTo>
                  <a:cubicBezTo>
                    <a:pt x="125584" y="46034"/>
                    <a:pt x="125584" y="32356"/>
                    <a:pt x="112800" y="19379"/>
                  </a:cubicBezTo>
                  <a:cubicBezTo>
                    <a:pt x="98951" y="5701"/>
                    <a:pt x="81196" y="89"/>
                    <a:pt x="64152" y="89"/>
                  </a:cubicBezTo>
                  <a:cubicBezTo>
                    <a:pt x="35034" y="89"/>
                    <a:pt x="10532" y="16573"/>
                    <a:pt x="10532" y="39721"/>
                  </a:cubicBezTo>
                  <a:cubicBezTo>
                    <a:pt x="10532" y="50243"/>
                    <a:pt x="17634" y="56205"/>
                    <a:pt x="26866" y="56205"/>
                  </a:cubicBezTo>
                  <a:cubicBezTo>
                    <a:pt x="36809" y="56205"/>
                    <a:pt x="43201" y="49191"/>
                    <a:pt x="43201" y="40072"/>
                  </a:cubicBezTo>
                  <a:cubicBezTo>
                    <a:pt x="43201" y="35863"/>
                    <a:pt x="41425" y="24289"/>
                    <a:pt x="25091" y="23938"/>
                  </a:cubicBezTo>
                  <a:cubicBezTo>
                    <a:pt x="34678" y="11663"/>
                    <a:pt x="52078" y="7805"/>
                    <a:pt x="63442" y="7805"/>
                  </a:cubicBezTo>
                  <a:cubicBezTo>
                    <a:pt x="80841" y="7805"/>
                    <a:pt x="101082" y="21483"/>
                    <a:pt x="101082" y="52698"/>
                  </a:cubicBezTo>
                  <a:lnTo>
                    <a:pt x="101082" y="65675"/>
                  </a:lnTo>
                  <a:cubicBezTo>
                    <a:pt x="82972" y="66727"/>
                    <a:pt x="58115" y="67780"/>
                    <a:pt x="35744" y="78301"/>
                  </a:cubicBezTo>
                  <a:cubicBezTo>
                    <a:pt x="9111" y="90226"/>
                    <a:pt x="234" y="108464"/>
                    <a:pt x="234" y="123896"/>
                  </a:cubicBezTo>
                  <a:cubicBezTo>
                    <a:pt x="234" y="152305"/>
                    <a:pt x="34678" y="161073"/>
                    <a:pt x="57050" y="161073"/>
                  </a:cubicBezTo>
                  <a:cubicBezTo>
                    <a:pt x="80486" y="161073"/>
                    <a:pt x="96821" y="147044"/>
                    <a:pt x="103568" y="130560"/>
                  </a:cubicBezTo>
                  <a:close/>
                  <a:moveTo>
                    <a:pt x="101082" y="73040"/>
                  </a:moveTo>
                  <a:lnTo>
                    <a:pt x="101082" y="108113"/>
                  </a:lnTo>
                  <a:cubicBezTo>
                    <a:pt x="101082" y="141432"/>
                    <a:pt x="75515" y="153357"/>
                    <a:pt x="59535" y="153357"/>
                  </a:cubicBezTo>
                  <a:cubicBezTo>
                    <a:pt x="42136" y="153357"/>
                    <a:pt x="27577" y="141082"/>
                    <a:pt x="27577" y="123545"/>
                  </a:cubicBezTo>
                  <a:cubicBezTo>
                    <a:pt x="27577" y="104255"/>
                    <a:pt x="42491" y="75145"/>
                    <a:pt x="101082" y="73040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AD1D7EB9-5BA3-ED3A-690B-DADE9E28E4D2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2053652" y="4854987"/>
              <a:ext cx="178969" cy="151163"/>
            </a:xfrm>
            <a:custGeom>
              <a:avLst/>
              <a:gdLst>
                <a:gd name="connsiteX0" fmla="*/ 97891 w 178969"/>
                <a:gd name="connsiteY0" fmla="*/ 68832 h 151163"/>
                <a:gd name="connsiteX1" fmla="*/ 130560 w 178969"/>
                <a:gd name="connsiteY1" fmla="*/ 29199 h 151163"/>
                <a:gd name="connsiteX2" fmla="*/ 172817 w 178969"/>
                <a:gd name="connsiteY2" fmla="*/ 10962 h 151163"/>
                <a:gd name="connsiteX3" fmla="*/ 172817 w 178969"/>
                <a:gd name="connsiteY3" fmla="*/ 89 h 151163"/>
                <a:gd name="connsiteX4" fmla="*/ 143699 w 178969"/>
                <a:gd name="connsiteY4" fmla="*/ 1141 h 151163"/>
                <a:gd name="connsiteX5" fmla="*/ 109609 w 178969"/>
                <a:gd name="connsiteY5" fmla="*/ 89 h 151163"/>
                <a:gd name="connsiteX6" fmla="*/ 109609 w 178969"/>
                <a:gd name="connsiteY6" fmla="*/ 10962 h 151163"/>
                <a:gd name="connsiteX7" fmla="*/ 119907 w 178969"/>
                <a:gd name="connsiteY7" fmla="*/ 21834 h 151163"/>
                <a:gd name="connsiteX8" fmla="*/ 114581 w 178969"/>
                <a:gd name="connsiteY8" fmla="*/ 34110 h 151163"/>
                <a:gd name="connsiteX9" fmla="*/ 92565 w 178969"/>
                <a:gd name="connsiteY9" fmla="*/ 61466 h 151163"/>
                <a:gd name="connsiteX10" fmla="*/ 64867 w 178969"/>
                <a:gd name="connsiteY10" fmla="*/ 26043 h 151163"/>
                <a:gd name="connsiteX11" fmla="*/ 61671 w 178969"/>
                <a:gd name="connsiteY11" fmla="*/ 19730 h 151163"/>
                <a:gd name="connsiteX12" fmla="*/ 74099 w 178969"/>
                <a:gd name="connsiteY12" fmla="*/ 10962 h 151163"/>
                <a:gd name="connsiteX13" fmla="*/ 74099 w 178969"/>
                <a:gd name="connsiteY13" fmla="*/ 89 h 151163"/>
                <a:gd name="connsiteX14" fmla="*/ 35749 w 178969"/>
                <a:gd name="connsiteY14" fmla="*/ 1141 h 151163"/>
                <a:gd name="connsiteX15" fmla="*/ 2014 w 178969"/>
                <a:gd name="connsiteY15" fmla="*/ 89 h 151163"/>
                <a:gd name="connsiteX16" fmla="*/ 2014 w 178969"/>
                <a:gd name="connsiteY16" fmla="*/ 10962 h 151163"/>
                <a:gd name="connsiteX17" fmla="*/ 43916 w 178969"/>
                <a:gd name="connsiteY17" fmla="*/ 32356 h 151163"/>
                <a:gd name="connsiteX18" fmla="*/ 79071 w 178969"/>
                <a:gd name="connsiteY18" fmla="*/ 77600 h 151163"/>
                <a:gd name="connsiteX19" fmla="*/ 45692 w 178969"/>
                <a:gd name="connsiteY19" fmla="*/ 119337 h 151163"/>
                <a:gd name="connsiteX20" fmla="*/ 239 w 178969"/>
                <a:gd name="connsiteY20" fmla="*/ 140380 h 151163"/>
                <a:gd name="connsiteX21" fmla="*/ 239 w 178969"/>
                <a:gd name="connsiteY21" fmla="*/ 151253 h 151163"/>
                <a:gd name="connsiteX22" fmla="*/ 29712 w 178969"/>
                <a:gd name="connsiteY22" fmla="*/ 150201 h 151163"/>
                <a:gd name="connsiteX23" fmla="*/ 63447 w 178969"/>
                <a:gd name="connsiteY23" fmla="*/ 151253 h 151163"/>
                <a:gd name="connsiteX24" fmla="*/ 63447 w 178969"/>
                <a:gd name="connsiteY24" fmla="*/ 140380 h 151163"/>
                <a:gd name="connsiteX25" fmla="*/ 53149 w 178969"/>
                <a:gd name="connsiteY25" fmla="*/ 129508 h 151163"/>
                <a:gd name="connsiteX26" fmla="*/ 85108 w 178969"/>
                <a:gd name="connsiteY26" fmla="*/ 84965 h 151163"/>
                <a:gd name="connsiteX27" fmla="*/ 112095 w 178969"/>
                <a:gd name="connsiteY27" fmla="*/ 120038 h 151163"/>
                <a:gd name="connsiteX28" fmla="*/ 119552 w 178969"/>
                <a:gd name="connsiteY28" fmla="*/ 131612 h 151163"/>
                <a:gd name="connsiteX29" fmla="*/ 106769 w 178969"/>
                <a:gd name="connsiteY29" fmla="*/ 140380 h 151163"/>
                <a:gd name="connsiteX30" fmla="*/ 106769 w 178969"/>
                <a:gd name="connsiteY30" fmla="*/ 151253 h 151163"/>
                <a:gd name="connsiteX31" fmla="*/ 145119 w 178969"/>
                <a:gd name="connsiteY31" fmla="*/ 150201 h 151163"/>
                <a:gd name="connsiteX32" fmla="*/ 179209 w 178969"/>
                <a:gd name="connsiteY32" fmla="*/ 151253 h 151163"/>
                <a:gd name="connsiteX33" fmla="*/ 179209 w 178969"/>
                <a:gd name="connsiteY33" fmla="*/ 140380 h 151163"/>
                <a:gd name="connsiteX34" fmla="*/ 145474 w 178969"/>
                <a:gd name="connsiteY34" fmla="*/ 129508 h 151163"/>
                <a:gd name="connsiteX35" fmla="*/ 97891 w 178969"/>
                <a:gd name="connsiteY35" fmla="*/ 68832 h 151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969" h="151163">
                  <a:moveTo>
                    <a:pt x="97891" y="68832"/>
                  </a:moveTo>
                  <a:cubicBezTo>
                    <a:pt x="108544" y="55504"/>
                    <a:pt x="122038" y="38318"/>
                    <a:pt x="130560" y="29199"/>
                  </a:cubicBezTo>
                  <a:cubicBezTo>
                    <a:pt x="141568" y="16573"/>
                    <a:pt x="156127" y="11312"/>
                    <a:pt x="172817" y="10962"/>
                  </a:cubicBezTo>
                  <a:lnTo>
                    <a:pt x="172817" y="89"/>
                  </a:lnTo>
                  <a:cubicBezTo>
                    <a:pt x="163584" y="790"/>
                    <a:pt x="152932" y="1141"/>
                    <a:pt x="143699" y="1141"/>
                  </a:cubicBezTo>
                  <a:cubicBezTo>
                    <a:pt x="133046" y="1141"/>
                    <a:pt x="114226" y="440"/>
                    <a:pt x="109609" y="89"/>
                  </a:cubicBezTo>
                  <a:lnTo>
                    <a:pt x="109609" y="10962"/>
                  </a:lnTo>
                  <a:cubicBezTo>
                    <a:pt x="117066" y="11663"/>
                    <a:pt x="119907" y="16222"/>
                    <a:pt x="119907" y="21834"/>
                  </a:cubicBezTo>
                  <a:cubicBezTo>
                    <a:pt x="119907" y="27446"/>
                    <a:pt x="116356" y="32005"/>
                    <a:pt x="114581" y="34110"/>
                  </a:cubicBezTo>
                  <a:lnTo>
                    <a:pt x="92565" y="61466"/>
                  </a:lnTo>
                  <a:lnTo>
                    <a:pt x="64867" y="26043"/>
                  </a:lnTo>
                  <a:cubicBezTo>
                    <a:pt x="61671" y="22536"/>
                    <a:pt x="61671" y="21834"/>
                    <a:pt x="61671" y="19730"/>
                  </a:cubicBezTo>
                  <a:cubicBezTo>
                    <a:pt x="61671" y="14469"/>
                    <a:pt x="66997" y="11312"/>
                    <a:pt x="74099" y="10962"/>
                  </a:cubicBezTo>
                  <a:lnTo>
                    <a:pt x="74099" y="89"/>
                  </a:lnTo>
                  <a:cubicBezTo>
                    <a:pt x="64867" y="440"/>
                    <a:pt x="41430" y="1141"/>
                    <a:pt x="35749" y="1141"/>
                  </a:cubicBezTo>
                  <a:cubicBezTo>
                    <a:pt x="28292" y="1141"/>
                    <a:pt x="11602" y="790"/>
                    <a:pt x="2014" y="89"/>
                  </a:cubicBezTo>
                  <a:lnTo>
                    <a:pt x="2014" y="10962"/>
                  </a:lnTo>
                  <a:cubicBezTo>
                    <a:pt x="26871" y="10962"/>
                    <a:pt x="27226" y="11312"/>
                    <a:pt x="43916" y="32356"/>
                  </a:cubicBezTo>
                  <a:lnTo>
                    <a:pt x="79071" y="77600"/>
                  </a:lnTo>
                  <a:lnTo>
                    <a:pt x="45692" y="119337"/>
                  </a:lnTo>
                  <a:cubicBezTo>
                    <a:pt x="28647" y="139679"/>
                    <a:pt x="7696" y="140380"/>
                    <a:pt x="239" y="140380"/>
                  </a:cubicBezTo>
                  <a:lnTo>
                    <a:pt x="239" y="151253"/>
                  </a:lnTo>
                  <a:cubicBezTo>
                    <a:pt x="9471" y="150551"/>
                    <a:pt x="20479" y="150201"/>
                    <a:pt x="29712" y="150201"/>
                  </a:cubicBezTo>
                  <a:cubicBezTo>
                    <a:pt x="40010" y="150201"/>
                    <a:pt x="54924" y="150902"/>
                    <a:pt x="63447" y="151253"/>
                  </a:cubicBezTo>
                  <a:lnTo>
                    <a:pt x="63447" y="140380"/>
                  </a:lnTo>
                  <a:cubicBezTo>
                    <a:pt x="55634" y="139328"/>
                    <a:pt x="53149" y="134769"/>
                    <a:pt x="53149" y="129508"/>
                  </a:cubicBezTo>
                  <a:cubicBezTo>
                    <a:pt x="53149" y="121792"/>
                    <a:pt x="63447" y="110218"/>
                    <a:pt x="85108" y="84965"/>
                  </a:cubicBezTo>
                  <a:lnTo>
                    <a:pt x="112095" y="120038"/>
                  </a:lnTo>
                  <a:cubicBezTo>
                    <a:pt x="114936" y="123896"/>
                    <a:pt x="119552" y="129508"/>
                    <a:pt x="119552" y="131612"/>
                  </a:cubicBezTo>
                  <a:cubicBezTo>
                    <a:pt x="119552" y="134769"/>
                    <a:pt x="116356" y="140030"/>
                    <a:pt x="106769" y="140380"/>
                  </a:cubicBezTo>
                  <a:lnTo>
                    <a:pt x="106769" y="151253"/>
                  </a:lnTo>
                  <a:cubicBezTo>
                    <a:pt x="117422" y="150902"/>
                    <a:pt x="137307" y="150201"/>
                    <a:pt x="145119" y="150201"/>
                  </a:cubicBezTo>
                  <a:cubicBezTo>
                    <a:pt x="154707" y="150201"/>
                    <a:pt x="168556" y="150551"/>
                    <a:pt x="179209" y="151253"/>
                  </a:cubicBezTo>
                  <a:lnTo>
                    <a:pt x="179209" y="140380"/>
                  </a:lnTo>
                  <a:cubicBezTo>
                    <a:pt x="160034" y="140380"/>
                    <a:pt x="153642" y="139679"/>
                    <a:pt x="145474" y="129508"/>
                  </a:cubicBezTo>
                  <a:lnTo>
                    <a:pt x="97891" y="68832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F38E1578-525A-254F-FE8D-F8657DC99157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2369847" y="4497590"/>
              <a:ext cx="174708" cy="841397"/>
            </a:xfrm>
            <a:custGeom>
              <a:avLst/>
              <a:gdLst>
                <a:gd name="connsiteX0" fmla="*/ 174955 w 174708"/>
                <a:gd name="connsiteY0" fmla="*/ 837965 h 841397"/>
                <a:gd name="connsiteX1" fmla="*/ 173534 w 174708"/>
                <a:gd name="connsiteY1" fmla="*/ 834808 h 841397"/>
                <a:gd name="connsiteX2" fmla="*/ 112812 w 174708"/>
                <a:gd name="connsiteY2" fmla="*/ 760454 h 841397"/>
                <a:gd name="connsiteX3" fmla="*/ 29719 w 174708"/>
                <a:gd name="connsiteY3" fmla="*/ 420949 h 841397"/>
                <a:gd name="connsiteX4" fmla="*/ 101094 w 174708"/>
                <a:gd name="connsiteY4" fmla="*/ 100383 h 841397"/>
                <a:gd name="connsiteX5" fmla="*/ 173889 w 174708"/>
                <a:gd name="connsiteY5" fmla="*/ 6388 h 841397"/>
                <a:gd name="connsiteX6" fmla="*/ 174955 w 174708"/>
                <a:gd name="connsiteY6" fmla="*/ 3582 h 841397"/>
                <a:gd name="connsiteX7" fmla="*/ 167498 w 174708"/>
                <a:gd name="connsiteY7" fmla="*/ 75 h 841397"/>
                <a:gd name="connsiteX8" fmla="*/ 156489 w 174708"/>
                <a:gd name="connsiteY8" fmla="*/ 5336 h 841397"/>
                <a:gd name="connsiteX9" fmla="*/ 246 w 174708"/>
                <a:gd name="connsiteY9" fmla="*/ 420598 h 841397"/>
                <a:gd name="connsiteX10" fmla="*/ 122400 w 174708"/>
                <a:gd name="connsiteY10" fmla="*/ 802191 h 841397"/>
                <a:gd name="connsiteX11" fmla="*/ 157555 w 174708"/>
                <a:gd name="connsiteY11" fmla="*/ 837264 h 841397"/>
                <a:gd name="connsiteX12" fmla="*/ 167498 w 174708"/>
                <a:gd name="connsiteY12" fmla="*/ 841472 h 841397"/>
                <a:gd name="connsiteX13" fmla="*/ 174955 w 174708"/>
                <a:gd name="connsiteY13" fmla="*/ 837965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55" y="837965"/>
                  </a:moveTo>
                  <a:cubicBezTo>
                    <a:pt x="174955" y="836562"/>
                    <a:pt x="174244" y="835861"/>
                    <a:pt x="173534" y="834808"/>
                  </a:cubicBezTo>
                  <a:cubicBezTo>
                    <a:pt x="160396" y="821831"/>
                    <a:pt x="136604" y="798333"/>
                    <a:pt x="112812" y="760454"/>
                  </a:cubicBezTo>
                  <a:cubicBezTo>
                    <a:pt x="55641" y="669966"/>
                    <a:pt x="29719" y="555979"/>
                    <a:pt x="29719" y="420949"/>
                  </a:cubicBezTo>
                  <a:cubicBezTo>
                    <a:pt x="29719" y="326603"/>
                    <a:pt x="42503" y="204900"/>
                    <a:pt x="101094" y="100383"/>
                  </a:cubicBezTo>
                  <a:cubicBezTo>
                    <a:pt x="129147" y="50580"/>
                    <a:pt x="158265" y="21820"/>
                    <a:pt x="173889" y="6388"/>
                  </a:cubicBezTo>
                  <a:cubicBezTo>
                    <a:pt x="174955" y="5336"/>
                    <a:pt x="174955" y="4634"/>
                    <a:pt x="174955" y="3582"/>
                  </a:cubicBezTo>
                  <a:cubicBezTo>
                    <a:pt x="174955" y="75"/>
                    <a:pt x="172469" y="75"/>
                    <a:pt x="167498" y="75"/>
                  </a:cubicBezTo>
                  <a:cubicBezTo>
                    <a:pt x="162526" y="75"/>
                    <a:pt x="161816" y="75"/>
                    <a:pt x="156489" y="5336"/>
                  </a:cubicBezTo>
                  <a:cubicBezTo>
                    <a:pt x="37531" y="112308"/>
                    <a:pt x="246" y="272942"/>
                    <a:pt x="246" y="420598"/>
                  </a:cubicBezTo>
                  <a:cubicBezTo>
                    <a:pt x="246" y="558434"/>
                    <a:pt x="32205" y="697323"/>
                    <a:pt x="122400" y="802191"/>
                  </a:cubicBezTo>
                  <a:cubicBezTo>
                    <a:pt x="129502" y="810257"/>
                    <a:pt x="142996" y="824637"/>
                    <a:pt x="157555" y="837264"/>
                  </a:cubicBezTo>
                  <a:cubicBezTo>
                    <a:pt x="161816" y="841472"/>
                    <a:pt x="162526" y="841472"/>
                    <a:pt x="167498" y="841472"/>
                  </a:cubicBezTo>
                  <a:cubicBezTo>
                    <a:pt x="172469" y="841472"/>
                    <a:pt x="174955" y="841472"/>
                    <a:pt x="174955" y="837965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11577265-5C5B-3630-3D81-297D2AFFD436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2613841" y="4528281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B135C3B3-0F65-E740-1F85-8A5047A2C925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2939213" y="4471220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A7068B2A-D355-425F-C12B-B8AF1DDA8AB3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3182492" y="4524423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2FBF30E-5785-98FB-2E46-735BE9A7EBB2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2599992" y="4911454"/>
              <a:ext cx="866537" cy="14028"/>
            </a:xfrm>
            <a:custGeom>
              <a:avLst/>
              <a:gdLst>
                <a:gd name="connsiteX0" fmla="*/ 0 w 866537"/>
                <a:gd name="connsiteY0" fmla="*/ 0 h 14028"/>
                <a:gd name="connsiteX1" fmla="*/ 866538 w 866537"/>
                <a:gd name="connsiteY1" fmla="*/ 0 h 14028"/>
                <a:gd name="connsiteX2" fmla="*/ 866538 w 866537"/>
                <a:gd name="connsiteY2" fmla="*/ 14028 h 14028"/>
                <a:gd name="connsiteX3" fmla="*/ 0 w 866537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6537" h="14028">
                  <a:moveTo>
                    <a:pt x="0" y="0"/>
                  </a:moveTo>
                  <a:lnTo>
                    <a:pt x="866538" y="0"/>
                  </a:lnTo>
                  <a:lnTo>
                    <a:pt x="866538" y="14028"/>
                  </a:lnTo>
                  <a:lnTo>
                    <a:pt x="0" y="14028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22C1BFD9-476F-9409-AC55-2F74667FFB20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2739162" y="4981596"/>
              <a:ext cx="276977" cy="350728"/>
            </a:xfrm>
            <a:custGeom>
              <a:avLst/>
              <a:gdLst>
                <a:gd name="connsiteX0" fmla="*/ 112469 w 276977"/>
                <a:gd name="connsiteY0" fmla="*/ 313991 h 350728"/>
                <a:gd name="connsiteX1" fmla="*/ 49971 w 276977"/>
                <a:gd name="connsiteY1" fmla="*/ 177557 h 350728"/>
                <a:gd name="connsiteX2" fmla="*/ 44645 w 276977"/>
                <a:gd name="connsiteY2" fmla="*/ 171946 h 350728"/>
                <a:gd name="connsiteX3" fmla="*/ 38608 w 276977"/>
                <a:gd name="connsiteY3" fmla="*/ 174751 h 350728"/>
                <a:gd name="connsiteX4" fmla="*/ 4874 w 276977"/>
                <a:gd name="connsiteY4" fmla="*/ 200004 h 350728"/>
                <a:gd name="connsiteX5" fmla="*/ 257 w 276977"/>
                <a:gd name="connsiteY5" fmla="*/ 205615 h 350728"/>
                <a:gd name="connsiteX6" fmla="*/ 3808 w 276977"/>
                <a:gd name="connsiteY6" fmla="*/ 209473 h 350728"/>
                <a:gd name="connsiteX7" fmla="*/ 15882 w 276977"/>
                <a:gd name="connsiteY7" fmla="*/ 201757 h 350728"/>
                <a:gd name="connsiteX8" fmla="*/ 27245 w 276977"/>
                <a:gd name="connsiteY8" fmla="*/ 193340 h 350728"/>
                <a:gd name="connsiteX9" fmla="*/ 97200 w 276977"/>
                <a:gd name="connsiteY9" fmla="*/ 345205 h 350728"/>
                <a:gd name="connsiteX10" fmla="*/ 104657 w 276977"/>
                <a:gd name="connsiteY10" fmla="*/ 350817 h 350728"/>
                <a:gd name="connsiteX11" fmla="*/ 113534 w 276977"/>
                <a:gd name="connsiteY11" fmla="*/ 343802 h 350728"/>
                <a:gd name="connsiteX12" fmla="*/ 274749 w 276977"/>
                <a:gd name="connsiteY12" fmla="*/ 14118 h 350728"/>
                <a:gd name="connsiteX13" fmla="*/ 277235 w 276977"/>
                <a:gd name="connsiteY13" fmla="*/ 7103 h 350728"/>
                <a:gd name="connsiteX14" fmla="*/ 270133 w 276977"/>
                <a:gd name="connsiteY14" fmla="*/ 89 h 350728"/>
                <a:gd name="connsiteX15" fmla="*/ 261966 w 276977"/>
                <a:gd name="connsiteY15" fmla="*/ 7454 h 350728"/>
                <a:gd name="connsiteX16" fmla="*/ 112469 w 276977"/>
                <a:gd name="connsiteY16" fmla="*/ 313991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6977" h="350728">
                  <a:moveTo>
                    <a:pt x="112469" y="313991"/>
                  </a:moveTo>
                  <a:lnTo>
                    <a:pt x="49971" y="177557"/>
                  </a:lnTo>
                  <a:cubicBezTo>
                    <a:pt x="47486" y="171946"/>
                    <a:pt x="45710" y="171946"/>
                    <a:pt x="44645" y="171946"/>
                  </a:cubicBezTo>
                  <a:cubicBezTo>
                    <a:pt x="44290" y="171946"/>
                    <a:pt x="42514" y="171946"/>
                    <a:pt x="38608" y="174751"/>
                  </a:cubicBezTo>
                  <a:lnTo>
                    <a:pt x="4874" y="200004"/>
                  </a:lnTo>
                  <a:cubicBezTo>
                    <a:pt x="257" y="203511"/>
                    <a:pt x="257" y="204563"/>
                    <a:pt x="257" y="205615"/>
                  </a:cubicBezTo>
                  <a:cubicBezTo>
                    <a:pt x="257" y="207369"/>
                    <a:pt x="1323" y="209473"/>
                    <a:pt x="3808" y="209473"/>
                  </a:cubicBezTo>
                  <a:cubicBezTo>
                    <a:pt x="5939" y="209473"/>
                    <a:pt x="11976" y="204563"/>
                    <a:pt x="15882" y="201757"/>
                  </a:cubicBezTo>
                  <a:cubicBezTo>
                    <a:pt x="18012" y="200004"/>
                    <a:pt x="23339" y="196146"/>
                    <a:pt x="27245" y="193340"/>
                  </a:cubicBezTo>
                  <a:lnTo>
                    <a:pt x="97200" y="345205"/>
                  </a:lnTo>
                  <a:cubicBezTo>
                    <a:pt x="99685" y="350817"/>
                    <a:pt x="101461" y="350817"/>
                    <a:pt x="104657" y="350817"/>
                  </a:cubicBezTo>
                  <a:cubicBezTo>
                    <a:pt x="109983" y="350817"/>
                    <a:pt x="111048" y="348713"/>
                    <a:pt x="113534" y="343802"/>
                  </a:cubicBezTo>
                  <a:lnTo>
                    <a:pt x="274749" y="14118"/>
                  </a:lnTo>
                  <a:cubicBezTo>
                    <a:pt x="277235" y="9208"/>
                    <a:pt x="277235" y="7805"/>
                    <a:pt x="277235" y="7103"/>
                  </a:cubicBezTo>
                  <a:cubicBezTo>
                    <a:pt x="277235" y="3596"/>
                    <a:pt x="274394" y="89"/>
                    <a:pt x="270133" y="89"/>
                  </a:cubicBezTo>
                  <a:cubicBezTo>
                    <a:pt x="267292" y="89"/>
                    <a:pt x="264806" y="1842"/>
                    <a:pt x="261966" y="7454"/>
                  </a:cubicBezTo>
                  <a:lnTo>
                    <a:pt x="112469" y="313991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575B68A-E5DF-A5AA-DC72-12D3511B6DA6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3009156" y="4981596"/>
              <a:ext cx="344126" cy="14028"/>
            </a:xfrm>
            <a:custGeom>
              <a:avLst/>
              <a:gdLst>
                <a:gd name="connsiteX0" fmla="*/ 0 w 344126"/>
                <a:gd name="connsiteY0" fmla="*/ 0 h 14028"/>
                <a:gd name="connsiteX1" fmla="*/ 344127 w 344126"/>
                <a:gd name="connsiteY1" fmla="*/ 0 h 14028"/>
                <a:gd name="connsiteX2" fmla="*/ 344127 w 344126"/>
                <a:gd name="connsiteY2" fmla="*/ 14028 h 14028"/>
                <a:gd name="connsiteX3" fmla="*/ 0 w 344126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126" h="14028">
                  <a:moveTo>
                    <a:pt x="0" y="0"/>
                  </a:moveTo>
                  <a:lnTo>
                    <a:pt x="344127" y="0"/>
                  </a:lnTo>
                  <a:lnTo>
                    <a:pt x="344127" y="14028"/>
                  </a:lnTo>
                  <a:lnTo>
                    <a:pt x="0" y="14028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288B3B61-2B19-699F-8CC4-2669F8D86420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3023360" y="5024813"/>
              <a:ext cx="169027" cy="247263"/>
            </a:xfrm>
            <a:custGeom>
              <a:avLst/>
              <a:gdLst>
                <a:gd name="connsiteX0" fmla="*/ 169293 w 169027"/>
                <a:gd name="connsiteY0" fmla="*/ 3954 h 247263"/>
                <a:gd name="connsiteX1" fmla="*/ 164677 w 169027"/>
                <a:gd name="connsiteY1" fmla="*/ 96 h 247263"/>
                <a:gd name="connsiteX2" fmla="*/ 119579 w 169027"/>
                <a:gd name="connsiteY2" fmla="*/ 3954 h 247263"/>
                <a:gd name="connsiteX3" fmla="*/ 114608 w 169027"/>
                <a:gd name="connsiteY3" fmla="*/ 10618 h 247263"/>
                <a:gd name="connsiteX4" fmla="*/ 123130 w 169027"/>
                <a:gd name="connsiteY4" fmla="*/ 14827 h 247263"/>
                <a:gd name="connsiteX5" fmla="*/ 140885 w 169027"/>
                <a:gd name="connsiteY5" fmla="*/ 20789 h 247263"/>
                <a:gd name="connsiteX6" fmla="*/ 139820 w 169027"/>
                <a:gd name="connsiteY6" fmla="*/ 27804 h 247263"/>
                <a:gd name="connsiteX7" fmla="*/ 118514 w 169027"/>
                <a:gd name="connsiteY7" fmla="*/ 110927 h 247263"/>
                <a:gd name="connsiteX8" fmla="*/ 85845 w 169027"/>
                <a:gd name="connsiteY8" fmla="*/ 88480 h 247263"/>
                <a:gd name="connsiteX9" fmla="*/ 266 w 169027"/>
                <a:gd name="connsiteY9" fmla="*/ 191243 h 247263"/>
                <a:gd name="connsiteX10" fmla="*/ 47494 w 169027"/>
                <a:gd name="connsiteY10" fmla="*/ 247360 h 247263"/>
                <a:gd name="connsiteX11" fmla="*/ 93657 w 169027"/>
                <a:gd name="connsiteY11" fmla="*/ 221055 h 247263"/>
                <a:gd name="connsiteX12" fmla="*/ 125971 w 169027"/>
                <a:gd name="connsiteY12" fmla="*/ 247360 h 247263"/>
                <a:gd name="connsiteX13" fmla="*/ 152248 w 169027"/>
                <a:gd name="connsiteY13" fmla="*/ 228070 h 247263"/>
                <a:gd name="connsiteX14" fmla="*/ 162901 w 169027"/>
                <a:gd name="connsiteY14" fmla="*/ 193348 h 247263"/>
                <a:gd name="connsiteX15" fmla="*/ 158640 w 169027"/>
                <a:gd name="connsiteY15" fmla="*/ 189840 h 247263"/>
                <a:gd name="connsiteX16" fmla="*/ 153669 w 169027"/>
                <a:gd name="connsiteY16" fmla="*/ 196154 h 247263"/>
                <a:gd name="connsiteX17" fmla="*/ 126681 w 169027"/>
                <a:gd name="connsiteY17" fmla="*/ 239644 h 247263"/>
                <a:gd name="connsiteX18" fmla="*/ 116028 w 169027"/>
                <a:gd name="connsiteY18" fmla="*/ 223510 h 247263"/>
                <a:gd name="connsiteX19" fmla="*/ 118159 w 169027"/>
                <a:gd name="connsiteY19" fmla="*/ 206675 h 247263"/>
                <a:gd name="connsiteX20" fmla="*/ 169293 w 169027"/>
                <a:gd name="connsiteY20" fmla="*/ 3954 h 247263"/>
                <a:gd name="connsiteX21" fmla="*/ 95432 w 169027"/>
                <a:gd name="connsiteY21" fmla="*/ 201765 h 247263"/>
                <a:gd name="connsiteX22" fmla="*/ 88330 w 169027"/>
                <a:gd name="connsiteY22" fmla="*/ 214742 h 247263"/>
                <a:gd name="connsiteX23" fmla="*/ 48204 w 169027"/>
                <a:gd name="connsiteY23" fmla="*/ 239644 h 247263"/>
                <a:gd name="connsiteX24" fmla="*/ 25478 w 169027"/>
                <a:gd name="connsiteY24" fmla="*/ 206675 h 247263"/>
                <a:gd name="connsiteX25" fmla="*/ 45008 w 169027"/>
                <a:gd name="connsiteY25" fmla="*/ 129866 h 247263"/>
                <a:gd name="connsiteX26" fmla="*/ 86200 w 169027"/>
                <a:gd name="connsiteY26" fmla="*/ 96196 h 247263"/>
                <a:gd name="connsiteX27" fmla="*/ 114253 w 169027"/>
                <a:gd name="connsiteY27" fmla="*/ 127060 h 247263"/>
                <a:gd name="connsiteX28" fmla="*/ 113187 w 169027"/>
                <a:gd name="connsiteY28" fmla="*/ 133022 h 247263"/>
                <a:gd name="connsiteX29" fmla="*/ 95432 w 169027"/>
                <a:gd name="connsiteY29" fmla="*/ 201765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69027" h="247263">
                  <a:moveTo>
                    <a:pt x="169293" y="3954"/>
                  </a:moveTo>
                  <a:cubicBezTo>
                    <a:pt x="169293" y="3604"/>
                    <a:pt x="169293" y="96"/>
                    <a:pt x="164677" y="96"/>
                  </a:cubicBezTo>
                  <a:cubicBezTo>
                    <a:pt x="159350" y="96"/>
                    <a:pt x="125616" y="3253"/>
                    <a:pt x="119579" y="3954"/>
                  </a:cubicBezTo>
                  <a:cubicBezTo>
                    <a:pt x="116738" y="4305"/>
                    <a:pt x="114608" y="6059"/>
                    <a:pt x="114608" y="10618"/>
                  </a:cubicBezTo>
                  <a:cubicBezTo>
                    <a:pt x="114608" y="14827"/>
                    <a:pt x="117804" y="14827"/>
                    <a:pt x="123130" y="14827"/>
                  </a:cubicBezTo>
                  <a:cubicBezTo>
                    <a:pt x="140175" y="14827"/>
                    <a:pt x="140885" y="17282"/>
                    <a:pt x="140885" y="20789"/>
                  </a:cubicBezTo>
                  <a:lnTo>
                    <a:pt x="139820" y="27804"/>
                  </a:lnTo>
                  <a:lnTo>
                    <a:pt x="118514" y="110927"/>
                  </a:lnTo>
                  <a:cubicBezTo>
                    <a:pt x="112122" y="97950"/>
                    <a:pt x="101824" y="88480"/>
                    <a:pt x="85845" y="88480"/>
                  </a:cubicBezTo>
                  <a:cubicBezTo>
                    <a:pt x="44298" y="88480"/>
                    <a:pt x="266" y="140037"/>
                    <a:pt x="266" y="191243"/>
                  </a:cubicBezTo>
                  <a:cubicBezTo>
                    <a:pt x="266" y="224212"/>
                    <a:pt x="19796" y="247360"/>
                    <a:pt x="47494" y="247360"/>
                  </a:cubicBezTo>
                  <a:cubicBezTo>
                    <a:pt x="54596" y="247360"/>
                    <a:pt x="72351" y="245957"/>
                    <a:pt x="93657" y="221055"/>
                  </a:cubicBezTo>
                  <a:cubicBezTo>
                    <a:pt x="96498" y="235786"/>
                    <a:pt x="108926" y="247360"/>
                    <a:pt x="125971" y="247360"/>
                  </a:cubicBezTo>
                  <a:cubicBezTo>
                    <a:pt x="138399" y="247360"/>
                    <a:pt x="146567" y="239293"/>
                    <a:pt x="152248" y="228070"/>
                  </a:cubicBezTo>
                  <a:cubicBezTo>
                    <a:pt x="158285" y="215444"/>
                    <a:pt x="162901" y="194049"/>
                    <a:pt x="162901" y="193348"/>
                  </a:cubicBezTo>
                  <a:cubicBezTo>
                    <a:pt x="162901" y="189840"/>
                    <a:pt x="159705" y="189840"/>
                    <a:pt x="158640" y="189840"/>
                  </a:cubicBezTo>
                  <a:cubicBezTo>
                    <a:pt x="155089" y="189840"/>
                    <a:pt x="154734" y="191243"/>
                    <a:pt x="153669" y="196154"/>
                  </a:cubicBezTo>
                  <a:cubicBezTo>
                    <a:pt x="147632" y="218951"/>
                    <a:pt x="141240" y="239644"/>
                    <a:pt x="126681" y="239644"/>
                  </a:cubicBezTo>
                  <a:cubicBezTo>
                    <a:pt x="117093" y="239644"/>
                    <a:pt x="116028" y="230525"/>
                    <a:pt x="116028" y="223510"/>
                  </a:cubicBezTo>
                  <a:cubicBezTo>
                    <a:pt x="116028" y="215093"/>
                    <a:pt x="116738" y="212638"/>
                    <a:pt x="118159" y="206675"/>
                  </a:cubicBezTo>
                  <a:lnTo>
                    <a:pt x="169293" y="3954"/>
                  </a:lnTo>
                  <a:close/>
                  <a:moveTo>
                    <a:pt x="95432" y="201765"/>
                  </a:moveTo>
                  <a:cubicBezTo>
                    <a:pt x="93657" y="208078"/>
                    <a:pt x="93657" y="208780"/>
                    <a:pt x="88330" y="214742"/>
                  </a:cubicBezTo>
                  <a:cubicBezTo>
                    <a:pt x="72706" y="234032"/>
                    <a:pt x="58147" y="239644"/>
                    <a:pt x="48204" y="239644"/>
                  </a:cubicBezTo>
                  <a:cubicBezTo>
                    <a:pt x="30449" y="239644"/>
                    <a:pt x="25478" y="220354"/>
                    <a:pt x="25478" y="206675"/>
                  </a:cubicBezTo>
                  <a:cubicBezTo>
                    <a:pt x="25478" y="189139"/>
                    <a:pt x="36841" y="145999"/>
                    <a:pt x="45008" y="129866"/>
                  </a:cubicBezTo>
                  <a:cubicBezTo>
                    <a:pt x="56016" y="109173"/>
                    <a:pt x="71996" y="96196"/>
                    <a:pt x="86200" y="96196"/>
                  </a:cubicBezTo>
                  <a:cubicBezTo>
                    <a:pt x="109281" y="96196"/>
                    <a:pt x="114253" y="124956"/>
                    <a:pt x="114253" y="127060"/>
                  </a:cubicBezTo>
                  <a:cubicBezTo>
                    <a:pt x="114253" y="129164"/>
                    <a:pt x="113542" y="131269"/>
                    <a:pt x="113187" y="133022"/>
                  </a:cubicBezTo>
                  <a:lnTo>
                    <a:pt x="95432" y="201765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4D430C6-0E76-963C-1DD6-15FB27F65DB6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3209641" y="5157809"/>
              <a:ext cx="109867" cy="163018"/>
            </a:xfrm>
            <a:custGeom>
              <a:avLst/>
              <a:gdLst>
                <a:gd name="connsiteX0" fmla="*/ 110139 w 109867"/>
                <a:gd name="connsiteY0" fmla="*/ 118434 h 163018"/>
                <a:gd name="connsiteX1" fmla="*/ 101687 w 109867"/>
                <a:gd name="connsiteY1" fmla="*/ 118434 h 163018"/>
                <a:gd name="connsiteX2" fmla="*/ 95225 w 109867"/>
                <a:gd name="connsiteY2" fmla="*/ 140775 h 163018"/>
                <a:gd name="connsiteX3" fmla="*/ 70616 w 109867"/>
                <a:gd name="connsiteY3" fmla="*/ 142248 h 163018"/>
                <a:gd name="connsiteX4" fmla="*/ 24879 w 109867"/>
                <a:gd name="connsiteY4" fmla="*/ 142248 h 163018"/>
                <a:gd name="connsiteX5" fmla="*/ 74593 w 109867"/>
                <a:gd name="connsiteY5" fmla="*/ 101002 h 163018"/>
                <a:gd name="connsiteX6" fmla="*/ 110139 w 109867"/>
                <a:gd name="connsiteY6" fmla="*/ 47972 h 163018"/>
                <a:gd name="connsiteX7" fmla="*/ 51973 w 109867"/>
                <a:gd name="connsiteY7" fmla="*/ 98 h 163018"/>
                <a:gd name="connsiteX8" fmla="*/ 271 w 109867"/>
                <a:gd name="connsiteY8" fmla="*/ 44044 h 163018"/>
                <a:gd name="connsiteX9" fmla="*/ 13445 w 109867"/>
                <a:gd name="connsiteY9" fmla="*/ 57793 h 163018"/>
                <a:gd name="connsiteX10" fmla="*/ 26619 w 109867"/>
                <a:gd name="connsiteY10" fmla="*/ 44781 h 163018"/>
                <a:gd name="connsiteX11" fmla="*/ 11954 w 109867"/>
                <a:gd name="connsiteY11" fmla="*/ 31769 h 163018"/>
                <a:gd name="connsiteX12" fmla="*/ 48245 w 109867"/>
                <a:gd name="connsiteY12" fmla="*/ 8936 h 163018"/>
                <a:gd name="connsiteX13" fmla="*/ 86027 w 109867"/>
                <a:gd name="connsiteY13" fmla="*/ 47972 h 163018"/>
                <a:gd name="connsiteX14" fmla="*/ 62662 w 109867"/>
                <a:gd name="connsiteY14" fmla="*/ 95110 h 163018"/>
                <a:gd name="connsiteX15" fmla="*/ 2757 w 109867"/>
                <a:gd name="connsiteY15" fmla="*/ 153542 h 163018"/>
                <a:gd name="connsiteX16" fmla="*/ 271 w 109867"/>
                <a:gd name="connsiteY16" fmla="*/ 163116 h 163018"/>
                <a:gd name="connsiteX17" fmla="*/ 102682 w 109867"/>
                <a:gd name="connsiteY17" fmla="*/ 163116 h 163018"/>
                <a:gd name="connsiteX18" fmla="*/ 110139 w 109867"/>
                <a:gd name="connsiteY18" fmla="*/ 118434 h 16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867" h="163018">
                  <a:moveTo>
                    <a:pt x="110139" y="118434"/>
                  </a:moveTo>
                  <a:lnTo>
                    <a:pt x="101687" y="118434"/>
                  </a:lnTo>
                  <a:cubicBezTo>
                    <a:pt x="100942" y="123835"/>
                    <a:pt x="98456" y="138320"/>
                    <a:pt x="95225" y="140775"/>
                  </a:cubicBezTo>
                  <a:cubicBezTo>
                    <a:pt x="93236" y="142248"/>
                    <a:pt x="74096" y="142248"/>
                    <a:pt x="70616" y="142248"/>
                  </a:cubicBezTo>
                  <a:lnTo>
                    <a:pt x="24879" y="142248"/>
                  </a:lnTo>
                  <a:cubicBezTo>
                    <a:pt x="50979" y="119416"/>
                    <a:pt x="59679" y="112541"/>
                    <a:pt x="74593" y="101002"/>
                  </a:cubicBezTo>
                  <a:cubicBezTo>
                    <a:pt x="92987" y="86517"/>
                    <a:pt x="110139" y="71296"/>
                    <a:pt x="110139" y="47972"/>
                  </a:cubicBezTo>
                  <a:cubicBezTo>
                    <a:pt x="110139" y="18266"/>
                    <a:pt x="83790" y="98"/>
                    <a:pt x="51973" y="98"/>
                  </a:cubicBezTo>
                  <a:cubicBezTo>
                    <a:pt x="21151" y="98"/>
                    <a:pt x="271" y="21457"/>
                    <a:pt x="271" y="44044"/>
                  </a:cubicBezTo>
                  <a:cubicBezTo>
                    <a:pt x="271" y="56565"/>
                    <a:pt x="10959" y="57793"/>
                    <a:pt x="13445" y="57793"/>
                  </a:cubicBezTo>
                  <a:cubicBezTo>
                    <a:pt x="19411" y="57793"/>
                    <a:pt x="26619" y="53619"/>
                    <a:pt x="26619" y="44781"/>
                  </a:cubicBezTo>
                  <a:cubicBezTo>
                    <a:pt x="26619" y="40361"/>
                    <a:pt x="24879" y="31769"/>
                    <a:pt x="11954" y="31769"/>
                  </a:cubicBezTo>
                  <a:cubicBezTo>
                    <a:pt x="19659" y="14337"/>
                    <a:pt x="36562" y="8936"/>
                    <a:pt x="48245" y="8936"/>
                  </a:cubicBezTo>
                  <a:cubicBezTo>
                    <a:pt x="73102" y="8936"/>
                    <a:pt x="86027" y="28086"/>
                    <a:pt x="86027" y="47972"/>
                  </a:cubicBezTo>
                  <a:cubicBezTo>
                    <a:pt x="86027" y="69332"/>
                    <a:pt x="70616" y="86272"/>
                    <a:pt x="62662" y="95110"/>
                  </a:cubicBezTo>
                  <a:lnTo>
                    <a:pt x="2757" y="153542"/>
                  </a:lnTo>
                  <a:cubicBezTo>
                    <a:pt x="271" y="155751"/>
                    <a:pt x="271" y="156242"/>
                    <a:pt x="271" y="163116"/>
                  </a:cubicBezTo>
                  <a:lnTo>
                    <a:pt x="102682" y="163116"/>
                  </a:lnTo>
                  <a:lnTo>
                    <a:pt x="110139" y="118434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2AA49E8D-902A-C6EF-BA8A-B4F0CEA09BF0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3521570" y="4497590"/>
              <a:ext cx="174708" cy="841397"/>
            </a:xfrm>
            <a:custGeom>
              <a:avLst/>
              <a:gdLst>
                <a:gd name="connsiteX0" fmla="*/ 174989 w 174708"/>
                <a:gd name="connsiteY0" fmla="*/ 420949 h 841397"/>
                <a:gd name="connsiteX1" fmla="*/ 52835 w 174708"/>
                <a:gd name="connsiteY1" fmla="*/ 39356 h 841397"/>
                <a:gd name="connsiteX2" fmla="*/ 17680 w 174708"/>
                <a:gd name="connsiteY2" fmla="*/ 4284 h 841397"/>
                <a:gd name="connsiteX3" fmla="*/ 7737 w 174708"/>
                <a:gd name="connsiteY3" fmla="*/ 75 h 841397"/>
                <a:gd name="connsiteX4" fmla="*/ 280 w 174708"/>
                <a:gd name="connsiteY4" fmla="*/ 3582 h 841397"/>
                <a:gd name="connsiteX5" fmla="*/ 2410 w 174708"/>
                <a:gd name="connsiteY5" fmla="*/ 7089 h 841397"/>
                <a:gd name="connsiteX6" fmla="*/ 62422 w 174708"/>
                <a:gd name="connsiteY6" fmla="*/ 81093 h 841397"/>
                <a:gd name="connsiteX7" fmla="*/ 145515 w 174708"/>
                <a:gd name="connsiteY7" fmla="*/ 420598 h 841397"/>
                <a:gd name="connsiteX8" fmla="*/ 74140 w 174708"/>
                <a:gd name="connsiteY8" fmla="*/ 741164 h 841397"/>
                <a:gd name="connsiteX9" fmla="*/ 1700 w 174708"/>
                <a:gd name="connsiteY9" fmla="*/ 834808 h 841397"/>
                <a:gd name="connsiteX10" fmla="*/ 280 w 174708"/>
                <a:gd name="connsiteY10" fmla="*/ 837965 h 841397"/>
                <a:gd name="connsiteX11" fmla="*/ 7737 w 174708"/>
                <a:gd name="connsiteY11" fmla="*/ 841472 h 841397"/>
                <a:gd name="connsiteX12" fmla="*/ 18745 w 174708"/>
                <a:gd name="connsiteY12" fmla="*/ 836211 h 841397"/>
                <a:gd name="connsiteX13" fmla="*/ 174989 w 174708"/>
                <a:gd name="connsiteY13" fmla="*/ 420949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89" y="420949"/>
                  </a:moveTo>
                  <a:cubicBezTo>
                    <a:pt x="174989" y="283113"/>
                    <a:pt x="143030" y="144224"/>
                    <a:pt x="52835" y="39356"/>
                  </a:cubicBezTo>
                  <a:cubicBezTo>
                    <a:pt x="45733" y="31290"/>
                    <a:pt x="32239" y="16910"/>
                    <a:pt x="17680" y="4284"/>
                  </a:cubicBezTo>
                  <a:cubicBezTo>
                    <a:pt x="13418" y="75"/>
                    <a:pt x="12708" y="75"/>
                    <a:pt x="7737" y="75"/>
                  </a:cubicBezTo>
                  <a:cubicBezTo>
                    <a:pt x="3476" y="75"/>
                    <a:pt x="280" y="75"/>
                    <a:pt x="280" y="3582"/>
                  </a:cubicBezTo>
                  <a:cubicBezTo>
                    <a:pt x="280" y="4985"/>
                    <a:pt x="1700" y="6388"/>
                    <a:pt x="2410" y="7089"/>
                  </a:cubicBezTo>
                  <a:cubicBezTo>
                    <a:pt x="14839" y="19716"/>
                    <a:pt x="38631" y="43214"/>
                    <a:pt x="62422" y="81093"/>
                  </a:cubicBezTo>
                  <a:cubicBezTo>
                    <a:pt x="119593" y="171581"/>
                    <a:pt x="145515" y="285568"/>
                    <a:pt x="145515" y="420598"/>
                  </a:cubicBezTo>
                  <a:cubicBezTo>
                    <a:pt x="145515" y="514944"/>
                    <a:pt x="132732" y="636647"/>
                    <a:pt x="74140" y="741164"/>
                  </a:cubicBezTo>
                  <a:cubicBezTo>
                    <a:pt x="46088" y="790967"/>
                    <a:pt x="16614" y="820078"/>
                    <a:pt x="1700" y="834808"/>
                  </a:cubicBezTo>
                  <a:cubicBezTo>
                    <a:pt x="990" y="835861"/>
                    <a:pt x="280" y="836913"/>
                    <a:pt x="280" y="837965"/>
                  </a:cubicBezTo>
                  <a:cubicBezTo>
                    <a:pt x="280" y="841472"/>
                    <a:pt x="3476" y="841472"/>
                    <a:pt x="7737" y="841472"/>
                  </a:cubicBezTo>
                  <a:cubicBezTo>
                    <a:pt x="12708" y="841472"/>
                    <a:pt x="13418" y="841472"/>
                    <a:pt x="18745" y="836211"/>
                  </a:cubicBezTo>
                  <a:cubicBezTo>
                    <a:pt x="137703" y="729239"/>
                    <a:pt x="174989" y="568606"/>
                    <a:pt x="174989" y="420949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pic>
        <p:nvPicPr>
          <p:cNvPr id="103" name="Picture 102">
            <a:extLst>
              <a:ext uri="{FF2B5EF4-FFF2-40B4-BE49-F238E27FC236}">
                <a16:creationId xmlns:a16="http://schemas.microsoft.com/office/drawing/2014/main" id="{5F3A7EEB-F298-71C2-5471-C7CC9B54D725}"/>
              </a:ext>
            </a:extLst>
          </p:cNvPr>
          <p:cNvPicPr>
            <a:picLocks noChangeAspect="1"/>
          </p:cNvPicPr>
          <p:nvPr/>
        </p:nvPicPr>
        <p:blipFill rotWithShape="1">
          <a:blip r:embed="rId100"/>
          <a:srcRect t="36682" r="52203" b="4053"/>
          <a:stretch/>
        </p:blipFill>
        <p:spPr>
          <a:xfrm>
            <a:off x="8439583" y="1537638"/>
            <a:ext cx="2691548" cy="4693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6492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E7FF2-6AF8-A3D0-496C-D83C8250D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Stacking Transformer Layers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03197-F715-8CBC-A454-A1687930F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43</a:t>
            </a:fld>
            <a:endParaRPr lang="en-CA"/>
          </a:p>
        </p:txBody>
      </p:sp>
      <p:grpSp>
        <p:nvGrpSpPr>
          <p:cNvPr id="5" name="Group 4" descr="\documentclass{article}&#10;\usepackage{amsmath,amssymb}&#10;\pagestyle{empty}&#10;\begin{document}&#10;&#10;\newcommand{\score}{\textrm{score}}&#10;\newcommand{\classify}{\textrm{classify}}&#10;\newcommand{\bx}{\mathbf{x}}&#10;&#10;\begin{align*}&#10;\mathbf{E} = (\textit{emb}(w_1), \ldots, \textit{emb}(w_k)) + \mathbf{P} \in \mathbb{R}^{d_1\times k}&#10;\end{align*}&#10;&#10;&#10;\end{document}" title="IguanaTex Vector Display">
            <a:extLst>
              <a:ext uri="{FF2B5EF4-FFF2-40B4-BE49-F238E27FC236}">
                <a16:creationId xmlns:a16="http://schemas.microsoft.com/office/drawing/2014/main" id="{8A824DAF-FE52-F349-1113-BF406DD9BC74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611699" y="2309777"/>
            <a:ext cx="6433543" cy="416198"/>
            <a:chOff x="6316688" y="4595178"/>
            <a:chExt cx="6433543" cy="416198"/>
          </a:xfrm>
          <a:solidFill>
            <a:srgbClr val="2683C6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84C8D09-FEC7-BDBB-ABF9-34C8CA29C2C1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6316688" y="4674415"/>
              <a:ext cx="241328" cy="246379"/>
            </a:xfrm>
            <a:custGeom>
              <a:avLst/>
              <a:gdLst>
                <a:gd name="connsiteX0" fmla="*/ 241471 w 241328"/>
                <a:gd name="connsiteY0" fmla="*/ 147188 h 246379"/>
                <a:gd name="connsiteX1" fmla="*/ 224888 w 241328"/>
                <a:gd name="connsiteY1" fmla="*/ 147188 h 246379"/>
                <a:gd name="connsiteX2" fmla="*/ 141976 w 241328"/>
                <a:gd name="connsiteY2" fmla="*/ 229435 h 246379"/>
                <a:gd name="connsiteX3" fmla="*/ 88347 w 241328"/>
                <a:gd name="connsiteY3" fmla="*/ 229435 h 246379"/>
                <a:gd name="connsiteX4" fmla="*/ 88347 w 241328"/>
                <a:gd name="connsiteY4" fmla="*/ 127260 h 246379"/>
                <a:gd name="connsiteX5" fmla="*/ 107752 w 241328"/>
                <a:gd name="connsiteY5" fmla="*/ 127260 h 246379"/>
                <a:gd name="connsiteX6" fmla="*/ 145151 w 241328"/>
                <a:gd name="connsiteY6" fmla="*/ 169652 h 246379"/>
                <a:gd name="connsiteX7" fmla="*/ 161734 w 241328"/>
                <a:gd name="connsiteY7" fmla="*/ 169652 h 246379"/>
                <a:gd name="connsiteX8" fmla="*/ 161734 w 241328"/>
                <a:gd name="connsiteY8" fmla="*/ 67839 h 246379"/>
                <a:gd name="connsiteX9" fmla="*/ 145151 w 241328"/>
                <a:gd name="connsiteY9" fmla="*/ 67839 h 246379"/>
                <a:gd name="connsiteX10" fmla="*/ 107752 w 241328"/>
                <a:gd name="connsiteY10" fmla="*/ 110231 h 246379"/>
                <a:gd name="connsiteX11" fmla="*/ 88347 w 241328"/>
                <a:gd name="connsiteY11" fmla="*/ 110231 h 246379"/>
                <a:gd name="connsiteX12" fmla="*/ 88347 w 241328"/>
                <a:gd name="connsiteY12" fmla="*/ 17114 h 246379"/>
                <a:gd name="connsiteX13" fmla="*/ 141976 w 241328"/>
                <a:gd name="connsiteY13" fmla="*/ 17114 h 246379"/>
                <a:gd name="connsiteX14" fmla="*/ 213598 w 241328"/>
                <a:gd name="connsiteY14" fmla="*/ 87405 h 246379"/>
                <a:gd name="connsiteX15" fmla="*/ 230181 w 241328"/>
                <a:gd name="connsiteY15" fmla="*/ 87405 h 246379"/>
                <a:gd name="connsiteX16" fmla="*/ 219243 w 241328"/>
                <a:gd name="connsiteY16" fmla="*/ 85 h 246379"/>
                <a:gd name="connsiteX17" fmla="*/ 142 w 241328"/>
                <a:gd name="connsiteY17" fmla="*/ 85 h 246379"/>
                <a:gd name="connsiteX18" fmla="*/ 142 w 241328"/>
                <a:gd name="connsiteY18" fmla="*/ 17114 h 246379"/>
                <a:gd name="connsiteX19" fmla="*/ 38247 w 241328"/>
                <a:gd name="connsiteY19" fmla="*/ 17114 h 246379"/>
                <a:gd name="connsiteX20" fmla="*/ 38247 w 241328"/>
                <a:gd name="connsiteY20" fmla="*/ 229435 h 246379"/>
                <a:gd name="connsiteX21" fmla="*/ 142 w 241328"/>
                <a:gd name="connsiteY21" fmla="*/ 229435 h 246379"/>
                <a:gd name="connsiteX22" fmla="*/ 142 w 241328"/>
                <a:gd name="connsiteY22" fmla="*/ 246464 h 246379"/>
                <a:gd name="connsiteX23" fmla="*/ 225241 w 241328"/>
                <a:gd name="connsiteY23" fmla="*/ 246464 h 246379"/>
                <a:gd name="connsiteX24" fmla="*/ 241471 w 241328"/>
                <a:gd name="connsiteY24" fmla="*/ 147188 h 246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1328" h="246379">
                  <a:moveTo>
                    <a:pt x="241471" y="147188"/>
                  </a:moveTo>
                  <a:lnTo>
                    <a:pt x="224888" y="147188"/>
                  </a:lnTo>
                  <a:cubicBezTo>
                    <a:pt x="217126" y="197188"/>
                    <a:pt x="207247" y="229435"/>
                    <a:pt x="141976" y="229435"/>
                  </a:cubicBezTo>
                  <a:lnTo>
                    <a:pt x="88347" y="229435"/>
                  </a:lnTo>
                  <a:lnTo>
                    <a:pt x="88347" y="127260"/>
                  </a:lnTo>
                  <a:lnTo>
                    <a:pt x="107752" y="127260"/>
                  </a:lnTo>
                  <a:cubicBezTo>
                    <a:pt x="141623" y="127260"/>
                    <a:pt x="145151" y="142840"/>
                    <a:pt x="145151" y="169652"/>
                  </a:cubicBezTo>
                  <a:lnTo>
                    <a:pt x="161734" y="169652"/>
                  </a:lnTo>
                  <a:lnTo>
                    <a:pt x="161734" y="67839"/>
                  </a:lnTo>
                  <a:lnTo>
                    <a:pt x="145151" y="67839"/>
                  </a:lnTo>
                  <a:cubicBezTo>
                    <a:pt x="145151" y="94651"/>
                    <a:pt x="141976" y="110231"/>
                    <a:pt x="107752" y="110231"/>
                  </a:cubicBezTo>
                  <a:lnTo>
                    <a:pt x="88347" y="110231"/>
                  </a:lnTo>
                  <a:lnTo>
                    <a:pt x="88347" y="17114"/>
                  </a:lnTo>
                  <a:lnTo>
                    <a:pt x="141976" y="17114"/>
                  </a:lnTo>
                  <a:cubicBezTo>
                    <a:pt x="198780" y="17114"/>
                    <a:pt x="207953" y="43563"/>
                    <a:pt x="213598" y="87405"/>
                  </a:cubicBezTo>
                  <a:lnTo>
                    <a:pt x="230181" y="87405"/>
                  </a:lnTo>
                  <a:lnTo>
                    <a:pt x="219243" y="85"/>
                  </a:lnTo>
                  <a:lnTo>
                    <a:pt x="142" y="85"/>
                  </a:lnTo>
                  <a:lnTo>
                    <a:pt x="142" y="17114"/>
                  </a:lnTo>
                  <a:lnTo>
                    <a:pt x="38247" y="17114"/>
                  </a:lnTo>
                  <a:lnTo>
                    <a:pt x="38247" y="229435"/>
                  </a:lnTo>
                  <a:lnTo>
                    <a:pt x="142" y="229435"/>
                  </a:lnTo>
                  <a:lnTo>
                    <a:pt x="142" y="246464"/>
                  </a:lnTo>
                  <a:lnTo>
                    <a:pt x="225241" y="246464"/>
                  </a:lnTo>
                  <a:lnTo>
                    <a:pt x="241471" y="147188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7BCD6BE7-F866-652F-882B-CF65D1851EE4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6687263" y="4787822"/>
              <a:ext cx="234625" cy="84783"/>
            </a:xfrm>
            <a:custGeom>
              <a:avLst/>
              <a:gdLst>
                <a:gd name="connsiteX0" fmla="*/ 222782 w 234625"/>
                <a:gd name="connsiteY0" fmla="*/ 14578 h 84783"/>
                <a:gd name="connsiteX1" fmla="*/ 234778 w 234625"/>
                <a:gd name="connsiteY1" fmla="*/ 7331 h 84783"/>
                <a:gd name="connsiteX2" fmla="*/ 223134 w 234625"/>
                <a:gd name="connsiteY2" fmla="*/ 85 h 84783"/>
                <a:gd name="connsiteX3" fmla="*/ 11795 w 234625"/>
                <a:gd name="connsiteY3" fmla="*/ 85 h 84783"/>
                <a:gd name="connsiteX4" fmla="*/ 152 w 234625"/>
                <a:gd name="connsiteY4" fmla="*/ 7331 h 84783"/>
                <a:gd name="connsiteX5" fmla="*/ 12148 w 234625"/>
                <a:gd name="connsiteY5" fmla="*/ 14578 h 84783"/>
                <a:gd name="connsiteX6" fmla="*/ 222782 w 234625"/>
                <a:gd name="connsiteY6" fmla="*/ 14578 h 84783"/>
                <a:gd name="connsiteX7" fmla="*/ 223134 w 234625"/>
                <a:gd name="connsiteY7" fmla="*/ 84868 h 84783"/>
                <a:gd name="connsiteX8" fmla="*/ 234778 w 234625"/>
                <a:gd name="connsiteY8" fmla="*/ 77622 h 84783"/>
                <a:gd name="connsiteX9" fmla="*/ 222782 w 234625"/>
                <a:gd name="connsiteY9" fmla="*/ 70375 h 84783"/>
                <a:gd name="connsiteX10" fmla="*/ 12148 w 234625"/>
                <a:gd name="connsiteY10" fmla="*/ 70375 h 84783"/>
                <a:gd name="connsiteX11" fmla="*/ 152 w 234625"/>
                <a:gd name="connsiteY11" fmla="*/ 77622 h 84783"/>
                <a:gd name="connsiteX12" fmla="*/ 11795 w 234625"/>
                <a:gd name="connsiteY12" fmla="*/ 84868 h 84783"/>
                <a:gd name="connsiteX13" fmla="*/ 223134 w 234625"/>
                <a:gd name="connsiteY13" fmla="*/ 84868 h 84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625" h="84783">
                  <a:moveTo>
                    <a:pt x="222782" y="14578"/>
                  </a:moveTo>
                  <a:cubicBezTo>
                    <a:pt x="228074" y="14578"/>
                    <a:pt x="234778" y="14578"/>
                    <a:pt x="234778" y="7331"/>
                  </a:cubicBezTo>
                  <a:cubicBezTo>
                    <a:pt x="234778" y="85"/>
                    <a:pt x="228074" y="85"/>
                    <a:pt x="223134" y="85"/>
                  </a:cubicBezTo>
                  <a:lnTo>
                    <a:pt x="11795" y="85"/>
                  </a:lnTo>
                  <a:cubicBezTo>
                    <a:pt x="6856" y="85"/>
                    <a:pt x="152" y="85"/>
                    <a:pt x="152" y="7331"/>
                  </a:cubicBezTo>
                  <a:cubicBezTo>
                    <a:pt x="152" y="14578"/>
                    <a:pt x="6856" y="14578"/>
                    <a:pt x="12148" y="14578"/>
                  </a:cubicBezTo>
                  <a:lnTo>
                    <a:pt x="222782" y="14578"/>
                  </a:lnTo>
                  <a:close/>
                  <a:moveTo>
                    <a:pt x="223134" y="84868"/>
                  </a:moveTo>
                  <a:cubicBezTo>
                    <a:pt x="228074" y="84868"/>
                    <a:pt x="234778" y="84868"/>
                    <a:pt x="234778" y="77622"/>
                  </a:cubicBezTo>
                  <a:cubicBezTo>
                    <a:pt x="234778" y="70375"/>
                    <a:pt x="228074" y="70375"/>
                    <a:pt x="222782" y="70375"/>
                  </a:cubicBezTo>
                  <a:lnTo>
                    <a:pt x="12148" y="70375"/>
                  </a:lnTo>
                  <a:cubicBezTo>
                    <a:pt x="6856" y="70375"/>
                    <a:pt x="152" y="70375"/>
                    <a:pt x="152" y="77622"/>
                  </a:cubicBezTo>
                  <a:cubicBezTo>
                    <a:pt x="152" y="84868"/>
                    <a:pt x="6856" y="84868"/>
                    <a:pt x="11795" y="84868"/>
                  </a:cubicBezTo>
                  <a:lnTo>
                    <a:pt x="223134" y="84868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5470CAF6-4D70-08A7-7F5D-E5A2565E5A01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7074853" y="4649053"/>
              <a:ext cx="81854" cy="362323"/>
            </a:xfrm>
            <a:custGeom>
              <a:avLst/>
              <a:gdLst>
                <a:gd name="connsiteX0" fmla="*/ 82017 w 81854"/>
                <a:gd name="connsiteY0" fmla="*/ 358785 h 362323"/>
                <a:gd name="connsiteX1" fmla="*/ 76019 w 81854"/>
                <a:gd name="connsiteY1" fmla="*/ 350813 h 362323"/>
                <a:gd name="connsiteX2" fmla="*/ 20626 w 81854"/>
                <a:gd name="connsiteY2" fmla="*/ 181246 h 362323"/>
                <a:gd name="connsiteX3" fmla="*/ 77430 w 81854"/>
                <a:gd name="connsiteY3" fmla="*/ 9867 h 362323"/>
                <a:gd name="connsiteX4" fmla="*/ 82017 w 81854"/>
                <a:gd name="connsiteY4" fmla="*/ 3708 h 362323"/>
                <a:gd name="connsiteX5" fmla="*/ 78489 w 81854"/>
                <a:gd name="connsiteY5" fmla="*/ 85 h 362323"/>
                <a:gd name="connsiteX6" fmla="*/ 22391 w 81854"/>
                <a:gd name="connsiteY6" fmla="*/ 70738 h 362323"/>
                <a:gd name="connsiteX7" fmla="*/ 163 w 81854"/>
                <a:gd name="connsiteY7" fmla="*/ 181246 h 362323"/>
                <a:gd name="connsiteX8" fmla="*/ 23449 w 81854"/>
                <a:gd name="connsiteY8" fmla="*/ 294291 h 362323"/>
                <a:gd name="connsiteX9" fmla="*/ 78489 w 81854"/>
                <a:gd name="connsiteY9" fmla="*/ 362408 h 362323"/>
                <a:gd name="connsiteX10" fmla="*/ 82017 w 81854"/>
                <a:gd name="connsiteY10" fmla="*/ 358785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854" h="362323">
                  <a:moveTo>
                    <a:pt x="82017" y="358785"/>
                  </a:moveTo>
                  <a:cubicBezTo>
                    <a:pt x="82017" y="357698"/>
                    <a:pt x="82017" y="356973"/>
                    <a:pt x="76019" y="350813"/>
                  </a:cubicBezTo>
                  <a:cubicBezTo>
                    <a:pt x="31917" y="305161"/>
                    <a:pt x="20626" y="236682"/>
                    <a:pt x="20626" y="181246"/>
                  </a:cubicBezTo>
                  <a:cubicBezTo>
                    <a:pt x="20626" y="118202"/>
                    <a:pt x="34034" y="55158"/>
                    <a:pt x="77430" y="9867"/>
                  </a:cubicBezTo>
                  <a:cubicBezTo>
                    <a:pt x="82017" y="5520"/>
                    <a:pt x="82017" y="4795"/>
                    <a:pt x="82017" y="3708"/>
                  </a:cubicBezTo>
                  <a:cubicBezTo>
                    <a:pt x="82017" y="1172"/>
                    <a:pt x="80606" y="85"/>
                    <a:pt x="78489" y="85"/>
                  </a:cubicBezTo>
                  <a:cubicBezTo>
                    <a:pt x="74961" y="85"/>
                    <a:pt x="43207" y="24723"/>
                    <a:pt x="22391" y="70738"/>
                  </a:cubicBezTo>
                  <a:cubicBezTo>
                    <a:pt x="4397" y="110593"/>
                    <a:pt x="163" y="150811"/>
                    <a:pt x="163" y="181246"/>
                  </a:cubicBezTo>
                  <a:cubicBezTo>
                    <a:pt x="163" y="209507"/>
                    <a:pt x="4044" y="253349"/>
                    <a:pt x="23449" y="294291"/>
                  </a:cubicBezTo>
                  <a:cubicBezTo>
                    <a:pt x="44618" y="338857"/>
                    <a:pt x="74961" y="362408"/>
                    <a:pt x="78489" y="362408"/>
                  </a:cubicBezTo>
                  <a:cubicBezTo>
                    <a:pt x="80606" y="362408"/>
                    <a:pt x="82017" y="361321"/>
                    <a:pt x="82017" y="358785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640A6B6-F020-2B9E-1492-0D0A44FB69BC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7217354" y="4760648"/>
              <a:ext cx="124898" cy="164132"/>
            </a:xfrm>
            <a:custGeom>
              <a:avLst/>
              <a:gdLst>
                <a:gd name="connsiteX0" fmla="*/ 44269 w 124898"/>
                <a:gd name="connsiteY0" fmla="*/ 76535 h 164132"/>
                <a:gd name="connsiteX1" fmla="*/ 95428 w 124898"/>
                <a:gd name="connsiteY1" fmla="*/ 68564 h 164132"/>
                <a:gd name="connsiteX2" fmla="*/ 123301 w 124898"/>
                <a:gd name="connsiteY2" fmla="*/ 30882 h 164132"/>
                <a:gd name="connsiteX3" fmla="*/ 87666 w 124898"/>
                <a:gd name="connsiteY3" fmla="*/ 85 h 164132"/>
                <a:gd name="connsiteX4" fmla="*/ 167 w 124898"/>
                <a:gd name="connsiteY4" fmla="*/ 100811 h 164132"/>
                <a:gd name="connsiteX5" fmla="*/ 50620 w 124898"/>
                <a:gd name="connsiteY5" fmla="*/ 164217 h 164132"/>
                <a:gd name="connsiteX6" fmla="*/ 125065 w 124898"/>
                <a:gd name="connsiteY6" fmla="*/ 122550 h 164132"/>
                <a:gd name="connsiteX7" fmla="*/ 119420 w 124898"/>
                <a:gd name="connsiteY7" fmla="*/ 116753 h 164132"/>
                <a:gd name="connsiteX8" fmla="*/ 114833 w 124898"/>
                <a:gd name="connsiteY8" fmla="*/ 120738 h 164132"/>
                <a:gd name="connsiteX9" fmla="*/ 51326 w 124898"/>
                <a:gd name="connsiteY9" fmla="*/ 156246 h 164132"/>
                <a:gd name="connsiteX10" fmla="*/ 24511 w 124898"/>
                <a:gd name="connsiteY10" fmla="*/ 116390 h 164132"/>
                <a:gd name="connsiteX11" fmla="*/ 30509 w 124898"/>
                <a:gd name="connsiteY11" fmla="*/ 76535 h 164132"/>
                <a:gd name="connsiteX12" fmla="*/ 44269 w 124898"/>
                <a:gd name="connsiteY12" fmla="*/ 76535 h 164132"/>
                <a:gd name="connsiteX13" fmla="*/ 32626 w 124898"/>
                <a:gd name="connsiteY13" fmla="*/ 68564 h 164132"/>
                <a:gd name="connsiteX14" fmla="*/ 87666 w 124898"/>
                <a:gd name="connsiteY14" fmla="*/ 8056 h 164132"/>
                <a:gd name="connsiteX15" fmla="*/ 109894 w 124898"/>
                <a:gd name="connsiteY15" fmla="*/ 30158 h 164132"/>
                <a:gd name="connsiteX16" fmla="*/ 40035 w 124898"/>
                <a:gd name="connsiteY16" fmla="*/ 68564 h 164132"/>
                <a:gd name="connsiteX17" fmla="*/ 32626 w 124898"/>
                <a:gd name="connsiteY17" fmla="*/ 6856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4898" h="164132">
                  <a:moveTo>
                    <a:pt x="44269" y="76535"/>
                  </a:moveTo>
                  <a:cubicBezTo>
                    <a:pt x="54854" y="76535"/>
                    <a:pt x="78493" y="75448"/>
                    <a:pt x="95428" y="68564"/>
                  </a:cubicBezTo>
                  <a:cubicBezTo>
                    <a:pt x="123301" y="56969"/>
                    <a:pt x="123301" y="33418"/>
                    <a:pt x="123301" y="30882"/>
                  </a:cubicBezTo>
                  <a:cubicBezTo>
                    <a:pt x="123301" y="14215"/>
                    <a:pt x="110247" y="85"/>
                    <a:pt x="87666" y="85"/>
                  </a:cubicBezTo>
                  <a:cubicBezTo>
                    <a:pt x="50620" y="85"/>
                    <a:pt x="167" y="36679"/>
                    <a:pt x="167" y="100811"/>
                  </a:cubicBezTo>
                  <a:cubicBezTo>
                    <a:pt x="167" y="133420"/>
                    <a:pt x="17102" y="164217"/>
                    <a:pt x="50620" y="164217"/>
                  </a:cubicBezTo>
                  <a:cubicBezTo>
                    <a:pt x="95781" y="164217"/>
                    <a:pt x="125065" y="127985"/>
                    <a:pt x="125065" y="122550"/>
                  </a:cubicBezTo>
                  <a:cubicBezTo>
                    <a:pt x="125065" y="120738"/>
                    <a:pt x="122242" y="116753"/>
                    <a:pt x="119420" y="116753"/>
                  </a:cubicBezTo>
                  <a:cubicBezTo>
                    <a:pt x="118009" y="116753"/>
                    <a:pt x="117656" y="117115"/>
                    <a:pt x="114833" y="120738"/>
                  </a:cubicBezTo>
                  <a:cubicBezTo>
                    <a:pt x="88725" y="154797"/>
                    <a:pt x="57324" y="156246"/>
                    <a:pt x="51326" y="156246"/>
                  </a:cubicBezTo>
                  <a:cubicBezTo>
                    <a:pt x="28392" y="156246"/>
                    <a:pt x="24511" y="130521"/>
                    <a:pt x="24511" y="116390"/>
                  </a:cubicBezTo>
                  <a:cubicBezTo>
                    <a:pt x="24511" y="102622"/>
                    <a:pt x="28040" y="86318"/>
                    <a:pt x="30509" y="76535"/>
                  </a:cubicBezTo>
                  <a:lnTo>
                    <a:pt x="44269" y="76535"/>
                  </a:lnTo>
                  <a:close/>
                  <a:moveTo>
                    <a:pt x="32626" y="68564"/>
                  </a:moveTo>
                  <a:cubicBezTo>
                    <a:pt x="47797" y="9143"/>
                    <a:pt x="84138" y="8056"/>
                    <a:pt x="87666" y="8056"/>
                  </a:cubicBezTo>
                  <a:cubicBezTo>
                    <a:pt x="101779" y="8056"/>
                    <a:pt x="109894" y="17839"/>
                    <a:pt x="109894" y="30158"/>
                  </a:cubicBezTo>
                  <a:cubicBezTo>
                    <a:pt x="109894" y="68564"/>
                    <a:pt x="51678" y="68564"/>
                    <a:pt x="40035" y="68564"/>
                  </a:cubicBezTo>
                  <a:lnTo>
                    <a:pt x="32626" y="68564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390202E-1051-C550-BDFF-6C214873FF89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7368712" y="4760648"/>
              <a:ext cx="267790" cy="164132"/>
            </a:xfrm>
            <a:custGeom>
              <a:avLst/>
              <a:gdLst>
                <a:gd name="connsiteX0" fmla="*/ 52036 w 267790"/>
                <a:gd name="connsiteY0" fmla="*/ 96825 h 164132"/>
                <a:gd name="connsiteX1" fmla="*/ 57681 w 267790"/>
                <a:gd name="connsiteY1" fmla="*/ 73274 h 164132"/>
                <a:gd name="connsiteX2" fmla="*/ 66501 w 267790"/>
                <a:gd name="connsiteY2" fmla="*/ 47187 h 164132"/>
                <a:gd name="connsiteX3" fmla="*/ 116249 w 267790"/>
                <a:gd name="connsiteY3" fmla="*/ 8056 h 164132"/>
                <a:gd name="connsiteX4" fmla="*/ 132479 w 267790"/>
                <a:gd name="connsiteY4" fmla="*/ 31969 h 164132"/>
                <a:gd name="connsiteX5" fmla="*/ 129303 w 267790"/>
                <a:gd name="connsiteY5" fmla="*/ 55520 h 164132"/>
                <a:gd name="connsiteX6" fmla="*/ 106370 w 267790"/>
                <a:gd name="connsiteY6" fmla="*/ 149724 h 164132"/>
                <a:gd name="connsiteX7" fmla="*/ 105312 w 267790"/>
                <a:gd name="connsiteY7" fmla="*/ 154797 h 164132"/>
                <a:gd name="connsiteX8" fmla="*/ 115191 w 267790"/>
                <a:gd name="connsiteY8" fmla="*/ 164217 h 164132"/>
                <a:gd name="connsiteX9" fmla="*/ 127892 w 267790"/>
                <a:gd name="connsiteY9" fmla="*/ 154797 h 164132"/>
                <a:gd name="connsiteX10" fmla="*/ 142005 w 267790"/>
                <a:gd name="connsiteY10" fmla="*/ 96825 h 164132"/>
                <a:gd name="connsiteX11" fmla="*/ 147650 w 267790"/>
                <a:gd name="connsiteY11" fmla="*/ 73274 h 164132"/>
                <a:gd name="connsiteX12" fmla="*/ 156471 w 267790"/>
                <a:gd name="connsiteY12" fmla="*/ 47187 h 164132"/>
                <a:gd name="connsiteX13" fmla="*/ 206218 w 267790"/>
                <a:gd name="connsiteY13" fmla="*/ 8056 h 164132"/>
                <a:gd name="connsiteX14" fmla="*/ 222448 w 267790"/>
                <a:gd name="connsiteY14" fmla="*/ 31969 h 164132"/>
                <a:gd name="connsiteX15" fmla="*/ 201984 w 267790"/>
                <a:gd name="connsiteY15" fmla="*/ 112043 h 164132"/>
                <a:gd name="connsiteX16" fmla="*/ 196339 w 267790"/>
                <a:gd name="connsiteY16" fmla="*/ 135231 h 164132"/>
                <a:gd name="connsiteX17" fmla="*/ 223153 w 267790"/>
                <a:gd name="connsiteY17" fmla="*/ 164217 h 164132"/>
                <a:gd name="connsiteX18" fmla="*/ 267962 w 267790"/>
                <a:gd name="connsiteY18" fmla="*/ 108419 h 164132"/>
                <a:gd name="connsiteX19" fmla="*/ 262669 w 267790"/>
                <a:gd name="connsiteY19" fmla="*/ 104796 h 164132"/>
                <a:gd name="connsiteX20" fmla="*/ 256671 w 267790"/>
                <a:gd name="connsiteY20" fmla="*/ 110956 h 164132"/>
                <a:gd name="connsiteX21" fmla="*/ 223859 w 267790"/>
                <a:gd name="connsiteY21" fmla="*/ 156246 h 164132"/>
                <a:gd name="connsiteX22" fmla="*/ 216097 w 267790"/>
                <a:gd name="connsiteY22" fmla="*/ 145739 h 164132"/>
                <a:gd name="connsiteX23" fmla="*/ 222448 w 267790"/>
                <a:gd name="connsiteY23" fmla="*/ 118564 h 164132"/>
                <a:gd name="connsiteX24" fmla="*/ 243970 w 267790"/>
                <a:gd name="connsiteY24" fmla="*/ 37766 h 164132"/>
                <a:gd name="connsiteX25" fmla="*/ 206924 w 267790"/>
                <a:gd name="connsiteY25" fmla="*/ 85 h 164132"/>
                <a:gd name="connsiteX26" fmla="*/ 154001 w 267790"/>
                <a:gd name="connsiteY26" fmla="*/ 31969 h 164132"/>
                <a:gd name="connsiteX27" fmla="*/ 116955 w 267790"/>
                <a:gd name="connsiteY27" fmla="*/ 85 h 164132"/>
                <a:gd name="connsiteX28" fmla="*/ 66501 w 267790"/>
                <a:gd name="connsiteY28" fmla="*/ 28708 h 164132"/>
                <a:gd name="connsiteX29" fmla="*/ 36865 w 267790"/>
                <a:gd name="connsiteY29" fmla="*/ 85 h 164132"/>
                <a:gd name="connsiteX30" fmla="*/ 11462 w 267790"/>
                <a:gd name="connsiteY30" fmla="*/ 19288 h 164132"/>
                <a:gd name="connsiteX31" fmla="*/ 171 w 267790"/>
                <a:gd name="connsiteY31" fmla="*/ 55882 h 164132"/>
                <a:gd name="connsiteX32" fmla="*/ 5464 w 267790"/>
                <a:gd name="connsiteY32" fmla="*/ 59506 h 164132"/>
                <a:gd name="connsiteX33" fmla="*/ 12167 w 267790"/>
                <a:gd name="connsiteY33" fmla="*/ 51172 h 164132"/>
                <a:gd name="connsiteX34" fmla="*/ 36159 w 267790"/>
                <a:gd name="connsiteY34" fmla="*/ 8056 h 164132"/>
                <a:gd name="connsiteX35" fmla="*/ 45332 w 267790"/>
                <a:gd name="connsiteY35" fmla="*/ 22549 h 164132"/>
                <a:gd name="connsiteX36" fmla="*/ 42863 w 267790"/>
                <a:gd name="connsiteY36" fmla="*/ 41027 h 164132"/>
                <a:gd name="connsiteX37" fmla="*/ 16401 w 267790"/>
                <a:gd name="connsiteY37" fmla="*/ 149724 h 164132"/>
                <a:gd name="connsiteX38" fmla="*/ 15343 w 267790"/>
                <a:gd name="connsiteY38" fmla="*/ 154797 h 164132"/>
                <a:gd name="connsiteX39" fmla="*/ 25222 w 267790"/>
                <a:gd name="connsiteY39" fmla="*/ 164217 h 164132"/>
                <a:gd name="connsiteX40" fmla="*/ 37923 w 267790"/>
                <a:gd name="connsiteY40" fmla="*/ 154797 h 164132"/>
                <a:gd name="connsiteX41" fmla="*/ 52036 w 267790"/>
                <a:gd name="connsiteY41" fmla="*/ 96825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67790" h="164132">
                  <a:moveTo>
                    <a:pt x="52036" y="96825"/>
                  </a:moveTo>
                  <a:cubicBezTo>
                    <a:pt x="53800" y="88854"/>
                    <a:pt x="55917" y="81245"/>
                    <a:pt x="57681" y="73274"/>
                  </a:cubicBezTo>
                  <a:cubicBezTo>
                    <a:pt x="62268" y="55520"/>
                    <a:pt x="62268" y="54795"/>
                    <a:pt x="66501" y="47187"/>
                  </a:cubicBezTo>
                  <a:cubicBezTo>
                    <a:pt x="76733" y="29071"/>
                    <a:pt x="91905" y="8056"/>
                    <a:pt x="116249" y="8056"/>
                  </a:cubicBezTo>
                  <a:cubicBezTo>
                    <a:pt x="132479" y="8056"/>
                    <a:pt x="132479" y="26534"/>
                    <a:pt x="132479" y="31969"/>
                  </a:cubicBezTo>
                  <a:cubicBezTo>
                    <a:pt x="132479" y="41752"/>
                    <a:pt x="130009" y="52259"/>
                    <a:pt x="129303" y="55520"/>
                  </a:cubicBezTo>
                  <a:lnTo>
                    <a:pt x="106370" y="149724"/>
                  </a:lnTo>
                  <a:cubicBezTo>
                    <a:pt x="105665" y="151898"/>
                    <a:pt x="105312" y="153710"/>
                    <a:pt x="105312" y="154797"/>
                  </a:cubicBezTo>
                  <a:cubicBezTo>
                    <a:pt x="105312" y="158782"/>
                    <a:pt x="108134" y="164217"/>
                    <a:pt x="115191" y="164217"/>
                  </a:cubicBezTo>
                  <a:cubicBezTo>
                    <a:pt x="119424" y="164217"/>
                    <a:pt x="125422" y="161681"/>
                    <a:pt x="127892" y="154797"/>
                  </a:cubicBezTo>
                  <a:lnTo>
                    <a:pt x="142005" y="96825"/>
                  </a:lnTo>
                  <a:cubicBezTo>
                    <a:pt x="143769" y="88854"/>
                    <a:pt x="145886" y="81245"/>
                    <a:pt x="147650" y="73274"/>
                  </a:cubicBezTo>
                  <a:cubicBezTo>
                    <a:pt x="152237" y="55520"/>
                    <a:pt x="152237" y="54795"/>
                    <a:pt x="156471" y="47187"/>
                  </a:cubicBezTo>
                  <a:cubicBezTo>
                    <a:pt x="166702" y="29071"/>
                    <a:pt x="181874" y="8056"/>
                    <a:pt x="206218" y="8056"/>
                  </a:cubicBezTo>
                  <a:cubicBezTo>
                    <a:pt x="222448" y="8056"/>
                    <a:pt x="222448" y="26534"/>
                    <a:pt x="222448" y="31969"/>
                  </a:cubicBezTo>
                  <a:cubicBezTo>
                    <a:pt x="222448" y="54433"/>
                    <a:pt x="206924" y="97550"/>
                    <a:pt x="201984" y="112043"/>
                  </a:cubicBezTo>
                  <a:cubicBezTo>
                    <a:pt x="197398" y="124362"/>
                    <a:pt x="196339" y="127622"/>
                    <a:pt x="196339" y="135231"/>
                  </a:cubicBezTo>
                  <a:cubicBezTo>
                    <a:pt x="196339" y="151173"/>
                    <a:pt x="206218" y="164217"/>
                    <a:pt x="223153" y="164217"/>
                  </a:cubicBezTo>
                  <a:cubicBezTo>
                    <a:pt x="255966" y="164217"/>
                    <a:pt x="267962" y="110231"/>
                    <a:pt x="267962" y="108419"/>
                  </a:cubicBezTo>
                  <a:cubicBezTo>
                    <a:pt x="267962" y="104796"/>
                    <a:pt x="265139" y="104796"/>
                    <a:pt x="262669" y="104796"/>
                  </a:cubicBezTo>
                  <a:cubicBezTo>
                    <a:pt x="258083" y="104796"/>
                    <a:pt x="258083" y="105521"/>
                    <a:pt x="256671" y="110956"/>
                  </a:cubicBezTo>
                  <a:cubicBezTo>
                    <a:pt x="253849" y="120738"/>
                    <a:pt x="244323" y="156246"/>
                    <a:pt x="223859" y="156246"/>
                  </a:cubicBezTo>
                  <a:cubicBezTo>
                    <a:pt x="216450" y="156246"/>
                    <a:pt x="216097" y="150811"/>
                    <a:pt x="216097" y="145739"/>
                  </a:cubicBezTo>
                  <a:cubicBezTo>
                    <a:pt x="216097" y="136680"/>
                    <a:pt x="219625" y="127260"/>
                    <a:pt x="222448" y="118564"/>
                  </a:cubicBezTo>
                  <a:cubicBezTo>
                    <a:pt x="229504" y="99361"/>
                    <a:pt x="243970" y="58781"/>
                    <a:pt x="243970" y="37766"/>
                  </a:cubicBezTo>
                  <a:cubicBezTo>
                    <a:pt x="243970" y="7331"/>
                    <a:pt x="223506" y="85"/>
                    <a:pt x="206924" y="85"/>
                  </a:cubicBezTo>
                  <a:cubicBezTo>
                    <a:pt x="182226" y="85"/>
                    <a:pt x="164585" y="16027"/>
                    <a:pt x="154001" y="31969"/>
                  </a:cubicBezTo>
                  <a:cubicBezTo>
                    <a:pt x="151178" y="6969"/>
                    <a:pt x="132832" y="85"/>
                    <a:pt x="116955" y="85"/>
                  </a:cubicBezTo>
                  <a:cubicBezTo>
                    <a:pt x="95786" y="85"/>
                    <a:pt x="78497" y="12041"/>
                    <a:pt x="66501" y="28708"/>
                  </a:cubicBezTo>
                  <a:cubicBezTo>
                    <a:pt x="64032" y="10954"/>
                    <a:pt x="52036" y="85"/>
                    <a:pt x="36865" y="85"/>
                  </a:cubicBezTo>
                  <a:cubicBezTo>
                    <a:pt x="24163" y="85"/>
                    <a:pt x="17107" y="8418"/>
                    <a:pt x="11462" y="19288"/>
                  </a:cubicBezTo>
                  <a:cubicBezTo>
                    <a:pt x="4758" y="33781"/>
                    <a:pt x="171" y="55158"/>
                    <a:pt x="171" y="55882"/>
                  </a:cubicBezTo>
                  <a:cubicBezTo>
                    <a:pt x="171" y="59506"/>
                    <a:pt x="3700" y="59506"/>
                    <a:pt x="5464" y="59506"/>
                  </a:cubicBezTo>
                  <a:cubicBezTo>
                    <a:pt x="10050" y="59506"/>
                    <a:pt x="10403" y="59143"/>
                    <a:pt x="12167" y="51172"/>
                  </a:cubicBezTo>
                  <a:cubicBezTo>
                    <a:pt x="18518" y="25810"/>
                    <a:pt x="25222" y="8056"/>
                    <a:pt x="36159" y="8056"/>
                  </a:cubicBezTo>
                  <a:cubicBezTo>
                    <a:pt x="45332" y="8056"/>
                    <a:pt x="45332" y="18563"/>
                    <a:pt x="45332" y="22549"/>
                  </a:cubicBezTo>
                  <a:cubicBezTo>
                    <a:pt x="45332" y="28346"/>
                    <a:pt x="44274" y="35230"/>
                    <a:pt x="42863" y="41027"/>
                  </a:cubicBezTo>
                  <a:lnTo>
                    <a:pt x="16401" y="149724"/>
                  </a:lnTo>
                  <a:cubicBezTo>
                    <a:pt x="15695" y="151898"/>
                    <a:pt x="15343" y="153710"/>
                    <a:pt x="15343" y="154797"/>
                  </a:cubicBezTo>
                  <a:cubicBezTo>
                    <a:pt x="15343" y="158782"/>
                    <a:pt x="18165" y="164217"/>
                    <a:pt x="25222" y="164217"/>
                  </a:cubicBezTo>
                  <a:cubicBezTo>
                    <a:pt x="29455" y="164217"/>
                    <a:pt x="35453" y="161681"/>
                    <a:pt x="37923" y="154797"/>
                  </a:cubicBezTo>
                  <a:lnTo>
                    <a:pt x="52036" y="96825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F96A841-B180-CFCD-B1A3-BBBA02DE0652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7668529" y="4669343"/>
              <a:ext cx="121369" cy="255437"/>
            </a:xfrm>
            <a:custGeom>
              <a:avLst/>
              <a:gdLst>
                <a:gd name="connsiteX0" fmla="*/ 66510 w 121369"/>
                <a:gd name="connsiteY0" fmla="*/ 9143 h 255437"/>
                <a:gd name="connsiteX1" fmla="*/ 67568 w 121369"/>
                <a:gd name="connsiteY1" fmla="*/ 4433 h 255437"/>
                <a:gd name="connsiteX2" fmla="*/ 62629 w 121369"/>
                <a:gd name="connsiteY2" fmla="*/ 85 h 255437"/>
                <a:gd name="connsiteX3" fmla="*/ 56984 w 121369"/>
                <a:gd name="connsiteY3" fmla="*/ 809 h 255437"/>
                <a:gd name="connsiteX4" fmla="*/ 22054 w 121369"/>
                <a:gd name="connsiteY4" fmla="*/ 3708 h 255437"/>
                <a:gd name="connsiteX5" fmla="*/ 13940 w 121369"/>
                <a:gd name="connsiteY5" fmla="*/ 11317 h 255437"/>
                <a:gd name="connsiteX6" fmla="*/ 22407 w 121369"/>
                <a:gd name="connsiteY6" fmla="*/ 15302 h 255437"/>
                <a:gd name="connsiteX7" fmla="*/ 40048 w 121369"/>
                <a:gd name="connsiteY7" fmla="*/ 21462 h 255437"/>
                <a:gd name="connsiteX8" fmla="*/ 38990 w 121369"/>
                <a:gd name="connsiteY8" fmla="*/ 27621 h 255437"/>
                <a:gd name="connsiteX9" fmla="*/ 4061 w 121369"/>
                <a:gd name="connsiteY9" fmla="*/ 170739 h 255437"/>
                <a:gd name="connsiteX10" fmla="*/ 180 w 121369"/>
                <a:gd name="connsiteY10" fmla="*/ 200449 h 255437"/>
                <a:gd name="connsiteX11" fmla="*/ 40754 w 121369"/>
                <a:gd name="connsiteY11" fmla="*/ 255522 h 255437"/>
                <a:gd name="connsiteX12" fmla="*/ 121550 w 121369"/>
                <a:gd name="connsiteY12" fmla="*/ 147913 h 255437"/>
                <a:gd name="connsiteX13" fmla="*/ 79211 w 121369"/>
                <a:gd name="connsiteY13" fmla="*/ 91390 h 255437"/>
                <a:gd name="connsiteX14" fmla="*/ 41812 w 121369"/>
                <a:gd name="connsiteY14" fmla="*/ 110593 h 255437"/>
                <a:gd name="connsiteX15" fmla="*/ 66510 w 121369"/>
                <a:gd name="connsiteY15" fmla="*/ 9143 h 255437"/>
                <a:gd name="connsiteX16" fmla="*/ 40754 w 121369"/>
                <a:gd name="connsiteY16" fmla="*/ 247551 h 255437"/>
                <a:gd name="connsiteX17" fmla="*/ 20290 w 121369"/>
                <a:gd name="connsiteY17" fmla="*/ 212768 h 255437"/>
                <a:gd name="connsiteX18" fmla="*/ 33697 w 121369"/>
                <a:gd name="connsiteY18" fmla="*/ 142840 h 255437"/>
                <a:gd name="connsiteX19" fmla="*/ 41459 w 121369"/>
                <a:gd name="connsiteY19" fmla="*/ 126173 h 255437"/>
                <a:gd name="connsiteX20" fmla="*/ 78506 w 121369"/>
                <a:gd name="connsiteY20" fmla="*/ 99361 h 255437"/>
                <a:gd name="connsiteX21" fmla="*/ 97911 w 121369"/>
                <a:gd name="connsiteY21" fmla="*/ 131608 h 255437"/>
                <a:gd name="connsiteX22" fmla="*/ 78153 w 121369"/>
                <a:gd name="connsiteY22" fmla="*/ 213131 h 255437"/>
                <a:gd name="connsiteX23" fmla="*/ 40754 w 121369"/>
                <a:gd name="connsiteY23" fmla="*/ 247551 h 25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1369" h="255437">
                  <a:moveTo>
                    <a:pt x="66510" y="9143"/>
                  </a:moveTo>
                  <a:cubicBezTo>
                    <a:pt x="66862" y="8056"/>
                    <a:pt x="67568" y="5157"/>
                    <a:pt x="67568" y="4433"/>
                  </a:cubicBezTo>
                  <a:cubicBezTo>
                    <a:pt x="67568" y="1172"/>
                    <a:pt x="65451" y="85"/>
                    <a:pt x="62629" y="85"/>
                  </a:cubicBezTo>
                  <a:cubicBezTo>
                    <a:pt x="61570" y="85"/>
                    <a:pt x="58042" y="447"/>
                    <a:pt x="56984" y="809"/>
                  </a:cubicBezTo>
                  <a:lnTo>
                    <a:pt x="22054" y="3708"/>
                  </a:lnTo>
                  <a:cubicBezTo>
                    <a:pt x="17821" y="4070"/>
                    <a:pt x="13940" y="4433"/>
                    <a:pt x="13940" y="11317"/>
                  </a:cubicBezTo>
                  <a:cubicBezTo>
                    <a:pt x="13940" y="15302"/>
                    <a:pt x="17468" y="15302"/>
                    <a:pt x="22407" y="15302"/>
                  </a:cubicBezTo>
                  <a:cubicBezTo>
                    <a:pt x="39343" y="15302"/>
                    <a:pt x="40048" y="17839"/>
                    <a:pt x="40048" y="21462"/>
                  </a:cubicBezTo>
                  <a:cubicBezTo>
                    <a:pt x="40048" y="22549"/>
                    <a:pt x="38990" y="27259"/>
                    <a:pt x="38990" y="27621"/>
                  </a:cubicBezTo>
                  <a:lnTo>
                    <a:pt x="4061" y="170739"/>
                  </a:lnTo>
                  <a:cubicBezTo>
                    <a:pt x="3708" y="171826"/>
                    <a:pt x="180" y="186681"/>
                    <a:pt x="180" y="200449"/>
                  </a:cubicBezTo>
                  <a:cubicBezTo>
                    <a:pt x="180" y="230885"/>
                    <a:pt x="14998" y="255522"/>
                    <a:pt x="40754" y="255522"/>
                  </a:cubicBezTo>
                  <a:cubicBezTo>
                    <a:pt x="80270" y="255522"/>
                    <a:pt x="121550" y="201174"/>
                    <a:pt x="121550" y="147913"/>
                  </a:cubicBezTo>
                  <a:cubicBezTo>
                    <a:pt x="121550" y="109144"/>
                    <a:pt x="100380" y="91390"/>
                    <a:pt x="79211" y="91390"/>
                  </a:cubicBezTo>
                  <a:cubicBezTo>
                    <a:pt x="65804" y="91390"/>
                    <a:pt x="53808" y="98999"/>
                    <a:pt x="41812" y="110593"/>
                  </a:cubicBezTo>
                  <a:lnTo>
                    <a:pt x="66510" y="9143"/>
                  </a:lnTo>
                  <a:close/>
                  <a:moveTo>
                    <a:pt x="40754" y="247551"/>
                  </a:moveTo>
                  <a:cubicBezTo>
                    <a:pt x="31933" y="247551"/>
                    <a:pt x="20290" y="239943"/>
                    <a:pt x="20290" y="212768"/>
                  </a:cubicBezTo>
                  <a:cubicBezTo>
                    <a:pt x="20290" y="196826"/>
                    <a:pt x="23466" y="184145"/>
                    <a:pt x="33697" y="142840"/>
                  </a:cubicBezTo>
                  <a:cubicBezTo>
                    <a:pt x="36167" y="134144"/>
                    <a:pt x="36167" y="133420"/>
                    <a:pt x="41459" y="126173"/>
                  </a:cubicBezTo>
                  <a:cubicBezTo>
                    <a:pt x="51691" y="111680"/>
                    <a:pt x="65098" y="99361"/>
                    <a:pt x="78506" y="99361"/>
                  </a:cubicBezTo>
                  <a:cubicBezTo>
                    <a:pt x="94382" y="99361"/>
                    <a:pt x="97911" y="120014"/>
                    <a:pt x="97911" y="131608"/>
                  </a:cubicBezTo>
                  <a:cubicBezTo>
                    <a:pt x="97911" y="146826"/>
                    <a:pt x="88384" y="189942"/>
                    <a:pt x="78153" y="213131"/>
                  </a:cubicBezTo>
                  <a:cubicBezTo>
                    <a:pt x="73919" y="222189"/>
                    <a:pt x="58748" y="247551"/>
                    <a:pt x="40754" y="247551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185883F-FE35-68A0-E98F-05F0FE84C63B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7825179" y="4649053"/>
              <a:ext cx="81854" cy="362323"/>
            </a:xfrm>
            <a:custGeom>
              <a:avLst/>
              <a:gdLst>
                <a:gd name="connsiteX0" fmla="*/ 82038 w 81854"/>
                <a:gd name="connsiteY0" fmla="*/ 358785 h 362323"/>
                <a:gd name="connsiteX1" fmla="*/ 76040 w 81854"/>
                <a:gd name="connsiteY1" fmla="*/ 350813 h 362323"/>
                <a:gd name="connsiteX2" fmla="*/ 20648 w 81854"/>
                <a:gd name="connsiteY2" fmla="*/ 181246 h 362323"/>
                <a:gd name="connsiteX3" fmla="*/ 77452 w 81854"/>
                <a:gd name="connsiteY3" fmla="*/ 9867 h 362323"/>
                <a:gd name="connsiteX4" fmla="*/ 82038 w 81854"/>
                <a:gd name="connsiteY4" fmla="*/ 3708 h 362323"/>
                <a:gd name="connsiteX5" fmla="*/ 78510 w 81854"/>
                <a:gd name="connsiteY5" fmla="*/ 85 h 362323"/>
                <a:gd name="connsiteX6" fmla="*/ 22412 w 81854"/>
                <a:gd name="connsiteY6" fmla="*/ 70738 h 362323"/>
                <a:gd name="connsiteX7" fmla="*/ 184 w 81854"/>
                <a:gd name="connsiteY7" fmla="*/ 181246 h 362323"/>
                <a:gd name="connsiteX8" fmla="*/ 23470 w 81854"/>
                <a:gd name="connsiteY8" fmla="*/ 294291 h 362323"/>
                <a:gd name="connsiteX9" fmla="*/ 78510 w 81854"/>
                <a:gd name="connsiteY9" fmla="*/ 362408 h 362323"/>
                <a:gd name="connsiteX10" fmla="*/ 82038 w 81854"/>
                <a:gd name="connsiteY10" fmla="*/ 358785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854" h="362323">
                  <a:moveTo>
                    <a:pt x="82038" y="358785"/>
                  </a:moveTo>
                  <a:cubicBezTo>
                    <a:pt x="82038" y="357698"/>
                    <a:pt x="82038" y="356973"/>
                    <a:pt x="76040" y="350813"/>
                  </a:cubicBezTo>
                  <a:cubicBezTo>
                    <a:pt x="31938" y="305161"/>
                    <a:pt x="20648" y="236682"/>
                    <a:pt x="20648" y="181246"/>
                  </a:cubicBezTo>
                  <a:cubicBezTo>
                    <a:pt x="20648" y="118202"/>
                    <a:pt x="34055" y="55158"/>
                    <a:pt x="77452" y="9867"/>
                  </a:cubicBezTo>
                  <a:cubicBezTo>
                    <a:pt x="82038" y="5520"/>
                    <a:pt x="82038" y="4795"/>
                    <a:pt x="82038" y="3708"/>
                  </a:cubicBezTo>
                  <a:cubicBezTo>
                    <a:pt x="82038" y="1172"/>
                    <a:pt x="80627" y="85"/>
                    <a:pt x="78510" y="85"/>
                  </a:cubicBezTo>
                  <a:cubicBezTo>
                    <a:pt x="74982" y="85"/>
                    <a:pt x="43228" y="24723"/>
                    <a:pt x="22412" y="70738"/>
                  </a:cubicBezTo>
                  <a:cubicBezTo>
                    <a:pt x="4418" y="110593"/>
                    <a:pt x="184" y="150811"/>
                    <a:pt x="184" y="181246"/>
                  </a:cubicBezTo>
                  <a:cubicBezTo>
                    <a:pt x="184" y="209507"/>
                    <a:pt x="4065" y="253349"/>
                    <a:pt x="23470" y="294291"/>
                  </a:cubicBezTo>
                  <a:cubicBezTo>
                    <a:pt x="44639" y="338857"/>
                    <a:pt x="74982" y="362408"/>
                    <a:pt x="78510" y="362408"/>
                  </a:cubicBezTo>
                  <a:cubicBezTo>
                    <a:pt x="80627" y="362408"/>
                    <a:pt x="82038" y="361321"/>
                    <a:pt x="82038" y="358785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F40D971-7B4A-74C4-B58F-D4B03238738E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7937690" y="4760648"/>
              <a:ext cx="233566" cy="164132"/>
            </a:xfrm>
            <a:custGeom>
              <a:avLst/>
              <a:gdLst>
                <a:gd name="connsiteX0" fmla="*/ 152959 w 233566"/>
                <a:gd name="connsiteY0" fmla="*/ 37404 h 164132"/>
                <a:gd name="connsiteX1" fmla="*/ 158251 w 233566"/>
                <a:gd name="connsiteY1" fmla="*/ 13853 h 164132"/>
                <a:gd name="connsiteX2" fmla="*/ 148019 w 233566"/>
                <a:gd name="connsiteY2" fmla="*/ 4070 h 164132"/>
                <a:gd name="connsiteX3" fmla="*/ 134965 w 233566"/>
                <a:gd name="connsiteY3" fmla="*/ 14215 h 164132"/>
                <a:gd name="connsiteX4" fmla="*/ 114854 w 233566"/>
                <a:gd name="connsiteY4" fmla="*/ 95376 h 164132"/>
                <a:gd name="connsiteX5" fmla="*/ 111679 w 233566"/>
                <a:gd name="connsiteY5" fmla="*/ 119289 h 164132"/>
                <a:gd name="connsiteX6" fmla="*/ 112032 w 233566"/>
                <a:gd name="connsiteY6" fmla="*/ 125811 h 164132"/>
                <a:gd name="connsiteX7" fmla="*/ 79572 w 233566"/>
                <a:gd name="connsiteY7" fmla="*/ 156246 h 164132"/>
                <a:gd name="connsiteX8" fmla="*/ 51347 w 233566"/>
                <a:gd name="connsiteY8" fmla="*/ 123275 h 164132"/>
                <a:gd name="connsiteX9" fmla="*/ 69693 w 233566"/>
                <a:gd name="connsiteY9" fmla="*/ 52984 h 164132"/>
                <a:gd name="connsiteX10" fmla="*/ 75691 w 233566"/>
                <a:gd name="connsiteY10" fmla="*/ 29795 h 164132"/>
                <a:gd name="connsiteX11" fmla="*/ 46760 w 233566"/>
                <a:gd name="connsiteY11" fmla="*/ 85 h 164132"/>
                <a:gd name="connsiteX12" fmla="*/ 188 w 233566"/>
                <a:gd name="connsiteY12" fmla="*/ 55882 h 164132"/>
                <a:gd name="connsiteX13" fmla="*/ 4422 w 233566"/>
                <a:gd name="connsiteY13" fmla="*/ 59506 h 164132"/>
                <a:gd name="connsiteX14" fmla="*/ 10067 w 233566"/>
                <a:gd name="connsiteY14" fmla="*/ 52984 h 164132"/>
                <a:gd name="connsiteX15" fmla="*/ 45702 w 233566"/>
                <a:gd name="connsiteY15" fmla="*/ 8056 h 164132"/>
                <a:gd name="connsiteX16" fmla="*/ 54522 w 233566"/>
                <a:gd name="connsiteY16" fmla="*/ 20012 h 164132"/>
                <a:gd name="connsiteX17" fmla="*/ 48171 w 233566"/>
                <a:gd name="connsiteY17" fmla="*/ 45375 h 164132"/>
                <a:gd name="connsiteX18" fmla="*/ 28414 w 233566"/>
                <a:gd name="connsiteY18" fmla="*/ 118564 h 164132"/>
                <a:gd name="connsiteX19" fmla="*/ 78514 w 233566"/>
                <a:gd name="connsiteY19" fmla="*/ 164217 h 164132"/>
                <a:gd name="connsiteX20" fmla="*/ 115207 w 233566"/>
                <a:gd name="connsiteY20" fmla="*/ 138854 h 164132"/>
                <a:gd name="connsiteX21" fmla="*/ 159310 w 233566"/>
                <a:gd name="connsiteY21" fmla="*/ 164217 h 164132"/>
                <a:gd name="connsiteX22" fmla="*/ 210469 w 233566"/>
                <a:gd name="connsiteY22" fmla="*/ 119651 h 164132"/>
                <a:gd name="connsiteX23" fmla="*/ 233755 w 233566"/>
                <a:gd name="connsiteY23" fmla="*/ 25447 h 164132"/>
                <a:gd name="connsiteX24" fmla="*/ 218231 w 233566"/>
                <a:gd name="connsiteY24" fmla="*/ 85 h 164132"/>
                <a:gd name="connsiteX25" fmla="*/ 200590 w 233566"/>
                <a:gd name="connsiteY25" fmla="*/ 17476 h 164132"/>
                <a:gd name="connsiteX26" fmla="*/ 205882 w 233566"/>
                <a:gd name="connsiteY26" fmla="*/ 27259 h 164132"/>
                <a:gd name="connsiteX27" fmla="*/ 218583 w 233566"/>
                <a:gd name="connsiteY27" fmla="*/ 58056 h 164132"/>
                <a:gd name="connsiteX28" fmla="*/ 199178 w 233566"/>
                <a:gd name="connsiteY28" fmla="*/ 124362 h 164132"/>
                <a:gd name="connsiteX29" fmla="*/ 160368 w 233566"/>
                <a:gd name="connsiteY29" fmla="*/ 156246 h 164132"/>
                <a:gd name="connsiteX30" fmla="*/ 134259 w 233566"/>
                <a:gd name="connsiteY30" fmla="*/ 124724 h 164132"/>
                <a:gd name="connsiteX31" fmla="*/ 138141 w 233566"/>
                <a:gd name="connsiteY31" fmla="*/ 98274 h 164132"/>
                <a:gd name="connsiteX32" fmla="*/ 152959 w 233566"/>
                <a:gd name="connsiteY32" fmla="*/ 3740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3566" h="164132">
                  <a:moveTo>
                    <a:pt x="152959" y="37404"/>
                  </a:moveTo>
                  <a:cubicBezTo>
                    <a:pt x="154723" y="29433"/>
                    <a:pt x="158251" y="16027"/>
                    <a:pt x="158251" y="13853"/>
                  </a:cubicBezTo>
                  <a:cubicBezTo>
                    <a:pt x="158251" y="7331"/>
                    <a:pt x="153312" y="4070"/>
                    <a:pt x="148019" y="4070"/>
                  </a:cubicBezTo>
                  <a:cubicBezTo>
                    <a:pt x="143786" y="4070"/>
                    <a:pt x="137435" y="6969"/>
                    <a:pt x="134965" y="14215"/>
                  </a:cubicBezTo>
                  <a:cubicBezTo>
                    <a:pt x="133907" y="16752"/>
                    <a:pt x="117324" y="85955"/>
                    <a:pt x="114854" y="95376"/>
                  </a:cubicBezTo>
                  <a:cubicBezTo>
                    <a:pt x="112385" y="106245"/>
                    <a:pt x="111679" y="112767"/>
                    <a:pt x="111679" y="119289"/>
                  </a:cubicBezTo>
                  <a:cubicBezTo>
                    <a:pt x="111679" y="123275"/>
                    <a:pt x="111679" y="123999"/>
                    <a:pt x="112032" y="125811"/>
                  </a:cubicBezTo>
                  <a:cubicBezTo>
                    <a:pt x="103917" y="145014"/>
                    <a:pt x="93332" y="156246"/>
                    <a:pt x="79572" y="156246"/>
                  </a:cubicBezTo>
                  <a:cubicBezTo>
                    <a:pt x="51347" y="156246"/>
                    <a:pt x="51347" y="129434"/>
                    <a:pt x="51347" y="123275"/>
                  </a:cubicBezTo>
                  <a:cubicBezTo>
                    <a:pt x="51347" y="111680"/>
                    <a:pt x="53111" y="97550"/>
                    <a:pt x="69693" y="52984"/>
                  </a:cubicBezTo>
                  <a:cubicBezTo>
                    <a:pt x="73574" y="42114"/>
                    <a:pt x="75691" y="37042"/>
                    <a:pt x="75691" y="29795"/>
                  </a:cubicBezTo>
                  <a:cubicBezTo>
                    <a:pt x="75691" y="13491"/>
                    <a:pt x="64048" y="85"/>
                    <a:pt x="46760" y="85"/>
                  </a:cubicBezTo>
                  <a:cubicBezTo>
                    <a:pt x="13242" y="85"/>
                    <a:pt x="188" y="52622"/>
                    <a:pt x="188" y="55882"/>
                  </a:cubicBezTo>
                  <a:cubicBezTo>
                    <a:pt x="188" y="59506"/>
                    <a:pt x="3716" y="59506"/>
                    <a:pt x="4422" y="59506"/>
                  </a:cubicBezTo>
                  <a:cubicBezTo>
                    <a:pt x="7950" y="59506"/>
                    <a:pt x="8303" y="58781"/>
                    <a:pt x="10067" y="52984"/>
                  </a:cubicBezTo>
                  <a:cubicBezTo>
                    <a:pt x="19593" y="19288"/>
                    <a:pt x="33353" y="8056"/>
                    <a:pt x="45702" y="8056"/>
                  </a:cubicBezTo>
                  <a:cubicBezTo>
                    <a:pt x="48877" y="8056"/>
                    <a:pt x="54522" y="8418"/>
                    <a:pt x="54522" y="20012"/>
                  </a:cubicBezTo>
                  <a:cubicBezTo>
                    <a:pt x="54522" y="29071"/>
                    <a:pt x="50641" y="39216"/>
                    <a:pt x="48171" y="45375"/>
                  </a:cubicBezTo>
                  <a:cubicBezTo>
                    <a:pt x="32647" y="88129"/>
                    <a:pt x="28414" y="104796"/>
                    <a:pt x="28414" y="118564"/>
                  </a:cubicBezTo>
                  <a:cubicBezTo>
                    <a:pt x="28414" y="151536"/>
                    <a:pt x="52052" y="164217"/>
                    <a:pt x="78514" y="164217"/>
                  </a:cubicBezTo>
                  <a:cubicBezTo>
                    <a:pt x="84512" y="164217"/>
                    <a:pt x="101094" y="164217"/>
                    <a:pt x="115207" y="138854"/>
                  </a:cubicBezTo>
                  <a:cubicBezTo>
                    <a:pt x="124381" y="162043"/>
                    <a:pt x="148725" y="164217"/>
                    <a:pt x="159310" y="164217"/>
                  </a:cubicBezTo>
                  <a:cubicBezTo>
                    <a:pt x="185771" y="164217"/>
                    <a:pt x="201295" y="141391"/>
                    <a:pt x="210469" y="119651"/>
                  </a:cubicBezTo>
                  <a:cubicBezTo>
                    <a:pt x="222464" y="91390"/>
                    <a:pt x="233755" y="42839"/>
                    <a:pt x="233755" y="25447"/>
                  </a:cubicBezTo>
                  <a:cubicBezTo>
                    <a:pt x="233755" y="5520"/>
                    <a:pt x="224229" y="85"/>
                    <a:pt x="218231" y="85"/>
                  </a:cubicBezTo>
                  <a:cubicBezTo>
                    <a:pt x="209410" y="85"/>
                    <a:pt x="200590" y="9505"/>
                    <a:pt x="200590" y="17476"/>
                  </a:cubicBezTo>
                  <a:cubicBezTo>
                    <a:pt x="200590" y="22186"/>
                    <a:pt x="202707" y="24360"/>
                    <a:pt x="205882" y="27259"/>
                  </a:cubicBezTo>
                  <a:cubicBezTo>
                    <a:pt x="209763" y="31244"/>
                    <a:pt x="218583" y="40665"/>
                    <a:pt x="218583" y="58056"/>
                  </a:cubicBezTo>
                  <a:cubicBezTo>
                    <a:pt x="218583" y="70375"/>
                    <a:pt x="208352" y="105883"/>
                    <a:pt x="199178" y="124362"/>
                  </a:cubicBezTo>
                  <a:cubicBezTo>
                    <a:pt x="190005" y="143565"/>
                    <a:pt x="177656" y="156246"/>
                    <a:pt x="160368" y="156246"/>
                  </a:cubicBezTo>
                  <a:cubicBezTo>
                    <a:pt x="143786" y="156246"/>
                    <a:pt x="134259" y="145376"/>
                    <a:pt x="134259" y="124724"/>
                  </a:cubicBezTo>
                  <a:cubicBezTo>
                    <a:pt x="134259" y="114579"/>
                    <a:pt x="136729" y="103347"/>
                    <a:pt x="138141" y="98274"/>
                  </a:cubicBezTo>
                  <a:lnTo>
                    <a:pt x="152959" y="37404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D65B2ED-50FA-6EF3-ECBE-51042986B6B8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8206968" y="4806735"/>
              <a:ext cx="89898" cy="168407"/>
            </a:xfrm>
            <a:custGeom>
              <a:avLst/>
              <a:gdLst>
                <a:gd name="connsiteX0" fmla="*/ 56011 w 89898"/>
                <a:gd name="connsiteY0" fmla="*/ 7188 h 168407"/>
                <a:gd name="connsiteX1" fmla="*/ 48602 w 89898"/>
                <a:gd name="connsiteY1" fmla="*/ 86 h 168407"/>
                <a:gd name="connsiteX2" fmla="*/ 195 w 89898"/>
                <a:gd name="connsiteY2" fmla="*/ 16318 h 168407"/>
                <a:gd name="connsiteX3" fmla="*/ 195 w 89898"/>
                <a:gd name="connsiteY3" fmla="*/ 25449 h 168407"/>
                <a:gd name="connsiteX4" fmla="*/ 36006 w 89898"/>
                <a:gd name="connsiteY4" fmla="*/ 18347 h 168407"/>
                <a:gd name="connsiteX5" fmla="*/ 36006 w 89898"/>
                <a:gd name="connsiteY5" fmla="*/ 147697 h 168407"/>
                <a:gd name="connsiteX6" fmla="*/ 11309 w 89898"/>
                <a:gd name="connsiteY6" fmla="*/ 159363 h 168407"/>
                <a:gd name="connsiteX7" fmla="*/ 1924 w 89898"/>
                <a:gd name="connsiteY7" fmla="*/ 159363 h 168407"/>
                <a:gd name="connsiteX8" fmla="*/ 1924 w 89898"/>
                <a:gd name="connsiteY8" fmla="*/ 168494 h 168407"/>
                <a:gd name="connsiteX9" fmla="*/ 45885 w 89898"/>
                <a:gd name="connsiteY9" fmla="*/ 167479 h 168407"/>
                <a:gd name="connsiteX10" fmla="*/ 90094 w 89898"/>
                <a:gd name="connsiteY10" fmla="*/ 168494 h 168407"/>
                <a:gd name="connsiteX11" fmla="*/ 90094 w 89898"/>
                <a:gd name="connsiteY11" fmla="*/ 159363 h 168407"/>
                <a:gd name="connsiteX12" fmla="*/ 80709 w 89898"/>
                <a:gd name="connsiteY12" fmla="*/ 159363 h 168407"/>
                <a:gd name="connsiteX13" fmla="*/ 56011 w 89898"/>
                <a:gd name="connsiteY13" fmla="*/ 147697 h 168407"/>
                <a:gd name="connsiteX14" fmla="*/ 56011 w 89898"/>
                <a:gd name="connsiteY14" fmla="*/ 7188 h 168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9898" h="168407">
                  <a:moveTo>
                    <a:pt x="56011" y="7188"/>
                  </a:moveTo>
                  <a:cubicBezTo>
                    <a:pt x="56011" y="340"/>
                    <a:pt x="55517" y="86"/>
                    <a:pt x="48602" y="86"/>
                  </a:cubicBezTo>
                  <a:cubicBezTo>
                    <a:pt x="32796" y="16065"/>
                    <a:pt x="10321" y="16318"/>
                    <a:pt x="195" y="16318"/>
                  </a:cubicBezTo>
                  <a:lnTo>
                    <a:pt x="195" y="25449"/>
                  </a:lnTo>
                  <a:cubicBezTo>
                    <a:pt x="6123" y="25449"/>
                    <a:pt x="22423" y="25449"/>
                    <a:pt x="36006" y="18347"/>
                  </a:cubicBezTo>
                  <a:lnTo>
                    <a:pt x="36006" y="147697"/>
                  </a:lnTo>
                  <a:cubicBezTo>
                    <a:pt x="36006" y="156066"/>
                    <a:pt x="36006" y="159363"/>
                    <a:pt x="11309" y="159363"/>
                  </a:cubicBezTo>
                  <a:lnTo>
                    <a:pt x="1924" y="159363"/>
                  </a:lnTo>
                  <a:lnTo>
                    <a:pt x="1924" y="168494"/>
                  </a:lnTo>
                  <a:cubicBezTo>
                    <a:pt x="6370" y="168240"/>
                    <a:pt x="36747" y="167479"/>
                    <a:pt x="45885" y="167479"/>
                  </a:cubicBezTo>
                  <a:cubicBezTo>
                    <a:pt x="53541" y="167479"/>
                    <a:pt x="84660" y="168240"/>
                    <a:pt x="90094" y="168494"/>
                  </a:cubicBezTo>
                  <a:lnTo>
                    <a:pt x="90094" y="159363"/>
                  </a:lnTo>
                  <a:lnTo>
                    <a:pt x="80709" y="159363"/>
                  </a:lnTo>
                  <a:cubicBezTo>
                    <a:pt x="56011" y="159363"/>
                    <a:pt x="56011" y="156066"/>
                    <a:pt x="56011" y="147697"/>
                  </a:cubicBezTo>
                  <a:lnTo>
                    <a:pt x="56011" y="7188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3B05A7B-3CDF-DDB2-0AEB-4F473D6E67D1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8358438" y="4649053"/>
              <a:ext cx="81854" cy="362323"/>
            </a:xfrm>
            <a:custGeom>
              <a:avLst/>
              <a:gdLst>
                <a:gd name="connsiteX0" fmla="*/ 82054 w 81854"/>
                <a:gd name="connsiteY0" fmla="*/ 181246 h 362323"/>
                <a:gd name="connsiteX1" fmla="*/ 58768 w 81854"/>
                <a:gd name="connsiteY1" fmla="*/ 68201 h 362323"/>
                <a:gd name="connsiteX2" fmla="*/ 3728 w 81854"/>
                <a:gd name="connsiteY2" fmla="*/ 85 h 362323"/>
                <a:gd name="connsiteX3" fmla="*/ 200 w 81854"/>
                <a:gd name="connsiteY3" fmla="*/ 3708 h 362323"/>
                <a:gd name="connsiteX4" fmla="*/ 6903 w 81854"/>
                <a:gd name="connsiteY4" fmla="*/ 12041 h 362323"/>
                <a:gd name="connsiteX5" fmla="*/ 61590 w 81854"/>
                <a:gd name="connsiteY5" fmla="*/ 181246 h 362323"/>
                <a:gd name="connsiteX6" fmla="*/ 4786 w 81854"/>
                <a:gd name="connsiteY6" fmla="*/ 352625 h 362323"/>
                <a:gd name="connsiteX7" fmla="*/ 200 w 81854"/>
                <a:gd name="connsiteY7" fmla="*/ 358785 h 362323"/>
                <a:gd name="connsiteX8" fmla="*/ 3728 w 81854"/>
                <a:gd name="connsiteY8" fmla="*/ 362408 h 362323"/>
                <a:gd name="connsiteX9" fmla="*/ 59826 w 81854"/>
                <a:gd name="connsiteY9" fmla="*/ 291755 h 362323"/>
                <a:gd name="connsiteX10" fmla="*/ 82054 w 81854"/>
                <a:gd name="connsiteY10" fmla="*/ 181246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854" h="362323">
                  <a:moveTo>
                    <a:pt x="82054" y="181246"/>
                  </a:moveTo>
                  <a:cubicBezTo>
                    <a:pt x="82054" y="152985"/>
                    <a:pt x="78173" y="109144"/>
                    <a:pt x="58768" y="68201"/>
                  </a:cubicBezTo>
                  <a:cubicBezTo>
                    <a:pt x="37598" y="23636"/>
                    <a:pt x="7256" y="85"/>
                    <a:pt x="3728" y="85"/>
                  </a:cubicBezTo>
                  <a:cubicBezTo>
                    <a:pt x="1611" y="85"/>
                    <a:pt x="200" y="1534"/>
                    <a:pt x="200" y="3708"/>
                  </a:cubicBezTo>
                  <a:cubicBezTo>
                    <a:pt x="200" y="4795"/>
                    <a:pt x="200" y="5520"/>
                    <a:pt x="6903" y="12041"/>
                  </a:cubicBezTo>
                  <a:cubicBezTo>
                    <a:pt x="41480" y="47911"/>
                    <a:pt x="61590" y="105521"/>
                    <a:pt x="61590" y="181246"/>
                  </a:cubicBezTo>
                  <a:cubicBezTo>
                    <a:pt x="61590" y="243203"/>
                    <a:pt x="48536" y="306972"/>
                    <a:pt x="4786" y="352625"/>
                  </a:cubicBezTo>
                  <a:cubicBezTo>
                    <a:pt x="200" y="356973"/>
                    <a:pt x="200" y="357698"/>
                    <a:pt x="200" y="358785"/>
                  </a:cubicBezTo>
                  <a:cubicBezTo>
                    <a:pt x="200" y="360958"/>
                    <a:pt x="1611" y="362408"/>
                    <a:pt x="3728" y="362408"/>
                  </a:cubicBezTo>
                  <a:cubicBezTo>
                    <a:pt x="7256" y="362408"/>
                    <a:pt x="39010" y="337770"/>
                    <a:pt x="59826" y="291755"/>
                  </a:cubicBezTo>
                  <a:cubicBezTo>
                    <a:pt x="77820" y="251899"/>
                    <a:pt x="82054" y="211681"/>
                    <a:pt x="82054" y="181246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F934B50-06E1-D85F-DE20-04FE90B368E1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8505878" y="4882389"/>
              <a:ext cx="41279" cy="108334"/>
            </a:xfrm>
            <a:custGeom>
              <a:avLst/>
              <a:gdLst>
                <a:gd name="connsiteX0" fmla="*/ 41483 w 41279"/>
                <a:gd name="connsiteY0" fmla="*/ 38129 h 108334"/>
                <a:gd name="connsiteX1" fmla="*/ 18903 w 41279"/>
                <a:gd name="connsiteY1" fmla="*/ 85 h 108334"/>
                <a:gd name="connsiteX2" fmla="*/ 203 w 41279"/>
                <a:gd name="connsiteY2" fmla="*/ 19288 h 108334"/>
                <a:gd name="connsiteX3" fmla="*/ 18903 w 41279"/>
                <a:gd name="connsiteY3" fmla="*/ 38491 h 108334"/>
                <a:gd name="connsiteX4" fmla="*/ 31252 w 41279"/>
                <a:gd name="connsiteY4" fmla="*/ 33781 h 108334"/>
                <a:gd name="connsiteX5" fmla="*/ 33016 w 41279"/>
                <a:gd name="connsiteY5" fmla="*/ 32694 h 108334"/>
                <a:gd name="connsiteX6" fmla="*/ 33721 w 41279"/>
                <a:gd name="connsiteY6" fmla="*/ 38129 h 108334"/>
                <a:gd name="connsiteX7" fmla="*/ 9730 w 41279"/>
                <a:gd name="connsiteY7" fmla="*/ 98637 h 108334"/>
                <a:gd name="connsiteX8" fmla="*/ 5849 w 41279"/>
                <a:gd name="connsiteY8" fmla="*/ 104434 h 108334"/>
                <a:gd name="connsiteX9" fmla="*/ 9377 w 41279"/>
                <a:gd name="connsiteY9" fmla="*/ 108419 h 108334"/>
                <a:gd name="connsiteX10" fmla="*/ 41483 w 41279"/>
                <a:gd name="connsiteY10" fmla="*/ 38129 h 108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279" h="108334">
                  <a:moveTo>
                    <a:pt x="41483" y="38129"/>
                  </a:moveTo>
                  <a:cubicBezTo>
                    <a:pt x="41483" y="14215"/>
                    <a:pt x="32663" y="85"/>
                    <a:pt x="18903" y="85"/>
                  </a:cubicBezTo>
                  <a:cubicBezTo>
                    <a:pt x="7260" y="85"/>
                    <a:pt x="203" y="9143"/>
                    <a:pt x="203" y="19288"/>
                  </a:cubicBezTo>
                  <a:cubicBezTo>
                    <a:pt x="203" y="29071"/>
                    <a:pt x="7260" y="38491"/>
                    <a:pt x="18903" y="38491"/>
                  </a:cubicBezTo>
                  <a:cubicBezTo>
                    <a:pt x="23137" y="38491"/>
                    <a:pt x="27723" y="37042"/>
                    <a:pt x="31252" y="33781"/>
                  </a:cubicBezTo>
                  <a:cubicBezTo>
                    <a:pt x="32310" y="33056"/>
                    <a:pt x="32663" y="32694"/>
                    <a:pt x="33016" y="32694"/>
                  </a:cubicBezTo>
                  <a:cubicBezTo>
                    <a:pt x="33369" y="32694"/>
                    <a:pt x="33721" y="33056"/>
                    <a:pt x="33721" y="38129"/>
                  </a:cubicBezTo>
                  <a:cubicBezTo>
                    <a:pt x="33721" y="64941"/>
                    <a:pt x="21373" y="86680"/>
                    <a:pt x="9730" y="98637"/>
                  </a:cubicBezTo>
                  <a:cubicBezTo>
                    <a:pt x="5849" y="102622"/>
                    <a:pt x="5849" y="103347"/>
                    <a:pt x="5849" y="104434"/>
                  </a:cubicBezTo>
                  <a:cubicBezTo>
                    <a:pt x="5849" y="106970"/>
                    <a:pt x="7613" y="108419"/>
                    <a:pt x="9377" y="108419"/>
                  </a:cubicBezTo>
                  <a:cubicBezTo>
                    <a:pt x="13258" y="108419"/>
                    <a:pt x="41483" y="80520"/>
                    <a:pt x="41483" y="38129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E9E5205-6EAA-24AB-43BD-6D222823EB6D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8662686" y="4882389"/>
              <a:ext cx="37398" cy="38406"/>
            </a:xfrm>
            <a:custGeom>
              <a:avLst/>
              <a:gdLst>
                <a:gd name="connsiteX0" fmla="*/ 37607 w 37398"/>
                <a:gd name="connsiteY0" fmla="*/ 19288 h 38406"/>
                <a:gd name="connsiteX1" fmla="*/ 18907 w 37398"/>
                <a:gd name="connsiteY1" fmla="*/ 85 h 38406"/>
                <a:gd name="connsiteX2" fmla="*/ 208 w 37398"/>
                <a:gd name="connsiteY2" fmla="*/ 19288 h 38406"/>
                <a:gd name="connsiteX3" fmla="*/ 18907 w 37398"/>
                <a:gd name="connsiteY3" fmla="*/ 38491 h 38406"/>
                <a:gd name="connsiteX4" fmla="*/ 37607 w 37398"/>
                <a:gd name="connsiteY4" fmla="*/ 19288 h 38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98" h="38406">
                  <a:moveTo>
                    <a:pt x="37607" y="19288"/>
                  </a:moveTo>
                  <a:cubicBezTo>
                    <a:pt x="37607" y="8780"/>
                    <a:pt x="29139" y="85"/>
                    <a:pt x="18907" y="85"/>
                  </a:cubicBezTo>
                  <a:cubicBezTo>
                    <a:pt x="8676" y="85"/>
                    <a:pt x="208" y="8780"/>
                    <a:pt x="208" y="19288"/>
                  </a:cubicBezTo>
                  <a:cubicBezTo>
                    <a:pt x="208" y="29795"/>
                    <a:pt x="8676" y="38491"/>
                    <a:pt x="18907" y="38491"/>
                  </a:cubicBezTo>
                  <a:cubicBezTo>
                    <a:pt x="29139" y="38491"/>
                    <a:pt x="37607" y="29795"/>
                    <a:pt x="37607" y="19288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7823B86-D8A6-EAA7-D1D9-5328376DA211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8819493" y="4882389"/>
              <a:ext cx="37398" cy="38406"/>
            </a:xfrm>
            <a:custGeom>
              <a:avLst/>
              <a:gdLst>
                <a:gd name="connsiteX0" fmla="*/ 37611 w 37398"/>
                <a:gd name="connsiteY0" fmla="*/ 19288 h 38406"/>
                <a:gd name="connsiteX1" fmla="*/ 18912 w 37398"/>
                <a:gd name="connsiteY1" fmla="*/ 85 h 38406"/>
                <a:gd name="connsiteX2" fmla="*/ 212 w 37398"/>
                <a:gd name="connsiteY2" fmla="*/ 19288 h 38406"/>
                <a:gd name="connsiteX3" fmla="*/ 18912 w 37398"/>
                <a:gd name="connsiteY3" fmla="*/ 38491 h 38406"/>
                <a:gd name="connsiteX4" fmla="*/ 37611 w 37398"/>
                <a:gd name="connsiteY4" fmla="*/ 19288 h 38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98" h="38406">
                  <a:moveTo>
                    <a:pt x="37611" y="19288"/>
                  </a:moveTo>
                  <a:cubicBezTo>
                    <a:pt x="37611" y="8780"/>
                    <a:pt x="29144" y="85"/>
                    <a:pt x="18912" y="85"/>
                  </a:cubicBezTo>
                  <a:cubicBezTo>
                    <a:pt x="8680" y="85"/>
                    <a:pt x="212" y="8780"/>
                    <a:pt x="212" y="19288"/>
                  </a:cubicBezTo>
                  <a:cubicBezTo>
                    <a:pt x="212" y="29795"/>
                    <a:pt x="8680" y="38491"/>
                    <a:pt x="18912" y="38491"/>
                  </a:cubicBezTo>
                  <a:cubicBezTo>
                    <a:pt x="29144" y="38491"/>
                    <a:pt x="37611" y="29795"/>
                    <a:pt x="37611" y="19288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BB822AD-4488-A534-23E3-E25BFC04DB5B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8976301" y="4882389"/>
              <a:ext cx="37398" cy="38406"/>
            </a:xfrm>
            <a:custGeom>
              <a:avLst/>
              <a:gdLst>
                <a:gd name="connsiteX0" fmla="*/ 37616 w 37398"/>
                <a:gd name="connsiteY0" fmla="*/ 19288 h 38406"/>
                <a:gd name="connsiteX1" fmla="*/ 18916 w 37398"/>
                <a:gd name="connsiteY1" fmla="*/ 85 h 38406"/>
                <a:gd name="connsiteX2" fmla="*/ 217 w 37398"/>
                <a:gd name="connsiteY2" fmla="*/ 19288 h 38406"/>
                <a:gd name="connsiteX3" fmla="*/ 18916 w 37398"/>
                <a:gd name="connsiteY3" fmla="*/ 38491 h 38406"/>
                <a:gd name="connsiteX4" fmla="*/ 37616 w 37398"/>
                <a:gd name="connsiteY4" fmla="*/ 19288 h 38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398" h="38406">
                  <a:moveTo>
                    <a:pt x="37616" y="19288"/>
                  </a:moveTo>
                  <a:cubicBezTo>
                    <a:pt x="37616" y="8780"/>
                    <a:pt x="29148" y="85"/>
                    <a:pt x="18916" y="85"/>
                  </a:cubicBezTo>
                  <a:cubicBezTo>
                    <a:pt x="8684" y="85"/>
                    <a:pt x="217" y="8780"/>
                    <a:pt x="217" y="19288"/>
                  </a:cubicBezTo>
                  <a:cubicBezTo>
                    <a:pt x="217" y="29795"/>
                    <a:pt x="8684" y="38491"/>
                    <a:pt x="18916" y="38491"/>
                  </a:cubicBezTo>
                  <a:cubicBezTo>
                    <a:pt x="29148" y="38491"/>
                    <a:pt x="37616" y="29795"/>
                    <a:pt x="37616" y="19288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E28FF61-91BC-6A1C-CB3F-EF78A234DE1A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9133109" y="4882389"/>
              <a:ext cx="41279" cy="108334"/>
            </a:xfrm>
            <a:custGeom>
              <a:avLst/>
              <a:gdLst>
                <a:gd name="connsiteX0" fmla="*/ 41501 w 41279"/>
                <a:gd name="connsiteY0" fmla="*/ 38129 h 108334"/>
                <a:gd name="connsiteX1" fmla="*/ 18921 w 41279"/>
                <a:gd name="connsiteY1" fmla="*/ 85 h 108334"/>
                <a:gd name="connsiteX2" fmla="*/ 221 w 41279"/>
                <a:gd name="connsiteY2" fmla="*/ 19288 h 108334"/>
                <a:gd name="connsiteX3" fmla="*/ 18921 w 41279"/>
                <a:gd name="connsiteY3" fmla="*/ 38491 h 108334"/>
                <a:gd name="connsiteX4" fmla="*/ 31269 w 41279"/>
                <a:gd name="connsiteY4" fmla="*/ 33781 h 108334"/>
                <a:gd name="connsiteX5" fmla="*/ 33033 w 41279"/>
                <a:gd name="connsiteY5" fmla="*/ 32694 h 108334"/>
                <a:gd name="connsiteX6" fmla="*/ 33739 w 41279"/>
                <a:gd name="connsiteY6" fmla="*/ 38129 h 108334"/>
                <a:gd name="connsiteX7" fmla="*/ 9747 w 41279"/>
                <a:gd name="connsiteY7" fmla="*/ 98637 h 108334"/>
                <a:gd name="connsiteX8" fmla="*/ 5866 w 41279"/>
                <a:gd name="connsiteY8" fmla="*/ 104434 h 108334"/>
                <a:gd name="connsiteX9" fmla="*/ 9395 w 41279"/>
                <a:gd name="connsiteY9" fmla="*/ 108419 h 108334"/>
                <a:gd name="connsiteX10" fmla="*/ 41501 w 41279"/>
                <a:gd name="connsiteY10" fmla="*/ 38129 h 108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279" h="108334">
                  <a:moveTo>
                    <a:pt x="41501" y="38129"/>
                  </a:moveTo>
                  <a:cubicBezTo>
                    <a:pt x="41501" y="14215"/>
                    <a:pt x="32681" y="85"/>
                    <a:pt x="18921" y="85"/>
                  </a:cubicBezTo>
                  <a:cubicBezTo>
                    <a:pt x="7278" y="85"/>
                    <a:pt x="221" y="9143"/>
                    <a:pt x="221" y="19288"/>
                  </a:cubicBezTo>
                  <a:cubicBezTo>
                    <a:pt x="221" y="29071"/>
                    <a:pt x="7278" y="38491"/>
                    <a:pt x="18921" y="38491"/>
                  </a:cubicBezTo>
                  <a:cubicBezTo>
                    <a:pt x="23154" y="38491"/>
                    <a:pt x="27741" y="37042"/>
                    <a:pt x="31269" y="33781"/>
                  </a:cubicBezTo>
                  <a:cubicBezTo>
                    <a:pt x="32328" y="33056"/>
                    <a:pt x="32681" y="32694"/>
                    <a:pt x="33033" y="32694"/>
                  </a:cubicBezTo>
                  <a:cubicBezTo>
                    <a:pt x="33386" y="32694"/>
                    <a:pt x="33739" y="33056"/>
                    <a:pt x="33739" y="38129"/>
                  </a:cubicBezTo>
                  <a:cubicBezTo>
                    <a:pt x="33739" y="64941"/>
                    <a:pt x="21390" y="86680"/>
                    <a:pt x="9747" y="98637"/>
                  </a:cubicBezTo>
                  <a:cubicBezTo>
                    <a:pt x="5866" y="102622"/>
                    <a:pt x="5866" y="103347"/>
                    <a:pt x="5866" y="104434"/>
                  </a:cubicBezTo>
                  <a:cubicBezTo>
                    <a:pt x="5866" y="106970"/>
                    <a:pt x="7630" y="108419"/>
                    <a:pt x="9395" y="108419"/>
                  </a:cubicBezTo>
                  <a:cubicBezTo>
                    <a:pt x="13276" y="108419"/>
                    <a:pt x="41501" y="80520"/>
                    <a:pt x="41501" y="38129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5464EBD-C033-D3A9-3130-0E76B4496B98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9299795" y="4760648"/>
              <a:ext cx="124898" cy="164132"/>
            </a:xfrm>
            <a:custGeom>
              <a:avLst/>
              <a:gdLst>
                <a:gd name="connsiteX0" fmla="*/ 44328 w 124898"/>
                <a:gd name="connsiteY0" fmla="*/ 76535 h 164132"/>
                <a:gd name="connsiteX1" fmla="*/ 95487 w 124898"/>
                <a:gd name="connsiteY1" fmla="*/ 68564 h 164132"/>
                <a:gd name="connsiteX2" fmla="*/ 123360 w 124898"/>
                <a:gd name="connsiteY2" fmla="*/ 30882 h 164132"/>
                <a:gd name="connsiteX3" fmla="*/ 87725 w 124898"/>
                <a:gd name="connsiteY3" fmla="*/ 85 h 164132"/>
                <a:gd name="connsiteX4" fmla="*/ 226 w 124898"/>
                <a:gd name="connsiteY4" fmla="*/ 100811 h 164132"/>
                <a:gd name="connsiteX5" fmla="*/ 50679 w 124898"/>
                <a:gd name="connsiteY5" fmla="*/ 164217 h 164132"/>
                <a:gd name="connsiteX6" fmla="*/ 125124 w 124898"/>
                <a:gd name="connsiteY6" fmla="*/ 122550 h 164132"/>
                <a:gd name="connsiteX7" fmla="*/ 119479 w 124898"/>
                <a:gd name="connsiteY7" fmla="*/ 116753 h 164132"/>
                <a:gd name="connsiteX8" fmla="*/ 114892 w 124898"/>
                <a:gd name="connsiteY8" fmla="*/ 120738 h 164132"/>
                <a:gd name="connsiteX9" fmla="*/ 51384 w 124898"/>
                <a:gd name="connsiteY9" fmla="*/ 156246 h 164132"/>
                <a:gd name="connsiteX10" fmla="*/ 24570 w 124898"/>
                <a:gd name="connsiteY10" fmla="*/ 116390 h 164132"/>
                <a:gd name="connsiteX11" fmla="*/ 30568 w 124898"/>
                <a:gd name="connsiteY11" fmla="*/ 76535 h 164132"/>
                <a:gd name="connsiteX12" fmla="*/ 44328 w 124898"/>
                <a:gd name="connsiteY12" fmla="*/ 76535 h 164132"/>
                <a:gd name="connsiteX13" fmla="*/ 32685 w 124898"/>
                <a:gd name="connsiteY13" fmla="*/ 68564 h 164132"/>
                <a:gd name="connsiteX14" fmla="*/ 87725 w 124898"/>
                <a:gd name="connsiteY14" fmla="*/ 8056 h 164132"/>
                <a:gd name="connsiteX15" fmla="*/ 109953 w 124898"/>
                <a:gd name="connsiteY15" fmla="*/ 30158 h 164132"/>
                <a:gd name="connsiteX16" fmla="*/ 40094 w 124898"/>
                <a:gd name="connsiteY16" fmla="*/ 68564 h 164132"/>
                <a:gd name="connsiteX17" fmla="*/ 32685 w 124898"/>
                <a:gd name="connsiteY17" fmla="*/ 6856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4898" h="164132">
                  <a:moveTo>
                    <a:pt x="44328" y="76535"/>
                  </a:moveTo>
                  <a:cubicBezTo>
                    <a:pt x="54913" y="76535"/>
                    <a:pt x="78552" y="75448"/>
                    <a:pt x="95487" y="68564"/>
                  </a:cubicBezTo>
                  <a:cubicBezTo>
                    <a:pt x="123360" y="56969"/>
                    <a:pt x="123360" y="33418"/>
                    <a:pt x="123360" y="30882"/>
                  </a:cubicBezTo>
                  <a:cubicBezTo>
                    <a:pt x="123360" y="14215"/>
                    <a:pt x="110305" y="85"/>
                    <a:pt x="87725" y="85"/>
                  </a:cubicBezTo>
                  <a:cubicBezTo>
                    <a:pt x="50679" y="85"/>
                    <a:pt x="226" y="36679"/>
                    <a:pt x="226" y="100811"/>
                  </a:cubicBezTo>
                  <a:cubicBezTo>
                    <a:pt x="226" y="133420"/>
                    <a:pt x="17161" y="164217"/>
                    <a:pt x="50679" y="164217"/>
                  </a:cubicBezTo>
                  <a:cubicBezTo>
                    <a:pt x="95840" y="164217"/>
                    <a:pt x="125124" y="127985"/>
                    <a:pt x="125124" y="122550"/>
                  </a:cubicBezTo>
                  <a:cubicBezTo>
                    <a:pt x="125124" y="120738"/>
                    <a:pt x="122301" y="116753"/>
                    <a:pt x="119479" y="116753"/>
                  </a:cubicBezTo>
                  <a:cubicBezTo>
                    <a:pt x="118067" y="116753"/>
                    <a:pt x="117715" y="117115"/>
                    <a:pt x="114892" y="120738"/>
                  </a:cubicBezTo>
                  <a:cubicBezTo>
                    <a:pt x="88783" y="154797"/>
                    <a:pt x="57382" y="156246"/>
                    <a:pt x="51384" y="156246"/>
                  </a:cubicBezTo>
                  <a:cubicBezTo>
                    <a:pt x="28451" y="156246"/>
                    <a:pt x="24570" y="130521"/>
                    <a:pt x="24570" y="116390"/>
                  </a:cubicBezTo>
                  <a:cubicBezTo>
                    <a:pt x="24570" y="102622"/>
                    <a:pt x="28098" y="86318"/>
                    <a:pt x="30568" y="76535"/>
                  </a:cubicBezTo>
                  <a:lnTo>
                    <a:pt x="44328" y="76535"/>
                  </a:lnTo>
                  <a:close/>
                  <a:moveTo>
                    <a:pt x="32685" y="68564"/>
                  </a:moveTo>
                  <a:cubicBezTo>
                    <a:pt x="47856" y="9143"/>
                    <a:pt x="84197" y="8056"/>
                    <a:pt x="87725" y="8056"/>
                  </a:cubicBezTo>
                  <a:cubicBezTo>
                    <a:pt x="101838" y="8056"/>
                    <a:pt x="109953" y="17839"/>
                    <a:pt x="109953" y="30158"/>
                  </a:cubicBezTo>
                  <a:cubicBezTo>
                    <a:pt x="109953" y="68564"/>
                    <a:pt x="51737" y="68564"/>
                    <a:pt x="40094" y="68564"/>
                  </a:cubicBezTo>
                  <a:lnTo>
                    <a:pt x="32685" y="68564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D10987B4-E45E-AD46-512F-5D7E6A340FCE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9451154" y="4760648"/>
              <a:ext cx="267790" cy="164132"/>
            </a:xfrm>
            <a:custGeom>
              <a:avLst/>
              <a:gdLst>
                <a:gd name="connsiteX0" fmla="*/ 52095 w 267790"/>
                <a:gd name="connsiteY0" fmla="*/ 96825 h 164132"/>
                <a:gd name="connsiteX1" fmla="*/ 57740 w 267790"/>
                <a:gd name="connsiteY1" fmla="*/ 73274 h 164132"/>
                <a:gd name="connsiteX2" fmla="*/ 66560 w 267790"/>
                <a:gd name="connsiteY2" fmla="*/ 47187 h 164132"/>
                <a:gd name="connsiteX3" fmla="*/ 116308 w 267790"/>
                <a:gd name="connsiteY3" fmla="*/ 8056 h 164132"/>
                <a:gd name="connsiteX4" fmla="*/ 132538 w 267790"/>
                <a:gd name="connsiteY4" fmla="*/ 31969 h 164132"/>
                <a:gd name="connsiteX5" fmla="*/ 129362 w 267790"/>
                <a:gd name="connsiteY5" fmla="*/ 55520 h 164132"/>
                <a:gd name="connsiteX6" fmla="*/ 106429 w 267790"/>
                <a:gd name="connsiteY6" fmla="*/ 149724 h 164132"/>
                <a:gd name="connsiteX7" fmla="*/ 105370 w 267790"/>
                <a:gd name="connsiteY7" fmla="*/ 154797 h 164132"/>
                <a:gd name="connsiteX8" fmla="*/ 115249 w 267790"/>
                <a:gd name="connsiteY8" fmla="*/ 164217 h 164132"/>
                <a:gd name="connsiteX9" fmla="*/ 127951 w 267790"/>
                <a:gd name="connsiteY9" fmla="*/ 154797 h 164132"/>
                <a:gd name="connsiteX10" fmla="*/ 142064 w 267790"/>
                <a:gd name="connsiteY10" fmla="*/ 96825 h 164132"/>
                <a:gd name="connsiteX11" fmla="*/ 147709 w 267790"/>
                <a:gd name="connsiteY11" fmla="*/ 73274 h 164132"/>
                <a:gd name="connsiteX12" fmla="*/ 156529 w 267790"/>
                <a:gd name="connsiteY12" fmla="*/ 47187 h 164132"/>
                <a:gd name="connsiteX13" fmla="*/ 206277 w 267790"/>
                <a:gd name="connsiteY13" fmla="*/ 8056 h 164132"/>
                <a:gd name="connsiteX14" fmla="*/ 222507 w 267790"/>
                <a:gd name="connsiteY14" fmla="*/ 31969 h 164132"/>
                <a:gd name="connsiteX15" fmla="*/ 202043 w 267790"/>
                <a:gd name="connsiteY15" fmla="*/ 112043 h 164132"/>
                <a:gd name="connsiteX16" fmla="*/ 196398 w 267790"/>
                <a:gd name="connsiteY16" fmla="*/ 135231 h 164132"/>
                <a:gd name="connsiteX17" fmla="*/ 223212 w 267790"/>
                <a:gd name="connsiteY17" fmla="*/ 164217 h 164132"/>
                <a:gd name="connsiteX18" fmla="*/ 268020 w 267790"/>
                <a:gd name="connsiteY18" fmla="*/ 108419 h 164132"/>
                <a:gd name="connsiteX19" fmla="*/ 262728 w 267790"/>
                <a:gd name="connsiteY19" fmla="*/ 104796 h 164132"/>
                <a:gd name="connsiteX20" fmla="*/ 256730 w 267790"/>
                <a:gd name="connsiteY20" fmla="*/ 110956 h 164132"/>
                <a:gd name="connsiteX21" fmla="*/ 223918 w 267790"/>
                <a:gd name="connsiteY21" fmla="*/ 156246 h 164132"/>
                <a:gd name="connsiteX22" fmla="*/ 216156 w 267790"/>
                <a:gd name="connsiteY22" fmla="*/ 145739 h 164132"/>
                <a:gd name="connsiteX23" fmla="*/ 222507 w 267790"/>
                <a:gd name="connsiteY23" fmla="*/ 118564 h 164132"/>
                <a:gd name="connsiteX24" fmla="*/ 244029 w 267790"/>
                <a:gd name="connsiteY24" fmla="*/ 37766 h 164132"/>
                <a:gd name="connsiteX25" fmla="*/ 206983 w 267790"/>
                <a:gd name="connsiteY25" fmla="*/ 85 h 164132"/>
                <a:gd name="connsiteX26" fmla="*/ 154060 w 267790"/>
                <a:gd name="connsiteY26" fmla="*/ 31969 h 164132"/>
                <a:gd name="connsiteX27" fmla="*/ 117014 w 267790"/>
                <a:gd name="connsiteY27" fmla="*/ 85 h 164132"/>
                <a:gd name="connsiteX28" fmla="*/ 66560 w 267790"/>
                <a:gd name="connsiteY28" fmla="*/ 28708 h 164132"/>
                <a:gd name="connsiteX29" fmla="*/ 36923 w 267790"/>
                <a:gd name="connsiteY29" fmla="*/ 85 h 164132"/>
                <a:gd name="connsiteX30" fmla="*/ 11520 w 267790"/>
                <a:gd name="connsiteY30" fmla="*/ 19288 h 164132"/>
                <a:gd name="connsiteX31" fmla="*/ 230 w 267790"/>
                <a:gd name="connsiteY31" fmla="*/ 55882 h 164132"/>
                <a:gd name="connsiteX32" fmla="*/ 5523 w 267790"/>
                <a:gd name="connsiteY32" fmla="*/ 59506 h 164132"/>
                <a:gd name="connsiteX33" fmla="*/ 12226 w 267790"/>
                <a:gd name="connsiteY33" fmla="*/ 51172 h 164132"/>
                <a:gd name="connsiteX34" fmla="*/ 36218 w 267790"/>
                <a:gd name="connsiteY34" fmla="*/ 8056 h 164132"/>
                <a:gd name="connsiteX35" fmla="*/ 45391 w 267790"/>
                <a:gd name="connsiteY35" fmla="*/ 22549 h 164132"/>
                <a:gd name="connsiteX36" fmla="*/ 42921 w 267790"/>
                <a:gd name="connsiteY36" fmla="*/ 41027 h 164132"/>
                <a:gd name="connsiteX37" fmla="*/ 16460 w 267790"/>
                <a:gd name="connsiteY37" fmla="*/ 149724 h 164132"/>
                <a:gd name="connsiteX38" fmla="*/ 15401 w 267790"/>
                <a:gd name="connsiteY38" fmla="*/ 154797 h 164132"/>
                <a:gd name="connsiteX39" fmla="*/ 25280 w 267790"/>
                <a:gd name="connsiteY39" fmla="*/ 164217 h 164132"/>
                <a:gd name="connsiteX40" fmla="*/ 37982 w 267790"/>
                <a:gd name="connsiteY40" fmla="*/ 154797 h 164132"/>
                <a:gd name="connsiteX41" fmla="*/ 52095 w 267790"/>
                <a:gd name="connsiteY41" fmla="*/ 96825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67790" h="164132">
                  <a:moveTo>
                    <a:pt x="52095" y="96825"/>
                  </a:moveTo>
                  <a:cubicBezTo>
                    <a:pt x="53859" y="88854"/>
                    <a:pt x="55976" y="81245"/>
                    <a:pt x="57740" y="73274"/>
                  </a:cubicBezTo>
                  <a:cubicBezTo>
                    <a:pt x="62326" y="55520"/>
                    <a:pt x="62326" y="54795"/>
                    <a:pt x="66560" y="47187"/>
                  </a:cubicBezTo>
                  <a:cubicBezTo>
                    <a:pt x="76792" y="29071"/>
                    <a:pt x="91963" y="8056"/>
                    <a:pt x="116308" y="8056"/>
                  </a:cubicBezTo>
                  <a:cubicBezTo>
                    <a:pt x="132538" y="8056"/>
                    <a:pt x="132538" y="26534"/>
                    <a:pt x="132538" y="31969"/>
                  </a:cubicBezTo>
                  <a:cubicBezTo>
                    <a:pt x="132538" y="41752"/>
                    <a:pt x="130068" y="52259"/>
                    <a:pt x="129362" y="55520"/>
                  </a:cubicBezTo>
                  <a:lnTo>
                    <a:pt x="106429" y="149724"/>
                  </a:lnTo>
                  <a:cubicBezTo>
                    <a:pt x="105723" y="151898"/>
                    <a:pt x="105370" y="153710"/>
                    <a:pt x="105370" y="154797"/>
                  </a:cubicBezTo>
                  <a:cubicBezTo>
                    <a:pt x="105370" y="158782"/>
                    <a:pt x="108193" y="164217"/>
                    <a:pt x="115249" y="164217"/>
                  </a:cubicBezTo>
                  <a:cubicBezTo>
                    <a:pt x="119483" y="164217"/>
                    <a:pt x="125481" y="161681"/>
                    <a:pt x="127951" y="154797"/>
                  </a:cubicBezTo>
                  <a:lnTo>
                    <a:pt x="142064" y="96825"/>
                  </a:lnTo>
                  <a:cubicBezTo>
                    <a:pt x="143828" y="88854"/>
                    <a:pt x="145945" y="81245"/>
                    <a:pt x="147709" y="73274"/>
                  </a:cubicBezTo>
                  <a:cubicBezTo>
                    <a:pt x="152296" y="55520"/>
                    <a:pt x="152296" y="54795"/>
                    <a:pt x="156529" y="47187"/>
                  </a:cubicBezTo>
                  <a:cubicBezTo>
                    <a:pt x="166761" y="29071"/>
                    <a:pt x="181932" y="8056"/>
                    <a:pt x="206277" y="8056"/>
                  </a:cubicBezTo>
                  <a:cubicBezTo>
                    <a:pt x="222507" y="8056"/>
                    <a:pt x="222507" y="26534"/>
                    <a:pt x="222507" y="31969"/>
                  </a:cubicBezTo>
                  <a:cubicBezTo>
                    <a:pt x="222507" y="54433"/>
                    <a:pt x="206983" y="97550"/>
                    <a:pt x="202043" y="112043"/>
                  </a:cubicBezTo>
                  <a:cubicBezTo>
                    <a:pt x="197456" y="124362"/>
                    <a:pt x="196398" y="127622"/>
                    <a:pt x="196398" y="135231"/>
                  </a:cubicBezTo>
                  <a:cubicBezTo>
                    <a:pt x="196398" y="151173"/>
                    <a:pt x="206277" y="164217"/>
                    <a:pt x="223212" y="164217"/>
                  </a:cubicBezTo>
                  <a:cubicBezTo>
                    <a:pt x="256025" y="164217"/>
                    <a:pt x="268020" y="110231"/>
                    <a:pt x="268020" y="108419"/>
                  </a:cubicBezTo>
                  <a:cubicBezTo>
                    <a:pt x="268020" y="104796"/>
                    <a:pt x="265198" y="104796"/>
                    <a:pt x="262728" y="104796"/>
                  </a:cubicBezTo>
                  <a:cubicBezTo>
                    <a:pt x="258141" y="104796"/>
                    <a:pt x="258141" y="105521"/>
                    <a:pt x="256730" y="110956"/>
                  </a:cubicBezTo>
                  <a:cubicBezTo>
                    <a:pt x="253908" y="120738"/>
                    <a:pt x="244381" y="156246"/>
                    <a:pt x="223918" y="156246"/>
                  </a:cubicBezTo>
                  <a:cubicBezTo>
                    <a:pt x="216509" y="156246"/>
                    <a:pt x="216156" y="150811"/>
                    <a:pt x="216156" y="145739"/>
                  </a:cubicBezTo>
                  <a:cubicBezTo>
                    <a:pt x="216156" y="136680"/>
                    <a:pt x="219684" y="127260"/>
                    <a:pt x="222507" y="118564"/>
                  </a:cubicBezTo>
                  <a:cubicBezTo>
                    <a:pt x="229563" y="99361"/>
                    <a:pt x="244029" y="58781"/>
                    <a:pt x="244029" y="37766"/>
                  </a:cubicBezTo>
                  <a:cubicBezTo>
                    <a:pt x="244029" y="7331"/>
                    <a:pt x="223565" y="85"/>
                    <a:pt x="206983" y="85"/>
                  </a:cubicBezTo>
                  <a:cubicBezTo>
                    <a:pt x="182285" y="85"/>
                    <a:pt x="164644" y="16027"/>
                    <a:pt x="154060" y="31969"/>
                  </a:cubicBezTo>
                  <a:cubicBezTo>
                    <a:pt x="151237" y="6969"/>
                    <a:pt x="132890" y="85"/>
                    <a:pt x="117014" y="85"/>
                  </a:cubicBezTo>
                  <a:cubicBezTo>
                    <a:pt x="95844" y="85"/>
                    <a:pt x="78556" y="12041"/>
                    <a:pt x="66560" y="28708"/>
                  </a:cubicBezTo>
                  <a:cubicBezTo>
                    <a:pt x="64091" y="10954"/>
                    <a:pt x="52095" y="85"/>
                    <a:pt x="36923" y="85"/>
                  </a:cubicBezTo>
                  <a:cubicBezTo>
                    <a:pt x="24222" y="85"/>
                    <a:pt x="17166" y="8418"/>
                    <a:pt x="11520" y="19288"/>
                  </a:cubicBezTo>
                  <a:cubicBezTo>
                    <a:pt x="4817" y="33781"/>
                    <a:pt x="230" y="55158"/>
                    <a:pt x="230" y="55882"/>
                  </a:cubicBezTo>
                  <a:cubicBezTo>
                    <a:pt x="230" y="59506"/>
                    <a:pt x="3758" y="59506"/>
                    <a:pt x="5523" y="59506"/>
                  </a:cubicBezTo>
                  <a:cubicBezTo>
                    <a:pt x="10109" y="59506"/>
                    <a:pt x="10462" y="59143"/>
                    <a:pt x="12226" y="51172"/>
                  </a:cubicBezTo>
                  <a:cubicBezTo>
                    <a:pt x="18577" y="25810"/>
                    <a:pt x="25280" y="8056"/>
                    <a:pt x="36218" y="8056"/>
                  </a:cubicBezTo>
                  <a:cubicBezTo>
                    <a:pt x="45391" y="8056"/>
                    <a:pt x="45391" y="18563"/>
                    <a:pt x="45391" y="22549"/>
                  </a:cubicBezTo>
                  <a:cubicBezTo>
                    <a:pt x="45391" y="28346"/>
                    <a:pt x="44333" y="35230"/>
                    <a:pt x="42921" y="41027"/>
                  </a:cubicBezTo>
                  <a:lnTo>
                    <a:pt x="16460" y="149724"/>
                  </a:lnTo>
                  <a:cubicBezTo>
                    <a:pt x="15754" y="151898"/>
                    <a:pt x="15401" y="153710"/>
                    <a:pt x="15401" y="154797"/>
                  </a:cubicBezTo>
                  <a:cubicBezTo>
                    <a:pt x="15401" y="158782"/>
                    <a:pt x="18224" y="164217"/>
                    <a:pt x="25280" y="164217"/>
                  </a:cubicBezTo>
                  <a:cubicBezTo>
                    <a:pt x="29514" y="164217"/>
                    <a:pt x="35512" y="161681"/>
                    <a:pt x="37982" y="154797"/>
                  </a:cubicBezTo>
                  <a:lnTo>
                    <a:pt x="52095" y="96825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FCE4A02-405A-AE55-596D-7FF4314BCFA5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9750971" y="4669343"/>
              <a:ext cx="121369" cy="255437"/>
            </a:xfrm>
            <a:custGeom>
              <a:avLst/>
              <a:gdLst>
                <a:gd name="connsiteX0" fmla="*/ 66568 w 121369"/>
                <a:gd name="connsiteY0" fmla="*/ 9143 h 255437"/>
                <a:gd name="connsiteX1" fmla="*/ 67627 w 121369"/>
                <a:gd name="connsiteY1" fmla="*/ 4433 h 255437"/>
                <a:gd name="connsiteX2" fmla="*/ 62687 w 121369"/>
                <a:gd name="connsiteY2" fmla="*/ 85 h 255437"/>
                <a:gd name="connsiteX3" fmla="*/ 57042 w 121369"/>
                <a:gd name="connsiteY3" fmla="*/ 809 h 255437"/>
                <a:gd name="connsiteX4" fmla="*/ 22113 w 121369"/>
                <a:gd name="connsiteY4" fmla="*/ 3708 h 255437"/>
                <a:gd name="connsiteX5" fmla="*/ 13998 w 121369"/>
                <a:gd name="connsiteY5" fmla="*/ 11317 h 255437"/>
                <a:gd name="connsiteX6" fmla="*/ 22466 w 121369"/>
                <a:gd name="connsiteY6" fmla="*/ 15302 h 255437"/>
                <a:gd name="connsiteX7" fmla="*/ 40107 w 121369"/>
                <a:gd name="connsiteY7" fmla="*/ 21462 h 255437"/>
                <a:gd name="connsiteX8" fmla="*/ 39048 w 121369"/>
                <a:gd name="connsiteY8" fmla="*/ 27621 h 255437"/>
                <a:gd name="connsiteX9" fmla="*/ 4119 w 121369"/>
                <a:gd name="connsiteY9" fmla="*/ 170739 h 255437"/>
                <a:gd name="connsiteX10" fmla="*/ 238 w 121369"/>
                <a:gd name="connsiteY10" fmla="*/ 200449 h 255437"/>
                <a:gd name="connsiteX11" fmla="*/ 40813 w 121369"/>
                <a:gd name="connsiteY11" fmla="*/ 255522 h 255437"/>
                <a:gd name="connsiteX12" fmla="*/ 121608 w 121369"/>
                <a:gd name="connsiteY12" fmla="*/ 147913 h 255437"/>
                <a:gd name="connsiteX13" fmla="*/ 79270 w 121369"/>
                <a:gd name="connsiteY13" fmla="*/ 91390 h 255437"/>
                <a:gd name="connsiteX14" fmla="*/ 41871 w 121369"/>
                <a:gd name="connsiteY14" fmla="*/ 110593 h 255437"/>
                <a:gd name="connsiteX15" fmla="*/ 66568 w 121369"/>
                <a:gd name="connsiteY15" fmla="*/ 9143 h 255437"/>
                <a:gd name="connsiteX16" fmla="*/ 40813 w 121369"/>
                <a:gd name="connsiteY16" fmla="*/ 247551 h 255437"/>
                <a:gd name="connsiteX17" fmla="*/ 20349 w 121369"/>
                <a:gd name="connsiteY17" fmla="*/ 212768 h 255437"/>
                <a:gd name="connsiteX18" fmla="*/ 33756 w 121369"/>
                <a:gd name="connsiteY18" fmla="*/ 142840 h 255437"/>
                <a:gd name="connsiteX19" fmla="*/ 41518 w 121369"/>
                <a:gd name="connsiteY19" fmla="*/ 126173 h 255437"/>
                <a:gd name="connsiteX20" fmla="*/ 78564 w 121369"/>
                <a:gd name="connsiteY20" fmla="*/ 99361 h 255437"/>
                <a:gd name="connsiteX21" fmla="*/ 97969 w 121369"/>
                <a:gd name="connsiteY21" fmla="*/ 131608 h 255437"/>
                <a:gd name="connsiteX22" fmla="*/ 78211 w 121369"/>
                <a:gd name="connsiteY22" fmla="*/ 213131 h 255437"/>
                <a:gd name="connsiteX23" fmla="*/ 40813 w 121369"/>
                <a:gd name="connsiteY23" fmla="*/ 247551 h 25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1369" h="255437">
                  <a:moveTo>
                    <a:pt x="66568" y="9143"/>
                  </a:moveTo>
                  <a:cubicBezTo>
                    <a:pt x="66921" y="8056"/>
                    <a:pt x="67627" y="5157"/>
                    <a:pt x="67627" y="4433"/>
                  </a:cubicBezTo>
                  <a:cubicBezTo>
                    <a:pt x="67627" y="1172"/>
                    <a:pt x="65510" y="85"/>
                    <a:pt x="62687" y="85"/>
                  </a:cubicBezTo>
                  <a:cubicBezTo>
                    <a:pt x="61629" y="85"/>
                    <a:pt x="58101" y="447"/>
                    <a:pt x="57042" y="809"/>
                  </a:cubicBezTo>
                  <a:lnTo>
                    <a:pt x="22113" y="3708"/>
                  </a:lnTo>
                  <a:cubicBezTo>
                    <a:pt x="17879" y="4070"/>
                    <a:pt x="13998" y="4433"/>
                    <a:pt x="13998" y="11317"/>
                  </a:cubicBezTo>
                  <a:cubicBezTo>
                    <a:pt x="13998" y="15302"/>
                    <a:pt x="17526" y="15302"/>
                    <a:pt x="22466" y="15302"/>
                  </a:cubicBezTo>
                  <a:cubicBezTo>
                    <a:pt x="39401" y="15302"/>
                    <a:pt x="40107" y="17839"/>
                    <a:pt x="40107" y="21462"/>
                  </a:cubicBezTo>
                  <a:cubicBezTo>
                    <a:pt x="40107" y="22549"/>
                    <a:pt x="39048" y="27259"/>
                    <a:pt x="39048" y="27621"/>
                  </a:cubicBezTo>
                  <a:lnTo>
                    <a:pt x="4119" y="170739"/>
                  </a:lnTo>
                  <a:cubicBezTo>
                    <a:pt x="3767" y="171826"/>
                    <a:pt x="238" y="186681"/>
                    <a:pt x="238" y="200449"/>
                  </a:cubicBezTo>
                  <a:cubicBezTo>
                    <a:pt x="238" y="230885"/>
                    <a:pt x="15057" y="255522"/>
                    <a:pt x="40813" y="255522"/>
                  </a:cubicBezTo>
                  <a:cubicBezTo>
                    <a:pt x="80328" y="255522"/>
                    <a:pt x="121608" y="201174"/>
                    <a:pt x="121608" y="147913"/>
                  </a:cubicBezTo>
                  <a:cubicBezTo>
                    <a:pt x="121608" y="109144"/>
                    <a:pt x="100439" y="91390"/>
                    <a:pt x="79270" y="91390"/>
                  </a:cubicBezTo>
                  <a:cubicBezTo>
                    <a:pt x="65863" y="91390"/>
                    <a:pt x="53867" y="98999"/>
                    <a:pt x="41871" y="110593"/>
                  </a:cubicBezTo>
                  <a:lnTo>
                    <a:pt x="66568" y="9143"/>
                  </a:lnTo>
                  <a:close/>
                  <a:moveTo>
                    <a:pt x="40813" y="247551"/>
                  </a:moveTo>
                  <a:cubicBezTo>
                    <a:pt x="31992" y="247551"/>
                    <a:pt x="20349" y="239943"/>
                    <a:pt x="20349" y="212768"/>
                  </a:cubicBezTo>
                  <a:cubicBezTo>
                    <a:pt x="20349" y="196826"/>
                    <a:pt x="23524" y="184145"/>
                    <a:pt x="33756" y="142840"/>
                  </a:cubicBezTo>
                  <a:cubicBezTo>
                    <a:pt x="36226" y="134144"/>
                    <a:pt x="36226" y="133420"/>
                    <a:pt x="41518" y="126173"/>
                  </a:cubicBezTo>
                  <a:cubicBezTo>
                    <a:pt x="51750" y="111680"/>
                    <a:pt x="65157" y="99361"/>
                    <a:pt x="78564" y="99361"/>
                  </a:cubicBezTo>
                  <a:cubicBezTo>
                    <a:pt x="94441" y="99361"/>
                    <a:pt x="97969" y="120014"/>
                    <a:pt x="97969" y="131608"/>
                  </a:cubicBezTo>
                  <a:cubicBezTo>
                    <a:pt x="97969" y="146826"/>
                    <a:pt x="88443" y="189942"/>
                    <a:pt x="78211" y="213131"/>
                  </a:cubicBezTo>
                  <a:cubicBezTo>
                    <a:pt x="73978" y="222189"/>
                    <a:pt x="58806" y="247551"/>
                    <a:pt x="40813" y="247551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5EB08D4-49AD-F121-0FFA-1FE355D966AD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9907621" y="4649053"/>
              <a:ext cx="81854" cy="362323"/>
            </a:xfrm>
            <a:custGeom>
              <a:avLst/>
              <a:gdLst>
                <a:gd name="connsiteX0" fmla="*/ 82097 w 81854"/>
                <a:gd name="connsiteY0" fmla="*/ 358785 h 362323"/>
                <a:gd name="connsiteX1" fmla="*/ 76099 w 81854"/>
                <a:gd name="connsiteY1" fmla="*/ 350813 h 362323"/>
                <a:gd name="connsiteX2" fmla="*/ 20706 w 81854"/>
                <a:gd name="connsiteY2" fmla="*/ 181246 h 362323"/>
                <a:gd name="connsiteX3" fmla="*/ 77510 w 81854"/>
                <a:gd name="connsiteY3" fmla="*/ 9867 h 362323"/>
                <a:gd name="connsiteX4" fmla="*/ 82097 w 81854"/>
                <a:gd name="connsiteY4" fmla="*/ 3708 h 362323"/>
                <a:gd name="connsiteX5" fmla="*/ 78569 w 81854"/>
                <a:gd name="connsiteY5" fmla="*/ 85 h 362323"/>
                <a:gd name="connsiteX6" fmla="*/ 22471 w 81854"/>
                <a:gd name="connsiteY6" fmla="*/ 70738 h 362323"/>
                <a:gd name="connsiteX7" fmla="*/ 243 w 81854"/>
                <a:gd name="connsiteY7" fmla="*/ 181246 h 362323"/>
                <a:gd name="connsiteX8" fmla="*/ 23529 w 81854"/>
                <a:gd name="connsiteY8" fmla="*/ 294291 h 362323"/>
                <a:gd name="connsiteX9" fmla="*/ 78569 w 81854"/>
                <a:gd name="connsiteY9" fmla="*/ 362408 h 362323"/>
                <a:gd name="connsiteX10" fmla="*/ 82097 w 81854"/>
                <a:gd name="connsiteY10" fmla="*/ 358785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854" h="362323">
                  <a:moveTo>
                    <a:pt x="82097" y="358785"/>
                  </a:moveTo>
                  <a:cubicBezTo>
                    <a:pt x="82097" y="357698"/>
                    <a:pt x="82097" y="356973"/>
                    <a:pt x="76099" y="350813"/>
                  </a:cubicBezTo>
                  <a:cubicBezTo>
                    <a:pt x="31997" y="305161"/>
                    <a:pt x="20706" y="236682"/>
                    <a:pt x="20706" y="181246"/>
                  </a:cubicBezTo>
                  <a:cubicBezTo>
                    <a:pt x="20706" y="118202"/>
                    <a:pt x="34114" y="55158"/>
                    <a:pt x="77510" y="9867"/>
                  </a:cubicBezTo>
                  <a:cubicBezTo>
                    <a:pt x="82097" y="5520"/>
                    <a:pt x="82097" y="4795"/>
                    <a:pt x="82097" y="3708"/>
                  </a:cubicBezTo>
                  <a:cubicBezTo>
                    <a:pt x="82097" y="1172"/>
                    <a:pt x="80686" y="85"/>
                    <a:pt x="78569" y="85"/>
                  </a:cubicBezTo>
                  <a:cubicBezTo>
                    <a:pt x="75041" y="85"/>
                    <a:pt x="43287" y="24723"/>
                    <a:pt x="22471" y="70738"/>
                  </a:cubicBezTo>
                  <a:cubicBezTo>
                    <a:pt x="4477" y="110593"/>
                    <a:pt x="243" y="150811"/>
                    <a:pt x="243" y="181246"/>
                  </a:cubicBezTo>
                  <a:cubicBezTo>
                    <a:pt x="243" y="209507"/>
                    <a:pt x="4124" y="253349"/>
                    <a:pt x="23529" y="294291"/>
                  </a:cubicBezTo>
                  <a:cubicBezTo>
                    <a:pt x="44698" y="338857"/>
                    <a:pt x="75041" y="362408"/>
                    <a:pt x="78569" y="362408"/>
                  </a:cubicBezTo>
                  <a:cubicBezTo>
                    <a:pt x="80686" y="362408"/>
                    <a:pt x="82097" y="361321"/>
                    <a:pt x="82097" y="358785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6950CF1-BABA-6DEA-5FEA-AFE7D022E79C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10020132" y="4760648"/>
              <a:ext cx="233566" cy="164132"/>
            </a:xfrm>
            <a:custGeom>
              <a:avLst/>
              <a:gdLst>
                <a:gd name="connsiteX0" fmla="*/ 153018 w 233566"/>
                <a:gd name="connsiteY0" fmla="*/ 37404 h 164132"/>
                <a:gd name="connsiteX1" fmla="*/ 158310 w 233566"/>
                <a:gd name="connsiteY1" fmla="*/ 13853 h 164132"/>
                <a:gd name="connsiteX2" fmla="*/ 148078 w 233566"/>
                <a:gd name="connsiteY2" fmla="*/ 4070 h 164132"/>
                <a:gd name="connsiteX3" fmla="*/ 135024 w 233566"/>
                <a:gd name="connsiteY3" fmla="*/ 14215 h 164132"/>
                <a:gd name="connsiteX4" fmla="*/ 114913 w 233566"/>
                <a:gd name="connsiteY4" fmla="*/ 95376 h 164132"/>
                <a:gd name="connsiteX5" fmla="*/ 111738 w 233566"/>
                <a:gd name="connsiteY5" fmla="*/ 119289 h 164132"/>
                <a:gd name="connsiteX6" fmla="*/ 112091 w 233566"/>
                <a:gd name="connsiteY6" fmla="*/ 125811 h 164132"/>
                <a:gd name="connsiteX7" fmla="*/ 79631 w 233566"/>
                <a:gd name="connsiteY7" fmla="*/ 156246 h 164132"/>
                <a:gd name="connsiteX8" fmla="*/ 51406 w 233566"/>
                <a:gd name="connsiteY8" fmla="*/ 123275 h 164132"/>
                <a:gd name="connsiteX9" fmla="*/ 69752 w 233566"/>
                <a:gd name="connsiteY9" fmla="*/ 52984 h 164132"/>
                <a:gd name="connsiteX10" fmla="*/ 75750 w 233566"/>
                <a:gd name="connsiteY10" fmla="*/ 29795 h 164132"/>
                <a:gd name="connsiteX11" fmla="*/ 46819 w 233566"/>
                <a:gd name="connsiteY11" fmla="*/ 85 h 164132"/>
                <a:gd name="connsiteX12" fmla="*/ 247 w 233566"/>
                <a:gd name="connsiteY12" fmla="*/ 55882 h 164132"/>
                <a:gd name="connsiteX13" fmla="*/ 4481 w 233566"/>
                <a:gd name="connsiteY13" fmla="*/ 59506 h 164132"/>
                <a:gd name="connsiteX14" fmla="*/ 10126 w 233566"/>
                <a:gd name="connsiteY14" fmla="*/ 52984 h 164132"/>
                <a:gd name="connsiteX15" fmla="*/ 45761 w 233566"/>
                <a:gd name="connsiteY15" fmla="*/ 8056 h 164132"/>
                <a:gd name="connsiteX16" fmla="*/ 54581 w 233566"/>
                <a:gd name="connsiteY16" fmla="*/ 20012 h 164132"/>
                <a:gd name="connsiteX17" fmla="*/ 48230 w 233566"/>
                <a:gd name="connsiteY17" fmla="*/ 45375 h 164132"/>
                <a:gd name="connsiteX18" fmla="*/ 28472 w 233566"/>
                <a:gd name="connsiteY18" fmla="*/ 118564 h 164132"/>
                <a:gd name="connsiteX19" fmla="*/ 78573 w 233566"/>
                <a:gd name="connsiteY19" fmla="*/ 164217 h 164132"/>
                <a:gd name="connsiteX20" fmla="*/ 115266 w 233566"/>
                <a:gd name="connsiteY20" fmla="*/ 138854 h 164132"/>
                <a:gd name="connsiteX21" fmla="*/ 159368 w 233566"/>
                <a:gd name="connsiteY21" fmla="*/ 164217 h 164132"/>
                <a:gd name="connsiteX22" fmla="*/ 210527 w 233566"/>
                <a:gd name="connsiteY22" fmla="*/ 119651 h 164132"/>
                <a:gd name="connsiteX23" fmla="*/ 233813 w 233566"/>
                <a:gd name="connsiteY23" fmla="*/ 25447 h 164132"/>
                <a:gd name="connsiteX24" fmla="*/ 218289 w 233566"/>
                <a:gd name="connsiteY24" fmla="*/ 85 h 164132"/>
                <a:gd name="connsiteX25" fmla="*/ 200648 w 233566"/>
                <a:gd name="connsiteY25" fmla="*/ 17476 h 164132"/>
                <a:gd name="connsiteX26" fmla="*/ 205941 w 233566"/>
                <a:gd name="connsiteY26" fmla="*/ 27259 h 164132"/>
                <a:gd name="connsiteX27" fmla="*/ 218642 w 233566"/>
                <a:gd name="connsiteY27" fmla="*/ 58056 h 164132"/>
                <a:gd name="connsiteX28" fmla="*/ 199237 w 233566"/>
                <a:gd name="connsiteY28" fmla="*/ 124362 h 164132"/>
                <a:gd name="connsiteX29" fmla="*/ 160427 w 233566"/>
                <a:gd name="connsiteY29" fmla="*/ 156246 h 164132"/>
                <a:gd name="connsiteX30" fmla="*/ 134318 w 233566"/>
                <a:gd name="connsiteY30" fmla="*/ 124724 h 164132"/>
                <a:gd name="connsiteX31" fmla="*/ 138199 w 233566"/>
                <a:gd name="connsiteY31" fmla="*/ 98274 h 164132"/>
                <a:gd name="connsiteX32" fmla="*/ 153018 w 233566"/>
                <a:gd name="connsiteY32" fmla="*/ 37404 h 16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3566" h="164132">
                  <a:moveTo>
                    <a:pt x="153018" y="37404"/>
                  </a:moveTo>
                  <a:cubicBezTo>
                    <a:pt x="154782" y="29433"/>
                    <a:pt x="158310" y="16027"/>
                    <a:pt x="158310" y="13853"/>
                  </a:cubicBezTo>
                  <a:cubicBezTo>
                    <a:pt x="158310" y="7331"/>
                    <a:pt x="153371" y="4070"/>
                    <a:pt x="148078" y="4070"/>
                  </a:cubicBezTo>
                  <a:cubicBezTo>
                    <a:pt x="143844" y="4070"/>
                    <a:pt x="137494" y="6969"/>
                    <a:pt x="135024" y="14215"/>
                  </a:cubicBezTo>
                  <a:cubicBezTo>
                    <a:pt x="133965" y="16752"/>
                    <a:pt x="117383" y="85955"/>
                    <a:pt x="114913" y="95376"/>
                  </a:cubicBezTo>
                  <a:cubicBezTo>
                    <a:pt x="112443" y="106245"/>
                    <a:pt x="111738" y="112767"/>
                    <a:pt x="111738" y="119289"/>
                  </a:cubicBezTo>
                  <a:cubicBezTo>
                    <a:pt x="111738" y="123275"/>
                    <a:pt x="111738" y="123999"/>
                    <a:pt x="112091" y="125811"/>
                  </a:cubicBezTo>
                  <a:cubicBezTo>
                    <a:pt x="103976" y="145014"/>
                    <a:pt x="93391" y="156246"/>
                    <a:pt x="79631" y="156246"/>
                  </a:cubicBezTo>
                  <a:cubicBezTo>
                    <a:pt x="51406" y="156246"/>
                    <a:pt x="51406" y="129434"/>
                    <a:pt x="51406" y="123275"/>
                  </a:cubicBezTo>
                  <a:cubicBezTo>
                    <a:pt x="51406" y="111680"/>
                    <a:pt x="53170" y="97550"/>
                    <a:pt x="69752" y="52984"/>
                  </a:cubicBezTo>
                  <a:cubicBezTo>
                    <a:pt x="73633" y="42114"/>
                    <a:pt x="75750" y="37042"/>
                    <a:pt x="75750" y="29795"/>
                  </a:cubicBezTo>
                  <a:cubicBezTo>
                    <a:pt x="75750" y="13491"/>
                    <a:pt x="64107" y="85"/>
                    <a:pt x="46819" y="85"/>
                  </a:cubicBezTo>
                  <a:cubicBezTo>
                    <a:pt x="13301" y="85"/>
                    <a:pt x="247" y="52622"/>
                    <a:pt x="247" y="55882"/>
                  </a:cubicBezTo>
                  <a:cubicBezTo>
                    <a:pt x="247" y="59506"/>
                    <a:pt x="3775" y="59506"/>
                    <a:pt x="4481" y="59506"/>
                  </a:cubicBezTo>
                  <a:cubicBezTo>
                    <a:pt x="8009" y="59506"/>
                    <a:pt x="8362" y="58781"/>
                    <a:pt x="10126" y="52984"/>
                  </a:cubicBezTo>
                  <a:cubicBezTo>
                    <a:pt x="19652" y="19288"/>
                    <a:pt x="33412" y="8056"/>
                    <a:pt x="45761" y="8056"/>
                  </a:cubicBezTo>
                  <a:cubicBezTo>
                    <a:pt x="48936" y="8056"/>
                    <a:pt x="54581" y="8418"/>
                    <a:pt x="54581" y="20012"/>
                  </a:cubicBezTo>
                  <a:cubicBezTo>
                    <a:pt x="54581" y="29071"/>
                    <a:pt x="50700" y="39216"/>
                    <a:pt x="48230" y="45375"/>
                  </a:cubicBezTo>
                  <a:cubicBezTo>
                    <a:pt x="32706" y="88129"/>
                    <a:pt x="28472" y="104796"/>
                    <a:pt x="28472" y="118564"/>
                  </a:cubicBezTo>
                  <a:cubicBezTo>
                    <a:pt x="28472" y="151536"/>
                    <a:pt x="52111" y="164217"/>
                    <a:pt x="78573" y="164217"/>
                  </a:cubicBezTo>
                  <a:cubicBezTo>
                    <a:pt x="84571" y="164217"/>
                    <a:pt x="101153" y="164217"/>
                    <a:pt x="115266" y="138854"/>
                  </a:cubicBezTo>
                  <a:cubicBezTo>
                    <a:pt x="124439" y="162043"/>
                    <a:pt x="148784" y="164217"/>
                    <a:pt x="159368" y="164217"/>
                  </a:cubicBezTo>
                  <a:cubicBezTo>
                    <a:pt x="185830" y="164217"/>
                    <a:pt x="201354" y="141391"/>
                    <a:pt x="210527" y="119651"/>
                  </a:cubicBezTo>
                  <a:cubicBezTo>
                    <a:pt x="222523" y="91390"/>
                    <a:pt x="233813" y="42839"/>
                    <a:pt x="233813" y="25447"/>
                  </a:cubicBezTo>
                  <a:cubicBezTo>
                    <a:pt x="233813" y="5520"/>
                    <a:pt x="224287" y="85"/>
                    <a:pt x="218289" y="85"/>
                  </a:cubicBezTo>
                  <a:cubicBezTo>
                    <a:pt x="209469" y="85"/>
                    <a:pt x="200648" y="9505"/>
                    <a:pt x="200648" y="17476"/>
                  </a:cubicBezTo>
                  <a:cubicBezTo>
                    <a:pt x="200648" y="22186"/>
                    <a:pt x="202765" y="24360"/>
                    <a:pt x="205941" y="27259"/>
                  </a:cubicBezTo>
                  <a:cubicBezTo>
                    <a:pt x="209822" y="31244"/>
                    <a:pt x="218642" y="40665"/>
                    <a:pt x="218642" y="58056"/>
                  </a:cubicBezTo>
                  <a:cubicBezTo>
                    <a:pt x="218642" y="70375"/>
                    <a:pt x="208410" y="105883"/>
                    <a:pt x="199237" y="124362"/>
                  </a:cubicBezTo>
                  <a:cubicBezTo>
                    <a:pt x="190064" y="143565"/>
                    <a:pt x="177715" y="156246"/>
                    <a:pt x="160427" y="156246"/>
                  </a:cubicBezTo>
                  <a:cubicBezTo>
                    <a:pt x="143844" y="156246"/>
                    <a:pt x="134318" y="145376"/>
                    <a:pt x="134318" y="124724"/>
                  </a:cubicBezTo>
                  <a:cubicBezTo>
                    <a:pt x="134318" y="114579"/>
                    <a:pt x="136788" y="103347"/>
                    <a:pt x="138199" y="98274"/>
                  </a:cubicBezTo>
                  <a:lnTo>
                    <a:pt x="153018" y="37404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7625B4A-2CD0-DD2B-EF04-5556CF2FD757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10281013" y="4799126"/>
              <a:ext cx="121511" cy="178552"/>
            </a:xfrm>
            <a:custGeom>
              <a:avLst/>
              <a:gdLst>
                <a:gd name="connsiteX0" fmla="*/ 59034 w 121511"/>
                <a:gd name="connsiteY0" fmla="*/ 7695 h 178552"/>
                <a:gd name="connsiteX1" fmla="*/ 60022 w 121511"/>
                <a:gd name="connsiteY1" fmla="*/ 3637 h 178552"/>
                <a:gd name="connsiteX2" fmla="*/ 56070 w 121511"/>
                <a:gd name="connsiteY2" fmla="*/ 86 h 178552"/>
                <a:gd name="connsiteX3" fmla="*/ 24457 w 121511"/>
                <a:gd name="connsiteY3" fmla="*/ 2622 h 178552"/>
                <a:gd name="connsiteX4" fmla="*/ 19024 w 121511"/>
                <a:gd name="connsiteY4" fmla="*/ 8456 h 178552"/>
                <a:gd name="connsiteX5" fmla="*/ 25445 w 121511"/>
                <a:gd name="connsiteY5" fmla="*/ 12007 h 178552"/>
                <a:gd name="connsiteX6" fmla="*/ 37300 w 121511"/>
                <a:gd name="connsiteY6" fmla="*/ 15811 h 178552"/>
                <a:gd name="connsiteX7" fmla="*/ 36312 w 121511"/>
                <a:gd name="connsiteY7" fmla="*/ 21391 h 178552"/>
                <a:gd name="connsiteX8" fmla="*/ 1489 w 121511"/>
                <a:gd name="connsiteY8" fmla="*/ 164943 h 178552"/>
                <a:gd name="connsiteX9" fmla="*/ 254 w 121511"/>
                <a:gd name="connsiteY9" fmla="*/ 170523 h 178552"/>
                <a:gd name="connsiteX10" fmla="*/ 8651 w 121511"/>
                <a:gd name="connsiteY10" fmla="*/ 178639 h 178552"/>
                <a:gd name="connsiteX11" fmla="*/ 20012 w 121511"/>
                <a:gd name="connsiteY11" fmla="*/ 167987 h 178552"/>
                <a:gd name="connsiteX12" fmla="*/ 32114 w 121511"/>
                <a:gd name="connsiteY12" fmla="*/ 118783 h 178552"/>
                <a:gd name="connsiteX13" fmla="*/ 63726 w 121511"/>
                <a:gd name="connsiteY13" fmla="*/ 139581 h 178552"/>
                <a:gd name="connsiteX14" fmla="*/ 63232 w 121511"/>
                <a:gd name="connsiteY14" fmla="*/ 144653 h 178552"/>
                <a:gd name="connsiteX15" fmla="*/ 62244 w 121511"/>
                <a:gd name="connsiteY15" fmla="*/ 152516 h 178552"/>
                <a:gd name="connsiteX16" fmla="*/ 88424 w 121511"/>
                <a:gd name="connsiteY16" fmla="*/ 178639 h 178552"/>
                <a:gd name="connsiteX17" fmla="*/ 119789 w 121511"/>
                <a:gd name="connsiteY17" fmla="*/ 139834 h 178552"/>
                <a:gd name="connsiteX18" fmla="*/ 115838 w 121511"/>
                <a:gd name="connsiteY18" fmla="*/ 136537 h 178552"/>
                <a:gd name="connsiteX19" fmla="*/ 110898 w 121511"/>
                <a:gd name="connsiteY19" fmla="*/ 142624 h 178552"/>
                <a:gd name="connsiteX20" fmla="*/ 89164 w 121511"/>
                <a:gd name="connsiteY20" fmla="*/ 171538 h 178552"/>
                <a:gd name="connsiteX21" fmla="*/ 80520 w 121511"/>
                <a:gd name="connsiteY21" fmla="*/ 158349 h 178552"/>
                <a:gd name="connsiteX22" fmla="*/ 82002 w 121511"/>
                <a:gd name="connsiteY22" fmla="*/ 146936 h 178552"/>
                <a:gd name="connsiteX23" fmla="*/ 83237 w 121511"/>
                <a:gd name="connsiteY23" fmla="*/ 139073 h 178552"/>
                <a:gd name="connsiteX24" fmla="*/ 43227 w 121511"/>
                <a:gd name="connsiteY24" fmla="*/ 112189 h 178552"/>
                <a:gd name="connsiteX25" fmla="*/ 63726 w 121511"/>
                <a:gd name="connsiteY25" fmla="*/ 95450 h 178552"/>
                <a:gd name="connsiteX26" fmla="*/ 102501 w 121511"/>
                <a:gd name="connsiteY26" fmla="*/ 71355 h 178552"/>
                <a:gd name="connsiteX27" fmla="*/ 110651 w 121511"/>
                <a:gd name="connsiteY27" fmla="*/ 74652 h 178552"/>
                <a:gd name="connsiteX28" fmla="*/ 97809 w 121511"/>
                <a:gd name="connsiteY28" fmla="*/ 88855 h 178552"/>
                <a:gd name="connsiteX29" fmla="*/ 107688 w 121511"/>
                <a:gd name="connsiteY29" fmla="*/ 98240 h 178552"/>
                <a:gd name="connsiteX30" fmla="*/ 121765 w 121511"/>
                <a:gd name="connsiteY30" fmla="*/ 82007 h 178552"/>
                <a:gd name="connsiteX31" fmla="*/ 102748 w 121511"/>
                <a:gd name="connsiteY31" fmla="*/ 64254 h 178552"/>
                <a:gd name="connsiteX32" fmla="*/ 63232 w 121511"/>
                <a:gd name="connsiteY32" fmla="*/ 86573 h 178552"/>
                <a:gd name="connsiteX33" fmla="*/ 34583 w 121511"/>
                <a:gd name="connsiteY33" fmla="*/ 108892 h 178552"/>
                <a:gd name="connsiteX34" fmla="*/ 59034 w 121511"/>
                <a:gd name="connsiteY34" fmla="*/ 7695 h 178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511" h="178552">
                  <a:moveTo>
                    <a:pt x="59034" y="7695"/>
                  </a:moveTo>
                  <a:cubicBezTo>
                    <a:pt x="59281" y="7188"/>
                    <a:pt x="60022" y="3891"/>
                    <a:pt x="60022" y="3637"/>
                  </a:cubicBezTo>
                  <a:cubicBezTo>
                    <a:pt x="60022" y="2369"/>
                    <a:pt x="59034" y="86"/>
                    <a:pt x="56070" y="86"/>
                  </a:cubicBezTo>
                  <a:cubicBezTo>
                    <a:pt x="51131" y="86"/>
                    <a:pt x="30632" y="2115"/>
                    <a:pt x="24457" y="2622"/>
                  </a:cubicBezTo>
                  <a:cubicBezTo>
                    <a:pt x="22482" y="2876"/>
                    <a:pt x="19024" y="3130"/>
                    <a:pt x="19024" y="8456"/>
                  </a:cubicBezTo>
                  <a:cubicBezTo>
                    <a:pt x="19024" y="12007"/>
                    <a:pt x="22482" y="12007"/>
                    <a:pt x="25445" y="12007"/>
                  </a:cubicBezTo>
                  <a:cubicBezTo>
                    <a:pt x="37300" y="12007"/>
                    <a:pt x="37300" y="13782"/>
                    <a:pt x="37300" y="15811"/>
                  </a:cubicBezTo>
                  <a:cubicBezTo>
                    <a:pt x="37300" y="17586"/>
                    <a:pt x="36806" y="19108"/>
                    <a:pt x="36312" y="21391"/>
                  </a:cubicBezTo>
                  <a:lnTo>
                    <a:pt x="1489" y="164943"/>
                  </a:lnTo>
                  <a:cubicBezTo>
                    <a:pt x="254" y="169508"/>
                    <a:pt x="254" y="170016"/>
                    <a:pt x="254" y="170523"/>
                  </a:cubicBezTo>
                  <a:cubicBezTo>
                    <a:pt x="254" y="174327"/>
                    <a:pt x="3218" y="178639"/>
                    <a:pt x="8651" y="178639"/>
                  </a:cubicBezTo>
                  <a:cubicBezTo>
                    <a:pt x="15319" y="178639"/>
                    <a:pt x="18530" y="173567"/>
                    <a:pt x="20012" y="167987"/>
                  </a:cubicBezTo>
                  <a:cubicBezTo>
                    <a:pt x="20506" y="166972"/>
                    <a:pt x="31126" y="122334"/>
                    <a:pt x="32114" y="118783"/>
                  </a:cubicBezTo>
                  <a:cubicBezTo>
                    <a:pt x="49649" y="120559"/>
                    <a:pt x="63726" y="126392"/>
                    <a:pt x="63726" y="139581"/>
                  </a:cubicBezTo>
                  <a:cubicBezTo>
                    <a:pt x="63726" y="140849"/>
                    <a:pt x="63726" y="142117"/>
                    <a:pt x="63232" y="144653"/>
                  </a:cubicBezTo>
                  <a:cubicBezTo>
                    <a:pt x="62244" y="148458"/>
                    <a:pt x="62244" y="149726"/>
                    <a:pt x="62244" y="152516"/>
                  </a:cubicBezTo>
                  <a:cubicBezTo>
                    <a:pt x="62244" y="170523"/>
                    <a:pt x="76569" y="178639"/>
                    <a:pt x="88424" y="178639"/>
                  </a:cubicBezTo>
                  <a:cubicBezTo>
                    <a:pt x="112380" y="178639"/>
                    <a:pt x="119789" y="140088"/>
                    <a:pt x="119789" y="139834"/>
                  </a:cubicBezTo>
                  <a:cubicBezTo>
                    <a:pt x="119789" y="136537"/>
                    <a:pt x="116579" y="136537"/>
                    <a:pt x="115838" y="136537"/>
                  </a:cubicBezTo>
                  <a:cubicBezTo>
                    <a:pt x="112380" y="136537"/>
                    <a:pt x="112133" y="137805"/>
                    <a:pt x="110898" y="142624"/>
                  </a:cubicBezTo>
                  <a:cubicBezTo>
                    <a:pt x="107934" y="153530"/>
                    <a:pt x="101266" y="171538"/>
                    <a:pt x="89164" y="171538"/>
                  </a:cubicBezTo>
                  <a:cubicBezTo>
                    <a:pt x="82496" y="171538"/>
                    <a:pt x="80520" y="165197"/>
                    <a:pt x="80520" y="158349"/>
                  </a:cubicBezTo>
                  <a:cubicBezTo>
                    <a:pt x="80520" y="154037"/>
                    <a:pt x="80520" y="153530"/>
                    <a:pt x="82002" y="146936"/>
                  </a:cubicBezTo>
                  <a:cubicBezTo>
                    <a:pt x="82249" y="146175"/>
                    <a:pt x="83237" y="141863"/>
                    <a:pt x="83237" y="139073"/>
                  </a:cubicBezTo>
                  <a:cubicBezTo>
                    <a:pt x="83237" y="116501"/>
                    <a:pt x="53600" y="112950"/>
                    <a:pt x="43227" y="112189"/>
                  </a:cubicBezTo>
                  <a:cubicBezTo>
                    <a:pt x="50390" y="107624"/>
                    <a:pt x="59528" y="99254"/>
                    <a:pt x="63726" y="95450"/>
                  </a:cubicBezTo>
                  <a:cubicBezTo>
                    <a:pt x="76322" y="83276"/>
                    <a:pt x="88671" y="71355"/>
                    <a:pt x="102501" y="71355"/>
                  </a:cubicBezTo>
                  <a:cubicBezTo>
                    <a:pt x="105465" y="71355"/>
                    <a:pt x="108675" y="72116"/>
                    <a:pt x="110651" y="74652"/>
                  </a:cubicBezTo>
                  <a:cubicBezTo>
                    <a:pt x="100031" y="76428"/>
                    <a:pt x="97809" y="85051"/>
                    <a:pt x="97809" y="88855"/>
                  </a:cubicBezTo>
                  <a:cubicBezTo>
                    <a:pt x="97809" y="94435"/>
                    <a:pt x="102007" y="98240"/>
                    <a:pt x="107688" y="98240"/>
                  </a:cubicBezTo>
                  <a:cubicBezTo>
                    <a:pt x="114356" y="98240"/>
                    <a:pt x="121765" y="92660"/>
                    <a:pt x="121765" y="82007"/>
                  </a:cubicBezTo>
                  <a:cubicBezTo>
                    <a:pt x="121765" y="73638"/>
                    <a:pt x="115838" y="64254"/>
                    <a:pt x="102748" y="64254"/>
                  </a:cubicBezTo>
                  <a:cubicBezTo>
                    <a:pt x="88671" y="64254"/>
                    <a:pt x="75828" y="74652"/>
                    <a:pt x="63232" y="86573"/>
                  </a:cubicBezTo>
                  <a:cubicBezTo>
                    <a:pt x="52859" y="96718"/>
                    <a:pt x="44709" y="104580"/>
                    <a:pt x="34583" y="108892"/>
                  </a:cubicBezTo>
                  <a:lnTo>
                    <a:pt x="59034" y="7695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4E8C0A5-5A45-18FB-8305-92E98C43232F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10456194" y="4649053"/>
              <a:ext cx="81854" cy="362323"/>
            </a:xfrm>
            <a:custGeom>
              <a:avLst/>
              <a:gdLst>
                <a:gd name="connsiteX0" fmla="*/ 82113 w 81854"/>
                <a:gd name="connsiteY0" fmla="*/ 181246 h 362323"/>
                <a:gd name="connsiteX1" fmla="*/ 58827 w 81854"/>
                <a:gd name="connsiteY1" fmla="*/ 68201 h 362323"/>
                <a:gd name="connsiteX2" fmla="*/ 3787 w 81854"/>
                <a:gd name="connsiteY2" fmla="*/ 85 h 362323"/>
                <a:gd name="connsiteX3" fmla="*/ 259 w 81854"/>
                <a:gd name="connsiteY3" fmla="*/ 3708 h 362323"/>
                <a:gd name="connsiteX4" fmla="*/ 6962 w 81854"/>
                <a:gd name="connsiteY4" fmla="*/ 12041 h 362323"/>
                <a:gd name="connsiteX5" fmla="*/ 61649 w 81854"/>
                <a:gd name="connsiteY5" fmla="*/ 181246 h 362323"/>
                <a:gd name="connsiteX6" fmla="*/ 4846 w 81854"/>
                <a:gd name="connsiteY6" fmla="*/ 352625 h 362323"/>
                <a:gd name="connsiteX7" fmla="*/ 259 w 81854"/>
                <a:gd name="connsiteY7" fmla="*/ 358785 h 362323"/>
                <a:gd name="connsiteX8" fmla="*/ 3787 w 81854"/>
                <a:gd name="connsiteY8" fmla="*/ 362408 h 362323"/>
                <a:gd name="connsiteX9" fmla="*/ 59885 w 81854"/>
                <a:gd name="connsiteY9" fmla="*/ 291755 h 362323"/>
                <a:gd name="connsiteX10" fmla="*/ 82113 w 81854"/>
                <a:gd name="connsiteY10" fmla="*/ 181246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854" h="362323">
                  <a:moveTo>
                    <a:pt x="82113" y="181246"/>
                  </a:moveTo>
                  <a:cubicBezTo>
                    <a:pt x="82113" y="152985"/>
                    <a:pt x="78232" y="109144"/>
                    <a:pt x="58827" y="68201"/>
                  </a:cubicBezTo>
                  <a:cubicBezTo>
                    <a:pt x="37658" y="23636"/>
                    <a:pt x="7315" y="85"/>
                    <a:pt x="3787" y="85"/>
                  </a:cubicBezTo>
                  <a:cubicBezTo>
                    <a:pt x="1670" y="85"/>
                    <a:pt x="259" y="1534"/>
                    <a:pt x="259" y="3708"/>
                  </a:cubicBezTo>
                  <a:cubicBezTo>
                    <a:pt x="259" y="4795"/>
                    <a:pt x="259" y="5520"/>
                    <a:pt x="6962" y="12041"/>
                  </a:cubicBezTo>
                  <a:cubicBezTo>
                    <a:pt x="41539" y="47911"/>
                    <a:pt x="61649" y="105521"/>
                    <a:pt x="61649" y="181246"/>
                  </a:cubicBezTo>
                  <a:cubicBezTo>
                    <a:pt x="61649" y="243203"/>
                    <a:pt x="48595" y="306972"/>
                    <a:pt x="4846" y="352625"/>
                  </a:cubicBezTo>
                  <a:cubicBezTo>
                    <a:pt x="259" y="356973"/>
                    <a:pt x="259" y="357698"/>
                    <a:pt x="259" y="358785"/>
                  </a:cubicBezTo>
                  <a:cubicBezTo>
                    <a:pt x="259" y="360958"/>
                    <a:pt x="1670" y="362408"/>
                    <a:pt x="3787" y="362408"/>
                  </a:cubicBezTo>
                  <a:cubicBezTo>
                    <a:pt x="7315" y="362408"/>
                    <a:pt x="39069" y="337770"/>
                    <a:pt x="59885" y="291755"/>
                  </a:cubicBezTo>
                  <a:cubicBezTo>
                    <a:pt x="77879" y="251899"/>
                    <a:pt x="82113" y="211681"/>
                    <a:pt x="82113" y="181246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91D1693-3E6D-16E0-9B62-046B0E991BD9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10593402" y="4649053"/>
              <a:ext cx="81854" cy="362323"/>
            </a:xfrm>
            <a:custGeom>
              <a:avLst/>
              <a:gdLst>
                <a:gd name="connsiteX0" fmla="*/ 82117 w 81854"/>
                <a:gd name="connsiteY0" fmla="*/ 181246 h 362323"/>
                <a:gd name="connsiteX1" fmla="*/ 58831 w 81854"/>
                <a:gd name="connsiteY1" fmla="*/ 68201 h 362323"/>
                <a:gd name="connsiteX2" fmla="*/ 3791 w 81854"/>
                <a:gd name="connsiteY2" fmla="*/ 85 h 362323"/>
                <a:gd name="connsiteX3" fmla="*/ 263 w 81854"/>
                <a:gd name="connsiteY3" fmla="*/ 3708 h 362323"/>
                <a:gd name="connsiteX4" fmla="*/ 6966 w 81854"/>
                <a:gd name="connsiteY4" fmla="*/ 12041 h 362323"/>
                <a:gd name="connsiteX5" fmla="*/ 61653 w 81854"/>
                <a:gd name="connsiteY5" fmla="*/ 181246 h 362323"/>
                <a:gd name="connsiteX6" fmla="*/ 4849 w 81854"/>
                <a:gd name="connsiteY6" fmla="*/ 352625 h 362323"/>
                <a:gd name="connsiteX7" fmla="*/ 263 w 81854"/>
                <a:gd name="connsiteY7" fmla="*/ 358785 h 362323"/>
                <a:gd name="connsiteX8" fmla="*/ 3791 w 81854"/>
                <a:gd name="connsiteY8" fmla="*/ 362408 h 362323"/>
                <a:gd name="connsiteX9" fmla="*/ 59889 w 81854"/>
                <a:gd name="connsiteY9" fmla="*/ 291755 h 362323"/>
                <a:gd name="connsiteX10" fmla="*/ 82117 w 81854"/>
                <a:gd name="connsiteY10" fmla="*/ 181246 h 36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854" h="362323">
                  <a:moveTo>
                    <a:pt x="82117" y="181246"/>
                  </a:moveTo>
                  <a:cubicBezTo>
                    <a:pt x="82117" y="152985"/>
                    <a:pt x="78236" y="109144"/>
                    <a:pt x="58831" y="68201"/>
                  </a:cubicBezTo>
                  <a:cubicBezTo>
                    <a:pt x="37662" y="23636"/>
                    <a:pt x="7319" y="85"/>
                    <a:pt x="3791" y="85"/>
                  </a:cubicBezTo>
                  <a:cubicBezTo>
                    <a:pt x="1674" y="85"/>
                    <a:pt x="263" y="1534"/>
                    <a:pt x="263" y="3708"/>
                  </a:cubicBezTo>
                  <a:cubicBezTo>
                    <a:pt x="263" y="4795"/>
                    <a:pt x="263" y="5520"/>
                    <a:pt x="6966" y="12041"/>
                  </a:cubicBezTo>
                  <a:cubicBezTo>
                    <a:pt x="41543" y="47911"/>
                    <a:pt x="61653" y="105521"/>
                    <a:pt x="61653" y="181246"/>
                  </a:cubicBezTo>
                  <a:cubicBezTo>
                    <a:pt x="61653" y="243203"/>
                    <a:pt x="48599" y="306972"/>
                    <a:pt x="4849" y="352625"/>
                  </a:cubicBezTo>
                  <a:cubicBezTo>
                    <a:pt x="263" y="356973"/>
                    <a:pt x="263" y="357698"/>
                    <a:pt x="263" y="358785"/>
                  </a:cubicBezTo>
                  <a:cubicBezTo>
                    <a:pt x="263" y="360958"/>
                    <a:pt x="1674" y="362408"/>
                    <a:pt x="3791" y="362408"/>
                  </a:cubicBezTo>
                  <a:cubicBezTo>
                    <a:pt x="7319" y="362408"/>
                    <a:pt x="39073" y="337770"/>
                    <a:pt x="59889" y="291755"/>
                  </a:cubicBezTo>
                  <a:cubicBezTo>
                    <a:pt x="77883" y="251899"/>
                    <a:pt x="82117" y="211681"/>
                    <a:pt x="82117" y="181246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B2098C7-EB40-BFDD-AD30-C4E4F740CD40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10808660" y="4709561"/>
              <a:ext cx="234625" cy="241307"/>
            </a:xfrm>
            <a:custGeom>
              <a:avLst/>
              <a:gdLst>
                <a:gd name="connsiteX0" fmla="*/ 124814 w 234625"/>
                <a:gd name="connsiteY0" fmla="*/ 127985 h 241307"/>
                <a:gd name="connsiteX1" fmla="*/ 223251 w 234625"/>
                <a:gd name="connsiteY1" fmla="*/ 127985 h 241307"/>
                <a:gd name="connsiteX2" fmla="*/ 234894 w 234625"/>
                <a:gd name="connsiteY2" fmla="*/ 120738 h 241307"/>
                <a:gd name="connsiteX3" fmla="*/ 223251 w 234625"/>
                <a:gd name="connsiteY3" fmla="*/ 113492 h 241307"/>
                <a:gd name="connsiteX4" fmla="*/ 124814 w 234625"/>
                <a:gd name="connsiteY4" fmla="*/ 113492 h 241307"/>
                <a:gd name="connsiteX5" fmla="*/ 124814 w 234625"/>
                <a:gd name="connsiteY5" fmla="*/ 12041 h 241307"/>
                <a:gd name="connsiteX6" fmla="*/ 117758 w 234625"/>
                <a:gd name="connsiteY6" fmla="*/ 85 h 241307"/>
                <a:gd name="connsiteX7" fmla="*/ 110701 w 234625"/>
                <a:gd name="connsiteY7" fmla="*/ 12041 h 241307"/>
                <a:gd name="connsiteX8" fmla="*/ 110701 w 234625"/>
                <a:gd name="connsiteY8" fmla="*/ 113492 h 241307"/>
                <a:gd name="connsiteX9" fmla="*/ 11912 w 234625"/>
                <a:gd name="connsiteY9" fmla="*/ 113492 h 241307"/>
                <a:gd name="connsiteX10" fmla="*/ 269 w 234625"/>
                <a:gd name="connsiteY10" fmla="*/ 120738 h 241307"/>
                <a:gd name="connsiteX11" fmla="*/ 11912 w 234625"/>
                <a:gd name="connsiteY11" fmla="*/ 127985 h 241307"/>
                <a:gd name="connsiteX12" fmla="*/ 110701 w 234625"/>
                <a:gd name="connsiteY12" fmla="*/ 127985 h 241307"/>
                <a:gd name="connsiteX13" fmla="*/ 110701 w 234625"/>
                <a:gd name="connsiteY13" fmla="*/ 229435 h 241307"/>
                <a:gd name="connsiteX14" fmla="*/ 117758 w 234625"/>
                <a:gd name="connsiteY14" fmla="*/ 241392 h 241307"/>
                <a:gd name="connsiteX15" fmla="*/ 124814 w 234625"/>
                <a:gd name="connsiteY15" fmla="*/ 229435 h 241307"/>
                <a:gd name="connsiteX16" fmla="*/ 124814 w 234625"/>
                <a:gd name="connsiteY16" fmla="*/ 127985 h 241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4625" h="241307">
                  <a:moveTo>
                    <a:pt x="124814" y="127985"/>
                  </a:moveTo>
                  <a:lnTo>
                    <a:pt x="223251" y="127985"/>
                  </a:lnTo>
                  <a:cubicBezTo>
                    <a:pt x="228190" y="127985"/>
                    <a:pt x="234894" y="127985"/>
                    <a:pt x="234894" y="120738"/>
                  </a:cubicBezTo>
                  <a:cubicBezTo>
                    <a:pt x="234894" y="113492"/>
                    <a:pt x="228190" y="113492"/>
                    <a:pt x="223251" y="113492"/>
                  </a:cubicBezTo>
                  <a:lnTo>
                    <a:pt x="124814" y="113492"/>
                  </a:lnTo>
                  <a:lnTo>
                    <a:pt x="124814" y="12041"/>
                  </a:lnTo>
                  <a:cubicBezTo>
                    <a:pt x="124814" y="6969"/>
                    <a:pt x="124814" y="85"/>
                    <a:pt x="117758" y="85"/>
                  </a:cubicBezTo>
                  <a:cubicBezTo>
                    <a:pt x="110701" y="85"/>
                    <a:pt x="110701" y="6969"/>
                    <a:pt x="110701" y="12041"/>
                  </a:cubicBezTo>
                  <a:lnTo>
                    <a:pt x="110701" y="113492"/>
                  </a:lnTo>
                  <a:lnTo>
                    <a:pt x="11912" y="113492"/>
                  </a:lnTo>
                  <a:cubicBezTo>
                    <a:pt x="6972" y="113492"/>
                    <a:pt x="269" y="113492"/>
                    <a:pt x="269" y="120738"/>
                  </a:cubicBezTo>
                  <a:cubicBezTo>
                    <a:pt x="269" y="127985"/>
                    <a:pt x="6972" y="127985"/>
                    <a:pt x="11912" y="127985"/>
                  </a:cubicBezTo>
                  <a:lnTo>
                    <a:pt x="110701" y="127985"/>
                  </a:lnTo>
                  <a:lnTo>
                    <a:pt x="110701" y="229435"/>
                  </a:lnTo>
                  <a:cubicBezTo>
                    <a:pt x="110701" y="234508"/>
                    <a:pt x="110701" y="241392"/>
                    <a:pt x="117758" y="241392"/>
                  </a:cubicBezTo>
                  <a:cubicBezTo>
                    <a:pt x="124814" y="241392"/>
                    <a:pt x="124814" y="234508"/>
                    <a:pt x="124814" y="229435"/>
                  </a:cubicBezTo>
                  <a:lnTo>
                    <a:pt x="124814" y="127985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7C2C3D0-8C71-2669-EF1C-8484668EBBE7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11155480" y="4672241"/>
              <a:ext cx="240623" cy="248553"/>
            </a:xfrm>
            <a:custGeom>
              <a:avLst/>
              <a:gdLst>
                <a:gd name="connsiteX0" fmla="*/ 88484 w 240623"/>
                <a:gd name="connsiteY0" fmla="*/ 139217 h 248553"/>
                <a:gd name="connsiteX1" fmla="*/ 150933 w 240623"/>
                <a:gd name="connsiteY1" fmla="*/ 139217 h 248553"/>
                <a:gd name="connsiteX2" fmla="*/ 240902 w 240623"/>
                <a:gd name="connsiteY2" fmla="*/ 70738 h 248553"/>
                <a:gd name="connsiteX3" fmla="*/ 147405 w 240623"/>
                <a:gd name="connsiteY3" fmla="*/ 85 h 248553"/>
                <a:gd name="connsiteX4" fmla="*/ 279 w 240623"/>
                <a:gd name="connsiteY4" fmla="*/ 85 h 248553"/>
                <a:gd name="connsiteX5" fmla="*/ 279 w 240623"/>
                <a:gd name="connsiteY5" fmla="*/ 17114 h 248553"/>
                <a:gd name="connsiteX6" fmla="*/ 38383 w 240623"/>
                <a:gd name="connsiteY6" fmla="*/ 17114 h 248553"/>
                <a:gd name="connsiteX7" fmla="*/ 38383 w 240623"/>
                <a:gd name="connsiteY7" fmla="*/ 231609 h 248553"/>
                <a:gd name="connsiteX8" fmla="*/ 279 w 240623"/>
                <a:gd name="connsiteY8" fmla="*/ 231609 h 248553"/>
                <a:gd name="connsiteX9" fmla="*/ 279 w 240623"/>
                <a:gd name="connsiteY9" fmla="*/ 248638 h 248553"/>
                <a:gd name="connsiteX10" fmla="*/ 63433 w 240623"/>
                <a:gd name="connsiteY10" fmla="*/ 247551 h 248553"/>
                <a:gd name="connsiteX11" fmla="*/ 126588 w 240623"/>
                <a:gd name="connsiteY11" fmla="*/ 248638 h 248553"/>
                <a:gd name="connsiteX12" fmla="*/ 126588 w 240623"/>
                <a:gd name="connsiteY12" fmla="*/ 231609 h 248553"/>
                <a:gd name="connsiteX13" fmla="*/ 88484 w 240623"/>
                <a:gd name="connsiteY13" fmla="*/ 231609 h 248553"/>
                <a:gd name="connsiteX14" fmla="*/ 88484 w 240623"/>
                <a:gd name="connsiteY14" fmla="*/ 139217 h 248553"/>
                <a:gd name="connsiteX15" fmla="*/ 133645 w 240623"/>
                <a:gd name="connsiteY15" fmla="*/ 124361 h 248553"/>
                <a:gd name="connsiteX16" fmla="*/ 86367 w 240623"/>
                <a:gd name="connsiteY16" fmla="*/ 124361 h 248553"/>
                <a:gd name="connsiteX17" fmla="*/ 86367 w 240623"/>
                <a:gd name="connsiteY17" fmla="*/ 17114 h 248553"/>
                <a:gd name="connsiteX18" fmla="*/ 133997 w 240623"/>
                <a:gd name="connsiteY18" fmla="*/ 17114 h 248553"/>
                <a:gd name="connsiteX19" fmla="*/ 186920 w 240623"/>
                <a:gd name="connsiteY19" fmla="*/ 70738 h 248553"/>
                <a:gd name="connsiteX20" fmla="*/ 133645 w 240623"/>
                <a:gd name="connsiteY20" fmla="*/ 124361 h 248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40623" h="248553">
                  <a:moveTo>
                    <a:pt x="88484" y="139217"/>
                  </a:moveTo>
                  <a:lnTo>
                    <a:pt x="150933" y="139217"/>
                  </a:lnTo>
                  <a:cubicBezTo>
                    <a:pt x="199975" y="139217"/>
                    <a:pt x="240902" y="113130"/>
                    <a:pt x="240902" y="70738"/>
                  </a:cubicBezTo>
                  <a:cubicBezTo>
                    <a:pt x="240902" y="30882"/>
                    <a:pt x="205973" y="85"/>
                    <a:pt x="147405" y="85"/>
                  </a:cubicBezTo>
                  <a:lnTo>
                    <a:pt x="279" y="85"/>
                  </a:lnTo>
                  <a:lnTo>
                    <a:pt x="279" y="17114"/>
                  </a:lnTo>
                  <a:lnTo>
                    <a:pt x="38383" y="17114"/>
                  </a:lnTo>
                  <a:lnTo>
                    <a:pt x="38383" y="231609"/>
                  </a:lnTo>
                  <a:lnTo>
                    <a:pt x="279" y="231609"/>
                  </a:lnTo>
                  <a:lnTo>
                    <a:pt x="279" y="248638"/>
                  </a:lnTo>
                  <a:cubicBezTo>
                    <a:pt x="13686" y="247551"/>
                    <a:pt x="48262" y="247551"/>
                    <a:pt x="63433" y="247551"/>
                  </a:cubicBezTo>
                  <a:cubicBezTo>
                    <a:pt x="78605" y="247551"/>
                    <a:pt x="113181" y="247551"/>
                    <a:pt x="126588" y="248638"/>
                  </a:cubicBezTo>
                  <a:lnTo>
                    <a:pt x="126588" y="231609"/>
                  </a:lnTo>
                  <a:lnTo>
                    <a:pt x="88484" y="231609"/>
                  </a:lnTo>
                  <a:lnTo>
                    <a:pt x="88484" y="139217"/>
                  </a:lnTo>
                  <a:close/>
                  <a:moveTo>
                    <a:pt x="133645" y="124361"/>
                  </a:moveTo>
                  <a:lnTo>
                    <a:pt x="86367" y="124361"/>
                  </a:lnTo>
                  <a:lnTo>
                    <a:pt x="86367" y="17114"/>
                  </a:lnTo>
                  <a:lnTo>
                    <a:pt x="133997" y="17114"/>
                  </a:lnTo>
                  <a:cubicBezTo>
                    <a:pt x="186920" y="17114"/>
                    <a:pt x="186920" y="44650"/>
                    <a:pt x="186920" y="70738"/>
                  </a:cubicBezTo>
                  <a:cubicBezTo>
                    <a:pt x="186920" y="96463"/>
                    <a:pt x="186920" y="124361"/>
                    <a:pt x="133645" y="124361"/>
                  </a:cubicBez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2453D37-416A-CC42-87ED-B188092D162C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11546362" y="4725140"/>
              <a:ext cx="176409" cy="210147"/>
            </a:xfrm>
            <a:custGeom>
              <a:avLst/>
              <a:gdLst>
                <a:gd name="connsiteX0" fmla="*/ 164351 w 176409"/>
                <a:gd name="connsiteY0" fmla="*/ 112405 h 210147"/>
                <a:gd name="connsiteX1" fmla="*/ 176699 w 176409"/>
                <a:gd name="connsiteY1" fmla="*/ 105158 h 210147"/>
                <a:gd name="connsiteX2" fmla="*/ 164351 w 176409"/>
                <a:gd name="connsiteY2" fmla="*/ 97912 h 210147"/>
                <a:gd name="connsiteX3" fmla="*/ 14755 w 176409"/>
                <a:gd name="connsiteY3" fmla="*/ 97912 h 210147"/>
                <a:gd name="connsiteX4" fmla="*/ 109311 w 176409"/>
                <a:gd name="connsiteY4" fmla="*/ 14578 h 210147"/>
                <a:gd name="connsiteX5" fmla="*/ 164351 w 176409"/>
                <a:gd name="connsiteY5" fmla="*/ 14578 h 210147"/>
                <a:gd name="connsiteX6" fmla="*/ 176699 w 176409"/>
                <a:gd name="connsiteY6" fmla="*/ 7331 h 210147"/>
                <a:gd name="connsiteX7" fmla="*/ 164351 w 176409"/>
                <a:gd name="connsiteY7" fmla="*/ 85 h 210147"/>
                <a:gd name="connsiteX8" fmla="*/ 108605 w 176409"/>
                <a:gd name="connsiteY8" fmla="*/ 85 h 210147"/>
                <a:gd name="connsiteX9" fmla="*/ 289 w 176409"/>
                <a:gd name="connsiteY9" fmla="*/ 105158 h 210147"/>
                <a:gd name="connsiteX10" fmla="*/ 108605 w 176409"/>
                <a:gd name="connsiteY10" fmla="*/ 210232 h 210147"/>
                <a:gd name="connsiteX11" fmla="*/ 164351 w 176409"/>
                <a:gd name="connsiteY11" fmla="*/ 210232 h 210147"/>
                <a:gd name="connsiteX12" fmla="*/ 176699 w 176409"/>
                <a:gd name="connsiteY12" fmla="*/ 202986 h 210147"/>
                <a:gd name="connsiteX13" fmla="*/ 164351 w 176409"/>
                <a:gd name="connsiteY13" fmla="*/ 195739 h 210147"/>
                <a:gd name="connsiteX14" fmla="*/ 109311 w 176409"/>
                <a:gd name="connsiteY14" fmla="*/ 195739 h 210147"/>
                <a:gd name="connsiteX15" fmla="*/ 14755 w 176409"/>
                <a:gd name="connsiteY15" fmla="*/ 112405 h 210147"/>
                <a:gd name="connsiteX16" fmla="*/ 164351 w 176409"/>
                <a:gd name="connsiteY16" fmla="*/ 112405 h 210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6409" h="210147">
                  <a:moveTo>
                    <a:pt x="164351" y="112405"/>
                  </a:moveTo>
                  <a:cubicBezTo>
                    <a:pt x="170348" y="112405"/>
                    <a:pt x="176699" y="112405"/>
                    <a:pt x="176699" y="105158"/>
                  </a:cubicBezTo>
                  <a:cubicBezTo>
                    <a:pt x="176699" y="97912"/>
                    <a:pt x="170348" y="97912"/>
                    <a:pt x="164351" y="97912"/>
                  </a:cubicBezTo>
                  <a:lnTo>
                    <a:pt x="14755" y="97912"/>
                  </a:lnTo>
                  <a:cubicBezTo>
                    <a:pt x="18989" y="49361"/>
                    <a:pt x="59563" y="14578"/>
                    <a:pt x="109311" y="14578"/>
                  </a:cubicBezTo>
                  <a:lnTo>
                    <a:pt x="164351" y="14578"/>
                  </a:lnTo>
                  <a:cubicBezTo>
                    <a:pt x="170348" y="14578"/>
                    <a:pt x="176699" y="14578"/>
                    <a:pt x="176699" y="7331"/>
                  </a:cubicBezTo>
                  <a:cubicBezTo>
                    <a:pt x="176699" y="85"/>
                    <a:pt x="170348" y="85"/>
                    <a:pt x="164351" y="85"/>
                  </a:cubicBezTo>
                  <a:lnTo>
                    <a:pt x="108605" y="85"/>
                  </a:lnTo>
                  <a:cubicBezTo>
                    <a:pt x="48273" y="85"/>
                    <a:pt x="289" y="47187"/>
                    <a:pt x="289" y="105158"/>
                  </a:cubicBezTo>
                  <a:cubicBezTo>
                    <a:pt x="289" y="163130"/>
                    <a:pt x="48273" y="210232"/>
                    <a:pt x="108605" y="210232"/>
                  </a:cubicBezTo>
                  <a:lnTo>
                    <a:pt x="164351" y="210232"/>
                  </a:lnTo>
                  <a:cubicBezTo>
                    <a:pt x="170348" y="210232"/>
                    <a:pt x="176699" y="210232"/>
                    <a:pt x="176699" y="202986"/>
                  </a:cubicBezTo>
                  <a:cubicBezTo>
                    <a:pt x="176699" y="195739"/>
                    <a:pt x="170348" y="195739"/>
                    <a:pt x="164351" y="195739"/>
                  </a:cubicBezTo>
                  <a:lnTo>
                    <a:pt x="109311" y="195739"/>
                  </a:lnTo>
                  <a:cubicBezTo>
                    <a:pt x="59563" y="195739"/>
                    <a:pt x="18989" y="160956"/>
                    <a:pt x="14755" y="112405"/>
                  </a:cubicBezTo>
                  <a:lnTo>
                    <a:pt x="164351" y="112405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85981CF-B640-6F75-9BB2-B4F677F86717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11855940" y="4672604"/>
              <a:ext cx="242387" cy="248191"/>
            </a:xfrm>
            <a:custGeom>
              <a:avLst/>
              <a:gdLst>
                <a:gd name="connsiteX0" fmla="*/ 89209 w 242387"/>
                <a:gd name="connsiteY0" fmla="*/ 134507 h 248191"/>
                <a:gd name="connsiteX1" fmla="*/ 101911 w 242387"/>
                <a:gd name="connsiteY1" fmla="*/ 134507 h 248191"/>
                <a:gd name="connsiteX2" fmla="*/ 154834 w 242387"/>
                <a:gd name="connsiteY2" fmla="*/ 218566 h 248191"/>
                <a:gd name="connsiteX3" fmla="*/ 170711 w 242387"/>
                <a:gd name="connsiteY3" fmla="*/ 243928 h 248191"/>
                <a:gd name="connsiteX4" fmla="*/ 182354 w 242387"/>
                <a:gd name="connsiteY4" fmla="*/ 248276 h 248191"/>
                <a:gd name="connsiteX5" fmla="*/ 231043 w 242387"/>
                <a:gd name="connsiteY5" fmla="*/ 248276 h 248191"/>
                <a:gd name="connsiteX6" fmla="*/ 242686 w 242387"/>
                <a:gd name="connsiteY6" fmla="*/ 241754 h 248191"/>
                <a:gd name="connsiteX7" fmla="*/ 237394 w 242387"/>
                <a:gd name="connsiteY7" fmla="*/ 235595 h 248191"/>
                <a:gd name="connsiteX8" fmla="*/ 198583 w 242387"/>
                <a:gd name="connsiteY8" fmla="*/ 197188 h 248191"/>
                <a:gd name="connsiteX9" fmla="*/ 154834 w 242387"/>
                <a:gd name="connsiteY9" fmla="*/ 130521 h 248191"/>
                <a:gd name="connsiteX10" fmla="*/ 216577 w 242387"/>
                <a:gd name="connsiteY10" fmla="*/ 67839 h 248191"/>
                <a:gd name="connsiteX11" fmla="*/ 123080 w 242387"/>
                <a:gd name="connsiteY11" fmla="*/ 85 h 248191"/>
                <a:gd name="connsiteX12" fmla="*/ 12295 w 242387"/>
                <a:gd name="connsiteY12" fmla="*/ 85 h 248191"/>
                <a:gd name="connsiteX13" fmla="*/ 299 w 242387"/>
                <a:gd name="connsiteY13" fmla="*/ 6606 h 248191"/>
                <a:gd name="connsiteX14" fmla="*/ 9825 w 242387"/>
                <a:gd name="connsiteY14" fmla="*/ 12766 h 248191"/>
                <a:gd name="connsiteX15" fmla="*/ 31700 w 242387"/>
                <a:gd name="connsiteY15" fmla="*/ 33418 h 248191"/>
                <a:gd name="connsiteX16" fmla="*/ 31700 w 242387"/>
                <a:gd name="connsiteY16" fmla="*/ 214942 h 248191"/>
                <a:gd name="connsiteX17" fmla="*/ 9825 w 242387"/>
                <a:gd name="connsiteY17" fmla="*/ 235595 h 248191"/>
                <a:gd name="connsiteX18" fmla="*/ 299 w 242387"/>
                <a:gd name="connsiteY18" fmla="*/ 241754 h 248191"/>
                <a:gd name="connsiteX19" fmla="*/ 12295 w 242387"/>
                <a:gd name="connsiteY19" fmla="*/ 248276 h 248191"/>
                <a:gd name="connsiteX20" fmla="*/ 108967 w 242387"/>
                <a:gd name="connsiteY20" fmla="*/ 248276 h 248191"/>
                <a:gd name="connsiteX21" fmla="*/ 120610 w 242387"/>
                <a:gd name="connsiteY21" fmla="*/ 241754 h 248191"/>
                <a:gd name="connsiteX22" fmla="*/ 110731 w 242387"/>
                <a:gd name="connsiteY22" fmla="*/ 235595 h 248191"/>
                <a:gd name="connsiteX23" fmla="*/ 89209 w 242387"/>
                <a:gd name="connsiteY23" fmla="*/ 214942 h 248191"/>
                <a:gd name="connsiteX24" fmla="*/ 89209 w 242387"/>
                <a:gd name="connsiteY24" fmla="*/ 134507 h 248191"/>
                <a:gd name="connsiteX25" fmla="*/ 157304 w 242387"/>
                <a:gd name="connsiteY25" fmla="*/ 116753 h 248191"/>
                <a:gd name="connsiteX26" fmla="*/ 168241 w 242387"/>
                <a:gd name="connsiteY26" fmla="*/ 68201 h 248191"/>
                <a:gd name="connsiteX27" fmla="*/ 154834 w 242387"/>
                <a:gd name="connsiteY27" fmla="*/ 16752 h 248191"/>
                <a:gd name="connsiteX28" fmla="*/ 204229 w 242387"/>
                <a:gd name="connsiteY28" fmla="*/ 67839 h 248191"/>
                <a:gd name="connsiteX29" fmla="*/ 157304 w 242387"/>
                <a:gd name="connsiteY29" fmla="*/ 116753 h 248191"/>
                <a:gd name="connsiteX30" fmla="*/ 89209 w 242387"/>
                <a:gd name="connsiteY30" fmla="*/ 32331 h 248191"/>
                <a:gd name="connsiteX31" fmla="*/ 111084 w 242387"/>
                <a:gd name="connsiteY31" fmla="*/ 12766 h 248191"/>
                <a:gd name="connsiteX32" fmla="*/ 155892 w 242387"/>
                <a:gd name="connsiteY32" fmla="*/ 68201 h 248191"/>
                <a:gd name="connsiteX33" fmla="*/ 89209 w 242387"/>
                <a:gd name="connsiteY33" fmla="*/ 121825 h 248191"/>
                <a:gd name="connsiteX34" fmla="*/ 89209 w 242387"/>
                <a:gd name="connsiteY34" fmla="*/ 32331 h 248191"/>
                <a:gd name="connsiteX35" fmla="*/ 41226 w 242387"/>
                <a:gd name="connsiteY35" fmla="*/ 235595 h 248191"/>
                <a:gd name="connsiteX36" fmla="*/ 44048 w 242387"/>
                <a:gd name="connsiteY36" fmla="*/ 215667 h 248191"/>
                <a:gd name="connsiteX37" fmla="*/ 44048 w 242387"/>
                <a:gd name="connsiteY37" fmla="*/ 32694 h 248191"/>
                <a:gd name="connsiteX38" fmla="*/ 41226 w 242387"/>
                <a:gd name="connsiteY38" fmla="*/ 12766 h 248191"/>
                <a:gd name="connsiteX39" fmla="*/ 81447 w 242387"/>
                <a:gd name="connsiteY39" fmla="*/ 12766 h 248191"/>
                <a:gd name="connsiteX40" fmla="*/ 76861 w 242387"/>
                <a:gd name="connsiteY40" fmla="*/ 31244 h 248191"/>
                <a:gd name="connsiteX41" fmla="*/ 76861 w 242387"/>
                <a:gd name="connsiteY41" fmla="*/ 215667 h 248191"/>
                <a:gd name="connsiteX42" fmla="*/ 79683 w 242387"/>
                <a:gd name="connsiteY42" fmla="*/ 235595 h 248191"/>
                <a:gd name="connsiteX43" fmla="*/ 41226 w 242387"/>
                <a:gd name="connsiteY43" fmla="*/ 235595 h 248191"/>
                <a:gd name="connsiteX44" fmla="*/ 116376 w 242387"/>
                <a:gd name="connsiteY44" fmla="*/ 134507 h 248191"/>
                <a:gd name="connsiteX45" fmla="*/ 123080 w 242387"/>
                <a:gd name="connsiteY45" fmla="*/ 133782 h 248191"/>
                <a:gd name="connsiteX46" fmla="*/ 141427 w 242387"/>
                <a:gd name="connsiteY46" fmla="*/ 132333 h 248191"/>
                <a:gd name="connsiteX47" fmla="*/ 214108 w 242387"/>
                <a:gd name="connsiteY47" fmla="*/ 235595 h 248191"/>
                <a:gd name="connsiteX48" fmla="*/ 179884 w 242387"/>
                <a:gd name="connsiteY48" fmla="*/ 235595 h 248191"/>
                <a:gd name="connsiteX49" fmla="*/ 116376 w 242387"/>
                <a:gd name="connsiteY49" fmla="*/ 134507 h 248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2387" h="248191">
                  <a:moveTo>
                    <a:pt x="89209" y="134507"/>
                  </a:moveTo>
                  <a:lnTo>
                    <a:pt x="101911" y="134507"/>
                  </a:lnTo>
                  <a:lnTo>
                    <a:pt x="154834" y="218566"/>
                  </a:lnTo>
                  <a:cubicBezTo>
                    <a:pt x="158362" y="224363"/>
                    <a:pt x="166830" y="238493"/>
                    <a:pt x="170711" y="243928"/>
                  </a:cubicBezTo>
                  <a:cubicBezTo>
                    <a:pt x="173180" y="248276"/>
                    <a:pt x="174239" y="248276"/>
                    <a:pt x="182354" y="248276"/>
                  </a:cubicBezTo>
                  <a:lnTo>
                    <a:pt x="231043" y="248276"/>
                  </a:lnTo>
                  <a:cubicBezTo>
                    <a:pt x="237394" y="248276"/>
                    <a:pt x="242686" y="248276"/>
                    <a:pt x="242686" y="241754"/>
                  </a:cubicBezTo>
                  <a:cubicBezTo>
                    <a:pt x="242686" y="238856"/>
                    <a:pt x="240569" y="236319"/>
                    <a:pt x="237394" y="235595"/>
                  </a:cubicBezTo>
                  <a:cubicBezTo>
                    <a:pt x="224339" y="232696"/>
                    <a:pt x="207051" y="208783"/>
                    <a:pt x="198583" y="197188"/>
                  </a:cubicBezTo>
                  <a:cubicBezTo>
                    <a:pt x="196114" y="193565"/>
                    <a:pt x="178473" y="169652"/>
                    <a:pt x="154834" y="130521"/>
                  </a:cubicBezTo>
                  <a:cubicBezTo>
                    <a:pt x="186235" y="124724"/>
                    <a:pt x="216577" y="110956"/>
                    <a:pt x="216577" y="67839"/>
                  </a:cubicBezTo>
                  <a:cubicBezTo>
                    <a:pt x="216577" y="17476"/>
                    <a:pt x="164713" y="85"/>
                    <a:pt x="123080" y="85"/>
                  </a:cubicBezTo>
                  <a:lnTo>
                    <a:pt x="12295" y="85"/>
                  </a:lnTo>
                  <a:cubicBezTo>
                    <a:pt x="5944" y="85"/>
                    <a:pt x="299" y="85"/>
                    <a:pt x="299" y="6606"/>
                  </a:cubicBezTo>
                  <a:cubicBezTo>
                    <a:pt x="299" y="12766"/>
                    <a:pt x="7002" y="12766"/>
                    <a:pt x="9825" y="12766"/>
                  </a:cubicBezTo>
                  <a:cubicBezTo>
                    <a:pt x="29936" y="12766"/>
                    <a:pt x="31700" y="15302"/>
                    <a:pt x="31700" y="33418"/>
                  </a:cubicBezTo>
                  <a:lnTo>
                    <a:pt x="31700" y="214942"/>
                  </a:lnTo>
                  <a:cubicBezTo>
                    <a:pt x="31700" y="233058"/>
                    <a:pt x="29936" y="235595"/>
                    <a:pt x="9825" y="235595"/>
                  </a:cubicBezTo>
                  <a:cubicBezTo>
                    <a:pt x="7002" y="235595"/>
                    <a:pt x="299" y="235595"/>
                    <a:pt x="299" y="241754"/>
                  </a:cubicBezTo>
                  <a:cubicBezTo>
                    <a:pt x="299" y="248276"/>
                    <a:pt x="5944" y="248276"/>
                    <a:pt x="12295" y="248276"/>
                  </a:cubicBezTo>
                  <a:lnTo>
                    <a:pt x="108967" y="248276"/>
                  </a:lnTo>
                  <a:cubicBezTo>
                    <a:pt x="115318" y="248276"/>
                    <a:pt x="120610" y="248276"/>
                    <a:pt x="120610" y="241754"/>
                  </a:cubicBezTo>
                  <a:cubicBezTo>
                    <a:pt x="120610" y="235595"/>
                    <a:pt x="114612" y="235595"/>
                    <a:pt x="110731" y="235595"/>
                  </a:cubicBezTo>
                  <a:cubicBezTo>
                    <a:pt x="90621" y="235595"/>
                    <a:pt x="89209" y="232696"/>
                    <a:pt x="89209" y="214942"/>
                  </a:cubicBezTo>
                  <a:lnTo>
                    <a:pt x="89209" y="134507"/>
                  </a:lnTo>
                  <a:close/>
                  <a:moveTo>
                    <a:pt x="157304" y="116753"/>
                  </a:moveTo>
                  <a:cubicBezTo>
                    <a:pt x="167182" y="103347"/>
                    <a:pt x="168241" y="84144"/>
                    <a:pt x="168241" y="68201"/>
                  </a:cubicBezTo>
                  <a:cubicBezTo>
                    <a:pt x="168241" y="50810"/>
                    <a:pt x="166124" y="31607"/>
                    <a:pt x="154834" y="16752"/>
                  </a:cubicBezTo>
                  <a:cubicBezTo>
                    <a:pt x="169299" y="20012"/>
                    <a:pt x="204229" y="31244"/>
                    <a:pt x="204229" y="67839"/>
                  </a:cubicBezTo>
                  <a:cubicBezTo>
                    <a:pt x="204229" y="91390"/>
                    <a:pt x="193644" y="109869"/>
                    <a:pt x="157304" y="116753"/>
                  </a:cubicBezTo>
                  <a:close/>
                  <a:moveTo>
                    <a:pt x="89209" y="32331"/>
                  </a:moveTo>
                  <a:cubicBezTo>
                    <a:pt x="89209" y="24723"/>
                    <a:pt x="89209" y="12766"/>
                    <a:pt x="111084" y="12766"/>
                  </a:cubicBezTo>
                  <a:cubicBezTo>
                    <a:pt x="141074" y="12766"/>
                    <a:pt x="155892" y="25447"/>
                    <a:pt x="155892" y="68201"/>
                  </a:cubicBezTo>
                  <a:cubicBezTo>
                    <a:pt x="155892" y="114941"/>
                    <a:pt x="144955" y="121825"/>
                    <a:pt x="89209" y="121825"/>
                  </a:cubicBezTo>
                  <a:lnTo>
                    <a:pt x="89209" y="32331"/>
                  </a:lnTo>
                  <a:close/>
                  <a:moveTo>
                    <a:pt x="41226" y="235595"/>
                  </a:moveTo>
                  <a:cubicBezTo>
                    <a:pt x="44048" y="229073"/>
                    <a:pt x="44048" y="218928"/>
                    <a:pt x="44048" y="215667"/>
                  </a:cubicBezTo>
                  <a:lnTo>
                    <a:pt x="44048" y="32694"/>
                  </a:lnTo>
                  <a:cubicBezTo>
                    <a:pt x="44048" y="29071"/>
                    <a:pt x="44048" y="19288"/>
                    <a:pt x="41226" y="12766"/>
                  </a:cubicBezTo>
                  <a:lnTo>
                    <a:pt x="81447" y="12766"/>
                  </a:lnTo>
                  <a:cubicBezTo>
                    <a:pt x="76861" y="18563"/>
                    <a:pt x="76861" y="25810"/>
                    <a:pt x="76861" y="31244"/>
                  </a:cubicBezTo>
                  <a:lnTo>
                    <a:pt x="76861" y="215667"/>
                  </a:lnTo>
                  <a:cubicBezTo>
                    <a:pt x="76861" y="219290"/>
                    <a:pt x="76861" y="229073"/>
                    <a:pt x="79683" y="235595"/>
                  </a:cubicBezTo>
                  <a:lnTo>
                    <a:pt x="41226" y="235595"/>
                  </a:lnTo>
                  <a:close/>
                  <a:moveTo>
                    <a:pt x="116376" y="134507"/>
                  </a:moveTo>
                  <a:cubicBezTo>
                    <a:pt x="118846" y="134144"/>
                    <a:pt x="120257" y="133782"/>
                    <a:pt x="123080" y="133782"/>
                  </a:cubicBezTo>
                  <a:cubicBezTo>
                    <a:pt x="128372" y="133782"/>
                    <a:pt x="136134" y="133057"/>
                    <a:pt x="141427" y="132333"/>
                  </a:cubicBezTo>
                  <a:cubicBezTo>
                    <a:pt x="146719" y="141028"/>
                    <a:pt x="184823" y="205522"/>
                    <a:pt x="214108" y="235595"/>
                  </a:cubicBezTo>
                  <a:lnTo>
                    <a:pt x="179884" y="235595"/>
                  </a:lnTo>
                  <a:lnTo>
                    <a:pt x="116376" y="134507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DE6F7886-448C-EBA8-7F3B-92519F83498D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12120175" y="4595178"/>
              <a:ext cx="126944" cy="178552"/>
            </a:xfrm>
            <a:custGeom>
              <a:avLst/>
              <a:gdLst>
                <a:gd name="connsiteX0" fmla="*/ 126263 w 126944"/>
                <a:gd name="connsiteY0" fmla="*/ 7689 h 178552"/>
                <a:gd name="connsiteX1" fmla="*/ 127251 w 126944"/>
                <a:gd name="connsiteY1" fmla="*/ 3631 h 178552"/>
                <a:gd name="connsiteX2" fmla="*/ 123299 w 126944"/>
                <a:gd name="connsiteY2" fmla="*/ 81 h 178552"/>
                <a:gd name="connsiteX3" fmla="*/ 91686 w 126944"/>
                <a:gd name="connsiteY3" fmla="*/ 2617 h 178552"/>
                <a:gd name="connsiteX4" fmla="*/ 86253 w 126944"/>
                <a:gd name="connsiteY4" fmla="*/ 8450 h 178552"/>
                <a:gd name="connsiteX5" fmla="*/ 92674 w 126944"/>
                <a:gd name="connsiteY5" fmla="*/ 12001 h 178552"/>
                <a:gd name="connsiteX6" fmla="*/ 104529 w 126944"/>
                <a:gd name="connsiteY6" fmla="*/ 15805 h 178552"/>
                <a:gd name="connsiteX7" fmla="*/ 103541 w 126944"/>
                <a:gd name="connsiteY7" fmla="*/ 21385 h 178552"/>
                <a:gd name="connsiteX8" fmla="*/ 89464 w 126944"/>
                <a:gd name="connsiteY8" fmla="*/ 79212 h 178552"/>
                <a:gd name="connsiteX9" fmla="*/ 64025 w 126944"/>
                <a:gd name="connsiteY9" fmla="*/ 64248 h 178552"/>
                <a:gd name="connsiteX10" fmla="*/ 306 w 126944"/>
                <a:gd name="connsiteY10" fmla="*/ 136531 h 178552"/>
                <a:gd name="connsiteX11" fmla="*/ 37599 w 126944"/>
                <a:gd name="connsiteY11" fmla="*/ 178633 h 178552"/>
                <a:gd name="connsiteX12" fmla="*/ 72669 w 126944"/>
                <a:gd name="connsiteY12" fmla="*/ 160880 h 178552"/>
                <a:gd name="connsiteX13" fmla="*/ 98108 w 126944"/>
                <a:gd name="connsiteY13" fmla="*/ 178633 h 178552"/>
                <a:gd name="connsiteX14" fmla="*/ 117619 w 126944"/>
                <a:gd name="connsiteY14" fmla="*/ 165191 h 178552"/>
                <a:gd name="connsiteX15" fmla="*/ 126263 w 126944"/>
                <a:gd name="connsiteY15" fmla="*/ 139829 h 178552"/>
                <a:gd name="connsiteX16" fmla="*/ 122311 w 126944"/>
                <a:gd name="connsiteY16" fmla="*/ 136531 h 178552"/>
                <a:gd name="connsiteX17" fmla="*/ 116878 w 126944"/>
                <a:gd name="connsiteY17" fmla="*/ 144394 h 178552"/>
                <a:gd name="connsiteX18" fmla="*/ 98848 w 126944"/>
                <a:gd name="connsiteY18" fmla="*/ 171532 h 178552"/>
                <a:gd name="connsiteX19" fmla="*/ 90698 w 126944"/>
                <a:gd name="connsiteY19" fmla="*/ 159104 h 178552"/>
                <a:gd name="connsiteX20" fmla="*/ 91933 w 126944"/>
                <a:gd name="connsiteY20" fmla="*/ 148706 h 178552"/>
                <a:gd name="connsiteX21" fmla="*/ 126263 w 126944"/>
                <a:gd name="connsiteY21" fmla="*/ 7689 h 178552"/>
                <a:gd name="connsiteX22" fmla="*/ 73657 w 126944"/>
                <a:gd name="connsiteY22" fmla="*/ 144394 h 178552"/>
                <a:gd name="connsiteX23" fmla="*/ 61061 w 126944"/>
                <a:gd name="connsiteY23" fmla="*/ 161387 h 178552"/>
                <a:gd name="connsiteX24" fmla="*/ 38340 w 126944"/>
                <a:gd name="connsiteY24" fmla="*/ 171532 h 178552"/>
                <a:gd name="connsiteX25" fmla="*/ 20311 w 126944"/>
                <a:gd name="connsiteY25" fmla="*/ 146930 h 178552"/>
                <a:gd name="connsiteX26" fmla="*/ 33153 w 126944"/>
                <a:gd name="connsiteY26" fmla="*/ 95444 h 178552"/>
                <a:gd name="connsiteX27" fmla="*/ 64025 w 126944"/>
                <a:gd name="connsiteY27" fmla="*/ 71350 h 178552"/>
                <a:gd name="connsiteX28" fmla="*/ 86006 w 126944"/>
                <a:gd name="connsiteY28" fmla="*/ 93415 h 178552"/>
                <a:gd name="connsiteX29" fmla="*/ 85265 w 126944"/>
                <a:gd name="connsiteY29" fmla="*/ 96966 h 178552"/>
                <a:gd name="connsiteX30" fmla="*/ 73657 w 126944"/>
                <a:gd name="connsiteY30" fmla="*/ 144394 h 178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6944" h="178552">
                  <a:moveTo>
                    <a:pt x="126263" y="7689"/>
                  </a:moveTo>
                  <a:cubicBezTo>
                    <a:pt x="126510" y="7182"/>
                    <a:pt x="127251" y="3885"/>
                    <a:pt x="127251" y="3631"/>
                  </a:cubicBezTo>
                  <a:cubicBezTo>
                    <a:pt x="127251" y="2363"/>
                    <a:pt x="126263" y="81"/>
                    <a:pt x="123299" y="81"/>
                  </a:cubicBezTo>
                  <a:cubicBezTo>
                    <a:pt x="118359" y="81"/>
                    <a:pt x="97861" y="2110"/>
                    <a:pt x="91686" y="2617"/>
                  </a:cubicBezTo>
                  <a:cubicBezTo>
                    <a:pt x="89710" y="2870"/>
                    <a:pt x="86253" y="3124"/>
                    <a:pt x="86253" y="8450"/>
                  </a:cubicBezTo>
                  <a:cubicBezTo>
                    <a:pt x="86253" y="12001"/>
                    <a:pt x="89710" y="12001"/>
                    <a:pt x="92674" y="12001"/>
                  </a:cubicBezTo>
                  <a:cubicBezTo>
                    <a:pt x="104529" y="12001"/>
                    <a:pt x="104529" y="13776"/>
                    <a:pt x="104529" y="15805"/>
                  </a:cubicBezTo>
                  <a:cubicBezTo>
                    <a:pt x="104529" y="17581"/>
                    <a:pt x="104035" y="19103"/>
                    <a:pt x="103541" y="21385"/>
                  </a:cubicBezTo>
                  <a:lnTo>
                    <a:pt x="89464" y="79212"/>
                  </a:lnTo>
                  <a:cubicBezTo>
                    <a:pt x="84277" y="70842"/>
                    <a:pt x="75880" y="64248"/>
                    <a:pt x="64025" y="64248"/>
                  </a:cubicBezTo>
                  <a:cubicBezTo>
                    <a:pt x="32413" y="64248"/>
                    <a:pt x="306" y="100009"/>
                    <a:pt x="306" y="136531"/>
                  </a:cubicBezTo>
                  <a:cubicBezTo>
                    <a:pt x="306" y="161133"/>
                    <a:pt x="16359" y="178633"/>
                    <a:pt x="37599" y="178633"/>
                  </a:cubicBezTo>
                  <a:cubicBezTo>
                    <a:pt x="50936" y="178633"/>
                    <a:pt x="62790" y="170771"/>
                    <a:pt x="72669" y="160880"/>
                  </a:cubicBezTo>
                  <a:cubicBezTo>
                    <a:pt x="77362" y="176097"/>
                    <a:pt x="91686" y="178633"/>
                    <a:pt x="98108" y="178633"/>
                  </a:cubicBezTo>
                  <a:cubicBezTo>
                    <a:pt x="106999" y="178633"/>
                    <a:pt x="113173" y="173054"/>
                    <a:pt x="117619" y="165191"/>
                  </a:cubicBezTo>
                  <a:cubicBezTo>
                    <a:pt x="123052" y="155300"/>
                    <a:pt x="126263" y="140843"/>
                    <a:pt x="126263" y="139829"/>
                  </a:cubicBezTo>
                  <a:cubicBezTo>
                    <a:pt x="126263" y="136531"/>
                    <a:pt x="123052" y="136531"/>
                    <a:pt x="122311" y="136531"/>
                  </a:cubicBezTo>
                  <a:cubicBezTo>
                    <a:pt x="118853" y="136531"/>
                    <a:pt x="118606" y="137546"/>
                    <a:pt x="116878" y="144394"/>
                  </a:cubicBezTo>
                  <a:cubicBezTo>
                    <a:pt x="113914" y="156568"/>
                    <a:pt x="109221" y="171532"/>
                    <a:pt x="98848" y="171532"/>
                  </a:cubicBezTo>
                  <a:cubicBezTo>
                    <a:pt x="92427" y="171532"/>
                    <a:pt x="90698" y="165952"/>
                    <a:pt x="90698" y="159104"/>
                  </a:cubicBezTo>
                  <a:cubicBezTo>
                    <a:pt x="90698" y="154285"/>
                    <a:pt x="91192" y="152003"/>
                    <a:pt x="91933" y="148706"/>
                  </a:cubicBezTo>
                  <a:lnTo>
                    <a:pt x="126263" y="7689"/>
                  </a:lnTo>
                  <a:close/>
                  <a:moveTo>
                    <a:pt x="73657" y="144394"/>
                  </a:moveTo>
                  <a:cubicBezTo>
                    <a:pt x="71928" y="151495"/>
                    <a:pt x="66495" y="156568"/>
                    <a:pt x="61061" y="161387"/>
                  </a:cubicBezTo>
                  <a:cubicBezTo>
                    <a:pt x="58839" y="163416"/>
                    <a:pt x="48960" y="171532"/>
                    <a:pt x="38340" y="171532"/>
                  </a:cubicBezTo>
                  <a:cubicBezTo>
                    <a:pt x="29202" y="171532"/>
                    <a:pt x="20311" y="164938"/>
                    <a:pt x="20311" y="146930"/>
                  </a:cubicBezTo>
                  <a:cubicBezTo>
                    <a:pt x="20311" y="133488"/>
                    <a:pt x="27473" y="105589"/>
                    <a:pt x="33153" y="95444"/>
                  </a:cubicBezTo>
                  <a:cubicBezTo>
                    <a:pt x="44514" y="75154"/>
                    <a:pt x="57110" y="71350"/>
                    <a:pt x="64025" y="71350"/>
                  </a:cubicBezTo>
                  <a:cubicBezTo>
                    <a:pt x="81313" y="71350"/>
                    <a:pt x="86006" y="90625"/>
                    <a:pt x="86006" y="93415"/>
                  </a:cubicBezTo>
                  <a:cubicBezTo>
                    <a:pt x="86006" y="94430"/>
                    <a:pt x="85512" y="96205"/>
                    <a:pt x="85265" y="96966"/>
                  </a:cubicBezTo>
                  <a:lnTo>
                    <a:pt x="73657" y="144394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FE0FADC-BBF5-6B0D-90D4-6D40837C08FB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12277211" y="4686773"/>
              <a:ext cx="72504" cy="120653"/>
            </a:xfrm>
            <a:custGeom>
              <a:avLst/>
              <a:gdLst>
                <a:gd name="connsiteX0" fmla="*/ 45295 w 72504"/>
                <a:gd name="connsiteY0" fmla="*/ 5516 h 120653"/>
                <a:gd name="connsiteX1" fmla="*/ 38944 w 72504"/>
                <a:gd name="connsiteY1" fmla="*/ 82 h 120653"/>
                <a:gd name="connsiteX2" fmla="*/ 3309 w 72504"/>
                <a:gd name="connsiteY2" fmla="*/ 11676 h 120653"/>
                <a:gd name="connsiteX3" fmla="*/ 310 w 72504"/>
                <a:gd name="connsiteY3" fmla="*/ 11676 h 120653"/>
                <a:gd name="connsiteX4" fmla="*/ 310 w 72504"/>
                <a:gd name="connsiteY4" fmla="*/ 19647 h 120653"/>
                <a:gd name="connsiteX5" fmla="*/ 3309 w 72504"/>
                <a:gd name="connsiteY5" fmla="*/ 19647 h 120653"/>
                <a:gd name="connsiteX6" fmla="*/ 29065 w 72504"/>
                <a:gd name="connsiteY6" fmla="*/ 14574 h 120653"/>
                <a:gd name="connsiteX7" fmla="*/ 29065 w 72504"/>
                <a:gd name="connsiteY7" fmla="*/ 105155 h 120653"/>
                <a:gd name="connsiteX8" fmla="*/ 10365 w 72504"/>
                <a:gd name="connsiteY8" fmla="*/ 112764 h 120653"/>
                <a:gd name="connsiteX9" fmla="*/ 1545 w 72504"/>
                <a:gd name="connsiteY9" fmla="*/ 112764 h 120653"/>
                <a:gd name="connsiteX10" fmla="*/ 1545 w 72504"/>
                <a:gd name="connsiteY10" fmla="*/ 120735 h 120653"/>
                <a:gd name="connsiteX11" fmla="*/ 37180 w 72504"/>
                <a:gd name="connsiteY11" fmla="*/ 120011 h 120653"/>
                <a:gd name="connsiteX12" fmla="*/ 72815 w 72504"/>
                <a:gd name="connsiteY12" fmla="*/ 120735 h 120653"/>
                <a:gd name="connsiteX13" fmla="*/ 72815 w 72504"/>
                <a:gd name="connsiteY13" fmla="*/ 112764 h 120653"/>
                <a:gd name="connsiteX14" fmla="*/ 63994 w 72504"/>
                <a:gd name="connsiteY14" fmla="*/ 112764 h 120653"/>
                <a:gd name="connsiteX15" fmla="*/ 45295 w 72504"/>
                <a:gd name="connsiteY15" fmla="*/ 105155 h 120653"/>
                <a:gd name="connsiteX16" fmla="*/ 45295 w 72504"/>
                <a:gd name="connsiteY16" fmla="*/ 5516 h 120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504" h="120653">
                  <a:moveTo>
                    <a:pt x="45295" y="5516"/>
                  </a:moveTo>
                  <a:cubicBezTo>
                    <a:pt x="45295" y="82"/>
                    <a:pt x="44765" y="82"/>
                    <a:pt x="38944" y="82"/>
                  </a:cubicBezTo>
                  <a:cubicBezTo>
                    <a:pt x="26419" y="11676"/>
                    <a:pt x="6837" y="11676"/>
                    <a:pt x="3309" y="11676"/>
                  </a:cubicBezTo>
                  <a:lnTo>
                    <a:pt x="310" y="11676"/>
                  </a:lnTo>
                  <a:lnTo>
                    <a:pt x="310" y="19647"/>
                  </a:lnTo>
                  <a:lnTo>
                    <a:pt x="3309" y="19647"/>
                  </a:lnTo>
                  <a:cubicBezTo>
                    <a:pt x="7367" y="19647"/>
                    <a:pt x="18833" y="19104"/>
                    <a:pt x="29065" y="14574"/>
                  </a:cubicBezTo>
                  <a:lnTo>
                    <a:pt x="29065" y="105155"/>
                  </a:lnTo>
                  <a:cubicBezTo>
                    <a:pt x="29065" y="110771"/>
                    <a:pt x="29065" y="112764"/>
                    <a:pt x="10365" y="112764"/>
                  </a:cubicBezTo>
                  <a:lnTo>
                    <a:pt x="1545" y="112764"/>
                  </a:lnTo>
                  <a:lnTo>
                    <a:pt x="1545" y="120735"/>
                  </a:lnTo>
                  <a:cubicBezTo>
                    <a:pt x="11248" y="120011"/>
                    <a:pt x="26948" y="120011"/>
                    <a:pt x="37180" y="120011"/>
                  </a:cubicBezTo>
                  <a:cubicBezTo>
                    <a:pt x="47412" y="120011"/>
                    <a:pt x="63112" y="120011"/>
                    <a:pt x="72815" y="120735"/>
                  </a:cubicBezTo>
                  <a:lnTo>
                    <a:pt x="72815" y="112764"/>
                  </a:lnTo>
                  <a:lnTo>
                    <a:pt x="63994" y="112764"/>
                  </a:lnTo>
                  <a:cubicBezTo>
                    <a:pt x="45295" y="112764"/>
                    <a:pt x="45295" y="110771"/>
                    <a:pt x="45295" y="105155"/>
                  </a:cubicBezTo>
                  <a:lnTo>
                    <a:pt x="45295" y="5516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C77D4FE3-25BA-B945-F975-6CF32E22D8E9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12433645" y="4639816"/>
              <a:ext cx="132377" cy="135689"/>
            </a:xfrm>
            <a:custGeom>
              <a:avLst/>
              <a:gdLst>
                <a:gd name="connsiteX0" fmla="*/ 129234 w 132377"/>
                <a:gd name="connsiteY0" fmla="*/ 12508 h 135689"/>
                <a:gd name="connsiteX1" fmla="*/ 132692 w 132377"/>
                <a:gd name="connsiteY1" fmla="*/ 6421 h 135689"/>
                <a:gd name="connsiteX2" fmla="*/ 126765 w 132377"/>
                <a:gd name="connsiteY2" fmla="*/ 81 h 135689"/>
                <a:gd name="connsiteX3" fmla="*/ 120590 w 132377"/>
                <a:gd name="connsiteY3" fmla="*/ 3885 h 135689"/>
                <a:gd name="connsiteX4" fmla="*/ 66503 w 132377"/>
                <a:gd name="connsiteY4" fmla="*/ 59175 h 135689"/>
                <a:gd name="connsiteX5" fmla="*/ 12169 w 132377"/>
                <a:gd name="connsiteY5" fmla="*/ 3631 h 135689"/>
                <a:gd name="connsiteX6" fmla="*/ 6488 w 132377"/>
                <a:gd name="connsiteY6" fmla="*/ 81 h 135689"/>
                <a:gd name="connsiteX7" fmla="*/ 314 w 132377"/>
                <a:gd name="connsiteY7" fmla="*/ 6421 h 135689"/>
                <a:gd name="connsiteX8" fmla="*/ 4019 w 132377"/>
                <a:gd name="connsiteY8" fmla="*/ 12508 h 135689"/>
                <a:gd name="connsiteX9" fmla="*/ 57859 w 132377"/>
                <a:gd name="connsiteY9" fmla="*/ 67799 h 135689"/>
                <a:gd name="connsiteX10" fmla="*/ 4019 w 132377"/>
                <a:gd name="connsiteY10" fmla="*/ 123089 h 135689"/>
                <a:gd name="connsiteX11" fmla="*/ 314 w 132377"/>
                <a:gd name="connsiteY11" fmla="*/ 129430 h 135689"/>
                <a:gd name="connsiteX12" fmla="*/ 6488 w 132377"/>
                <a:gd name="connsiteY12" fmla="*/ 135771 h 135689"/>
                <a:gd name="connsiteX13" fmla="*/ 12169 w 132377"/>
                <a:gd name="connsiteY13" fmla="*/ 132220 h 135689"/>
                <a:gd name="connsiteX14" fmla="*/ 66503 w 132377"/>
                <a:gd name="connsiteY14" fmla="*/ 76676 h 135689"/>
                <a:gd name="connsiteX15" fmla="*/ 122813 w 132377"/>
                <a:gd name="connsiteY15" fmla="*/ 134502 h 135689"/>
                <a:gd name="connsiteX16" fmla="*/ 126765 w 132377"/>
                <a:gd name="connsiteY16" fmla="*/ 135771 h 135689"/>
                <a:gd name="connsiteX17" fmla="*/ 132692 w 132377"/>
                <a:gd name="connsiteY17" fmla="*/ 129430 h 135689"/>
                <a:gd name="connsiteX18" fmla="*/ 131457 w 132377"/>
                <a:gd name="connsiteY18" fmla="*/ 126133 h 135689"/>
                <a:gd name="connsiteX19" fmla="*/ 75147 w 132377"/>
                <a:gd name="connsiteY19" fmla="*/ 68052 h 135689"/>
                <a:gd name="connsiteX20" fmla="*/ 129234 w 132377"/>
                <a:gd name="connsiteY20" fmla="*/ 12508 h 1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2377" h="135689">
                  <a:moveTo>
                    <a:pt x="129234" y="12508"/>
                  </a:moveTo>
                  <a:cubicBezTo>
                    <a:pt x="131951" y="9718"/>
                    <a:pt x="132692" y="8197"/>
                    <a:pt x="132692" y="6421"/>
                  </a:cubicBezTo>
                  <a:cubicBezTo>
                    <a:pt x="132692" y="2363"/>
                    <a:pt x="129481" y="81"/>
                    <a:pt x="126765" y="81"/>
                  </a:cubicBezTo>
                  <a:cubicBezTo>
                    <a:pt x="124295" y="81"/>
                    <a:pt x="123554" y="841"/>
                    <a:pt x="120590" y="3885"/>
                  </a:cubicBezTo>
                  <a:lnTo>
                    <a:pt x="66503" y="59175"/>
                  </a:lnTo>
                  <a:lnTo>
                    <a:pt x="12169" y="3631"/>
                  </a:lnTo>
                  <a:cubicBezTo>
                    <a:pt x="9699" y="1095"/>
                    <a:pt x="8711" y="81"/>
                    <a:pt x="6488" y="81"/>
                  </a:cubicBezTo>
                  <a:cubicBezTo>
                    <a:pt x="3031" y="81"/>
                    <a:pt x="314" y="2870"/>
                    <a:pt x="314" y="6421"/>
                  </a:cubicBezTo>
                  <a:cubicBezTo>
                    <a:pt x="314" y="8704"/>
                    <a:pt x="1055" y="9465"/>
                    <a:pt x="4019" y="12508"/>
                  </a:cubicBezTo>
                  <a:lnTo>
                    <a:pt x="57859" y="67799"/>
                  </a:lnTo>
                  <a:lnTo>
                    <a:pt x="4019" y="123089"/>
                  </a:lnTo>
                  <a:cubicBezTo>
                    <a:pt x="561" y="126640"/>
                    <a:pt x="314" y="127908"/>
                    <a:pt x="314" y="129430"/>
                  </a:cubicBezTo>
                  <a:cubicBezTo>
                    <a:pt x="314" y="132981"/>
                    <a:pt x="3031" y="135771"/>
                    <a:pt x="6488" y="135771"/>
                  </a:cubicBezTo>
                  <a:cubicBezTo>
                    <a:pt x="8711" y="135771"/>
                    <a:pt x="9452" y="135010"/>
                    <a:pt x="12169" y="132220"/>
                  </a:cubicBezTo>
                  <a:lnTo>
                    <a:pt x="66503" y="76676"/>
                  </a:lnTo>
                  <a:lnTo>
                    <a:pt x="122813" y="134502"/>
                  </a:lnTo>
                  <a:cubicBezTo>
                    <a:pt x="124048" y="135263"/>
                    <a:pt x="125283" y="135771"/>
                    <a:pt x="126765" y="135771"/>
                  </a:cubicBezTo>
                  <a:cubicBezTo>
                    <a:pt x="129481" y="135771"/>
                    <a:pt x="132692" y="133488"/>
                    <a:pt x="132692" y="129430"/>
                  </a:cubicBezTo>
                  <a:cubicBezTo>
                    <a:pt x="132692" y="127401"/>
                    <a:pt x="132198" y="126894"/>
                    <a:pt x="131457" y="126133"/>
                  </a:cubicBezTo>
                  <a:cubicBezTo>
                    <a:pt x="130963" y="125118"/>
                    <a:pt x="83050" y="75915"/>
                    <a:pt x="75147" y="68052"/>
                  </a:cubicBezTo>
                  <a:lnTo>
                    <a:pt x="129234" y="12508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05426996-B9FA-5C71-19CE-93696D14C8AD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12628720" y="4595178"/>
              <a:ext cx="121511" cy="178552"/>
            </a:xfrm>
            <a:custGeom>
              <a:avLst/>
              <a:gdLst>
                <a:gd name="connsiteX0" fmla="*/ 59100 w 121511"/>
                <a:gd name="connsiteY0" fmla="*/ 7689 h 178552"/>
                <a:gd name="connsiteX1" fmla="*/ 60088 w 121511"/>
                <a:gd name="connsiteY1" fmla="*/ 3631 h 178552"/>
                <a:gd name="connsiteX2" fmla="*/ 56136 w 121511"/>
                <a:gd name="connsiteY2" fmla="*/ 81 h 178552"/>
                <a:gd name="connsiteX3" fmla="*/ 24524 w 121511"/>
                <a:gd name="connsiteY3" fmla="*/ 2617 h 178552"/>
                <a:gd name="connsiteX4" fmla="*/ 19090 w 121511"/>
                <a:gd name="connsiteY4" fmla="*/ 8450 h 178552"/>
                <a:gd name="connsiteX5" fmla="*/ 25512 w 121511"/>
                <a:gd name="connsiteY5" fmla="*/ 12001 h 178552"/>
                <a:gd name="connsiteX6" fmla="*/ 37366 w 121511"/>
                <a:gd name="connsiteY6" fmla="*/ 15805 h 178552"/>
                <a:gd name="connsiteX7" fmla="*/ 36378 w 121511"/>
                <a:gd name="connsiteY7" fmla="*/ 21385 h 178552"/>
                <a:gd name="connsiteX8" fmla="*/ 1555 w 121511"/>
                <a:gd name="connsiteY8" fmla="*/ 164938 h 178552"/>
                <a:gd name="connsiteX9" fmla="*/ 320 w 121511"/>
                <a:gd name="connsiteY9" fmla="*/ 170517 h 178552"/>
                <a:gd name="connsiteX10" fmla="*/ 8717 w 121511"/>
                <a:gd name="connsiteY10" fmla="*/ 178633 h 178552"/>
                <a:gd name="connsiteX11" fmla="*/ 20078 w 121511"/>
                <a:gd name="connsiteY11" fmla="*/ 167981 h 178552"/>
                <a:gd name="connsiteX12" fmla="*/ 32180 w 121511"/>
                <a:gd name="connsiteY12" fmla="*/ 118778 h 178552"/>
                <a:gd name="connsiteX13" fmla="*/ 63792 w 121511"/>
                <a:gd name="connsiteY13" fmla="*/ 139575 h 178552"/>
                <a:gd name="connsiteX14" fmla="*/ 63299 w 121511"/>
                <a:gd name="connsiteY14" fmla="*/ 144648 h 178552"/>
                <a:gd name="connsiteX15" fmla="*/ 62311 w 121511"/>
                <a:gd name="connsiteY15" fmla="*/ 152510 h 178552"/>
                <a:gd name="connsiteX16" fmla="*/ 88490 w 121511"/>
                <a:gd name="connsiteY16" fmla="*/ 178633 h 178552"/>
                <a:gd name="connsiteX17" fmla="*/ 119856 w 121511"/>
                <a:gd name="connsiteY17" fmla="*/ 139829 h 178552"/>
                <a:gd name="connsiteX18" fmla="*/ 115904 w 121511"/>
                <a:gd name="connsiteY18" fmla="*/ 136531 h 178552"/>
                <a:gd name="connsiteX19" fmla="*/ 110964 w 121511"/>
                <a:gd name="connsiteY19" fmla="*/ 142618 h 178552"/>
                <a:gd name="connsiteX20" fmla="*/ 89231 w 121511"/>
                <a:gd name="connsiteY20" fmla="*/ 171532 h 178552"/>
                <a:gd name="connsiteX21" fmla="*/ 80587 w 121511"/>
                <a:gd name="connsiteY21" fmla="*/ 158343 h 178552"/>
                <a:gd name="connsiteX22" fmla="*/ 82069 w 121511"/>
                <a:gd name="connsiteY22" fmla="*/ 146930 h 178552"/>
                <a:gd name="connsiteX23" fmla="*/ 83303 w 121511"/>
                <a:gd name="connsiteY23" fmla="*/ 139068 h 178552"/>
                <a:gd name="connsiteX24" fmla="*/ 43294 w 121511"/>
                <a:gd name="connsiteY24" fmla="*/ 112183 h 178552"/>
                <a:gd name="connsiteX25" fmla="*/ 63792 w 121511"/>
                <a:gd name="connsiteY25" fmla="*/ 95444 h 178552"/>
                <a:gd name="connsiteX26" fmla="*/ 102567 w 121511"/>
                <a:gd name="connsiteY26" fmla="*/ 71350 h 178552"/>
                <a:gd name="connsiteX27" fmla="*/ 110718 w 121511"/>
                <a:gd name="connsiteY27" fmla="*/ 74647 h 178552"/>
                <a:gd name="connsiteX28" fmla="*/ 97875 w 121511"/>
                <a:gd name="connsiteY28" fmla="*/ 88850 h 178552"/>
                <a:gd name="connsiteX29" fmla="*/ 107754 w 121511"/>
                <a:gd name="connsiteY29" fmla="*/ 98234 h 178552"/>
                <a:gd name="connsiteX30" fmla="*/ 121831 w 121511"/>
                <a:gd name="connsiteY30" fmla="*/ 82002 h 178552"/>
                <a:gd name="connsiteX31" fmla="*/ 102814 w 121511"/>
                <a:gd name="connsiteY31" fmla="*/ 64248 h 178552"/>
                <a:gd name="connsiteX32" fmla="*/ 63299 w 121511"/>
                <a:gd name="connsiteY32" fmla="*/ 86567 h 178552"/>
                <a:gd name="connsiteX33" fmla="*/ 34650 w 121511"/>
                <a:gd name="connsiteY33" fmla="*/ 108886 h 178552"/>
                <a:gd name="connsiteX34" fmla="*/ 59100 w 121511"/>
                <a:gd name="connsiteY34" fmla="*/ 7689 h 178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1511" h="178552">
                  <a:moveTo>
                    <a:pt x="59100" y="7689"/>
                  </a:moveTo>
                  <a:cubicBezTo>
                    <a:pt x="59347" y="7182"/>
                    <a:pt x="60088" y="3885"/>
                    <a:pt x="60088" y="3631"/>
                  </a:cubicBezTo>
                  <a:cubicBezTo>
                    <a:pt x="60088" y="2363"/>
                    <a:pt x="59100" y="81"/>
                    <a:pt x="56136" y="81"/>
                  </a:cubicBezTo>
                  <a:cubicBezTo>
                    <a:pt x="51197" y="81"/>
                    <a:pt x="30698" y="2110"/>
                    <a:pt x="24524" y="2617"/>
                  </a:cubicBezTo>
                  <a:cubicBezTo>
                    <a:pt x="22548" y="2870"/>
                    <a:pt x="19090" y="3124"/>
                    <a:pt x="19090" y="8450"/>
                  </a:cubicBezTo>
                  <a:cubicBezTo>
                    <a:pt x="19090" y="12001"/>
                    <a:pt x="22548" y="12001"/>
                    <a:pt x="25512" y="12001"/>
                  </a:cubicBezTo>
                  <a:cubicBezTo>
                    <a:pt x="37366" y="12001"/>
                    <a:pt x="37366" y="13776"/>
                    <a:pt x="37366" y="15805"/>
                  </a:cubicBezTo>
                  <a:cubicBezTo>
                    <a:pt x="37366" y="17581"/>
                    <a:pt x="36872" y="19103"/>
                    <a:pt x="36378" y="21385"/>
                  </a:cubicBezTo>
                  <a:lnTo>
                    <a:pt x="1555" y="164938"/>
                  </a:lnTo>
                  <a:cubicBezTo>
                    <a:pt x="320" y="169503"/>
                    <a:pt x="320" y="170010"/>
                    <a:pt x="320" y="170517"/>
                  </a:cubicBezTo>
                  <a:cubicBezTo>
                    <a:pt x="320" y="174322"/>
                    <a:pt x="3284" y="178633"/>
                    <a:pt x="8717" y="178633"/>
                  </a:cubicBezTo>
                  <a:cubicBezTo>
                    <a:pt x="15386" y="178633"/>
                    <a:pt x="18596" y="173561"/>
                    <a:pt x="20078" y="167981"/>
                  </a:cubicBezTo>
                  <a:cubicBezTo>
                    <a:pt x="20572" y="166967"/>
                    <a:pt x="31192" y="122328"/>
                    <a:pt x="32180" y="118778"/>
                  </a:cubicBezTo>
                  <a:cubicBezTo>
                    <a:pt x="49715" y="120553"/>
                    <a:pt x="63792" y="126386"/>
                    <a:pt x="63792" y="139575"/>
                  </a:cubicBezTo>
                  <a:cubicBezTo>
                    <a:pt x="63792" y="140843"/>
                    <a:pt x="63792" y="142111"/>
                    <a:pt x="63299" y="144648"/>
                  </a:cubicBezTo>
                  <a:cubicBezTo>
                    <a:pt x="62311" y="148452"/>
                    <a:pt x="62311" y="149720"/>
                    <a:pt x="62311" y="152510"/>
                  </a:cubicBezTo>
                  <a:cubicBezTo>
                    <a:pt x="62311" y="170517"/>
                    <a:pt x="76635" y="178633"/>
                    <a:pt x="88490" y="178633"/>
                  </a:cubicBezTo>
                  <a:cubicBezTo>
                    <a:pt x="112446" y="178633"/>
                    <a:pt x="119856" y="140082"/>
                    <a:pt x="119856" y="139829"/>
                  </a:cubicBezTo>
                  <a:cubicBezTo>
                    <a:pt x="119856" y="136531"/>
                    <a:pt x="116645" y="136531"/>
                    <a:pt x="115904" y="136531"/>
                  </a:cubicBezTo>
                  <a:cubicBezTo>
                    <a:pt x="112446" y="136531"/>
                    <a:pt x="112199" y="137800"/>
                    <a:pt x="110964" y="142618"/>
                  </a:cubicBezTo>
                  <a:cubicBezTo>
                    <a:pt x="108001" y="153524"/>
                    <a:pt x="101332" y="171532"/>
                    <a:pt x="89231" y="171532"/>
                  </a:cubicBezTo>
                  <a:cubicBezTo>
                    <a:pt x="82562" y="171532"/>
                    <a:pt x="80587" y="165191"/>
                    <a:pt x="80587" y="158343"/>
                  </a:cubicBezTo>
                  <a:cubicBezTo>
                    <a:pt x="80587" y="154032"/>
                    <a:pt x="80587" y="153524"/>
                    <a:pt x="82069" y="146930"/>
                  </a:cubicBezTo>
                  <a:cubicBezTo>
                    <a:pt x="82316" y="146169"/>
                    <a:pt x="83303" y="141858"/>
                    <a:pt x="83303" y="139068"/>
                  </a:cubicBezTo>
                  <a:cubicBezTo>
                    <a:pt x="83303" y="116495"/>
                    <a:pt x="53667" y="112944"/>
                    <a:pt x="43294" y="112183"/>
                  </a:cubicBezTo>
                  <a:cubicBezTo>
                    <a:pt x="50456" y="107618"/>
                    <a:pt x="59594" y="99248"/>
                    <a:pt x="63792" y="95444"/>
                  </a:cubicBezTo>
                  <a:cubicBezTo>
                    <a:pt x="76388" y="83270"/>
                    <a:pt x="88737" y="71350"/>
                    <a:pt x="102567" y="71350"/>
                  </a:cubicBezTo>
                  <a:cubicBezTo>
                    <a:pt x="105531" y="71350"/>
                    <a:pt x="108742" y="72110"/>
                    <a:pt x="110718" y="74647"/>
                  </a:cubicBezTo>
                  <a:cubicBezTo>
                    <a:pt x="100098" y="76422"/>
                    <a:pt x="97875" y="85045"/>
                    <a:pt x="97875" y="88850"/>
                  </a:cubicBezTo>
                  <a:cubicBezTo>
                    <a:pt x="97875" y="94430"/>
                    <a:pt x="102073" y="98234"/>
                    <a:pt x="107754" y="98234"/>
                  </a:cubicBezTo>
                  <a:cubicBezTo>
                    <a:pt x="114422" y="98234"/>
                    <a:pt x="121831" y="92654"/>
                    <a:pt x="121831" y="82002"/>
                  </a:cubicBezTo>
                  <a:cubicBezTo>
                    <a:pt x="121831" y="73632"/>
                    <a:pt x="115904" y="64248"/>
                    <a:pt x="102814" y="64248"/>
                  </a:cubicBezTo>
                  <a:cubicBezTo>
                    <a:pt x="88737" y="64248"/>
                    <a:pt x="75894" y="74647"/>
                    <a:pt x="63299" y="86567"/>
                  </a:cubicBezTo>
                  <a:cubicBezTo>
                    <a:pt x="52926" y="96712"/>
                    <a:pt x="44775" y="104575"/>
                    <a:pt x="34650" y="108886"/>
                  </a:cubicBezTo>
                  <a:lnTo>
                    <a:pt x="59100" y="7689"/>
                  </a:lnTo>
                  <a:close/>
                </a:path>
              </a:pathLst>
            </a:custGeom>
            <a:grpFill/>
            <a:ln w="3561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37" name="Group 36" descr="\documentclass{article}&#10;\usepackage{amsmath,amssymb}&#10;\pagestyle{empty}&#10;\begin{document}&#10;&#10;\newcommand{\score}{\textrm{score}}&#10;\newcommand{\classify}{\textrm{classify}}&#10;\newcommand{\bx}{\mathbf{x}}&#10;&#10;\begin{align*}&#10;\mathbf{K} &amp;= \mathbf{W}_k\mathbf{E} \quad \mathbf{W}_k \in \mathbb{R}^{d_2 \times d_1}\\&#10;\mathbf{Q} &amp;= \mathbf{W}_q\mathbf{E} \quad \mathbf{W}_q \in \mathbb{R}^{d_2 \times d_1} \\&#10;\mathbf{V} &amp;= \mathbf{W}_v\mathbf{E} \quad \mathbf{W}_v \in \mathbb{R}^{d_3 \times d_1}&#10;\end{align*}&#10;&#10;&#10;\end{document}" title="IguanaTex Vector Display">
            <a:extLst>
              <a:ext uri="{FF2B5EF4-FFF2-40B4-BE49-F238E27FC236}">
                <a16:creationId xmlns:a16="http://schemas.microsoft.com/office/drawing/2014/main" id="{AFAB0F41-01D0-8D63-06E7-A58614337B3C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1552133" y="2816478"/>
            <a:ext cx="4058968" cy="1531869"/>
            <a:chOff x="9053869" y="7666125"/>
            <a:chExt cx="4058968" cy="1531869"/>
          </a:xfrm>
          <a:solidFill>
            <a:schemeClr val="tx1"/>
          </a:solidFill>
        </p:grpSpPr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801A1DE-F589-6112-8237-6DCFC2C996CB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9053869" y="7740619"/>
              <a:ext cx="289917" cy="240268"/>
            </a:xfrm>
            <a:custGeom>
              <a:avLst/>
              <a:gdLst>
                <a:gd name="connsiteX0" fmla="*/ 159220 w 289917"/>
                <a:gd name="connsiteY0" fmla="*/ 92900 h 240268"/>
                <a:gd name="connsiteX1" fmla="*/ 244805 w 289917"/>
                <a:gd name="connsiteY1" fmla="*/ 22851 h 240268"/>
                <a:gd name="connsiteX2" fmla="*/ 278325 w 289917"/>
                <a:gd name="connsiteY2" fmla="*/ 16546 h 240268"/>
                <a:gd name="connsiteX3" fmla="*/ 284388 w 289917"/>
                <a:gd name="connsiteY3" fmla="*/ 16546 h 240268"/>
                <a:gd name="connsiteX4" fmla="*/ 284388 w 289917"/>
                <a:gd name="connsiteY4" fmla="*/ 85 h 240268"/>
                <a:gd name="connsiteX5" fmla="*/ 248014 w 289917"/>
                <a:gd name="connsiteY5" fmla="*/ 1135 h 240268"/>
                <a:gd name="connsiteX6" fmla="*/ 195950 w 289917"/>
                <a:gd name="connsiteY6" fmla="*/ 85 h 240268"/>
                <a:gd name="connsiteX7" fmla="*/ 195950 w 289917"/>
                <a:gd name="connsiteY7" fmla="*/ 16546 h 240268"/>
                <a:gd name="connsiteX8" fmla="*/ 216633 w 289917"/>
                <a:gd name="connsiteY8" fmla="*/ 18297 h 240268"/>
                <a:gd name="connsiteX9" fmla="*/ 221269 w 289917"/>
                <a:gd name="connsiteY9" fmla="*/ 20399 h 240268"/>
                <a:gd name="connsiteX10" fmla="*/ 89326 w 289917"/>
                <a:gd name="connsiteY10" fmla="*/ 128625 h 240268"/>
                <a:gd name="connsiteX11" fmla="*/ 89326 w 289917"/>
                <a:gd name="connsiteY11" fmla="*/ 16546 h 240268"/>
                <a:gd name="connsiteX12" fmla="*/ 127839 w 289917"/>
                <a:gd name="connsiteY12" fmla="*/ 16546 h 240268"/>
                <a:gd name="connsiteX13" fmla="*/ 127839 w 289917"/>
                <a:gd name="connsiteY13" fmla="*/ 85 h 240268"/>
                <a:gd name="connsiteX14" fmla="*/ 64008 w 289917"/>
                <a:gd name="connsiteY14" fmla="*/ 1135 h 240268"/>
                <a:gd name="connsiteX15" fmla="*/ 176 w 289917"/>
                <a:gd name="connsiteY15" fmla="*/ 85 h 240268"/>
                <a:gd name="connsiteX16" fmla="*/ 176 w 289917"/>
                <a:gd name="connsiteY16" fmla="*/ 16546 h 240268"/>
                <a:gd name="connsiteX17" fmla="*/ 38689 w 289917"/>
                <a:gd name="connsiteY17" fmla="*/ 16546 h 240268"/>
                <a:gd name="connsiteX18" fmla="*/ 38689 w 289917"/>
                <a:gd name="connsiteY18" fmla="*/ 223892 h 240268"/>
                <a:gd name="connsiteX19" fmla="*/ 176 w 289917"/>
                <a:gd name="connsiteY19" fmla="*/ 223892 h 240268"/>
                <a:gd name="connsiteX20" fmla="*/ 176 w 289917"/>
                <a:gd name="connsiteY20" fmla="*/ 240353 h 240268"/>
                <a:gd name="connsiteX21" fmla="*/ 64008 w 289917"/>
                <a:gd name="connsiteY21" fmla="*/ 239302 h 240268"/>
                <a:gd name="connsiteX22" fmla="*/ 127839 w 289917"/>
                <a:gd name="connsiteY22" fmla="*/ 240353 h 240268"/>
                <a:gd name="connsiteX23" fmla="*/ 127839 w 289917"/>
                <a:gd name="connsiteY23" fmla="*/ 223892 h 240268"/>
                <a:gd name="connsiteX24" fmla="*/ 89326 w 289917"/>
                <a:gd name="connsiteY24" fmla="*/ 223892 h 240268"/>
                <a:gd name="connsiteX25" fmla="*/ 89326 w 289917"/>
                <a:gd name="connsiteY25" fmla="*/ 150340 h 240268"/>
                <a:gd name="connsiteX26" fmla="*/ 124987 w 289917"/>
                <a:gd name="connsiteY26" fmla="*/ 121270 h 240268"/>
                <a:gd name="connsiteX27" fmla="*/ 198447 w 289917"/>
                <a:gd name="connsiteY27" fmla="*/ 216186 h 240268"/>
                <a:gd name="connsiteX28" fmla="*/ 201299 w 289917"/>
                <a:gd name="connsiteY28" fmla="*/ 221090 h 240268"/>
                <a:gd name="connsiteX29" fmla="*/ 175267 w 289917"/>
                <a:gd name="connsiteY29" fmla="*/ 223892 h 240268"/>
                <a:gd name="connsiteX30" fmla="*/ 175267 w 289917"/>
                <a:gd name="connsiteY30" fmla="*/ 240353 h 240268"/>
                <a:gd name="connsiteX31" fmla="*/ 238029 w 289917"/>
                <a:gd name="connsiteY31" fmla="*/ 239302 h 240268"/>
                <a:gd name="connsiteX32" fmla="*/ 290093 w 289917"/>
                <a:gd name="connsiteY32" fmla="*/ 240353 h 240268"/>
                <a:gd name="connsiteX33" fmla="*/ 290093 w 289917"/>
                <a:gd name="connsiteY33" fmla="*/ 223892 h 240268"/>
                <a:gd name="connsiteX34" fmla="*/ 279752 w 289917"/>
                <a:gd name="connsiteY34" fmla="*/ 223892 h 240268"/>
                <a:gd name="connsiteX35" fmla="*/ 255503 w 289917"/>
                <a:gd name="connsiteY35" fmla="*/ 216887 h 240268"/>
                <a:gd name="connsiteX36" fmla="*/ 159220 w 289917"/>
                <a:gd name="connsiteY36" fmla="*/ 92900 h 240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9917" h="240268">
                  <a:moveTo>
                    <a:pt x="159220" y="92900"/>
                  </a:moveTo>
                  <a:lnTo>
                    <a:pt x="244805" y="22851"/>
                  </a:lnTo>
                  <a:cubicBezTo>
                    <a:pt x="252650" y="16546"/>
                    <a:pt x="267627" y="16546"/>
                    <a:pt x="278325" y="16546"/>
                  </a:cubicBezTo>
                  <a:lnTo>
                    <a:pt x="284388" y="16546"/>
                  </a:lnTo>
                  <a:lnTo>
                    <a:pt x="284388" y="85"/>
                  </a:lnTo>
                  <a:cubicBezTo>
                    <a:pt x="270124" y="1135"/>
                    <a:pt x="249797" y="1135"/>
                    <a:pt x="248014" y="1135"/>
                  </a:cubicBezTo>
                  <a:cubicBezTo>
                    <a:pt x="234463" y="1135"/>
                    <a:pt x="208788" y="1135"/>
                    <a:pt x="195950" y="85"/>
                  </a:cubicBezTo>
                  <a:lnTo>
                    <a:pt x="195950" y="16546"/>
                  </a:lnTo>
                  <a:cubicBezTo>
                    <a:pt x="200586" y="16546"/>
                    <a:pt x="207718" y="16546"/>
                    <a:pt x="216633" y="18297"/>
                  </a:cubicBezTo>
                  <a:cubicBezTo>
                    <a:pt x="222339" y="19698"/>
                    <a:pt x="218060" y="19348"/>
                    <a:pt x="221269" y="20399"/>
                  </a:cubicBezTo>
                  <a:lnTo>
                    <a:pt x="89326" y="128625"/>
                  </a:lnTo>
                  <a:lnTo>
                    <a:pt x="89326" y="16546"/>
                  </a:lnTo>
                  <a:lnTo>
                    <a:pt x="127839" y="16546"/>
                  </a:lnTo>
                  <a:lnTo>
                    <a:pt x="127839" y="85"/>
                  </a:lnTo>
                  <a:cubicBezTo>
                    <a:pt x="114289" y="1135"/>
                    <a:pt x="79342" y="1135"/>
                    <a:pt x="64008" y="1135"/>
                  </a:cubicBezTo>
                  <a:cubicBezTo>
                    <a:pt x="48674" y="1135"/>
                    <a:pt x="13727" y="1135"/>
                    <a:pt x="176" y="85"/>
                  </a:cubicBezTo>
                  <a:lnTo>
                    <a:pt x="176" y="16546"/>
                  </a:lnTo>
                  <a:lnTo>
                    <a:pt x="38689" y="16546"/>
                  </a:lnTo>
                  <a:lnTo>
                    <a:pt x="38689" y="223892"/>
                  </a:lnTo>
                  <a:lnTo>
                    <a:pt x="176" y="223892"/>
                  </a:lnTo>
                  <a:lnTo>
                    <a:pt x="176" y="240353"/>
                  </a:lnTo>
                  <a:cubicBezTo>
                    <a:pt x="13727" y="239302"/>
                    <a:pt x="48674" y="239302"/>
                    <a:pt x="64008" y="239302"/>
                  </a:cubicBezTo>
                  <a:cubicBezTo>
                    <a:pt x="79342" y="239302"/>
                    <a:pt x="114289" y="239302"/>
                    <a:pt x="127839" y="240353"/>
                  </a:cubicBezTo>
                  <a:lnTo>
                    <a:pt x="127839" y="223892"/>
                  </a:lnTo>
                  <a:lnTo>
                    <a:pt x="89326" y="223892"/>
                  </a:lnTo>
                  <a:lnTo>
                    <a:pt x="89326" y="150340"/>
                  </a:lnTo>
                  <a:lnTo>
                    <a:pt x="124987" y="121270"/>
                  </a:lnTo>
                  <a:lnTo>
                    <a:pt x="198447" y="216186"/>
                  </a:lnTo>
                  <a:cubicBezTo>
                    <a:pt x="200230" y="218288"/>
                    <a:pt x="200230" y="218988"/>
                    <a:pt x="201299" y="221090"/>
                  </a:cubicBezTo>
                  <a:cubicBezTo>
                    <a:pt x="194881" y="223892"/>
                    <a:pt x="187749" y="223892"/>
                    <a:pt x="175267" y="223892"/>
                  </a:cubicBezTo>
                  <a:lnTo>
                    <a:pt x="175267" y="240353"/>
                  </a:lnTo>
                  <a:cubicBezTo>
                    <a:pt x="189888" y="239302"/>
                    <a:pt x="221982" y="239302"/>
                    <a:pt x="238029" y="239302"/>
                  </a:cubicBezTo>
                  <a:cubicBezTo>
                    <a:pt x="252293" y="239302"/>
                    <a:pt x="276899" y="239302"/>
                    <a:pt x="290093" y="240353"/>
                  </a:cubicBezTo>
                  <a:lnTo>
                    <a:pt x="290093" y="223892"/>
                  </a:lnTo>
                  <a:lnTo>
                    <a:pt x="279752" y="223892"/>
                  </a:lnTo>
                  <a:cubicBezTo>
                    <a:pt x="260852" y="223892"/>
                    <a:pt x="259782" y="222491"/>
                    <a:pt x="255503" y="216887"/>
                  </a:cubicBezTo>
                  <a:lnTo>
                    <a:pt x="159220" y="92900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88F5C1AA-8352-C065-2593-57F41661AB73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9480420" y="7852348"/>
              <a:ext cx="237140" cy="81957"/>
            </a:xfrm>
            <a:custGeom>
              <a:avLst/>
              <a:gdLst>
                <a:gd name="connsiteX0" fmla="*/ 225203 w 237140"/>
                <a:gd name="connsiteY0" fmla="*/ 14095 h 81957"/>
                <a:gd name="connsiteX1" fmla="*/ 237328 w 237140"/>
                <a:gd name="connsiteY1" fmla="*/ 7090 h 81957"/>
                <a:gd name="connsiteX2" fmla="*/ 225560 w 237140"/>
                <a:gd name="connsiteY2" fmla="*/ 85 h 81957"/>
                <a:gd name="connsiteX3" fmla="*/ 11956 w 237140"/>
                <a:gd name="connsiteY3" fmla="*/ 85 h 81957"/>
                <a:gd name="connsiteX4" fmla="*/ 188 w 237140"/>
                <a:gd name="connsiteY4" fmla="*/ 7090 h 81957"/>
                <a:gd name="connsiteX5" fmla="*/ 12312 w 237140"/>
                <a:gd name="connsiteY5" fmla="*/ 14095 h 81957"/>
                <a:gd name="connsiteX6" fmla="*/ 225203 w 237140"/>
                <a:gd name="connsiteY6" fmla="*/ 14095 h 81957"/>
                <a:gd name="connsiteX7" fmla="*/ 225560 w 237140"/>
                <a:gd name="connsiteY7" fmla="*/ 82042 h 81957"/>
                <a:gd name="connsiteX8" fmla="*/ 237328 w 237140"/>
                <a:gd name="connsiteY8" fmla="*/ 75037 h 81957"/>
                <a:gd name="connsiteX9" fmla="*/ 225203 w 237140"/>
                <a:gd name="connsiteY9" fmla="*/ 68032 h 81957"/>
                <a:gd name="connsiteX10" fmla="*/ 12312 w 237140"/>
                <a:gd name="connsiteY10" fmla="*/ 68032 h 81957"/>
                <a:gd name="connsiteX11" fmla="*/ 188 w 237140"/>
                <a:gd name="connsiteY11" fmla="*/ 75037 h 81957"/>
                <a:gd name="connsiteX12" fmla="*/ 11956 w 237140"/>
                <a:gd name="connsiteY12" fmla="*/ 82042 h 81957"/>
                <a:gd name="connsiteX13" fmla="*/ 225560 w 237140"/>
                <a:gd name="connsiteY13" fmla="*/ 82042 h 8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140" h="81957">
                  <a:moveTo>
                    <a:pt x="225203" y="14095"/>
                  </a:moveTo>
                  <a:cubicBezTo>
                    <a:pt x="230552" y="14095"/>
                    <a:pt x="237328" y="14095"/>
                    <a:pt x="237328" y="7090"/>
                  </a:cubicBezTo>
                  <a:cubicBezTo>
                    <a:pt x="237328" y="85"/>
                    <a:pt x="230552" y="85"/>
                    <a:pt x="225560" y="85"/>
                  </a:cubicBezTo>
                  <a:lnTo>
                    <a:pt x="11956" y="85"/>
                  </a:lnTo>
                  <a:cubicBezTo>
                    <a:pt x="6963" y="85"/>
                    <a:pt x="188" y="85"/>
                    <a:pt x="188" y="7090"/>
                  </a:cubicBezTo>
                  <a:cubicBezTo>
                    <a:pt x="188" y="14095"/>
                    <a:pt x="6963" y="14095"/>
                    <a:pt x="12312" y="14095"/>
                  </a:cubicBezTo>
                  <a:lnTo>
                    <a:pt x="225203" y="14095"/>
                  </a:lnTo>
                  <a:close/>
                  <a:moveTo>
                    <a:pt x="225560" y="82042"/>
                  </a:moveTo>
                  <a:cubicBezTo>
                    <a:pt x="230552" y="82042"/>
                    <a:pt x="237328" y="82042"/>
                    <a:pt x="237328" y="75037"/>
                  </a:cubicBezTo>
                  <a:cubicBezTo>
                    <a:pt x="237328" y="68032"/>
                    <a:pt x="230552" y="68032"/>
                    <a:pt x="225203" y="68032"/>
                  </a:cubicBezTo>
                  <a:lnTo>
                    <a:pt x="12312" y="68032"/>
                  </a:lnTo>
                  <a:cubicBezTo>
                    <a:pt x="6963" y="68032"/>
                    <a:pt x="188" y="68032"/>
                    <a:pt x="188" y="75037"/>
                  </a:cubicBezTo>
                  <a:cubicBezTo>
                    <a:pt x="188" y="82042"/>
                    <a:pt x="6963" y="82042"/>
                    <a:pt x="11956" y="82042"/>
                  </a:cubicBezTo>
                  <a:lnTo>
                    <a:pt x="225560" y="8204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A214570-6035-B0AC-4141-CE55B1B1290F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9845420" y="7740619"/>
              <a:ext cx="406526" cy="243070"/>
            </a:xfrm>
            <a:custGeom>
              <a:avLst/>
              <a:gdLst>
                <a:gd name="connsiteX0" fmla="*/ 372847 w 406526"/>
                <a:gd name="connsiteY0" fmla="*/ 24952 h 243070"/>
                <a:gd name="connsiteX1" fmla="*/ 386398 w 406526"/>
                <a:gd name="connsiteY1" fmla="*/ 17247 h 243070"/>
                <a:gd name="connsiteX2" fmla="*/ 406724 w 406526"/>
                <a:gd name="connsiteY2" fmla="*/ 16546 h 243070"/>
                <a:gd name="connsiteX3" fmla="*/ 406724 w 406526"/>
                <a:gd name="connsiteY3" fmla="*/ 85 h 243070"/>
                <a:gd name="connsiteX4" fmla="*/ 368568 w 406526"/>
                <a:gd name="connsiteY4" fmla="*/ 1135 h 243070"/>
                <a:gd name="connsiteX5" fmla="*/ 320070 w 406526"/>
                <a:gd name="connsiteY5" fmla="*/ 85 h 243070"/>
                <a:gd name="connsiteX6" fmla="*/ 320070 w 406526"/>
                <a:gd name="connsiteY6" fmla="*/ 16546 h 243070"/>
                <a:gd name="connsiteX7" fmla="*/ 356443 w 406526"/>
                <a:gd name="connsiteY7" fmla="*/ 20399 h 243070"/>
                <a:gd name="connsiteX8" fmla="*/ 295108 w 406526"/>
                <a:gd name="connsiteY8" fmla="*/ 176959 h 243070"/>
                <a:gd name="connsiteX9" fmla="*/ 231989 w 406526"/>
                <a:gd name="connsiteY9" fmla="*/ 16546 h 243070"/>
                <a:gd name="connsiteX10" fmla="*/ 266223 w 406526"/>
                <a:gd name="connsiteY10" fmla="*/ 16546 h 243070"/>
                <a:gd name="connsiteX11" fmla="*/ 266223 w 406526"/>
                <a:gd name="connsiteY11" fmla="*/ 85 h 243070"/>
                <a:gd name="connsiteX12" fmla="*/ 203818 w 406526"/>
                <a:gd name="connsiteY12" fmla="*/ 1135 h 243070"/>
                <a:gd name="connsiteX13" fmla="*/ 149258 w 406526"/>
                <a:gd name="connsiteY13" fmla="*/ 85 h 243070"/>
                <a:gd name="connsiteX14" fmla="*/ 149258 w 406526"/>
                <a:gd name="connsiteY14" fmla="*/ 16546 h 243070"/>
                <a:gd name="connsiteX15" fmla="*/ 179926 w 406526"/>
                <a:gd name="connsiteY15" fmla="*/ 16546 h 243070"/>
                <a:gd name="connsiteX16" fmla="*/ 194546 w 406526"/>
                <a:gd name="connsiteY16" fmla="*/ 53672 h 243070"/>
                <a:gd name="connsiteX17" fmla="*/ 146048 w 406526"/>
                <a:gd name="connsiteY17" fmla="*/ 176959 h 243070"/>
                <a:gd name="connsiteX18" fmla="*/ 82930 w 406526"/>
                <a:gd name="connsiteY18" fmla="*/ 16546 h 243070"/>
                <a:gd name="connsiteX19" fmla="*/ 117164 w 406526"/>
                <a:gd name="connsiteY19" fmla="*/ 16546 h 243070"/>
                <a:gd name="connsiteX20" fmla="*/ 117164 w 406526"/>
                <a:gd name="connsiteY20" fmla="*/ 85 h 243070"/>
                <a:gd name="connsiteX21" fmla="*/ 54758 w 406526"/>
                <a:gd name="connsiteY21" fmla="*/ 1135 h 243070"/>
                <a:gd name="connsiteX22" fmla="*/ 198 w 406526"/>
                <a:gd name="connsiteY22" fmla="*/ 85 h 243070"/>
                <a:gd name="connsiteX23" fmla="*/ 198 w 406526"/>
                <a:gd name="connsiteY23" fmla="*/ 16546 h 243070"/>
                <a:gd name="connsiteX24" fmla="*/ 30866 w 406526"/>
                <a:gd name="connsiteY24" fmla="*/ 16546 h 243070"/>
                <a:gd name="connsiteX25" fmla="*/ 116450 w 406526"/>
                <a:gd name="connsiteY25" fmla="*/ 234049 h 243070"/>
                <a:gd name="connsiteX26" fmla="*/ 128931 w 406526"/>
                <a:gd name="connsiteY26" fmla="*/ 243155 h 243070"/>
                <a:gd name="connsiteX27" fmla="*/ 141413 w 406526"/>
                <a:gd name="connsiteY27" fmla="*/ 234049 h 243070"/>
                <a:gd name="connsiteX28" fmla="*/ 203461 w 406526"/>
                <a:gd name="connsiteY28" fmla="*/ 76438 h 243070"/>
                <a:gd name="connsiteX29" fmla="*/ 265510 w 406526"/>
                <a:gd name="connsiteY29" fmla="*/ 234049 h 243070"/>
                <a:gd name="connsiteX30" fmla="*/ 277991 w 406526"/>
                <a:gd name="connsiteY30" fmla="*/ 243155 h 243070"/>
                <a:gd name="connsiteX31" fmla="*/ 290472 w 406526"/>
                <a:gd name="connsiteY31" fmla="*/ 234049 h 243070"/>
                <a:gd name="connsiteX32" fmla="*/ 372847 w 406526"/>
                <a:gd name="connsiteY32" fmla="*/ 24952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47" y="24952"/>
                  </a:moveTo>
                  <a:cubicBezTo>
                    <a:pt x="374987" y="18998"/>
                    <a:pt x="375343" y="18297"/>
                    <a:pt x="386398" y="17247"/>
                  </a:cubicBezTo>
                  <a:cubicBezTo>
                    <a:pt x="393530" y="16546"/>
                    <a:pt x="401019" y="16546"/>
                    <a:pt x="406724" y="16546"/>
                  </a:cubicBezTo>
                  <a:lnTo>
                    <a:pt x="406724" y="85"/>
                  </a:lnTo>
                  <a:cubicBezTo>
                    <a:pt x="397096" y="435"/>
                    <a:pt x="384615" y="1135"/>
                    <a:pt x="368568" y="1135"/>
                  </a:cubicBezTo>
                  <a:cubicBezTo>
                    <a:pt x="355017" y="1135"/>
                    <a:pt x="332908" y="1135"/>
                    <a:pt x="320070" y="85"/>
                  </a:cubicBezTo>
                  <a:lnTo>
                    <a:pt x="320070" y="16546"/>
                  </a:lnTo>
                  <a:cubicBezTo>
                    <a:pt x="328985" y="16546"/>
                    <a:pt x="346102" y="16546"/>
                    <a:pt x="356443" y="20399"/>
                  </a:cubicBezTo>
                  <a:lnTo>
                    <a:pt x="295108" y="176959"/>
                  </a:lnTo>
                  <a:lnTo>
                    <a:pt x="231989" y="16546"/>
                  </a:lnTo>
                  <a:lnTo>
                    <a:pt x="266223" y="16546"/>
                  </a:lnTo>
                  <a:lnTo>
                    <a:pt x="266223" y="85"/>
                  </a:lnTo>
                  <a:cubicBezTo>
                    <a:pt x="252672" y="1135"/>
                    <a:pt x="219152" y="1135"/>
                    <a:pt x="203818" y="1135"/>
                  </a:cubicBezTo>
                  <a:cubicBezTo>
                    <a:pt x="189910" y="1135"/>
                    <a:pt x="161739" y="1135"/>
                    <a:pt x="149258" y="85"/>
                  </a:cubicBezTo>
                  <a:lnTo>
                    <a:pt x="149258" y="16546"/>
                  </a:lnTo>
                  <a:lnTo>
                    <a:pt x="179926" y="16546"/>
                  </a:lnTo>
                  <a:lnTo>
                    <a:pt x="194546" y="53672"/>
                  </a:lnTo>
                  <a:lnTo>
                    <a:pt x="146048" y="176959"/>
                  </a:lnTo>
                  <a:lnTo>
                    <a:pt x="82930" y="16546"/>
                  </a:lnTo>
                  <a:lnTo>
                    <a:pt x="117164" y="16546"/>
                  </a:lnTo>
                  <a:lnTo>
                    <a:pt x="117164" y="85"/>
                  </a:lnTo>
                  <a:cubicBezTo>
                    <a:pt x="103613" y="1135"/>
                    <a:pt x="70092" y="1135"/>
                    <a:pt x="54758" y="1135"/>
                  </a:cubicBezTo>
                  <a:cubicBezTo>
                    <a:pt x="40851" y="1135"/>
                    <a:pt x="12679" y="1135"/>
                    <a:pt x="198" y="85"/>
                  </a:cubicBezTo>
                  <a:lnTo>
                    <a:pt x="198" y="16546"/>
                  </a:lnTo>
                  <a:lnTo>
                    <a:pt x="30866" y="16546"/>
                  </a:lnTo>
                  <a:lnTo>
                    <a:pt x="116450" y="234049"/>
                  </a:lnTo>
                  <a:cubicBezTo>
                    <a:pt x="118590" y="239653"/>
                    <a:pt x="120016" y="243155"/>
                    <a:pt x="128931" y="243155"/>
                  </a:cubicBezTo>
                  <a:cubicBezTo>
                    <a:pt x="137847" y="243155"/>
                    <a:pt x="139273" y="239653"/>
                    <a:pt x="141413" y="234049"/>
                  </a:cubicBezTo>
                  <a:lnTo>
                    <a:pt x="203461" y="76438"/>
                  </a:lnTo>
                  <a:lnTo>
                    <a:pt x="265510" y="234049"/>
                  </a:lnTo>
                  <a:cubicBezTo>
                    <a:pt x="267650" y="239653"/>
                    <a:pt x="269076" y="243155"/>
                    <a:pt x="277991" y="243155"/>
                  </a:cubicBezTo>
                  <a:cubicBezTo>
                    <a:pt x="286906" y="243155"/>
                    <a:pt x="288333" y="239653"/>
                    <a:pt x="290472" y="234049"/>
                  </a:cubicBezTo>
                  <a:lnTo>
                    <a:pt x="372847" y="2495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BE36DA9-9421-D694-1B58-061B432D4F9F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0279541" y="7863275"/>
              <a:ext cx="122813" cy="172601"/>
            </a:xfrm>
            <a:custGeom>
              <a:avLst/>
              <a:gdLst>
                <a:gd name="connsiteX0" fmla="*/ 59620 w 122813"/>
                <a:gd name="connsiteY0" fmla="*/ 7441 h 172601"/>
                <a:gd name="connsiteX1" fmla="*/ 60618 w 122813"/>
                <a:gd name="connsiteY1" fmla="*/ 3519 h 172601"/>
                <a:gd name="connsiteX2" fmla="*/ 56624 w 122813"/>
                <a:gd name="connsiteY2" fmla="*/ 86 h 172601"/>
                <a:gd name="connsiteX3" fmla="*/ 24673 w 122813"/>
                <a:gd name="connsiteY3" fmla="*/ 2538 h 172601"/>
                <a:gd name="connsiteX4" fmla="*/ 19181 w 122813"/>
                <a:gd name="connsiteY4" fmla="*/ 8177 h 172601"/>
                <a:gd name="connsiteX5" fmla="*/ 25671 w 122813"/>
                <a:gd name="connsiteY5" fmla="*/ 11609 h 172601"/>
                <a:gd name="connsiteX6" fmla="*/ 37653 w 122813"/>
                <a:gd name="connsiteY6" fmla="*/ 15287 h 172601"/>
                <a:gd name="connsiteX7" fmla="*/ 36655 w 122813"/>
                <a:gd name="connsiteY7" fmla="*/ 20681 h 172601"/>
                <a:gd name="connsiteX8" fmla="*/ 1458 w 122813"/>
                <a:gd name="connsiteY8" fmla="*/ 159448 h 172601"/>
                <a:gd name="connsiteX9" fmla="*/ 210 w 122813"/>
                <a:gd name="connsiteY9" fmla="*/ 164842 h 172601"/>
                <a:gd name="connsiteX10" fmla="*/ 8697 w 122813"/>
                <a:gd name="connsiteY10" fmla="*/ 172687 h 172601"/>
                <a:gd name="connsiteX11" fmla="*/ 20180 w 122813"/>
                <a:gd name="connsiteY11" fmla="*/ 162390 h 172601"/>
                <a:gd name="connsiteX12" fmla="*/ 32411 w 122813"/>
                <a:gd name="connsiteY12" fmla="*/ 114827 h 172601"/>
                <a:gd name="connsiteX13" fmla="*/ 64363 w 122813"/>
                <a:gd name="connsiteY13" fmla="*/ 134931 h 172601"/>
                <a:gd name="connsiteX14" fmla="*/ 63863 w 122813"/>
                <a:gd name="connsiteY14" fmla="*/ 139834 h 172601"/>
                <a:gd name="connsiteX15" fmla="*/ 62865 w 122813"/>
                <a:gd name="connsiteY15" fmla="*/ 147435 h 172601"/>
                <a:gd name="connsiteX16" fmla="*/ 89325 w 122813"/>
                <a:gd name="connsiteY16" fmla="*/ 172687 h 172601"/>
                <a:gd name="connsiteX17" fmla="*/ 121027 w 122813"/>
                <a:gd name="connsiteY17" fmla="*/ 135176 h 172601"/>
                <a:gd name="connsiteX18" fmla="*/ 117033 w 122813"/>
                <a:gd name="connsiteY18" fmla="*/ 131989 h 172601"/>
                <a:gd name="connsiteX19" fmla="*/ 112040 w 122813"/>
                <a:gd name="connsiteY19" fmla="*/ 137873 h 172601"/>
                <a:gd name="connsiteX20" fmla="*/ 90074 w 122813"/>
                <a:gd name="connsiteY20" fmla="*/ 165822 h 172601"/>
                <a:gd name="connsiteX21" fmla="*/ 81337 w 122813"/>
                <a:gd name="connsiteY21" fmla="*/ 153074 h 172601"/>
                <a:gd name="connsiteX22" fmla="*/ 82835 w 122813"/>
                <a:gd name="connsiteY22" fmla="*/ 142041 h 172601"/>
                <a:gd name="connsiteX23" fmla="*/ 84083 w 122813"/>
                <a:gd name="connsiteY23" fmla="*/ 134440 h 172601"/>
                <a:gd name="connsiteX24" fmla="*/ 43644 w 122813"/>
                <a:gd name="connsiteY24" fmla="*/ 108452 h 172601"/>
                <a:gd name="connsiteX25" fmla="*/ 64363 w 122813"/>
                <a:gd name="connsiteY25" fmla="*/ 92271 h 172601"/>
                <a:gd name="connsiteX26" fmla="*/ 103553 w 122813"/>
                <a:gd name="connsiteY26" fmla="*/ 68980 h 172601"/>
                <a:gd name="connsiteX27" fmla="*/ 111791 w 122813"/>
                <a:gd name="connsiteY27" fmla="*/ 72167 h 172601"/>
                <a:gd name="connsiteX28" fmla="*/ 98810 w 122813"/>
                <a:gd name="connsiteY28" fmla="*/ 85896 h 172601"/>
                <a:gd name="connsiteX29" fmla="*/ 108795 w 122813"/>
                <a:gd name="connsiteY29" fmla="*/ 94968 h 172601"/>
                <a:gd name="connsiteX30" fmla="*/ 123024 w 122813"/>
                <a:gd name="connsiteY30" fmla="*/ 79277 h 172601"/>
                <a:gd name="connsiteX31" fmla="*/ 103803 w 122813"/>
                <a:gd name="connsiteY31" fmla="*/ 62115 h 172601"/>
                <a:gd name="connsiteX32" fmla="*/ 63863 w 122813"/>
                <a:gd name="connsiteY32" fmla="*/ 83690 h 172601"/>
                <a:gd name="connsiteX33" fmla="*/ 34907 w 122813"/>
                <a:gd name="connsiteY33" fmla="*/ 105265 h 172601"/>
                <a:gd name="connsiteX34" fmla="*/ 59620 w 122813"/>
                <a:gd name="connsiteY34" fmla="*/ 7441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2813" h="172601">
                  <a:moveTo>
                    <a:pt x="59620" y="7441"/>
                  </a:moveTo>
                  <a:cubicBezTo>
                    <a:pt x="59869" y="6951"/>
                    <a:pt x="60618" y="3764"/>
                    <a:pt x="60618" y="3519"/>
                  </a:cubicBezTo>
                  <a:cubicBezTo>
                    <a:pt x="60618" y="2293"/>
                    <a:pt x="59620" y="86"/>
                    <a:pt x="56624" y="86"/>
                  </a:cubicBezTo>
                  <a:cubicBezTo>
                    <a:pt x="51632" y="86"/>
                    <a:pt x="30913" y="2048"/>
                    <a:pt x="24673" y="2538"/>
                  </a:cubicBezTo>
                  <a:cubicBezTo>
                    <a:pt x="22676" y="2783"/>
                    <a:pt x="19181" y="3028"/>
                    <a:pt x="19181" y="8177"/>
                  </a:cubicBezTo>
                  <a:cubicBezTo>
                    <a:pt x="19181" y="11609"/>
                    <a:pt x="22676" y="11609"/>
                    <a:pt x="25671" y="11609"/>
                  </a:cubicBezTo>
                  <a:cubicBezTo>
                    <a:pt x="37653" y="11609"/>
                    <a:pt x="37653" y="13325"/>
                    <a:pt x="37653" y="15287"/>
                  </a:cubicBezTo>
                  <a:cubicBezTo>
                    <a:pt x="37653" y="17003"/>
                    <a:pt x="37154" y="18474"/>
                    <a:pt x="36655" y="20681"/>
                  </a:cubicBezTo>
                  <a:lnTo>
                    <a:pt x="1458" y="159448"/>
                  </a:lnTo>
                  <a:cubicBezTo>
                    <a:pt x="210" y="163861"/>
                    <a:pt x="210" y="164351"/>
                    <a:pt x="210" y="164842"/>
                  </a:cubicBezTo>
                  <a:cubicBezTo>
                    <a:pt x="210" y="168519"/>
                    <a:pt x="3205" y="172687"/>
                    <a:pt x="8697" y="172687"/>
                  </a:cubicBezTo>
                  <a:cubicBezTo>
                    <a:pt x="15437" y="172687"/>
                    <a:pt x="18682" y="167784"/>
                    <a:pt x="20180" y="162390"/>
                  </a:cubicBezTo>
                  <a:cubicBezTo>
                    <a:pt x="20679" y="161409"/>
                    <a:pt x="31413" y="118259"/>
                    <a:pt x="32411" y="114827"/>
                  </a:cubicBezTo>
                  <a:cubicBezTo>
                    <a:pt x="50134" y="116543"/>
                    <a:pt x="64363" y="122182"/>
                    <a:pt x="64363" y="134931"/>
                  </a:cubicBezTo>
                  <a:cubicBezTo>
                    <a:pt x="64363" y="136157"/>
                    <a:pt x="64363" y="137382"/>
                    <a:pt x="63863" y="139834"/>
                  </a:cubicBezTo>
                  <a:cubicBezTo>
                    <a:pt x="62865" y="143512"/>
                    <a:pt x="62865" y="144738"/>
                    <a:pt x="62865" y="147435"/>
                  </a:cubicBezTo>
                  <a:cubicBezTo>
                    <a:pt x="62865" y="164842"/>
                    <a:pt x="77343" y="172687"/>
                    <a:pt x="89325" y="172687"/>
                  </a:cubicBezTo>
                  <a:cubicBezTo>
                    <a:pt x="113538" y="172687"/>
                    <a:pt x="121027" y="135421"/>
                    <a:pt x="121027" y="135176"/>
                  </a:cubicBezTo>
                  <a:cubicBezTo>
                    <a:pt x="121027" y="131989"/>
                    <a:pt x="117782" y="131989"/>
                    <a:pt x="117033" y="131989"/>
                  </a:cubicBezTo>
                  <a:cubicBezTo>
                    <a:pt x="113538" y="131989"/>
                    <a:pt x="113288" y="133215"/>
                    <a:pt x="112040" y="137873"/>
                  </a:cubicBezTo>
                  <a:cubicBezTo>
                    <a:pt x="109045" y="148415"/>
                    <a:pt x="102305" y="165822"/>
                    <a:pt x="90074" y="165822"/>
                  </a:cubicBezTo>
                  <a:cubicBezTo>
                    <a:pt x="83334" y="165822"/>
                    <a:pt x="81337" y="159693"/>
                    <a:pt x="81337" y="153074"/>
                  </a:cubicBezTo>
                  <a:cubicBezTo>
                    <a:pt x="81337" y="148906"/>
                    <a:pt x="81337" y="148415"/>
                    <a:pt x="82835" y="142041"/>
                  </a:cubicBezTo>
                  <a:cubicBezTo>
                    <a:pt x="83084" y="141305"/>
                    <a:pt x="84083" y="137137"/>
                    <a:pt x="84083" y="134440"/>
                  </a:cubicBezTo>
                  <a:cubicBezTo>
                    <a:pt x="84083" y="112620"/>
                    <a:pt x="54128" y="109188"/>
                    <a:pt x="43644" y="108452"/>
                  </a:cubicBezTo>
                  <a:cubicBezTo>
                    <a:pt x="50883" y="104039"/>
                    <a:pt x="60119" y="95948"/>
                    <a:pt x="64363" y="92271"/>
                  </a:cubicBezTo>
                  <a:cubicBezTo>
                    <a:pt x="77093" y="80503"/>
                    <a:pt x="89574" y="68980"/>
                    <a:pt x="103553" y="68980"/>
                  </a:cubicBezTo>
                  <a:cubicBezTo>
                    <a:pt x="106549" y="68980"/>
                    <a:pt x="109794" y="69715"/>
                    <a:pt x="111791" y="72167"/>
                  </a:cubicBezTo>
                  <a:cubicBezTo>
                    <a:pt x="101057" y="73883"/>
                    <a:pt x="98810" y="82219"/>
                    <a:pt x="98810" y="85896"/>
                  </a:cubicBezTo>
                  <a:cubicBezTo>
                    <a:pt x="98810" y="91290"/>
                    <a:pt x="103054" y="94968"/>
                    <a:pt x="108795" y="94968"/>
                  </a:cubicBezTo>
                  <a:cubicBezTo>
                    <a:pt x="115535" y="94968"/>
                    <a:pt x="123024" y="89574"/>
                    <a:pt x="123024" y="79277"/>
                  </a:cubicBezTo>
                  <a:cubicBezTo>
                    <a:pt x="123024" y="71186"/>
                    <a:pt x="117033" y="62115"/>
                    <a:pt x="103803" y="62115"/>
                  </a:cubicBezTo>
                  <a:cubicBezTo>
                    <a:pt x="89574" y="62115"/>
                    <a:pt x="76594" y="72167"/>
                    <a:pt x="63863" y="83690"/>
                  </a:cubicBezTo>
                  <a:cubicBezTo>
                    <a:pt x="53379" y="93497"/>
                    <a:pt x="45142" y="101097"/>
                    <a:pt x="34907" y="105265"/>
                  </a:cubicBezTo>
                  <a:lnTo>
                    <a:pt x="59620" y="744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1DCE1B6-B8BA-2AE3-B8E0-C37344B11E46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0450181" y="7742721"/>
              <a:ext cx="243915" cy="238167"/>
            </a:xfrm>
            <a:custGeom>
              <a:avLst/>
              <a:gdLst>
                <a:gd name="connsiteX0" fmla="*/ 244131 w 243915"/>
                <a:gd name="connsiteY0" fmla="*/ 142284 h 238167"/>
                <a:gd name="connsiteX1" fmla="*/ 227370 w 243915"/>
                <a:gd name="connsiteY1" fmla="*/ 142284 h 238167"/>
                <a:gd name="connsiteX2" fmla="*/ 143569 w 243915"/>
                <a:gd name="connsiteY2" fmla="*/ 221790 h 238167"/>
                <a:gd name="connsiteX3" fmla="*/ 89365 w 243915"/>
                <a:gd name="connsiteY3" fmla="*/ 221790 h 238167"/>
                <a:gd name="connsiteX4" fmla="*/ 89365 w 243915"/>
                <a:gd name="connsiteY4" fmla="*/ 123021 h 238167"/>
                <a:gd name="connsiteX5" fmla="*/ 108978 w 243915"/>
                <a:gd name="connsiteY5" fmla="*/ 123021 h 238167"/>
                <a:gd name="connsiteX6" fmla="*/ 146778 w 243915"/>
                <a:gd name="connsiteY6" fmla="*/ 164000 h 238167"/>
                <a:gd name="connsiteX7" fmla="*/ 163539 w 243915"/>
                <a:gd name="connsiteY7" fmla="*/ 164000 h 238167"/>
                <a:gd name="connsiteX8" fmla="*/ 163539 w 243915"/>
                <a:gd name="connsiteY8" fmla="*/ 65581 h 238167"/>
                <a:gd name="connsiteX9" fmla="*/ 146778 w 243915"/>
                <a:gd name="connsiteY9" fmla="*/ 65581 h 238167"/>
                <a:gd name="connsiteX10" fmla="*/ 108978 w 243915"/>
                <a:gd name="connsiteY10" fmla="*/ 106559 h 238167"/>
                <a:gd name="connsiteX11" fmla="*/ 89365 w 243915"/>
                <a:gd name="connsiteY11" fmla="*/ 106559 h 238167"/>
                <a:gd name="connsiteX12" fmla="*/ 89365 w 243915"/>
                <a:gd name="connsiteY12" fmla="*/ 16546 h 238167"/>
                <a:gd name="connsiteX13" fmla="*/ 143569 w 243915"/>
                <a:gd name="connsiteY13" fmla="*/ 16546 h 238167"/>
                <a:gd name="connsiteX14" fmla="*/ 215959 w 243915"/>
                <a:gd name="connsiteY14" fmla="*/ 84494 h 238167"/>
                <a:gd name="connsiteX15" fmla="*/ 232719 w 243915"/>
                <a:gd name="connsiteY15" fmla="*/ 84494 h 238167"/>
                <a:gd name="connsiteX16" fmla="*/ 221665 w 243915"/>
                <a:gd name="connsiteY16" fmla="*/ 85 h 238167"/>
                <a:gd name="connsiteX17" fmla="*/ 215 w 243915"/>
                <a:gd name="connsiteY17" fmla="*/ 85 h 238167"/>
                <a:gd name="connsiteX18" fmla="*/ 215 w 243915"/>
                <a:gd name="connsiteY18" fmla="*/ 16546 h 238167"/>
                <a:gd name="connsiteX19" fmla="*/ 38728 w 243915"/>
                <a:gd name="connsiteY19" fmla="*/ 16546 h 238167"/>
                <a:gd name="connsiteX20" fmla="*/ 38728 w 243915"/>
                <a:gd name="connsiteY20" fmla="*/ 221790 h 238167"/>
                <a:gd name="connsiteX21" fmla="*/ 215 w 243915"/>
                <a:gd name="connsiteY21" fmla="*/ 221790 h 238167"/>
                <a:gd name="connsiteX22" fmla="*/ 215 w 243915"/>
                <a:gd name="connsiteY22" fmla="*/ 238252 h 238167"/>
                <a:gd name="connsiteX23" fmla="*/ 227727 w 243915"/>
                <a:gd name="connsiteY23" fmla="*/ 238252 h 238167"/>
                <a:gd name="connsiteX24" fmla="*/ 244131 w 243915"/>
                <a:gd name="connsiteY24" fmla="*/ 142284 h 2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3915" h="238167">
                  <a:moveTo>
                    <a:pt x="244131" y="142284"/>
                  </a:moveTo>
                  <a:lnTo>
                    <a:pt x="227370" y="142284"/>
                  </a:lnTo>
                  <a:cubicBezTo>
                    <a:pt x="219525" y="190618"/>
                    <a:pt x="209540" y="221790"/>
                    <a:pt x="143569" y="221790"/>
                  </a:cubicBezTo>
                  <a:lnTo>
                    <a:pt x="89365" y="221790"/>
                  </a:lnTo>
                  <a:lnTo>
                    <a:pt x="89365" y="123021"/>
                  </a:lnTo>
                  <a:lnTo>
                    <a:pt x="108978" y="123021"/>
                  </a:lnTo>
                  <a:cubicBezTo>
                    <a:pt x="143212" y="123021"/>
                    <a:pt x="146778" y="138081"/>
                    <a:pt x="146778" y="164000"/>
                  </a:cubicBezTo>
                  <a:lnTo>
                    <a:pt x="163539" y="164000"/>
                  </a:lnTo>
                  <a:lnTo>
                    <a:pt x="163539" y="65581"/>
                  </a:lnTo>
                  <a:lnTo>
                    <a:pt x="146778" y="65581"/>
                  </a:lnTo>
                  <a:cubicBezTo>
                    <a:pt x="146778" y="91499"/>
                    <a:pt x="143569" y="106559"/>
                    <a:pt x="108978" y="106559"/>
                  </a:cubicBezTo>
                  <a:lnTo>
                    <a:pt x="89365" y="106559"/>
                  </a:lnTo>
                  <a:lnTo>
                    <a:pt x="89365" y="16546"/>
                  </a:lnTo>
                  <a:lnTo>
                    <a:pt x="143569" y="16546"/>
                  </a:lnTo>
                  <a:cubicBezTo>
                    <a:pt x="200982" y="16546"/>
                    <a:pt x="210253" y="42114"/>
                    <a:pt x="215959" y="84494"/>
                  </a:cubicBezTo>
                  <a:lnTo>
                    <a:pt x="232719" y="84494"/>
                  </a:lnTo>
                  <a:lnTo>
                    <a:pt x="221665" y="85"/>
                  </a:lnTo>
                  <a:lnTo>
                    <a:pt x="215" y="85"/>
                  </a:lnTo>
                  <a:lnTo>
                    <a:pt x="215" y="16546"/>
                  </a:lnTo>
                  <a:lnTo>
                    <a:pt x="38728" y="16546"/>
                  </a:lnTo>
                  <a:lnTo>
                    <a:pt x="38728" y="221790"/>
                  </a:lnTo>
                  <a:lnTo>
                    <a:pt x="215" y="221790"/>
                  </a:lnTo>
                  <a:lnTo>
                    <a:pt x="215" y="238252"/>
                  </a:lnTo>
                  <a:lnTo>
                    <a:pt x="227727" y="238252"/>
                  </a:lnTo>
                  <a:lnTo>
                    <a:pt x="244131" y="142284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F95DC6F2-1407-50E8-F611-00BA9089C8CB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1070865" y="7740619"/>
              <a:ext cx="406526" cy="243070"/>
            </a:xfrm>
            <a:custGeom>
              <a:avLst/>
              <a:gdLst>
                <a:gd name="connsiteX0" fmla="*/ 372881 w 406526"/>
                <a:gd name="connsiteY0" fmla="*/ 24952 h 243070"/>
                <a:gd name="connsiteX1" fmla="*/ 386432 w 406526"/>
                <a:gd name="connsiteY1" fmla="*/ 17247 h 243070"/>
                <a:gd name="connsiteX2" fmla="*/ 406759 w 406526"/>
                <a:gd name="connsiteY2" fmla="*/ 16546 h 243070"/>
                <a:gd name="connsiteX3" fmla="*/ 406759 w 406526"/>
                <a:gd name="connsiteY3" fmla="*/ 85 h 243070"/>
                <a:gd name="connsiteX4" fmla="*/ 368602 w 406526"/>
                <a:gd name="connsiteY4" fmla="*/ 1135 h 243070"/>
                <a:gd name="connsiteX5" fmla="*/ 320104 w 406526"/>
                <a:gd name="connsiteY5" fmla="*/ 85 h 243070"/>
                <a:gd name="connsiteX6" fmla="*/ 320104 w 406526"/>
                <a:gd name="connsiteY6" fmla="*/ 16546 h 243070"/>
                <a:gd name="connsiteX7" fmla="*/ 356478 w 406526"/>
                <a:gd name="connsiteY7" fmla="*/ 20399 h 243070"/>
                <a:gd name="connsiteX8" fmla="*/ 295142 w 406526"/>
                <a:gd name="connsiteY8" fmla="*/ 176959 h 243070"/>
                <a:gd name="connsiteX9" fmla="*/ 232024 w 406526"/>
                <a:gd name="connsiteY9" fmla="*/ 16546 h 243070"/>
                <a:gd name="connsiteX10" fmla="*/ 266257 w 406526"/>
                <a:gd name="connsiteY10" fmla="*/ 16546 h 243070"/>
                <a:gd name="connsiteX11" fmla="*/ 266257 w 406526"/>
                <a:gd name="connsiteY11" fmla="*/ 85 h 243070"/>
                <a:gd name="connsiteX12" fmla="*/ 203852 w 406526"/>
                <a:gd name="connsiteY12" fmla="*/ 1135 h 243070"/>
                <a:gd name="connsiteX13" fmla="*/ 149292 w 406526"/>
                <a:gd name="connsiteY13" fmla="*/ 85 h 243070"/>
                <a:gd name="connsiteX14" fmla="*/ 149292 w 406526"/>
                <a:gd name="connsiteY14" fmla="*/ 16546 h 243070"/>
                <a:gd name="connsiteX15" fmla="*/ 179960 w 406526"/>
                <a:gd name="connsiteY15" fmla="*/ 16546 h 243070"/>
                <a:gd name="connsiteX16" fmla="*/ 194580 w 406526"/>
                <a:gd name="connsiteY16" fmla="*/ 53672 h 243070"/>
                <a:gd name="connsiteX17" fmla="*/ 146083 w 406526"/>
                <a:gd name="connsiteY17" fmla="*/ 176959 h 243070"/>
                <a:gd name="connsiteX18" fmla="*/ 82964 w 406526"/>
                <a:gd name="connsiteY18" fmla="*/ 16546 h 243070"/>
                <a:gd name="connsiteX19" fmla="*/ 117198 w 406526"/>
                <a:gd name="connsiteY19" fmla="*/ 16546 h 243070"/>
                <a:gd name="connsiteX20" fmla="*/ 117198 w 406526"/>
                <a:gd name="connsiteY20" fmla="*/ 85 h 243070"/>
                <a:gd name="connsiteX21" fmla="*/ 54793 w 406526"/>
                <a:gd name="connsiteY21" fmla="*/ 1135 h 243070"/>
                <a:gd name="connsiteX22" fmla="*/ 232 w 406526"/>
                <a:gd name="connsiteY22" fmla="*/ 85 h 243070"/>
                <a:gd name="connsiteX23" fmla="*/ 232 w 406526"/>
                <a:gd name="connsiteY23" fmla="*/ 16546 h 243070"/>
                <a:gd name="connsiteX24" fmla="*/ 30900 w 406526"/>
                <a:gd name="connsiteY24" fmla="*/ 16546 h 243070"/>
                <a:gd name="connsiteX25" fmla="*/ 116485 w 406526"/>
                <a:gd name="connsiteY25" fmla="*/ 234049 h 243070"/>
                <a:gd name="connsiteX26" fmla="*/ 128966 w 406526"/>
                <a:gd name="connsiteY26" fmla="*/ 243155 h 243070"/>
                <a:gd name="connsiteX27" fmla="*/ 141447 w 406526"/>
                <a:gd name="connsiteY27" fmla="*/ 234049 h 243070"/>
                <a:gd name="connsiteX28" fmla="*/ 203495 w 406526"/>
                <a:gd name="connsiteY28" fmla="*/ 76438 h 243070"/>
                <a:gd name="connsiteX29" fmla="*/ 265544 w 406526"/>
                <a:gd name="connsiteY29" fmla="*/ 234049 h 243070"/>
                <a:gd name="connsiteX30" fmla="*/ 278025 w 406526"/>
                <a:gd name="connsiteY30" fmla="*/ 243155 h 243070"/>
                <a:gd name="connsiteX31" fmla="*/ 290506 w 406526"/>
                <a:gd name="connsiteY31" fmla="*/ 234049 h 243070"/>
                <a:gd name="connsiteX32" fmla="*/ 372881 w 406526"/>
                <a:gd name="connsiteY32" fmla="*/ 24952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81" y="24952"/>
                  </a:moveTo>
                  <a:cubicBezTo>
                    <a:pt x="375021" y="18998"/>
                    <a:pt x="375378" y="18297"/>
                    <a:pt x="386432" y="17247"/>
                  </a:cubicBezTo>
                  <a:cubicBezTo>
                    <a:pt x="393564" y="16546"/>
                    <a:pt x="401053" y="16546"/>
                    <a:pt x="406759" y="16546"/>
                  </a:cubicBezTo>
                  <a:lnTo>
                    <a:pt x="406759" y="85"/>
                  </a:lnTo>
                  <a:cubicBezTo>
                    <a:pt x="397130" y="435"/>
                    <a:pt x="384649" y="1135"/>
                    <a:pt x="368602" y="1135"/>
                  </a:cubicBezTo>
                  <a:cubicBezTo>
                    <a:pt x="355051" y="1135"/>
                    <a:pt x="332942" y="1135"/>
                    <a:pt x="320104" y="85"/>
                  </a:cubicBezTo>
                  <a:lnTo>
                    <a:pt x="320104" y="16546"/>
                  </a:lnTo>
                  <a:cubicBezTo>
                    <a:pt x="329019" y="16546"/>
                    <a:pt x="346136" y="16546"/>
                    <a:pt x="356478" y="20399"/>
                  </a:cubicBezTo>
                  <a:lnTo>
                    <a:pt x="295142" y="176959"/>
                  </a:lnTo>
                  <a:lnTo>
                    <a:pt x="232024" y="16546"/>
                  </a:lnTo>
                  <a:lnTo>
                    <a:pt x="266257" y="16546"/>
                  </a:lnTo>
                  <a:lnTo>
                    <a:pt x="266257" y="85"/>
                  </a:lnTo>
                  <a:cubicBezTo>
                    <a:pt x="252707" y="1135"/>
                    <a:pt x="219186" y="1135"/>
                    <a:pt x="203852" y="1135"/>
                  </a:cubicBezTo>
                  <a:cubicBezTo>
                    <a:pt x="189945" y="1135"/>
                    <a:pt x="161773" y="1135"/>
                    <a:pt x="149292" y="85"/>
                  </a:cubicBezTo>
                  <a:lnTo>
                    <a:pt x="149292" y="16546"/>
                  </a:lnTo>
                  <a:lnTo>
                    <a:pt x="179960" y="16546"/>
                  </a:lnTo>
                  <a:lnTo>
                    <a:pt x="194580" y="53672"/>
                  </a:lnTo>
                  <a:lnTo>
                    <a:pt x="146083" y="176959"/>
                  </a:lnTo>
                  <a:lnTo>
                    <a:pt x="82964" y="16546"/>
                  </a:lnTo>
                  <a:lnTo>
                    <a:pt x="117198" y="16546"/>
                  </a:lnTo>
                  <a:lnTo>
                    <a:pt x="117198" y="85"/>
                  </a:lnTo>
                  <a:cubicBezTo>
                    <a:pt x="103647" y="1135"/>
                    <a:pt x="70126" y="1135"/>
                    <a:pt x="54793" y="1135"/>
                  </a:cubicBezTo>
                  <a:cubicBezTo>
                    <a:pt x="40885" y="1135"/>
                    <a:pt x="12714" y="1135"/>
                    <a:pt x="232" y="85"/>
                  </a:cubicBezTo>
                  <a:lnTo>
                    <a:pt x="232" y="16546"/>
                  </a:lnTo>
                  <a:lnTo>
                    <a:pt x="30900" y="16546"/>
                  </a:lnTo>
                  <a:lnTo>
                    <a:pt x="116485" y="234049"/>
                  </a:lnTo>
                  <a:cubicBezTo>
                    <a:pt x="118624" y="239653"/>
                    <a:pt x="120051" y="243155"/>
                    <a:pt x="128966" y="243155"/>
                  </a:cubicBezTo>
                  <a:cubicBezTo>
                    <a:pt x="137881" y="243155"/>
                    <a:pt x="139307" y="239653"/>
                    <a:pt x="141447" y="234049"/>
                  </a:cubicBezTo>
                  <a:lnTo>
                    <a:pt x="203495" y="76438"/>
                  </a:lnTo>
                  <a:lnTo>
                    <a:pt x="265544" y="234049"/>
                  </a:lnTo>
                  <a:cubicBezTo>
                    <a:pt x="267684" y="239653"/>
                    <a:pt x="269110" y="243155"/>
                    <a:pt x="278025" y="243155"/>
                  </a:cubicBezTo>
                  <a:cubicBezTo>
                    <a:pt x="286940" y="243155"/>
                    <a:pt x="288367" y="239653"/>
                    <a:pt x="290506" y="234049"/>
                  </a:cubicBezTo>
                  <a:lnTo>
                    <a:pt x="372881" y="2495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C5B1CCF-ADC4-D790-E4E5-D84867D116AA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1504986" y="7863275"/>
              <a:ext cx="122813" cy="172601"/>
            </a:xfrm>
            <a:custGeom>
              <a:avLst/>
              <a:gdLst>
                <a:gd name="connsiteX0" fmla="*/ 59654 w 122813"/>
                <a:gd name="connsiteY0" fmla="*/ 7441 h 172601"/>
                <a:gd name="connsiteX1" fmla="*/ 60653 w 122813"/>
                <a:gd name="connsiteY1" fmla="*/ 3519 h 172601"/>
                <a:gd name="connsiteX2" fmla="*/ 56659 w 122813"/>
                <a:gd name="connsiteY2" fmla="*/ 86 h 172601"/>
                <a:gd name="connsiteX3" fmla="*/ 24707 w 122813"/>
                <a:gd name="connsiteY3" fmla="*/ 2538 h 172601"/>
                <a:gd name="connsiteX4" fmla="*/ 19215 w 122813"/>
                <a:gd name="connsiteY4" fmla="*/ 8177 h 172601"/>
                <a:gd name="connsiteX5" fmla="*/ 25706 w 122813"/>
                <a:gd name="connsiteY5" fmla="*/ 11609 h 172601"/>
                <a:gd name="connsiteX6" fmla="*/ 37687 w 122813"/>
                <a:gd name="connsiteY6" fmla="*/ 15287 h 172601"/>
                <a:gd name="connsiteX7" fmla="*/ 36689 w 122813"/>
                <a:gd name="connsiteY7" fmla="*/ 20681 h 172601"/>
                <a:gd name="connsiteX8" fmla="*/ 1492 w 122813"/>
                <a:gd name="connsiteY8" fmla="*/ 159448 h 172601"/>
                <a:gd name="connsiteX9" fmla="*/ 244 w 122813"/>
                <a:gd name="connsiteY9" fmla="*/ 164842 h 172601"/>
                <a:gd name="connsiteX10" fmla="*/ 8731 w 122813"/>
                <a:gd name="connsiteY10" fmla="*/ 172687 h 172601"/>
                <a:gd name="connsiteX11" fmla="*/ 20214 w 122813"/>
                <a:gd name="connsiteY11" fmla="*/ 162390 h 172601"/>
                <a:gd name="connsiteX12" fmla="*/ 32445 w 122813"/>
                <a:gd name="connsiteY12" fmla="*/ 114827 h 172601"/>
                <a:gd name="connsiteX13" fmla="*/ 64397 w 122813"/>
                <a:gd name="connsiteY13" fmla="*/ 134931 h 172601"/>
                <a:gd name="connsiteX14" fmla="*/ 63898 w 122813"/>
                <a:gd name="connsiteY14" fmla="*/ 139834 h 172601"/>
                <a:gd name="connsiteX15" fmla="*/ 62899 w 122813"/>
                <a:gd name="connsiteY15" fmla="*/ 147435 h 172601"/>
                <a:gd name="connsiteX16" fmla="*/ 89359 w 122813"/>
                <a:gd name="connsiteY16" fmla="*/ 172687 h 172601"/>
                <a:gd name="connsiteX17" fmla="*/ 121061 w 122813"/>
                <a:gd name="connsiteY17" fmla="*/ 135176 h 172601"/>
                <a:gd name="connsiteX18" fmla="*/ 117067 w 122813"/>
                <a:gd name="connsiteY18" fmla="*/ 131989 h 172601"/>
                <a:gd name="connsiteX19" fmla="*/ 112075 w 122813"/>
                <a:gd name="connsiteY19" fmla="*/ 137873 h 172601"/>
                <a:gd name="connsiteX20" fmla="*/ 90108 w 122813"/>
                <a:gd name="connsiteY20" fmla="*/ 165822 h 172601"/>
                <a:gd name="connsiteX21" fmla="*/ 81371 w 122813"/>
                <a:gd name="connsiteY21" fmla="*/ 153074 h 172601"/>
                <a:gd name="connsiteX22" fmla="*/ 82869 w 122813"/>
                <a:gd name="connsiteY22" fmla="*/ 142041 h 172601"/>
                <a:gd name="connsiteX23" fmla="*/ 84117 w 122813"/>
                <a:gd name="connsiteY23" fmla="*/ 134440 h 172601"/>
                <a:gd name="connsiteX24" fmla="*/ 43678 w 122813"/>
                <a:gd name="connsiteY24" fmla="*/ 108452 h 172601"/>
                <a:gd name="connsiteX25" fmla="*/ 64397 w 122813"/>
                <a:gd name="connsiteY25" fmla="*/ 92271 h 172601"/>
                <a:gd name="connsiteX26" fmla="*/ 103587 w 122813"/>
                <a:gd name="connsiteY26" fmla="*/ 68980 h 172601"/>
                <a:gd name="connsiteX27" fmla="*/ 111825 w 122813"/>
                <a:gd name="connsiteY27" fmla="*/ 72167 h 172601"/>
                <a:gd name="connsiteX28" fmla="*/ 98845 w 122813"/>
                <a:gd name="connsiteY28" fmla="*/ 85896 h 172601"/>
                <a:gd name="connsiteX29" fmla="*/ 108830 w 122813"/>
                <a:gd name="connsiteY29" fmla="*/ 94968 h 172601"/>
                <a:gd name="connsiteX30" fmla="*/ 123058 w 122813"/>
                <a:gd name="connsiteY30" fmla="*/ 79277 h 172601"/>
                <a:gd name="connsiteX31" fmla="*/ 103837 w 122813"/>
                <a:gd name="connsiteY31" fmla="*/ 62115 h 172601"/>
                <a:gd name="connsiteX32" fmla="*/ 63898 w 122813"/>
                <a:gd name="connsiteY32" fmla="*/ 83690 h 172601"/>
                <a:gd name="connsiteX33" fmla="*/ 34942 w 122813"/>
                <a:gd name="connsiteY33" fmla="*/ 105265 h 172601"/>
                <a:gd name="connsiteX34" fmla="*/ 59654 w 122813"/>
                <a:gd name="connsiteY34" fmla="*/ 7441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2813" h="172601">
                  <a:moveTo>
                    <a:pt x="59654" y="7441"/>
                  </a:moveTo>
                  <a:cubicBezTo>
                    <a:pt x="59904" y="6951"/>
                    <a:pt x="60653" y="3764"/>
                    <a:pt x="60653" y="3519"/>
                  </a:cubicBezTo>
                  <a:cubicBezTo>
                    <a:pt x="60653" y="2293"/>
                    <a:pt x="59654" y="86"/>
                    <a:pt x="56659" y="86"/>
                  </a:cubicBezTo>
                  <a:cubicBezTo>
                    <a:pt x="51666" y="86"/>
                    <a:pt x="30948" y="2048"/>
                    <a:pt x="24707" y="2538"/>
                  </a:cubicBezTo>
                  <a:cubicBezTo>
                    <a:pt x="22710" y="2783"/>
                    <a:pt x="19215" y="3028"/>
                    <a:pt x="19215" y="8177"/>
                  </a:cubicBezTo>
                  <a:cubicBezTo>
                    <a:pt x="19215" y="11609"/>
                    <a:pt x="22710" y="11609"/>
                    <a:pt x="25706" y="11609"/>
                  </a:cubicBezTo>
                  <a:cubicBezTo>
                    <a:pt x="37687" y="11609"/>
                    <a:pt x="37687" y="13325"/>
                    <a:pt x="37687" y="15287"/>
                  </a:cubicBezTo>
                  <a:cubicBezTo>
                    <a:pt x="37687" y="17003"/>
                    <a:pt x="37188" y="18474"/>
                    <a:pt x="36689" y="20681"/>
                  </a:cubicBezTo>
                  <a:lnTo>
                    <a:pt x="1492" y="159448"/>
                  </a:lnTo>
                  <a:cubicBezTo>
                    <a:pt x="244" y="163861"/>
                    <a:pt x="244" y="164351"/>
                    <a:pt x="244" y="164842"/>
                  </a:cubicBezTo>
                  <a:cubicBezTo>
                    <a:pt x="244" y="168519"/>
                    <a:pt x="3240" y="172687"/>
                    <a:pt x="8731" y="172687"/>
                  </a:cubicBezTo>
                  <a:cubicBezTo>
                    <a:pt x="15471" y="172687"/>
                    <a:pt x="18716" y="167784"/>
                    <a:pt x="20214" y="162390"/>
                  </a:cubicBezTo>
                  <a:cubicBezTo>
                    <a:pt x="20713" y="161409"/>
                    <a:pt x="31447" y="118259"/>
                    <a:pt x="32445" y="114827"/>
                  </a:cubicBezTo>
                  <a:cubicBezTo>
                    <a:pt x="50169" y="116543"/>
                    <a:pt x="64397" y="122182"/>
                    <a:pt x="64397" y="134931"/>
                  </a:cubicBezTo>
                  <a:cubicBezTo>
                    <a:pt x="64397" y="136157"/>
                    <a:pt x="64397" y="137382"/>
                    <a:pt x="63898" y="139834"/>
                  </a:cubicBezTo>
                  <a:cubicBezTo>
                    <a:pt x="62899" y="143512"/>
                    <a:pt x="62899" y="144738"/>
                    <a:pt x="62899" y="147435"/>
                  </a:cubicBezTo>
                  <a:cubicBezTo>
                    <a:pt x="62899" y="164842"/>
                    <a:pt x="77377" y="172687"/>
                    <a:pt x="89359" y="172687"/>
                  </a:cubicBezTo>
                  <a:cubicBezTo>
                    <a:pt x="113572" y="172687"/>
                    <a:pt x="121061" y="135421"/>
                    <a:pt x="121061" y="135176"/>
                  </a:cubicBezTo>
                  <a:cubicBezTo>
                    <a:pt x="121061" y="131989"/>
                    <a:pt x="117816" y="131989"/>
                    <a:pt x="117067" y="131989"/>
                  </a:cubicBezTo>
                  <a:cubicBezTo>
                    <a:pt x="113572" y="131989"/>
                    <a:pt x="113323" y="133215"/>
                    <a:pt x="112075" y="137873"/>
                  </a:cubicBezTo>
                  <a:cubicBezTo>
                    <a:pt x="109079" y="148415"/>
                    <a:pt x="102339" y="165822"/>
                    <a:pt x="90108" y="165822"/>
                  </a:cubicBezTo>
                  <a:cubicBezTo>
                    <a:pt x="83368" y="165822"/>
                    <a:pt x="81371" y="159693"/>
                    <a:pt x="81371" y="153074"/>
                  </a:cubicBezTo>
                  <a:cubicBezTo>
                    <a:pt x="81371" y="148906"/>
                    <a:pt x="81371" y="148415"/>
                    <a:pt x="82869" y="142041"/>
                  </a:cubicBezTo>
                  <a:cubicBezTo>
                    <a:pt x="83119" y="141305"/>
                    <a:pt x="84117" y="137137"/>
                    <a:pt x="84117" y="134440"/>
                  </a:cubicBezTo>
                  <a:cubicBezTo>
                    <a:pt x="84117" y="112620"/>
                    <a:pt x="54162" y="109188"/>
                    <a:pt x="43678" y="108452"/>
                  </a:cubicBezTo>
                  <a:cubicBezTo>
                    <a:pt x="50917" y="104039"/>
                    <a:pt x="60153" y="95948"/>
                    <a:pt x="64397" y="92271"/>
                  </a:cubicBezTo>
                  <a:cubicBezTo>
                    <a:pt x="77128" y="80503"/>
                    <a:pt x="89609" y="68980"/>
                    <a:pt x="103587" y="68980"/>
                  </a:cubicBezTo>
                  <a:cubicBezTo>
                    <a:pt x="106583" y="68980"/>
                    <a:pt x="109828" y="69715"/>
                    <a:pt x="111825" y="72167"/>
                  </a:cubicBezTo>
                  <a:cubicBezTo>
                    <a:pt x="101091" y="73883"/>
                    <a:pt x="98845" y="82219"/>
                    <a:pt x="98845" y="85896"/>
                  </a:cubicBezTo>
                  <a:cubicBezTo>
                    <a:pt x="98845" y="91290"/>
                    <a:pt x="103088" y="94968"/>
                    <a:pt x="108830" y="94968"/>
                  </a:cubicBezTo>
                  <a:cubicBezTo>
                    <a:pt x="115569" y="94968"/>
                    <a:pt x="123058" y="89574"/>
                    <a:pt x="123058" y="79277"/>
                  </a:cubicBezTo>
                  <a:cubicBezTo>
                    <a:pt x="123058" y="71186"/>
                    <a:pt x="117067" y="62115"/>
                    <a:pt x="103837" y="62115"/>
                  </a:cubicBezTo>
                  <a:cubicBezTo>
                    <a:pt x="89609" y="62115"/>
                    <a:pt x="76628" y="72167"/>
                    <a:pt x="63898" y="83690"/>
                  </a:cubicBezTo>
                  <a:cubicBezTo>
                    <a:pt x="53414" y="93497"/>
                    <a:pt x="45176" y="101097"/>
                    <a:pt x="34942" y="105265"/>
                  </a:cubicBezTo>
                  <a:lnTo>
                    <a:pt x="59654" y="744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EA09DF19-719E-0172-FC27-C304308FC5F9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1790370" y="7791755"/>
              <a:ext cx="178300" cy="203142"/>
            </a:xfrm>
            <a:custGeom>
              <a:avLst/>
              <a:gdLst>
                <a:gd name="connsiteX0" fmla="*/ 166072 w 178300"/>
                <a:gd name="connsiteY0" fmla="*/ 108661 h 203142"/>
                <a:gd name="connsiteX1" fmla="*/ 178553 w 178300"/>
                <a:gd name="connsiteY1" fmla="*/ 101656 h 203142"/>
                <a:gd name="connsiteX2" fmla="*/ 166072 w 178300"/>
                <a:gd name="connsiteY2" fmla="*/ 94651 h 203142"/>
                <a:gd name="connsiteX3" fmla="*/ 14873 w 178300"/>
                <a:gd name="connsiteY3" fmla="*/ 94651 h 203142"/>
                <a:gd name="connsiteX4" fmla="*/ 110442 w 178300"/>
                <a:gd name="connsiteY4" fmla="*/ 14095 h 203142"/>
                <a:gd name="connsiteX5" fmla="*/ 166072 w 178300"/>
                <a:gd name="connsiteY5" fmla="*/ 14095 h 203142"/>
                <a:gd name="connsiteX6" fmla="*/ 178553 w 178300"/>
                <a:gd name="connsiteY6" fmla="*/ 7090 h 203142"/>
                <a:gd name="connsiteX7" fmla="*/ 166072 w 178300"/>
                <a:gd name="connsiteY7" fmla="*/ 85 h 203142"/>
                <a:gd name="connsiteX8" fmla="*/ 109729 w 178300"/>
                <a:gd name="connsiteY8" fmla="*/ 85 h 203142"/>
                <a:gd name="connsiteX9" fmla="*/ 252 w 178300"/>
                <a:gd name="connsiteY9" fmla="*/ 101656 h 203142"/>
                <a:gd name="connsiteX10" fmla="*/ 109729 w 178300"/>
                <a:gd name="connsiteY10" fmla="*/ 203227 h 203142"/>
                <a:gd name="connsiteX11" fmla="*/ 166072 w 178300"/>
                <a:gd name="connsiteY11" fmla="*/ 203227 h 203142"/>
                <a:gd name="connsiteX12" fmla="*/ 178553 w 178300"/>
                <a:gd name="connsiteY12" fmla="*/ 196222 h 203142"/>
                <a:gd name="connsiteX13" fmla="*/ 166072 w 178300"/>
                <a:gd name="connsiteY13" fmla="*/ 189217 h 203142"/>
                <a:gd name="connsiteX14" fmla="*/ 110442 w 178300"/>
                <a:gd name="connsiteY14" fmla="*/ 189217 h 203142"/>
                <a:gd name="connsiteX15" fmla="*/ 14873 w 178300"/>
                <a:gd name="connsiteY15" fmla="*/ 108661 h 203142"/>
                <a:gd name="connsiteX16" fmla="*/ 166072 w 178300"/>
                <a:gd name="connsiteY16" fmla="*/ 108661 h 203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8300" h="203142">
                  <a:moveTo>
                    <a:pt x="166072" y="108661"/>
                  </a:moveTo>
                  <a:cubicBezTo>
                    <a:pt x="172134" y="108661"/>
                    <a:pt x="178553" y="108661"/>
                    <a:pt x="178553" y="101656"/>
                  </a:cubicBezTo>
                  <a:cubicBezTo>
                    <a:pt x="178553" y="94651"/>
                    <a:pt x="172134" y="94651"/>
                    <a:pt x="166072" y="94651"/>
                  </a:cubicBezTo>
                  <a:lnTo>
                    <a:pt x="14873" y="94651"/>
                  </a:lnTo>
                  <a:cubicBezTo>
                    <a:pt x="19152" y="47718"/>
                    <a:pt x="60161" y="14095"/>
                    <a:pt x="110442" y="14095"/>
                  </a:cubicBezTo>
                  <a:lnTo>
                    <a:pt x="166072" y="14095"/>
                  </a:lnTo>
                  <a:cubicBezTo>
                    <a:pt x="172134" y="14095"/>
                    <a:pt x="178553" y="14095"/>
                    <a:pt x="178553" y="7090"/>
                  </a:cubicBezTo>
                  <a:cubicBezTo>
                    <a:pt x="178553" y="85"/>
                    <a:pt x="172134" y="85"/>
                    <a:pt x="166072" y="85"/>
                  </a:cubicBezTo>
                  <a:lnTo>
                    <a:pt x="109729" y="85"/>
                  </a:lnTo>
                  <a:cubicBezTo>
                    <a:pt x="48750" y="85"/>
                    <a:pt x="252" y="45617"/>
                    <a:pt x="252" y="101656"/>
                  </a:cubicBezTo>
                  <a:cubicBezTo>
                    <a:pt x="252" y="157695"/>
                    <a:pt x="48750" y="203227"/>
                    <a:pt x="109729" y="203227"/>
                  </a:cubicBezTo>
                  <a:lnTo>
                    <a:pt x="166072" y="203227"/>
                  </a:lnTo>
                  <a:cubicBezTo>
                    <a:pt x="172134" y="203227"/>
                    <a:pt x="178553" y="203227"/>
                    <a:pt x="178553" y="196222"/>
                  </a:cubicBezTo>
                  <a:cubicBezTo>
                    <a:pt x="178553" y="189217"/>
                    <a:pt x="172134" y="189217"/>
                    <a:pt x="166072" y="189217"/>
                  </a:cubicBezTo>
                  <a:lnTo>
                    <a:pt x="110442" y="189217"/>
                  </a:lnTo>
                  <a:cubicBezTo>
                    <a:pt x="60161" y="189217"/>
                    <a:pt x="19152" y="155594"/>
                    <a:pt x="14873" y="108661"/>
                  </a:cubicBezTo>
                  <a:lnTo>
                    <a:pt x="166072" y="10866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92011C1A-0E57-DFCF-E520-419650B5BB4A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2103267" y="7740969"/>
              <a:ext cx="244985" cy="239918"/>
            </a:xfrm>
            <a:custGeom>
              <a:avLst/>
              <a:gdLst>
                <a:gd name="connsiteX0" fmla="*/ 90125 w 244985"/>
                <a:gd name="connsiteY0" fmla="*/ 130026 h 239918"/>
                <a:gd name="connsiteX1" fmla="*/ 102963 w 244985"/>
                <a:gd name="connsiteY1" fmla="*/ 130026 h 239918"/>
                <a:gd name="connsiteX2" fmla="*/ 156453 w 244985"/>
                <a:gd name="connsiteY2" fmla="*/ 211283 h 239918"/>
                <a:gd name="connsiteX3" fmla="*/ 172500 w 244985"/>
                <a:gd name="connsiteY3" fmla="*/ 235800 h 239918"/>
                <a:gd name="connsiteX4" fmla="*/ 184268 w 244985"/>
                <a:gd name="connsiteY4" fmla="*/ 240003 h 239918"/>
                <a:gd name="connsiteX5" fmla="*/ 233479 w 244985"/>
                <a:gd name="connsiteY5" fmla="*/ 240003 h 239918"/>
                <a:gd name="connsiteX6" fmla="*/ 245247 w 244985"/>
                <a:gd name="connsiteY6" fmla="*/ 233699 h 239918"/>
                <a:gd name="connsiteX7" fmla="*/ 239898 w 244985"/>
                <a:gd name="connsiteY7" fmla="*/ 227744 h 239918"/>
                <a:gd name="connsiteX8" fmla="*/ 200672 w 244985"/>
                <a:gd name="connsiteY8" fmla="*/ 190618 h 239918"/>
                <a:gd name="connsiteX9" fmla="*/ 156453 w 244985"/>
                <a:gd name="connsiteY9" fmla="*/ 126173 h 239918"/>
                <a:gd name="connsiteX10" fmla="*/ 218858 w 244985"/>
                <a:gd name="connsiteY10" fmla="*/ 65581 h 239918"/>
                <a:gd name="connsiteX11" fmla="*/ 124359 w 244985"/>
                <a:gd name="connsiteY11" fmla="*/ 85 h 239918"/>
                <a:gd name="connsiteX12" fmla="*/ 12386 w 244985"/>
                <a:gd name="connsiteY12" fmla="*/ 85 h 239918"/>
                <a:gd name="connsiteX13" fmla="*/ 261 w 244985"/>
                <a:gd name="connsiteY13" fmla="*/ 6389 h 239918"/>
                <a:gd name="connsiteX14" fmla="*/ 9890 w 244985"/>
                <a:gd name="connsiteY14" fmla="*/ 12343 h 239918"/>
                <a:gd name="connsiteX15" fmla="*/ 31999 w 244985"/>
                <a:gd name="connsiteY15" fmla="*/ 32307 h 239918"/>
                <a:gd name="connsiteX16" fmla="*/ 31999 w 244985"/>
                <a:gd name="connsiteY16" fmla="*/ 207780 h 239918"/>
                <a:gd name="connsiteX17" fmla="*/ 9890 w 244985"/>
                <a:gd name="connsiteY17" fmla="*/ 227744 h 239918"/>
                <a:gd name="connsiteX18" fmla="*/ 261 w 244985"/>
                <a:gd name="connsiteY18" fmla="*/ 233699 h 239918"/>
                <a:gd name="connsiteX19" fmla="*/ 12386 w 244985"/>
                <a:gd name="connsiteY19" fmla="*/ 240003 h 239918"/>
                <a:gd name="connsiteX20" fmla="*/ 110095 w 244985"/>
                <a:gd name="connsiteY20" fmla="*/ 240003 h 239918"/>
                <a:gd name="connsiteX21" fmla="*/ 121863 w 244985"/>
                <a:gd name="connsiteY21" fmla="*/ 233699 h 239918"/>
                <a:gd name="connsiteX22" fmla="*/ 111878 w 244985"/>
                <a:gd name="connsiteY22" fmla="*/ 227744 h 239918"/>
                <a:gd name="connsiteX23" fmla="*/ 90125 w 244985"/>
                <a:gd name="connsiteY23" fmla="*/ 207780 h 239918"/>
                <a:gd name="connsiteX24" fmla="*/ 90125 w 244985"/>
                <a:gd name="connsiteY24" fmla="*/ 130026 h 239918"/>
                <a:gd name="connsiteX25" fmla="*/ 158949 w 244985"/>
                <a:gd name="connsiteY25" fmla="*/ 112864 h 239918"/>
                <a:gd name="connsiteX26" fmla="*/ 170004 w 244985"/>
                <a:gd name="connsiteY26" fmla="*/ 65931 h 239918"/>
                <a:gd name="connsiteX27" fmla="*/ 156453 w 244985"/>
                <a:gd name="connsiteY27" fmla="*/ 16196 h 239918"/>
                <a:gd name="connsiteX28" fmla="*/ 206377 w 244985"/>
                <a:gd name="connsiteY28" fmla="*/ 65581 h 239918"/>
                <a:gd name="connsiteX29" fmla="*/ 158949 w 244985"/>
                <a:gd name="connsiteY29" fmla="*/ 112864 h 239918"/>
                <a:gd name="connsiteX30" fmla="*/ 90125 w 244985"/>
                <a:gd name="connsiteY30" fmla="*/ 31257 h 239918"/>
                <a:gd name="connsiteX31" fmla="*/ 112234 w 244985"/>
                <a:gd name="connsiteY31" fmla="*/ 12343 h 239918"/>
                <a:gd name="connsiteX32" fmla="*/ 157523 w 244985"/>
                <a:gd name="connsiteY32" fmla="*/ 65931 h 239918"/>
                <a:gd name="connsiteX33" fmla="*/ 90125 w 244985"/>
                <a:gd name="connsiteY33" fmla="*/ 117767 h 239918"/>
                <a:gd name="connsiteX34" fmla="*/ 90125 w 244985"/>
                <a:gd name="connsiteY34" fmla="*/ 31257 h 239918"/>
                <a:gd name="connsiteX35" fmla="*/ 41627 w 244985"/>
                <a:gd name="connsiteY35" fmla="*/ 227744 h 239918"/>
                <a:gd name="connsiteX36" fmla="*/ 44480 w 244985"/>
                <a:gd name="connsiteY36" fmla="*/ 208481 h 239918"/>
                <a:gd name="connsiteX37" fmla="*/ 44480 w 244985"/>
                <a:gd name="connsiteY37" fmla="*/ 31607 h 239918"/>
                <a:gd name="connsiteX38" fmla="*/ 41627 w 244985"/>
                <a:gd name="connsiteY38" fmla="*/ 12343 h 239918"/>
                <a:gd name="connsiteX39" fmla="*/ 82280 w 244985"/>
                <a:gd name="connsiteY39" fmla="*/ 12343 h 239918"/>
                <a:gd name="connsiteX40" fmla="*/ 77644 w 244985"/>
                <a:gd name="connsiteY40" fmla="*/ 30206 h 239918"/>
                <a:gd name="connsiteX41" fmla="*/ 77644 w 244985"/>
                <a:gd name="connsiteY41" fmla="*/ 208481 h 239918"/>
                <a:gd name="connsiteX42" fmla="*/ 80497 w 244985"/>
                <a:gd name="connsiteY42" fmla="*/ 227744 h 239918"/>
                <a:gd name="connsiteX43" fmla="*/ 41627 w 244985"/>
                <a:gd name="connsiteY43" fmla="*/ 227744 h 239918"/>
                <a:gd name="connsiteX44" fmla="*/ 117583 w 244985"/>
                <a:gd name="connsiteY44" fmla="*/ 130026 h 239918"/>
                <a:gd name="connsiteX45" fmla="*/ 124359 w 244985"/>
                <a:gd name="connsiteY45" fmla="*/ 129325 h 239918"/>
                <a:gd name="connsiteX46" fmla="*/ 142902 w 244985"/>
                <a:gd name="connsiteY46" fmla="*/ 127924 h 239918"/>
                <a:gd name="connsiteX47" fmla="*/ 216362 w 244985"/>
                <a:gd name="connsiteY47" fmla="*/ 227744 h 239918"/>
                <a:gd name="connsiteX48" fmla="*/ 181772 w 244985"/>
                <a:gd name="connsiteY48" fmla="*/ 227744 h 239918"/>
                <a:gd name="connsiteX49" fmla="*/ 117583 w 244985"/>
                <a:gd name="connsiteY49" fmla="*/ 130026 h 239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4985" h="239918">
                  <a:moveTo>
                    <a:pt x="90125" y="130026"/>
                  </a:moveTo>
                  <a:lnTo>
                    <a:pt x="102963" y="130026"/>
                  </a:lnTo>
                  <a:lnTo>
                    <a:pt x="156453" y="211283"/>
                  </a:lnTo>
                  <a:cubicBezTo>
                    <a:pt x="160019" y="216887"/>
                    <a:pt x="168577" y="230546"/>
                    <a:pt x="172500" y="235800"/>
                  </a:cubicBezTo>
                  <a:cubicBezTo>
                    <a:pt x="174996" y="240003"/>
                    <a:pt x="176066" y="240003"/>
                    <a:pt x="184268" y="240003"/>
                  </a:cubicBezTo>
                  <a:lnTo>
                    <a:pt x="233479" y="240003"/>
                  </a:lnTo>
                  <a:cubicBezTo>
                    <a:pt x="239898" y="240003"/>
                    <a:pt x="245247" y="240003"/>
                    <a:pt x="245247" y="233699"/>
                  </a:cubicBezTo>
                  <a:cubicBezTo>
                    <a:pt x="245247" y="230897"/>
                    <a:pt x="243107" y="228445"/>
                    <a:pt x="239898" y="227744"/>
                  </a:cubicBezTo>
                  <a:cubicBezTo>
                    <a:pt x="226704" y="224942"/>
                    <a:pt x="209230" y="201826"/>
                    <a:pt x="200672" y="190618"/>
                  </a:cubicBezTo>
                  <a:cubicBezTo>
                    <a:pt x="198175" y="187116"/>
                    <a:pt x="180345" y="164000"/>
                    <a:pt x="156453" y="126173"/>
                  </a:cubicBezTo>
                  <a:cubicBezTo>
                    <a:pt x="188191" y="120569"/>
                    <a:pt x="218858" y="107260"/>
                    <a:pt x="218858" y="65581"/>
                  </a:cubicBezTo>
                  <a:cubicBezTo>
                    <a:pt x="218858" y="16896"/>
                    <a:pt x="166438" y="85"/>
                    <a:pt x="124359" y="85"/>
                  </a:cubicBezTo>
                  <a:lnTo>
                    <a:pt x="12386" y="85"/>
                  </a:lnTo>
                  <a:cubicBezTo>
                    <a:pt x="5967" y="85"/>
                    <a:pt x="261" y="85"/>
                    <a:pt x="261" y="6389"/>
                  </a:cubicBezTo>
                  <a:cubicBezTo>
                    <a:pt x="261" y="12343"/>
                    <a:pt x="7037" y="12343"/>
                    <a:pt x="9890" y="12343"/>
                  </a:cubicBezTo>
                  <a:cubicBezTo>
                    <a:pt x="30216" y="12343"/>
                    <a:pt x="31999" y="14795"/>
                    <a:pt x="31999" y="32307"/>
                  </a:cubicBezTo>
                  <a:lnTo>
                    <a:pt x="31999" y="207780"/>
                  </a:lnTo>
                  <a:cubicBezTo>
                    <a:pt x="31999" y="225293"/>
                    <a:pt x="30216" y="227744"/>
                    <a:pt x="9890" y="227744"/>
                  </a:cubicBezTo>
                  <a:cubicBezTo>
                    <a:pt x="7037" y="227744"/>
                    <a:pt x="261" y="227744"/>
                    <a:pt x="261" y="233699"/>
                  </a:cubicBezTo>
                  <a:cubicBezTo>
                    <a:pt x="261" y="240003"/>
                    <a:pt x="5967" y="240003"/>
                    <a:pt x="12386" y="240003"/>
                  </a:cubicBezTo>
                  <a:lnTo>
                    <a:pt x="110095" y="240003"/>
                  </a:lnTo>
                  <a:cubicBezTo>
                    <a:pt x="116514" y="240003"/>
                    <a:pt x="121863" y="240003"/>
                    <a:pt x="121863" y="233699"/>
                  </a:cubicBezTo>
                  <a:cubicBezTo>
                    <a:pt x="121863" y="227744"/>
                    <a:pt x="115800" y="227744"/>
                    <a:pt x="111878" y="227744"/>
                  </a:cubicBezTo>
                  <a:cubicBezTo>
                    <a:pt x="91551" y="227744"/>
                    <a:pt x="90125" y="224942"/>
                    <a:pt x="90125" y="207780"/>
                  </a:cubicBezTo>
                  <a:lnTo>
                    <a:pt x="90125" y="130026"/>
                  </a:lnTo>
                  <a:close/>
                  <a:moveTo>
                    <a:pt x="158949" y="112864"/>
                  </a:moveTo>
                  <a:cubicBezTo>
                    <a:pt x="168934" y="99905"/>
                    <a:pt x="170004" y="81342"/>
                    <a:pt x="170004" y="65931"/>
                  </a:cubicBezTo>
                  <a:cubicBezTo>
                    <a:pt x="170004" y="49119"/>
                    <a:pt x="167864" y="30556"/>
                    <a:pt x="156453" y="16196"/>
                  </a:cubicBezTo>
                  <a:cubicBezTo>
                    <a:pt x="171074" y="19348"/>
                    <a:pt x="206377" y="30206"/>
                    <a:pt x="206377" y="65581"/>
                  </a:cubicBezTo>
                  <a:cubicBezTo>
                    <a:pt x="206377" y="88347"/>
                    <a:pt x="195679" y="106209"/>
                    <a:pt x="158949" y="112864"/>
                  </a:cubicBezTo>
                  <a:close/>
                  <a:moveTo>
                    <a:pt x="90125" y="31257"/>
                  </a:moveTo>
                  <a:cubicBezTo>
                    <a:pt x="90125" y="23901"/>
                    <a:pt x="90125" y="12343"/>
                    <a:pt x="112234" y="12343"/>
                  </a:cubicBezTo>
                  <a:cubicBezTo>
                    <a:pt x="142546" y="12343"/>
                    <a:pt x="157523" y="24602"/>
                    <a:pt x="157523" y="65931"/>
                  </a:cubicBezTo>
                  <a:cubicBezTo>
                    <a:pt x="157523" y="111113"/>
                    <a:pt x="146468" y="117767"/>
                    <a:pt x="90125" y="117767"/>
                  </a:cubicBezTo>
                  <a:lnTo>
                    <a:pt x="90125" y="31257"/>
                  </a:lnTo>
                  <a:close/>
                  <a:moveTo>
                    <a:pt x="41627" y="227744"/>
                  </a:moveTo>
                  <a:cubicBezTo>
                    <a:pt x="44480" y="221440"/>
                    <a:pt x="44480" y="211633"/>
                    <a:pt x="44480" y="208481"/>
                  </a:cubicBezTo>
                  <a:lnTo>
                    <a:pt x="44480" y="31607"/>
                  </a:lnTo>
                  <a:cubicBezTo>
                    <a:pt x="44480" y="28104"/>
                    <a:pt x="44480" y="18648"/>
                    <a:pt x="41627" y="12343"/>
                  </a:cubicBezTo>
                  <a:lnTo>
                    <a:pt x="82280" y="12343"/>
                  </a:lnTo>
                  <a:cubicBezTo>
                    <a:pt x="77644" y="17947"/>
                    <a:pt x="77644" y="24952"/>
                    <a:pt x="77644" y="30206"/>
                  </a:cubicBezTo>
                  <a:lnTo>
                    <a:pt x="77644" y="208481"/>
                  </a:lnTo>
                  <a:cubicBezTo>
                    <a:pt x="77644" y="211983"/>
                    <a:pt x="77644" y="221440"/>
                    <a:pt x="80497" y="227744"/>
                  </a:cubicBezTo>
                  <a:lnTo>
                    <a:pt x="41627" y="227744"/>
                  </a:lnTo>
                  <a:close/>
                  <a:moveTo>
                    <a:pt x="117583" y="130026"/>
                  </a:moveTo>
                  <a:cubicBezTo>
                    <a:pt x="120080" y="129676"/>
                    <a:pt x="121506" y="129325"/>
                    <a:pt x="124359" y="129325"/>
                  </a:cubicBezTo>
                  <a:cubicBezTo>
                    <a:pt x="129708" y="129325"/>
                    <a:pt x="137553" y="128625"/>
                    <a:pt x="142902" y="127924"/>
                  </a:cubicBezTo>
                  <a:cubicBezTo>
                    <a:pt x="148251" y="136330"/>
                    <a:pt x="186764" y="198674"/>
                    <a:pt x="216362" y="227744"/>
                  </a:cubicBezTo>
                  <a:lnTo>
                    <a:pt x="181772" y="227744"/>
                  </a:lnTo>
                  <a:lnTo>
                    <a:pt x="117583" y="130026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F11F2184-53AE-A002-07E1-E99C9DC7322D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2370335" y="7666125"/>
              <a:ext cx="128305" cy="172601"/>
            </a:xfrm>
            <a:custGeom>
              <a:avLst/>
              <a:gdLst>
                <a:gd name="connsiteX0" fmla="*/ 127575 w 128305"/>
                <a:gd name="connsiteY0" fmla="*/ 7436 h 172601"/>
                <a:gd name="connsiteX1" fmla="*/ 128574 w 128305"/>
                <a:gd name="connsiteY1" fmla="*/ 3513 h 172601"/>
                <a:gd name="connsiteX2" fmla="*/ 124580 w 128305"/>
                <a:gd name="connsiteY2" fmla="*/ 81 h 172601"/>
                <a:gd name="connsiteX3" fmla="*/ 92628 w 128305"/>
                <a:gd name="connsiteY3" fmla="*/ 2532 h 172601"/>
                <a:gd name="connsiteX4" fmla="*/ 87137 w 128305"/>
                <a:gd name="connsiteY4" fmla="*/ 8171 h 172601"/>
                <a:gd name="connsiteX5" fmla="*/ 93627 w 128305"/>
                <a:gd name="connsiteY5" fmla="*/ 11604 h 172601"/>
                <a:gd name="connsiteX6" fmla="*/ 105609 w 128305"/>
                <a:gd name="connsiteY6" fmla="*/ 15281 h 172601"/>
                <a:gd name="connsiteX7" fmla="*/ 104610 w 128305"/>
                <a:gd name="connsiteY7" fmla="*/ 20675 h 172601"/>
                <a:gd name="connsiteX8" fmla="*/ 90382 w 128305"/>
                <a:gd name="connsiteY8" fmla="*/ 76574 h 172601"/>
                <a:gd name="connsiteX9" fmla="*/ 64671 w 128305"/>
                <a:gd name="connsiteY9" fmla="*/ 62109 h 172601"/>
                <a:gd name="connsiteX10" fmla="*/ 269 w 128305"/>
                <a:gd name="connsiteY10" fmla="*/ 131983 h 172601"/>
                <a:gd name="connsiteX11" fmla="*/ 37961 w 128305"/>
                <a:gd name="connsiteY11" fmla="*/ 172682 h 172601"/>
                <a:gd name="connsiteX12" fmla="*/ 73408 w 128305"/>
                <a:gd name="connsiteY12" fmla="*/ 155520 h 172601"/>
                <a:gd name="connsiteX13" fmla="*/ 99119 w 128305"/>
                <a:gd name="connsiteY13" fmla="*/ 172682 h 172601"/>
                <a:gd name="connsiteX14" fmla="*/ 118839 w 128305"/>
                <a:gd name="connsiteY14" fmla="*/ 159688 h 172601"/>
                <a:gd name="connsiteX15" fmla="*/ 127575 w 128305"/>
                <a:gd name="connsiteY15" fmla="*/ 135170 h 172601"/>
                <a:gd name="connsiteX16" fmla="*/ 123581 w 128305"/>
                <a:gd name="connsiteY16" fmla="*/ 131983 h 172601"/>
                <a:gd name="connsiteX17" fmla="*/ 118090 w 128305"/>
                <a:gd name="connsiteY17" fmla="*/ 139583 h 172601"/>
                <a:gd name="connsiteX18" fmla="*/ 99867 w 128305"/>
                <a:gd name="connsiteY18" fmla="*/ 165817 h 172601"/>
                <a:gd name="connsiteX19" fmla="*/ 91630 w 128305"/>
                <a:gd name="connsiteY19" fmla="*/ 153803 h 172601"/>
                <a:gd name="connsiteX20" fmla="*/ 92878 w 128305"/>
                <a:gd name="connsiteY20" fmla="*/ 143751 h 172601"/>
                <a:gd name="connsiteX21" fmla="*/ 127575 w 128305"/>
                <a:gd name="connsiteY21" fmla="*/ 7436 h 172601"/>
                <a:gd name="connsiteX22" fmla="*/ 74406 w 128305"/>
                <a:gd name="connsiteY22" fmla="*/ 139583 h 172601"/>
                <a:gd name="connsiteX23" fmla="*/ 61675 w 128305"/>
                <a:gd name="connsiteY23" fmla="*/ 156010 h 172601"/>
                <a:gd name="connsiteX24" fmla="*/ 38710 w 128305"/>
                <a:gd name="connsiteY24" fmla="*/ 165817 h 172601"/>
                <a:gd name="connsiteX25" fmla="*/ 20488 w 128305"/>
                <a:gd name="connsiteY25" fmla="*/ 142035 h 172601"/>
                <a:gd name="connsiteX26" fmla="*/ 33468 w 128305"/>
                <a:gd name="connsiteY26" fmla="*/ 92265 h 172601"/>
                <a:gd name="connsiteX27" fmla="*/ 64671 w 128305"/>
                <a:gd name="connsiteY27" fmla="*/ 68974 h 172601"/>
                <a:gd name="connsiteX28" fmla="*/ 86887 w 128305"/>
                <a:gd name="connsiteY28" fmla="*/ 90304 h 172601"/>
                <a:gd name="connsiteX29" fmla="*/ 86138 w 128305"/>
                <a:gd name="connsiteY29" fmla="*/ 93736 h 172601"/>
                <a:gd name="connsiteX30" fmla="*/ 74406 w 128305"/>
                <a:gd name="connsiteY30" fmla="*/ 139583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75" y="7436"/>
                  </a:moveTo>
                  <a:cubicBezTo>
                    <a:pt x="127825" y="6945"/>
                    <a:pt x="128574" y="3758"/>
                    <a:pt x="128574" y="3513"/>
                  </a:cubicBezTo>
                  <a:cubicBezTo>
                    <a:pt x="128574" y="2287"/>
                    <a:pt x="127575" y="81"/>
                    <a:pt x="124580" y="81"/>
                  </a:cubicBezTo>
                  <a:cubicBezTo>
                    <a:pt x="119588" y="81"/>
                    <a:pt x="98869" y="2042"/>
                    <a:pt x="92628" y="2532"/>
                  </a:cubicBezTo>
                  <a:cubicBezTo>
                    <a:pt x="90631" y="2777"/>
                    <a:pt x="87137" y="3023"/>
                    <a:pt x="87137" y="8171"/>
                  </a:cubicBezTo>
                  <a:cubicBezTo>
                    <a:pt x="87137" y="11604"/>
                    <a:pt x="90631" y="11604"/>
                    <a:pt x="93627" y="11604"/>
                  </a:cubicBezTo>
                  <a:cubicBezTo>
                    <a:pt x="105609" y="11604"/>
                    <a:pt x="105609" y="13320"/>
                    <a:pt x="105609" y="15281"/>
                  </a:cubicBezTo>
                  <a:cubicBezTo>
                    <a:pt x="105609" y="16997"/>
                    <a:pt x="105109" y="18468"/>
                    <a:pt x="104610" y="20675"/>
                  </a:cubicBezTo>
                  <a:lnTo>
                    <a:pt x="90382" y="76574"/>
                  </a:lnTo>
                  <a:cubicBezTo>
                    <a:pt x="85140" y="68484"/>
                    <a:pt x="76653" y="62109"/>
                    <a:pt x="64671" y="62109"/>
                  </a:cubicBezTo>
                  <a:cubicBezTo>
                    <a:pt x="32719" y="62109"/>
                    <a:pt x="269" y="96678"/>
                    <a:pt x="269" y="131983"/>
                  </a:cubicBezTo>
                  <a:cubicBezTo>
                    <a:pt x="269" y="155765"/>
                    <a:pt x="16494" y="172682"/>
                    <a:pt x="37961" y="172682"/>
                  </a:cubicBezTo>
                  <a:cubicBezTo>
                    <a:pt x="51441" y="172682"/>
                    <a:pt x="63423" y="165081"/>
                    <a:pt x="73408" y="155520"/>
                  </a:cubicBezTo>
                  <a:cubicBezTo>
                    <a:pt x="78150" y="170230"/>
                    <a:pt x="92628" y="172682"/>
                    <a:pt x="99119" y="172682"/>
                  </a:cubicBezTo>
                  <a:cubicBezTo>
                    <a:pt x="108105" y="172682"/>
                    <a:pt x="114345" y="167288"/>
                    <a:pt x="118839" y="159688"/>
                  </a:cubicBezTo>
                  <a:cubicBezTo>
                    <a:pt x="124330" y="150126"/>
                    <a:pt x="127575" y="136151"/>
                    <a:pt x="127575" y="135170"/>
                  </a:cubicBezTo>
                  <a:cubicBezTo>
                    <a:pt x="127575" y="131983"/>
                    <a:pt x="124330" y="131983"/>
                    <a:pt x="123581" y="131983"/>
                  </a:cubicBezTo>
                  <a:cubicBezTo>
                    <a:pt x="120087" y="131983"/>
                    <a:pt x="119837" y="132964"/>
                    <a:pt x="118090" y="139583"/>
                  </a:cubicBezTo>
                  <a:cubicBezTo>
                    <a:pt x="115094" y="151352"/>
                    <a:pt x="110352" y="165817"/>
                    <a:pt x="99867" y="165817"/>
                  </a:cubicBezTo>
                  <a:cubicBezTo>
                    <a:pt x="93377" y="165817"/>
                    <a:pt x="91630" y="160423"/>
                    <a:pt x="91630" y="153803"/>
                  </a:cubicBezTo>
                  <a:cubicBezTo>
                    <a:pt x="91630" y="149145"/>
                    <a:pt x="92129" y="146939"/>
                    <a:pt x="92878" y="143751"/>
                  </a:cubicBezTo>
                  <a:lnTo>
                    <a:pt x="127575" y="7436"/>
                  </a:lnTo>
                  <a:close/>
                  <a:moveTo>
                    <a:pt x="74406" y="139583"/>
                  </a:moveTo>
                  <a:cubicBezTo>
                    <a:pt x="72659" y="146448"/>
                    <a:pt x="67167" y="151352"/>
                    <a:pt x="61675" y="156010"/>
                  </a:cubicBezTo>
                  <a:cubicBezTo>
                    <a:pt x="59429" y="157971"/>
                    <a:pt x="49444" y="165817"/>
                    <a:pt x="38710" y="165817"/>
                  </a:cubicBezTo>
                  <a:cubicBezTo>
                    <a:pt x="29474" y="165817"/>
                    <a:pt x="20488" y="159442"/>
                    <a:pt x="20488" y="142035"/>
                  </a:cubicBezTo>
                  <a:cubicBezTo>
                    <a:pt x="20488" y="129041"/>
                    <a:pt x="27727" y="102072"/>
                    <a:pt x="33468" y="92265"/>
                  </a:cubicBezTo>
                  <a:cubicBezTo>
                    <a:pt x="44951" y="72651"/>
                    <a:pt x="57681" y="68974"/>
                    <a:pt x="64671" y="68974"/>
                  </a:cubicBezTo>
                  <a:cubicBezTo>
                    <a:pt x="82144" y="68974"/>
                    <a:pt x="86887" y="87607"/>
                    <a:pt x="86887" y="90304"/>
                  </a:cubicBezTo>
                  <a:cubicBezTo>
                    <a:pt x="86887" y="91285"/>
                    <a:pt x="86388" y="93001"/>
                    <a:pt x="86138" y="93736"/>
                  </a:cubicBezTo>
                  <a:lnTo>
                    <a:pt x="74406" y="139583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1C2DAB75-006B-1482-C4F7-BB93E60455E2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2519782" y="7754667"/>
              <a:ext cx="88793" cy="116631"/>
            </a:xfrm>
            <a:custGeom>
              <a:avLst/>
              <a:gdLst>
                <a:gd name="connsiteX0" fmla="*/ 89067 w 88793"/>
                <a:gd name="connsiteY0" fmla="*/ 82915 h 116631"/>
                <a:gd name="connsiteX1" fmla="*/ 81578 w 88793"/>
                <a:gd name="connsiteY1" fmla="*/ 82915 h 116631"/>
                <a:gd name="connsiteX2" fmla="*/ 76407 w 88793"/>
                <a:gd name="connsiteY2" fmla="*/ 98851 h 116631"/>
                <a:gd name="connsiteX3" fmla="*/ 57329 w 88793"/>
                <a:gd name="connsiteY3" fmla="*/ 99902 h 116631"/>
                <a:gd name="connsiteX4" fmla="*/ 22382 w 88793"/>
                <a:gd name="connsiteY4" fmla="*/ 99902 h 116631"/>
                <a:gd name="connsiteX5" fmla="*/ 58042 w 88793"/>
                <a:gd name="connsiteY5" fmla="*/ 74509 h 116631"/>
                <a:gd name="connsiteX6" fmla="*/ 89067 w 88793"/>
                <a:gd name="connsiteY6" fmla="*/ 34931 h 116631"/>
                <a:gd name="connsiteX7" fmla="*/ 41995 w 88793"/>
                <a:gd name="connsiteY7" fmla="*/ 82 h 116631"/>
                <a:gd name="connsiteX8" fmla="*/ 273 w 88793"/>
                <a:gd name="connsiteY8" fmla="*/ 30903 h 116631"/>
                <a:gd name="connsiteX9" fmla="*/ 10614 w 88793"/>
                <a:gd name="connsiteY9" fmla="*/ 41586 h 116631"/>
                <a:gd name="connsiteX10" fmla="*/ 21134 w 88793"/>
                <a:gd name="connsiteY10" fmla="*/ 31253 h 116631"/>
                <a:gd name="connsiteX11" fmla="*/ 10971 w 88793"/>
                <a:gd name="connsiteY11" fmla="*/ 20921 h 116631"/>
                <a:gd name="connsiteX12" fmla="*/ 38251 w 88793"/>
                <a:gd name="connsiteY12" fmla="*/ 7787 h 116631"/>
                <a:gd name="connsiteX13" fmla="*/ 69988 w 88793"/>
                <a:gd name="connsiteY13" fmla="*/ 35106 h 116631"/>
                <a:gd name="connsiteX14" fmla="*/ 45918 w 88793"/>
                <a:gd name="connsiteY14" fmla="*/ 72407 h 116631"/>
                <a:gd name="connsiteX15" fmla="*/ 2412 w 88793"/>
                <a:gd name="connsiteY15" fmla="*/ 108658 h 116631"/>
                <a:gd name="connsiteX16" fmla="*/ 273 w 88793"/>
                <a:gd name="connsiteY16" fmla="*/ 111460 h 116631"/>
                <a:gd name="connsiteX17" fmla="*/ 273 w 88793"/>
                <a:gd name="connsiteY17" fmla="*/ 116713 h 116631"/>
                <a:gd name="connsiteX18" fmla="*/ 83183 w 88793"/>
                <a:gd name="connsiteY18" fmla="*/ 116713 h 116631"/>
                <a:gd name="connsiteX19" fmla="*/ 89067 w 88793"/>
                <a:gd name="connsiteY19" fmla="*/ 82915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8793" h="116631">
                  <a:moveTo>
                    <a:pt x="89067" y="82915"/>
                  </a:moveTo>
                  <a:lnTo>
                    <a:pt x="81578" y="82915"/>
                  </a:lnTo>
                  <a:cubicBezTo>
                    <a:pt x="81043" y="86242"/>
                    <a:pt x="79260" y="97100"/>
                    <a:pt x="76407" y="98851"/>
                  </a:cubicBezTo>
                  <a:cubicBezTo>
                    <a:pt x="74981" y="99902"/>
                    <a:pt x="60003" y="99902"/>
                    <a:pt x="57329" y="99902"/>
                  </a:cubicBezTo>
                  <a:lnTo>
                    <a:pt x="22382" y="99902"/>
                  </a:lnTo>
                  <a:cubicBezTo>
                    <a:pt x="34150" y="91321"/>
                    <a:pt x="47344" y="81514"/>
                    <a:pt x="58042" y="74509"/>
                  </a:cubicBezTo>
                  <a:cubicBezTo>
                    <a:pt x="74089" y="63651"/>
                    <a:pt x="89067" y="53494"/>
                    <a:pt x="89067" y="34931"/>
                  </a:cubicBezTo>
                  <a:cubicBezTo>
                    <a:pt x="89067" y="12515"/>
                    <a:pt x="67492" y="82"/>
                    <a:pt x="41995" y="82"/>
                  </a:cubicBezTo>
                  <a:cubicBezTo>
                    <a:pt x="17924" y="82"/>
                    <a:pt x="273" y="13741"/>
                    <a:pt x="273" y="30903"/>
                  </a:cubicBezTo>
                  <a:cubicBezTo>
                    <a:pt x="273" y="40010"/>
                    <a:pt x="8118" y="41586"/>
                    <a:pt x="10614" y="41586"/>
                  </a:cubicBezTo>
                  <a:cubicBezTo>
                    <a:pt x="15428" y="41586"/>
                    <a:pt x="21134" y="38433"/>
                    <a:pt x="21134" y="31253"/>
                  </a:cubicBezTo>
                  <a:cubicBezTo>
                    <a:pt x="21134" y="24949"/>
                    <a:pt x="16498" y="21447"/>
                    <a:pt x="10971" y="20921"/>
                  </a:cubicBezTo>
                  <a:cubicBezTo>
                    <a:pt x="15963" y="13041"/>
                    <a:pt x="26305" y="7787"/>
                    <a:pt x="38251" y="7787"/>
                  </a:cubicBezTo>
                  <a:cubicBezTo>
                    <a:pt x="55546" y="7787"/>
                    <a:pt x="69988" y="17944"/>
                    <a:pt x="69988" y="35106"/>
                  </a:cubicBezTo>
                  <a:cubicBezTo>
                    <a:pt x="69988" y="49816"/>
                    <a:pt x="59647" y="61024"/>
                    <a:pt x="45918" y="72407"/>
                  </a:cubicBezTo>
                  <a:lnTo>
                    <a:pt x="2412" y="108658"/>
                  </a:lnTo>
                  <a:cubicBezTo>
                    <a:pt x="629" y="110234"/>
                    <a:pt x="451" y="110234"/>
                    <a:pt x="273" y="111460"/>
                  </a:cubicBezTo>
                  <a:lnTo>
                    <a:pt x="273" y="116713"/>
                  </a:lnTo>
                  <a:lnTo>
                    <a:pt x="83183" y="116713"/>
                  </a:lnTo>
                  <a:lnTo>
                    <a:pt x="89067" y="8291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877283E3-72F6-04F4-2E7B-DFEB66BD6BF2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2687165" y="7709275"/>
              <a:ext cx="133797" cy="131166"/>
            </a:xfrm>
            <a:custGeom>
              <a:avLst/>
              <a:gdLst>
                <a:gd name="connsiteX0" fmla="*/ 130579 w 133797"/>
                <a:gd name="connsiteY0" fmla="*/ 12094 h 131166"/>
                <a:gd name="connsiteX1" fmla="*/ 134074 w 133797"/>
                <a:gd name="connsiteY1" fmla="*/ 6210 h 131166"/>
                <a:gd name="connsiteX2" fmla="*/ 128083 w 133797"/>
                <a:gd name="connsiteY2" fmla="*/ 81 h 131166"/>
                <a:gd name="connsiteX3" fmla="*/ 121842 w 133797"/>
                <a:gd name="connsiteY3" fmla="*/ 3758 h 131166"/>
                <a:gd name="connsiteX4" fmla="*/ 67175 w 133797"/>
                <a:gd name="connsiteY4" fmla="*/ 57206 h 131166"/>
                <a:gd name="connsiteX5" fmla="*/ 12258 w 133797"/>
                <a:gd name="connsiteY5" fmla="*/ 3513 h 131166"/>
                <a:gd name="connsiteX6" fmla="*/ 6517 w 133797"/>
                <a:gd name="connsiteY6" fmla="*/ 81 h 131166"/>
                <a:gd name="connsiteX7" fmla="*/ 277 w 133797"/>
                <a:gd name="connsiteY7" fmla="*/ 6210 h 131166"/>
                <a:gd name="connsiteX8" fmla="*/ 4021 w 133797"/>
                <a:gd name="connsiteY8" fmla="*/ 12094 h 131166"/>
                <a:gd name="connsiteX9" fmla="*/ 58438 w 133797"/>
                <a:gd name="connsiteY9" fmla="*/ 65541 h 131166"/>
                <a:gd name="connsiteX10" fmla="*/ 4021 w 133797"/>
                <a:gd name="connsiteY10" fmla="*/ 118989 h 131166"/>
                <a:gd name="connsiteX11" fmla="*/ 277 w 133797"/>
                <a:gd name="connsiteY11" fmla="*/ 125118 h 131166"/>
                <a:gd name="connsiteX12" fmla="*/ 6517 w 133797"/>
                <a:gd name="connsiteY12" fmla="*/ 131248 h 131166"/>
                <a:gd name="connsiteX13" fmla="*/ 12258 w 133797"/>
                <a:gd name="connsiteY13" fmla="*/ 127815 h 131166"/>
                <a:gd name="connsiteX14" fmla="*/ 67175 w 133797"/>
                <a:gd name="connsiteY14" fmla="*/ 74123 h 131166"/>
                <a:gd name="connsiteX15" fmla="*/ 124089 w 133797"/>
                <a:gd name="connsiteY15" fmla="*/ 130022 h 131166"/>
                <a:gd name="connsiteX16" fmla="*/ 128083 w 133797"/>
                <a:gd name="connsiteY16" fmla="*/ 131248 h 131166"/>
                <a:gd name="connsiteX17" fmla="*/ 134074 w 133797"/>
                <a:gd name="connsiteY17" fmla="*/ 125118 h 131166"/>
                <a:gd name="connsiteX18" fmla="*/ 132825 w 133797"/>
                <a:gd name="connsiteY18" fmla="*/ 121931 h 131166"/>
                <a:gd name="connsiteX19" fmla="*/ 75912 w 133797"/>
                <a:gd name="connsiteY19" fmla="*/ 65787 h 131166"/>
                <a:gd name="connsiteX20" fmla="*/ 130579 w 133797"/>
                <a:gd name="connsiteY20" fmla="*/ 12094 h 1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3797" h="131166">
                  <a:moveTo>
                    <a:pt x="130579" y="12094"/>
                  </a:moveTo>
                  <a:cubicBezTo>
                    <a:pt x="133325" y="9397"/>
                    <a:pt x="134074" y="7926"/>
                    <a:pt x="134074" y="6210"/>
                  </a:cubicBezTo>
                  <a:cubicBezTo>
                    <a:pt x="134074" y="2287"/>
                    <a:pt x="130829" y="81"/>
                    <a:pt x="128083" y="81"/>
                  </a:cubicBezTo>
                  <a:cubicBezTo>
                    <a:pt x="125586" y="81"/>
                    <a:pt x="124838" y="816"/>
                    <a:pt x="121842" y="3758"/>
                  </a:cubicBezTo>
                  <a:lnTo>
                    <a:pt x="67175" y="57206"/>
                  </a:lnTo>
                  <a:lnTo>
                    <a:pt x="12258" y="3513"/>
                  </a:lnTo>
                  <a:cubicBezTo>
                    <a:pt x="9762" y="1061"/>
                    <a:pt x="8764" y="81"/>
                    <a:pt x="6517" y="81"/>
                  </a:cubicBezTo>
                  <a:cubicBezTo>
                    <a:pt x="3022" y="81"/>
                    <a:pt x="277" y="2777"/>
                    <a:pt x="277" y="6210"/>
                  </a:cubicBezTo>
                  <a:cubicBezTo>
                    <a:pt x="277" y="8416"/>
                    <a:pt x="1025" y="9152"/>
                    <a:pt x="4021" y="12094"/>
                  </a:cubicBezTo>
                  <a:lnTo>
                    <a:pt x="58438" y="65541"/>
                  </a:lnTo>
                  <a:lnTo>
                    <a:pt x="4021" y="118989"/>
                  </a:lnTo>
                  <a:cubicBezTo>
                    <a:pt x="526" y="122421"/>
                    <a:pt x="277" y="123647"/>
                    <a:pt x="277" y="125118"/>
                  </a:cubicBezTo>
                  <a:cubicBezTo>
                    <a:pt x="277" y="128551"/>
                    <a:pt x="3022" y="131248"/>
                    <a:pt x="6517" y="131248"/>
                  </a:cubicBezTo>
                  <a:cubicBezTo>
                    <a:pt x="8764" y="131248"/>
                    <a:pt x="9513" y="130512"/>
                    <a:pt x="12258" y="127815"/>
                  </a:cubicBezTo>
                  <a:lnTo>
                    <a:pt x="67175" y="74123"/>
                  </a:lnTo>
                  <a:lnTo>
                    <a:pt x="124089" y="130022"/>
                  </a:lnTo>
                  <a:cubicBezTo>
                    <a:pt x="125337" y="130757"/>
                    <a:pt x="126585" y="131248"/>
                    <a:pt x="128083" y="131248"/>
                  </a:cubicBezTo>
                  <a:cubicBezTo>
                    <a:pt x="130829" y="131248"/>
                    <a:pt x="134074" y="129041"/>
                    <a:pt x="134074" y="125118"/>
                  </a:cubicBezTo>
                  <a:cubicBezTo>
                    <a:pt x="134074" y="123157"/>
                    <a:pt x="133574" y="122667"/>
                    <a:pt x="132825" y="121931"/>
                  </a:cubicBezTo>
                  <a:cubicBezTo>
                    <a:pt x="132326" y="120950"/>
                    <a:pt x="83900" y="73387"/>
                    <a:pt x="75912" y="65787"/>
                  </a:cubicBezTo>
                  <a:lnTo>
                    <a:pt x="130579" y="12094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0E96CFE-329F-267F-B132-D3D3C7563011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2880837" y="7666125"/>
              <a:ext cx="128305" cy="172601"/>
            </a:xfrm>
            <a:custGeom>
              <a:avLst/>
              <a:gdLst>
                <a:gd name="connsiteX0" fmla="*/ 127590 w 128305"/>
                <a:gd name="connsiteY0" fmla="*/ 7436 h 172601"/>
                <a:gd name="connsiteX1" fmla="*/ 128588 w 128305"/>
                <a:gd name="connsiteY1" fmla="*/ 3513 h 172601"/>
                <a:gd name="connsiteX2" fmla="*/ 124594 w 128305"/>
                <a:gd name="connsiteY2" fmla="*/ 81 h 172601"/>
                <a:gd name="connsiteX3" fmla="*/ 92643 w 128305"/>
                <a:gd name="connsiteY3" fmla="*/ 2532 h 172601"/>
                <a:gd name="connsiteX4" fmla="*/ 87151 w 128305"/>
                <a:gd name="connsiteY4" fmla="*/ 8171 h 172601"/>
                <a:gd name="connsiteX5" fmla="*/ 93641 w 128305"/>
                <a:gd name="connsiteY5" fmla="*/ 11604 h 172601"/>
                <a:gd name="connsiteX6" fmla="*/ 105623 w 128305"/>
                <a:gd name="connsiteY6" fmla="*/ 15281 h 172601"/>
                <a:gd name="connsiteX7" fmla="*/ 104624 w 128305"/>
                <a:gd name="connsiteY7" fmla="*/ 20675 h 172601"/>
                <a:gd name="connsiteX8" fmla="*/ 90396 w 128305"/>
                <a:gd name="connsiteY8" fmla="*/ 76574 h 172601"/>
                <a:gd name="connsiteX9" fmla="*/ 64685 w 128305"/>
                <a:gd name="connsiteY9" fmla="*/ 62109 h 172601"/>
                <a:gd name="connsiteX10" fmla="*/ 283 w 128305"/>
                <a:gd name="connsiteY10" fmla="*/ 131983 h 172601"/>
                <a:gd name="connsiteX11" fmla="*/ 37976 w 128305"/>
                <a:gd name="connsiteY11" fmla="*/ 172682 h 172601"/>
                <a:gd name="connsiteX12" fmla="*/ 73422 w 128305"/>
                <a:gd name="connsiteY12" fmla="*/ 155520 h 172601"/>
                <a:gd name="connsiteX13" fmla="*/ 99133 w 128305"/>
                <a:gd name="connsiteY13" fmla="*/ 172682 h 172601"/>
                <a:gd name="connsiteX14" fmla="*/ 118853 w 128305"/>
                <a:gd name="connsiteY14" fmla="*/ 159688 h 172601"/>
                <a:gd name="connsiteX15" fmla="*/ 127590 w 128305"/>
                <a:gd name="connsiteY15" fmla="*/ 135170 h 172601"/>
                <a:gd name="connsiteX16" fmla="*/ 123596 w 128305"/>
                <a:gd name="connsiteY16" fmla="*/ 131983 h 172601"/>
                <a:gd name="connsiteX17" fmla="*/ 118104 w 128305"/>
                <a:gd name="connsiteY17" fmla="*/ 139583 h 172601"/>
                <a:gd name="connsiteX18" fmla="*/ 99882 w 128305"/>
                <a:gd name="connsiteY18" fmla="*/ 165817 h 172601"/>
                <a:gd name="connsiteX19" fmla="*/ 91644 w 128305"/>
                <a:gd name="connsiteY19" fmla="*/ 153803 h 172601"/>
                <a:gd name="connsiteX20" fmla="*/ 92892 w 128305"/>
                <a:gd name="connsiteY20" fmla="*/ 143751 h 172601"/>
                <a:gd name="connsiteX21" fmla="*/ 127590 w 128305"/>
                <a:gd name="connsiteY21" fmla="*/ 7436 h 172601"/>
                <a:gd name="connsiteX22" fmla="*/ 74420 w 128305"/>
                <a:gd name="connsiteY22" fmla="*/ 139583 h 172601"/>
                <a:gd name="connsiteX23" fmla="*/ 61690 w 128305"/>
                <a:gd name="connsiteY23" fmla="*/ 156010 h 172601"/>
                <a:gd name="connsiteX24" fmla="*/ 38724 w 128305"/>
                <a:gd name="connsiteY24" fmla="*/ 165817 h 172601"/>
                <a:gd name="connsiteX25" fmla="*/ 20502 w 128305"/>
                <a:gd name="connsiteY25" fmla="*/ 142035 h 172601"/>
                <a:gd name="connsiteX26" fmla="*/ 33482 w 128305"/>
                <a:gd name="connsiteY26" fmla="*/ 92265 h 172601"/>
                <a:gd name="connsiteX27" fmla="*/ 64685 w 128305"/>
                <a:gd name="connsiteY27" fmla="*/ 68974 h 172601"/>
                <a:gd name="connsiteX28" fmla="*/ 86901 w 128305"/>
                <a:gd name="connsiteY28" fmla="*/ 90304 h 172601"/>
                <a:gd name="connsiteX29" fmla="*/ 86153 w 128305"/>
                <a:gd name="connsiteY29" fmla="*/ 93736 h 172601"/>
                <a:gd name="connsiteX30" fmla="*/ 74420 w 128305"/>
                <a:gd name="connsiteY30" fmla="*/ 139583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90" y="7436"/>
                  </a:moveTo>
                  <a:cubicBezTo>
                    <a:pt x="127839" y="6945"/>
                    <a:pt x="128588" y="3758"/>
                    <a:pt x="128588" y="3513"/>
                  </a:cubicBezTo>
                  <a:cubicBezTo>
                    <a:pt x="128588" y="2287"/>
                    <a:pt x="127590" y="81"/>
                    <a:pt x="124594" y="81"/>
                  </a:cubicBezTo>
                  <a:cubicBezTo>
                    <a:pt x="119602" y="81"/>
                    <a:pt x="98883" y="2042"/>
                    <a:pt x="92643" y="2532"/>
                  </a:cubicBezTo>
                  <a:cubicBezTo>
                    <a:pt x="90646" y="2777"/>
                    <a:pt x="87151" y="3023"/>
                    <a:pt x="87151" y="8171"/>
                  </a:cubicBezTo>
                  <a:cubicBezTo>
                    <a:pt x="87151" y="11604"/>
                    <a:pt x="90646" y="11604"/>
                    <a:pt x="93641" y="11604"/>
                  </a:cubicBezTo>
                  <a:cubicBezTo>
                    <a:pt x="105623" y="11604"/>
                    <a:pt x="105623" y="13320"/>
                    <a:pt x="105623" y="15281"/>
                  </a:cubicBezTo>
                  <a:cubicBezTo>
                    <a:pt x="105623" y="16997"/>
                    <a:pt x="105124" y="18468"/>
                    <a:pt x="104624" y="20675"/>
                  </a:cubicBezTo>
                  <a:lnTo>
                    <a:pt x="90396" y="76574"/>
                  </a:lnTo>
                  <a:cubicBezTo>
                    <a:pt x="85154" y="68484"/>
                    <a:pt x="76667" y="62109"/>
                    <a:pt x="64685" y="62109"/>
                  </a:cubicBezTo>
                  <a:cubicBezTo>
                    <a:pt x="32734" y="62109"/>
                    <a:pt x="283" y="96678"/>
                    <a:pt x="283" y="131983"/>
                  </a:cubicBezTo>
                  <a:cubicBezTo>
                    <a:pt x="283" y="155765"/>
                    <a:pt x="16508" y="172682"/>
                    <a:pt x="37976" y="172682"/>
                  </a:cubicBezTo>
                  <a:cubicBezTo>
                    <a:pt x="51455" y="172682"/>
                    <a:pt x="63437" y="165081"/>
                    <a:pt x="73422" y="155520"/>
                  </a:cubicBezTo>
                  <a:cubicBezTo>
                    <a:pt x="78165" y="170230"/>
                    <a:pt x="92643" y="172682"/>
                    <a:pt x="99133" y="172682"/>
                  </a:cubicBezTo>
                  <a:cubicBezTo>
                    <a:pt x="108119" y="172682"/>
                    <a:pt x="114360" y="167288"/>
                    <a:pt x="118853" y="159688"/>
                  </a:cubicBezTo>
                  <a:cubicBezTo>
                    <a:pt x="124345" y="150126"/>
                    <a:pt x="127590" y="136151"/>
                    <a:pt x="127590" y="135170"/>
                  </a:cubicBezTo>
                  <a:cubicBezTo>
                    <a:pt x="127590" y="131983"/>
                    <a:pt x="124345" y="131983"/>
                    <a:pt x="123596" y="131983"/>
                  </a:cubicBezTo>
                  <a:cubicBezTo>
                    <a:pt x="120101" y="131983"/>
                    <a:pt x="119851" y="132964"/>
                    <a:pt x="118104" y="139583"/>
                  </a:cubicBezTo>
                  <a:cubicBezTo>
                    <a:pt x="115109" y="151352"/>
                    <a:pt x="110366" y="165817"/>
                    <a:pt x="99882" y="165817"/>
                  </a:cubicBezTo>
                  <a:cubicBezTo>
                    <a:pt x="93392" y="165817"/>
                    <a:pt x="91644" y="160423"/>
                    <a:pt x="91644" y="153803"/>
                  </a:cubicBezTo>
                  <a:cubicBezTo>
                    <a:pt x="91644" y="149145"/>
                    <a:pt x="92143" y="146939"/>
                    <a:pt x="92892" y="143751"/>
                  </a:cubicBezTo>
                  <a:lnTo>
                    <a:pt x="127590" y="7436"/>
                  </a:lnTo>
                  <a:close/>
                  <a:moveTo>
                    <a:pt x="74420" y="139583"/>
                  </a:moveTo>
                  <a:cubicBezTo>
                    <a:pt x="72673" y="146448"/>
                    <a:pt x="67181" y="151352"/>
                    <a:pt x="61690" y="156010"/>
                  </a:cubicBezTo>
                  <a:cubicBezTo>
                    <a:pt x="59443" y="157971"/>
                    <a:pt x="49458" y="165817"/>
                    <a:pt x="38724" y="165817"/>
                  </a:cubicBezTo>
                  <a:cubicBezTo>
                    <a:pt x="29488" y="165817"/>
                    <a:pt x="20502" y="159442"/>
                    <a:pt x="20502" y="142035"/>
                  </a:cubicBezTo>
                  <a:cubicBezTo>
                    <a:pt x="20502" y="129041"/>
                    <a:pt x="27741" y="102072"/>
                    <a:pt x="33482" y="92265"/>
                  </a:cubicBezTo>
                  <a:cubicBezTo>
                    <a:pt x="44965" y="72651"/>
                    <a:pt x="57696" y="68974"/>
                    <a:pt x="64685" y="68974"/>
                  </a:cubicBezTo>
                  <a:cubicBezTo>
                    <a:pt x="82159" y="68974"/>
                    <a:pt x="86901" y="87607"/>
                    <a:pt x="86901" y="90304"/>
                  </a:cubicBezTo>
                  <a:cubicBezTo>
                    <a:pt x="86901" y="91285"/>
                    <a:pt x="86402" y="93001"/>
                    <a:pt x="86153" y="93736"/>
                  </a:cubicBezTo>
                  <a:lnTo>
                    <a:pt x="74420" y="139583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72B75C32-D969-92BB-7E81-70FA3BE8E052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3039556" y="7754667"/>
              <a:ext cx="73281" cy="116631"/>
            </a:xfrm>
            <a:custGeom>
              <a:avLst/>
              <a:gdLst>
                <a:gd name="connsiteX0" fmla="*/ 45754 w 73281"/>
                <a:gd name="connsiteY0" fmla="*/ 5335 h 116631"/>
                <a:gd name="connsiteX1" fmla="*/ 39335 w 73281"/>
                <a:gd name="connsiteY1" fmla="*/ 82 h 116631"/>
                <a:gd name="connsiteX2" fmla="*/ 3318 w 73281"/>
                <a:gd name="connsiteY2" fmla="*/ 11289 h 116631"/>
                <a:gd name="connsiteX3" fmla="*/ 287 w 73281"/>
                <a:gd name="connsiteY3" fmla="*/ 11289 h 116631"/>
                <a:gd name="connsiteX4" fmla="*/ 287 w 73281"/>
                <a:gd name="connsiteY4" fmla="*/ 18995 h 116631"/>
                <a:gd name="connsiteX5" fmla="*/ 3318 w 73281"/>
                <a:gd name="connsiteY5" fmla="*/ 18995 h 116631"/>
                <a:gd name="connsiteX6" fmla="*/ 29350 w 73281"/>
                <a:gd name="connsiteY6" fmla="*/ 14091 h 116631"/>
                <a:gd name="connsiteX7" fmla="*/ 29350 w 73281"/>
                <a:gd name="connsiteY7" fmla="*/ 101653 h 116631"/>
                <a:gd name="connsiteX8" fmla="*/ 10450 w 73281"/>
                <a:gd name="connsiteY8" fmla="*/ 109008 h 116631"/>
                <a:gd name="connsiteX9" fmla="*/ 1535 w 73281"/>
                <a:gd name="connsiteY9" fmla="*/ 109008 h 116631"/>
                <a:gd name="connsiteX10" fmla="*/ 1535 w 73281"/>
                <a:gd name="connsiteY10" fmla="*/ 116713 h 116631"/>
                <a:gd name="connsiteX11" fmla="*/ 37552 w 73281"/>
                <a:gd name="connsiteY11" fmla="*/ 116013 h 116631"/>
                <a:gd name="connsiteX12" fmla="*/ 73569 w 73281"/>
                <a:gd name="connsiteY12" fmla="*/ 116713 h 116631"/>
                <a:gd name="connsiteX13" fmla="*/ 73569 w 73281"/>
                <a:gd name="connsiteY13" fmla="*/ 109008 h 116631"/>
                <a:gd name="connsiteX14" fmla="*/ 64654 w 73281"/>
                <a:gd name="connsiteY14" fmla="*/ 109008 h 116631"/>
                <a:gd name="connsiteX15" fmla="*/ 45754 w 73281"/>
                <a:gd name="connsiteY15" fmla="*/ 101653 h 116631"/>
                <a:gd name="connsiteX16" fmla="*/ 45754 w 73281"/>
                <a:gd name="connsiteY16" fmla="*/ 5335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281" h="116631">
                  <a:moveTo>
                    <a:pt x="45754" y="5335"/>
                  </a:moveTo>
                  <a:cubicBezTo>
                    <a:pt x="45754" y="82"/>
                    <a:pt x="45219" y="82"/>
                    <a:pt x="39335" y="82"/>
                  </a:cubicBezTo>
                  <a:cubicBezTo>
                    <a:pt x="26675" y="11289"/>
                    <a:pt x="6884" y="11289"/>
                    <a:pt x="3318" y="11289"/>
                  </a:cubicBezTo>
                  <a:lnTo>
                    <a:pt x="287" y="11289"/>
                  </a:lnTo>
                  <a:lnTo>
                    <a:pt x="287" y="18995"/>
                  </a:lnTo>
                  <a:lnTo>
                    <a:pt x="3318" y="18995"/>
                  </a:lnTo>
                  <a:cubicBezTo>
                    <a:pt x="7419" y="18995"/>
                    <a:pt x="19009" y="18469"/>
                    <a:pt x="29350" y="14091"/>
                  </a:cubicBezTo>
                  <a:lnTo>
                    <a:pt x="29350" y="101653"/>
                  </a:lnTo>
                  <a:cubicBezTo>
                    <a:pt x="29350" y="107082"/>
                    <a:pt x="29350" y="109008"/>
                    <a:pt x="10450" y="109008"/>
                  </a:cubicBezTo>
                  <a:lnTo>
                    <a:pt x="1535" y="109008"/>
                  </a:lnTo>
                  <a:lnTo>
                    <a:pt x="1535" y="116713"/>
                  </a:lnTo>
                  <a:cubicBezTo>
                    <a:pt x="11342" y="116013"/>
                    <a:pt x="27210" y="116013"/>
                    <a:pt x="37552" y="116013"/>
                  </a:cubicBezTo>
                  <a:cubicBezTo>
                    <a:pt x="47893" y="116013"/>
                    <a:pt x="63762" y="116013"/>
                    <a:pt x="73569" y="116713"/>
                  </a:cubicBezTo>
                  <a:lnTo>
                    <a:pt x="73569" y="109008"/>
                  </a:lnTo>
                  <a:lnTo>
                    <a:pt x="64654" y="109008"/>
                  </a:lnTo>
                  <a:cubicBezTo>
                    <a:pt x="45754" y="109008"/>
                    <a:pt x="45754" y="107082"/>
                    <a:pt x="45754" y="101653"/>
                  </a:cubicBezTo>
                  <a:lnTo>
                    <a:pt x="45754" y="533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BB1A0141-9E70-F0EE-4F42-35180D7DDCCC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9076156" y="8317826"/>
              <a:ext cx="264241" cy="312068"/>
            </a:xfrm>
            <a:custGeom>
              <a:avLst/>
              <a:gdLst>
                <a:gd name="connsiteX0" fmla="*/ 188462 w 264241"/>
                <a:gd name="connsiteY0" fmla="*/ 237918 h 312068"/>
                <a:gd name="connsiteX1" fmla="*/ 262279 w 264241"/>
                <a:gd name="connsiteY1" fmla="*/ 125489 h 312068"/>
                <a:gd name="connsiteX2" fmla="*/ 131406 w 264241"/>
                <a:gd name="connsiteY2" fmla="*/ 101 h 312068"/>
                <a:gd name="connsiteX3" fmla="*/ 176 w 264241"/>
                <a:gd name="connsiteY3" fmla="*/ 125489 h 312068"/>
                <a:gd name="connsiteX4" fmla="*/ 131406 w 264241"/>
                <a:gd name="connsiteY4" fmla="*/ 248075 h 312068"/>
                <a:gd name="connsiteX5" fmla="*/ 165283 w 264241"/>
                <a:gd name="connsiteY5" fmla="*/ 244923 h 312068"/>
                <a:gd name="connsiteX6" fmla="*/ 215564 w 264241"/>
                <a:gd name="connsiteY6" fmla="*/ 312170 h 312068"/>
                <a:gd name="connsiteX7" fmla="*/ 264418 w 264241"/>
                <a:gd name="connsiteY7" fmla="*/ 247024 h 312068"/>
                <a:gd name="connsiteX8" fmla="*/ 257999 w 264241"/>
                <a:gd name="connsiteY8" fmla="*/ 237918 h 312068"/>
                <a:gd name="connsiteX9" fmla="*/ 251581 w 264241"/>
                <a:gd name="connsiteY9" fmla="*/ 244923 h 312068"/>
                <a:gd name="connsiteX10" fmla="*/ 221269 w 264241"/>
                <a:gd name="connsiteY10" fmla="*/ 258583 h 312068"/>
                <a:gd name="connsiteX11" fmla="*/ 188462 w 264241"/>
                <a:gd name="connsiteY11" fmla="*/ 237918 h 312068"/>
                <a:gd name="connsiteX12" fmla="*/ 97529 w 264241"/>
                <a:gd name="connsiteY12" fmla="*/ 226360 h 312068"/>
                <a:gd name="connsiteX13" fmla="*/ 52597 w 264241"/>
                <a:gd name="connsiteY13" fmla="*/ 125139 h 312068"/>
                <a:gd name="connsiteX14" fmla="*/ 65791 w 264241"/>
                <a:gd name="connsiteY14" fmla="*/ 52988 h 312068"/>
                <a:gd name="connsiteX15" fmla="*/ 131049 w 264241"/>
                <a:gd name="connsiteY15" fmla="*/ 14111 h 312068"/>
                <a:gd name="connsiteX16" fmla="*/ 195238 w 264241"/>
                <a:gd name="connsiteY16" fmla="*/ 50887 h 312068"/>
                <a:gd name="connsiteX17" fmla="*/ 209858 w 264241"/>
                <a:gd name="connsiteY17" fmla="*/ 125139 h 312068"/>
                <a:gd name="connsiteX18" fmla="*/ 175624 w 264241"/>
                <a:gd name="connsiteY18" fmla="*/ 220056 h 312068"/>
                <a:gd name="connsiteX19" fmla="*/ 131049 w 264241"/>
                <a:gd name="connsiteY19" fmla="*/ 189934 h 312068"/>
                <a:gd name="connsiteX20" fmla="*/ 96459 w 264241"/>
                <a:gd name="connsiteY20" fmla="*/ 218655 h 312068"/>
                <a:gd name="connsiteX21" fmla="*/ 97529 w 264241"/>
                <a:gd name="connsiteY21" fmla="*/ 226360 h 312068"/>
                <a:gd name="connsiteX22" fmla="*/ 160647 w 264241"/>
                <a:gd name="connsiteY22" fmla="*/ 228461 h 312068"/>
                <a:gd name="connsiteX23" fmla="*/ 131406 w 264241"/>
                <a:gd name="connsiteY23" fmla="*/ 234065 h 312068"/>
                <a:gd name="connsiteX24" fmla="*/ 109296 w 264241"/>
                <a:gd name="connsiteY24" fmla="*/ 218655 h 312068"/>
                <a:gd name="connsiteX25" fmla="*/ 131406 w 264241"/>
                <a:gd name="connsiteY25" fmla="*/ 202543 h 312068"/>
                <a:gd name="connsiteX26" fmla="*/ 160647 w 264241"/>
                <a:gd name="connsiteY26" fmla="*/ 228461 h 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4241" h="312068">
                  <a:moveTo>
                    <a:pt x="188462" y="237918"/>
                  </a:moveTo>
                  <a:cubicBezTo>
                    <a:pt x="246945" y="215502"/>
                    <a:pt x="262279" y="163666"/>
                    <a:pt x="262279" y="125489"/>
                  </a:cubicBezTo>
                  <a:cubicBezTo>
                    <a:pt x="262279" y="49836"/>
                    <a:pt x="210571" y="101"/>
                    <a:pt x="131406" y="101"/>
                  </a:cubicBezTo>
                  <a:cubicBezTo>
                    <a:pt x="49744" y="101"/>
                    <a:pt x="176" y="51938"/>
                    <a:pt x="176" y="125489"/>
                  </a:cubicBezTo>
                  <a:cubicBezTo>
                    <a:pt x="176" y="196939"/>
                    <a:pt x="48674" y="248075"/>
                    <a:pt x="131406" y="248075"/>
                  </a:cubicBezTo>
                  <a:cubicBezTo>
                    <a:pt x="139251" y="248075"/>
                    <a:pt x="151019" y="247725"/>
                    <a:pt x="165283" y="244923"/>
                  </a:cubicBezTo>
                  <a:cubicBezTo>
                    <a:pt x="175268" y="284501"/>
                    <a:pt x="182400" y="312170"/>
                    <a:pt x="215564" y="312170"/>
                  </a:cubicBezTo>
                  <a:cubicBezTo>
                    <a:pt x="251937" y="312170"/>
                    <a:pt x="264418" y="270841"/>
                    <a:pt x="264418" y="247024"/>
                  </a:cubicBezTo>
                  <a:cubicBezTo>
                    <a:pt x="264418" y="244222"/>
                    <a:pt x="264418" y="237918"/>
                    <a:pt x="257999" y="237918"/>
                  </a:cubicBezTo>
                  <a:cubicBezTo>
                    <a:pt x="252650" y="237918"/>
                    <a:pt x="251937" y="242471"/>
                    <a:pt x="251581" y="244923"/>
                  </a:cubicBezTo>
                  <a:cubicBezTo>
                    <a:pt x="249441" y="258232"/>
                    <a:pt x="227332" y="258583"/>
                    <a:pt x="221269" y="258583"/>
                  </a:cubicBezTo>
                  <a:cubicBezTo>
                    <a:pt x="213068" y="258583"/>
                    <a:pt x="202370" y="258583"/>
                    <a:pt x="188462" y="237918"/>
                  </a:cubicBezTo>
                  <a:close/>
                  <a:moveTo>
                    <a:pt x="97529" y="226360"/>
                  </a:moveTo>
                  <a:cubicBezTo>
                    <a:pt x="53667" y="205695"/>
                    <a:pt x="52597" y="152458"/>
                    <a:pt x="52597" y="125139"/>
                  </a:cubicBezTo>
                  <a:cubicBezTo>
                    <a:pt x="52597" y="111129"/>
                    <a:pt x="52597" y="77856"/>
                    <a:pt x="65791" y="52988"/>
                  </a:cubicBezTo>
                  <a:cubicBezTo>
                    <a:pt x="84334" y="19365"/>
                    <a:pt x="115002" y="14111"/>
                    <a:pt x="131049" y="14111"/>
                  </a:cubicBezTo>
                  <a:cubicBezTo>
                    <a:pt x="150306" y="14111"/>
                    <a:pt x="178121" y="21116"/>
                    <a:pt x="195238" y="50887"/>
                  </a:cubicBezTo>
                  <a:cubicBezTo>
                    <a:pt x="208788" y="74353"/>
                    <a:pt x="209858" y="104474"/>
                    <a:pt x="209858" y="125139"/>
                  </a:cubicBezTo>
                  <a:cubicBezTo>
                    <a:pt x="209858" y="144753"/>
                    <a:pt x="209858" y="196939"/>
                    <a:pt x="175624" y="220056"/>
                  </a:cubicBezTo>
                  <a:cubicBezTo>
                    <a:pt x="167779" y="208497"/>
                    <a:pt x="154942" y="189934"/>
                    <a:pt x="131049" y="189934"/>
                  </a:cubicBezTo>
                  <a:cubicBezTo>
                    <a:pt x="112862" y="189934"/>
                    <a:pt x="96459" y="201843"/>
                    <a:pt x="96459" y="218655"/>
                  </a:cubicBezTo>
                  <a:cubicBezTo>
                    <a:pt x="96459" y="220756"/>
                    <a:pt x="96815" y="224609"/>
                    <a:pt x="97529" y="226360"/>
                  </a:cubicBezTo>
                  <a:close/>
                  <a:moveTo>
                    <a:pt x="160647" y="228461"/>
                  </a:moveTo>
                  <a:cubicBezTo>
                    <a:pt x="151732" y="232314"/>
                    <a:pt x="141034" y="234065"/>
                    <a:pt x="131406" y="234065"/>
                  </a:cubicBezTo>
                  <a:cubicBezTo>
                    <a:pt x="111793" y="234065"/>
                    <a:pt x="109296" y="222857"/>
                    <a:pt x="109296" y="218655"/>
                  </a:cubicBezTo>
                  <a:cubicBezTo>
                    <a:pt x="109296" y="209198"/>
                    <a:pt x="119638" y="202543"/>
                    <a:pt x="131406" y="202543"/>
                  </a:cubicBezTo>
                  <a:cubicBezTo>
                    <a:pt x="141391" y="202543"/>
                    <a:pt x="153515" y="206396"/>
                    <a:pt x="160647" y="228461"/>
                  </a:cubicBez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7563A3B8-B964-E5B3-5257-231ED055811B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9480420" y="8433407"/>
              <a:ext cx="237140" cy="81957"/>
            </a:xfrm>
            <a:custGeom>
              <a:avLst/>
              <a:gdLst>
                <a:gd name="connsiteX0" fmla="*/ 225203 w 237140"/>
                <a:gd name="connsiteY0" fmla="*/ 14111 h 81957"/>
                <a:gd name="connsiteX1" fmla="*/ 237328 w 237140"/>
                <a:gd name="connsiteY1" fmla="*/ 7106 h 81957"/>
                <a:gd name="connsiteX2" fmla="*/ 225560 w 237140"/>
                <a:gd name="connsiteY2" fmla="*/ 101 h 81957"/>
                <a:gd name="connsiteX3" fmla="*/ 11956 w 237140"/>
                <a:gd name="connsiteY3" fmla="*/ 101 h 81957"/>
                <a:gd name="connsiteX4" fmla="*/ 188 w 237140"/>
                <a:gd name="connsiteY4" fmla="*/ 7106 h 81957"/>
                <a:gd name="connsiteX5" fmla="*/ 12312 w 237140"/>
                <a:gd name="connsiteY5" fmla="*/ 14111 h 81957"/>
                <a:gd name="connsiteX6" fmla="*/ 225203 w 237140"/>
                <a:gd name="connsiteY6" fmla="*/ 14111 h 81957"/>
                <a:gd name="connsiteX7" fmla="*/ 225560 w 237140"/>
                <a:gd name="connsiteY7" fmla="*/ 82059 h 81957"/>
                <a:gd name="connsiteX8" fmla="*/ 237328 w 237140"/>
                <a:gd name="connsiteY8" fmla="*/ 75054 h 81957"/>
                <a:gd name="connsiteX9" fmla="*/ 225203 w 237140"/>
                <a:gd name="connsiteY9" fmla="*/ 68049 h 81957"/>
                <a:gd name="connsiteX10" fmla="*/ 12312 w 237140"/>
                <a:gd name="connsiteY10" fmla="*/ 68049 h 81957"/>
                <a:gd name="connsiteX11" fmla="*/ 188 w 237140"/>
                <a:gd name="connsiteY11" fmla="*/ 75054 h 81957"/>
                <a:gd name="connsiteX12" fmla="*/ 11956 w 237140"/>
                <a:gd name="connsiteY12" fmla="*/ 82059 h 81957"/>
                <a:gd name="connsiteX13" fmla="*/ 225560 w 237140"/>
                <a:gd name="connsiteY13" fmla="*/ 82059 h 8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140" h="81957">
                  <a:moveTo>
                    <a:pt x="225203" y="14111"/>
                  </a:moveTo>
                  <a:cubicBezTo>
                    <a:pt x="230552" y="14111"/>
                    <a:pt x="237328" y="14111"/>
                    <a:pt x="237328" y="7106"/>
                  </a:cubicBezTo>
                  <a:cubicBezTo>
                    <a:pt x="237328" y="101"/>
                    <a:pt x="230552" y="101"/>
                    <a:pt x="225560" y="101"/>
                  </a:cubicBezTo>
                  <a:lnTo>
                    <a:pt x="11956" y="101"/>
                  </a:lnTo>
                  <a:cubicBezTo>
                    <a:pt x="6963" y="101"/>
                    <a:pt x="188" y="101"/>
                    <a:pt x="188" y="7106"/>
                  </a:cubicBezTo>
                  <a:cubicBezTo>
                    <a:pt x="188" y="14111"/>
                    <a:pt x="6963" y="14111"/>
                    <a:pt x="12312" y="14111"/>
                  </a:cubicBezTo>
                  <a:lnTo>
                    <a:pt x="225203" y="14111"/>
                  </a:lnTo>
                  <a:close/>
                  <a:moveTo>
                    <a:pt x="225560" y="82059"/>
                  </a:moveTo>
                  <a:cubicBezTo>
                    <a:pt x="230552" y="82059"/>
                    <a:pt x="237328" y="82059"/>
                    <a:pt x="237328" y="75054"/>
                  </a:cubicBezTo>
                  <a:cubicBezTo>
                    <a:pt x="237328" y="68049"/>
                    <a:pt x="230552" y="68049"/>
                    <a:pt x="225203" y="68049"/>
                  </a:cubicBezTo>
                  <a:lnTo>
                    <a:pt x="12312" y="68049"/>
                  </a:lnTo>
                  <a:cubicBezTo>
                    <a:pt x="6963" y="68049"/>
                    <a:pt x="188" y="68049"/>
                    <a:pt x="188" y="75054"/>
                  </a:cubicBezTo>
                  <a:cubicBezTo>
                    <a:pt x="188" y="82059"/>
                    <a:pt x="6963" y="82059"/>
                    <a:pt x="11956" y="82059"/>
                  </a:cubicBezTo>
                  <a:lnTo>
                    <a:pt x="225560" y="82059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5673CA3-DE40-DA89-97BD-30060EE07615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9845420" y="8321679"/>
              <a:ext cx="406526" cy="243070"/>
            </a:xfrm>
            <a:custGeom>
              <a:avLst/>
              <a:gdLst>
                <a:gd name="connsiteX0" fmla="*/ 372847 w 406526"/>
                <a:gd name="connsiteY0" fmla="*/ 24969 h 243070"/>
                <a:gd name="connsiteX1" fmla="*/ 386398 w 406526"/>
                <a:gd name="connsiteY1" fmla="*/ 17263 h 243070"/>
                <a:gd name="connsiteX2" fmla="*/ 406724 w 406526"/>
                <a:gd name="connsiteY2" fmla="*/ 16563 h 243070"/>
                <a:gd name="connsiteX3" fmla="*/ 406724 w 406526"/>
                <a:gd name="connsiteY3" fmla="*/ 101 h 243070"/>
                <a:gd name="connsiteX4" fmla="*/ 368568 w 406526"/>
                <a:gd name="connsiteY4" fmla="*/ 1152 h 243070"/>
                <a:gd name="connsiteX5" fmla="*/ 320070 w 406526"/>
                <a:gd name="connsiteY5" fmla="*/ 101 h 243070"/>
                <a:gd name="connsiteX6" fmla="*/ 320070 w 406526"/>
                <a:gd name="connsiteY6" fmla="*/ 16563 h 243070"/>
                <a:gd name="connsiteX7" fmla="*/ 356443 w 406526"/>
                <a:gd name="connsiteY7" fmla="*/ 20415 h 243070"/>
                <a:gd name="connsiteX8" fmla="*/ 295108 w 406526"/>
                <a:gd name="connsiteY8" fmla="*/ 176975 h 243070"/>
                <a:gd name="connsiteX9" fmla="*/ 231989 w 406526"/>
                <a:gd name="connsiteY9" fmla="*/ 16563 h 243070"/>
                <a:gd name="connsiteX10" fmla="*/ 266223 w 406526"/>
                <a:gd name="connsiteY10" fmla="*/ 16563 h 243070"/>
                <a:gd name="connsiteX11" fmla="*/ 266223 w 406526"/>
                <a:gd name="connsiteY11" fmla="*/ 101 h 243070"/>
                <a:gd name="connsiteX12" fmla="*/ 203818 w 406526"/>
                <a:gd name="connsiteY12" fmla="*/ 1152 h 243070"/>
                <a:gd name="connsiteX13" fmla="*/ 149258 w 406526"/>
                <a:gd name="connsiteY13" fmla="*/ 101 h 243070"/>
                <a:gd name="connsiteX14" fmla="*/ 149258 w 406526"/>
                <a:gd name="connsiteY14" fmla="*/ 16563 h 243070"/>
                <a:gd name="connsiteX15" fmla="*/ 179926 w 406526"/>
                <a:gd name="connsiteY15" fmla="*/ 16563 h 243070"/>
                <a:gd name="connsiteX16" fmla="*/ 194546 w 406526"/>
                <a:gd name="connsiteY16" fmla="*/ 53689 h 243070"/>
                <a:gd name="connsiteX17" fmla="*/ 146048 w 406526"/>
                <a:gd name="connsiteY17" fmla="*/ 176975 h 243070"/>
                <a:gd name="connsiteX18" fmla="*/ 82930 w 406526"/>
                <a:gd name="connsiteY18" fmla="*/ 16563 h 243070"/>
                <a:gd name="connsiteX19" fmla="*/ 117164 w 406526"/>
                <a:gd name="connsiteY19" fmla="*/ 16563 h 243070"/>
                <a:gd name="connsiteX20" fmla="*/ 117164 w 406526"/>
                <a:gd name="connsiteY20" fmla="*/ 101 h 243070"/>
                <a:gd name="connsiteX21" fmla="*/ 54758 w 406526"/>
                <a:gd name="connsiteY21" fmla="*/ 1152 h 243070"/>
                <a:gd name="connsiteX22" fmla="*/ 198 w 406526"/>
                <a:gd name="connsiteY22" fmla="*/ 101 h 243070"/>
                <a:gd name="connsiteX23" fmla="*/ 198 w 406526"/>
                <a:gd name="connsiteY23" fmla="*/ 16563 h 243070"/>
                <a:gd name="connsiteX24" fmla="*/ 30866 w 406526"/>
                <a:gd name="connsiteY24" fmla="*/ 16563 h 243070"/>
                <a:gd name="connsiteX25" fmla="*/ 116450 w 406526"/>
                <a:gd name="connsiteY25" fmla="*/ 234065 h 243070"/>
                <a:gd name="connsiteX26" fmla="*/ 128931 w 406526"/>
                <a:gd name="connsiteY26" fmla="*/ 243172 h 243070"/>
                <a:gd name="connsiteX27" fmla="*/ 141413 w 406526"/>
                <a:gd name="connsiteY27" fmla="*/ 234065 h 243070"/>
                <a:gd name="connsiteX28" fmla="*/ 203461 w 406526"/>
                <a:gd name="connsiteY28" fmla="*/ 76455 h 243070"/>
                <a:gd name="connsiteX29" fmla="*/ 265510 w 406526"/>
                <a:gd name="connsiteY29" fmla="*/ 234065 h 243070"/>
                <a:gd name="connsiteX30" fmla="*/ 277991 w 406526"/>
                <a:gd name="connsiteY30" fmla="*/ 243172 h 243070"/>
                <a:gd name="connsiteX31" fmla="*/ 290472 w 406526"/>
                <a:gd name="connsiteY31" fmla="*/ 234065 h 243070"/>
                <a:gd name="connsiteX32" fmla="*/ 372847 w 406526"/>
                <a:gd name="connsiteY32" fmla="*/ 24969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47" y="24969"/>
                  </a:moveTo>
                  <a:cubicBezTo>
                    <a:pt x="374987" y="19014"/>
                    <a:pt x="375343" y="18314"/>
                    <a:pt x="386398" y="17263"/>
                  </a:cubicBezTo>
                  <a:cubicBezTo>
                    <a:pt x="393530" y="16563"/>
                    <a:pt x="401019" y="16563"/>
                    <a:pt x="406724" y="16563"/>
                  </a:cubicBezTo>
                  <a:lnTo>
                    <a:pt x="406724" y="101"/>
                  </a:lnTo>
                  <a:cubicBezTo>
                    <a:pt x="397096" y="451"/>
                    <a:pt x="384615" y="1152"/>
                    <a:pt x="368568" y="1152"/>
                  </a:cubicBezTo>
                  <a:cubicBezTo>
                    <a:pt x="355017" y="1152"/>
                    <a:pt x="332908" y="1152"/>
                    <a:pt x="320070" y="101"/>
                  </a:cubicBezTo>
                  <a:lnTo>
                    <a:pt x="320070" y="16563"/>
                  </a:lnTo>
                  <a:cubicBezTo>
                    <a:pt x="328985" y="16563"/>
                    <a:pt x="346102" y="16563"/>
                    <a:pt x="356443" y="20415"/>
                  </a:cubicBezTo>
                  <a:lnTo>
                    <a:pt x="295108" y="176975"/>
                  </a:lnTo>
                  <a:lnTo>
                    <a:pt x="231989" y="16563"/>
                  </a:lnTo>
                  <a:lnTo>
                    <a:pt x="266223" y="16563"/>
                  </a:lnTo>
                  <a:lnTo>
                    <a:pt x="266223" y="101"/>
                  </a:lnTo>
                  <a:cubicBezTo>
                    <a:pt x="252672" y="1152"/>
                    <a:pt x="219152" y="1152"/>
                    <a:pt x="203818" y="1152"/>
                  </a:cubicBezTo>
                  <a:cubicBezTo>
                    <a:pt x="189910" y="1152"/>
                    <a:pt x="161739" y="1152"/>
                    <a:pt x="149258" y="101"/>
                  </a:cubicBezTo>
                  <a:lnTo>
                    <a:pt x="149258" y="16563"/>
                  </a:lnTo>
                  <a:lnTo>
                    <a:pt x="179926" y="16563"/>
                  </a:lnTo>
                  <a:lnTo>
                    <a:pt x="194546" y="53689"/>
                  </a:lnTo>
                  <a:lnTo>
                    <a:pt x="146048" y="176975"/>
                  </a:lnTo>
                  <a:lnTo>
                    <a:pt x="82930" y="16563"/>
                  </a:lnTo>
                  <a:lnTo>
                    <a:pt x="117164" y="16563"/>
                  </a:lnTo>
                  <a:lnTo>
                    <a:pt x="117164" y="101"/>
                  </a:lnTo>
                  <a:cubicBezTo>
                    <a:pt x="103613" y="1152"/>
                    <a:pt x="70092" y="1152"/>
                    <a:pt x="54758" y="1152"/>
                  </a:cubicBezTo>
                  <a:cubicBezTo>
                    <a:pt x="40851" y="1152"/>
                    <a:pt x="12679" y="1152"/>
                    <a:pt x="198" y="101"/>
                  </a:cubicBezTo>
                  <a:lnTo>
                    <a:pt x="198" y="16563"/>
                  </a:lnTo>
                  <a:lnTo>
                    <a:pt x="30866" y="16563"/>
                  </a:lnTo>
                  <a:lnTo>
                    <a:pt x="116450" y="234065"/>
                  </a:lnTo>
                  <a:cubicBezTo>
                    <a:pt x="118590" y="239669"/>
                    <a:pt x="120016" y="243172"/>
                    <a:pt x="128931" y="243172"/>
                  </a:cubicBezTo>
                  <a:cubicBezTo>
                    <a:pt x="137847" y="243172"/>
                    <a:pt x="139273" y="239669"/>
                    <a:pt x="141413" y="234065"/>
                  </a:cubicBezTo>
                  <a:lnTo>
                    <a:pt x="203461" y="76455"/>
                  </a:lnTo>
                  <a:lnTo>
                    <a:pt x="265510" y="234065"/>
                  </a:lnTo>
                  <a:cubicBezTo>
                    <a:pt x="267650" y="239669"/>
                    <a:pt x="269076" y="243172"/>
                    <a:pt x="277991" y="243172"/>
                  </a:cubicBezTo>
                  <a:cubicBezTo>
                    <a:pt x="286906" y="243172"/>
                    <a:pt x="288333" y="239669"/>
                    <a:pt x="290472" y="234065"/>
                  </a:cubicBezTo>
                  <a:lnTo>
                    <a:pt x="372847" y="24969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A39CAFE3-29FB-20C1-5C20-2CE3642540C9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0276046" y="8506363"/>
              <a:ext cx="112329" cy="155684"/>
            </a:xfrm>
            <a:custGeom>
              <a:avLst/>
              <a:gdLst>
                <a:gd name="connsiteX0" fmla="*/ 112040 w 112329"/>
                <a:gd name="connsiteY0" fmla="*/ 7213 h 155684"/>
                <a:gd name="connsiteX1" fmla="*/ 112540 w 112329"/>
                <a:gd name="connsiteY1" fmla="*/ 3535 h 155684"/>
                <a:gd name="connsiteX2" fmla="*/ 109295 w 112329"/>
                <a:gd name="connsiteY2" fmla="*/ 103 h 155684"/>
                <a:gd name="connsiteX3" fmla="*/ 91322 w 112329"/>
                <a:gd name="connsiteY3" fmla="*/ 16284 h 155684"/>
                <a:gd name="connsiteX4" fmla="*/ 64612 w 112329"/>
                <a:gd name="connsiteY4" fmla="*/ 103 h 155684"/>
                <a:gd name="connsiteX5" fmla="*/ 210 w 112329"/>
                <a:gd name="connsiteY5" fmla="*/ 69977 h 155684"/>
                <a:gd name="connsiteX6" fmla="*/ 37903 w 112329"/>
                <a:gd name="connsiteY6" fmla="*/ 110675 h 155684"/>
                <a:gd name="connsiteX7" fmla="*/ 69355 w 112329"/>
                <a:gd name="connsiteY7" fmla="*/ 97191 h 155684"/>
                <a:gd name="connsiteX8" fmla="*/ 60369 w 112329"/>
                <a:gd name="connsiteY8" fmla="*/ 132986 h 155684"/>
                <a:gd name="connsiteX9" fmla="*/ 41148 w 112329"/>
                <a:gd name="connsiteY9" fmla="*/ 146961 h 155684"/>
                <a:gd name="connsiteX10" fmla="*/ 34658 w 112329"/>
                <a:gd name="connsiteY10" fmla="*/ 152355 h 155684"/>
                <a:gd name="connsiteX11" fmla="*/ 38402 w 112329"/>
                <a:gd name="connsiteY11" fmla="*/ 155787 h 155684"/>
                <a:gd name="connsiteX12" fmla="*/ 64363 w 112329"/>
                <a:gd name="connsiteY12" fmla="*/ 154806 h 155684"/>
                <a:gd name="connsiteX13" fmla="*/ 91072 w 112329"/>
                <a:gd name="connsiteY13" fmla="*/ 155787 h 155684"/>
                <a:gd name="connsiteX14" fmla="*/ 96065 w 112329"/>
                <a:gd name="connsiteY14" fmla="*/ 150393 h 155684"/>
                <a:gd name="connsiteX15" fmla="*/ 89574 w 112329"/>
                <a:gd name="connsiteY15" fmla="*/ 146961 h 155684"/>
                <a:gd name="connsiteX16" fmla="*/ 77343 w 112329"/>
                <a:gd name="connsiteY16" fmla="*/ 144019 h 155684"/>
                <a:gd name="connsiteX17" fmla="*/ 78591 w 112329"/>
                <a:gd name="connsiteY17" fmla="*/ 138625 h 155684"/>
                <a:gd name="connsiteX18" fmla="*/ 112040 w 112329"/>
                <a:gd name="connsiteY18" fmla="*/ 7213 h 155684"/>
                <a:gd name="connsiteX19" fmla="*/ 74348 w 112329"/>
                <a:gd name="connsiteY19" fmla="*/ 77332 h 155684"/>
                <a:gd name="connsiteX20" fmla="*/ 69854 w 112329"/>
                <a:gd name="connsiteY20" fmla="*/ 85913 h 155684"/>
                <a:gd name="connsiteX21" fmla="*/ 38652 w 112329"/>
                <a:gd name="connsiteY21" fmla="*/ 103810 h 155684"/>
                <a:gd name="connsiteX22" fmla="*/ 20429 w 112329"/>
                <a:gd name="connsiteY22" fmla="*/ 80029 h 155684"/>
                <a:gd name="connsiteX23" fmla="*/ 33410 w 112329"/>
                <a:gd name="connsiteY23" fmla="*/ 30259 h 155684"/>
                <a:gd name="connsiteX24" fmla="*/ 64612 w 112329"/>
                <a:gd name="connsiteY24" fmla="*/ 6968 h 155684"/>
                <a:gd name="connsiteX25" fmla="*/ 86829 w 112329"/>
                <a:gd name="connsiteY25" fmla="*/ 28298 h 155684"/>
                <a:gd name="connsiteX26" fmla="*/ 86080 w 112329"/>
                <a:gd name="connsiteY26" fmla="*/ 31975 h 155684"/>
                <a:gd name="connsiteX27" fmla="*/ 74348 w 112329"/>
                <a:gd name="connsiteY27" fmla="*/ 77332 h 155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2329" h="155684">
                  <a:moveTo>
                    <a:pt x="112040" y="7213"/>
                  </a:moveTo>
                  <a:cubicBezTo>
                    <a:pt x="112290" y="6232"/>
                    <a:pt x="112540" y="4761"/>
                    <a:pt x="112540" y="3535"/>
                  </a:cubicBezTo>
                  <a:cubicBezTo>
                    <a:pt x="112540" y="2064"/>
                    <a:pt x="111541" y="103"/>
                    <a:pt x="109295" y="103"/>
                  </a:cubicBezTo>
                  <a:cubicBezTo>
                    <a:pt x="106798" y="103"/>
                    <a:pt x="96314" y="8439"/>
                    <a:pt x="91322" y="16284"/>
                  </a:cubicBezTo>
                  <a:cubicBezTo>
                    <a:pt x="88826" y="11381"/>
                    <a:pt x="80588" y="103"/>
                    <a:pt x="64612" y="103"/>
                  </a:cubicBezTo>
                  <a:cubicBezTo>
                    <a:pt x="32661" y="103"/>
                    <a:pt x="210" y="34672"/>
                    <a:pt x="210" y="69977"/>
                  </a:cubicBezTo>
                  <a:cubicBezTo>
                    <a:pt x="210" y="93758"/>
                    <a:pt x="16435" y="110675"/>
                    <a:pt x="37903" y="110675"/>
                  </a:cubicBezTo>
                  <a:cubicBezTo>
                    <a:pt x="52131" y="110675"/>
                    <a:pt x="63863" y="101849"/>
                    <a:pt x="69355" y="97191"/>
                  </a:cubicBezTo>
                  <a:cubicBezTo>
                    <a:pt x="69106" y="97926"/>
                    <a:pt x="61367" y="128818"/>
                    <a:pt x="60369" y="132986"/>
                  </a:cubicBezTo>
                  <a:cubicBezTo>
                    <a:pt x="56874" y="146470"/>
                    <a:pt x="56624" y="146716"/>
                    <a:pt x="41148" y="146961"/>
                  </a:cubicBezTo>
                  <a:cubicBezTo>
                    <a:pt x="38152" y="146961"/>
                    <a:pt x="34658" y="146961"/>
                    <a:pt x="34658" y="152355"/>
                  </a:cubicBezTo>
                  <a:cubicBezTo>
                    <a:pt x="34658" y="153826"/>
                    <a:pt x="35906" y="155787"/>
                    <a:pt x="38402" y="155787"/>
                  </a:cubicBezTo>
                  <a:cubicBezTo>
                    <a:pt x="46640" y="155787"/>
                    <a:pt x="55876" y="154806"/>
                    <a:pt x="64363" y="154806"/>
                  </a:cubicBezTo>
                  <a:cubicBezTo>
                    <a:pt x="72850" y="154806"/>
                    <a:pt x="83334" y="155787"/>
                    <a:pt x="91072" y="155787"/>
                  </a:cubicBezTo>
                  <a:cubicBezTo>
                    <a:pt x="93319" y="155787"/>
                    <a:pt x="96065" y="155051"/>
                    <a:pt x="96065" y="150393"/>
                  </a:cubicBezTo>
                  <a:cubicBezTo>
                    <a:pt x="96065" y="146961"/>
                    <a:pt x="92570" y="146961"/>
                    <a:pt x="89574" y="146961"/>
                  </a:cubicBezTo>
                  <a:cubicBezTo>
                    <a:pt x="84083" y="146961"/>
                    <a:pt x="77343" y="146961"/>
                    <a:pt x="77343" y="144019"/>
                  </a:cubicBezTo>
                  <a:cubicBezTo>
                    <a:pt x="77343" y="143283"/>
                    <a:pt x="77343" y="142793"/>
                    <a:pt x="78591" y="138625"/>
                  </a:cubicBezTo>
                  <a:lnTo>
                    <a:pt x="112040" y="7213"/>
                  </a:lnTo>
                  <a:close/>
                  <a:moveTo>
                    <a:pt x="74348" y="77332"/>
                  </a:moveTo>
                  <a:cubicBezTo>
                    <a:pt x="73099" y="81500"/>
                    <a:pt x="73099" y="81990"/>
                    <a:pt x="69854" y="85913"/>
                  </a:cubicBezTo>
                  <a:cubicBezTo>
                    <a:pt x="60119" y="97191"/>
                    <a:pt x="48387" y="103810"/>
                    <a:pt x="38652" y="103810"/>
                  </a:cubicBezTo>
                  <a:cubicBezTo>
                    <a:pt x="29416" y="103810"/>
                    <a:pt x="20429" y="97436"/>
                    <a:pt x="20429" y="80029"/>
                  </a:cubicBezTo>
                  <a:cubicBezTo>
                    <a:pt x="20429" y="67035"/>
                    <a:pt x="27668" y="40066"/>
                    <a:pt x="33410" y="30259"/>
                  </a:cubicBezTo>
                  <a:cubicBezTo>
                    <a:pt x="44892" y="10645"/>
                    <a:pt x="57623" y="6968"/>
                    <a:pt x="64612" y="6968"/>
                  </a:cubicBezTo>
                  <a:cubicBezTo>
                    <a:pt x="82086" y="6968"/>
                    <a:pt x="86829" y="25846"/>
                    <a:pt x="86829" y="28298"/>
                  </a:cubicBezTo>
                  <a:cubicBezTo>
                    <a:pt x="86829" y="29523"/>
                    <a:pt x="86329" y="30994"/>
                    <a:pt x="86080" y="31975"/>
                  </a:cubicBezTo>
                  <a:lnTo>
                    <a:pt x="74348" y="7733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DEA33F9-0124-39E5-7EF1-C18DB6FED59A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0432214" y="8323780"/>
              <a:ext cx="243915" cy="238167"/>
            </a:xfrm>
            <a:custGeom>
              <a:avLst/>
              <a:gdLst>
                <a:gd name="connsiteX0" fmla="*/ 244130 w 243915"/>
                <a:gd name="connsiteY0" fmla="*/ 142301 h 238167"/>
                <a:gd name="connsiteX1" fmla="*/ 227370 w 243915"/>
                <a:gd name="connsiteY1" fmla="*/ 142301 h 238167"/>
                <a:gd name="connsiteX2" fmla="*/ 143568 w 243915"/>
                <a:gd name="connsiteY2" fmla="*/ 221807 h 238167"/>
                <a:gd name="connsiteX3" fmla="*/ 89365 w 243915"/>
                <a:gd name="connsiteY3" fmla="*/ 221807 h 238167"/>
                <a:gd name="connsiteX4" fmla="*/ 89365 w 243915"/>
                <a:gd name="connsiteY4" fmla="*/ 123037 h 238167"/>
                <a:gd name="connsiteX5" fmla="*/ 108978 w 243915"/>
                <a:gd name="connsiteY5" fmla="*/ 123037 h 238167"/>
                <a:gd name="connsiteX6" fmla="*/ 146778 w 243915"/>
                <a:gd name="connsiteY6" fmla="*/ 164016 h 238167"/>
                <a:gd name="connsiteX7" fmla="*/ 163538 w 243915"/>
                <a:gd name="connsiteY7" fmla="*/ 164016 h 238167"/>
                <a:gd name="connsiteX8" fmla="*/ 163538 w 243915"/>
                <a:gd name="connsiteY8" fmla="*/ 65597 h 238167"/>
                <a:gd name="connsiteX9" fmla="*/ 146778 w 243915"/>
                <a:gd name="connsiteY9" fmla="*/ 65597 h 238167"/>
                <a:gd name="connsiteX10" fmla="*/ 108978 w 243915"/>
                <a:gd name="connsiteY10" fmla="*/ 106576 h 238167"/>
                <a:gd name="connsiteX11" fmla="*/ 89365 w 243915"/>
                <a:gd name="connsiteY11" fmla="*/ 106576 h 238167"/>
                <a:gd name="connsiteX12" fmla="*/ 89365 w 243915"/>
                <a:gd name="connsiteY12" fmla="*/ 16563 h 238167"/>
                <a:gd name="connsiteX13" fmla="*/ 143568 w 243915"/>
                <a:gd name="connsiteY13" fmla="*/ 16563 h 238167"/>
                <a:gd name="connsiteX14" fmla="*/ 215959 w 243915"/>
                <a:gd name="connsiteY14" fmla="*/ 84510 h 238167"/>
                <a:gd name="connsiteX15" fmla="*/ 232719 w 243915"/>
                <a:gd name="connsiteY15" fmla="*/ 84510 h 238167"/>
                <a:gd name="connsiteX16" fmla="*/ 221664 w 243915"/>
                <a:gd name="connsiteY16" fmla="*/ 101 h 238167"/>
                <a:gd name="connsiteX17" fmla="*/ 214 w 243915"/>
                <a:gd name="connsiteY17" fmla="*/ 101 h 238167"/>
                <a:gd name="connsiteX18" fmla="*/ 214 w 243915"/>
                <a:gd name="connsiteY18" fmla="*/ 16563 h 238167"/>
                <a:gd name="connsiteX19" fmla="*/ 38727 w 243915"/>
                <a:gd name="connsiteY19" fmla="*/ 16563 h 238167"/>
                <a:gd name="connsiteX20" fmla="*/ 38727 w 243915"/>
                <a:gd name="connsiteY20" fmla="*/ 221807 h 238167"/>
                <a:gd name="connsiteX21" fmla="*/ 214 w 243915"/>
                <a:gd name="connsiteY21" fmla="*/ 221807 h 238167"/>
                <a:gd name="connsiteX22" fmla="*/ 214 w 243915"/>
                <a:gd name="connsiteY22" fmla="*/ 238268 h 238167"/>
                <a:gd name="connsiteX23" fmla="*/ 227726 w 243915"/>
                <a:gd name="connsiteY23" fmla="*/ 238268 h 238167"/>
                <a:gd name="connsiteX24" fmla="*/ 244130 w 243915"/>
                <a:gd name="connsiteY24" fmla="*/ 142301 h 2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3915" h="238167">
                  <a:moveTo>
                    <a:pt x="244130" y="142301"/>
                  </a:moveTo>
                  <a:lnTo>
                    <a:pt x="227370" y="142301"/>
                  </a:lnTo>
                  <a:cubicBezTo>
                    <a:pt x="219525" y="190635"/>
                    <a:pt x="209540" y="221807"/>
                    <a:pt x="143568" y="221807"/>
                  </a:cubicBezTo>
                  <a:lnTo>
                    <a:pt x="89365" y="221807"/>
                  </a:lnTo>
                  <a:lnTo>
                    <a:pt x="89365" y="123037"/>
                  </a:lnTo>
                  <a:lnTo>
                    <a:pt x="108978" y="123037"/>
                  </a:lnTo>
                  <a:cubicBezTo>
                    <a:pt x="143212" y="123037"/>
                    <a:pt x="146778" y="138098"/>
                    <a:pt x="146778" y="164016"/>
                  </a:cubicBezTo>
                  <a:lnTo>
                    <a:pt x="163538" y="164016"/>
                  </a:lnTo>
                  <a:lnTo>
                    <a:pt x="163538" y="65597"/>
                  </a:lnTo>
                  <a:lnTo>
                    <a:pt x="146778" y="65597"/>
                  </a:lnTo>
                  <a:cubicBezTo>
                    <a:pt x="146778" y="91515"/>
                    <a:pt x="143568" y="106576"/>
                    <a:pt x="108978" y="106576"/>
                  </a:cubicBezTo>
                  <a:lnTo>
                    <a:pt x="89365" y="106576"/>
                  </a:lnTo>
                  <a:lnTo>
                    <a:pt x="89365" y="16563"/>
                  </a:lnTo>
                  <a:lnTo>
                    <a:pt x="143568" y="16563"/>
                  </a:lnTo>
                  <a:cubicBezTo>
                    <a:pt x="200981" y="16563"/>
                    <a:pt x="210253" y="42131"/>
                    <a:pt x="215959" y="84510"/>
                  </a:cubicBezTo>
                  <a:lnTo>
                    <a:pt x="232719" y="84510"/>
                  </a:lnTo>
                  <a:lnTo>
                    <a:pt x="221664" y="101"/>
                  </a:lnTo>
                  <a:lnTo>
                    <a:pt x="214" y="101"/>
                  </a:lnTo>
                  <a:lnTo>
                    <a:pt x="214" y="16563"/>
                  </a:lnTo>
                  <a:lnTo>
                    <a:pt x="38727" y="16563"/>
                  </a:lnTo>
                  <a:lnTo>
                    <a:pt x="38727" y="221807"/>
                  </a:lnTo>
                  <a:lnTo>
                    <a:pt x="214" y="221807"/>
                  </a:lnTo>
                  <a:lnTo>
                    <a:pt x="214" y="238268"/>
                  </a:lnTo>
                  <a:lnTo>
                    <a:pt x="227726" y="238268"/>
                  </a:lnTo>
                  <a:lnTo>
                    <a:pt x="244130" y="14230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70EA5C9B-612B-EBAE-64A7-74FED61C463D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1052899" y="8321679"/>
              <a:ext cx="406526" cy="243070"/>
            </a:xfrm>
            <a:custGeom>
              <a:avLst/>
              <a:gdLst>
                <a:gd name="connsiteX0" fmla="*/ 372881 w 406526"/>
                <a:gd name="connsiteY0" fmla="*/ 24969 h 243070"/>
                <a:gd name="connsiteX1" fmla="*/ 386432 w 406526"/>
                <a:gd name="connsiteY1" fmla="*/ 17263 h 243070"/>
                <a:gd name="connsiteX2" fmla="*/ 406758 w 406526"/>
                <a:gd name="connsiteY2" fmla="*/ 16563 h 243070"/>
                <a:gd name="connsiteX3" fmla="*/ 406758 w 406526"/>
                <a:gd name="connsiteY3" fmla="*/ 101 h 243070"/>
                <a:gd name="connsiteX4" fmla="*/ 368602 w 406526"/>
                <a:gd name="connsiteY4" fmla="*/ 1152 h 243070"/>
                <a:gd name="connsiteX5" fmla="*/ 320104 w 406526"/>
                <a:gd name="connsiteY5" fmla="*/ 101 h 243070"/>
                <a:gd name="connsiteX6" fmla="*/ 320104 w 406526"/>
                <a:gd name="connsiteY6" fmla="*/ 16563 h 243070"/>
                <a:gd name="connsiteX7" fmla="*/ 356477 w 406526"/>
                <a:gd name="connsiteY7" fmla="*/ 20415 h 243070"/>
                <a:gd name="connsiteX8" fmla="*/ 295142 w 406526"/>
                <a:gd name="connsiteY8" fmla="*/ 176975 h 243070"/>
                <a:gd name="connsiteX9" fmla="*/ 232023 w 406526"/>
                <a:gd name="connsiteY9" fmla="*/ 16563 h 243070"/>
                <a:gd name="connsiteX10" fmla="*/ 266257 w 406526"/>
                <a:gd name="connsiteY10" fmla="*/ 16563 h 243070"/>
                <a:gd name="connsiteX11" fmla="*/ 266257 w 406526"/>
                <a:gd name="connsiteY11" fmla="*/ 101 h 243070"/>
                <a:gd name="connsiteX12" fmla="*/ 203852 w 406526"/>
                <a:gd name="connsiteY12" fmla="*/ 1152 h 243070"/>
                <a:gd name="connsiteX13" fmla="*/ 149292 w 406526"/>
                <a:gd name="connsiteY13" fmla="*/ 101 h 243070"/>
                <a:gd name="connsiteX14" fmla="*/ 149292 w 406526"/>
                <a:gd name="connsiteY14" fmla="*/ 16563 h 243070"/>
                <a:gd name="connsiteX15" fmla="*/ 179959 w 406526"/>
                <a:gd name="connsiteY15" fmla="*/ 16563 h 243070"/>
                <a:gd name="connsiteX16" fmla="*/ 194580 w 406526"/>
                <a:gd name="connsiteY16" fmla="*/ 53689 h 243070"/>
                <a:gd name="connsiteX17" fmla="*/ 146082 w 406526"/>
                <a:gd name="connsiteY17" fmla="*/ 176975 h 243070"/>
                <a:gd name="connsiteX18" fmla="*/ 82964 w 406526"/>
                <a:gd name="connsiteY18" fmla="*/ 16563 h 243070"/>
                <a:gd name="connsiteX19" fmla="*/ 117197 w 406526"/>
                <a:gd name="connsiteY19" fmla="*/ 16563 h 243070"/>
                <a:gd name="connsiteX20" fmla="*/ 117197 w 406526"/>
                <a:gd name="connsiteY20" fmla="*/ 101 h 243070"/>
                <a:gd name="connsiteX21" fmla="*/ 54792 w 406526"/>
                <a:gd name="connsiteY21" fmla="*/ 1152 h 243070"/>
                <a:gd name="connsiteX22" fmla="*/ 232 w 406526"/>
                <a:gd name="connsiteY22" fmla="*/ 101 h 243070"/>
                <a:gd name="connsiteX23" fmla="*/ 232 w 406526"/>
                <a:gd name="connsiteY23" fmla="*/ 16563 h 243070"/>
                <a:gd name="connsiteX24" fmla="*/ 30900 w 406526"/>
                <a:gd name="connsiteY24" fmla="*/ 16563 h 243070"/>
                <a:gd name="connsiteX25" fmla="*/ 116484 w 406526"/>
                <a:gd name="connsiteY25" fmla="*/ 234065 h 243070"/>
                <a:gd name="connsiteX26" fmla="*/ 128965 w 406526"/>
                <a:gd name="connsiteY26" fmla="*/ 243172 h 243070"/>
                <a:gd name="connsiteX27" fmla="*/ 141446 w 406526"/>
                <a:gd name="connsiteY27" fmla="*/ 234065 h 243070"/>
                <a:gd name="connsiteX28" fmla="*/ 203495 w 406526"/>
                <a:gd name="connsiteY28" fmla="*/ 76455 h 243070"/>
                <a:gd name="connsiteX29" fmla="*/ 265544 w 406526"/>
                <a:gd name="connsiteY29" fmla="*/ 234065 h 243070"/>
                <a:gd name="connsiteX30" fmla="*/ 278025 w 406526"/>
                <a:gd name="connsiteY30" fmla="*/ 243172 h 243070"/>
                <a:gd name="connsiteX31" fmla="*/ 290506 w 406526"/>
                <a:gd name="connsiteY31" fmla="*/ 234065 h 243070"/>
                <a:gd name="connsiteX32" fmla="*/ 372881 w 406526"/>
                <a:gd name="connsiteY32" fmla="*/ 24969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81" y="24969"/>
                  </a:moveTo>
                  <a:cubicBezTo>
                    <a:pt x="375020" y="19014"/>
                    <a:pt x="375377" y="18314"/>
                    <a:pt x="386432" y="17263"/>
                  </a:cubicBezTo>
                  <a:cubicBezTo>
                    <a:pt x="393564" y="16563"/>
                    <a:pt x="401052" y="16563"/>
                    <a:pt x="406758" y="16563"/>
                  </a:cubicBezTo>
                  <a:lnTo>
                    <a:pt x="406758" y="101"/>
                  </a:lnTo>
                  <a:cubicBezTo>
                    <a:pt x="397130" y="451"/>
                    <a:pt x="384649" y="1152"/>
                    <a:pt x="368602" y="1152"/>
                  </a:cubicBezTo>
                  <a:cubicBezTo>
                    <a:pt x="355051" y="1152"/>
                    <a:pt x="332942" y="1152"/>
                    <a:pt x="320104" y="101"/>
                  </a:cubicBezTo>
                  <a:lnTo>
                    <a:pt x="320104" y="16563"/>
                  </a:lnTo>
                  <a:cubicBezTo>
                    <a:pt x="329019" y="16563"/>
                    <a:pt x="346136" y="16563"/>
                    <a:pt x="356477" y="20415"/>
                  </a:cubicBezTo>
                  <a:lnTo>
                    <a:pt x="295142" y="176975"/>
                  </a:lnTo>
                  <a:lnTo>
                    <a:pt x="232023" y="16563"/>
                  </a:lnTo>
                  <a:lnTo>
                    <a:pt x="266257" y="16563"/>
                  </a:lnTo>
                  <a:lnTo>
                    <a:pt x="266257" y="101"/>
                  </a:lnTo>
                  <a:cubicBezTo>
                    <a:pt x="252706" y="1152"/>
                    <a:pt x="219185" y="1152"/>
                    <a:pt x="203852" y="1152"/>
                  </a:cubicBezTo>
                  <a:cubicBezTo>
                    <a:pt x="189944" y="1152"/>
                    <a:pt x="161773" y="1152"/>
                    <a:pt x="149292" y="101"/>
                  </a:cubicBezTo>
                  <a:lnTo>
                    <a:pt x="149292" y="16563"/>
                  </a:lnTo>
                  <a:lnTo>
                    <a:pt x="179959" y="16563"/>
                  </a:lnTo>
                  <a:lnTo>
                    <a:pt x="194580" y="53689"/>
                  </a:lnTo>
                  <a:lnTo>
                    <a:pt x="146082" y="176975"/>
                  </a:lnTo>
                  <a:lnTo>
                    <a:pt x="82964" y="16563"/>
                  </a:lnTo>
                  <a:lnTo>
                    <a:pt x="117197" y="16563"/>
                  </a:lnTo>
                  <a:lnTo>
                    <a:pt x="117197" y="101"/>
                  </a:lnTo>
                  <a:cubicBezTo>
                    <a:pt x="103646" y="1152"/>
                    <a:pt x="70126" y="1152"/>
                    <a:pt x="54792" y="1152"/>
                  </a:cubicBezTo>
                  <a:cubicBezTo>
                    <a:pt x="40885" y="1152"/>
                    <a:pt x="12713" y="1152"/>
                    <a:pt x="232" y="101"/>
                  </a:cubicBezTo>
                  <a:lnTo>
                    <a:pt x="232" y="16563"/>
                  </a:lnTo>
                  <a:lnTo>
                    <a:pt x="30900" y="16563"/>
                  </a:lnTo>
                  <a:lnTo>
                    <a:pt x="116484" y="234065"/>
                  </a:lnTo>
                  <a:cubicBezTo>
                    <a:pt x="118624" y="239669"/>
                    <a:pt x="120050" y="243172"/>
                    <a:pt x="128965" y="243172"/>
                  </a:cubicBezTo>
                  <a:cubicBezTo>
                    <a:pt x="137880" y="243172"/>
                    <a:pt x="139307" y="239669"/>
                    <a:pt x="141446" y="234065"/>
                  </a:cubicBezTo>
                  <a:lnTo>
                    <a:pt x="203495" y="76455"/>
                  </a:lnTo>
                  <a:lnTo>
                    <a:pt x="265544" y="234065"/>
                  </a:lnTo>
                  <a:cubicBezTo>
                    <a:pt x="267683" y="239669"/>
                    <a:pt x="269110" y="243172"/>
                    <a:pt x="278025" y="243172"/>
                  </a:cubicBezTo>
                  <a:cubicBezTo>
                    <a:pt x="286940" y="243172"/>
                    <a:pt x="288366" y="239669"/>
                    <a:pt x="290506" y="234065"/>
                  </a:cubicBezTo>
                  <a:lnTo>
                    <a:pt x="372881" y="24969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87DCD9C4-690B-3A52-496F-1EA236F87F60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1483525" y="8506363"/>
              <a:ext cx="112329" cy="155684"/>
            </a:xfrm>
            <a:custGeom>
              <a:avLst/>
              <a:gdLst>
                <a:gd name="connsiteX0" fmla="*/ 112074 w 112329"/>
                <a:gd name="connsiteY0" fmla="*/ 7213 h 155684"/>
                <a:gd name="connsiteX1" fmla="*/ 112573 w 112329"/>
                <a:gd name="connsiteY1" fmla="*/ 3535 h 155684"/>
                <a:gd name="connsiteX2" fmla="*/ 109328 w 112329"/>
                <a:gd name="connsiteY2" fmla="*/ 103 h 155684"/>
                <a:gd name="connsiteX3" fmla="*/ 91356 w 112329"/>
                <a:gd name="connsiteY3" fmla="*/ 16284 h 155684"/>
                <a:gd name="connsiteX4" fmla="*/ 64646 w 112329"/>
                <a:gd name="connsiteY4" fmla="*/ 103 h 155684"/>
                <a:gd name="connsiteX5" fmla="*/ 244 w 112329"/>
                <a:gd name="connsiteY5" fmla="*/ 69977 h 155684"/>
                <a:gd name="connsiteX6" fmla="*/ 37937 w 112329"/>
                <a:gd name="connsiteY6" fmla="*/ 110675 h 155684"/>
                <a:gd name="connsiteX7" fmla="*/ 69389 w 112329"/>
                <a:gd name="connsiteY7" fmla="*/ 97191 h 155684"/>
                <a:gd name="connsiteX8" fmla="*/ 60402 w 112329"/>
                <a:gd name="connsiteY8" fmla="*/ 132986 h 155684"/>
                <a:gd name="connsiteX9" fmla="*/ 41182 w 112329"/>
                <a:gd name="connsiteY9" fmla="*/ 146961 h 155684"/>
                <a:gd name="connsiteX10" fmla="*/ 34692 w 112329"/>
                <a:gd name="connsiteY10" fmla="*/ 152355 h 155684"/>
                <a:gd name="connsiteX11" fmla="*/ 38436 w 112329"/>
                <a:gd name="connsiteY11" fmla="*/ 155787 h 155684"/>
                <a:gd name="connsiteX12" fmla="*/ 64396 w 112329"/>
                <a:gd name="connsiteY12" fmla="*/ 154806 h 155684"/>
                <a:gd name="connsiteX13" fmla="*/ 91106 w 112329"/>
                <a:gd name="connsiteY13" fmla="*/ 155787 h 155684"/>
                <a:gd name="connsiteX14" fmla="*/ 96098 w 112329"/>
                <a:gd name="connsiteY14" fmla="*/ 150393 h 155684"/>
                <a:gd name="connsiteX15" fmla="*/ 89608 w 112329"/>
                <a:gd name="connsiteY15" fmla="*/ 146961 h 155684"/>
                <a:gd name="connsiteX16" fmla="*/ 77377 w 112329"/>
                <a:gd name="connsiteY16" fmla="*/ 144019 h 155684"/>
                <a:gd name="connsiteX17" fmla="*/ 78625 w 112329"/>
                <a:gd name="connsiteY17" fmla="*/ 138625 h 155684"/>
                <a:gd name="connsiteX18" fmla="*/ 112074 w 112329"/>
                <a:gd name="connsiteY18" fmla="*/ 7213 h 155684"/>
                <a:gd name="connsiteX19" fmla="*/ 74381 w 112329"/>
                <a:gd name="connsiteY19" fmla="*/ 77332 h 155684"/>
                <a:gd name="connsiteX20" fmla="*/ 69888 w 112329"/>
                <a:gd name="connsiteY20" fmla="*/ 85913 h 155684"/>
                <a:gd name="connsiteX21" fmla="*/ 38685 w 112329"/>
                <a:gd name="connsiteY21" fmla="*/ 103810 h 155684"/>
                <a:gd name="connsiteX22" fmla="*/ 20463 w 112329"/>
                <a:gd name="connsiteY22" fmla="*/ 80029 h 155684"/>
                <a:gd name="connsiteX23" fmla="*/ 33443 w 112329"/>
                <a:gd name="connsiteY23" fmla="*/ 30259 h 155684"/>
                <a:gd name="connsiteX24" fmla="*/ 64646 w 112329"/>
                <a:gd name="connsiteY24" fmla="*/ 6968 h 155684"/>
                <a:gd name="connsiteX25" fmla="*/ 86862 w 112329"/>
                <a:gd name="connsiteY25" fmla="*/ 28298 h 155684"/>
                <a:gd name="connsiteX26" fmla="*/ 86113 w 112329"/>
                <a:gd name="connsiteY26" fmla="*/ 31975 h 155684"/>
                <a:gd name="connsiteX27" fmla="*/ 74381 w 112329"/>
                <a:gd name="connsiteY27" fmla="*/ 77332 h 155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2329" h="155684">
                  <a:moveTo>
                    <a:pt x="112074" y="7213"/>
                  </a:moveTo>
                  <a:cubicBezTo>
                    <a:pt x="112324" y="6232"/>
                    <a:pt x="112573" y="4761"/>
                    <a:pt x="112573" y="3535"/>
                  </a:cubicBezTo>
                  <a:cubicBezTo>
                    <a:pt x="112573" y="2064"/>
                    <a:pt x="111575" y="103"/>
                    <a:pt x="109328" y="103"/>
                  </a:cubicBezTo>
                  <a:cubicBezTo>
                    <a:pt x="106832" y="103"/>
                    <a:pt x="96348" y="8439"/>
                    <a:pt x="91356" y="16284"/>
                  </a:cubicBezTo>
                  <a:cubicBezTo>
                    <a:pt x="88859" y="11381"/>
                    <a:pt x="80622" y="103"/>
                    <a:pt x="64646" y="103"/>
                  </a:cubicBezTo>
                  <a:cubicBezTo>
                    <a:pt x="32695" y="103"/>
                    <a:pt x="244" y="34672"/>
                    <a:pt x="244" y="69977"/>
                  </a:cubicBezTo>
                  <a:cubicBezTo>
                    <a:pt x="244" y="93758"/>
                    <a:pt x="16469" y="110675"/>
                    <a:pt x="37937" y="110675"/>
                  </a:cubicBezTo>
                  <a:cubicBezTo>
                    <a:pt x="52165" y="110675"/>
                    <a:pt x="63897" y="101849"/>
                    <a:pt x="69389" y="97191"/>
                  </a:cubicBezTo>
                  <a:cubicBezTo>
                    <a:pt x="69139" y="97926"/>
                    <a:pt x="61401" y="128818"/>
                    <a:pt x="60402" y="132986"/>
                  </a:cubicBezTo>
                  <a:cubicBezTo>
                    <a:pt x="56908" y="146470"/>
                    <a:pt x="56658" y="146716"/>
                    <a:pt x="41182" y="146961"/>
                  </a:cubicBezTo>
                  <a:cubicBezTo>
                    <a:pt x="38186" y="146961"/>
                    <a:pt x="34692" y="146961"/>
                    <a:pt x="34692" y="152355"/>
                  </a:cubicBezTo>
                  <a:cubicBezTo>
                    <a:pt x="34692" y="153826"/>
                    <a:pt x="35940" y="155787"/>
                    <a:pt x="38436" y="155787"/>
                  </a:cubicBezTo>
                  <a:cubicBezTo>
                    <a:pt x="46673" y="155787"/>
                    <a:pt x="55909" y="154806"/>
                    <a:pt x="64396" y="154806"/>
                  </a:cubicBezTo>
                  <a:cubicBezTo>
                    <a:pt x="72884" y="154806"/>
                    <a:pt x="83368" y="155787"/>
                    <a:pt x="91106" y="155787"/>
                  </a:cubicBezTo>
                  <a:cubicBezTo>
                    <a:pt x="93352" y="155787"/>
                    <a:pt x="96098" y="155051"/>
                    <a:pt x="96098" y="150393"/>
                  </a:cubicBezTo>
                  <a:cubicBezTo>
                    <a:pt x="96098" y="146961"/>
                    <a:pt x="92604" y="146961"/>
                    <a:pt x="89608" y="146961"/>
                  </a:cubicBezTo>
                  <a:cubicBezTo>
                    <a:pt x="84117" y="146961"/>
                    <a:pt x="77377" y="146961"/>
                    <a:pt x="77377" y="144019"/>
                  </a:cubicBezTo>
                  <a:cubicBezTo>
                    <a:pt x="77377" y="143283"/>
                    <a:pt x="77377" y="142793"/>
                    <a:pt x="78625" y="138625"/>
                  </a:cubicBezTo>
                  <a:lnTo>
                    <a:pt x="112074" y="7213"/>
                  </a:lnTo>
                  <a:close/>
                  <a:moveTo>
                    <a:pt x="74381" y="77332"/>
                  </a:moveTo>
                  <a:cubicBezTo>
                    <a:pt x="73133" y="81500"/>
                    <a:pt x="73133" y="81990"/>
                    <a:pt x="69888" y="85913"/>
                  </a:cubicBezTo>
                  <a:cubicBezTo>
                    <a:pt x="60153" y="97191"/>
                    <a:pt x="48421" y="103810"/>
                    <a:pt x="38685" y="103810"/>
                  </a:cubicBezTo>
                  <a:cubicBezTo>
                    <a:pt x="29449" y="103810"/>
                    <a:pt x="20463" y="97436"/>
                    <a:pt x="20463" y="80029"/>
                  </a:cubicBezTo>
                  <a:cubicBezTo>
                    <a:pt x="20463" y="67035"/>
                    <a:pt x="27702" y="40066"/>
                    <a:pt x="33443" y="30259"/>
                  </a:cubicBezTo>
                  <a:cubicBezTo>
                    <a:pt x="44926" y="10645"/>
                    <a:pt x="57657" y="6968"/>
                    <a:pt x="64646" y="6968"/>
                  </a:cubicBezTo>
                  <a:cubicBezTo>
                    <a:pt x="82120" y="6968"/>
                    <a:pt x="86862" y="25846"/>
                    <a:pt x="86862" y="28298"/>
                  </a:cubicBezTo>
                  <a:cubicBezTo>
                    <a:pt x="86862" y="29523"/>
                    <a:pt x="86363" y="30994"/>
                    <a:pt x="86113" y="31975"/>
                  </a:cubicBezTo>
                  <a:lnTo>
                    <a:pt x="74381" y="7733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ACF729D-A7F3-0714-71F8-3BE34F9BCA41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1754437" y="8372815"/>
              <a:ext cx="178300" cy="203142"/>
            </a:xfrm>
            <a:custGeom>
              <a:avLst/>
              <a:gdLst>
                <a:gd name="connsiteX0" fmla="*/ 166071 w 178300"/>
                <a:gd name="connsiteY0" fmla="*/ 108677 h 203142"/>
                <a:gd name="connsiteX1" fmla="*/ 178552 w 178300"/>
                <a:gd name="connsiteY1" fmla="*/ 101672 h 203142"/>
                <a:gd name="connsiteX2" fmla="*/ 166071 w 178300"/>
                <a:gd name="connsiteY2" fmla="*/ 94668 h 203142"/>
                <a:gd name="connsiteX3" fmla="*/ 14872 w 178300"/>
                <a:gd name="connsiteY3" fmla="*/ 94668 h 203142"/>
                <a:gd name="connsiteX4" fmla="*/ 110441 w 178300"/>
                <a:gd name="connsiteY4" fmla="*/ 14111 h 203142"/>
                <a:gd name="connsiteX5" fmla="*/ 166071 w 178300"/>
                <a:gd name="connsiteY5" fmla="*/ 14111 h 203142"/>
                <a:gd name="connsiteX6" fmla="*/ 178552 w 178300"/>
                <a:gd name="connsiteY6" fmla="*/ 7106 h 203142"/>
                <a:gd name="connsiteX7" fmla="*/ 166071 w 178300"/>
                <a:gd name="connsiteY7" fmla="*/ 101 h 203142"/>
                <a:gd name="connsiteX8" fmla="*/ 109728 w 178300"/>
                <a:gd name="connsiteY8" fmla="*/ 101 h 203142"/>
                <a:gd name="connsiteX9" fmla="*/ 251 w 178300"/>
                <a:gd name="connsiteY9" fmla="*/ 101672 h 203142"/>
                <a:gd name="connsiteX10" fmla="*/ 109728 w 178300"/>
                <a:gd name="connsiteY10" fmla="*/ 203244 h 203142"/>
                <a:gd name="connsiteX11" fmla="*/ 166071 w 178300"/>
                <a:gd name="connsiteY11" fmla="*/ 203244 h 203142"/>
                <a:gd name="connsiteX12" fmla="*/ 178552 w 178300"/>
                <a:gd name="connsiteY12" fmla="*/ 196239 h 203142"/>
                <a:gd name="connsiteX13" fmla="*/ 166071 w 178300"/>
                <a:gd name="connsiteY13" fmla="*/ 189234 h 203142"/>
                <a:gd name="connsiteX14" fmla="*/ 110441 w 178300"/>
                <a:gd name="connsiteY14" fmla="*/ 189234 h 203142"/>
                <a:gd name="connsiteX15" fmla="*/ 14872 w 178300"/>
                <a:gd name="connsiteY15" fmla="*/ 108677 h 203142"/>
                <a:gd name="connsiteX16" fmla="*/ 166071 w 178300"/>
                <a:gd name="connsiteY16" fmla="*/ 108677 h 203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8300" h="203142">
                  <a:moveTo>
                    <a:pt x="166071" y="108677"/>
                  </a:moveTo>
                  <a:cubicBezTo>
                    <a:pt x="172133" y="108677"/>
                    <a:pt x="178552" y="108677"/>
                    <a:pt x="178552" y="101672"/>
                  </a:cubicBezTo>
                  <a:cubicBezTo>
                    <a:pt x="178552" y="94668"/>
                    <a:pt x="172133" y="94668"/>
                    <a:pt x="166071" y="94668"/>
                  </a:cubicBezTo>
                  <a:lnTo>
                    <a:pt x="14872" y="94668"/>
                  </a:lnTo>
                  <a:cubicBezTo>
                    <a:pt x="19151" y="47735"/>
                    <a:pt x="60160" y="14111"/>
                    <a:pt x="110441" y="14111"/>
                  </a:cubicBezTo>
                  <a:lnTo>
                    <a:pt x="166071" y="14111"/>
                  </a:lnTo>
                  <a:cubicBezTo>
                    <a:pt x="172133" y="14111"/>
                    <a:pt x="178552" y="14111"/>
                    <a:pt x="178552" y="7106"/>
                  </a:cubicBezTo>
                  <a:cubicBezTo>
                    <a:pt x="178552" y="101"/>
                    <a:pt x="172133" y="101"/>
                    <a:pt x="166071" y="101"/>
                  </a:cubicBezTo>
                  <a:lnTo>
                    <a:pt x="109728" y="101"/>
                  </a:lnTo>
                  <a:cubicBezTo>
                    <a:pt x="48749" y="101"/>
                    <a:pt x="251" y="45633"/>
                    <a:pt x="251" y="101672"/>
                  </a:cubicBezTo>
                  <a:cubicBezTo>
                    <a:pt x="251" y="157712"/>
                    <a:pt x="48749" y="203244"/>
                    <a:pt x="109728" y="203244"/>
                  </a:cubicBezTo>
                  <a:lnTo>
                    <a:pt x="166071" y="203244"/>
                  </a:lnTo>
                  <a:cubicBezTo>
                    <a:pt x="172133" y="203244"/>
                    <a:pt x="178552" y="203244"/>
                    <a:pt x="178552" y="196239"/>
                  </a:cubicBezTo>
                  <a:cubicBezTo>
                    <a:pt x="178552" y="189234"/>
                    <a:pt x="172133" y="189234"/>
                    <a:pt x="166071" y="189234"/>
                  </a:cubicBezTo>
                  <a:lnTo>
                    <a:pt x="110441" y="189234"/>
                  </a:lnTo>
                  <a:cubicBezTo>
                    <a:pt x="60160" y="189234"/>
                    <a:pt x="19151" y="155610"/>
                    <a:pt x="14872" y="108677"/>
                  </a:cubicBezTo>
                  <a:lnTo>
                    <a:pt x="166071" y="108677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D2CFE65-7C68-535D-3B3C-C87DE349C775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2067334" y="8322029"/>
              <a:ext cx="244985" cy="239918"/>
            </a:xfrm>
            <a:custGeom>
              <a:avLst/>
              <a:gdLst>
                <a:gd name="connsiteX0" fmla="*/ 90124 w 244985"/>
                <a:gd name="connsiteY0" fmla="*/ 130042 h 239918"/>
                <a:gd name="connsiteX1" fmla="*/ 102962 w 244985"/>
                <a:gd name="connsiteY1" fmla="*/ 130042 h 239918"/>
                <a:gd name="connsiteX2" fmla="*/ 156452 w 244985"/>
                <a:gd name="connsiteY2" fmla="*/ 211299 h 239918"/>
                <a:gd name="connsiteX3" fmla="*/ 172499 w 244985"/>
                <a:gd name="connsiteY3" fmla="*/ 235817 h 239918"/>
                <a:gd name="connsiteX4" fmla="*/ 184267 w 244985"/>
                <a:gd name="connsiteY4" fmla="*/ 240019 h 239918"/>
                <a:gd name="connsiteX5" fmla="*/ 233478 w 244985"/>
                <a:gd name="connsiteY5" fmla="*/ 240019 h 239918"/>
                <a:gd name="connsiteX6" fmla="*/ 245246 w 244985"/>
                <a:gd name="connsiteY6" fmla="*/ 233715 h 239918"/>
                <a:gd name="connsiteX7" fmla="*/ 239897 w 244985"/>
                <a:gd name="connsiteY7" fmla="*/ 227761 h 239918"/>
                <a:gd name="connsiteX8" fmla="*/ 200671 w 244985"/>
                <a:gd name="connsiteY8" fmla="*/ 190635 h 239918"/>
                <a:gd name="connsiteX9" fmla="*/ 156452 w 244985"/>
                <a:gd name="connsiteY9" fmla="*/ 126190 h 239918"/>
                <a:gd name="connsiteX10" fmla="*/ 218857 w 244985"/>
                <a:gd name="connsiteY10" fmla="*/ 65597 h 239918"/>
                <a:gd name="connsiteX11" fmla="*/ 124358 w 244985"/>
                <a:gd name="connsiteY11" fmla="*/ 101 h 239918"/>
                <a:gd name="connsiteX12" fmla="*/ 12385 w 244985"/>
                <a:gd name="connsiteY12" fmla="*/ 101 h 239918"/>
                <a:gd name="connsiteX13" fmla="*/ 260 w 244985"/>
                <a:gd name="connsiteY13" fmla="*/ 6406 h 239918"/>
                <a:gd name="connsiteX14" fmla="*/ 9889 w 244985"/>
                <a:gd name="connsiteY14" fmla="*/ 12360 h 239918"/>
                <a:gd name="connsiteX15" fmla="*/ 31998 w 244985"/>
                <a:gd name="connsiteY15" fmla="*/ 32324 h 239918"/>
                <a:gd name="connsiteX16" fmla="*/ 31998 w 244985"/>
                <a:gd name="connsiteY16" fmla="*/ 207797 h 239918"/>
                <a:gd name="connsiteX17" fmla="*/ 9889 w 244985"/>
                <a:gd name="connsiteY17" fmla="*/ 227761 h 239918"/>
                <a:gd name="connsiteX18" fmla="*/ 260 w 244985"/>
                <a:gd name="connsiteY18" fmla="*/ 233715 h 239918"/>
                <a:gd name="connsiteX19" fmla="*/ 12385 w 244985"/>
                <a:gd name="connsiteY19" fmla="*/ 240019 h 239918"/>
                <a:gd name="connsiteX20" fmla="*/ 110094 w 244985"/>
                <a:gd name="connsiteY20" fmla="*/ 240019 h 239918"/>
                <a:gd name="connsiteX21" fmla="*/ 121862 w 244985"/>
                <a:gd name="connsiteY21" fmla="*/ 233715 h 239918"/>
                <a:gd name="connsiteX22" fmla="*/ 111877 w 244985"/>
                <a:gd name="connsiteY22" fmla="*/ 227761 h 239918"/>
                <a:gd name="connsiteX23" fmla="*/ 90124 w 244985"/>
                <a:gd name="connsiteY23" fmla="*/ 207797 h 239918"/>
                <a:gd name="connsiteX24" fmla="*/ 90124 w 244985"/>
                <a:gd name="connsiteY24" fmla="*/ 130042 h 239918"/>
                <a:gd name="connsiteX25" fmla="*/ 158948 w 244985"/>
                <a:gd name="connsiteY25" fmla="*/ 112880 h 239918"/>
                <a:gd name="connsiteX26" fmla="*/ 170003 w 244985"/>
                <a:gd name="connsiteY26" fmla="*/ 65947 h 239918"/>
                <a:gd name="connsiteX27" fmla="*/ 156452 w 244985"/>
                <a:gd name="connsiteY27" fmla="*/ 16212 h 239918"/>
                <a:gd name="connsiteX28" fmla="*/ 206376 w 244985"/>
                <a:gd name="connsiteY28" fmla="*/ 65597 h 239918"/>
                <a:gd name="connsiteX29" fmla="*/ 158948 w 244985"/>
                <a:gd name="connsiteY29" fmla="*/ 112880 h 239918"/>
                <a:gd name="connsiteX30" fmla="*/ 90124 w 244985"/>
                <a:gd name="connsiteY30" fmla="*/ 31273 h 239918"/>
                <a:gd name="connsiteX31" fmla="*/ 112233 w 244985"/>
                <a:gd name="connsiteY31" fmla="*/ 12360 h 239918"/>
                <a:gd name="connsiteX32" fmla="*/ 157522 w 244985"/>
                <a:gd name="connsiteY32" fmla="*/ 65947 h 239918"/>
                <a:gd name="connsiteX33" fmla="*/ 90124 w 244985"/>
                <a:gd name="connsiteY33" fmla="*/ 117784 h 239918"/>
                <a:gd name="connsiteX34" fmla="*/ 90124 w 244985"/>
                <a:gd name="connsiteY34" fmla="*/ 31273 h 239918"/>
                <a:gd name="connsiteX35" fmla="*/ 41626 w 244985"/>
                <a:gd name="connsiteY35" fmla="*/ 227761 h 239918"/>
                <a:gd name="connsiteX36" fmla="*/ 44479 w 244985"/>
                <a:gd name="connsiteY36" fmla="*/ 208497 h 239918"/>
                <a:gd name="connsiteX37" fmla="*/ 44479 w 244985"/>
                <a:gd name="connsiteY37" fmla="*/ 31623 h 239918"/>
                <a:gd name="connsiteX38" fmla="*/ 41626 w 244985"/>
                <a:gd name="connsiteY38" fmla="*/ 12360 h 239918"/>
                <a:gd name="connsiteX39" fmla="*/ 82279 w 244985"/>
                <a:gd name="connsiteY39" fmla="*/ 12360 h 239918"/>
                <a:gd name="connsiteX40" fmla="*/ 77643 w 244985"/>
                <a:gd name="connsiteY40" fmla="*/ 30222 h 239918"/>
                <a:gd name="connsiteX41" fmla="*/ 77643 w 244985"/>
                <a:gd name="connsiteY41" fmla="*/ 208497 h 239918"/>
                <a:gd name="connsiteX42" fmla="*/ 80496 w 244985"/>
                <a:gd name="connsiteY42" fmla="*/ 227761 h 239918"/>
                <a:gd name="connsiteX43" fmla="*/ 41626 w 244985"/>
                <a:gd name="connsiteY43" fmla="*/ 227761 h 239918"/>
                <a:gd name="connsiteX44" fmla="*/ 117582 w 244985"/>
                <a:gd name="connsiteY44" fmla="*/ 130042 h 239918"/>
                <a:gd name="connsiteX45" fmla="*/ 124358 w 244985"/>
                <a:gd name="connsiteY45" fmla="*/ 129342 h 239918"/>
                <a:gd name="connsiteX46" fmla="*/ 142901 w 244985"/>
                <a:gd name="connsiteY46" fmla="*/ 127941 h 239918"/>
                <a:gd name="connsiteX47" fmla="*/ 216361 w 244985"/>
                <a:gd name="connsiteY47" fmla="*/ 227761 h 239918"/>
                <a:gd name="connsiteX48" fmla="*/ 181771 w 244985"/>
                <a:gd name="connsiteY48" fmla="*/ 227761 h 239918"/>
                <a:gd name="connsiteX49" fmla="*/ 117582 w 244985"/>
                <a:gd name="connsiteY49" fmla="*/ 130042 h 239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4985" h="239918">
                  <a:moveTo>
                    <a:pt x="90124" y="130042"/>
                  </a:moveTo>
                  <a:lnTo>
                    <a:pt x="102962" y="130042"/>
                  </a:lnTo>
                  <a:lnTo>
                    <a:pt x="156452" y="211299"/>
                  </a:lnTo>
                  <a:cubicBezTo>
                    <a:pt x="160018" y="216903"/>
                    <a:pt x="168576" y="230563"/>
                    <a:pt x="172499" y="235817"/>
                  </a:cubicBezTo>
                  <a:cubicBezTo>
                    <a:pt x="174995" y="240019"/>
                    <a:pt x="176065" y="240019"/>
                    <a:pt x="184267" y="240019"/>
                  </a:cubicBezTo>
                  <a:lnTo>
                    <a:pt x="233478" y="240019"/>
                  </a:lnTo>
                  <a:cubicBezTo>
                    <a:pt x="239897" y="240019"/>
                    <a:pt x="245246" y="240019"/>
                    <a:pt x="245246" y="233715"/>
                  </a:cubicBezTo>
                  <a:cubicBezTo>
                    <a:pt x="245246" y="230913"/>
                    <a:pt x="243106" y="228461"/>
                    <a:pt x="239897" y="227761"/>
                  </a:cubicBezTo>
                  <a:cubicBezTo>
                    <a:pt x="226703" y="224959"/>
                    <a:pt x="209229" y="201843"/>
                    <a:pt x="200671" y="190635"/>
                  </a:cubicBezTo>
                  <a:cubicBezTo>
                    <a:pt x="198174" y="187132"/>
                    <a:pt x="180344" y="164016"/>
                    <a:pt x="156452" y="126190"/>
                  </a:cubicBezTo>
                  <a:cubicBezTo>
                    <a:pt x="188190" y="120586"/>
                    <a:pt x="218857" y="107276"/>
                    <a:pt x="218857" y="65597"/>
                  </a:cubicBezTo>
                  <a:cubicBezTo>
                    <a:pt x="218857" y="16913"/>
                    <a:pt x="166437" y="101"/>
                    <a:pt x="124358" y="101"/>
                  </a:cubicBezTo>
                  <a:lnTo>
                    <a:pt x="12385" y="101"/>
                  </a:lnTo>
                  <a:cubicBezTo>
                    <a:pt x="5966" y="101"/>
                    <a:pt x="260" y="101"/>
                    <a:pt x="260" y="6406"/>
                  </a:cubicBezTo>
                  <a:cubicBezTo>
                    <a:pt x="260" y="12360"/>
                    <a:pt x="7036" y="12360"/>
                    <a:pt x="9889" y="12360"/>
                  </a:cubicBezTo>
                  <a:cubicBezTo>
                    <a:pt x="30215" y="12360"/>
                    <a:pt x="31998" y="14811"/>
                    <a:pt x="31998" y="32324"/>
                  </a:cubicBezTo>
                  <a:lnTo>
                    <a:pt x="31998" y="207797"/>
                  </a:lnTo>
                  <a:cubicBezTo>
                    <a:pt x="31998" y="225309"/>
                    <a:pt x="30215" y="227761"/>
                    <a:pt x="9889" y="227761"/>
                  </a:cubicBezTo>
                  <a:cubicBezTo>
                    <a:pt x="7036" y="227761"/>
                    <a:pt x="260" y="227761"/>
                    <a:pt x="260" y="233715"/>
                  </a:cubicBezTo>
                  <a:cubicBezTo>
                    <a:pt x="260" y="240019"/>
                    <a:pt x="5966" y="240019"/>
                    <a:pt x="12385" y="240019"/>
                  </a:cubicBezTo>
                  <a:lnTo>
                    <a:pt x="110094" y="240019"/>
                  </a:lnTo>
                  <a:cubicBezTo>
                    <a:pt x="116513" y="240019"/>
                    <a:pt x="121862" y="240019"/>
                    <a:pt x="121862" y="233715"/>
                  </a:cubicBezTo>
                  <a:cubicBezTo>
                    <a:pt x="121862" y="227761"/>
                    <a:pt x="115799" y="227761"/>
                    <a:pt x="111877" y="227761"/>
                  </a:cubicBezTo>
                  <a:cubicBezTo>
                    <a:pt x="91550" y="227761"/>
                    <a:pt x="90124" y="224959"/>
                    <a:pt x="90124" y="207797"/>
                  </a:cubicBezTo>
                  <a:lnTo>
                    <a:pt x="90124" y="130042"/>
                  </a:lnTo>
                  <a:close/>
                  <a:moveTo>
                    <a:pt x="158948" y="112880"/>
                  </a:moveTo>
                  <a:cubicBezTo>
                    <a:pt x="168933" y="99921"/>
                    <a:pt x="170003" y="81358"/>
                    <a:pt x="170003" y="65947"/>
                  </a:cubicBezTo>
                  <a:cubicBezTo>
                    <a:pt x="170003" y="49136"/>
                    <a:pt x="167863" y="30573"/>
                    <a:pt x="156452" y="16212"/>
                  </a:cubicBezTo>
                  <a:cubicBezTo>
                    <a:pt x="171073" y="19365"/>
                    <a:pt x="206376" y="30222"/>
                    <a:pt x="206376" y="65597"/>
                  </a:cubicBezTo>
                  <a:cubicBezTo>
                    <a:pt x="206376" y="88363"/>
                    <a:pt x="195678" y="106226"/>
                    <a:pt x="158948" y="112880"/>
                  </a:cubicBezTo>
                  <a:close/>
                  <a:moveTo>
                    <a:pt x="90124" y="31273"/>
                  </a:moveTo>
                  <a:cubicBezTo>
                    <a:pt x="90124" y="23918"/>
                    <a:pt x="90124" y="12360"/>
                    <a:pt x="112233" y="12360"/>
                  </a:cubicBezTo>
                  <a:cubicBezTo>
                    <a:pt x="142545" y="12360"/>
                    <a:pt x="157522" y="24618"/>
                    <a:pt x="157522" y="65947"/>
                  </a:cubicBezTo>
                  <a:cubicBezTo>
                    <a:pt x="157522" y="111129"/>
                    <a:pt x="146467" y="117784"/>
                    <a:pt x="90124" y="117784"/>
                  </a:cubicBezTo>
                  <a:lnTo>
                    <a:pt x="90124" y="31273"/>
                  </a:lnTo>
                  <a:close/>
                  <a:moveTo>
                    <a:pt x="41626" y="227761"/>
                  </a:moveTo>
                  <a:cubicBezTo>
                    <a:pt x="44479" y="221456"/>
                    <a:pt x="44479" y="211650"/>
                    <a:pt x="44479" y="208497"/>
                  </a:cubicBezTo>
                  <a:lnTo>
                    <a:pt x="44479" y="31623"/>
                  </a:lnTo>
                  <a:cubicBezTo>
                    <a:pt x="44479" y="28121"/>
                    <a:pt x="44479" y="18664"/>
                    <a:pt x="41626" y="12360"/>
                  </a:cubicBezTo>
                  <a:lnTo>
                    <a:pt x="82279" y="12360"/>
                  </a:lnTo>
                  <a:cubicBezTo>
                    <a:pt x="77643" y="17964"/>
                    <a:pt x="77643" y="24969"/>
                    <a:pt x="77643" y="30222"/>
                  </a:cubicBezTo>
                  <a:lnTo>
                    <a:pt x="77643" y="208497"/>
                  </a:lnTo>
                  <a:cubicBezTo>
                    <a:pt x="77643" y="212000"/>
                    <a:pt x="77643" y="221456"/>
                    <a:pt x="80496" y="227761"/>
                  </a:cubicBezTo>
                  <a:lnTo>
                    <a:pt x="41626" y="227761"/>
                  </a:lnTo>
                  <a:close/>
                  <a:moveTo>
                    <a:pt x="117582" y="130042"/>
                  </a:moveTo>
                  <a:cubicBezTo>
                    <a:pt x="120079" y="129692"/>
                    <a:pt x="121505" y="129342"/>
                    <a:pt x="124358" y="129342"/>
                  </a:cubicBezTo>
                  <a:cubicBezTo>
                    <a:pt x="129707" y="129342"/>
                    <a:pt x="137552" y="128641"/>
                    <a:pt x="142901" y="127941"/>
                  </a:cubicBezTo>
                  <a:cubicBezTo>
                    <a:pt x="148250" y="136347"/>
                    <a:pt x="186763" y="198690"/>
                    <a:pt x="216361" y="227761"/>
                  </a:cubicBezTo>
                  <a:lnTo>
                    <a:pt x="181771" y="227761"/>
                  </a:lnTo>
                  <a:lnTo>
                    <a:pt x="117582" y="13004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9630C86-8AE3-86B7-1F65-572324153D1F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2334402" y="8247184"/>
              <a:ext cx="128305" cy="172601"/>
            </a:xfrm>
            <a:custGeom>
              <a:avLst/>
              <a:gdLst>
                <a:gd name="connsiteX0" fmla="*/ 127574 w 128305"/>
                <a:gd name="connsiteY0" fmla="*/ 7452 h 172601"/>
                <a:gd name="connsiteX1" fmla="*/ 128573 w 128305"/>
                <a:gd name="connsiteY1" fmla="*/ 3530 h 172601"/>
                <a:gd name="connsiteX2" fmla="*/ 124579 w 128305"/>
                <a:gd name="connsiteY2" fmla="*/ 97 h 172601"/>
                <a:gd name="connsiteX3" fmla="*/ 92627 w 128305"/>
                <a:gd name="connsiteY3" fmla="*/ 2549 h 172601"/>
                <a:gd name="connsiteX4" fmla="*/ 87136 w 128305"/>
                <a:gd name="connsiteY4" fmla="*/ 8188 h 172601"/>
                <a:gd name="connsiteX5" fmla="*/ 93626 w 128305"/>
                <a:gd name="connsiteY5" fmla="*/ 11620 h 172601"/>
                <a:gd name="connsiteX6" fmla="*/ 105608 w 128305"/>
                <a:gd name="connsiteY6" fmla="*/ 15298 h 172601"/>
                <a:gd name="connsiteX7" fmla="*/ 104609 w 128305"/>
                <a:gd name="connsiteY7" fmla="*/ 20692 h 172601"/>
                <a:gd name="connsiteX8" fmla="*/ 90381 w 128305"/>
                <a:gd name="connsiteY8" fmla="*/ 76591 h 172601"/>
                <a:gd name="connsiteX9" fmla="*/ 64670 w 128305"/>
                <a:gd name="connsiteY9" fmla="*/ 62126 h 172601"/>
                <a:gd name="connsiteX10" fmla="*/ 268 w 128305"/>
                <a:gd name="connsiteY10" fmla="*/ 132000 h 172601"/>
                <a:gd name="connsiteX11" fmla="*/ 37960 w 128305"/>
                <a:gd name="connsiteY11" fmla="*/ 172698 h 172601"/>
                <a:gd name="connsiteX12" fmla="*/ 73407 w 128305"/>
                <a:gd name="connsiteY12" fmla="*/ 155536 h 172601"/>
                <a:gd name="connsiteX13" fmla="*/ 99118 w 128305"/>
                <a:gd name="connsiteY13" fmla="*/ 172698 h 172601"/>
                <a:gd name="connsiteX14" fmla="*/ 118838 w 128305"/>
                <a:gd name="connsiteY14" fmla="*/ 159704 h 172601"/>
                <a:gd name="connsiteX15" fmla="*/ 127574 w 128305"/>
                <a:gd name="connsiteY15" fmla="*/ 135187 h 172601"/>
                <a:gd name="connsiteX16" fmla="*/ 123580 w 128305"/>
                <a:gd name="connsiteY16" fmla="*/ 132000 h 172601"/>
                <a:gd name="connsiteX17" fmla="*/ 118089 w 128305"/>
                <a:gd name="connsiteY17" fmla="*/ 139600 h 172601"/>
                <a:gd name="connsiteX18" fmla="*/ 99866 w 128305"/>
                <a:gd name="connsiteY18" fmla="*/ 165833 h 172601"/>
                <a:gd name="connsiteX19" fmla="*/ 91629 w 128305"/>
                <a:gd name="connsiteY19" fmla="*/ 153820 h 172601"/>
                <a:gd name="connsiteX20" fmla="*/ 92877 w 128305"/>
                <a:gd name="connsiteY20" fmla="*/ 143768 h 172601"/>
                <a:gd name="connsiteX21" fmla="*/ 127574 w 128305"/>
                <a:gd name="connsiteY21" fmla="*/ 7452 h 172601"/>
                <a:gd name="connsiteX22" fmla="*/ 74405 w 128305"/>
                <a:gd name="connsiteY22" fmla="*/ 139600 h 172601"/>
                <a:gd name="connsiteX23" fmla="*/ 61674 w 128305"/>
                <a:gd name="connsiteY23" fmla="*/ 156026 h 172601"/>
                <a:gd name="connsiteX24" fmla="*/ 38709 w 128305"/>
                <a:gd name="connsiteY24" fmla="*/ 165833 h 172601"/>
                <a:gd name="connsiteX25" fmla="*/ 20487 w 128305"/>
                <a:gd name="connsiteY25" fmla="*/ 142052 h 172601"/>
                <a:gd name="connsiteX26" fmla="*/ 33467 w 128305"/>
                <a:gd name="connsiteY26" fmla="*/ 92282 h 172601"/>
                <a:gd name="connsiteX27" fmla="*/ 64670 w 128305"/>
                <a:gd name="connsiteY27" fmla="*/ 68990 h 172601"/>
                <a:gd name="connsiteX28" fmla="*/ 86886 w 128305"/>
                <a:gd name="connsiteY28" fmla="*/ 90320 h 172601"/>
                <a:gd name="connsiteX29" fmla="*/ 86137 w 128305"/>
                <a:gd name="connsiteY29" fmla="*/ 93753 h 172601"/>
                <a:gd name="connsiteX30" fmla="*/ 74405 w 128305"/>
                <a:gd name="connsiteY30" fmla="*/ 139600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74" y="7452"/>
                  </a:moveTo>
                  <a:cubicBezTo>
                    <a:pt x="127824" y="6962"/>
                    <a:pt x="128573" y="3775"/>
                    <a:pt x="128573" y="3530"/>
                  </a:cubicBezTo>
                  <a:cubicBezTo>
                    <a:pt x="128573" y="2304"/>
                    <a:pt x="127574" y="97"/>
                    <a:pt x="124579" y="97"/>
                  </a:cubicBezTo>
                  <a:cubicBezTo>
                    <a:pt x="119587" y="97"/>
                    <a:pt x="98868" y="2058"/>
                    <a:pt x="92627" y="2549"/>
                  </a:cubicBezTo>
                  <a:cubicBezTo>
                    <a:pt x="90630" y="2794"/>
                    <a:pt x="87136" y="3039"/>
                    <a:pt x="87136" y="8188"/>
                  </a:cubicBezTo>
                  <a:cubicBezTo>
                    <a:pt x="87136" y="11620"/>
                    <a:pt x="90630" y="11620"/>
                    <a:pt x="93626" y="11620"/>
                  </a:cubicBezTo>
                  <a:cubicBezTo>
                    <a:pt x="105608" y="11620"/>
                    <a:pt x="105608" y="13336"/>
                    <a:pt x="105608" y="15298"/>
                  </a:cubicBezTo>
                  <a:cubicBezTo>
                    <a:pt x="105608" y="17014"/>
                    <a:pt x="105108" y="18485"/>
                    <a:pt x="104609" y="20692"/>
                  </a:cubicBezTo>
                  <a:lnTo>
                    <a:pt x="90381" y="76591"/>
                  </a:lnTo>
                  <a:cubicBezTo>
                    <a:pt x="85139" y="68500"/>
                    <a:pt x="76652" y="62126"/>
                    <a:pt x="64670" y="62126"/>
                  </a:cubicBezTo>
                  <a:cubicBezTo>
                    <a:pt x="32718" y="62126"/>
                    <a:pt x="268" y="96695"/>
                    <a:pt x="268" y="132000"/>
                  </a:cubicBezTo>
                  <a:cubicBezTo>
                    <a:pt x="268" y="155781"/>
                    <a:pt x="16493" y="172698"/>
                    <a:pt x="37960" y="172698"/>
                  </a:cubicBezTo>
                  <a:cubicBezTo>
                    <a:pt x="51440" y="172698"/>
                    <a:pt x="63422" y="165098"/>
                    <a:pt x="73407" y="155536"/>
                  </a:cubicBezTo>
                  <a:cubicBezTo>
                    <a:pt x="78149" y="170246"/>
                    <a:pt x="92627" y="172698"/>
                    <a:pt x="99118" y="172698"/>
                  </a:cubicBezTo>
                  <a:cubicBezTo>
                    <a:pt x="108104" y="172698"/>
                    <a:pt x="114344" y="167304"/>
                    <a:pt x="118838" y="159704"/>
                  </a:cubicBezTo>
                  <a:cubicBezTo>
                    <a:pt x="124329" y="150142"/>
                    <a:pt x="127574" y="136168"/>
                    <a:pt x="127574" y="135187"/>
                  </a:cubicBezTo>
                  <a:cubicBezTo>
                    <a:pt x="127574" y="132000"/>
                    <a:pt x="124329" y="132000"/>
                    <a:pt x="123580" y="132000"/>
                  </a:cubicBezTo>
                  <a:cubicBezTo>
                    <a:pt x="120086" y="132000"/>
                    <a:pt x="119836" y="132980"/>
                    <a:pt x="118089" y="139600"/>
                  </a:cubicBezTo>
                  <a:cubicBezTo>
                    <a:pt x="115093" y="151368"/>
                    <a:pt x="110351" y="165833"/>
                    <a:pt x="99866" y="165833"/>
                  </a:cubicBezTo>
                  <a:cubicBezTo>
                    <a:pt x="93376" y="165833"/>
                    <a:pt x="91629" y="160440"/>
                    <a:pt x="91629" y="153820"/>
                  </a:cubicBezTo>
                  <a:cubicBezTo>
                    <a:pt x="91629" y="149162"/>
                    <a:pt x="92128" y="146955"/>
                    <a:pt x="92877" y="143768"/>
                  </a:cubicBezTo>
                  <a:lnTo>
                    <a:pt x="127574" y="7452"/>
                  </a:lnTo>
                  <a:close/>
                  <a:moveTo>
                    <a:pt x="74405" y="139600"/>
                  </a:moveTo>
                  <a:cubicBezTo>
                    <a:pt x="72658" y="146465"/>
                    <a:pt x="67166" y="151368"/>
                    <a:pt x="61674" y="156026"/>
                  </a:cubicBezTo>
                  <a:cubicBezTo>
                    <a:pt x="59428" y="157988"/>
                    <a:pt x="49443" y="165833"/>
                    <a:pt x="38709" y="165833"/>
                  </a:cubicBezTo>
                  <a:cubicBezTo>
                    <a:pt x="29473" y="165833"/>
                    <a:pt x="20487" y="159459"/>
                    <a:pt x="20487" y="142052"/>
                  </a:cubicBezTo>
                  <a:cubicBezTo>
                    <a:pt x="20487" y="129058"/>
                    <a:pt x="27726" y="102089"/>
                    <a:pt x="33467" y="92282"/>
                  </a:cubicBezTo>
                  <a:cubicBezTo>
                    <a:pt x="44950" y="72668"/>
                    <a:pt x="57680" y="68990"/>
                    <a:pt x="64670" y="68990"/>
                  </a:cubicBezTo>
                  <a:cubicBezTo>
                    <a:pt x="82143" y="68990"/>
                    <a:pt x="86886" y="87623"/>
                    <a:pt x="86886" y="90320"/>
                  </a:cubicBezTo>
                  <a:cubicBezTo>
                    <a:pt x="86886" y="91301"/>
                    <a:pt x="86387" y="93017"/>
                    <a:pt x="86137" y="93753"/>
                  </a:cubicBezTo>
                  <a:lnTo>
                    <a:pt x="74405" y="139600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D9162598-0D1D-7CC0-2403-199154C78463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2483849" y="8335726"/>
              <a:ext cx="88793" cy="116631"/>
            </a:xfrm>
            <a:custGeom>
              <a:avLst/>
              <a:gdLst>
                <a:gd name="connsiteX0" fmla="*/ 89066 w 88793"/>
                <a:gd name="connsiteY0" fmla="*/ 82931 h 116631"/>
                <a:gd name="connsiteX1" fmla="*/ 81577 w 88793"/>
                <a:gd name="connsiteY1" fmla="*/ 82931 h 116631"/>
                <a:gd name="connsiteX2" fmla="*/ 76406 w 88793"/>
                <a:gd name="connsiteY2" fmla="*/ 98867 h 116631"/>
                <a:gd name="connsiteX3" fmla="*/ 57328 w 88793"/>
                <a:gd name="connsiteY3" fmla="*/ 99918 h 116631"/>
                <a:gd name="connsiteX4" fmla="*/ 22381 w 88793"/>
                <a:gd name="connsiteY4" fmla="*/ 99918 h 116631"/>
                <a:gd name="connsiteX5" fmla="*/ 58041 w 88793"/>
                <a:gd name="connsiteY5" fmla="*/ 74525 h 116631"/>
                <a:gd name="connsiteX6" fmla="*/ 89066 w 88793"/>
                <a:gd name="connsiteY6" fmla="*/ 34948 h 116631"/>
                <a:gd name="connsiteX7" fmla="*/ 41994 w 88793"/>
                <a:gd name="connsiteY7" fmla="*/ 98 h 116631"/>
                <a:gd name="connsiteX8" fmla="*/ 272 w 88793"/>
                <a:gd name="connsiteY8" fmla="*/ 30920 h 116631"/>
                <a:gd name="connsiteX9" fmla="*/ 10613 w 88793"/>
                <a:gd name="connsiteY9" fmla="*/ 41602 h 116631"/>
                <a:gd name="connsiteX10" fmla="*/ 21133 w 88793"/>
                <a:gd name="connsiteY10" fmla="*/ 31270 h 116631"/>
                <a:gd name="connsiteX11" fmla="*/ 10970 w 88793"/>
                <a:gd name="connsiteY11" fmla="*/ 20938 h 116631"/>
                <a:gd name="connsiteX12" fmla="*/ 38250 w 88793"/>
                <a:gd name="connsiteY12" fmla="*/ 7803 h 116631"/>
                <a:gd name="connsiteX13" fmla="*/ 69987 w 88793"/>
                <a:gd name="connsiteY13" fmla="*/ 35123 h 116631"/>
                <a:gd name="connsiteX14" fmla="*/ 45917 w 88793"/>
                <a:gd name="connsiteY14" fmla="*/ 72424 h 116631"/>
                <a:gd name="connsiteX15" fmla="*/ 2411 w 88793"/>
                <a:gd name="connsiteY15" fmla="*/ 108674 h 116631"/>
                <a:gd name="connsiteX16" fmla="*/ 272 w 88793"/>
                <a:gd name="connsiteY16" fmla="*/ 111476 h 116631"/>
                <a:gd name="connsiteX17" fmla="*/ 272 w 88793"/>
                <a:gd name="connsiteY17" fmla="*/ 116730 h 116631"/>
                <a:gd name="connsiteX18" fmla="*/ 83182 w 88793"/>
                <a:gd name="connsiteY18" fmla="*/ 116730 h 116631"/>
                <a:gd name="connsiteX19" fmla="*/ 89066 w 88793"/>
                <a:gd name="connsiteY19" fmla="*/ 82931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8793" h="116631">
                  <a:moveTo>
                    <a:pt x="89066" y="82931"/>
                  </a:moveTo>
                  <a:lnTo>
                    <a:pt x="81577" y="82931"/>
                  </a:lnTo>
                  <a:cubicBezTo>
                    <a:pt x="81042" y="86259"/>
                    <a:pt x="79259" y="97116"/>
                    <a:pt x="76406" y="98867"/>
                  </a:cubicBezTo>
                  <a:cubicBezTo>
                    <a:pt x="74980" y="99918"/>
                    <a:pt x="60002" y="99918"/>
                    <a:pt x="57328" y="99918"/>
                  </a:cubicBezTo>
                  <a:lnTo>
                    <a:pt x="22381" y="99918"/>
                  </a:lnTo>
                  <a:cubicBezTo>
                    <a:pt x="34149" y="91337"/>
                    <a:pt x="47343" y="81530"/>
                    <a:pt x="58041" y="74525"/>
                  </a:cubicBezTo>
                  <a:cubicBezTo>
                    <a:pt x="74088" y="63668"/>
                    <a:pt x="89066" y="53511"/>
                    <a:pt x="89066" y="34948"/>
                  </a:cubicBezTo>
                  <a:cubicBezTo>
                    <a:pt x="89066" y="12532"/>
                    <a:pt x="67491" y="98"/>
                    <a:pt x="41994" y="98"/>
                  </a:cubicBezTo>
                  <a:cubicBezTo>
                    <a:pt x="17923" y="98"/>
                    <a:pt x="272" y="13758"/>
                    <a:pt x="272" y="30920"/>
                  </a:cubicBezTo>
                  <a:cubicBezTo>
                    <a:pt x="272" y="40026"/>
                    <a:pt x="8117" y="41602"/>
                    <a:pt x="10613" y="41602"/>
                  </a:cubicBezTo>
                  <a:cubicBezTo>
                    <a:pt x="15427" y="41602"/>
                    <a:pt x="21133" y="38450"/>
                    <a:pt x="21133" y="31270"/>
                  </a:cubicBezTo>
                  <a:cubicBezTo>
                    <a:pt x="21133" y="24966"/>
                    <a:pt x="16497" y="21463"/>
                    <a:pt x="10970" y="20938"/>
                  </a:cubicBezTo>
                  <a:cubicBezTo>
                    <a:pt x="15962" y="13057"/>
                    <a:pt x="26304" y="7803"/>
                    <a:pt x="38250" y="7803"/>
                  </a:cubicBezTo>
                  <a:cubicBezTo>
                    <a:pt x="55545" y="7803"/>
                    <a:pt x="69987" y="17961"/>
                    <a:pt x="69987" y="35123"/>
                  </a:cubicBezTo>
                  <a:cubicBezTo>
                    <a:pt x="69987" y="49833"/>
                    <a:pt x="59646" y="61041"/>
                    <a:pt x="45917" y="72424"/>
                  </a:cubicBezTo>
                  <a:lnTo>
                    <a:pt x="2411" y="108674"/>
                  </a:lnTo>
                  <a:cubicBezTo>
                    <a:pt x="628" y="110250"/>
                    <a:pt x="450" y="110250"/>
                    <a:pt x="272" y="111476"/>
                  </a:cubicBezTo>
                  <a:lnTo>
                    <a:pt x="272" y="116730"/>
                  </a:lnTo>
                  <a:lnTo>
                    <a:pt x="83182" y="116730"/>
                  </a:lnTo>
                  <a:lnTo>
                    <a:pt x="89066" y="8293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3D2D4501-1EA7-5EC1-5058-C87BF507AFE5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2651232" y="8290335"/>
              <a:ext cx="133797" cy="131166"/>
            </a:xfrm>
            <a:custGeom>
              <a:avLst/>
              <a:gdLst>
                <a:gd name="connsiteX0" fmla="*/ 130578 w 133797"/>
                <a:gd name="connsiteY0" fmla="*/ 12111 h 131166"/>
                <a:gd name="connsiteX1" fmla="*/ 134073 w 133797"/>
                <a:gd name="connsiteY1" fmla="*/ 6226 h 131166"/>
                <a:gd name="connsiteX2" fmla="*/ 128082 w 133797"/>
                <a:gd name="connsiteY2" fmla="*/ 97 h 131166"/>
                <a:gd name="connsiteX3" fmla="*/ 121841 w 133797"/>
                <a:gd name="connsiteY3" fmla="*/ 3775 h 131166"/>
                <a:gd name="connsiteX4" fmla="*/ 67174 w 133797"/>
                <a:gd name="connsiteY4" fmla="*/ 57222 h 131166"/>
                <a:gd name="connsiteX5" fmla="*/ 12257 w 133797"/>
                <a:gd name="connsiteY5" fmla="*/ 3530 h 131166"/>
                <a:gd name="connsiteX6" fmla="*/ 6516 w 133797"/>
                <a:gd name="connsiteY6" fmla="*/ 97 h 131166"/>
                <a:gd name="connsiteX7" fmla="*/ 276 w 133797"/>
                <a:gd name="connsiteY7" fmla="*/ 6226 h 131166"/>
                <a:gd name="connsiteX8" fmla="*/ 4020 w 133797"/>
                <a:gd name="connsiteY8" fmla="*/ 12111 h 131166"/>
                <a:gd name="connsiteX9" fmla="*/ 58437 w 133797"/>
                <a:gd name="connsiteY9" fmla="*/ 65558 h 131166"/>
                <a:gd name="connsiteX10" fmla="*/ 4020 w 133797"/>
                <a:gd name="connsiteY10" fmla="*/ 119005 h 131166"/>
                <a:gd name="connsiteX11" fmla="*/ 276 w 133797"/>
                <a:gd name="connsiteY11" fmla="*/ 125135 h 131166"/>
                <a:gd name="connsiteX12" fmla="*/ 6516 w 133797"/>
                <a:gd name="connsiteY12" fmla="*/ 131264 h 131166"/>
                <a:gd name="connsiteX13" fmla="*/ 12257 w 133797"/>
                <a:gd name="connsiteY13" fmla="*/ 127832 h 131166"/>
                <a:gd name="connsiteX14" fmla="*/ 67174 w 133797"/>
                <a:gd name="connsiteY14" fmla="*/ 74139 h 131166"/>
                <a:gd name="connsiteX15" fmla="*/ 124088 w 133797"/>
                <a:gd name="connsiteY15" fmla="*/ 130038 h 131166"/>
                <a:gd name="connsiteX16" fmla="*/ 128082 w 133797"/>
                <a:gd name="connsiteY16" fmla="*/ 131264 h 131166"/>
                <a:gd name="connsiteX17" fmla="*/ 134073 w 133797"/>
                <a:gd name="connsiteY17" fmla="*/ 125135 h 131166"/>
                <a:gd name="connsiteX18" fmla="*/ 132824 w 133797"/>
                <a:gd name="connsiteY18" fmla="*/ 121948 h 131166"/>
                <a:gd name="connsiteX19" fmla="*/ 75911 w 133797"/>
                <a:gd name="connsiteY19" fmla="*/ 65803 h 131166"/>
                <a:gd name="connsiteX20" fmla="*/ 130578 w 133797"/>
                <a:gd name="connsiteY20" fmla="*/ 12111 h 1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3797" h="131166">
                  <a:moveTo>
                    <a:pt x="130578" y="12111"/>
                  </a:moveTo>
                  <a:cubicBezTo>
                    <a:pt x="133324" y="9414"/>
                    <a:pt x="134073" y="7943"/>
                    <a:pt x="134073" y="6226"/>
                  </a:cubicBezTo>
                  <a:cubicBezTo>
                    <a:pt x="134073" y="2304"/>
                    <a:pt x="130827" y="97"/>
                    <a:pt x="128082" y="97"/>
                  </a:cubicBezTo>
                  <a:cubicBezTo>
                    <a:pt x="125585" y="97"/>
                    <a:pt x="124837" y="833"/>
                    <a:pt x="121841" y="3775"/>
                  </a:cubicBezTo>
                  <a:lnTo>
                    <a:pt x="67174" y="57222"/>
                  </a:lnTo>
                  <a:lnTo>
                    <a:pt x="12257" y="3530"/>
                  </a:lnTo>
                  <a:cubicBezTo>
                    <a:pt x="9761" y="1078"/>
                    <a:pt x="8763" y="97"/>
                    <a:pt x="6516" y="97"/>
                  </a:cubicBezTo>
                  <a:cubicBezTo>
                    <a:pt x="3021" y="97"/>
                    <a:pt x="276" y="2794"/>
                    <a:pt x="276" y="6226"/>
                  </a:cubicBezTo>
                  <a:cubicBezTo>
                    <a:pt x="276" y="8433"/>
                    <a:pt x="1024" y="9168"/>
                    <a:pt x="4020" y="12111"/>
                  </a:cubicBezTo>
                  <a:lnTo>
                    <a:pt x="58437" y="65558"/>
                  </a:lnTo>
                  <a:lnTo>
                    <a:pt x="4020" y="119005"/>
                  </a:lnTo>
                  <a:cubicBezTo>
                    <a:pt x="525" y="122438"/>
                    <a:pt x="276" y="123664"/>
                    <a:pt x="276" y="125135"/>
                  </a:cubicBezTo>
                  <a:cubicBezTo>
                    <a:pt x="276" y="128567"/>
                    <a:pt x="3021" y="131264"/>
                    <a:pt x="6516" y="131264"/>
                  </a:cubicBezTo>
                  <a:cubicBezTo>
                    <a:pt x="8763" y="131264"/>
                    <a:pt x="9512" y="130529"/>
                    <a:pt x="12257" y="127832"/>
                  </a:cubicBezTo>
                  <a:lnTo>
                    <a:pt x="67174" y="74139"/>
                  </a:lnTo>
                  <a:lnTo>
                    <a:pt x="124088" y="130038"/>
                  </a:lnTo>
                  <a:cubicBezTo>
                    <a:pt x="125336" y="130774"/>
                    <a:pt x="126584" y="131264"/>
                    <a:pt x="128082" y="131264"/>
                  </a:cubicBezTo>
                  <a:cubicBezTo>
                    <a:pt x="130827" y="131264"/>
                    <a:pt x="134073" y="129058"/>
                    <a:pt x="134073" y="125135"/>
                  </a:cubicBezTo>
                  <a:cubicBezTo>
                    <a:pt x="134073" y="123173"/>
                    <a:pt x="133573" y="122683"/>
                    <a:pt x="132824" y="121948"/>
                  </a:cubicBezTo>
                  <a:cubicBezTo>
                    <a:pt x="132325" y="120967"/>
                    <a:pt x="83899" y="73403"/>
                    <a:pt x="75911" y="65803"/>
                  </a:cubicBezTo>
                  <a:lnTo>
                    <a:pt x="130578" y="1211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C703A683-EF10-D8B8-74AB-2D5C906C1035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2844903" y="8247184"/>
              <a:ext cx="128305" cy="172601"/>
            </a:xfrm>
            <a:custGeom>
              <a:avLst/>
              <a:gdLst>
                <a:gd name="connsiteX0" fmla="*/ 127589 w 128305"/>
                <a:gd name="connsiteY0" fmla="*/ 7452 h 172601"/>
                <a:gd name="connsiteX1" fmla="*/ 128587 w 128305"/>
                <a:gd name="connsiteY1" fmla="*/ 3530 h 172601"/>
                <a:gd name="connsiteX2" fmla="*/ 124593 w 128305"/>
                <a:gd name="connsiteY2" fmla="*/ 97 h 172601"/>
                <a:gd name="connsiteX3" fmla="*/ 92642 w 128305"/>
                <a:gd name="connsiteY3" fmla="*/ 2549 h 172601"/>
                <a:gd name="connsiteX4" fmla="*/ 87150 w 128305"/>
                <a:gd name="connsiteY4" fmla="*/ 8188 h 172601"/>
                <a:gd name="connsiteX5" fmla="*/ 93640 w 128305"/>
                <a:gd name="connsiteY5" fmla="*/ 11620 h 172601"/>
                <a:gd name="connsiteX6" fmla="*/ 105622 w 128305"/>
                <a:gd name="connsiteY6" fmla="*/ 15298 h 172601"/>
                <a:gd name="connsiteX7" fmla="*/ 104623 w 128305"/>
                <a:gd name="connsiteY7" fmla="*/ 20692 h 172601"/>
                <a:gd name="connsiteX8" fmla="*/ 90395 w 128305"/>
                <a:gd name="connsiteY8" fmla="*/ 76591 h 172601"/>
                <a:gd name="connsiteX9" fmla="*/ 64684 w 128305"/>
                <a:gd name="connsiteY9" fmla="*/ 62126 h 172601"/>
                <a:gd name="connsiteX10" fmla="*/ 282 w 128305"/>
                <a:gd name="connsiteY10" fmla="*/ 132000 h 172601"/>
                <a:gd name="connsiteX11" fmla="*/ 37975 w 128305"/>
                <a:gd name="connsiteY11" fmla="*/ 172698 h 172601"/>
                <a:gd name="connsiteX12" fmla="*/ 73421 w 128305"/>
                <a:gd name="connsiteY12" fmla="*/ 155536 h 172601"/>
                <a:gd name="connsiteX13" fmla="*/ 99132 w 128305"/>
                <a:gd name="connsiteY13" fmla="*/ 172698 h 172601"/>
                <a:gd name="connsiteX14" fmla="*/ 118852 w 128305"/>
                <a:gd name="connsiteY14" fmla="*/ 159704 h 172601"/>
                <a:gd name="connsiteX15" fmla="*/ 127589 w 128305"/>
                <a:gd name="connsiteY15" fmla="*/ 135187 h 172601"/>
                <a:gd name="connsiteX16" fmla="*/ 123595 w 128305"/>
                <a:gd name="connsiteY16" fmla="*/ 132000 h 172601"/>
                <a:gd name="connsiteX17" fmla="*/ 118103 w 128305"/>
                <a:gd name="connsiteY17" fmla="*/ 139600 h 172601"/>
                <a:gd name="connsiteX18" fmla="*/ 99881 w 128305"/>
                <a:gd name="connsiteY18" fmla="*/ 165833 h 172601"/>
                <a:gd name="connsiteX19" fmla="*/ 91643 w 128305"/>
                <a:gd name="connsiteY19" fmla="*/ 153820 h 172601"/>
                <a:gd name="connsiteX20" fmla="*/ 92891 w 128305"/>
                <a:gd name="connsiteY20" fmla="*/ 143768 h 172601"/>
                <a:gd name="connsiteX21" fmla="*/ 127589 w 128305"/>
                <a:gd name="connsiteY21" fmla="*/ 7452 h 172601"/>
                <a:gd name="connsiteX22" fmla="*/ 74419 w 128305"/>
                <a:gd name="connsiteY22" fmla="*/ 139600 h 172601"/>
                <a:gd name="connsiteX23" fmla="*/ 61689 w 128305"/>
                <a:gd name="connsiteY23" fmla="*/ 156026 h 172601"/>
                <a:gd name="connsiteX24" fmla="*/ 38723 w 128305"/>
                <a:gd name="connsiteY24" fmla="*/ 165833 h 172601"/>
                <a:gd name="connsiteX25" fmla="*/ 20501 w 128305"/>
                <a:gd name="connsiteY25" fmla="*/ 142052 h 172601"/>
                <a:gd name="connsiteX26" fmla="*/ 33481 w 128305"/>
                <a:gd name="connsiteY26" fmla="*/ 92282 h 172601"/>
                <a:gd name="connsiteX27" fmla="*/ 64684 w 128305"/>
                <a:gd name="connsiteY27" fmla="*/ 68990 h 172601"/>
                <a:gd name="connsiteX28" fmla="*/ 86900 w 128305"/>
                <a:gd name="connsiteY28" fmla="*/ 90320 h 172601"/>
                <a:gd name="connsiteX29" fmla="*/ 86152 w 128305"/>
                <a:gd name="connsiteY29" fmla="*/ 93753 h 172601"/>
                <a:gd name="connsiteX30" fmla="*/ 74419 w 128305"/>
                <a:gd name="connsiteY30" fmla="*/ 139600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89" y="7452"/>
                  </a:moveTo>
                  <a:cubicBezTo>
                    <a:pt x="127838" y="6962"/>
                    <a:pt x="128587" y="3775"/>
                    <a:pt x="128587" y="3530"/>
                  </a:cubicBezTo>
                  <a:cubicBezTo>
                    <a:pt x="128587" y="2304"/>
                    <a:pt x="127589" y="97"/>
                    <a:pt x="124593" y="97"/>
                  </a:cubicBezTo>
                  <a:cubicBezTo>
                    <a:pt x="119601" y="97"/>
                    <a:pt x="98882" y="2058"/>
                    <a:pt x="92642" y="2549"/>
                  </a:cubicBezTo>
                  <a:cubicBezTo>
                    <a:pt x="90645" y="2794"/>
                    <a:pt x="87150" y="3039"/>
                    <a:pt x="87150" y="8188"/>
                  </a:cubicBezTo>
                  <a:cubicBezTo>
                    <a:pt x="87150" y="11620"/>
                    <a:pt x="90645" y="11620"/>
                    <a:pt x="93640" y="11620"/>
                  </a:cubicBezTo>
                  <a:cubicBezTo>
                    <a:pt x="105622" y="11620"/>
                    <a:pt x="105622" y="13336"/>
                    <a:pt x="105622" y="15298"/>
                  </a:cubicBezTo>
                  <a:cubicBezTo>
                    <a:pt x="105622" y="17014"/>
                    <a:pt x="105123" y="18485"/>
                    <a:pt x="104623" y="20692"/>
                  </a:cubicBezTo>
                  <a:lnTo>
                    <a:pt x="90395" y="76591"/>
                  </a:lnTo>
                  <a:cubicBezTo>
                    <a:pt x="85153" y="68500"/>
                    <a:pt x="76666" y="62126"/>
                    <a:pt x="64684" y="62126"/>
                  </a:cubicBezTo>
                  <a:cubicBezTo>
                    <a:pt x="32733" y="62126"/>
                    <a:pt x="282" y="96695"/>
                    <a:pt x="282" y="132000"/>
                  </a:cubicBezTo>
                  <a:cubicBezTo>
                    <a:pt x="282" y="155781"/>
                    <a:pt x="16507" y="172698"/>
                    <a:pt x="37975" y="172698"/>
                  </a:cubicBezTo>
                  <a:cubicBezTo>
                    <a:pt x="51454" y="172698"/>
                    <a:pt x="63436" y="165098"/>
                    <a:pt x="73421" y="155536"/>
                  </a:cubicBezTo>
                  <a:cubicBezTo>
                    <a:pt x="78164" y="170246"/>
                    <a:pt x="92642" y="172698"/>
                    <a:pt x="99132" y="172698"/>
                  </a:cubicBezTo>
                  <a:cubicBezTo>
                    <a:pt x="108118" y="172698"/>
                    <a:pt x="114359" y="167304"/>
                    <a:pt x="118852" y="159704"/>
                  </a:cubicBezTo>
                  <a:cubicBezTo>
                    <a:pt x="124344" y="150142"/>
                    <a:pt x="127589" y="136168"/>
                    <a:pt x="127589" y="135187"/>
                  </a:cubicBezTo>
                  <a:cubicBezTo>
                    <a:pt x="127589" y="132000"/>
                    <a:pt x="124344" y="132000"/>
                    <a:pt x="123595" y="132000"/>
                  </a:cubicBezTo>
                  <a:cubicBezTo>
                    <a:pt x="120100" y="132000"/>
                    <a:pt x="119850" y="132980"/>
                    <a:pt x="118103" y="139600"/>
                  </a:cubicBezTo>
                  <a:cubicBezTo>
                    <a:pt x="115108" y="151368"/>
                    <a:pt x="110365" y="165833"/>
                    <a:pt x="99881" y="165833"/>
                  </a:cubicBezTo>
                  <a:cubicBezTo>
                    <a:pt x="93391" y="165833"/>
                    <a:pt x="91643" y="160440"/>
                    <a:pt x="91643" y="153820"/>
                  </a:cubicBezTo>
                  <a:cubicBezTo>
                    <a:pt x="91643" y="149162"/>
                    <a:pt x="92142" y="146955"/>
                    <a:pt x="92891" y="143768"/>
                  </a:cubicBezTo>
                  <a:lnTo>
                    <a:pt x="127589" y="7452"/>
                  </a:lnTo>
                  <a:close/>
                  <a:moveTo>
                    <a:pt x="74419" y="139600"/>
                  </a:moveTo>
                  <a:cubicBezTo>
                    <a:pt x="72672" y="146465"/>
                    <a:pt x="67180" y="151368"/>
                    <a:pt x="61689" y="156026"/>
                  </a:cubicBezTo>
                  <a:cubicBezTo>
                    <a:pt x="59442" y="157988"/>
                    <a:pt x="49457" y="165833"/>
                    <a:pt x="38723" y="165833"/>
                  </a:cubicBezTo>
                  <a:cubicBezTo>
                    <a:pt x="29487" y="165833"/>
                    <a:pt x="20501" y="159459"/>
                    <a:pt x="20501" y="142052"/>
                  </a:cubicBezTo>
                  <a:cubicBezTo>
                    <a:pt x="20501" y="129058"/>
                    <a:pt x="27740" y="102089"/>
                    <a:pt x="33481" y="92282"/>
                  </a:cubicBezTo>
                  <a:cubicBezTo>
                    <a:pt x="44964" y="72668"/>
                    <a:pt x="57695" y="68990"/>
                    <a:pt x="64684" y="68990"/>
                  </a:cubicBezTo>
                  <a:cubicBezTo>
                    <a:pt x="82158" y="68990"/>
                    <a:pt x="86900" y="87623"/>
                    <a:pt x="86900" y="90320"/>
                  </a:cubicBezTo>
                  <a:cubicBezTo>
                    <a:pt x="86900" y="91301"/>
                    <a:pt x="86401" y="93017"/>
                    <a:pt x="86152" y="93753"/>
                  </a:cubicBezTo>
                  <a:lnTo>
                    <a:pt x="74419" y="139600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DCE4F8A4-BEA1-3419-FE16-3C32ABEB7E24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3003622" y="8335726"/>
              <a:ext cx="73281" cy="116631"/>
            </a:xfrm>
            <a:custGeom>
              <a:avLst/>
              <a:gdLst>
                <a:gd name="connsiteX0" fmla="*/ 45753 w 73281"/>
                <a:gd name="connsiteY0" fmla="*/ 5352 h 116631"/>
                <a:gd name="connsiteX1" fmla="*/ 39334 w 73281"/>
                <a:gd name="connsiteY1" fmla="*/ 98 h 116631"/>
                <a:gd name="connsiteX2" fmla="*/ 3317 w 73281"/>
                <a:gd name="connsiteY2" fmla="*/ 11306 h 116631"/>
                <a:gd name="connsiteX3" fmla="*/ 286 w 73281"/>
                <a:gd name="connsiteY3" fmla="*/ 11306 h 116631"/>
                <a:gd name="connsiteX4" fmla="*/ 286 w 73281"/>
                <a:gd name="connsiteY4" fmla="*/ 19011 h 116631"/>
                <a:gd name="connsiteX5" fmla="*/ 3317 w 73281"/>
                <a:gd name="connsiteY5" fmla="*/ 19011 h 116631"/>
                <a:gd name="connsiteX6" fmla="*/ 29349 w 73281"/>
                <a:gd name="connsiteY6" fmla="*/ 14108 h 116631"/>
                <a:gd name="connsiteX7" fmla="*/ 29349 w 73281"/>
                <a:gd name="connsiteY7" fmla="*/ 101669 h 116631"/>
                <a:gd name="connsiteX8" fmla="*/ 10449 w 73281"/>
                <a:gd name="connsiteY8" fmla="*/ 109024 h 116631"/>
                <a:gd name="connsiteX9" fmla="*/ 1534 w 73281"/>
                <a:gd name="connsiteY9" fmla="*/ 109024 h 116631"/>
                <a:gd name="connsiteX10" fmla="*/ 1534 w 73281"/>
                <a:gd name="connsiteY10" fmla="*/ 116730 h 116631"/>
                <a:gd name="connsiteX11" fmla="*/ 37551 w 73281"/>
                <a:gd name="connsiteY11" fmla="*/ 116029 h 116631"/>
                <a:gd name="connsiteX12" fmla="*/ 73568 w 73281"/>
                <a:gd name="connsiteY12" fmla="*/ 116730 h 116631"/>
                <a:gd name="connsiteX13" fmla="*/ 73568 w 73281"/>
                <a:gd name="connsiteY13" fmla="*/ 109024 h 116631"/>
                <a:gd name="connsiteX14" fmla="*/ 64653 w 73281"/>
                <a:gd name="connsiteY14" fmla="*/ 109024 h 116631"/>
                <a:gd name="connsiteX15" fmla="*/ 45753 w 73281"/>
                <a:gd name="connsiteY15" fmla="*/ 101669 h 116631"/>
                <a:gd name="connsiteX16" fmla="*/ 45753 w 73281"/>
                <a:gd name="connsiteY16" fmla="*/ 5352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281" h="116631">
                  <a:moveTo>
                    <a:pt x="45753" y="5352"/>
                  </a:moveTo>
                  <a:cubicBezTo>
                    <a:pt x="45753" y="98"/>
                    <a:pt x="45218" y="98"/>
                    <a:pt x="39334" y="98"/>
                  </a:cubicBezTo>
                  <a:cubicBezTo>
                    <a:pt x="26674" y="11306"/>
                    <a:pt x="6883" y="11306"/>
                    <a:pt x="3317" y="11306"/>
                  </a:cubicBezTo>
                  <a:lnTo>
                    <a:pt x="286" y="11306"/>
                  </a:lnTo>
                  <a:lnTo>
                    <a:pt x="286" y="19011"/>
                  </a:lnTo>
                  <a:lnTo>
                    <a:pt x="3317" y="19011"/>
                  </a:lnTo>
                  <a:cubicBezTo>
                    <a:pt x="7418" y="19011"/>
                    <a:pt x="19008" y="18486"/>
                    <a:pt x="29349" y="14108"/>
                  </a:cubicBezTo>
                  <a:lnTo>
                    <a:pt x="29349" y="101669"/>
                  </a:lnTo>
                  <a:cubicBezTo>
                    <a:pt x="29349" y="107098"/>
                    <a:pt x="29349" y="109024"/>
                    <a:pt x="10449" y="109024"/>
                  </a:cubicBezTo>
                  <a:lnTo>
                    <a:pt x="1534" y="109024"/>
                  </a:lnTo>
                  <a:lnTo>
                    <a:pt x="1534" y="116730"/>
                  </a:lnTo>
                  <a:cubicBezTo>
                    <a:pt x="11341" y="116029"/>
                    <a:pt x="27209" y="116029"/>
                    <a:pt x="37551" y="116029"/>
                  </a:cubicBezTo>
                  <a:cubicBezTo>
                    <a:pt x="47892" y="116029"/>
                    <a:pt x="63761" y="116029"/>
                    <a:pt x="73568" y="116730"/>
                  </a:cubicBezTo>
                  <a:lnTo>
                    <a:pt x="73568" y="109024"/>
                  </a:lnTo>
                  <a:lnTo>
                    <a:pt x="64653" y="109024"/>
                  </a:lnTo>
                  <a:cubicBezTo>
                    <a:pt x="45753" y="109024"/>
                    <a:pt x="45753" y="107098"/>
                    <a:pt x="45753" y="101669"/>
                  </a:cubicBezTo>
                  <a:lnTo>
                    <a:pt x="45753" y="5352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A445D178-0206-C4AC-FCD8-BA962DB7C438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9054928" y="8902738"/>
              <a:ext cx="290987" cy="243070"/>
            </a:xfrm>
            <a:custGeom>
              <a:avLst/>
              <a:gdLst>
                <a:gd name="connsiteX0" fmla="*/ 254790 w 290987"/>
                <a:gd name="connsiteY0" fmla="*/ 24285 h 243070"/>
                <a:gd name="connsiteX1" fmla="*/ 284388 w 290987"/>
                <a:gd name="connsiteY1" fmla="*/ 16579 h 243070"/>
                <a:gd name="connsiteX2" fmla="*/ 291163 w 290987"/>
                <a:gd name="connsiteY2" fmla="*/ 16579 h 243070"/>
                <a:gd name="connsiteX3" fmla="*/ 291163 w 290987"/>
                <a:gd name="connsiteY3" fmla="*/ 118 h 243070"/>
                <a:gd name="connsiteX4" fmla="*/ 250867 w 290987"/>
                <a:gd name="connsiteY4" fmla="*/ 1168 h 243070"/>
                <a:gd name="connsiteX5" fmla="*/ 204152 w 290987"/>
                <a:gd name="connsiteY5" fmla="*/ 118 h 243070"/>
                <a:gd name="connsiteX6" fmla="*/ 204152 w 290987"/>
                <a:gd name="connsiteY6" fmla="*/ 16579 h 243070"/>
                <a:gd name="connsiteX7" fmla="*/ 235533 w 290987"/>
                <a:gd name="connsiteY7" fmla="*/ 20782 h 243070"/>
                <a:gd name="connsiteX8" fmla="*/ 234107 w 290987"/>
                <a:gd name="connsiteY8" fmla="*/ 24985 h 243070"/>
                <a:gd name="connsiteX9" fmla="*/ 162073 w 290987"/>
                <a:gd name="connsiteY9" fmla="*/ 184347 h 243070"/>
                <a:gd name="connsiteX10" fmla="*/ 86117 w 290987"/>
                <a:gd name="connsiteY10" fmla="*/ 16579 h 243070"/>
                <a:gd name="connsiteX11" fmla="*/ 119638 w 290987"/>
                <a:gd name="connsiteY11" fmla="*/ 16579 h 243070"/>
                <a:gd name="connsiteX12" fmla="*/ 119638 w 290987"/>
                <a:gd name="connsiteY12" fmla="*/ 118 h 243070"/>
                <a:gd name="connsiteX13" fmla="*/ 56519 w 290987"/>
                <a:gd name="connsiteY13" fmla="*/ 1168 h 243070"/>
                <a:gd name="connsiteX14" fmla="*/ 176 w 290987"/>
                <a:gd name="connsiteY14" fmla="*/ 118 h 243070"/>
                <a:gd name="connsiteX15" fmla="*/ 176 w 290987"/>
                <a:gd name="connsiteY15" fmla="*/ 16579 h 243070"/>
                <a:gd name="connsiteX16" fmla="*/ 32983 w 290987"/>
                <a:gd name="connsiteY16" fmla="*/ 16579 h 243070"/>
                <a:gd name="connsiteX17" fmla="*/ 131406 w 290987"/>
                <a:gd name="connsiteY17" fmla="*/ 234082 h 243070"/>
                <a:gd name="connsiteX18" fmla="*/ 145670 w 290987"/>
                <a:gd name="connsiteY18" fmla="*/ 243188 h 243070"/>
                <a:gd name="connsiteX19" fmla="*/ 159934 w 290987"/>
                <a:gd name="connsiteY19" fmla="*/ 234782 h 243070"/>
                <a:gd name="connsiteX20" fmla="*/ 254790 w 290987"/>
                <a:gd name="connsiteY20" fmla="*/ 24285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90987" h="243070">
                  <a:moveTo>
                    <a:pt x="254790" y="24285"/>
                  </a:moveTo>
                  <a:cubicBezTo>
                    <a:pt x="256929" y="19732"/>
                    <a:pt x="258356" y="16579"/>
                    <a:pt x="284388" y="16579"/>
                  </a:cubicBezTo>
                  <a:lnTo>
                    <a:pt x="291163" y="16579"/>
                  </a:lnTo>
                  <a:lnTo>
                    <a:pt x="291163" y="118"/>
                  </a:lnTo>
                  <a:cubicBezTo>
                    <a:pt x="277612" y="468"/>
                    <a:pt x="260495" y="1168"/>
                    <a:pt x="250867" y="1168"/>
                  </a:cubicBezTo>
                  <a:cubicBezTo>
                    <a:pt x="236603" y="1168"/>
                    <a:pt x="218060" y="1168"/>
                    <a:pt x="204152" y="118"/>
                  </a:cubicBezTo>
                  <a:lnTo>
                    <a:pt x="204152" y="16579"/>
                  </a:lnTo>
                  <a:cubicBezTo>
                    <a:pt x="207362" y="16579"/>
                    <a:pt x="235533" y="16579"/>
                    <a:pt x="235533" y="20782"/>
                  </a:cubicBezTo>
                  <a:cubicBezTo>
                    <a:pt x="235533" y="22183"/>
                    <a:pt x="234463" y="23934"/>
                    <a:pt x="234107" y="24985"/>
                  </a:cubicBezTo>
                  <a:lnTo>
                    <a:pt x="162073" y="184347"/>
                  </a:lnTo>
                  <a:lnTo>
                    <a:pt x="86117" y="16579"/>
                  </a:lnTo>
                  <a:lnTo>
                    <a:pt x="119638" y="16579"/>
                  </a:lnTo>
                  <a:lnTo>
                    <a:pt x="119638" y="118"/>
                  </a:lnTo>
                  <a:cubicBezTo>
                    <a:pt x="106087" y="1168"/>
                    <a:pt x="71853" y="1168"/>
                    <a:pt x="56519" y="1168"/>
                  </a:cubicBezTo>
                  <a:cubicBezTo>
                    <a:pt x="42612" y="1168"/>
                    <a:pt x="12657" y="1168"/>
                    <a:pt x="176" y="118"/>
                  </a:cubicBezTo>
                  <a:lnTo>
                    <a:pt x="176" y="16579"/>
                  </a:lnTo>
                  <a:lnTo>
                    <a:pt x="32983" y="16579"/>
                  </a:lnTo>
                  <a:lnTo>
                    <a:pt x="131406" y="234082"/>
                  </a:lnTo>
                  <a:cubicBezTo>
                    <a:pt x="134258" y="240386"/>
                    <a:pt x="135685" y="243188"/>
                    <a:pt x="145670" y="243188"/>
                  </a:cubicBezTo>
                  <a:cubicBezTo>
                    <a:pt x="151375" y="243188"/>
                    <a:pt x="156011" y="243188"/>
                    <a:pt x="159934" y="234782"/>
                  </a:cubicBezTo>
                  <a:lnTo>
                    <a:pt x="254790" y="2428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FA0196B-8E1F-D306-9208-DEA2288118FD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9480420" y="9014467"/>
              <a:ext cx="237140" cy="81957"/>
            </a:xfrm>
            <a:custGeom>
              <a:avLst/>
              <a:gdLst>
                <a:gd name="connsiteX0" fmla="*/ 225203 w 237140"/>
                <a:gd name="connsiteY0" fmla="*/ 14128 h 81957"/>
                <a:gd name="connsiteX1" fmla="*/ 237328 w 237140"/>
                <a:gd name="connsiteY1" fmla="*/ 7123 h 81957"/>
                <a:gd name="connsiteX2" fmla="*/ 225560 w 237140"/>
                <a:gd name="connsiteY2" fmla="*/ 118 h 81957"/>
                <a:gd name="connsiteX3" fmla="*/ 11956 w 237140"/>
                <a:gd name="connsiteY3" fmla="*/ 118 h 81957"/>
                <a:gd name="connsiteX4" fmla="*/ 188 w 237140"/>
                <a:gd name="connsiteY4" fmla="*/ 7123 h 81957"/>
                <a:gd name="connsiteX5" fmla="*/ 12312 w 237140"/>
                <a:gd name="connsiteY5" fmla="*/ 14128 h 81957"/>
                <a:gd name="connsiteX6" fmla="*/ 225203 w 237140"/>
                <a:gd name="connsiteY6" fmla="*/ 14128 h 81957"/>
                <a:gd name="connsiteX7" fmla="*/ 225560 w 237140"/>
                <a:gd name="connsiteY7" fmla="*/ 82075 h 81957"/>
                <a:gd name="connsiteX8" fmla="*/ 237328 w 237140"/>
                <a:gd name="connsiteY8" fmla="*/ 75070 h 81957"/>
                <a:gd name="connsiteX9" fmla="*/ 225203 w 237140"/>
                <a:gd name="connsiteY9" fmla="*/ 68065 h 81957"/>
                <a:gd name="connsiteX10" fmla="*/ 12312 w 237140"/>
                <a:gd name="connsiteY10" fmla="*/ 68065 h 81957"/>
                <a:gd name="connsiteX11" fmla="*/ 188 w 237140"/>
                <a:gd name="connsiteY11" fmla="*/ 75070 h 81957"/>
                <a:gd name="connsiteX12" fmla="*/ 11956 w 237140"/>
                <a:gd name="connsiteY12" fmla="*/ 82075 h 81957"/>
                <a:gd name="connsiteX13" fmla="*/ 225560 w 237140"/>
                <a:gd name="connsiteY13" fmla="*/ 82075 h 8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140" h="81957">
                  <a:moveTo>
                    <a:pt x="225203" y="14128"/>
                  </a:moveTo>
                  <a:cubicBezTo>
                    <a:pt x="230552" y="14128"/>
                    <a:pt x="237328" y="14128"/>
                    <a:pt x="237328" y="7123"/>
                  </a:cubicBezTo>
                  <a:cubicBezTo>
                    <a:pt x="237328" y="118"/>
                    <a:pt x="230552" y="118"/>
                    <a:pt x="225560" y="118"/>
                  </a:cubicBezTo>
                  <a:lnTo>
                    <a:pt x="11956" y="118"/>
                  </a:lnTo>
                  <a:cubicBezTo>
                    <a:pt x="6963" y="118"/>
                    <a:pt x="188" y="118"/>
                    <a:pt x="188" y="7123"/>
                  </a:cubicBezTo>
                  <a:cubicBezTo>
                    <a:pt x="188" y="14128"/>
                    <a:pt x="6963" y="14128"/>
                    <a:pt x="12312" y="14128"/>
                  </a:cubicBezTo>
                  <a:lnTo>
                    <a:pt x="225203" y="14128"/>
                  </a:lnTo>
                  <a:close/>
                  <a:moveTo>
                    <a:pt x="225560" y="82075"/>
                  </a:moveTo>
                  <a:cubicBezTo>
                    <a:pt x="230552" y="82075"/>
                    <a:pt x="237328" y="82075"/>
                    <a:pt x="237328" y="75070"/>
                  </a:cubicBezTo>
                  <a:cubicBezTo>
                    <a:pt x="237328" y="68065"/>
                    <a:pt x="230552" y="68065"/>
                    <a:pt x="225203" y="68065"/>
                  </a:cubicBezTo>
                  <a:lnTo>
                    <a:pt x="12312" y="68065"/>
                  </a:lnTo>
                  <a:cubicBezTo>
                    <a:pt x="6963" y="68065"/>
                    <a:pt x="188" y="68065"/>
                    <a:pt x="188" y="75070"/>
                  </a:cubicBezTo>
                  <a:cubicBezTo>
                    <a:pt x="188" y="82075"/>
                    <a:pt x="6963" y="82075"/>
                    <a:pt x="11956" y="82075"/>
                  </a:cubicBezTo>
                  <a:lnTo>
                    <a:pt x="225560" y="8207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1AD9D114-CAB0-611C-4946-D6746A2BB8B0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9845420" y="8902738"/>
              <a:ext cx="406526" cy="243070"/>
            </a:xfrm>
            <a:custGeom>
              <a:avLst/>
              <a:gdLst>
                <a:gd name="connsiteX0" fmla="*/ 372847 w 406526"/>
                <a:gd name="connsiteY0" fmla="*/ 24985 h 243070"/>
                <a:gd name="connsiteX1" fmla="*/ 386398 w 406526"/>
                <a:gd name="connsiteY1" fmla="*/ 17280 h 243070"/>
                <a:gd name="connsiteX2" fmla="*/ 406724 w 406526"/>
                <a:gd name="connsiteY2" fmla="*/ 16579 h 243070"/>
                <a:gd name="connsiteX3" fmla="*/ 406724 w 406526"/>
                <a:gd name="connsiteY3" fmla="*/ 118 h 243070"/>
                <a:gd name="connsiteX4" fmla="*/ 368568 w 406526"/>
                <a:gd name="connsiteY4" fmla="*/ 1168 h 243070"/>
                <a:gd name="connsiteX5" fmla="*/ 320070 w 406526"/>
                <a:gd name="connsiteY5" fmla="*/ 118 h 243070"/>
                <a:gd name="connsiteX6" fmla="*/ 320070 w 406526"/>
                <a:gd name="connsiteY6" fmla="*/ 16579 h 243070"/>
                <a:gd name="connsiteX7" fmla="*/ 356443 w 406526"/>
                <a:gd name="connsiteY7" fmla="*/ 20432 h 243070"/>
                <a:gd name="connsiteX8" fmla="*/ 295108 w 406526"/>
                <a:gd name="connsiteY8" fmla="*/ 176992 h 243070"/>
                <a:gd name="connsiteX9" fmla="*/ 231989 w 406526"/>
                <a:gd name="connsiteY9" fmla="*/ 16579 h 243070"/>
                <a:gd name="connsiteX10" fmla="*/ 266223 w 406526"/>
                <a:gd name="connsiteY10" fmla="*/ 16579 h 243070"/>
                <a:gd name="connsiteX11" fmla="*/ 266223 w 406526"/>
                <a:gd name="connsiteY11" fmla="*/ 118 h 243070"/>
                <a:gd name="connsiteX12" fmla="*/ 203818 w 406526"/>
                <a:gd name="connsiteY12" fmla="*/ 1168 h 243070"/>
                <a:gd name="connsiteX13" fmla="*/ 149258 w 406526"/>
                <a:gd name="connsiteY13" fmla="*/ 118 h 243070"/>
                <a:gd name="connsiteX14" fmla="*/ 149258 w 406526"/>
                <a:gd name="connsiteY14" fmla="*/ 16579 h 243070"/>
                <a:gd name="connsiteX15" fmla="*/ 179926 w 406526"/>
                <a:gd name="connsiteY15" fmla="*/ 16579 h 243070"/>
                <a:gd name="connsiteX16" fmla="*/ 194546 w 406526"/>
                <a:gd name="connsiteY16" fmla="*/ 53705 h 243070"/>
                <a:gd name="connsiteX17" fmla="*/ 146048 w 406526"/>
                <a:gd name="connsiteY17" fmla="*/ 176992 h 243070"/>
                <a:gd name="connsiteX18" fmla="*/ 82930 w 406526"/>
                <a:gd name="connsiteY18" fmla="*/ 16579 h 243070"/>
                <a:gd name="connsiteX19" fmla="*/ 117164 w 406526"/>
                <a:gd name="connsiteY19" fmla="*/ 16579 h 243070"/>
                <a:gd name="connsiteX20" fmla="*/ 117164 w 406526"/>
                <a:gd name="connsiteY20" fmla="*/ 118 h 243070"/>
                <a:gd name="connsiteX21" fmla="*/ 54758 w 406526"/>
                <a:gd name="connsiteY21" fmla="*/ 1168 h 243070"/>
                <a:gd name="connsiteX22" fmla="*/ 198 w 406526"/>
                <a:gd name="connsiteY22" fmla="*/ 118 h 243070"/>
                <a:gd name="connsiteX23" fmla="*/ 198 w 406526"/>
                <a:gd name="connsiteY23" fmla="*/ 16579 h 243070"/>
                <a:gd name="connsiteX24" fmla="*/ 30866 w 406526"/>
                <a:gd name="connsiteY24" fmla="*/ 16579 h 243070"/>
                <a:gd name="connsiteX25" fmla="*/ 116450 w 406526"/>
                <a:gd name="connsiteY25" fmla="*/ 234082 h 243070"/>
                <a:gd name="connsiteX26" fmla="*/ 128931 w 406526"/>
                <a:gd name="connsiteY26" fmla="*/ 243188 h 243070"/>
                <a:gd name="connsiteX27" fmla="*/ 141413 w 406526"/>
                <a:gd name="connsiteY27" fmla="*/ 234082 h 243070"/>
                <a:gd name="connsiteX28" fmla="*/ 203461 w 406526"/>
                <a:gd name="connsiteY28" fmla="*/ 76471 h 243070"/>
                <a:gd name="connsiteX29" fmla="*/ 265510 w 406526"/>
                <a:gd name="connsiteY29" fmla="*/ 234082 h 243070"/>
                <a:gd name="connsiteX30" fmla="*/ 277991 w 406526"/>
                <a:gd name="connsiteY30" fmla="*/ 243188 h 243070"/>
                <a:gd name="connsiteX31" fmla="*/ 290472 w 406526"/>
                <a:gd name="connsiteY31" fmla="*/ 234082 h 243070"/>
                <a:gd name="connsiteX32" fmla="*/ 372847 w 406526"/>
                <a:gd name="connsiteY32" fmla="*/ 24985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47" y="24985"/>
                  </a:moveTo>
                  <a:cubicBezTo>
                    <a:pt x="374987" y="19031"/>
                    <a:pt x="375343" y="18330"/>
                    <a:pt x="386398" y="17280"/>
                  </a:cubicBezTo>
                  <a:cubicBezTo>
                    <a:pt x="393530" y="16579"/>
                    <a:pt x="401019" y="16579"/>
                    <a:pt x="406724" y="16579"/>
                  </a:cubicBezTo>
                  <a:lnTo>
                    <a:pt x="406724" y="118"/>
                  </a:lnTo>
                  <a:cubicBezTo>
                    <a:pt x="397096" y="468"/>
                    <a:pt x="384615" y="1168"/>
                    <a:pt x="368568" y="1168"/>
                  </a:cubicBezTo>
                  <a:cubicBezTo>
                    <a:pt x="355017" y="1168"/>
                    <a:pt x="332908" y="1168"/>
                    <a:pt x="320070" y="118"/>
                  </a:cubicBezTo>
                  <a:lnTo>
                    <a:pt x="320070" y="16579"/>
                  </a:lnTo>
                  <a:cubicBezTo>
                    <a:pt x="328985" y="16579"/>
                    <a:pt x="346102" y="16579"/>
                    <a:pt x="356443" y="20432"/>
                  </a:cubicBezTo>
                  <a:lnTo>
                    <a:pt x="295108" y="176992"/>
                  </a:lnTo>
                  <a:lnTo>
                    <a:pt x="231989" y="16579"/>
                  </a:lnTo>
                  <a:lnTo>
                    <a:pt x="266223" y="16579"/>
                  </a:lnTo>
                  <a:lnTo>
                    <a:pt x="266223" y="118"/>
                  </a:lnTo>
                  <a:cubicBezTo>
                    <a:pt x="252672" y="1168"/>
                    <a:pt x="219152" y="1168"/>
                    <a:pt x="203818" y="1168"/>
                  </a:cubicBezTo>
                  <a:cubicBezTo>
                    <a:pt x="189910" y="1168"/>
                    <a:pt x="161739" y="1168"/>
                    <a:pt x="149258" y="118"/>
                  </a:cubicBezTo>
                  <a:lnTo>
                    <a:pt x="149258" y="16579"/>
                  </a:lnTo>
                  <a:lnTo>
                    <a:pt x="179926" y="16579"/>
                  </a:lnTo>
                  <a:lnTo>
                    <a:pt x="194546" y="53705"/>
                  </a:lnTo>
                  <a:lnTo>
                    <a:pt x="146048" y="176992"/>
                  </a:lnTo>
                  <a:lnTo>
                    <a:pt x="82930" y="16579"/>
                  </a:lnTo>
                  <a:lnTo>
                    <a:pt x="117164" y="16579"/>
                  </a:lnTo>
                  <a:lnTo>
                    <a:pt x="117164" y="118"/>
                  </a:lnTo>
                  <a:cubicBezTo>
                    <a:pt x="103613" y="1168"/>
                    <a:pt x="70092" y="1168"/>
                    <a:pt x="54758" y="1168"/>
                  </a:cubicBezTo>
                  <a:cubicBezTo>
                    <a:pt x="40851" y="1168"/>
                    <a:pt x="12679" y="1168"/>
                    <a:pt x="198" y="118"/>
                  </a:cubicBezTo>
                  <a:lnTo>
                    <a:pt x="198" y="16579"/>
                  </a:lnTo>
                  <a:lnTo>
                    <a:pt x="30866" y="16579"/>
                  </a:lnTo>
                  <a:lnTo>
                    <a:pt x="116450" y="234082"/>
                  </a:lnTo>
                  <a:cubicBezTo>
                    <a:pt x="118590" y="239686"/>
                    <a:pt x="120016" y="243188"/>
                    <a:pt x="128931" y="243188"/>
                  </a:cubicBezTo>
                  <a:cubicBezTo>
                    <a:pt x="137847" y="243188"/>
                    <a:pt x="139273" y="239686"/>
                    <a:pt x="141413" y="234082"/>
                  </a:cubicBezTo>
                  <a:lnTo>
                    <a:pt x="203461" y="76471"/>
                  </a:lnTo>
                  <a:lnTo>
                    <a:pt x="265510" y="234082"/>
                  </a:lnTo>
                  <a:cubicBezTo>
                    <a:pt x="267650" y="239686"/>
                    <a:pt x="269076" y="243188"/>
                    <a:pt x="277991" y="243188"/>
                  </a:cubicBezTo>
                  <a:cubicBezTo>
                    <a:pt x="286906" y="243188"/>
                    <a:pt x="288333" y="239686"/>
                    <a:pt x="290472" y="234082"/>
                  </a:cubicBezTo>
                  <a:lnTo>
                    <a:pt x="372847" y="2498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C839E8B3-CAB4-71C1-51F7-D79B530372CA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0272552" y="9087177"/>
              <a:ext cx="121565" cy="110817"/>
            </a:xfrm>
            <a:custGeom>
              <a:avLst/>
              <a:gdLst>
                <a:gd name="connsiteX0" fmla="*/ 121776 w 121565"/>
                <a:gd name="connsiteY0" fmla="*/ 19488 h 110817"/>
                <a:gd name="connsiteX1" fmla="*/ 109295 w 121565"/>
                <a:gd name="connsiteY1" fmla="*/ 119 h 110817"/>
                <a:gd name="connsiteX2" fmla="*/ 95815 w 121565"/>
                <a:gd name="connsiteY2" fmla="*/ 13113 h 110817"/>
                <a:gd name="connsiteX3" fmla="*/ 100059 w 121565"/>
                <a:gd name="connsiteY3" fmla="*/ 20714 h 110817"/>
                <a:gd name="connsiteX4" fmla="*/ 109295 w 121565"/>
                <a:gd name="connsiteY4" fmla="*/ 40327 h 110817"/>
                <a:gd name="connsiteX5" fmla="*/ 63115 w 121565"/>
                <a:gd name="connsiteY5" fmla="*/ 104072 h 110817"/>
                <a:gd name="connsiteX6" fmla="*/ 42895 w 121565"/>
                <a:gd name="connsiteY6" fmla="*/ 82252 h 110817"/>
                <a:gd name="connsiteX7" fmla="*/ 56624 w 121565"/>
                <a:gd name="connsiteY7" fmla="*/ 34443 h 110817"/>
                <a:gd name="connsiteX8" fmla="*/ 60119 w 121565"/>
                <a:gd name="connsiteY8" fmla="*/ 21449 h 110817"/>
                <a:gd name="connsiteX9" fmla="*/ 36405 w 121565"/>
                <a:gd name="connsiteY9" fmla="*/ 364 h 110817"/>
                <a:gd name="connsiteX10" fmla="*/ 210 w 121565"/>
                <a:gd name="connsiteY10" fmla="*/ 37876 h 110817"/>
                <a:gd name="connsiteX11" fmla="*/ 4454 w 121565"/>
                <a:gd name="connsiteY11" fmla="*/ 41063 h 110817"/>
                <a:gd name="connsiteX12" fmla="*/ 8947 w 121565"/>
                <a:gd name="connsiteY12" fmla="*/ 37140 h 110817"/>
                <a:gd name="connsiteX13" fmla="*/ 35656 w 121565"/>
                <a:gd name="connsiteY13" fmla="*/ 7229 h 110817"/>
                <a:gd name="connsiteX14" fmla="*/ 41897 w 121565"/>
                <a:gd name="connsiteY14" fmla="*/ 15810 h 110817"/>
                <a:gd name="connsiteX15" fmla="*/ 37404 w 121565"/>
                <a:gd name="connsiteY15" fmla="*/ 32237 h 110817"/>
                <a:gd name="connsiteX16" fmla="*/ 23924 w 121565"/>
                <a:gd name="connsiteY16" fmla="*/ 78819 h 110817"/>
                <a:gd name="connsiteX17" fmla="*/ 62366 w 121565"/>
                <a:gd name="connsiteY17" fmla="*/ 110937 h 110817"/>
                <a:gd name="connsiteX18" fmla="*/ 121776 w 121565"/>
                <a:gd name="connsiteY18" fmla="*/ 19488 h 11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1565" h="110817">
                  <a:moveTo>
                    <a:pt x="121776" y="19488"/>
                  </a:moveTo>
                  <a:cubicBezTo>
                    <a:pt x="121776" y="364"/>
                    <a:pt x="110043" y="119"/>
                    <a:pt x="109295" y="119"/>
                  </a:cubicBezTo>
                  <a:cubicBezTo>
                    <a:pt x="102804" y="119"/>
                    <a:pt x="95815" y="6739"/>
                    <a:pt x="95815" y="13113"/>
                  </a:cubicBezTo>
                  <a:cubicBezTo>
                    <a:pt x="95815" y="17281"/>
                    <a:pt x="98311" y="19243"/>
                    <a:pt x="100059" y="20714"/>
                  </a:cubicBezTo>
                  <a:cubicBezTo>
                    <a:pt x="104302" y="24146"/>
                    <a:pt x="109295" y="30521"/>
                    <a:pt x="109295" y="40327"/>
                  </a:cubicBezTo>
                  <a:cubicBezTo>
                    <a:pt x="109295" y="51360"/>
                    <a:pt x="92820" y="104072"/>
                    <a:pt x="63115" y="104072"/>
                  </a:cubicBezTo>
                  <a:cubicBezTo>
                    <a:pt x="42895" y="104072"/>
                    <a:pt x="42895" y="86420"/>
                    <a:pt x="42895" y="82252"/>
                  </a:cubicBezTo>
                  <a:cubicBezTo>
                    <a:pt x="42895" y="70974"/>
                    <a:pt x="47388" y="57244"/>
                    <a:pt x="56624" y="34443"/>
                  </a:cubicBezTo>
                  <a:cubicBezTo>
                    <a:pt x="58621" y="29295"/>
                    <a:pt x="60119" y="25617"/>
                    <a:pt x="60119" y="21449"/>
                  </a:cubicBezTo>
                  <a:cubicBezTo>
                    <a:pt x="60119" y="8700"/>
                    <a:pt x="49136" y="364"/>
                    <a:pt x="36405" y="364"/>
                  </a:cubicBezTo>
                  <a:cubicBezTo>
                    <a:pt x="11443" y="364"/>
                    <a:pt x="210" y="33953"/>
                    <a:pt x="210" y="37876"/>
                  </a:cubicBezTo>
                  <a:cubicBezTo>
                    <a:pt x="210" y="41063"/>
                    <a:pt x="3705" y="41063"/>
                    <a:pt x="4454" y="41063"/>
                  </a:cubicBezTo>
                  <a:cubicBezTo>
                    <a:pt x="7948" y="41063"/>
                    <a:pt x="8198" y="39837"/>
                    <a:pt x="8947" y="37140"/>
                  </a:cubicBezTo>
                  <a:cubicBezTo>
                    <a:pt x="14938" y="17036"/>
                    <a:pt x="25671" y="7229"/>
                    <a:pt x="35656" y="7229"/>
                  </a:cubicBezTo>
                  <a:cubicBezTo>
                    <a:pt x="39900" y="7229"/>
                    <a:pt x="41897" y="9926"/>
                    <a:pt x="41897" y="15810"/>
                  </a:cubicBezTo>
                  <a:cubicBezTo>
                    <a:pt x="41897" y="21449"/>
                    <a:pt x="39900" y="26598"/>
                    <a:pt x="37404" y="32237"/>
                  </a:cubicBezTo>
                  <a:cubicBezTo>
                    <a:pt x="26670" y="59451"/>
                    <a:pt x="23924" y="69993"/>
                    <a:pt x="23924" y="78819"/>
                  </a:cubicBezTo>
                  <a:cubicBezTo>
                    <a:pt x="23924" y="103091"/>
                    <a:pt x="43395" y="110937"/>
                    <a:pt x="62366" y="110937"/>
                  </a:cubicBezTo>
                  <a:cubicBezTo>
                    <a:pt x="104302" y="110937"/>
                    <a:pt x="121776" y="39592"/>
                    <a:pt x="121776" y="19488"/>
                  </a:cubicBez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F3BD97A-8E57-EB57-213F-31F78ED2DAB3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10444155" y="8904840"/>
              <a:ext cx="243915" cy="238167"/>
            </a:xfrm>
            <a:custGeom>
              <a:avLst/>
              <a:gdLst>
                <a:gd name="connsiteX0" fmla="*/ 244130 w 243915"/>
                <a:gd name="connsiteY0" fmla="*/ 142317 h 238167"/>
                <a:gd name="connsiteX1" fmla="*/ 227370 w 243915"/>
                <a:gd name="connsiteY1" fmla="*/ 142317 h 238167"/>
                <a:gd name="connsiteX2" fmla="*/ 143569 w 243915"/>
                <a:gd name="connsiteY2" fmla="*/ 221823 h 238167"/>
                <a:gd name="connsiteX3" fmla="*/ 89365 w 243915"/>
                <a:gd name="connsiteY3" fmla="*/ 221823 h 238167"/>
                <a:gd name="connsiteX4" fmla="*/ 89365 w 243915"/>
                <a:gd name="connsiteY4" fmla="*/ 123054 h 238167"/>
                <a:gd name="connsiteX5" fmla="*/ 108978 w 243915"/>
                <a:gd name="connsiteY5" fmla="*/ 123054 h 238167"/>
                <a:gd name="connsiteX6" fmla="*/ 146778 w 243915"/>
                <a:gd name="connsiteY6" fmla="*/ 164033 h 238167"/>
                <a:gd name="connsiteX7" fmla="*/ 163538 w 243915"/>
                <a:gd name="connsiteY7" fmla="*/ 164033 h 238167"/>
                <a:gd name="connsiteX8" fmla="*/ 163538 w 243915"/>
                <a:gd name="connsiteY8" fmla="*/ 65614 h 238167"/>
                <a:gd name="connsiteX9" fmla="*/ 146778 w 243915"/>
                <a:gd name="connsiteY9" fmla="*/ 65614 h 238167"/>
                <a:gd name="connsiteX10" fmla="*/ 108978 w 243915"/>
                <a:gd name="connsiteY10" fmla="*/ 106592 h 238167"/>
                <a:gd name="connsiteX11" fmla="*/ 89365 w 243915"/>
                <a:gd name="connsiteY11" fmla="*/ 106592 h 238167"/>
                <a:gd name="connsiteX12" fmla="*/ 89365 w 243915"/>
                <a:gd name="connsiteY12" fmla="*/ 16579 h 238167"/>
                <a:gd name="connsiteX13" fmla="*/ 143569 w 243915"/>
                <a:gd name="connsiteY13" fmla="*/ 16579 h 238167"/>
                <a:gd name="connsiteX14" fmla="*/ 215959 w 243915"/>
                <a:gd name="connsiteY14" fmla="*/ 84527 h 238167"/>
                <a:gd name="connsiteX15" fmla="*/ 232719 w 243915"/>
                <a:gd name="connsiteY15" fmla="*/ 84527 h 238167"/>
                <a:gd name="connsiteX16" fmla="*/ 221665 w 243915"/>
                <a:gd name="connsiteY16" fmla="*/ 118 h 238167"/>
                <a:gd name="connsiteX17" fmla="*/ 215 w 243915"/>
                <a:gd name="connsiteY17" fmla="*/ 118 h 238167"/>
                <a:gd name="connsiteX18" fmla="*/ 215 w 243915"/>
                <a:gd name="connsiteY18" fmla="*/ 16579 h 238167"/>
                <a:gd name="connsiteX19" fmla="*/ 38728 w 243915"/>
                <a:gd name="connsiteY19" fmla="*/ 16579 h 238167"/>
                <a:gd name="connsiteX20" fmla="*/ 38728 w 243915"/>
                <a:gd name="connsiteY20" fmla="*/ 221823 h 238167"/>
                <a:gd name="connsiteX21" fmla="*/ 215 w 243915"/>
                <a:gd name="connsiteY21" fmla="*/ 221823 h 238167"/>
                <a:gd name="connsiteX22" fmla="*/ 215 w 243915"/>
                <a:gd name="connsiteY22" fmla="*/ 238285 h 238167"/>
                <a:gd name="connsiteX23" fmla="*/ 227727 w 243915"/>
                <a:gd name="connsiteY23" fmla="*/ 238285 h 238167"/>
                <a:gd name="connsiteX24" fmla="*/ 244130 w 243915"/>
                <a:gd name="connsiteY24" fmla="*/ 142317 h 2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3915" h="238167">
                  <a:moveTo>
                    <a:pt x="244130" y="142317"/>
                  </a:moveTo>
                  <a:lnTo>
                    <a:pt x="227370" y="142317"/>
                  </a:lnTo>
                  <a:cubicBezTo>
                    <a:pt x="219525" y="190651"/>
                    <a:pt x="209540" y="221823"/>
                    <a:pt x="143569" y="221823"/>
                  </a:cubicBezTo>
                  <a:lnTo>
                    <a:pt x="89365" y="221823"/>
                  </a:lnTo>
                  <a:lnTo>
                    <a:pt x="89365" y="123054"/>
                  </a:lnTo>
                  <a:lnTo>
                    <a:pt x="108978" y="123054"/>
                  </a:lnTo>
                  <a:cubicBezTo>
                    <a:pt x="143212" y="123054"/>
                    <a:pt x="146778" y="138115"/>
                    <a:pt x="146778" y="164033"/>
                  </a:cubicBezTo>
                  <a:lnTo>
                    <a:pt x="163538" y="164033"/>
                  </a:lnTo>
                  <a:lnTo>
                    <a:pt x="163538" y="65614"/>
                  </a:lnTo>
                  <a:lnTo>
                    <a:pt x="146778" y="65614"/>
                  </a:lnTo>
                  <a:cubicBezTo>
                    <a:pt x="146778" y="91532"/>
                    <a:pt x="143569" y="106592"/>
                    <a:pt x="108978" y="106592"/>
                  </a:cubicBezTo>
                  <a:lnTo>
                    <a:pt x="89365" y="106592"/>
                  </a:lnTo>
                  <a:lnTo>
                    <a:pt x="89365" y="16579"/>
                  </a:lnTo>
                  <a:lnTo>
                    <a:pt x="143569" y="16579"/>
                  </a:lnTo>
                  <a:cubicBezTo>
                    <a:pt x="200982" y="16579"/>
                    <a:pt x="210253" y="42147"/>
                    <a:pt x="215959" y="84527"/>
                  </a:cubicBezTo>
                  <a:lnTo>
                    <a:pt x="232719" y="84527"/>
                  </a:lnTo>
                  <a:lnTo>
                    <a:pt x="221665" y="118"/>
                  </a:lnTo>
                  <a:lnTo>
                    <a:pt x="215" y="118"/>
                  </a:lnTo>
                  <a:lnTo>
                    <a:pt x="215" y="16579"/>
                  </a:lnTo>
                  <a:lnTo>
                    <a:pt x="38728" y="16579"/>
                  </a:lnTo>
                  <a:lnTo>
                    <a:pt x="38728" y="221823"/>
                  </a:lnTo>
                  <a:lnTo>
                    <a:pt x="215" y="221823"/>
                  </a:lnTo>
                  <a:lnTo>
                    <a:pt x="215" y="238285"/>
                  </a:lnTo>
                  <a:lnTo>
                    <a:pt x="227727" y="238285"/>
                  </a:lnTo>
                  <a:lnTo>
                    <a:pt x="244130" y="142317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CEA3703-E3AF-23FB-8B1C-11345B0F0141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11064840" y="8902738"/>
              <a:ext cx="406526" cy="243070"/>
            </a:xfrm>
            <a:custGeom>
              <a:avLst/>
              <a:gdLst>
                <a:gd name="connsiteX0" fmla="*/ 372881 w 406526"/>
                <a:gd name="connsiteY0" fmla="*/ 24985 h 243070"/>
                <a:gd name="connsiteX1" fmla="*/ 386432 w 406526"/>
                <a:gd name="connsiteY1" fmla="*/ 17280 h 243070"/>
                <a:gd name="connsiteX2" fmla="*/ 406758 w 406526"/>
                <a:gd name="connsiteY2" fmla="*/ 16579 h 243070"/>
                <a:gd name="connsiteX3" fmla="*/ 406758 w 406526"/>
                <a:gd name="connsiteY3" fmla="*/ 118 h 243070"/>
                <a:gd name="connsiteX4" fmla="*/ 368602 w 406526"/>
                <a:gd name="connsiteY4" fmla="*/ 1168 h 243070"/>
                <a:gd name="connsiteX5" fmla="*/ 320104 w 406526"/>
                <a:gd name="connsiteY5" fmla="*/ 118 h 243070"/>
                <a:gd name="connsiteX6" fmla="*/ 320104 w 406526"/>
                <a:gd name="connsiteY6" fmla="*/ 16579 h 243070"/>
                <a:gd name="connsiteX7" fmla="*/ 356478 w 406526"/>
                <a:gd name="connsiteY7" fmla="*/ 20432 h 243070"/>
                <a:gd name="connsiteX8" fmla="*/ 295142 w 406526"/>
                <a:gd name="connsiteY8" fmla="*/ 176992 h 243070"/>
                <a:gd name="connsiteX9" fmla="*/ 232023 w 406526"/>
                <a:gd name="connsiteY9" fmla="*/ 16579 h 243070"/>
                <a:gd name="connsiteX10" fmla="*/ 266257 w 406526"/>
                <a:gd name="connsiteY10" fmla="*/ 16579 h 243070"/>
                <a:gd name="connsiteX11" fmla="*/ 266257 w 406526"/>
                <a:gd name="connsiteY11" fmla="*/ 118 h 243070"/>
                <a:gd name="connsiteX12" fmla="*/ 203852 w 406526"/>
                <a:gd name="connsiteY12" fmla="*/ 1168 h 243070"/>
                <a:gd name="connsiteX13" fmla="*/ 149292 w 406526"/>
                <a:gd name="connsiteY13" fmla="*/ 118 h 243070"/>
                <a:gd name="connsiteX14" fmla="*/ 149292 w 406526"/>
                <a:gd name="connsiteY14" fmla="*/ 16579 h 243070"/>
                <a:gd name="connsiteX15" fmla="*/ 179960 w 406526"/>
                <a:gd name="connsiteY15" fmla="*/ 16579 h 243070"/>
                <a:gd name="connsiteX16" fmla="*/ 194580 w 406526"/>
                <a:gd name="connsiteY16" fmla="*/ 53705 h 243070"/>
                <a:gd name="connsiteX17" fmla="*/ 146082 w 406526"/>
                <a:gd name="connsiteY17" fmla="*/ 176992 h 243070"/>
                <a:gd name="connsiteX18" fmla="*/ 82964 w 406526"/>
                <a:gd name="connsiteY18" fmla="*/ 16579 h 243070"/>
                <a:gd name="connsiteX19" fmla="*/ 117198 w 406526"/>
                <a:gd name="connsiteY19" fmla="*/ 16579 h 243070"/>
                <a:gd name="connsiteX20" fmla="*/ 117198 w 406526"/>
                <a:gd name="connsiteY20" fmla="*/ 118 h 243070"/>
                <a:gd name="connsiteX21" fmla="*/ 54792 w 406526"/>
                <a:gd name="connsiteY21" fmla="*/ 1168 h 243070"/>
                <a:gd name="connsiteX22" fmla="*/ 232 w 406526"/>
                <a:gd name="connsiteY22" fmla="*/ 118 h 243070"/>
                <a:gd name="connsiteX23" fmla="*/ 232 w 406526"/>
                <a:gd name="connsiteY23" fmla="*/ 16579 h 243070"/>
                <a:gd name="connsiteX24" fmla="*/ 30900 w 406526"/>
                <a:gd name="connsiteY24" fmla="*/ 16579 h 243070"/>
                <a:gd name="connsiteX25" fmla="*/ 116484 w 406526"/>
                <a:gd name="connsiteY25" fmla="*/ 234082 h 243070"/>
                <a:gd name="connsiteX26" fmla="*/ 128966 w 406526"/>
                <a:gd name="connsiteY26" fmla="*/ 243188 h 243070"/>
                <a:gd name="connsiteX27" fmla="*/ 141447 w 406526"/>
                <a:gd name="connsiteY27" fmla="*/ 234082 h 243070"/>
                <a:gd name="connsiteX28" fmla="*/ 203495 w 406526"/>
                <a:gd name="connsiteY28" fmla="*/ 76471 h 243070"/>
                <a:gd name="connsiteX29" fmla="*/ 265544 w 406526"/>
                <a:gd name="connsiteY29" fmla="*/ 234082 h 243070"/>
                <a:gd name="connsiteX30" fmla="*/ 278025 w 406526"/>
                <a:gd name="connsiteY30" fmla="*/ 243188 h 243070"/>
                <a:gd name="connsiteX31" fmla="*/ 290506 w 406526"/>
                <a:gd name="connsiteY31" fmla="*/ 234082 h 243070"/>
                <a:gd name="connsiteX32" fmla="*/ 372881 w 406526"/>
                <a:gd name="connsiteY32" fmla="*/ 24985 h 243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06526" h="243070">
                  <a:moveTo>
                    <a:pt x="372881" y="24985"/>
                  </a:moveTo>
                  <a:cubicBezTo>
                    <a:pt x="375021" y="19031"/>
                    <a:pt x="375377" y="18330"/>
                    <a:pt x="386432" y="17280"/>
                  </a:cubicBezTo>
                  <a:cubicBezTo>
                    <a:pt x="393564" y="16579"/>
                    <a:pt x="401053" y="16579"/>
                    <a:pt x="406758" y="16579"/>
                  </a:cubicBezTo>
                  <a:lnTo>
                    <a:pt x="406758" y="118"/>
                  </a:lnTo>
                  <a:cubicBezTo>
                    <a:pt x="397130" y="468"/>
                    <a:pt x="384649" y="1168"/>
                    <a:pt x="368602" y="1168"/>
                  </a:cubicBezTo>
                  <a:cubicBezTo>
                    <a:pt x="355051" y="1168"/>
                    <a:pt x="332942" y="1168"/>
                    <a:pt x="320104" y="118"/>
                  </a:cubicBezTo>
                  <a:lnTo>
                    <a:pt x="320104" y="16579"/>
                  </a:lnTo>
                  <a:cubicBezTo>
                    <a:pt x="329019" y="16579"/>
                    <a:pt x="346136" y="16579"/>
                    <a:pt x="356478" y="20432"/>
                  </a:cubicBezTo>
                  <a:lnTo>
                    <a:pt x="295142" y="176992"/>
                  </a:lnTo>
                  <a:lnTo>
                    <a:pt x="232023" y="16579"/>
                  </a:lnTo>
                  <a:lnTo>
                    <a:pt x="266257" y="16579"/>
                  </a:lnTo>
                  <a:lnTo>
                    <a:pt x="266257" y="118"/>
                  </a:lnTo>
                  <a:cubicBezTo>
                    <a:pt x="252706" y="1168"/>
                    <a:pt x="219186" y="1168"/>
                    <a:pt x="203852" y="1168"/>
                  </a:cubicBezTo>
                  <a:cubicBezTo>
                    <a:pt x="189944" y="1168"/>
                    <a:pt x="161773" y="1168"/>
                    <a:pt x="149292" y="118"/>
                  </a:cubicBezTo>
                  <a:lnTo>
                    <a:pt x="149292" y="16579"/>
                  </a:lnTo>
                  <a:lnTo>
                    <a:pt x="179960" y="16579"/>
                  </a:lnTo>
                  <a:lnTo>
                    <a:pt x="194580" y="53705"/>
                  </a:lnTo>
                  <a:lnTo>
                    <a:pt x="146082" y="176992"/>
                  </a:lnTo>
                  <a:lnTo>
                    <a:pt x="82964" y="16579"/>
                  </a:lnTo>
                  <a:lnTo>
                    <a:pt x="117198" y="16579"/>
                  </a:lnTo>
                  <a:lnTo>
                    <a:pt x="117198" y="118"/>
                  </a:lnTo>
                  <a:cubicBezTo>
                    <a:pt x="103647" y="1168"/>
                    <a:pt x="70126" y="1168"/>
                    <a:pt x="54792" y="1168"/>
                  </a:cubicBezTo>
                  <a:cubicBezTo>
                    <a:pt x="40885" y="1168"/>
                    <a:pt x="12713" y="1168"/>
                    <a:pt x="232" y="118"/>
                  </a:cubicBezTo>
                  <a:lnTo>
                    <a:pt x="232" y="16579"/>
                  </a:lnTo>
                  <a:lnTo>
                    <a:pt x="30900" y="16579"/>
                  </a:lnTo>
                  <a:lnTo>
                    <a:pt x="116484" y="234082"/>
                  </a:lnTo>
                  <a:cubicBezTo>
                    <a:pt x="118624" y="239686"/>
                    <a:pt x="120050" y="243188"/>
                    <a:pt x="128966" y="243188"/>
                  </a:cubicBezTo>
                  <a:cubicBezTo>
                    <a:pt x="137881" y="243188"/>
                    <a:pt x="139307" y="239686"/>
                    <a:pt x="141447" y="234082"/>
                  </a:cubicBezTo>
                  <a:lnTo>
                    <a:pt x="203495" y="76471"/>
                  </a:lnTo>
                  <a:lnTo>
                    <a:pt x="265544" y="234082"/>
                  </a:lnTo>
                  <a:cubicBezTo>
                    <a:pt x="267684" y="239686"/>
                    <a:pt x="269110" y="243188"/>
                    <a:pt x="278025" y="243188"/>
                  </a:cubicBezTo>
                  <a:cubicBezTo>
                    <a:pt x="286940" y="243188"/>
                    <a:pt x="288367" y="239686"/>
                    <a:pt x="290506" y="234082"/>
                  </a:cubicBezTo>
                  <a:lnTo>
                    <a:pt x="372881" y="24985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C811BCCD-7AED-6020-09EA-3590950D6632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11491971" y="9087177"/>
              <a:ext cx="121565" cy="110817"/>
            </a:xfrm>
            <a:custGeom>
              <a:avLst/>
              <a:gdLst>
                <a:gd name="connsiteX0" fmla="*/ 121810 w 121565"/>
                <a:gd name="connsiteY0" fmla="*/ 19488 h 110817"/>
                <a:gd name="connsiteX1" fmla="*/ 109329 w 121565"/>
                <a:gd name="connsiteY1" fmla="*/ 119 h 110817"/>
                <a:gd name="connsiteX2" fmla="*/ 95849 w 121565"/>
                <a:gd name="connsiteY2" fmla="*/ 13113 h 110817"/>
                <a:gd name="connsiteX3" fmla="*/ 100093 w 121565"/>
                <a:gd name="connsiteY3" fmla="*/ 20714 h 110817"/>
                <a:gd name="connsiteX4" fmla="*/ 109329 w 121565"/>
                <a:gd name="connsiteY4" fmla="*/ 40327 h 110817"/>
                <a:gd name="connsiteX5" fmla="*/ 63149 w 121565"/>
                <a:gd name="connsiteY5" fmla="*/ 104072 h 110817"/>
                <a:gd name="connsiteX6" fmla="*/ 42929 w 121565"/>
                <a:gd name="connsiteY6" fmla="*/ 82252 h 110817"/>
                <a:gd name="connsiteX7" fmla="*/ 56659 w 121565"/>
                <a:gd name="connsiteY7" fmla="*/ 34443 h 110817"/>
                <a:gd name="connsiteX8" fmla="*/ 60153 w 121565"/>
                <a:gd name="connsiteY8" fmla="*/ 21449 h 110817"/>
                <a:gd name="connsiteX9" fmla="*/ 36439 w 121565"/>
                <a:gd name="connsiteY9" fmla="*/ 364 h 110817"/>
                <a:gd name="connsiteX10" fmla="*/ 244 w 121565"/>
                <a:gd name="connsiteY10" fmla="*/ 37876 h 110817"/>
                <a:gd name="connsiteX11" fmla="*/ 4488 w 121565"/>
                <a:gd name="connsiteY11" fmla="*/ 41063 h 110817"/>
                <a:gd name="connsiteX12" fmla="*/ 8981 w 121565"/>
                <a:gd name="connsiteY12" fmla="*/ 37140 h 110817"/>
                <a:gd name="connsiteX13" fmla="*/ 35690 w 121565"/>
                <a:gd name="connsiteY13" fmla="*/ 7229 h 110817"/>
                <a:gd name="connsiteX14" fmla="*/ 41931 w 121565"/>
                <a:gd name="connsiteY14" fmla="*/ 15810 h 110817"/>
                <a:gd name="connsiteX15" fmla="*/ 37438 w 121565"/>
                <a:gd name="connsiteY15" fmla="*/ 32237 h 110817"/>
                <a:gd name="connsiteX16" fmla="*/ 23958 w 121565"/>
                <a:gd name="connsiteY16" fmla="*/ 78819 h 110817"/>
                <a:gd name="connsiteX17" fmla="*/ 62400 w 121565"/>
                <a:gd name="connsiteY17" fmla="*/ 110937 h 110817"/>
                <a:gd name="connsiteX18" fmla="*/ 121810 w 121565"/>
                <a:gd name="connsiteY18" fmla="*/ 19488 h 11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1565" h="110817">
                  <a:moveTo>
                    <a:pt x="121810" y="19488"/>
                  </a:moveTo>
                  <a:cubicBezTo>
                    <a:pt x="121810" y="364"/>
                    <a:pt x="110077" y="119"/>
                    <a:pt x="109329" y="119"/>
                  </a:cubicBezTo>
                  <a:cubicBezTo>
                    <a:pt x="102838" y="119"/>
                    <a:pt x="95849" y="6739"/>
                    <a:pt x="95849" y="13113"/>
                  </a:cubicBezTo>
                  <a:cubicBezTo>
                    <a:pt x="95849" y="17281"/>
                    <a:pt x="98345" y="19243"/>
                    <a:pt x="100093" y="20714"/>
                  </a:cubicBezTo>
                  <a:cubicBezTo>
                    <a:pt x="104336" y="24146"/>
                    <a:pt x="109329" y="30521"/>
                    <a:pt x="109329" y="40327"/>
                  </a:cubicBezTo>
                  <a:cubicBezTo>
                    <a:pt x="109329" y="51360"/>
                    <a:pt x="92854" y="104072"/>
                    <a:pt x="63149" y="104072"/>
                  </a:cubicBezTo>
                  <a:cubicBezTo>
                    <a:pt x="42929" y="104072"/>
                    <a:pt x="42929" y="86420"/>
                    <a:pt x="42929" y="82252"/>
                  </a:cubicBezTo>
                  <a:cubicBezTo>
                    <a:pt x="42929" y="70974"/>
                    <a:pt x="47423" y="57244"/>
                    <a:pt x="56659" y="34443"/>
                  </a:cubicBezTo>
                  <a:cubicBezTo>
                    <a:pt x="58655" y="29295"/>
                    <a:pt x="60153" y="25617"/>
                    <a:pt x="60153" y="21449"/>
                  </a:cubicBezTo>
                  <a:cubicBezTo>
                    <a:pt x="60153" y="8700"/>
                    <a:pt x="49170" y="364"/>
                    <a:pt x="36439" y="364"/>
                  </a:cubicBezTo>
                  <a:cubicBezTo>
                    <a:pt x="11477" y="364"/>
                    <a:pt x="244" y="33953"/>
                    <a:pt x="244" y="37876"/>
                  </a:cubicBezTo>
                  <a:cubicBezTo>
                    <a:pt x="244" y="41063"/>
                    <a:pt x="3739" y="41063"/>
                    <a:pt x="4488" y="41063"/>
                  </a:cubicBezTo>
                  <a:cubicBezTo>
                    <a:pt x="7982" y="41063"/>
                    <a:pt x="8232" y="39837"/>
                    <a:pt x="8981" y="37140"/>
                  </a:cubicBezTo>
                  <a:cubicBezTo>
                    <a:pt x="14972" y="17036"/>
                    <a:pt x="25705" y="7229"/>
                    <a:pt x="35690" y="7229"/>
                  </a:cubicBezTo>
                  <a:cubicBezTo>
                    <a:pt x="39934" y="7229"/>
                    <a:pt x="41931" y="9926"/>
                    <a:pt x="41931" y="15810"/>
                  </a:cubicBezTo>
                  <a:cubicBezTo>
                    <a:pt x="41931" y="21449"/>
                    <a:pt x="39934" y="26598"/>
                    <a:pt x="37438" y="32237"/>
                  </a:cubicBezTo>
                  <a:cubicBezTo>
                    <a:pt x="26704" y="59451"/>
                    <a:pt x="23958" y="69993"/>
                    <a:pt x="23958" y="78819"/>
                  </a:cubicBezTo>
                  <a:cubicBezTo>
                    <a:pt x="23958" y="103091"/>
                    <a:pt x="43429" y="110937"/>
                    <a:pt x="62400" y="110937"/>
                  </a:cubicBezTo>
                  <a:cubicBezTo>
                    <a:pt x="104336" y="110937"/>
                    <a:pt x="121810" y="39592"/>
                    <a:pt x="121810" y="19488"/>
                  </a:cubicBez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D3EB954B-5C11-CE7A-71D8-E715F52AB38C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11778319" y="8953874"/>
              <a:ext cx="178300" cy="203142"/>
            </a:xfrm>
            <a:custGeom>
              <a:avLst/>
              <a:gdLst>
                <a:gd name="connsiteX0" fmla="*/ 166071 w 178300"/>
                <a:gd name="connsiteY0" fmla="*/ 108694 h 203142"/>
                <a:gd name="connsiteX1" fmla="*/ 178553 w 178300"/>
                <a:gd name="connsiteY1" fmla="*/ 101689 h 203142"/>
                <a:gd name="connsiteX2" fmla="*/ 166071 w 178300"/>
                <a:gd name="connsiteY2" fmla="*/ 94684 h 203142"/>
                <a:gd name="connsiteX3" fmla="*/ 14872 w 178300"/>
                <a:gd name="connsiteY3" fmla="*/ 94684 h 203142"/>
                <a:gd name="connsiteX4" fmla="*/ 110442 w 178300"/>
                <a:gd name="connsiteY4" fmla="*/ 14128 h 203142"/>
                <a:gd name="connsiteX5" fmla="*/ 166071 w 178300"/>
                <a:gd name="connsiteY5" fmla="*/ 14128 h 203142"/>
                <a:gd name="connsiteX6" fmla="*/ 178553 w 178300"/>
                <a:gd name="connsiteY6" fmla="*/ 7123 h 203142"/>
                <a:gd name="connsiteX7" fmla="*/ 166071 w 178300"/>
                <a:gd name="connsiteY7" fmla="*/ 118 h 203142"/>
                <a:gd name="connsiteX8" fmla="*/ 109728 w 178300"/>
                <a:gd name="connsiteY8" fmla="*/ 118 h 203142"/>
                <a:gd name="connsiteX9" fmla="*/ 252 w 178300"/>
                <a:gd name="connsiteY9" fmla="*/ 101689 h 203142"/>
                <a:gd name="connsiteX10" fmla="*/ 109728 w 178300"/>
                <a:gd name="connsiteY10" fmla="*/ 203260 h 203142"/>
                <a:gd name="connsiteX11" fmla="*/ 166071 w 178300"/>
                <a:gd name="connsiteY11" fmla="*/ 203260 h 203142"/>
                <a:gd name="connsiteX12" fmla="*/ 178553 w 178300"/>
                <a:gd name="connsiteY12" fmla="*/ 196255 h 203142"/>
                <a:gd name="connsiteX13" fmla="*/ 166071 w 178300"/>
                <a:gd name="connsiteY13" fmla="*/ 189250 h 203142"/>
                <a:gd name="connsiteX14" fmla="*/ 110442 w 178300"/>
                <a:gd name="connsiteY14" fmla="*/ 189250 h 203142"/>
                <a:gd name="connsiteX15" fmla="*/ 14872 w 178300"/>
                <a:gd name="connsiteY15" fmla="*/ 108694 h 203142"/>
                <a:gd name="connsiteX16" fmla="*/ 166071 w 178300"/>
                <a:gd name="connsiteY16" fmla="*/ 108694 h 203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8300" h="203142">
                  <a:moveTo>
                    <a:pt x="166071" y="108694"/>
                  </a:moveTo>
                  <a:cubicBezTo>
                    <a:pt x="172134" y="108694"/>
                    <a:pt x="178553" y="108694"/>
                    <a:pt x="178553" y="101689"/>
                  </a:cubicBezTo>
                  <a:cubicBezTo>
                    <a:pt x="178553" y="94684"/>
                    <a:pt x="172134" y="94684"/>
                    <a:pt x="166071" y="94684"/>
                  </a:cubicBezTo>
                  <a:lnTo>
                    <a:pt x="14872" y="94684"/>
                  </a:lnTo>
                  <a:cubicBezTo>
                    <a:pt x="19151" y="47751"/>
                    <a:pt x="60161" y="14128"/>
                    <a:pt x="110442" y="14128"/>
                  </a:cubicBezTo>
                  <a:lnTo>
                    <a:pt x="166071" y="14128"/>
                  </a:lnTo>
                  <a:cubicBezTo>
                    <a:pt x="172134" y="14128"/>
                    <a:pt x="178553" y="14128"/>
                    <a:pt x="178553" y="7123"/>
                  </a:cubicBezTo>
                  <a:cubicBezTo>
                    <a:pt x="178553" y="118"/>
                    <a:pt x="172134" y="118"/>
                    <a:pt x="166071" y="118"/>
                  </a:cubicBezTo>
                  <a:lnTo>
                    <a:pt x="109728" y="118"/>
                  </a:lnTo>
                  <a:cubicBezTo>
                    <a:pt x="48749" y="118"/>
                    <a:pt x="252" y="45650"/>
                    <a:pt x="252" y="101689"/>
                  </a:cubicBezTo>
                  <a:cubicBezTo>
                    <a:pt x="252" y="157728"/>
                    <a:pt x="48749" y="203260"/>
                    <a:pt x="109728" y="203260"/>
                  </a:cubicBezTo>
                  <a:lnTo>
                    <a:pt x="166071" y="203260"/>
                  </a:lnTo>
                  <a:cubicBezTo>
                    <a:pt x="172134" y="203260"/>
                    <a:pt x="178553" y="203260"/>
                    <a:pt x="178553" y="196255"/>
                  </a:cubicBezTo>
                  <a:cubicBezTo>
                    <a:pt x="178553" y="189250"/>
                    <a:pt x="172134" y="189250"/>
                    <a:pt x="166071" y="189250"/>
                  </a:cubicBezTo>
                  <a:lnTo>
                    <a:pt x="110442" y="189250"/>
                  </a:lnTo>
                  <a:cubicBezTo>
                    <a:pt x="60161" y="189250"/>
                    <a:pt x="19151" y="155627"/>
                    <a:pt x="14872" y="108694"/>
                  </a:cubicBezTo>
                  <a:lnTo>
                    <a:pt x="166071" y="108694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DA478393-F838-9CA0-BD3A-8B5D85E6F5AD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12091216" y="8903089"/>
              <a:ext cx="244985" cy="239918"/>
            </a:xfrm>
            <a:custGeom>
              <a:avLst/>
              <a:gdLst>
                <a:gd name="connsiteX0" fmla="*/ 90125 w 244985"/>
                <a:gd name="connsiteY0" fmla="*/ 130059 h 239918"/>
                <a:gd name="connsiteX1" fmla="*/ 102962 w 244985"/>
                <a:gd name="connsiteY1" fmla="*/ 130059 h 239918"/>
                <a:gd name="connsiteX2" fmla="*/ 156453 w 244985"/>
                <a:gd name="connsiteY2" fmla="*/ 211316 h 239918"/>
                <a:gd name="connsiteX3" fmla="*/ 172500 w 244985"/>
                <a:gd name="connsiteY3" fmla="*/ 235833 h 239918"/>
                <a:gd name="connsiteX4" fmla="*/ 184268 w 244985"/>
                <a:gd name="connsiteY4" fmla="*/ 240036 h 239918"/>
                <a:gd name="connsiteX5" fmla="*/ 233479 w 244985"/>
                <a:gd name="connsiteY5" fmla="*/ 240036 h 239918"/>
                <a:gd name="connsiteX6" fmla="*/ 245247 w 244985"/>
                <a:gd name="connsiteY6" fmla="*/ 233732 h 239918"/>
                <a:gd name="connsiteX7" fmla="*/ 239897 w 244985"/>
                <a:gd name="connsiteY7" fmla="*/ 227777 h 239918"/>
                <a:gd name="connsiteX8" fmla="*/ 200671 w 244985"/>
                <a:gd name="connsiteY8" fmla="*/ 190651 h 239918"/>
                <a:gd name="connsiteX9" fmla="*/ 156453 w 244985"/>
                <a:gd name="connsiteY9" fmla="*/ 126206 h 239918"/>
                <a:gd name="connsiteX10" fmla="*/ 218858 w 244985"/>
                <a:gd name="connsiteY10" fmla="*/ 65614 h 239918"/>
                <a:gd name="connsiteX11" fmla="*/ 124358 w 244985"/>
                <a:gd name="connsiteY11" fmla="*/ 118 h 239918"/>
                <a:gd name="connsiteX12" fmla="*/ 12385 w 244985"/>
                <a:gd name="connsiteY12" fmla="*/ 118 h 239918"/>
                <a:gd name="connsiteX13" fmla="*/ 261 w 244985"/>
                <a:gd name="connsiteY13" fmla="*/ 6422 h 239918"/>
                <a:gd name="connsiteX14" fmla="*/ 9889 w 244985"/>
                <a:gd name="connsiteY14" fmla="*/ 12376 h 239918"/>
                <a:gd name="connsiteX15" fmla="*/ 31999 w 244985"/>
                <a:gd name="connsiteY15" fmla="*/ 32340 h 239918"/>
                <a:gd name="connsiteX16" fmla="*/ 31999 w 244985"/>
                <a:gd name="connsiteY16" fmla="*/ 207813 h 239918"/>
                <a:gd name="connsiteX17" fmla="*/ 9889 w 244985"/>
                <a:gd name="connsiteY17" fmla="*/ 227777 h 239918"/>
                <a:gd name="connsiteX18" fmla="*/ 261 w 244985"/>
                <a:gd name="connsiteY18" fmla="*/ 233732 h 239918"/>
                <a:gd name="connsiteX19" fmla="*/ 12385 w 244985"/>
                <a:gd name="connsiteY19" fmla="*/ 240036 h 239918"/>
                <a:gd name="connsiteX20" fmla="*/ 110094 w 244985"/>
                <a:gd name="connsiteY20" fmla="*/ 240036 h 239918"/>
                <a:gd name="connsiteX21" fmla="*/ 121862 w 244985"/>
                <a:gd name="connsiteY21" fmla="*/ 233732 h 239918"/>
                <a:gd name="connsiteX22" fmla="*/ 111877 w 244985"/>
                <a:gd name="connsiteY22" fmla="*/ 227777 h 239918"/>
                <a:gd name="connsiteX23" fmla="*/ 90125 w 244985"/>
                <a:gd name="connsiteY23" fmla="*/ 207813 h 239918"/>
                <a:gd name="connsiteX24" fmla="*/ 90125 w 244985"/>
                <a:gd name="connsiteY24" fmla="*/ 130059 h 239918"/>
                <a:gd name="connsiteX25" fmla="*/ 158949 w 244985"/>
                <a:gd name="connsiteY25" fmla="*/ 112897 h 239918"/>
                <a:gd name="connsiteX26" fmla="*/ 170004 w 244985"/>
                <a:gd name="connsiteY26" fmla="*/ 65964 h 239918"/>
                <a:gd name="connsiteX27" fmla="*/ 156453 w 244985"/>
                <a:gd name="connsiteY27" fmla="*/ 16229 h 239918"/>
                <a:gd name="connsiteX28" fmla="*/ 206377 w 244985"/>
                <a:gd name="connsiteY28" fmla="*/ 65614 h 239918"/>
                <a:gd name="connsiteX29" fmla="*/ 158949 w 244985"/>
                <a:gd name="connsiteY29" fmla="*/ 112897 h 239918"/>
                <a:gd name="connsiteX30" fmla="*/ 90125 w 244985"/>
                <a:gd name="connsiteY30" fmla="*/ 31290 h 239918"/>
                <a:gd name="connsiteX31" fmla="*/ 112234 w 244985"/>
                <a:gd name="connsiteY31" fmla="*/ 12376 h 239918"/>
                <a:gd name="connsiteX32" fmla="*/ 157522 w 244985"/>
                <a:gd name="connsiteY32" fmla="*/ 65964 h 239918"/>
                <a:gd name="connsiteX33" fmla="*/ 90125 w 244985"/>
                <a:gd name="connsiteY33" fmla="*/ 117800 h 239918"/>
                <a:gd name="connsiteX34" fmla="*/ 90125 w 244985"/>
                <a:gd name="connsiteY34" fmla="*/ 31290 h 239918"/>
                <a:gd name="connsiteX35" fmla="*/ 41627 w 244985"/>
                <a:gd name="connsiteY35" fmla="*/ 227777 h 239918"/>
                <a:gd name="connsiteX36" fmla="*/ 44480 w 244985"/>
                <a:gd name="connsiteY36" fmla="*/ 208514 h 239918"/>
                <a:gd name="connsiteX37" fmla="*/ 44480 w 244985"/>
                <a:gd name="connsiteY37" fmla="*/ 31640 h 239918"/>
                <a:gd name="connsiteX38" fmla="*/ 41627 w 244985"/>
                <a:gd name="connsiteY38" fmla="*/ 12376 h 239918"/>
                <a:gd name="connsiteX39" fmla="*/ 82279 w 244985"/>
                <a:gd name="connsiteY39" fmla="*/ 12376 h 239918"/>
                <a:gd name="connsiteX40" fmla="*/ 77644 w 244985"/>
                <a:gd name="connsiteY40" fmla="*/ 30239 h 239918"/>
                <a:gd name="connsiteX41" fmla="*/ 77644 w 244985"/>
                <a:gd name="connsiteY41" fmla="*/ 208514 h 239918"/>
                <a:gd name="connsiteX42" fmla="*/ 80496 w 244985"/>
                <a:gd name="connsiteY42" fmla="*/ 227777 h 239918"/>
                <a:gd name="connsiteX43" fmla="*/ 41627 w 244985"/>
                <a:gd name="connsiteY43" fmla="*/ 227777 h 239918"/>
                <a:gd name="connsiteX44" fmla="*/ 117583 w 244985"/>
                <a:gd name="connsiteY44" fmla="*/ 130059 h 239918"/>
                <a:gd name="connsiteX45" fmla="*/ 124358 w 244985"/>
                <a:gd name="connsiteY45" fmla="*/ 129358 h 239918"/>
                <a:gd name="connsiteX46" fmla="*/ 142902 w 244985"/>
                <a:gd name="connsiteY46" fmla="*/ 127957 h 239918"/>
                <a:gd name="connsiteX47" fmla="*/ 216362 w 244985"/>
                <a:gd name="connsiteY47" fmla="*/ 227777 h 239918"/>
                <a:gd name="connsiteX48" fmla="*/ 181771 w 244985"/>
                <a:gd name="connsiteY48" fmla="*/ 227777 h 239918"/>
                <a:gd name="connsiteX49" fmla="*/ 117583 w 244985"/>
                <a:gd name="connsiteY49" fmla="*/ 130059 h 239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44985" h="239918">
                  <a:moveTo>
                    <a:pt x="90125" y="130059"/>
                  </a:moveTo>
                  <a:lnTo>
                    <a:pt x="102962" y="130059"/>
                  </a:lnTo>
                  <a:lnTo>
                    <a:pt x="156453" y="211316"/>
                  </a:lnTo>
                  <a:cubicBezTo>
                    <a:pt x="160019" y="216920"/>
                    <a:pt x="168577" y="230579"/>
                    <a:pt x="172500" y="235833"/>
                  </a:cubicBezTo>
                  <a:cubicBezTo>
                    <a:pt x="174996" y="240036"/>
                    <a:pt x="176066" y="240036"/>
                    <a:pt x="184268" y="240036"/>
                  </a:cubicBezTo>
                  <a:lnTo>
                    <a:pt x="233479" y="240036"/>
                  </a:lnTo>
                  <a:cubicBezTo>
                    <a:pt x="239897" y="240036"/>
                    <a:pt x="245247" y="240036"/>
                    <a:pt x="245247" y="233732"/>
                  </a:cubicBezTo>
                  <a:cubicBezTo>
                    <a:pt x="245247" y="230930"/>
                    <a:pt x="243107" y="228478"/>
                    <a:pt x="239897" y="227777"/>
                  </a:cubicBezTo>
                  <a:cubicBezTo>
                    <a:pt x="226703" y="224975"/>
                    <a:pt x="209230" y="201859"/>
                    <a:pt x="200671" y="190651"/>
                  </a:cubicBezTo>
                  <a:cubicBezTo>
                    <a:pt x="198175" y="187149"/>
                    <a:pt x="180345" y="164033"/>
                    <a:pt x="156453" y="126206"/>
                  </a:cubicBezTo>
                  <a:cubicBezTo>
                    <a:pt x="188190" y="120602"/>
                    <a:pt x="218858" y="107293"/>
                    <a:pt x="218858" y="65614"/>
                  </a:cubicBezTo>
                  <a:cubicBezTo>
                    <a:pt x="218858" y="16930"/>
                    <a:pt x="166438" y="118"/>
                    <a:pt x="124358" y="118"/>
                  </a:cubicBezTo>
                  <a:lnTo>
                    <a:pt x="12385" y="118"/>
                  </a:lnTo>
                  <a:cubicBezTo>
                    <a:pt x="5967" y="118"/>
                    <a:pt x="261" y="118"/>
                    <a:pt x="261" y="6422"/>
                  </a:cubicBezTo>
                  <a:cubicBezTo>
                    <a:pt x="261" y="12376"/>
                    <a:pt x="7036" y="12376"/>
                    <a:pt x="9889" y="12376"/>
                  </a:cubicBezTo>
                  <a:cubicBezTo>
                    <a:pt x="30216" y="12376"/>
                    <a:pt x="31999" y="14828"/>
                    <a:pt x="31999" y="32340"/>
                  </a:cubicBezTo>
                  <a:lnTo>
                    <a:pt x="31999" y="207813"/>
                  </a:lnTo>
                  <a:cubicBezTo>
                    <a:pt x="31999" y="225326"/>
                    <a:pt x="30216" y="227777"/>
                    <a:pt x="9889" y="227777"/>
                  </a:cubicBezTo>
                  <a:cubicBezTo>
                    <a:pt x="7036" y="227777"/>
                    <a:pt x="261" y="227777"/>
                    <a:pt x="261" y="233732"/>
                  </a:cubicBezTo>
                  <a:cubicBezTo>
                    <a:pt x="261" y="240036"/>
                    <a:pt x="5967" y="240036"/>
                    <a:pt x="12385" y="240036"/>
                  </a:cubicBezTo>
                  <a:lnTo>
                    <a:pt x="110094" y="240036"/>
                  </a:lnTo>
                  <a:cubicBezTo>
                    <a:pt x="116513" y="240036"/>
                    <a:pt x="121862" y="240036"/>
                    <a:pt x="121862" y="233732"/>
                  </a:cubicBezTo>
                  <a:cubicBezTo>
                    <a:pt x="121862" y="227777"/>
                    <a:pt x="115800" y="227777"/>
                    <a:pt x="111877" y="227777"/>
                  </a:cubicBezTo>
                  <a:cubicBezTo>
                    <a:pt x="91551" y="227777"/>
                    <a:pt x="90125" y="224975"/>
                    <a:pt x="90125" y="207813"/>
                  </a:cubicBezTo>
                  <a:lnTo>
                    <a:pt x="90125" y="130059"/>
                  </a:lnTo>
                  <a:close/>
                  <a:moveTo>
                    <a:pt x="158949" y="112897"/>
                  </a:moveTo>
                  <a:cubicBezTo>
                    <a:pt x="168934" y="99938"/>
                    <a:pt x="170004" y="81375"/>
                    <a:pt x="170004" y="65964"/>
                  </a:cubicBezTo>
                  <a:cubicBezTo>
                    <a:pt x="170004" y="49152"/>
                    <a:pt x="167864" y="30589"/>
                    <a:pt x="156453" y="16229"/>
                  </a:cubicBezTo>
                  <a:cubicBezTo>
                    <a:pt x="171073" y="19381"/>
                    <a:pt x="206377" y="30239"/>
                    <a:pt x="206377" y="65614"/>
                  </a:cubicBezTo>
                  <a:cubicBezTo>
                    <a:pt x="206377" y="88380"/>
                    <a:pt x="195679" y="106242"/>
                    <a:pt x="158949" y="112897"/>
                  </a:cubicBezTo>
                  <a:close/>
                  <a:moveTo>
                    <a:pt x="90125" y="31290"/>
                  </a:moveTo>
                  <a:cubicBezTo>
                    <a:pt x="90125" y="23934"/>
                    <a:pt x="90125" y="12376"/>
                    <a:pt x="112234" y="12376"/>
                  </a:cubicBezTo>
                  <a:cubicBezTo>
                    <a:pt x="142545" y="12376"/>
                    <a:pt x="157522" y="24635"/>
                    <a:pt x="157522" y="65964"/>
                  </a:cubicBezTo>
                  <a:cubicBezTo>
                    <a:pt x="157522" y="111146"/>
                    <a:pt x="146468" y="117800"/>
                    <a:pt x="90125" y="117800"/>
                  </a:cubicBezTo>
                  <a:lnTo>
                    <a:pt x="90125" y="31290"/>
                  </a:lnTo>
                  <a:close/>
                  <a:moveTo>
                    <a:pt x="41627" y="227777"/>
                  </a:moveTo>
                  <a:cubicBezTo>
                    <a:pt x="44480" y="221473"/>
                    <a:pt x="44480" y="211666"/>
                    <a:pt x="44480" y="208514"/>
                  </a:cubicBezTo>
                  <a:lnTo>
                    <a:pt x="44480" y="31640"/>
                  </a:lnTo>
                  <a:cubicBezTo>
                    <a:pt x="44480" y="28137"/>
                    <a:pt x="44480" y="18681"/>
                    <a:pt x="41627" y="12376"/>
                  </a:cubicBezTo>
                  <a:lnTo>
                    <a:pt x="82279" y="12376"/>
                  </a:lnTo>
                  <a:cubicBezTo>
                    <a:pt x="77644" y="17980"/>
                    <a:pt x="77644" y="24985"/>
                    <a:pt x="77644" y="30239"/>
                  </a:cubicBezTo>
                  <a:lnTo>
                    <a:pt x="77644" y="208514"/>
                  </a:lnTo>
                  <a:cubicBezTo>
                    <a:pt x="77644" y="212016"/>
                    <a:pt x="77644" y="221473"/>
                    <a:pt x="80496" y="227777"/>
                  </a:cubicBezTo>
                  <a:lnTo>
                    <a:pt x="41627" y="227777"/>
                  </a:lnTo>
                  <a:close/>
                  <a:moveTo>
                    <a:pt x="117583" y="130059"/>
                  </a:moveTo>
                  <a:cubicBezTo>
                    <a:pt x="120079" y="129709"/>
                    <a:pt x="121506" y="129358"/>
                    <a:pt x="124358" y="129358"/>
                  </a:cubicBezTo>
                  <a:cubicBezTo>
                    <a:pt x="129708" y="129358"/>
                    <a:pt x="137553" y="128658"/>
                    <a:pt x="142902" y="127957"/>
                  </a:cubicBezTo>
                  <a:cubicBezTo>
                    <a:pt x="148251" y="136363"/>
                    <a:pt x="186764" y="198707"/>
                    <a:pt x="216362" y="227777"/>
                  </a:cubicBezTo>
                  <a:lnTo>
                    <a:pt x="181771" y="227777"/>
                  </a:lnTo>
                  <a:lnTo>
                    <a:pt x="117583" y="130059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96CEEB24-ED1A-B610-77E7-C6203FDA5E31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12358283" y="8828244"/>
              <a:ext cx="128305" cy="172601"/>
            </a:xfrm>
            <a:custGeom>
              <a:avLst/>
              <a:gdLst>
                <a:gd name="connsiteX0" fmla="*/ 127575 w 128305"/>
                <a:gd name="connsiteY0" fmla="*/ 7469 h 172601"/>
                <a:gd name="connsiteX1" fmla="*/ 128574 w 128305"/>
                <a:gd name="connsiteY1" fmla="*/ 3546 h 172601"/>
                <a:gd name="connsiteX2" fmla="*/ 124580 w 128305"/>
                <a:gd name="connsiteY2" fmla="*/ 114 h 172601"/>
                <a:gd name="connsiteX3" fmla="*/ 92628 w 128305"/>
                <a:gd name="connsiteY3" fmla="*/ 2565 h 172601"/>
                <a:gd name="connsiteX4" fmla="*/ 87136 w 128305"/>
                <a:gd name="connsiteY4" fmla="*/ 8204 h 172601"/>
                <a:gd name="connsiteX5" fmla="*/ 93627 w 128305"/>
                <a:gd name="connsiteY5" fmla="*/ 11637 h 172601"/>
                <a:gd name="connsiteX6" fmla="*/ 105608 w 128305"/>
                <a:gd name="connsiteY6" fmla="*/ 15314 h 172601"/>
                <a:gd name="connsiteX7" fmla="*/ 104610 w 128305"/>
                <a:gd name="connsiteY7" fmla="*/ 20708 h 172601"/>
                <a:gd name="connsiteX8" fmla="*/ 90381 w 128305"/>
                <a:gd name="connsiteY8" fmla="*/ 76607 h 172601"/>
                <a:gd name="connsiteX9" fmla="*/ 64671 w 128305"/>
                <a:gd name="connsiteY9" fmla="*/ 62142 h 172601"/>
                <a:gd name="connsiteX10" fmla="*/ 268 w 128305"/>
                <a:gd name="connsiteY10" fmla="*/ 132016 h 172601"/>
                <a:gd name="connsiteX11" fmla="*/ 37961 w 128305"/>
                <a:gd name="connsiteY11" fmla="*/ 172715 h 172601"/>
                <a:gd name="connsiteX12" fmla="*/ 73407 w 128305"/>
                <a:gd name="connsiteY12" fmla="*/ 155553 h 172601"/>
                <a:gd name="connsiteX13" fmla="*/ 99118 w 128305"/>
                <a:gd name="connsiteY13" fmla="*/ 172715 h 172601"/>
                <a:gd name="connsiteX14" fmla="*/ 118838 w 128305"/>
                <a:gd name="connsiteY14" fmla="*/ 159721 h 172601"/>
                <a:gd name="connsiteX15" fmla="*/ 127575 w 128305"/>
                <a:gd name="connsiteY15" fmla="*/ 135203 h 172601"/>
                <a:gd name="connsiteX16" fmla="*/ 123581 w 128305"/>
                <a:gd name="connsiteY16" fmla="*/ 132016 h 172601"/>
                <a:gd name="connsiteX17" fmla="*/ 118089 w 128305"/>
                <a:gd name="connsiteY17" fmla="*/ 139616 h 172601"/>
                <a:gd name="connsiteX18" fmla="*/ 99867 w 128305"/>
                <a:gd name="connsiteY18" fmla="*/ 165850 h 172601"/>
                <a:gd name="connsiteX19" fmla="*/ 91630 w 128305"/>
                <a:gd name="connsiteY19" fmla="*/ 153836 h 172601"/>
                <a:gd name="connsiteX20" fmla="*/ 92878 w 128305"/>
                <a:gd name="connsiteY20" fmla="*/ 143784 h 172601"/>
                <a:gd name="connsiteX21" fmla="*/ 127575 w 128305"/>
                <a:gd name="connsiteY21" fmla="*/ 7469 h 172601"/>
                <a:gd name="connsiteX22" fmla="*/ 74406 w 128305"/>
                <a:gd name="connsiteY22" fmla="*/ 139616 h 172601"/>
                <a:gd name="connsiteX23" fmla="*/ 61675 w 128305"/>
                <a:gd name="connsiteY23" fmla="*/ 156043 h 172601"/>
                <a:gd name="connsiteX24" fmla="*/ 38710 w 128305"/>
                <a:gd name="connsiteY24" fmla="*/ 165850 h 172601"/>
                <a:gd name="connsiteX25" fmla="*/ 20487 w 128305"/>
                <a:gd name="connsiteY25" fmla="*/ 142068 h 172601"/>
                <a:gd name="connsiteX26" fmla="*/ 33468 w 128305"/>
                <a:gd name="connsiteY26" fmla="*/ 92298 h 172601"/>
                <a:gd name="connsiteX27" fmla="*/ 64671 w 128305"/>
                <a:gd name="connsiteY27" fmla="*/ 69007 h 172601"/>
                <a:gd name="connsiteX28" fmla="*/ 86887 w 128305"/>
                <a:gd name="connsiteY28" fmla="*/ 90337 h 172601"/>
                <a:gd name="connsiteX29" fmla="*/ 86138 w 128305"/>
                <a:gd name="connsiteY29" fmla="*/ 93769 h 172601"/>
                <a:gd name="connsiteX30" fmla="*/ 74406 w 128305"/>
                <a:gd name="connsiteY30" fmla="*/ 139616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75" y="7469"/>
                  </a:moveTo>
                  <a:cubicBezTo>
                    <a:pt x="127825" y="6978"/>
                    <a:pt x="128574" y="3791"/>
                    <a:pt x="128574" y="3546"/>
                  </a:cubicBezTo>
                  <a:cubicBezTo>
                    <a:pt x="128574" y="2320"/>
                    <a:pt x="127575" y="114"/>
                    <a:pt x="124580" y="114"/>
                  </a:cubicBezTo>
                  <a:cubicBezTo>
                    <a:pt x="119587" y="114"/>
                    <a:pt x="98869" y="2075"/>
                    <a:pt x="92628" y="2565"/>
                  </a:cubicBezTo>
                  <a:cubicBezTo>
                    <a:pt x="90631" y="2811"/>
                    <a:pt x="87136" y="3056"/>
                    <a:pt x="87136" y="8204"/>
                  </a:cubicBezTo>
                  <a:cubicBezTo>
                    <a:pt x="87136" y="11637"/>
                    <a:pt x="90631" y="11637"/>
                    <a:pt x="93627" y="11637"/>
                  </a:cubicBezTo>
                  <a:cubicBezTo>
                    <a:pt x="105608" y="11637"/>
                    <a:pt x="105608" y="13353"/>
                    <a:pt x="105608" y="15314"/>
                  </a:cubicBezTo>
                  <a:cubicBezTo>
                    <a:pt x="105608" y="17031"/>
                    <a:pt x="105109" y="18502"/>
                    <a:pt x="104610" y="20708"/>
                  </a:cubicBezTo>
                  <a:lnTo>
                    <a:pt x="90381" y="76607"/>
                  </a:lnTo>
                  <a:cubicBezTo>
                    <a:pt x="85139" y="68517"/>
                    <a:pt x="76652" y="62142"/>
                    <a:pt x="64671" y="62142"/>
                  </a:cubicBezTo>
                  <a:cubicBezTo>
                    <a:pt x="32719" y="62142"/>
                    <a:pt x="268" y="96711"/>
                    <a:pt x="268" y="132016"/>
                  </a:cubicBezTo>
                  <a:cubicBezTo>
                    <a:pt x="268" y="155798"/>
                    <a:pt x="16494" y="172715"/>
                    <a:pt x="37961" y="172715"/>
                  </a:cubicBezTo>
                  <a:cubicBezTo>
                    <a:pt x="51441" y="172715"/>
                    <a:pt x="63422" y="165114"/>
                    <a:pt x="73407" y="155553"/>
                  </a:cubicBezTo>
                  <a:cubicBezTo>
                    <a:pt x="78150" y="170263"/>
                    <a:pt x="92628" y="172715"/>
                    <a:pt x="99118" y="172715"/>
                  </a:cubicBezTo>
                  <a:cubicBezTo>
                    <a:pt x="108105" y="172715"/>
                    <a:pt x="114345" y="167321"/>
                    <a:pt x="118838" y="159721"/>
                  </a:cubicBezTo>
                  <a:cubicBezTo>
                    <a:pt x="124330" y="150159"/>
                    <a:pt x="127575" y="136184"/>
                    <a:pt x="127575" y="135203"/>
                  </a:cubicBezTo>
                  <a:cubicBezTo>
                    <a:pt x="127575" y="132016"/>
                    <a:pt x="124330" y="132016"/>
                    <a:pt x="123581" y="132016"/>
                  </a:cubicBezTo>
                  <a:cubicBezTo>
                    <a:pt x="120086" y="132016"/>
                    <a:pt x="119837" y="132997"/>
                    <a:pt x="118089" y="139616"/>
                  </a:cubicBezTo>
                  <a:cubicBezTo>
                    <a:pt x="115094" y="151385"/>
                    <a:pt x="110351" y="165850"/>
                    <a:pt x="99867" y="165850"/>
                  </a:cubicBezTo>
                  <a:cubicBezTo>
                    <a:pt x="93377" y="165850"/>
                    <a:pt x="91630" y="160456"/>
                    <a:pt x="91630" y="153836"/>
                  </a:cubicBezTo>
                  <a:cubicBezTo>
                    <a:pt x="91630" y="149178"/>
                    <a:pt x="92129" y="146972"/>
                    <a:pt x="92878" y="143784"/>
                  </a:cubicBezTo>
                  <a:lnTo>
                    <a:pt x="127575" y="7469"/>
                  </a:lnTo>
                  <a:close/>
                  <a:moveTo>
                    <a:pt x="74406" y="139616"/>
                  </a:moveTo>
                  <a:cubicBezTo>
                    <a:pt x="72658" y="146481"/>
                    <a:pt x="67167" y="151385"/>
                    <a:pt x="61675" y="156043"/>
                  </a:cubicBezTo>
                  <a:cubicBezTo>
                    <a:pt x="59428" y="158004"/>
                    <a:pt x="49444" y="165850"/>
                    <a:pt x="38710" y="165850"/>
                  </a:cubicBezTo>
                  <a:cubicBezTo>
                    <a:pt x="29474" y="165850"/>
                    <a:pt x="20487" y="159475"/>
                    <a:pt x="20487" y="142068"/>
                  </a:cubicBezTo>
                  <a:cubicBezTo>
                    <a:pt x="20487" y="129074"/>
                    <a:pt x="27727" y="102105"/>
                    <a:pt x="33468" y="92298"/>
                  </a:cubicBezTo>
                  <a:cubicBezTo>
                    <a:pt x="44950" y="72685"/>
                    <a:pt x="57681" y="69007"/>
                    <a:pt x="64671" y="69007"/>
                  </a:cubicBezTo>
                  <a:cubicBezTo>
                    <a:pt x="82144" y="69007"/>
                    <a:pt x="86887" y="87640"/>
                    <a:pt x="86887" y="90337"/>
                  </a:cubicBezTo>
                  <a:cubicBezTo>
                    <a:pt x="86887" y="91318"/>
                    <a:pt x="86388" y="93034"/>
                    <a:pt x="86138" y="93769"/>
                  </a:cubicBezTo>
                  <a:lnTo>
                    <a:pt x="74406" y="139616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57D20562-5EDB-E5C5-0F63-F63D847CDE19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12505769" y="8916786"/>
              <a:ext cx="92716" cy="120484"/>
            </a:xfrm>
            <a:custGeom>
              <a:avLst/>
              <a:gdLst>
                <a:gd name="connsiteX0" fmla="*/ 44848 w 92716"/>
                <a:gd name="connsiteY0" fmla="*/ 58781 h 120484"/>
                <a:gd name="connsiteX1" fmla="*/ 72128 w 92716"/>
                <a:gd name="connsiteY1" fmla="*/ 86100 h 120484"/>
                <a:gd name="connsiteX2" fmla="*/ 45026 w 92716"/>
                <a:gd name="connsiteY2" fmla="*/ 113419 h 120484"/>
                <a:gd name="connsiteX3" fmla="*/ 12753 w 92716"/>
                <a:gd name="connsiteY3" fmla="*/ 104313 h 120484"/>
                <a:gd name="connsiteX4" fmla="*/ 22203 w 92716"/>
                <a:gd name="connsiteY4" fmla="*/ 93630 h 120484"/>
                <a:gd name="connsiteX5" fmla="*/ 11327 w 92716"/>
                <a:gd name="connsiteY5" fmla="*/ 82948 h 120484"/>
                <a:gd name="connsiteX6" fmla="*/ 272 w 92716"/>
                <a:gd name="connsiteY6" fmla="*/ 93980 h 120484"/>
                <a:gd name="connsiteX7" fmla="*/ 45561 w 92716"/>
                <a:gd name="connsiteY7" fmla="*/ 120599 h 120484"/>
                <a:gd name="connsiteX8" fmla="*/ 92989 w 92716"/>
                <a:gd name="connsiteY8" fmla="*/ 86275 h 120484"/>
                <a:gd name="connsiteX9" fmla="*/ 59647 w 92716"/>
                <a:gd name="connsiteY9" fmla="*/ 55103 h 120484"/>
                <a:gd name="connsiteX10" fmla="*/ 86748 w 92716"/>
                <a:gd name="connsiteY10" fmla="*/ 25157 h 120484"/>
                <a:gd name="connsiteX11" fmla="*/ 46096 w 92716"/>
                <a:gd name="connsiteY11" fmla="*/ 115 h 120484"/>
                <a:gd name="connsiteX12" fmla="*/ 6513 w 92716"/>
                <a:gd name="connsiteY12" fmla="*/ 24982 h 120484"/>
                <a:gd name="connsiteX13" fmla="*/ 16676 w 92716"/>
                <a:gd name="connsiteY13" fmla="*/ 35314 h 120484"/>
                <a:gd name="connsiteX14" fmla="*/ 26839 w 92716"/>
                <a:gd name="connsiteY14" fmla="*/ 25332 h 120484"/>
                <a:gd name="connsiteX15" fmla="*/ 18281 w 92716"/>
                <a:gd name="connsiteY15" fmla="*/ 15350 h 120484"/>
                <a:gd name="connsiteX16" fmla="*/ 45561 w 92716"/>
                <a:gd name="connsiteY16" fmla="*/ 6769 h 120484"/>
                <a:gd name="connsiteX17" fmla="*/ 67848 w 92716"/>
                <a:gd name="connsiteY17" fmla="*/ 25157 h 120484"/>
                <a:gd name="connsiteX18" fmla="*/ 42351 w 92716"/>
                <a:gd name="connsiteY18" fmla="*/ 52301 h 120484"/>
                <a:gd name="connsiteX19" fmla="*/ 32010 w 92716"/>
                <a:gd name="connsiteY19" fmla="*/ 52827 h 120484"/>
                <a:gd name="connsiteX20" fmla="*/ 28087 w 92716"/>
                <a:gd name="connsiteY20" fmla="*/ 55804 h 120484"/>
                <a:gd name="connsiteX21" fmla="*/ 33080 w 92716"/>
                <a:gd name="connsiteY21" fmla="*/ 58781 h 120484"/>
                <a:gd name="connsiteX22" fmla="*/ 44848 w 92716"/>
                <a:gd name="connsiteY22" fmla="*/ 58781 h 12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2716" h="120484">
                  <a:moveTo>
                    <a:pt x="44848" y="58781"/>
                  </a:moveTo>
                  <a:cubicBezTo>
                    <a:pt x="61251" y="58781"/>
                    <a:pt x="72128" y="68763"/>
                    <a:pt x="72128" y="86100"/>
                  </a:cubicBezTo>
                  <a:cubicBezTo>
                    <a:pt x="72128" y="103962"/>
                    <a:pt x="60895" y="113419"/>
                    <a:pt x="45026" y="113419"/>
                  </a:cubicBezTo>
                  <a:cubicBezTo>
                    <a:pt x="43065" y="113419"/>
                    <a:pt x="21847" y="113419"/>
                    <a:pt x="12753" y="104313"/>
                  </a:cubicBezTo>
                  <a:cubicBezTo>
                    <a:pt x="20064" y="103262"/>
                    <a:pt x="22203" y="97833"/>
                    <a:pt x="22203" y="93630"/>
                  </a:cubicBezTo>
                  <a:cubicBezTo>
                    <a:pt x="22203" y="87151"/>
                    <a:pt x="17211" y="82948"/>
                    <a:pt x="11327" y="82948"/>
                  </a:cubicBezTo>
                  <a:cubicBezTo>
                    <a:pt x="5621" y="82948"/>
                    <a:pt x="272" y="86625"/>
                    <a:pt x="272" y="93980"/>
                  </a:cubicBezTo>
                  <a:cubicBezTo>
                    <a:pt x="272" y="112193"/>
                    <a:pt x="21312" y="120599"/>
                    <a:pt x="45561" y="120599"/>
                  </a:cubicBezTo>
                  <a:cubicBezTo>
                    <a:pt x="74802" y="120599"/>
                    <a:pt x="92989" y="103262"/>
                    <a:pt x="92989" y="86275"/>
                  </a:cubicBezTo>
                  <a:cubicBezTo>
                    <a:pt x="92989" y="71915"/>
                    <a:pt x="79973" y="59656"/>
                    <a:pt x="59647" y="55103"/>
                  </a:cubicBezTo>
                  <a:cubicBezTo>
                    <a:pt x="81043" y="48273"/>
                    <a:pt x="86748" y="34964"/>
                    <a:pt x="86748" y="25157"/>
                  </a:cubicBezTo>
                  <a:cubicBezTo>
                    <a:pt x="86748" y="10797"/>
                    <a:pt x="68562" y="115"/>
                    <a:pt x="46096" y="115"/>
                  </a:cubicBezTo>
                  <a:cubicBezTo>
                    <a:pt x="24165" y="115"/>
                    <a:pt x="6513" y="9221"/>
                    <a:pt x="6513" y="24982"/>
                  </a:cubicBezTo>
                  <a:cubicBezTo>
                    <a:pt x="6513" y="33213"/>
                    <a:pt x="13288" y="35314"/>
                    <a:pt x="16676" y="35314"/>
                  </a:cubicBezTo>
                  <a:cubicBezTo>
                    <a:pt x="21847" y="35314"/>
                    <a:pt x="26839" y="31637"/>
                    <a:pt x="26839" y="25332"/>
                  </a:cubicBezTo>
                  <a:cubicBezTo>
                    <a:pt x="26839" y="21304"/>
                    <a:pt x="24700" y="16401"/>
                    <a:pt x="18281" y="15350"/>
                  </a:cubicBezTo>
                  <a:cubicBezTo>
                    <a:pt x="25948" y="7295"/>
                    <a:pt x="41816" y="6769"/>
                    <a:pt x="45561" y="6769"/>
                  </a:cubicBezTo>
                  <a:cubicBezTo>
                    <a:pt x="58577" y="6769"/>
                    <a:pt x="67848" y="13249"/>
                    <a:pt x="67848" y="25157"/>
                  </a:cubicBezTo>
                  <a:cubicBezTo>
                    <a:pt x="67848" y="35314"/>
                    <a:pt x="61073" y="51250"/>
                    <a:pt x="42351" y="52301"/>
                  </a:cubicBezTo>
                  <a:cubicBezTo>
                    <a:pt x="37359" y="52476"/>
                    <a:pt x="36646" y="52651"/>
                    <a:pt x="32010" y="52827"/>
                  </a:cubicBezTo>
                  <a:cubicBezTo>
                    <a:pt x="30049" y="53002"/>
                    <a:pt x="28087" y="53177"/>
                    <a:pt x="28087" y="55804"/>
                  </a:cubicBezTo>
                  <a:cubicBezTo>
                    <a:pt x="28087" y="58781"/>
                    <a:pt x="29870" y="58781"/>
                    <a:pt x="33080" y="58781"/>
                  </a:cubicBezTo>
                  <a:lnTo>
                    <a:pt x="44848" y="58781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2E1CC44B-2FC1-6EB2-5EDE-0E22A47EAF79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12675114" y="8871394"/>
              <a:ext cx="133797" cy="131166"/>
            </a:xfrm>
            <a:custGeom>
              <a:avLst/>
              <a:gdLst>
                <a:gd name="connsiteX0" fmla="*/ 130579 w 133797"/>
                <a:gd name="connsiteY0" fmla="*/ 12127 h 131166"/>
                <a:gd name="connsiteX1" fmla="*/ 134073 w 133797"/>
                <a:gd name="connsiteY1" fmla="*/ 6243 h 131166"/>
                <a:gd name="connsiteX2" fmla="*/ 128082 w 133797"/>
                <a:gd name="connsiteY2" fmla="*/ 114 h 131166"/>
                <a:gd name="connsiteX3" fmla="*/ 121842 w 133797"/>
                <a:gd name="connsiteY3" fmla="*/ 3791 h 131166"/>
                <a:gd name="connsiteX4" fmla="*/ 67175 w 133797"/>
                <a:gd name="connsiteY4" fmla="*/ 57239 h 131166"/>
                <a:gd name="connsiteX5" fmla="*/ 12258 w 133797"/>
                <a:gd name="connsiteY5" fmla="*/ 3546 h 131166"/>
                <a:gd name="connsiteX6" fmla="*/ 6517 w 133797"/>
                <a:gd name="connsiteY6" fmla="*/ 114 h 131166"/>
                <a:gd name="connsiteX7" fmla="*/ 276 w 133797"/>
                <a:gd name="connsiteY7" fmla="*/ 6243 h 131166"/>
                <a:gd name="connsiteX8" fmla="*/ 4021 w 133797"/>
                <a:gd name="connsiteY8" fmla="*/ 12127 h 131166"/>
                <a:gd name="connsiteX9" fmla="*/ 58438 w 133797"/>
                <a:gd name="connsiteY9" fmla="*/ 65575 h 131166"/>
                <a:gd name="connsiteX10" fmla="*/ 4021 w 133797"/>
                <a:gd name="connsiteY10" fmla="*/ 119022 h 131166"/>
                <a:gd name="connsiteX11" fmla="*/ 276 w 133797"/>
                <a:gd name="connsiteY11" fmla="*/ 125151 h 131166"/>
                <a:gd name="connsiteX12" fmla="*/ 6517 w 133797"/>
                <a:gd name="connsiteY12" fmla="*/ 131281 h 131166"/>
                <a:gd name="connsiteX13" fmla="*/ 12258 w 133797"/>
                <a:gd name="connsiteY13" fmla="*/ 127848 h 131166"/>
                <a:gd name="connsiteX14" fmla="*/ 67175 w 133797"/>
                <a:gd name="connsiteY14" fmla="*/ 74156 h 131166"/>
                <a:gd name="connsiteX15" fmla="*/ 124088 w 133797"/>
                <a:gd name="connsiteY15" fmla="*/ 130055 h 131166"/>
                <a:gd name="connsiteX16" fmla="*/ 128082 w 133797"/>
                <a:gd name="connsiteY16" fmla="*/ 131281 h 131166"/>
                <a:gd name="connsiteX17" fmla="*/ 134073 w 133797"/>
                <a:gd name="connsiteY17" fmla="*/ 125151 h 131166"/>
                <a:gd name="connsiteX18" fmla="*/ 132825 w 133797"/>
                <a:gd name="connsiteY18" fmla="*/ 121964 h 131166"/>
                <a:gd name="connsiteX19" fmla="*/ 75911 w 133797"/>
                <a:gd name="connsiteY19" fmla="*/ 65820 h 131166"/>
                <a:gd name="connsiteX20" fmla="*/ 130579 w 133797"/>
                <a:gd name="connsiteY20" fmla="*/ 12127 h 1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3797" h="131166">
                  <a:moveTo>
                    <a:pt x="130579" y="12127"/>
                  </a:moveTo>
                  <a:cubicBezTo>
                    <a:pt x="133324" y="9430"/>
                    <a:pt x="134073" y="7959"/>
                    <a:pt x="134073" y="6243"/>
                  </a:cubicBezTo>
                  <a:cubicBezTo>
                    <a:pt x="134073" y="2320"/>
                    <a:pt x="130828" y="114"/>
                    <a:pt x="128082" y="114"/>
                  </a:cubicBezTo>
                  <a:cubicBezTo>
                    <a:pt x="125586" y="114"/>
                    <a:pt x="124837" y="849"/>
                    <a:pt x="121842" y="3791"/>
                  </a:cubicBezTo>
                  <a:lnTo>
                    <a:pt x="67175" y="57239"/>
                  </a:lnTo>
                  <a:lnTo>
                    <a:pt x="12258" y="3546"/>
                  </a:lnTo>
                  <a:cubicBezTo>
                    <a:pt x="9762" y="1094"/>
                    <a:pt x="8763" y="114"/>
                    <a:pt x="6517" y="114"/>
                  </a:cubicBezTo>
                  <a:cubicBezTo>
                    <a:pt x="3022" y="114"/>
                    <a:pt x="276" y="2811"/>
                    <a:pt x="276" y="6243"/>
                  </a:cubicBezTo>
                  <a:cubicBezTo>
                    <a:pt x="276" y="8449"/>
                    <a:pt x="1025" y="9185"/>
                    <a:pt x="4021" y="12127"/>
                  </a:cubicBezTo>
                  <a:lnTo>
                    <a:pt x="58438" y="65575"/>
                  </a:lnTo>
                  <a:lnTo>
                    <a:pt x="4021" y="119022"/>
                  </a:lnTo>
                  <a:cubicBezTo>
                    <a:pt x="526" y="122454"/>
                    <a:pt x="276" y="123680"/>
                    <a:pt x="276" y="125151"/>
                  </a:cubicBezTo>
                  <a:cubicBezTo>
                    <a:pt x="276" y="128584"/>
                    <a:pt x="3022" y="131281"/>
                    <a:pt x="6517" y="131281"/>
                  </a:cubicBezTo>
                  <a:cubicBezTo>
                    <a:pt x="8763" y="131281"/>
                    <a:pt x="9512" y="130545"/>
                    <a:pt x="12258" y="127848"/>
                  </a:cubicBezTo>
                  <a:lnTo>
                    <a:pt x="67175" y="74156"/>
                  </a:lnTo>
                  <a:lnTo>
                    <a:pt x="124088" y="130055"/>
                  </a:lnTo>
                  <a:cubicBezTo>
                    <a:pt x="125337" y="130790"/>
                    <a:pt x="126585" y="131281"/>
                    <a:pt x="128082" y="131281"/>
                  </a:cubicBezTo>
                  <a:cubicBezTo>
                    <a:pt x="130828" y="131281"/>
                    <a:pt x="134073" y="129074"/>
                    <a:pt x="134073" y="125151"/>
                  </a:cubicBezTo>
                  <a:cubicBezTo>
                    <a:pt x="134073" y="123190"/>
                    <a:pt x="133574" y="122700"/>
                    <a:pt x="132825" y="121964"/>
                  </a:cubicBezTo>
                  <a:cubicBezTo>
                    <a:pt x="132326" y="120983"/>
                    <a:pt x="83899" y="73420"/>
                    <a:pt x="75911" y="65820"/>
                  </a:cubicBezTo>
                  <a:lnTo>
                    <a:pt x="130579" y="12127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C6F3C69A-0E12-0C70-9F99-8D173D3DFF1F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2868785" y="8828244"/>
              <a:ext cx="128305" cy="172601"/>
            </a:xfrm>
            <a:custGeom>
              <a:avLst/>
              <a:gdLst>
                <a:gd name="connsiteX0" fmla="*/ 127589 w 128305"/>
                <a:gd name="connsiteY0" fmla="*/ 7469 h 172601"/>
                <a:gd name="connsiteX1" fmla="*/ 128588 w 128305"/>
                <a:gd name="connsiteY1" fmla="*/ 3546 h 172601"/>
                <a:gd name="connsiteX2" fmla="*/ 124594 w 128305"/>
                <a:gd name="connsiteY2" fmla="*/ 114 h 172601"/>
                <a:gd name="connsiteX3" fmla="*/ 92642 w 128305"/>
                <a:gd name="connsiteY3" fmla="*/ 2565 h 172601"/>
                <a:gd name="connsiteX4" fmla="*/ 87151 w 128305"/>
                <a:gd name="connsiteY4" fmla="*/ 8204 h 172601"/>
                <a:gd name="connsiteX5" fmla="*/ 93641 w 128305"/>
                <a:gd name="connsiteY5" fmla="*/ 11637 h 172601"/>
                <a:gd name="connsiteX6" fmla="*/ 105623 w 128305"/>
                <a:gd name="connsiteY6" fmla="*/ 15314 h 172601"/>
                <a:gd name="connsiteX7" fmla="*/ 104624 w 128305"/>
                <a:gd name="connsiteY7" fmla="*/ 20708 h 172601"/>
                <a:gd name="connsiteX8" fmla="*/ 90396 w 128305"/>
                <a:gd name="connsiteY8" fmla="*/ 76607 h 172601"/>
                <a:gd name="connsiteX9" fmla="*/ 64685 w 128305"/>
                <a:gd name="connsiteY9" fmla="*/ 62142 h 172601"/>
                <a:gd name="connsiteX10" fmla="*/ 282 w 128305"/>
                <a:gd name="connsiteY10" fmla="*/ 132016 h 172601"/>
                <a:gd name="connsiteX11" fmla="*/ 37975 w 128305"/>
                <a:gd name="connsiteY11" fmla="*/ 172715 h 172601"/>
                <a:gd name="connsiteX12" fmla="*/ 73421 w 128305"/>
                <a:gd name="connsiteY12" fmla="*/ 155553 h 172601"/>
                <a:gd name="connsiteX13" fmla="*/ 99133 w 128305"/>
                <a:gd name="connsiteY13" fmla="*/ 172715 h 172601"/>
                <a:gd name="connsiteX14" fmla="*/ 118853 w 128305"/>
                <a:gd name="connsiteY14" fmla="*/ 159721 h 172601"/>
                <a:gd name="connsiteX15" fmla="*/ 127589 w 128305"/>
                <a:gd name="connsiteY15" fmla="*/ 135203 h 172601"/>
                <a:gd name="connsiteX16" fmla="*/ 123595 w 128305"/>
                <a:gd name="connsiteY16" fmla="*/ 132016 h 172601"/>
                <a:gd name="connsiteX17" fmla="*/ 118104 w 128305"/>
                <a:gd name="connsiteY17" fmla="*/ 139616 h 172601"/>
                <a:gd name="connsiteX18" fmla="*/ 99881 w 128305"/>
                <a:gd name="connsiteY18" fmla="*/ 165850 h 172601"/>
                <a:gd name="connsiteX19" fmla="*/ 91644 w 128305"/>
                <a:gd name="connsiteY19" fmla="*/ 153836 h 172601"/>
                <a:gd name="connsiteX20" fmla="*/ 92892 w 128305"/>
                <a:gd name="connsiteY20" fmla="*/ 143784 h 172601"/>
                <a:gd name="connsiteX21" fmla="*/ 127589 w 128305"/>
                <a:gd name="connsiteY21" fmla="*/ 7469 h 172601"/>
                <a:gd name="connsiteX22" fmla="*/ 74420 w 128305"/>
                <a:gd name="connsiteY22" fmla="*/ 139616 h 172601"/>
                <a:gd name="connsiteX23" fmla="*/ 61689 w 128305"/>
                <a:gd name="connsiteY23" fmla="*/ 156043 h 172601"/>
                <a:gd name="connsiteX24" fmla="*/ 38724 w 128305"/>
                <a:gd name="connsiteY24" fmla="*/ 165850 h 172601"/>
                <a:gd name="connsiteX25" fmla="*/ 20502 w 128305"/>
                <a:gd name="connsiteY25" fmla="*/ 142068 h 172601"/>
                <a:gd name="connsiteX26" fmla="*/ 33482 w 128305"/>
                <a:gd name="connsiteY26" fmla="*/ 92298 h 172601"/>
                <a:gd name="connsiteX27" fmla="*/ 64685 w 128305"/>
                <a:gd name="connsiteY27" fmla="*/ 69007 h 172601"/>
                <a:gd name="connsiteX28" fmla="*/ 86901 w 128305"/>
                <a:gd name="connsiteY28" fmla="*/ 90337 h 172601"/>
                <a:gd name="connsiteX29" fmla="*/ 86152 w 128305"/>
                <a:gd name="connsiteY29" fmla="*/ 93769 h 172601"/>
                <a:gd name="connsiteX30" fmla="*/ 74420 w 128305"/>
                <a:gd name="connsiteY30" fmla="*/ 139616 h 172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28305" h="172601">
                  <a:moveTo>
                    <a:pt x="127589" y="7469"/>
                  </a:moveTo>
                  <a:cubicBezTo>
                    <a:pt x="127839" y="6978"/>
                    <a:pt x="128588" y="3791"/>
                    <a:pt x="128588" y="3546"/>
                  </a:cubicBezTo>
                  <a:cubicBezTo>
                    <a:pt x="128588" y="2320"/>
                    <a:pt x="127589" y="114"/>
                    <a:pt x="124594" y="114"/>
                  </a:cubicBezTo>
                  <a:cubicBezTo>
                    <a:pt x="119601" y="114"/>
                    <a:pt x="98883" y="2075"/>
                    <a:pt x="92642" y="2565"/>
                  </a:cubicBezTo>
                  <a:cubicBezTo>
                    <a:pt x="90645" y="2811"/>
                    <a:pt x="87151" y="3056"/>
                    <a:pt x="87151" y="8204"/>
                  </a:cubicBezTo>
                  <a:cubicBezTo>
                    <a:pt x="87151" y="11637"/>
                    <a:pt x="90645" y="11637"/>
                    <a:pt x="93641" y="11637"/>
                  </a:cubicBezTo>
                  <a:cubicBezTo>
                    <a:pt x="105623" y="11637"/>
                    <a:pt x="105623" y="13353"/>
                    <a:pt x="105623" y="15314"/>
                  </a:cubicBezTo>
                  <a:cubicBezTo>
                    <a:pt x="105623" y="17031"/>
                    <a:pt x="105123" y="18502"/>
                    <a:pt x="104624" y="20708"/>
                  </a:cubicBezTo>
                  <a:lnTo>
                    <a:pt x="90396" y="76607"/>
                  </a:lnTo>
                  <a:cubicBezTo>
                    <a:pt x="85154" y="68517"/>
                    <a:pt x="76667" y="62142"/>
                    <a:pt x="64685" y="62142"/>
                  </a:cubicBezTo>
                  <a:cubicBezTo>
                    <a:pt x="32733" y="62142"/>
                    <a:pt x="282" y="96711"/>
                    <a:pt x="282" y="132016"/>
                  </a:cubicBezTo>
                  <a:cubicBezTo>
                    <a:pt x="282" y="155798"/>
                    <a:pt x="16508" y="172715"/>
                    <a:pt x="37975" y="172715"/>
                  </a:cubicBezTo>
                  <a:cubicBezTo>
                    <a:pt x="51455" y="172715"/>
                    <a:pt x="63437" y="165114"/>
                    <a:pt x="73421" y="155553"/>
                  </a:cubicBezTo>
                  <a:cubicBezTo>
                    <a:pt x="78164" y="170263"/>
                    <a:pt x="92642" y="172715"/>
                    <a:pt x="99133" y="172715"/>
                  </a:cubicBezTo>
                  <a:cubicBezTo>
                    <a:pt x="108119" y="172715"/>
                    <a:pt x="114359" y="167321"/>
                    <a:pt x="118853" y="159721"/>
                  </a:cubicBezTo>
                  <a:cubicBezTo>
                    <a:pt x="124344" y="150159"/>
                    <a:pt x="127589" y="136184"/>
                    <a:pt x="127589" y="135203"/>
                  </a:cubicBezTo>
                  <a:cubicBezTo>
                    <a:pt x="127589" y="132016"/>
                    <a:pt x="124344" y="132016"/>
                    <a:pt x="123595" y="132016"/>
                  </a:cubicBezTo>
                  <a:cubicBezTo>
                    <a:pt x="120101" y="132016"/>
                    <a:pt x="119851" y="132997"/>
                    <a:pt x="118104" y="139616"/>
                  </a:cubicBezTo>
                  <a:cubicBezTo>
                    <a:pt x="115108" y="151385"/>
                    <a:pt x="110365" y="165850"/>
                    <a:pt x="99881" y="165850"/>
                  </a:cubicBezTo>
                  <a:cubicBezTo>
                    <a:pt x="93391" y="165850"/>
                    <a:pt x="91644" y="160456"/>
                    <a:pt x="91644" y="153836"/>
                  </a:cubicBezTo>
                  <a:cubicBezTo>
                    <a:pt x="91644" y="149178"/>
                    <a:pt x="92143" y="146972"/>
                    <a:pt x="92892" y="143784"/>
                  </a:cubicBezTo>
                  <a:lnTo>
                    <a:pt x="127589" y="7469"/>
                  </a:lnTo>
                  <a:close/>
                  <a:moveTo>
                    <a:pt x="74420" y="139616"/>
                  </a:moveTo>
                  <a:cubicBezTo>
                    <a:pt x="72673" y="146481"/>
                    <a:pt x="67181" y="151385"/>
                    <a:pt x="61689" y="156043"/>
                  </a:cubicBezTo>
                  <a:cubicBezTo>
                    <a:pt x="59443" y="158004"/>
                    <a:pt x="49458" y="165850"/>
                    <a:pt x="38724" y="165850"/>
                  </a:cubicBezTo>
                  <a:cubicBezTo>
                    <a:pt x="29488" y="165850"/>
                    <a:pt x="20502" y="159475"/>
                    <a:pt x="20502" y="142068"/>
                  </a:cubicBezTo>
                  <a:cubicBezTo>
                    <a:pt x="20502" y="129074"/>
                    <a:pt x="27741" y="102105"/>
                    <a:pt x="33482" y="92298"/>
                  </a:cubicBezTo>
                  <a:cubicBezTo>
                    <a:pt x="44965" y="72685"/>
                    <a:pt x="57695" y="69007"/>
                    <a:pt x="64685" y="69007"/>
                  </a:cubicBezTo>
                  <a:cubicBezTo>
                    <a:pt x="82158" y="69007"/>
                    <a:pt x="86901" y="87640"/>
                    <a:pt x="86901" y="90337"/>
                  </a:cubicBezTo>
                  <a:cubicBezTo>
                    <a:pt x="86901" y="91318"/>
                    <a:pt x="86402" y="93034"/>
                    <a:pt x="86152" y="93769"/>
                  </a:cubicBezTo>
                  <a:lnTo>
                    <a:pt x="74420" y="139616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BC4C2CDE-548F-1F1F-AEBA-8F04AEBF6566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3027504" y="8916786"/>
              <a:ext cx="73281" cy="116631"/>
            </a:xfrm>
            <a:custGeom>
              <a:avLst/>
              <a:gdLst>
                <a:gd name="connsiteX0" fmla="*/ 45753 w 73281"/>
                <a:gd name="connsiteY0" fmla="*/ 5368 h 116631"/>
                <a:gd name="connsiteX1" fmla="*/ 39335 w 73281"/>
                <a:gd name="connsiteY1" fmla="*/ 115 h 116631"/>
                <a:gd name="connsiteX2" fmla="*/ 3318 w 73281"/>
                <a:gd name="connsiteY2" fmla="*/ 11322 h 116631"/>
                <a:gd name="connsiteX3" fmla="*/ 287 w 73281"/>
                <a:gd name="connsiteY3" fmla="*/ 11322 h 116631"/>
                <a:gd name="connsiteX4" fmla="*/ 287 w 73281"/>
                <a:gd name="connsiteY4" fmla="*/ 19028 h 116631"/>
                <a:gd name="connsiteX5" fmla="*/ 3318 w 73281"/>
                <a:gd name="connsiteY5" fmla="*/ 19028 h 116631"/>
                <a:gd name="connsiteX6" fmla="*/ 29350 w 73281"/>
                <a:gd name="connsiteY6" fmla="*/ 14124 h 116631"/>
                <a:gd name="connsiteX7" fmla="*/ 29350 w 73281"/>
                <a:gd name="connsiteY7" fmla="*/ 101686 h 116631"/>
                <a:gd name="connsiteX8" fmla="*/ 10450 w 73281"/>
                <a:gd name="connsiteY8" fmla="*/ 109041 h 116631"/>
                <a:gd name="connsiteX9" fmla="*/ 1535 w 73281"/>
                <a:gd name="connsiteY9" fmla="*/ 109041 h 116631"/>
                <a:gd name="connsiteX10" fmla="*/ 1535 w 73281"/>
                <a:gd name="connsiteY10" fmla="*/ 116746 h 116631"/>
                <a:gd name="connsiteX11" fmla="*/ 37552 w 73281"/>
                <a:gd name="connsiteY11" fmla="*/ 116046 h 116631"/>
                <a:gd name="connsiteX12" fmla="*/ 73568 w 73281"/>
                <a:gd name="connsiteY12" fmla="*/ 116746 h 116631"/>
                <a:gd name="connsiteX13" fmla="*/ 73568 w 73281"/>
                <a:gd name="connsiteY13" fmla="*/ 109041 h 116631"/>
                <a:gd name="connsiteX14" fmla="*/ 64653 w 73281"/>
                <a:gd name="connsiteY14" fmla="*/ 109041 h 116631"/>
                <a:gd name="connsiteX15" fmla="*/ 45753 w 73281"/>
                <a:gd name="connsiteY15" fmla="*/ 101686 h 116631"/>
                <a:gd name="connsiteX16" fmla="*/ 45753 w 73281"/>
                <a:gd name="connsiteY16" fmla="*/ 5368 h 1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281" h="116631">
                  <a:moveTo>
                    <a:pt x="45753" y="5368"/>
                  </a:moveTo>
                  <a:cubicBezTo>
                    <a:pt x="45753" y="115"/>
                    <a:pt x="45218" y="115"/>
                    <a:pt x="39335" y="115"/>
                  </a:cubicBezTo>
                  <a:cubicBezTo>
                    <a:pt x="26675" y="11322"/>
                    <a:pt x="6884" y="11322"/>
                    <a:pt x="3318" y="11322"/>
                  </a:cubicBezTo>
                  <a:lnTo>
                    <a:pt x="287" y="11322"/>
                  </a:lnTo>
                  <a:lnTo>
                    <a:pt x="287" y="19028"/>
                  </a:lnTo>
                  <a:lnTo>
                    <a:pt x="3318" y="19028"/>
                  </a:lnTo>
                  <a:cubicBezTo>
                    <a:pt x="7419" y="19028"/>
                    <a:pt x="19008" y="18502"/>
                    <a:pt x="29350" y="14124"/>
                  </a:cubicBezTo>
                  <a:lnTo>
                    <a:pt x="29350" y="101686"/>
                  </a:lnTo>
                  <a:cubicBezTo>
                    <a:pt x="29350" y="107115"/>
                    <a:pt x="29350" y="109041"/>
                    <a:pt x="10450" y="109041"/>
                  </a:cubicBezTo>
                  <a:lnTo>
                    <a:pt x="1535" y="109041"/>
                  </a:lnTo>
                  <a:lnTo>
                    <a:pt x="1535" y="116746"/>
                  </a:lnTo>
                  <a:cubicBezTo>
                    <a:pt x="11341" y="116046"/>
                    <a:pt x="27210" y="116046"/>
                    <a:pt x="37552" y="116046"/>
                  </a:cubicBezTo>
                  <a:cubicBezTo>
                    <a:pt x="47893" y="116046"/>
                    <a:pt x="63762" y="116046"/>
                    <a:pt x="73568" y="116746"/>
                  </a:cubicBezTo>
                  <a:lnTo>
                    <a:pt x="73568" y="109041"/>
                  </a:lnTo>
                  <a:lnTo>
                    <a:pt x="64653" y="109041"/>
                  </a:lnTo>
                  <a:cubicBezTo>
                    <a:pt x="45753" y="109041"/>
                    <a:pt x="45753" y="107115"/>
                    <a:pt x="45753" y="101686"/>
                  </a:cubicBezTo>
                  <a:lnTo>
                    <a:pt x="45753" y="5368"/>
                  </a:lnTo>
                  <a:close/>
                </a:path>
              </a:pathLst>
            </a:custGeom>
            <a:grpFill/>
            <a:ln w="35060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grpSp>
        <p:nvGrpSpPr>
          <p:cNvPr id="80" name="Group 79" descr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 title="IguanaTex Vector Display">
            <a:extLst>
              <a:ext uri="{FF2B5EF4-FFF2-40B4-BE49-F238E27FC236}">
                <a16:creationId xmlns:a16="http://schemas.microsoft.com/office/drawing/2014/main" id="{F45E2FB1-7706-1019-3267-A2665CD2FCC7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1585283" y="4458334"/>
            <a:ext cx="3726888" cy="867767"/>
            <a:chOff x="9969390" y="4471220"/>
            <a:chExt cx="3726888" cy="867767"/>
          </a:xfrm>
          <a:solidFill>
            <a:srgbClr val="2683C6"/>
          </a:solidFill>
        </p:grpSpPr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CAEB9C7D-9A62-3516-940D-B2266F32F959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10030388" y="4682233"/>
              <a:ext cx="118248" cy="32617"/>
            </a:xfrm>
            <a:custGeom>
              <a:avLst/>
              <a:gdLst>
                <a:gd name="connsiteX0" fmla="*/ 118429 w 118248"/>
                <a:gd name="connsiteY0" fmla="*/ 5347 h 32617"/>
                <a:gd name="connsiteX1" fmla="*/ 112748 w 118248"/>
                <a:gd name="connsiteY1" fmla="*/ 86 h 32617"/>
                <a:gd name="connsiteX2" fmla="*/ 83630 w 118248"/>
                <a:gd name="connsiteY2" fmla="*/ 16921 h 32617"/>
                <a:gd name="connsiteX3" fmla="*/ 60548 w 118248"/>
                <a:gd name="connsiteY3" fmla="*/ 8153 h 32617"/>
                <a:gd name="connsiteX4" fmla="*/ 38532 w 118248"/>
                <a:gd name="connsiteY4" fmla="*/ 86 h 32617"/>
                <a:gd name="connsiteX5" fmla="*/ 181 w 118248"/>
                <a:gd name="connsiteY5" fmla="*/ 27443 h 32617"/>
                <a:gd name="connsiteX6" fmla="*/ 5863 w 118248"/>
                <a:gd name="connsiteY6" fmla="*/ 32704 h 32617"/>
                <a:gd name="connsiteX7" fmla="*/ 34981 w 118248"/>
                <a:gd name="connsiteY7" fmla="*/ 15869 h 32617"/>
                <a:gd name="connsiteX8" fmla="*/ 58063 w 118248"/>
                <a:gd name="connsiteY8" fmla="*/ 24637 h 32617"/>
                <a:gd name="connsiteX9" fmla="*/ 80079 w 118248"/>
                <a:gd name="connsiteY9" fmla="*/ 32704 h 32617"/>
                <a:gd name="connsiteX10" fmla="*/ 118429 w 118248"/>
                <a:gd name="connsiteY10" fmla="*/ 5347 h 32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48" h="32617">
                  <a:moveTo>
                    <a:pt x="118429" y="5347"/>
                  </a:moveTo>
                  <a:lnTo>
                    <a:pt x="112748" y="86"/>
                  </a:lnTo>
                  <a:cubicBezTo>
                    <a:pt x="112748" y="437"/>
                    <a:pt x="99254" y="16921"/>
                    <a:pt x="83630" y="16921"/>
                  </a:cubicBezTo>
                  <a:cubicBezTo>
                    <a:pt x="75462" y="16921"/>
                    <a:pt x="66585" y="11660"/>
                    <a:pt x="60548" y="8153"/>
                  </a:cubicBezTo>
                  <a:cubicBezTo>
                    <a:pt x="50961" y="2541"/>
                    <a:pt x="44569" y="86"/>
                    <a:pt x="38532" y="86"/>
                  </a:cubicBezTo>
                  <a:cubicBezTo>
                    <a:pt x="25038" y="86"/>
                    <a:pt x="18291" y="7802"/>
                    <a:pt x="181" y="27443"/>
                  </a:cubicBezTo>
                  <a:lnTo>
                    <a:pt x="5863" y="32704"/>
                  </a:lnTo>
                  <a:cubicBezTo>
                    <a:pt x="5863" y="32353"/>
                    <a:pt x="19357" y="15869"/>
                    <a:pt x="34981" y="15869"/>
                  </a:cubicBezTo>
                  <a:cubicBezTo>
                    <a:pt x="43148" y="15869"/>
                    <a:pt x="52026" y="21130"/>
                    <a:pt x="58063" y="24637"/>
                  </a:cubicBezTo>
                  <a:cubicBezTo>
                    <a:pt x="67650" y="30249"/>
                    <a:pt x="74042" y="32704"/>
                    <a:pt x="80079" y="32704"/>
                  </a:cubicBezTo>
                  <a:cubicBezTo>
                    <a:pt x="93572" y="32704"/>
                    <a:pt x="100319" y="24988"/>
                    <a:pt x="118429" y="5347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543A48F8-CCDF-A667-CBBC-6604CC68F3C9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9969390" y="4767656"/>
              <a:ext cx="242887" cy="238495"/>
            </a:xfrm>
            <a:custGeom>
              <a:avLst/>
              <a:gdLst>
                <a:gd name="connsiteX0" fmla="*/ 243068 w 242887"/>
                <a:gd name="connsiteY0" fmla="*/ 142485 h 238495"/>
                <a:gd name="connsiteX1" fmla="*/ 226378 w 242887"/>
                <a:gd name="connsiteY1" fmla="*/ 142485 h 238495"/>
                <a:gd name="connsiteX2" fmla="*/ 142930 w 242887"/>
                <a:gd name="connsiteY2" fmla="*/ 222100 h 238495"/>
                <a:gd name="connsiteX3" fmla="*/ 88955 w 242887"/>
                <a:gd name="connsiteY3" fmla="*/ 222100 h 238495"/>
                <a:gd name="connsiteX4" fmla="*/ 88955 w 242887"/>
                <a:gd name="connsiteY4" fmla="*/ 123195 h 238495"/>
                <a:gd name="connsiteX5" fmla="*/ 108485 w 242887"/>
                <a:gd name="connsiteY5" fmla="*/ 123195 h 238495"/>
                <a:gd name="connsiteX6" fmla="*/ 146126 w 242887"/>
                <a:gd name="connsiteY6" fmla="*/ 164230 h 238495"/>
                <a:gd name="connsiteX7" fmla="*/ 162816 w 242887"/>
                <a:gd name="connsiteY7" fmla="*/ 164230 h 238495"/>
                <a:gd name="connsiteX8" fmla="*/ 162816 w 242887"/>
                <a:gd name="connsiteY8" fmla="*/ 65675 h 238495"/>
                <a:gd name="connsiteX9" fmla="*/ 146126 w 242887"/>
                <a:gd name="connsiteY9" fmla="*/ 65675 h 238495"/>
                <a:gd name="connsiteX10" fmla="*/ 108485 w 242887"/>
                <a:gd name="connsiteY10" fmla="*/ 106710 h 238495"/>
                <a:gd name="connsiteX11" fmla="*/ 88955 w 242887"/>
                <a:gd name="connsiteY11" fmla="*/ 106710 h 238495"/>
                <a:gd name="connsiteX12" fmla="*/ 88955 w 242887"/>
                <a:gd name="connsiteY12" fmla="*/ 16573 h 238495"/>
                <a:gd name="connsiteX13" fmla="*/ 142930 w 242887"/>
                <a:gd name="connsiteY13" fmla="*/ 16573 h 238495"/>
                <a:gd name="connsiteX14" fmla="*/ 215015 w 242887"/>
                <a:gd name="connsiteY14" fmla="*/ 84614 h 238495"/>
                <a:gd name="connsiteX15" fmla="*/ 231705 w 242887"/>
                <a:gd name="connsiteY15" fmla="*/ 84614 h 238495"/>
                <a:gd name="connsiteX16" fmla="*/ 220697 w 242887"/>
                <a:gd name="connsiteY16" fmla="*/ 89 h 238495"/>
                <a:gd name="connsiteX17" fmla="*/ 180 w 242887"/>
                <a:gd name="connsiteY17" fmla="*/ 89 h 238495"/>
                <a:gd name="connsiteX18" fmla="*/ 180 w 242887"/>
                <a:gd name="connsiteY18" fmla="*/ 16573 h 238495"/>
                <a:gd name="connsiteX19" fmla="*/ 38531 w 242887"/>
                <a:gd name="connsiteY19" fmla="*/ 16573 h 238495"/>
                <a:gd name="connsiteX20" fmla="*/ 38531 w 242887"/>
                <a:gd name="connsiteY20" fmla="*/ 222100 h 238495"/>
                <a:gd name="connsiteX21" fmla="*/ 180 w 242887"/>
                <a:gd name="connsiteY21" fmla="*/ 222100 h 238495"/>
                <a:gd name="connsiteX22" fmla="*/ 180 w 242887"/>
                <a:gd name="connsiteY22" fmla="*/ 238584 h 238495"/>
                <a:gd name="connsiteX23" fmla="*/ 226733 w 242887"/>
                <a:gd name="connsiteY23" fmla="*/ 238584 h 238495"/>
                <a:gd name="connsiteX24" fmla="*/ 243068 w 242887"/>
                <a:gd name="connsiteY24" fmla="*/ 142485 h 238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42887" h="238495">
                  <a:moveTo>
                    <a:pt x="243068" y="142485"/>
                  </a:moveTo>
                  <a:lnTo>
                    <a:pt x="226378" y="142485"/>
                  </a:lnTo>
                  <a:cubicBezTo>
                    <a:pt x="218566" y="190885"/>
                    <a:pt x="208623" y="222100"/>
                    <a:pt x="142930" y="222100"/>
                  </a:cubicBezTo>
                  <a:lnTo>
                    <a:pt x="88955" y="222100"/>
                  </a:lnTo>
                  <a:lnTo>
                    <a:pt x="88955" y="123195"/>
                  </a:lnTo>
                  <a:lnTo>
                    <a:pt x="108485" y="123195"/>
                  </a:lnTo>
                  <a:cubicBezTo>
                    <a:pt x="142575" y="123195"/>
                    <a:pt x="146126" y="138276"/>
                    <a:pt x="146126" y="164230"/>
                  </a:cubicBezTo>
                  <a:lnTo>
                    <a:pt x="162816" y="164230"/>
                  </a:lnTo>
                  <a:lnTo>
                    <a:pt x="162816" y="65675"/>
                  </a:lnTo>
                  <a:lnTo>
                    <a:pt x="146126" y="65675"/>
                  </a:lnTo>
                  <a:cubicBezTo>
                    <a:pt x="146126" y="91629"/>
                    <a:pt x="142930" y="106710"/>
                    <a:pt x="108485" y="106710"/>
                  </a:cubicBezTo>
                  <a:lnTo>
                    <a:pt x="88955" y="106710"/>
                  </a:lnTo>
                  <a:lnTo>
                    <a:pt x="88955" y="16573"/>
                  </a:lnTo>
                  <a:lnTo>
                    <a:pt x="142930" y="16573"/>
                  </a:lnTo>
                  <a:cubicBezTo>
                    <a:pt x="200101" y="16573"/>
                    <a:pt x="209334" y="42176"/>
                    <a:pt x="215015" y="84614"/>
                  </a:cubicBezTo>
                  <a:lnTo>
                    <a:pt x="231705" y="84614"/>
                  </a:lnTo>
                  <a:lnTo>
                    <a:pt x="220697" y="89"/>
                  </a:lnTo>
                  <a:lnTo>
                    <a:pt x="180" y="89"/>
                  </a:lnTo>
                  <a:lnTo>
                    <a:pt x="180" y="16573"/>
                  </a:lnTo>
                  <a:lnTo>
                    <a:pt x="38531" y="16573"/>
                  </a:lnTo>
                  <a:lnTo>
                    <a:pt x="38531" y="222100"/>
                  </a:lnTo>
                  <a:lnTo>
                    <a:pt x="180" y="222100"/>
                  </a:lnTo>
                  <a:lnTo>
                    <a:pt x="180" y="238584"/>
                  </a:lnTo>
                  <a:lnTo>
                    <a:pt x="226733" y="238584"/>
                  </a:lnTo>
                  <a:lnTo>
                    <a:pt x="243068" y="142485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3F335EE9-4C88-FB2C-7C26-F8521182126F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0342359" y="4877434"/>
              <a:ext cx="236140" cy="82070"/>
            </a:xfrm>
            <a:custGeom>
              <a:avLst/>
              <a:gdLst>
                <a:gd name="connsiteX0" fmla="*/ 224258 w 236140"/>
                <a:gd name="connsiteY0" fmla="*/ 14118 h 82070"/>
                <a:gd name="connsiteX1" fmla="*/ 236331 w 236140"/>
                <a:gd name="connsiteY1" fmla="*/ 7103 h 82070"/>
                <a:gd name="connsiteX2" fmla="*/ 224613 w 236140"/>
                <a:gd name="connsiteY2" fmla="*/ 89 h 82070"/>
                <a:gd name="connsiteX3" fmla="*/ 11909 w 236140"/>
                <a:gd name="connsiteY3" fmla="*/ 89 h 82070"/>
                <a:gd name="connsiteX4" fmla="*/ 190 w 236140"/>
                <a:gd name="connsiteY4" fmla="*/ 7103 h 82070"/>
                <a:gd name="connsiteX5" fmla="*/ 12264 w 236140"/>
                <a:gd name="connsiteY5" fmla="*/ 14118 h 82070"/>
                <a:gd name="connsiteX6" fmla="*/ 224258 w 236140"/>
                <a:gd name="connsiteY6" fmla="*/ 14118 h 82070"/>
                <a:gd name="connsiteX7" fmla="*/ 224613 w 236140"/>
                <a:gd name="connsiteY7" fmla="*/ 82159 h 82070"/>
                <a:gd name="connsiteX8" fmla="*/ 236331 w 236140"/>
                <a:gd name="connsiteY8" fmla="*/ 75145 h 82070"/>
                <a:gd name="connsiteX9" fmla="*/ 224258 w 236140"/>
                <a:gd name="connsiteY9" fmla="*/ 68130 h 82070"/>
                <a:gd name="connsiteX10" fmla="*/ 12264 w 236140"/>
                <a:gd name="connsiteY10" fmla="*/ 68130 h 82070"/>
                <a:gd name="connsiteX11" fmla="*/ 190 w 236140"/>
                <a:gd name="connsiteY11" fmla="*/ 75145 h 82070"/>
                <a:gd name="connsiteX12" fmla="*/ 11909 w 236140"/>
                <a:gd name="connsiteY12" fmla="*/ 82159 h 82070"/>
                <a:gd name="connsiteX13" fmla="*/ 224613 w 236140"/>
                <a:gd name="connsiteY13" fmla="*/ 82159 h 8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140" h="82070">
                  <a:moveTo>
                    <a:pt x="224258" y="14118"/>
                  </a:moveTo>
                  <a:cubicBezTo>
                    <a:pt x="229584" y="14118"/>
                    <a:pt x="236331" y="14118"/>
                    <a:pt x="236331" y="7103"/>
                  </a:cubicBezTo>
                  <a:cubicBezTo>
                    <a:pt x="236331" y="89"/>
                    <a:pt x="229584" y="89"/>
                    <a:pt x="224613" y="89"/>
                  </a:cubicBezTo>
                  <a:lnTo>
                    <a:pt x="11909" y="89"/>
                  </a:lnTo>
                  <a:cubicBezTo>
                    <a:pt x="6937" y="89"/>
                    <a:pt x="190" y="89"/>
                    <a:pt x="190" y="7103"/>
                  </a:cubicBezTo>
                  <a:cubicBezTo>
                    <a:pt x="190" y="14118"/>
                    <a:pt x="6937" y="14118"/>
                    <a:pt x="12264" y="14118"/>
                  </a:cubicBezTo>
                  <a:lnTo>
                    <a:pt x="224258" y="14118"/>
                  </a:lnTo>
                  <a:close/>
                  <a:moveTo>
                    <a:pt x="224613" y="82159"/>
                  </a:moveTo>
                  <a:cubicBezTo>
                    <a:pt x="229584" y="82159"/>
                    <a:pt x="236331" y="82159"/>
                    <a:pt x="236331" y="75145"/>
                  </a:cubicBezTo>
                  <a:cubicBezTo>
                    <a:pt x="236331" y="68130"/>
                    <a:pt x="229584" y="68130"/>
                    <a:pt x="224258" y="68130"/>
                  </a:cubicBezTo>
                  <a:lnTo>
                    <a:pt x="12264" y="68130"/>
                  </a:lnTo>
                  <a:cubicBezTo>
                    <a:pt x="6937" y="68130"/>
                    <a:pt x="190" y="68130"/>
                    <a:pt x="190" y="75145"/>
                  </a:cubicBezTo>
                  <a:cubicBezTo>
                    <a:pt x="190" y="82159"/>
                    <a:pt x="6937" y="82159"/>
                    <a:pt x="11909" y="82159"/>
                  </a:cubicBezTo>
                  <a:lnTo>
                    <a:pt x="224613" y="82159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F7D1908-FEE0-049B-C49D-934C84A4F6A0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0706532" y="4765551"/>
              <a:ext cx="289760" cy="243405"/>
            </a:xfrm>
            <a:custGeom>
              <a:avLst/>
              <a:gdLst>
                <a:gd name="connsiteX0" fmla="*/ 253742 w 289760"/>
                <a:gd name="connsiteY0" fmla="*/ 24289 h 243405"/>
                <a:gd name="connsiteX1" fmla="*/ 283215 w 289760"/>
                <a:gd name="connsiteY1" fmla="*/ 16573 h 243405"/>
                <a:gd name="connsiteX2" fmla="*/ 289962 w 289760"/>
                <a:gd name="connsiteY2" fmla="*/ 16573 h 243405"/>
                <a:gd name="connsiteX3" fmla="*/ 289962 w 289760"/>
                <a:gd name="connsiteY3" fmla="*/ 89 h 243405"/>
                <a:gd name="connsiteX4" fmla="*/ 249836 w 289760"/>
                <a:gd name="connsiteY4" fmla="*/ 1141 h 243405"/>
                <a:gd name="connsiteX5" fmla="*/ 203318 w 289760"/>
                <a:gd name="connsiteY5" fmla="*/ 89 h 243405"/>
                <a:gd name="connsiteX6" fmla="*/ 203318 w 289760"/>
                <a:gd name="connsiteY6" fmla="*/ 16573 h 243405"/>
                <a:gd name="connsiteX7" fmla="*/ 234566 w 289760"/>
                <a:gd name="connsiteY7" fmla="*/ 20782 h 243405"/>
                <a:gd name="connsiteX8" fmla="*/ 233146 w 289760"/>
                <a:gd name="connsiteY8" fmla="*/ 24991 h 243405"/>
                <a:gd name="connsiteX9" fmla="*/ 161416 w 289760"/>
                <a:gd name="connsiteY9" fmla="*/ 184572 h 243405"/>
                <a:gd name="connsiteX10" fmla="*/ 85780 w 289760"/>
                <a:gd name="connsiteY10" fmla="*/ 16573 h 243405"/>
                <a:gd name="connsiteX11" fmla="*/ 119159 w 289760"/>
                <a:gd name="connsiteY11" fmla="*/ 16573 h 243405"/>
                <a:gd name="connsiteX12" fmla="*/ 119159 w 289760"/>
                <a:gd name="connsiteY12" fmla="*/ 89 h 243405"/>
                <a:gd name="connsiteX13" fmla="*/ 56307 w 289760"/>
                <a:gd name="connsiteY13" fmla="*/ 1141 h 243405"/>
                <a:gd name="connsiteX14" fmla="*/ 201 w 289760"/>
                <a:gd name="connsiteY14" fmla="*/ 89 h 243405"/>
                <a:gd name="connsiteX15" fmla="*/ 201 w 289760"/>
                <a:gd name="connsiteY15" fmla="*/ 16573 h 243405"/>
                <a:gd name="connsiteX16" fmla="*/ 32870 w 289760"/>
                <a:gd name="connsiteY16" fmla="*/ 16573 h 243405"/>
                <a:gd name="connsiteX17" fmla="*/ 130877 w 289760"/>
                <a:gd name="connsiteY17" fmla="*/ 234375 h 243405"/>
                <a:gd name="connsiteX18" fmla="*/ 145081 w 289760"/>
                <a:gd name="connsiteY18" fmla="*/ 243494 h 243405"/>
                <a:gd name="connsiteX19" fmla="*/ 159285 w 289760"/>
                <a:gd name="connsiteY19" fmla="*/ 235077 h 243405"/>
                <a:gd name="connsiteX20" fmla="*/ 253742 w 289760"/>
                <a:gd name="connsiteY20" fmla="*/ 24289 h 243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9760" h="243405">
                  <a:moveTo>
                    <a:pt x="253742" y="24289"/>
                  </a:moveTo>
                  <a:cubicBezTo>
                    <a:pt x="255872" y="19730"/>
                    <a:pt x="257293" y="16573"/>
                    <a:pt x="283215" y="16573"/>
                  </a:cubicBezTo>
                  <a:lnTo>
                    <a:pt x="289962" y="16573"/>
                  </a:lnTo>
                  <a:lnTo>
                    <a:pt x="289962" y="89"/>
                  </a:lnTo>
                  <a:cubicBezTo>
                    <a:pt x="276468" y="440"/>
                    <a:pt x="259423" y="1141"/>
                    <a:pt x="249836" y="1141"/>
                  </a:cubicBezTo>
                  <a:cubicBezTo>
                    <a:pt x="235632" y="1141"/>
                    <a:pt x="217167" y="1141"/>
                    <a:pt x="203318" y="89"/>
                  </a:cubicBezTo>
                  <a:lnTo>
                    <a:pt x="203318" y="16573"/>
                  </a:lnTo>
                  <a:cubicBezTo>
                    <a:pt x="206514" y="16573"/>
                    <a:pt x="234566" y="16573"/>
                    <a:pt x="234566" y="20782"/>
                  </a:cubicBezTo>
                  <a:cubicBezTo>
                    <a:pt x="234566" y="22185"/>
                    <a:pt x="233501" y="23938"/>
                    <a:pt x="233146" y="24991"/>
                  </a:cubicBezTo>
                  <a:lnTo>
                    <a:pt x="161416" y="184572"/>
                  </a:lnTo>
                  <a:lnTo>
                    <a:pt x="85780" y="16573"/>
                  </a:lnTo>
                  <a:lnTo>
                    <a:pt x="119159" y="16573"/>
                  </a:lnTo>
                  <a:lnTo>
                    <a:pt x="119159" y="89"/>
                  </a:lnTo>
                  <a:cubicBezTo>
                    <a:pt x="105665" y="1141"/>
                    <a:pt x="71576" y="1141"/>
                    <a:pt x="56307" y="1141"/>
                  </a:cubicBezTo>
                  <a:cubicBezTo>
                    <a:pt x="42458" y="1141"/>
                    <a:pt x="12629" y="1141"/>
                    <a:pt x="201" y="89"/>
                  </a:cubicBezTo>
                  <a:lnTo>
                    <a:pt x="201" y="16573"/>
                  </a:lnTo>
                  <a:lnTo>
                    <a:pt x="32870" y="16573"/>
                  </a:lnTo>
                  <a:lnTo>
                    <a:pt x="130877" y="234375"/>
                  </a:lnTo>
                  <a:cubicBezTo>
                    <a:pt x="133718" y="240689"/>
                    <a:pt x="135139" y="243494"/>
                    <a:pt x="145081" y="243494"/>
                  </a:cubicBezTo>
                  <a:cubicBezTo>
                    <a:pt x="150763" y="243494"/>
                    <a:pt x="155379" y="243494"/>
                    <a:pt x="159285" y="235077"/>
                  </a:cubicBezTo>
                  <a:lnTo>
                    <a:pt x="253742" y="24289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C9C5B2F7-44CF-85AC-40CA-0A9DC59B150A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1023427" y="4849025"/>
              <a:ext cx="116117" cy="160984"/>
            </a:xfrm>
            <a:custGeom>
              <a:avLst/>
              <a:gdLst>
                <a:gd name="connsiteX0" fmla="*/ 62352 w 116117"/>
                <a:gd name="connsiteY0" fmla="*/ 89174 h 160984"/>
                <a:gd name="connsiteX1" fmla="*/ 99282 w 116117"/>
                <a:gd name="connsiteY1" fmla="*/ 121441 h 160984"/>
                <a:gd name="connsiteX2" fmla="*/ 59156 w 116117"/>
                <a:gd name="connsiteY2" fmla="*/ 153357 h 160984"/>
                <a:gd name="connsiteX3" fmla="*/ 9797 w 116117"/>
                <a:gd name="connsiteY3" fmla="*/ 103554 h 160984"/>
                <a:gd name="connsiteX4" fmla="*/ 4826 w 116117"/>
                <a:gd name="connsiteY4" fmla="*/ 97591 h 160984"/>
                <a:gd name="connsiteX5" fmla="*/ 210 w 116117"/>
                <a:gd name="connsiteY5" fmla="*/ 106360 h 160984"/>
                <a:gd name="connsiteX6" fmla="*/ 210 w 116117"/>
                <a:gd name="connsiteY6" fmla="*/ 152656 h 160984"/>
                <a:gd name="connsiteX7" fmla="*/ 4116 w 116117"/>
                <a:gd name="connsiteY7" fmla="*/ 161073 h 160984"/>
                <a:gd name="connsiteX8" fmla="*/ 12993 w 116117"/>
                <a:gd name="connsiteY8" fmla="*/ 154059 h 160984"/>
                <a:gd name="connsiteX9" fmla="*/ 20095 w 116117"/>
                <a:gd name="connsiteY9" fmla="*/ 145992 h 160984"/>
                <a:gd name="connsiteX10" fmla="*/ 59156 w 116117"/>
                <a:gd name="connsiteY10" fmla="*/ 161073 h 160984"/>
                <a:gd name="connsiteX11" fmla="*/ 116327 w 116117"/>
                <a:gd name="connsiteY11" fmla="*/ 112322 h 160984"/>
                <a:gd name="connsiteX12" fmla="*/ 101413 w 116117"/>
                <a:gd name="connsiteY12" fmla="*/ 79003 h 160984"/>
                <a:gd name="connsiteX13" fmla="*/ 60932 w 116117"/>
                <a:gd name="connsiteY13" fmla="*/ 62168 h 160984"/>
                <a:gd name="connsiteX14" fmla="*/ 17255 w 116117"/>
                <a:gd name="connsiteY14" fmla="*/ 33408 h 160984"/>
                <a:gd name="connsiteX15" fmla="*/ 57026 w 116117"/>
                <a:gd name="connsiteY15" fmla="*/ 6753 h 160984"/>
                <a:gd name="connsiteX16" fmla="*/ 98572 w 116117"/>
                <a:gd name="connsiteY16" fmla="*/ 49191 h 160984"/>
                <a:gd name="connsiteX17" fmla="*/ 102833 w 116117"/>
                <a:gd name="connsiteY17" fmla="*/ 52347 h 160984"/>
                <a:gd name="connsiteX18" fmla="*/ 107450 w 116117"/>
                <a:gd name="connsiteY18" fmla="*/ 43930 h 160984"/>
                <a:gd name="connsiteX19" fmla="*/ 107450 w 116117"/>
                <a:gd name="connsiteY19" fmla="*/ 8506 h 160984"/>
                <a:gd name="connsiteX20" fmla="*/ 103544 w 116117"/>
                <a:gd name="connsiteY20" fmla="*/ 89 h 160984"/>
                <a:gd name="connsiteX21" fmla="*/ 96442 w 116117"/>
                <a:gd name="connsiteY21" fmla="*/ 4298 h 160984"/>
                <a:gd name="connsiteX22" fmla="*/ 90405 w 116117"/>
                <a:gd name="connsiteY22" fmla="*/ 9909 h 160984"/>
                <a:gd name="connsiteX23" fmla="*/ 57026 w 116117"/>
                <a:gd name="connsiteY23" fmla="*/ 89 h 160984"/>
                <a:gd name="connsiteX24" fmla="*/ 210 w 116117"/>
                <a:gd name="connsiteY24" fmla="*/ 43229 h 160984"/>
                <a:gd name="connsiteX25" fmla="*/ 15479 w 116117"/>
                <a:gd name="connsiteY25" fmla="*/ 73040 h 160984"/>
                <a:gd name="connsiteX26" fmla="*/ 62352 w 116117"/>
                <a:gd name="connsiteY26" fmla="*/ 89174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6117" h="160984">
                  <a:moveTo>
                    <a:pt x="62352" y="89174"/>
                  </a:moveTo>
                  <a:cubicBezTo>
                    <a:pt x="70164" y="90577"/>
                    <a:pt x="99282" y="96189"/>
                    <a:pt x="99282" y="121441"/>
                  </a:cubicBezTo>
                  <a:cubicBezTo>
                    <a:pt x="99282" y="139328"/>
                    <a:pt x="86854" y="153357"/>
                    <a:pt x="59156" y="153357"/>
                  </a:cubicBezTo>
                  <a:cubicBezTo>
                    <a:pt x="29328" y="153357"/>
                    <a:pt x="16544" y="133366"/>
                    <a:pt x="9797" y="103554"/>
                  </a:cubicBezTo>
                  <a:cubicBezTo>
                    <a:pt x="8732" y="98994"/>
                    <a:pt x="8377" y="97591"/>
                    <a:pt x="4826" y="97591"/>
                  </a:cubicBezTo>
                  <a:cubicBezTo>
                    <a:pt x="210" y="97591"/>
                    <a:pt x="210" y="100047"/>
                    <a:pt x="210" y="106360"/>
                  </a:cubicBezTo>
                  <a:lnTo>
                    <a:pt x="210" y="152656"/>
                  </a:lnTo>
                  <a:cubicBezTo>
                    <a:pt x="210" y="158618"/>
                    <a:pt x="210" y="161073"/>
                    <a:pt x="4116" y="161073"/>
                  </a:cubicBezTo>
                  <a:cubicBezTo>
                    <a:pt x="5891" y="161073"/>
                    <a:pt x="6246" y="160723"/>
                    <a:pt x="12993" y="154059"/>
                  </a:cubicBezTo>
                  <a:cubicBezTo>
                    <a:pt x="13703" y="153357"/>
                    <a:pt x="13703" y="152656"/>
                    <a:pt x="20095" y="145992"/>
                  </a:cubicBezTo>
                  <a:cubicBezTo>
                    <a:pt x="35720" y="160723"/>
                    <a:pt x="51699" y="161073"/>
                    <a:pt x="59156" y="161073"/>
                  </a:cubicBezTo>
                  <a:cubicBezTo>
                    <a:pt x="99993" y="161073"/>
                    <a:pt x="116327" y="137574"/>
                    <a:pt x="116327" y="112322"/>
                  </a:cubicBezTo>
                  <a:cubicBezTo>
                    <a:pt x="116327" y="93733"/>
                    <a:pt x="105674" y="83212"/>
                    <a:pt x="101413" y="79003"/>
                  </a:cubicBezTo>
                  <a:cubicBezTo>
                    <a:pt x="89695" y="67780"/>
                    <a:pt x="75846" y="64974"/>
                    <a:pt x="60932" y="62168"/>
                  </a:cubicBezTo>
                  <a:cubicBezTo>
                    <a:pt x="41046" y="58310"/>
                    <a:pt x="17255" y="53750"/>
                    <a:pt x="17255" y="33408"/>
                  </a:cubicBezTo>
                  <a:cubicBezTo>
                    <a:pt x="17255" y="21133"/>
                    <a:pt x="26487" y="6753"/>
                    <a:pt x="57026" y="6753"/>
                  </a:cubicBezTo>
                  <a:cubicBezTo>
                    <a:pt x="96087" y="6753"/>
                    <a:pt x="97862" y="38318"/>
                    <a:pt x="98572" y="49191"/>
                  </a:cubicBezTo>
                  <a:cubicBezTo>
                    <a:pt x="98927" y="52347"/>
                    <a:pt x="102123" y="52347"/>
                    <a:pt x="102833" y="52347"/>
                  </a:cubicBezTo>
                  <a:cubicBezTo>
                    <a:pt x="107450" y="52347"/>
                    <a:pt x="107450" y="50594"/>
                    <a:pt x="107450" y="43930"/>
                  </a:cubicBezTo>
                  <a:lnTo>
                    <a:pt x="107450" y="8506"/>
                  </a:lnTo>
                  <a:cubicBezTo>
                    <a:pt x="107450" y="2544"/>
                    <a:pt x="107450" y="89"/>
                    <a:pt x="103544" y="89"/>
                  </a:cubicBezTo>
                  <a:cubicBezTo>
                    <a:pt x="101768" y="89"/>
                    <a:pt x="101058" y="89"/>
                    <a:pt x="96442" y="4298"/>
                  </a:cubicBezTo>
                  <a:cubicBezTo>
                    <a:pt x="95376" y="5701"/>
                    <a:pt x="91825" y="8857"/>
                    <a:pt x="90405" y="9909"/>
                  </a:cubicBezTo>
                  <a:cubicBezTo>
                    <a:pt x="76911" y="89"/>
                    <a:pt x="62352" y="89"/>
                    <a:pt x="57026" y="89"/>
                  </a:cubicBezTo>
                  <a:cubicBezTo>
                    <a:pt x="13703" y="89"/>
                    <a:pt x="210" y="23588"/>
                    <a:pt x="210" y="43229"/>
                  </a:cubicBezTo>
                  <a:cubicBezTo>
                    <a:pt x="210" y="55504"/>
                    <a:pt x="5891" y="65324"/>
                    <a:pt x="15479" y="73040"/>
                  </a:cubicBezTo>
                  <a:cubicBezTo>
                    <a:pt x="26842" y="82159"/>
                    <a:pt x="36785" y="84264"/>
                    <a:pt x="62352" y="89174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F59432FF-E3E8-5E66-5C39-C45CC31D328F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1161719" y="4849025"/>
              <a:ext cx="157308" cy="160984"/>
            </a:xfrm>
            <a:custGeom>
              <a:avLst/>
              <a:gdLst>
                <a:gd name="connsiteX0" fmla="*/ 157523 w 157308"/>
                <a:gd name="connsiteY0" fmla="*/ 82159 h 160984"/>
                <a:gd name="connsiteX1" fmla="*/ 79046 w 157308"/>
                <a:gd name="connsiteY1" fmla="*/ 89 h 160984"/>
                <a:gd name="connsiteX2" fmla="*/ 214 w 157308"/>
                <a:gd name="connsiteY2" fmla="*/ 82159 h 160984"/>
                <a:gd name="connsiteX3" fmla="*/ 78691 w 157308"/>
                <a:gd name="connsiteY3" fmla="*/ 161073 h 160984"/>
                <a:gd name="connsiteX4" fmla="*/ 157523 w 157308"/>
                <a:gd name="connsiteY4" fmla="*/ 82159 h 160984"/>
                <a:gd name="connsiteX5" fmla="*/ 79046 w 157308"/>
                <a:gd name="connsiteY5" fmla="*/ 152305 h 160984"/>
                <a:gd name="connsiteX6" fmla="*/ 38564 w 157308"/>
                <a:gd name="connsiteY6" fmla="*/ 128806 h 160984"/>
                <a:gd name="connsiteX7" fmla="*/ 29687 w 157308"/>
                <a:gd name="connsiteY7" fmla="*/ 79354 h 160984"/>
                <a:gd name="connsiteX8" fmla="*/ 38209 w 157308"/>
                <a:gd name="connsiteY8" fmla="*/ 31304 h 160984"/>
                <a:gd name="connsiteX9" fmla="*/ 78691 w 157308"/>
                <a:gd name="connsiteY9" fmla="*/ 7805 h 160984"/>
                <a:gd name="connsiteX10" fmla="*/ 118817 w 157308"/>
                <a:gd name="connsiteY10" fmla="*/ 30602 h 160984"/>
                <a:gd name="connsiteX11" fmla="*/ 128049 w 157308"/>
                <a:gd name="connsiteY11" fmla="*/ 79354 h 160984"/>
                <a:gd name="connsiteX12" fmla="*/ 120237 w 157308"/>
                <a:gd name="connsiteY12" fmla="*/ 126351 h 160984"/>
                <a:gd name="connsiteX13" fmla="*/ 79046 w 157308"/>
                <a:gd name="connsiteY13" fmla="*/ 152305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308" h="160984">
                  <a:moveTo>
                    <a:pt x="157523" y="82159"/>
                  </a:moveTo>
                  <a:cubicBezTo>
                    <a:pt x="157523" y="37266"/>
                    <a:pt x="122013" y="89"/>
                    <a:pt x="79046" y="89"/>
                  </a:cubicBezTo>
                  <a:cubicBezTo>
                    <a:pt x="34658" y="89"/>
                    <a:pt x="214" y="38318"/>
                    <a:pt x="214" y="82159"/>
                  </a:cubicBezTo>
                  <a:cubicBezTo>
                    <a:pt x="214" y="127403"/>
                    <a:pt x="37144" y="161073"/>
                    <a:pt x="78691" y="161073"/>
                  </a:cubicBezTo>
                  <a:cubicBezTo>
                    <a:pt x="121658" y="161073"/>
                    <a:pt x="157523" y="126702"/>
                    <a:pt x="157523" y="82159"/>
                  </a:cubicBezTo>
                  <a:close/>
                  <a:moveTo>
                    <a:pt x="79046" y="152305"/>
                  </a:moveTo>
                  <a:cubicBezTo>
                    <a:pt x="63776" y="152305"/>
                    <a:pt x="48152" y="144940"/>
                    <a:pt x="38564" y="128806"/>
                  </a:cubicBezTo>
                  <a:cubicBezTo>
                    <a:pt x="29687" y="113374"/>
                    <a:pt x="29687" y="91980"/>
                    <a:pt x="29687" y="79354"/>
                  </a:cubicBezTo>
                  <a:cubicBezTo>
                    <a:pt x="29687" y="65675"/>
                    <a:pt x="29687" y="46736"/>
                    <a:pt x="38209" y="31304"/>
                  </a:cubicBezTo>
                  <a:cubicBezTo>
                    <a:pt x="47797" y="15170"/>
                    <a:pt x="64487" y="7805"/>
                    <a:pt x="78691" y="7805"/>
                  </a:cubicBezTo>
                  <a:cubicBezTo>
                    <a:pt x="94315" y="7805"/>
                    <a:pt x="109584" y="15521"/>
                    <a:pt x="118817" y="30602"/>
                  </a:cubicBezTo>
                  <a:cubicBezTo>
                    <a:pt x="128049" y="45684"/>
                    <a:pt x="128049" y="66026"/>
                    <a:pt x="128049" y="79354"/>
                  </a:cubicBezTo>
                  <a:cubicBezTo>
                    <a:pt x="128049" y="91980"/>
                    <a:pt x="128049" y="110919"/>
                    <a:pt x="120237" y="126351"/>
                  </a:cubicBezTo>
                  <a:cubicBezTo>
                    <a:pt x="112425" y="142134"/>
                    <a:pt x="96801" y="152305"/>
                    <a:pt x="79046" y="152305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6D1D0C41-B889-61B4-9407-6065A3902C4E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1341044" y="4758887"/>
              <a:ext cx="115052" cy="247263"/>
            </a:xfrm>
            <a:custGeom>
              <a:avLst/>
              <a:gdLst>
                <a:gd name="connsiteX0" fmla="*/ 50643 w 115052"/>
                <a:gd name="connsiteY0" fmla="*/ 96188 h 247263"/>
                <a:gd name="connsiteX1" fmla="*/ 50643 w 115052"/>
                <a:gd name="connsiteY1" fmla="*/ 55504 h 247263"/>
                <a:gd name="connsiteX2" fmla="*/ 83312 w 115052"/>
                <a:gd name="connsiteY2" fmla="*/ 7805 h 247263"/>
                <a:gd name="connsiteX3" fmla="*/ 95030 w 115052"/>
                <a:gd name="connsiteY3" fmla="*/ 10260 h 247263"/>
                <a:gd name="connsiteX4" fmla="*/ 84377 w 115052"/>
                <a:gd name="connsiteY4" fmla="*/ 24991 h 247263"/>
                <a:gd name="connsiteX5" fmla="*/ 99646 w 115052"/>
                <a:gd name="connsiteY5" fmla="*/ 40072 h 247263"/>
                <a:gd name="connsiteX6" fmla="*/ 115271 w 115052"/>
                <a:gd name="connsiteY6" fmla="*/ 24640 h 247263"/>
                <a:gd name="connsiteX7" fmla="*/ 83312 w 115052"/>
                <a:gd name="connsiteY7" fmla="*/ 89 h 247263"/>
                <a:gd name="connsiteX8" fmla="*/ 28272 w 115052"/>
                <a:gd name="connsiteY8" fmla="*/ 55855 h 247263"/>
                <a:gd name="connsiteX9" fmla="*/ 28272 w 115052"/>
                <a:gd name="connsiteY9" fmla="*/ 96188 h 247263"/>
                <a:gd name="connsiteX10" fmla="*/ 219 w 115052"/>
                <a:gd name="connsiteY10" fmla="*/ 96188 h 247263"/>
                <a:gd name="connsiteX11" fmla="*/ 219 w 115052"/>
                <a:gd name="connsiteY11" fmla="*/ 107061 h 247263"/>
                <a:gd name="connsiteX12" fmla="*/ 28272 w 115052"/>
                <a:gd name="connsiteY12" fmla="*/ 107061 h 247263"/>
                <a:gd name="connsiteX13" fmla="*/ 28272 w 115052"/>
                <a:gd name="connsiteY13" fmla="*/ 220697 h 247263"/>
                <a:gd name="connsiteX14" fmla="*/ 574 w 115052"/>
                <a:gd name="connsiteY14" fmla="*/ 236480 h 247263"/>
                <a:gd name="connsiteX15" fmla="*/ 574 w 115052"/>
                <a:gd name="connsiteY15" fmla="*/ 247352 h 247263"/>
                <a:gd name="connsiteX16" fmla="*/ 41055 w 115052"/>
                <a:gd name="connsiteY16" fmla="*/ 246300 h 247263"/>
                <a:gd name="connsiteX17" fmla="*/ 86153 w 115052"/>
                <a:gd name="connsiteY17" fmla="*/ 247352 h 247263"/>
                <a:gd name="connsiteX18" fmla="*/ 86153 w 115052"/>
                <a:gd name="connsiteY18" fmla="*/ 236480 h 247263"/>
                <a:gd name="connsiteX19" fmla="*/ 78696 w 115052"/>
                <a:gd name="connsiteY19" fmla="*/ 236480 h 247263"/>
                <a:gd name="connsiteX20" fmla="*/ 51708 w 115052"/>
                <a:gd name="connsiteY20" fmla="*/ 219996 h 247263"/>
                <a:gd name="connsiteX21" fmla="*/ 51708 w 115052"/>
                <a:gd name="connsiteY21" fmla="*/ 107061 h 247263"/>
                <a:gd name="connsiteX22" fmla="*/ 92189 w 115052"/>
                <a:gd name="connsiteY22" fmla="*/ 107061 h 247263"/>
                <a:gd name="connsiteX23" fmla="*/ 92189 w 115052"/>
                <a:gd name="connsiteY23" fmla="*/ 96188 h 247263"/>
                <a:gd name="connsiteX24" fmla="*/ 50643 w 115052"/>
                <a:gd name="connsiteY24" fmla="*/ 96188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052" h="247263">
                  <a:moveTo>
                    <a:pt x="50643" y="96188"/>
                  </a:moveTo>
                  <a:lnTo>
                    <a:pt x="50643" y="55504"/>
                  </a:lnTo>
                  <a:cubicBezTo>
                    <a:pt x="50643" y="24640"/>
                    <a:pt x="67688" y="7805"/>
                    <a:pt x="83312" y="7805"/>
                  </a:cubicBezTo>
                  <a:cubicBezTo>
                    <a:pt x="84377" y="7805"/>
                    <a:pt x="89704" y="7805"/>
                    <a:pt x="95030" y="10260"/>
                  </a:cubicBezTo>
                  <a:cubicBezTo>
                    <a:pt x="90769" y="11663"/>
                    <a:pt x="84377" y="16222"/>
                    <a:pt x="84377" y="24991"/>
                  </a:cubicBezTo>
                  <a:cubicBezTo>
                    <a:pt x="84377" y="33057"/>
                    <a:pt x="90059" y="40072"/>
                    <a:pt x="99646" y="40072"/>
                  </a:cubicBezTo>
                  <a:cubicBezTo>
                    <a:pt x="109944" y="40072"/>
                    <a:pt x="115271" y="33057"/>
                    <a:pt x="115271" y="24640"/>
                  </a:cubicBezTo>
                  <a:cubicBezTo>
                    <a:pt x="115271" y="11663"/>
                    <a:pt x="102132" y="89"/>
                    <a:pt x="83312" y="89"/>
                  </a:cubicBezTo>
                  <a:cubicBezTo>
                    <a:pt x="58455" y="89"/>
                    <a:pt x="28272" y="18678"/>
                    <a:pt x="28272" y="55855"/>
                  </a:cubicBezTo>
                  <a:lnTo>
                    <a:pt x="28272" y="96188"/>
                  </a:lnTo>
                  <a:lnTo>
                    <a:pt x="219" y="96188"/>
                  </a:lnTo>
                  <a:lnTo>
                    <a:pt x="219" y="107061"/>
                  </a:lnTo>
                  <a:lnTo>
                    <a:pt x="28272" y="107061"/>
                  </a:lnTo>
                  <a:lnTo>
                    <a:pt x="28272" y="220697"/>
                  </a:lnTo>
                  <a:cubicBezTo>
                    <a:pt x="28272" y="236480"/>
                    <a:pt x="24365" y="236480"/>
                    <a:pt x="574" y="236480"/>
                  </a:cubicBezTo>
                  <a:lnTo>
                    <a:pt x="574" y="247352"/>
                  </a:lnTo>
                  <a:cubicBezTo>
                    <a:pt x="14423" y="247002"/>
                    <a:pt x="31112" y="246300"/>
                    <a:pt x="41055" y="246300"/>
                  </a:cubicBezTo>
                  <a:cubicBezTo>
                    <a:pt x="55259" y="246300"/>
                    <a:pt x="71949" y="246300"/>
                    <a:pt x="86153" y="247352"/>
                  </a:cubicBezTo>
                  <a:lnTo>
                    <a:pt x="86153" y="236480"/>
                  </a:lnTo>
                  <a:lnTo>
                    <a:pt x="78696" y="236480"/>
                  </a:lnTo>
                  <a:cubicBezTo>
                    <a:pt x="52418" y="236480"/>
                    <a:pt x="51708" y="232622"/>
                    <a:pt x="51708" y="219996"/>
                  </a:cubicBezTo>
                  <a:lnTo>
                    <a:pt x="51708" y="107061"/>
                  </a:lnTo>
                  <a:lnTo>
                    <a:pt x="92189" y="107061"/>
                  </a:lnTo>
                  <a:lnTo>
                    <a:pt x="92189" y="96188"/>
                  </a:lnTo>
                  <a:lnTo>
                    <a:pt x="50643" y="96188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58469EE-454B-D1A3-94CB-9CDDC1E16618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1444576" y="4790453"/>
              <a:ext cx="111146" cy="219555"/>
            </a:xfrm>
            <a:custGeom>
              <a:avLst/>
              <a:gdLst>
                <a:gd name="connsiteX0" fmla="*/ 54907 w 111146"/>
                <a:gd name="connsiteY0" fmla="*/ 75496 h 219555"/>
                <a:gd name="connsiteX1" fmla="*/ 105686 w 111146"/>
                <a:gd name="connsiteY1" fmla="*/ 75496 h 219555"/>
                <a:gd name="connsiteX2" fmla="*/ 105686 w 111146"/>
                <a:gd name="connsiteY2" fmla="*/ 64623 h 219555"/>
                <a:gd name="connsiteX3" fmla="*/ 54907 w 111146"/>
                <a:gd name="connsiteY3" fmla="*/ 64623 h 219555"/>
                <a:gd name="connsiteX4" fmla="*/ 54907 w 111146"/>
                <a:gd name="connsiteY4" fmla="*/ 89 h 219555"/>
                <a:gd name="connsiteX5" fmla="*/ 46030 w 111146"/>
                <a:gd name="connsiteY5" fmla="*/ 89 h 219555"/>
                <a:gd name="connsiteX6" fmla="*/ 222 w 111146"/>
                <a:gd name="connsiteY6" fmla="*/ 67780 h 219555"/>
                <a:gd name="connsiteX7" fmla="*/ 222 w 111146"/>
                <a:gd name="connsiteY7" fmla="*/ 75496 h 219555"/>
                <a:gd name="connsiteX8" fmla="*/ 30405 w 111146"/>
                <a:gd name="connsiteY8" fmla="*/ 75496 h 219555"/>
                <a:gd name="connsiteX9" fmla="*/ 30405 w 111146"/>
                <a:gd name="connsiteY9" fmla="*/ 172297 h 219555"/>
                <a:gd name="connsiteX10" fmla="*/ 76213 w 111146"/>
                <a:gd name="connsiteY10" fmla="*/ 219645 h 219555"/>
                <a:gd name="connsiteX11" fmla="*/ 111368 w 111146"/>
                <a:gd name="connsiteY11" fmla="*/ 172297 h 219555"/>
                <a:gd name="connsiteX12" fmla="*/ 111368 w 111146"/>
                <a:gd name="connsiteY12" fmla="*/ 152305 h 219555"/>
                <a:gd name="connsiteX13" fmla="*/ 102490 w 111146"/>
                <a:gd name="connsiteY13" fmla="*/ 152305 h 219555"/>
                <a:gd name="connsiteX14" fmla="*/ 102490 w 111146"/>
                <a:gd name="connsiteY14" fmla="*/ 171595 h 219555"/>
                <a:gd name="connsiteX15" fmla="*/ 78699 w 111146"/>
                <a:gd name="connsiteY15" fmla="*/ 210877 h 219555"/>
                <a:gd name="connsiteX16" fmla="*/ 54907 w 111146"/>
                <a:gd name="connsiteY16" fmla="*/ 172998 h 219555"/>
                <a:gd name="connsiteX17" fmla="*/ 54907 w 111146"/>
                <a:gd name="connsiteY17" fmla="*/ 75496 h 219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146" h="219555">
                  <a:moveTo>
                    <a:pt x="54907" y="75496"/>
                  </a:moveTo>
                  <a:lnTo>
                    <a:pt x="105686" y="75496"/>
                  </a:lnTo>
                  <a:lnTo>
                    <a:pt x="105686" y="64623"/>
                  </a:lnTo>
                  <a:lnTo>
                    <a:pt x="54907" y="64623"/>
                  </a:lnTo>
                  <a:lnTo>
                    <a:pt x="54907" y="89"/>
                  </a:lnTo>
                  <a:lnTo>
                    <a:pt x="46030" y="89"/>
                  </a:lnTo>
                  <a:cubicBezTo>
                    <a:pt x="45674" y="28849"/>
                    <a:pt x="35021" y="66377"/>
                    <a:pt x="222" y="67780"/>
                  </a:cubicBezTo>
                  <a:lnTo>
                    <a:pt x="222" y="75496"/>
                  </a:lnTo>
                  <a:lnTo>
                    <a:pt x="30405" y="75496"/>
                  </a:lnTo>
                  <a:lnTo>
                    <a:pt x="30405" y="172297"/>
                  </a:lnTo>
                  <a:cubicBezTo>
                    <a:pt x="30405" y="215436"/>
                    <a:pt x="63429" y="219645"/>
                    <a:pt x="76213" y="219645"/>
                  </a:cubicBezTo>
                  <a:cubicBezTo>
                    <a:pt x="101425" y="219645"/>
                    <a:pt x="111368" y="194743"/>
                    <a:pt x="111368" y="172297"/>
                  </a:cubicBezTo>
                  <a:lnTo>
                    <a:pt x="111368" y="152305"/>
                  </a:lnTo>
                  <a:lnTo>
                    <a:pt x="102490" y="152305"/>
                  </a:lnTo>
                  <a:lnTo>
                    <a:pt x="102490" y="171595"/>
                  </a:lnTo>
                  <a:cubicBezTo>
                    <a:pt x="102490" y="197549"/>
                    <a:pt x="91837" y="210877"/>
                    <a:pt x="78699" y="210877"/>
                  </a:cubicBezTo>
                  <a:cubicBezTo>
                    <a:pt x="54907" y="210877"/>
                    <a:pt x="54907" y="178960"/>
                    <a:pt x="54907" y="172998"/>
                  </a:cubicBezTo>
                  <a:lnTo>
                    <a:pt x="54907" y="75496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0FCBF88-37B8-979E-6C97-DF019F1588A4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1587287" y="4851129"/>
              <a:ext cx="277332" cy="155021"/>
            </a:xfrm>
            <a:custGeom>
              <a:avLst/>
              <a:gdLst>
                <a:gd name="connsiteX0" fmla="*/ 27923 w 277332"/>
                <a:gd name="connsiteY0" fmla="*/ 34460 h 155021"/>
                <a:gd name="connsiteX1" fmla="*/ 27923 w 277332"/>
                <a:gd name="connsiteY1" fmla="*/ 128456 h 155021"/>
                <a:gd name="connsiteX2" fmla="*/ 226 w 277332"/>
                <a:gd name="connsiteY2" fmla="*/ 144238 h 155021"/>
                <a:gd name="connsiteX3" fmla="*/ 226 w 277332"/>
                <a:gd name="connsiteY3" fmla="*/ 155111 h 155021"/>
                <a:gd name="connsiteX4" fmla="*/ 40352 w 277332"/>
                <a:gd name="connsiteY4" fmla="*/ 154059 h 155021"/>
                <a:gd name="connsiteX5" fmla="*/ 80123 w 277332"/>
                <a:gd name="connsiteY5" fmla="*/ 155111 h 155021"/>
                <a:gd name="connsiteX6" fmla="*/ 80123 w 277332"/>
                <a:gd name="connsiteY6" fmla="*/ 144238 h 155021"/>
                <a:gd name="connsiteX7" fmla="*/ 52425 w 277332"/>
                <a:gd name="connsiteY7" fmla="*/ 128456 h 155021"/>
                <a:gd name="connsiteX8" fmla="*/ 52425 w 277332"/>
                <a:gd name="connsiteY8" fmla="*/ 63922 h 155021"/>
                <a:gd name="connsiteX9" fmla="*/ 100364 w 277332"/>
                <a:gd name="connsiteY9" fmla="*/ 7805 h 155021"/>
                <a:gd name="connsiteX10" fmla="*/ 126641 w 277332"/>
                <a:gd name="connsiteY10" fmla="*/ 46736 h 155021"/>
                <a:gd name="connsiteX11" fmla="*/ 126641 w 277332"/>
                <a:gd name="connsiteY11" fmla="*/ 128456 h 155021"/>
                <a:gd name="connsiteX12" fmla="*/ 98943 w 277332"/>
                <a:gd name="connsiteY12" fmla="*/ 144238 h 155021"/>
                <a:gd name="connsiteX13" fmla="*/ 98943 w 277332"/>
                <a:gd name="connsiteY13" fmla="*/ 155111 h 155021"/>
                <a:gd name="connsiteX14" fmla="*/ 139069 w 277332"/>
                <a:gd name="connsiteY14" fmla="*/ 154059 h 155021"/>
                <a:gd name="connsiteX15" fmla="*/ 178840 w 277332"/>
                <a:gd name="connsiteY15" fmla="*/ 155111 h 155021"/>
                <a:gd name="connsiteX16" fmla="*/ 178840 w 277332"/>
                <a:gd name="connsiteY16" fmla="*/ 144238 h 155021"/>
                <a:gd name="connsiteX17" fmla="*/ 151143 w 277332"/>
                <a:gd name="connsiteY17" fmla="*/ 128456 h 155021"/>
                <a:gd name="connsiteX18" fmla="*/ 151143 w 277332"/>
                <a:gd name="connsiteY18" fmla="*/ 63922 h 155021"/>
                <a:gd name="connsiteX19" fmla="*/ 199081 w 277332"/>
                <a:gd name="connsiteY19" fmla="*/ 7805 h 155021"/>
                <a:gd name="connsiteX20" fmla="*/ 225358 w 277332"/>
                <a:gd name="connsiteY20" fmla="*/ 46736 h 155021"/>
                <a:gd name="connsiteX21" fmla="*/ 225358 w 277332"/>
                <a:gd name="connsiteY21" fmla="*/ 128456 h 155021"/>
                <a:gd name="connsiteX22" fmla="*/ 197661 w 277332"/>
                <a:gd name="connsiteY22" fmla="*/ 144238 h 155021"/>
                <a:gd name="connsiteX23" fmla="*/ 197661 w 277332"/>
                <a:gd name="connsiteY23" fmla="*/ 155111 h 155021"/>
                <a:gd name="connsiteX24" fmla="*/ 237787 w 277332"/>
                <a:gd name="connsiteY24" fmla="*/ 154059 h 155021"/>
                <a:gd name="connsiteX25" fmla="*/ 277558 w 277332"/>
                <a:gd name="connsiteY25" fmla="*/ 155111 h 155021"/>
                <a:gd name="connsiteX26" fmla="*/ 277558 w 277332"/>
                <a:gd name="connsiteY26" fmla="*/ 144238 h 155021"/>
                <a:gd name="connsiteX27" fmla="*/ 249860 w 277332"/>
                <a:gd name="connsiteY27" fmla="*/ 133716 h 155021"/>
                <a:gd name="connsiteX28" fmla="*/ 249860 w 277332"/>
                <a:gd name="connsiteY28" fmla="*/ 66727 h 155021"/>
                <a:gd name="connsiteX29" fmla="*/ 238852 w 277332"/>
                <a:gd name="connsiteY29" fmla="*/ 13066 h 155021"/>
                <a:gd name="connsiteX30" fmla="*/ 201567 w 277332"/>
                <a:gd name="connsiteY30" fmla="*/ 89 h 155021"/>
                <a:gd name="connsiteX31" fmla="*/ 150077 w 277332"/>
                <a:gd name="connsiteY31" fmla="*/ 34460 h 155021"/>
                <a:gd name="connsiteX32" fmla="*/ 102849 w 277332"/>
                <a:gd name="connsiteY32" fmla="*/ 89 h 155021"/>
                <a:gd name="connsiteX33" fmla="*/ 50295 w 277332"/>
                <a:gd name="connsiteY33" fmla="*/ 36915 h 155021"/>
                <a:gd name="connsiteX34" fmla="*/ 50295 w 277332"/>
                <a:gd name="connsiteY34" fmla="*/ 89 h 155021"/>
                <a:gd name="connsiteX35" fmla="*/ 226 w 277332"/>
                <a:gd name="connsiteY35" fmla="*/ 3947 h 155021"/>
                <a:gd name="connsiteX36" fmla="*/ 226 w 277332"/>
                <a:gd name="connsiteY36" fmla="*/ 14820 h 155021"/>
                <a:gd name="connsiteX37" fmla="*/ 27923 w 277332"/>
                <a:gd name="connsiteY37" fmla="*/ 34460 h 15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7332" h="155021">
                  <a:moveTo>
                    <a:pt x="27923" y="34460"/>
                  </a:moveTo>
                  <a:lnTo>
                    <a:pt x="27923" y="128456"/>
                  </a:lnTo>
                  <a:cubicBezTo>
                    <a:pt x="27923" y="144238"/>
                    <a:pt x="24017" y="144238"/>
                    <a:pt x="226" y="144238"/>
                  </a:cubicBezTo>
                  <a:lnTo>
                    <a:pt x="226" y="155111"/>
                  </a:lnTo>
                  <a:cubicBezTo>
                    <a:pt x="12654" y="154760"/>
                    <a:pt x="30764" y="154059"/>
                    <a:pt x="40352" y="154059"/>
                  </a:cubicBezTo>
                  <a:cubicBezTo>
                    <a:pt x="49584" y="154059"/>
                    <a:pt x="68050" y="154760"/>
                    <a:pt x="80123" y="155111"/>
                  </a:cubicBezTo>
                  <a:lnTo>
                    <a:pt x="80123" y="144238"/>
                  </a:lnTo>
                  <a:cubicBezTo>
                    <a:pt x="56331" y="144238"/>
                    <a:pt x="52425" y="144238"/>
                    <a:pt x="52425" y="128456"/>
                  </a:cubicBezTo>
                  <a:lnTo>
                    <a:pt x="52425" y="63922"/>
                  </a:lnTo>
                  <a:cubicBezTo>
                    <a:pt x="52425" y="27446"/>
                    <a:pt x="77637" y="7805"/>
                    <a:pt x="100364" y="7805"/>
                  </a:cubicBezTo>
                  <a:cubicBezTo>
                    <a:pt x="122735" y="7805"/>
                    <a:pt x="126641" y="26744"/>
                    <a:pt x="126641" y="46736"/>
                  </a:cubicBezTo>
                  <a:lnTo>
                    <a:pt x="126641" y="128456"/>
                  </a:lnTo>
                  <a:cubicBezTo>
                    <a:pt x="126641" y="144238"/>
                    <a:pt x="122735" y="144238"/>
                    <a:pt x="98943" y="144238"/>
                  </a:cubicBezTo>
                  <a:lnTo>
                    <a:pt x="98943" y="155111"/>
                  </a:lnTo>
                  <a:cubicBezTo>
                    <a:pt x="111372" y="154760"/>
                    <a:pt x="129482" y="154059"/>
                    <a:pt x="139069" y="154059"/>
                  </a:cubicBezTo>
                  <a:cubicBezTo>
                    <a:pt x="148302" y="154059"/>
                    <a:pt x="166767" y="154760"/>
                    <a:pt x="178840" y="155111"/>
                  </a:cubicBezTo>
                  <a:lnTo>
                    <a:pt x="178840" y="144238"/>
                  </a:lnTo>
                  <a:cubicBezTo>
                    <a:pt x="155049" y="144238"/>
                    <a:pt x="151143" y="144238"/>
                    <a:pt x="151143" y="128456"/>
                  </a:cubicBezTo>
                  <a:lnTo>
                    <a:pt x="151143" y="63922"/>
                  </a:lnTo>
                  <a:cubicBezTo>
                    <a:pt x="151143" y="27446"/>
                    <a:pt x="176355" y="7805"/>
                    <a:pt x="199081" y="7805"/>
                  </a:cubicBezTo>
                  <a:cubicBezTo>
                    <a:pt x="221452" y="7805"/>
                    <a:pt x="225358" y="26744"/>
                    <a:pt x="225358" y="46736"/>
                  </a:cubicBezTo>
                  <a:lnTo>
                    <a:pt x="225358" y="128456"/>
                  </a:lnTo>
                  <a:cubicBezTo>
                    <a:pt x="225358" y="144238"/>
                    <a:pt x="221452" y="144238"/>
                    <a:pt x="197661" y="144238"/>
                  </a:cubicBezTo>
                  <a:lnTo>
                    <a:pt x="197661" y="155111"/>
                  </a:lnTo>
                  <a:cubicBezTo>
                    <a:pt x="210089" y="154760"/>
                    <a:pt x="228199" y="154059"/>
                    <a:pt x="237787" y="154059"/>
                  </a:cubicBezTo>
                  <a:cubicBezTo>
                    <a:pt x="247020" y="154059"/>
                    <a:pt x="265485" y="154760"/>
                    <a:pt x="277558" y="155111"/>
                  </a:cubicBezTo>
                  <a:lnTo>
                    <a:pt x="277558" y="144238"/>
                  </a:lnTo>
                  <a:cubicBezTo>
                    <a:pt x="259093" y="144238"/>
                    <a:pt x="250215" y="144238"/>
                    <a:pt x="249860" y="133716"/>
                  </a:cubicBezTo>
                  <a:lnTo>
                    <a:pt x="249860" y="66727"/>
                  </a:lnTo>
                  <a:cubicBezTo>
                    <a:pt x="249860" y="36565"/>
                    <a:pt x="249860" y="25692"/>
                    <a:pt x="238852" y="13066"/>
                  </a:cubicBezTo>
                  <a:cubicBezTo>
                    <a:pt x="233881" y="7103"/>
                    <a:pt x="222163" y="89"/>
                    <a:pt x="201567" y="89"/>
                  </a:cubicBezTo>
                  <a:cubicBezTo>
                    <a:pt x="171739" y="89"/>
                    <a:pt x="156114" y="21133"/>
                    <a:pt x="150077" y="34460"/>
                  </a:cubicBezTo>
                  <a:cubicBezTo>
                    <a:pt x="145106" y="3947"/>
                    <a:pt x="118829" y="89"/>
                    <a:pt x="102849" y="89"/>
                  </a:cubicBezTo>
                  <a:cubicBezTo>
                    <a:pt x="76927" y="89"/>
                    <a:pt x="60237" y="15170"/>
                    <a:pt x="50295" y="36915"/>
                  </a:cubicBezTo>
                  <a:lnTo>
                    <a:pt x="50295" y="89"/>
                  </a:lnTo>
                  <a:lnTo>
                    <a:pt x="226" y="3947"/>
                  </a:lnTo>
                  <a:lnTo>
                    <a:pt x="226" y="14820"/>
                  </a:lnTo>
                  <a:cubicBezTo>
                    <a:pt x="25083" y="14820"/>
                    <a:pt x="27923" y="17275"/>
                    <a:pt x="27923" y="34460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29E4F102-BC58-8737-E69C-B00D6F7908D6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1886755" y="4849025"/>
              <a:ext cx="160149" cy="160984"/>
            </a:xfrm>
            <a:custGeom>
              <a:avLst/>
              <a:gdLst>
                <a:gd name="connsiteX0" fmla="*/ 103568 w 160149"/>
                <a:gd name="connsiteY0" fmla="*/ 130560 h 160984"/>
                <a:gd name="connsiteX1" fmla="*/ 131265 w 160149"/>
                <a:gd name="connsiteY1" fmla="*/ 159320 h 160984"/>
                <a:gd name="connsiteX2" fmla="*/ 160384 w 160149"/>
                <a:gd name="connsiteY2" fmla="*/ 126000 h 160984"/>
                <a:gd name="connsiteX3" fmla="*/ 160384 w 160149"/>
                <a:gd name="connsiteY3" fmla="*/ 106360 h 160984"/>
                <a:gd name="connsiteX4" fmla="*/ 151506 w 160149"/>
                <a:gd name="connsiteY4" fmla="*/ 106360 h 160984"/>
                <a:gd name="connsiteX5" fmla="*/ 151506 w 160149"/>
                <a:gd name="connsiteY5" fmla="*/ 126000 h 160984"/>
                <a:gd name="connsiteX6" fmla="*/ 138723 w 160149"/>
                <a:gd name="connsiteY6" fmla="*/ 148447 h 160984"/>
                <a:gd name="connsiteX7" fmla="*/ 125584 w 160149"/>
                <a:gd name="connsiteY7" fmla="*/ 130911 h 160984"/>
                <a:gd name="connsiteX8" fmla="*/ 125584 w 160149"/>
                <a:gd name="connsiteY8" fmla="*/ 60765 h 160984"/>
                <a:gd name="connsiteX9" fmla="*/ 112800 w 160149"/>
                <a:gd name="connsiteY9" fmla="*/ 19379 h 160984"/>
                <a:gd name="connsiteX10" fmla="*/ 64152 w 160149"/>
                <a:gd name="connsiteY10" fmla="*/ 89 h 160984"/>
                <a:gd name="connsiteX11" fmla="*/ 10532 w 160149"/>
                <a:gd name="connsiteY11" fmla="*/ 39721 h 160984"/>
                <a:gd name="connsiteX12" fmla="*/ 26866 w 160149"/>
                <a:gd name="connsiteY12" fmla="*/ 56205 h 160984"/>
                <a:gd name="connsiteX13" fmla="*/ 43201 w 160149"/>
                <a:gd name="connsiteY13" fmla="*/ 40072 h 160984"/>
                <a:gd name="connsiteX14" fmla="*/ 25091 w 160149"/>
                <a:gd name="connsiteY14" fmla="*/ 23938 h 160984"/>
                <a:gd name="connsiteX15" fmla="*/ 63442 w 160149"/>
                <a:gd name="connsiteY15" fmla="*/ 7805 h 160984"/>
                <a:gd name="connsiteX16" fmla="*/ 101082 w 160149"/>
                <a:gd name="connsiteY16" fmla="*/ 52698 h 160984"/>
                <a:gd name="connsiteX17" fmla="*/ 101082 w 160149"/>
                <a:gd name="connsiteY17" fmla="*/ 65675 h 160984"/>
                <a:gd name="connsiteX18" fmla="*/ 35744 w 160149"/>
                <a:gd name="connsiteY18" fmla="*/ 78301 h 160984"/>
                <a:gd name="connsiteX19" fmla="*/ 234 w 160149"/>
                <a:gd name="connsiteY19" fmla="*/ 123896 h 160984"/>
                <a:gd name="connsiteX20" fmla="*/ 57050 w 160149"/>
                <a:gd name="connsiteY20" fmla="*/ 161073 h 160984"/>
                <a:gd name="connsiteX21" fmla="*/ 103568 w 160149"/>
                <a:gd name="connsiteY21" fmla="*/ 130560 h 160984"/>
                <a:gd name="connsiteX22" fmla="*/ 101082 w 160149"/>
                <a:gd name="connsiteY22" fmla="*/ 73040 h 160984"/>
                <a:gd name="connsiteX23" fmla="*/ 101082 w 160149"/>
                <a:gd name="connsiteY23" fmla="*/ 108113 h 160984"/>
                <a:gd name="connsiteX24" fmla="*/ 59535 w 160149"/>
                <a:gd name="connsiteY24" fmla="*/ 153357 h 160984"/>
                <a:gd name="connsiteX25" fmla="*/ 27577 w 160149"/>
                <a:gd name="connsiteY25" fmla="*/ 123545 h 160984"/>
                <a:gd name="connsiteX26" fmla="*/ 101082 w 160149"/>
                <a:gd name="connsiteY26" fmla="*/ 73040 h 160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0149" h="160984">
                  <a:moveTo>
                    <a:pt x="103568" y="130560"/>
                  </a:moveTo>
                  <a:cubicBezTo>
                    <a:pt x="104988" y="144589"/>
                    <a:pt x="114576" y="159320"/>
                    <a:pt x="131265" y="159320"/>
                  </a:cubicBezTo>
                  <a:cubicBezTo>
                    <a:pt x="138723" y="159320"/>
                    <a:pt x="160384" y="154409"/>
                    <a:pt x="160384" y="126000"/>
                  </a:cubicBezTo>
                  <a:lnTo>
                    <a:pt x="160384" y="106360"/>
                  </a:lnTo>
                  <a:lnTo>
                    <a:pt x="151506" y="106360"/>
                  </a:lnTo>
                  <a:lnTo>
                    <a:pt x="151506" y="126000"/>
                  </a:lnTo>
                  <a:cubicBezTo>
                    <a:pt x="151506" y="146343"/>
                    <a:pt x="142629" y="148447"/>
                    <a:pt x="138723" y="148447"/>
                  </a:cubicBezTo>
                  <a:cubicBezTo>
                    <a:pt x="127004" y="148447"/>
                    <a:pt x="125584" y="132664"/>
                    <a:pt x="125584" y="130911"/>
                  </a:cubicBezTo>
                  <a:lnTo>
                    <a:pt x="125584" y="60765"/>
                  </a:lnTo>
                  <a:cubicBezTo>
                    <a:pt x="125584" y="46034"/>
                    <a:pt x="125584" y="32356"/>
                    <a:pt x="112800" y="19379"/>
                  </a:cubicBezTo>
                  <a:cubicBezTo>
                    <a:pt x="98951" y="5701"/>
                    <a:pt x="81196" y="89"/>
                    <a:pt x="64152" y="89"/>
                  </a:cubicBezTo>
                  <a:cubicBezTo>
                    <a:pt x="35034" y="89"/>
                    <a:pt x="10532" y="16573"/>
                    <a:pt x="10532" y="39721"/>
                  </a:cubicBezTo>
                  <a:cubicBezTo>
                    <a:pt x="10532" y="50243"/>
                    <a:pt x="17634" y="56205"/>
                    <a:pt x="26866" y="56205"/>
                  </a:cubicBezTo>
                  <a:cubicBezTo>
                    <a:pt x="36809" y="56205"/>
                    <a:pt x="43201" y="49191"/>
                    <a:pt x="43201" y="40072"/>
                  </a:cubicBezTo>
                  <a:cubicBezTo>
                    <a:pt x="43201" y="35863"/>
                    <a:pt x="41425" y="24289"/>
                    <a:pt x="25091" y="23938"/>
                  </a:cubicBezTo>
                  <a:cubicBezTo>
                    <a:pt x="34678" y="11663"/>
                    <a:pt x="52078" y="7805"/>
                    <a:pt x="63442" y="7805"/>
                  </a:cubicBezTo>
                  <a:cubicBezTo>
                    <a:pt x="80841" y="7805"/>
                    <a:pt x="101082" y="21483"/>
                    <a:pt x="101082" y="52698"/>
                  </a:cubicBezTo>
                  <a:lnTo>
                    <a:pt x="101082" y="65675"/>
                  </a:lnTo>
                  <a:cubicBezTo>
                    <a:pt x="82972" y="66727"/>
                    <a:pt x="58115" y="67780"/>
                    <a:pt x="35744" y="78301"/>
                  </a:cubicBezTo>
                  <a:cubicBezTo>
                    <a:pt x="9111" y="90226"/>
                    <a:pt x="234" y="108464"/>
                    <a:pt x="234" y="123896"/>
                  </a:cubicBezTo>
                  <a:cubicBezTo>
                    <a:pt x="234" y="152305"/>
                    <a:pt x="34678" y="161073"/>
                    <a:pt x="57050" y="161073"/>
                  </a:cubicBezTo>
                  <a:cubicBezTo>
                    <a:pt x="80486" y="161073"/>
                    <a:pt x="96821" y="147044"/>
                    <a:pt x="103568" y="130560"/>
                  </a:cubicBezTo>
                  <a:close/>
                  <a:moveTo>
                    <a:pt x="101082" y="73040"/>
                  </a:moveTo>
                  <a:lnTo>
                    <a:pt x="101082" y="108113"/>
                  </a:lnTo>
                  <a:cubicBezTo>
                    <a:pt x="101082" y="141432"/>
                    <a:pt x="75515" y="153357"/>
                    <a:pt x="59535" y="153357"/>
                  </a:cubicBezTo>
                  <a:cubicBezTo>
                    <a:pt x="42136" y="153357"/>
                    <a:pt x="27577" y="141082"/>
                    <a:pt x="27577" y="123545"/>
                  </a:cubicBezTo>
                  <a:cubicBezTo>
                    <a:pt x="27577" y="104255"/>
                    <a:pt x="42491" y="75145"/>
                    <a:pt x="101082" y="73040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6E63D208-5322-FF5B-0383-49B75FAE5BB4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2053652" y="4854987"/>
              <a:ext cx="178969" cy="151163"/>
            </a:xfrm>
            <a:custGeom>
              <a:avLst/>
              <a:gdLst>
                <a:gd name="connsiteX0" fmla="*/ 97891 w 178969"/>
                <a:gd name="connsiteY0" fmla="*/ 68832 h 151163"/>
                <a:gd name="connsiteX1" fmla="*/ 130560 w 178969"/>
                <a:gd name="connsiteY1" fmla="*/ 29199 h 151163"/>
                <a:gd name="connsiteX2" fmla="*/ 172817 w 178969"/>
                <a:gd name="connsiteY2" fmla="*/ 10962 h 151163"/>
                <a:gd name="connsiteX3" fmla="*/ 172817 w 178969"/>
                <a:gd name="connsiteY3" fmla="*/ 89 h 151163"/>
                <a:gd name="connsiteX4" fmla="*/ 143699 w 178969"/>
                <a:gd name="connsiteY4" fmla="*/ 1141 h 151163"/>
                <a:gd name="connsiteX5" fmla="*/ 109609 w 178969"/>
                <a:gd name="connsiteY5" fmla="*/ 89 h 151163"/>
                <a:gd name="connsiteX6" fmla="*/ 109609 w 178969"/>
                <a:gd name="connsiteY6" fmla="*/ 10962 h 151163"/>
                <a:gd name="connsiteX7" fmla="*/ 119907 w 178969"/>
                <a:gd name="connsiteY7" fmla="*/ 21834 h 151163"/>
                <a:gd name="connsiteX8" fmla="*/ 114581 w 178969"/>
                <a:gd name="connsiteY8" fmla="*/ 34110 h 151163"/>
                <a:gd name="connsiteX9" fmla="*/ 92565 w 178969"/>
                <a:gd name="connsiteY9" fmla="*/ 61466 h 151163"/>
                <a:gd name="connsiteX10" fmla="*/ 64867 w 178969"/>
                <a:gd name="connsiteY10" fmla="*/ 26043 h 151163"/>
                <a:gd name="connsiteX11" fmla="*/ 61671 w 178969"/>
                <a:gd name="connsiteY11" fmla="*/ 19730 h 151163"/>
                <a:gd name="connsiteX12" fmla="*/ 74099 w 178969"/>
                <a:gd name="connsiteY12" fmla="*/ 10962 h 151163"/>
                <a:gd name="connsiteX13" fmla="*/ 74099 w 178969"/>
                <a:gd name="connsiteY13" fmla="*/ 89 h 151163"/>
                <a:gd name="connsiteX14" fmla="*/ 35749 w 178969"/>
                <a:gd name="connsiteY14" fmla="*/ 1141 h 151163"/>
                <a:gd name="connsiteX15" fmla="*/ 2014 w 178969"/>
                <a:gd name="connsiteY15" fmla="*/ 89 h 151163"/>
                <a:gd name="connsiteX16" fmla="*/ 2014 w 178969"/>
                <a:gd name="connsiteY16" fmla="*/ 10962 h 151163"/>
                <a:gd name="connsiteX17" fmla="*/ 43916 w 178969"/>
                <a:gd name="connsiteY17" fmla="*/ 32356 h 151163"/>
                <a:gd name="connsiteX18" fmla="*/ 79071 w 178969"/>
                <a:gd name="connsiteY18" fmla="*/ 77600 h 151163"/>
                <a:gd name="connsiteX19" fmla="*/ 45692 w 178969"/>
                <a:gd name="connsiteY19" fmla="*/ 119337 h 151163"/>
                <a:gd name="connsiteX20" fmla="*/ 239 w 178969"/>
                <a:gd name="connsiteY20" fmla="*/ 140380 h 151163"/>
                <a:gd name="connsiteX21" fmla="*/ 239 w 178969"/>
                <a:gd name="connsiteY21" fmla="*/ 151253 h 151163"/>
                <a:gd name="connsiteX22" fmla="*/ 29712 w 178969"/>
                <a:gd name="connsiteY22" fmla="*/ 150201 h 151163"/>
                <a:gd name="connsiteX23" fmla="*/ 63447 w 178969"/>
                <a:gd name="connsiteY23" fmla="*/ 151253 h 151163"/>
                <a:gd name="connsiteX24" fmla="*/ 63447 w 178969"/>
                <a:gd name="connsiteY24" fmla="*/ 140380 h 151163"/>
                <a:gd name="connsiteX25" fmla="*/ 53149 w 178969"/>
                <a:gd name="connsiteY25" fmla="*/ 129508 h 151163"/>
                <a:gd name="connsiteX26" fmla="*/ 85108 w 178969"/>
                <a:gd name="connsiteY26" fmla="*/ 84965 h 151163"/>
                <a:gd name="connsiteX27" fmla="*/ 112095 w 178969"/>
                <a:gd name="connsiteY27" fmla="*/ 120038 h 151163"/>
                <a:gd name="connsiteX28" fmla="*/ 119552 w 178969"/>
                <a:gd name="connsiteY28" fmla="*/ 131612 h 151163"/>
                <a:gd name="connsiteX29" fmla="*/ 106769 w 178969"/>
                <a:gd name="connsiteY29" fmla="*/ 140380 h 151163"/>
                <a:gd name="connsiteX30" fmla="*/ 106769 w 178969"/>
                <a:gd name="connsiteY30" fmla="*/ 151253 h 151163"/>
                <a:gd name="connsiteX31" fmla="*/ 145119 w 178969"/>
                <a:gd name="connsiteY31" fmla="*/ 150201 h 151163"/>
                <a:gd name="connsiteX32" fmla="*/ 179209 w 178969"/>
                <a:gd name="connsiteY32" fmla="*/ 151253 h 151163"/>
                <a:gd name="connsiteX33" fmla="*/ 179209 w 178969"/>
                <a:gd name="connsiteY33" fmla="*/ 140380 h 151163"/>
                <a:gd name="connsiteX34" fmla="*/ 145474 w 178969"/>
                <a:gd name="connsiteY34" fmla="*/ 129508 h 151163"/>
                <a:gd name="connsiteX35" fmla="*/ 97891 w 178969"/>
                <a:gd name="connsiteY35" fmla="*/ 68832 h 151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969" h="151163">
                  <a:moveTo>
                    <a:pt x="97891" y="68832"/>
                  </a:moveTo>
                  <a:cubicBezTo>
                    <a:pt x="108544" y="55504"/>
                    <a:pt x="122038" y="38318"/>
                    <a:pt x="130560" y="29199"/>
                  </a:cubicBezTo>
                  <a:cubicBezTo>
                    <a:pt x="141568" y="16573"/>
                    <a:pt x="156127" y="11312"/>
                    <a:pt x="172817" y="10962"/>
                  </a:cubicBezTo>
                  <a:lnTo>
                    <a:pt x="172817" y="89"/>
                  </a:lnTo>
                  <a:cubicBezTo>
                    <a:pt x="163584" y="790"/>
                    <a:pt x="152932" y="1141"/>
                    <a:pt x="143699" y="1141"/>
                  </a:cubicBezTo>
                  <a:cubicBezTo>
                    <a:pt x="133046" y="1141"/>
                    <a:pt x="114226" y="440"/>
                    <a:pt x="109609" y="89"/>
                  </a:cubicBezTo>
                  <a:lnTo>
                    <a:pt x="109609" y="10962"/>
                  </a:lnTo>
                  <a:cubicBezTo>
                    <a:pt x="117066" y="11663"/>
                    <a:pt x="119907" y="16222"/>
                    <a:pt x="119907" y="21834"/>
                  </a:cubicBezTo>
                  <a:cubicBezTo>
                    <a:pt x="119907" y="27446"/>
                    <a:pt x="116356" y="32005"/>
                    <a:pt x="114581" y="34110"/>
                  </a:cubicBezTo>
                  <a:lnTo>
                    <a:pt x="92565" y="61466"/>
                  </a:lnTo>
                  <a:lnTo>
                    <a:pt x="64867" y="26043"/>
                  </a:lnTo>
                  <a:cubicBezTo>
                    <a:pt x="61671" y="22536"/>
                    <a:pt x="61671" y="21834"/>
                    <a:pt x="61671" y="19730"/>
                  </a:cubicBezTo>
                  <a:cubicBezTo>
                    <a:pt x="61671" y="14469"/>
                    <a:pt x="66997" y="11312"/>
                    <a:pt x="74099" y="10962"/>
                  </a:cubicBezTo>
                  <a:lnTo>
                    <a:pt x="74099" y="89"/>
                  </a:lnTo>
                  <a:cubicBezTo>
                    <a:pt x="64867" y="440"/>
                    <a:pt x="41430" y="1141"/>
                    <a:pt x="35749" y="1141"/>
                  </a:cubicBezTo>
                  <a:cubicBezTo>
                    <a:pt x="28292" y="1141"/>
                    <a:pt x="11602" y="790"/>
                    <a:pt x="2014" y="89"/>
                  </a:cubicBezTo>
                  <a:lnTo>
                    <a:pt x="2014" y="10962"/>
                  </a:lnTo>
                  <a:cubicBezTo>
                    <a:pt x="26871" y="10962"/>
                    <a:pt x="27226" y="11312"/>
                    <a:pt x="43916" y="32356"/>
                  </a:cubicBezTo>
                  <a:lnTo>
                    <a:pt x="79071" y="77600"/>
                  </a:lnTo>
                  <a:lnTo>
                    <a:pt x="45692" y="119337"/>
                  </a:lnTo>
                  <a:cubicBezTo>
                    <a:pt x="28647" y="139679"/>
                    <a:pt x="7696" y="140380"/>
                    <a:pt x="239" y="140380"/>
                  </a:cubicBezTo>
                  <a:lnTo>
                    <a:pt x="239" y="151253"/>
                  </a:lnTo>
                  <a:cubicBezTo>
                    <a:pt x="9471" y="150551"/>
                    <a:pt x="20479" y="150201"/>
                    <a:pt x="29712" y="150201"/>
                  </a:cubicBezTo>
                  <a:cubicBezTo>
                    <a:pt x="40010" y="150201"/>
                    <a:pt x="54924" y="150902"/>
                    <a:pt x="63447" y="151253"/>
                  </a:cubicBezTo>
                  <a:lnTo>
                    <a:pt x="63447" y="140380"/>
                  </a:lnTo>
                  <a:cubicBezTo>
                    <a:pt x="55634" y="139328"/>
                    <a:pt x="53149" y="134769"/>
                    <a:pt x="53149" y="129508"/>
                  </a:cubicBezTo>
                  <a:cubicBezTo>
                    <a:pt x="53149" y="121792"/>
                    <a:pt x="63447" y="110218"/>
                    <a:pt x="85108" y="84965"/>
                  </a:cubicBezTo>
                  <a:lnTo>
                    <a:pt x="112095" y="120038"/>
                  </a:lnTo>
                  <a:cubicBezTo>
                    <a:pt x="114936" y="123896"/>
                    <a:pt x="119552" y="129508"/>
                    <a:pt x="119552" y="131612"/>
                  </a:cubicBezTo>
                  <a:cubicBezTo>
                    <a:pt x="119552" y="134769"/>
                    <a:pt x="116356" y="140030"/>
                    <a:pt x="106769" y="140380"/>
                  </a:cubicBezTo>
                  <a:lnTo>
                    <a:pt x="106769" y="151253"/>
                  </a:lnTo>
                  <a:cubicBezTo>
                    <a:pt x="117422" y="150902"/>
                    <a:pt x="137307" y="150201"/>
                    <a:pt x="145119" y="150201"/>
                  </a:cubicBezTo>
                  <a:cubicBezTo>
                    <a:pt x="154707" y="150201"/>
                    <a:pt x="168556" y="150551"/>
                    <a:pt x="179209" y="151253"/>
                  </a:cubicBezTo>
                  <a:lnTo>
                    <a:pt x="179209" y="140380"/>
                  </a:lnTo>
                  <a:cubicBezTo>
                    <a:pt x="160034" y="140380"/>
                    <a:pt x="153642" y="139679"/>
                    <a:pt x="145474" y="129508"/>
                  </a:cubicBezTo>
                  <a:lnTo>
                    <a:pt x="97891" y="68832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76CC17AF-AD03-5558-FEF9-DE626C9C70CD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2369847" y="4497590"/>
              <a:ext cx="174708" cy="841397"/>
            </a:xfrm>
            <a:custGeom>
              <a:avLst/>
              <a:gdLst>
                <a:gd name="connsiteX0" fmla="*/ 174955 w 174708"/>
                <a:gd name="connsiteY0" fmla="*/ 837965 h 841397"/>
                <a:gd name="connsiteX1" fmla="*/ 173534 w 174708"/>
                <a:gd name="connsiteY1" fmla="*/ 834808 h 841397"/>
                <a:gd name="connsiteX2" fmla="*/ 112812 w 174708"/>
                <a:gd name="connsiteY2" fmla="*/ 760454 h 841397"/>
                <a:gd name="connsiteX3" fmla="*/ 29719 w 174708"/>
                <a:gd name="connsiteY3" fmla="*/ 420949 h 841397"/>
                <a:gd name="connsiteX4" fmla="*/ 101094 w 174708"/>
                <a:gd name="connsiteY4" fmla="*/ 100383 h 841397"/>
                <a:gd name="connsiteX5" fmla="*/ 173889 w 174708"/>
                <a:gd name="connsiteY5" fmla="*/ 6388 h 841397"/>
                <a:gd name="connsiteX6" fmla="*/ 174955 w 174708"/>
                <a:gd name="connsiteY6" fmla="*/ 3582 h 841397"/>
                <a:gd name="connsiteX7" fmla="*/ 167498 w 174708"/>
                <a:gd name="connsiteY7" fmla="*/ 75 h 841397"/>
                <a:gd name="connsiteX8" fmla="*/ 156489 w 174708"/>
                <a:gd name="connsiteY8" fmla="*/ 5336 h 841397"/>
                <a:gd name="connsiteX9" fmla="*/ 246 w 174708"/>
                <a:gd name="connsiteY9" fmla="*/ 420598 h 841397"/>
                <a:gd name="connsiteX10" fmla="*/ 122400 w 174708"/>
                <a:gd name="connsiteY10" fmla="*/ 802191 h 841397"/>
                <a:gd name="connsiteX11" fmla="*/ 157555 w 174708"/>
                <a:gd name="connsiteY11" fmla="*/ 837264 h 841397"/>
                <a:gd name="connsiteX12" fmla="*/ 167498 w 174708"/>
                <a:gd name="connsiteY12" fmla="*/ 841472 h 841397"/>
                <a:gd name="connsiteX13" fmla="*/ 174955 w 174708"/>
                <a:gd name="connsiteY13" fmla="*/ 837965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55" y="837965"/>
                  </a:moveTo>
                  <a:cubicBezTo>
                    <a:pt x="174955" y="836562"/>
                    <a:pt x="174244" y="835861"/>
                    <a:pt x="173534" y="834808"/>
                  </a:cubicBezTo>
                  <a:cubicBezTo>
                    <a:pt x="160396" y="821831"/>
                    <a:pt x="136604" y="798333"/>
                    <a:pt x="112812" y="760454"/>
                  </a:cubicBezTo>
                  <a:cubicBezTo>
                    <a:pt x="55641" y="669966"/>
                    <a:pt x="29719" y="555979"/>
                    <a:pt x="29719" y="420949"/>
                  </a:cubicBezTo>
                  <a:cubicBezTo>
                    <a:pt x="29719" y="326603"/>
                    <a:pt x="42503" y="204900"/>
                    <a:pt x="101094" y="100383"/>
                  </a:cubicBezTo>
                  <a:cubicBezTo>
                    <a:pt x="129147" y="50580"/>
                    <a:pt x="158265" y="21820"/>
                    <a:pt x="173889" y="6388"/>
                  </a:cubicBezTo>
                  <a:cubicBezTo>
                    <a:pt x="174955" y="5336"/>
                    <a:pt x="174955" y="4634"/>
                    <a:pt x="174955" y="3582"/>
                  </a:cubicBezTo>
                  <a:cubicBezTo>
                    <a:pt x="174955" y="75"/>
                    <a:pt x="172469" y="75"/>
                    <a:pt x="167498" y="75"/>
                  </a:cubicBezTo>
                  <a:cubicBezTo>
                    <a:pt x="162526" y="75"/>
                    <a:pt x="161816" y="75"/>
                    <a:pt x="156489" y="5336"/>
                  </a:cubicBezTo>
                  <a:cubicBezTo>
                    <a:pt x="37531" y="112308"/>
                    <a:pt x="246" y="272942"/>
                    <a:pt x="246" y="420598"/>
                  </a:cubicBezTo>
                  <a:cubicBezTo>
                    <a:pt x="246" y="558434"/>
                    <a:pt x="32205" y="697323"/>
                    <a:pt x="122400" y="802191"/>
                  </a:cubicBezTo>
                  <a:cubicBezTo>
                    <a:pt x="129502" y="810257"/>
                    <a:pt x="142996" y="824637"/>
                    <a:pt x="157555" y="837264"/>
                  </a:cubicBezTo>
                  <a:cubicBezTo>
                    <a:pt x="161816" y="841472"/>
                    <a:pt x="162526" y="841472"/>
                    <a:pt x="167498" y="841472"/>
                  </a:cubicBezTo>
                  <a:cubicBezTo>
                    <a:pt x="172469" y="841472"/>
                    <a:pt x="174955" y="841472"/>
                    <a:pt x="174955" y="837965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B506F0FD-5BB4-5A16-4218-9844BEF7870B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2613841" y="4528281"/>
              <a:ext cx="288695" cy="240599"/>
            </a:xfrm>
            <a:custGeom>
              <a:avLst/>
              <a:gdLst>
                <a:gd name="connsiteX0" fmla="*/ 158629 w 288695"/>
                <a:gd name="connsiteY0" fmla="*/ 93025 h 240599"/>
                <a:gd name="connsiteX1" fmla="*/ 243852 w 288695"/>
                <a:gd name="connsiteY1" fmla="*/ 22880 h 240599"/>
                <a:gd name="connsiteX2" fmla="*/ 277232 w 288695"/>
                <a:gd name="connsiteY2" fmla="*/ 16566 h 240599"/>
                <a:gd name="connsiteX3" fmla="*/ 283268 w 288695"/>
                <a:gd name="connsiteY3" fmla="*/ 16566 h 240599"/>
                <a:gd name="connsiteX4" fmla="*/ 283268 w 288695"/>
                <a:gd name="connsiteY4" fmla="*/ 82 h 240599"/>
                <a:gd name="connsiteX5" fmla="*/ 247048 w 288695"/>
                <a:gd name="connsiteY5" fmla="*/ 1134 h 240599"/>
                <a:gd name="connsiteX6" fmla="*/ 195204 w 288695"/>
                <a:gd name="connsiteY6" fmla="*/ 82 h 240599"/>
                <a:gd name="connsiteX7" fmla="*/ 195204 w 288695"/>
                <a:gd name="connsiteY7" fmla="*/ 16566 h 240599"/>
                <a:gd name="connsiteX8" fmla="*/ 215800 w 288695"/>
                <a:gd name="connsiteY8" fmla="*/ 18320 h 240599"/>
                <a:gd name="connsiteX9" fmla="*/ 220416 w 288695"/>
                <a:gd name="connsiteY9" fmla="*/ 20424 h 240599"/>
                <a:gd name="connsiteX10" fmla="*/ 89029 w 288695"/>
                <a:gd name="connsiteY10" fmla="*/ 128800 h 240599"/>
                <a:gd name="connsiteX11" fmla="*/ 89029 w 288695"/>
                <a:gd name="connsiteY11" fmla="*/ 16566 h 240599"/>
                <a:gd name="connsiteX12" fmla="*/ 127380 w 288695"/>
                <a:gd name="connsiteY12" fmla="*/ 16566 h 240599"/>
                <a:gd name="connsiteX13" fmla="*/ 127380 w 288695"/>
                <a:gd name="connsiteY13" fmla="*/ 82 h 240599"/>
                <a:gd name="connsiteX14" fmla="*/ 63817 w 288695"/>
                <a:gd name="connsiteY14" fmla="*/ 1134 h 240599"/>
                <a:gd name="connsiteX15" fmla="*/ 254 w 288695"/>
                <a:gd name="connsiteY15" fmla="*/ 82 h 240599"/>
                <a:gd name="connsiteX16" fmla="*/ 254 w 288695"/>
                <a:gd name="connsiteY16" fmla="*/ 16566 h 240599"/>
                <a:gd name="connsiteX17" fmla="*/ 38605 w 288695"/>
                <a:gd name="connsiteY17" fmla="*/ 16566 h 240599"/>
                <a:gd name="connsiteX18" fmla="*/ 38605 w 288695"/>
                <a:gd name="connsiteY18" fmla="*/ 224198 h 240599"/>
                <a:gd name="connsiteX19" fmla="*/ 254 w 288695"/>
                <a:gd name="connsiteY19" fmla="*/ 224198 h 240599"/>
                <a:gd name="connsiteX20" fmla="*/ 254 w 288695"/>
                <a:gd name="connsiteY20" fmla="*/ 240682 h 240599"/>
                <a:gd name="connsiteX21" fmla="*/ 63817 w 288695"/>
                <a:gd name="connsiteY21" fmla="*/ 239630 h 240599"/>
                <a:gd name="connsiteX22" fmla="*/ 127380 w 288695"/>
                <a:gd name="connsiteY22" fmla="*/ 240682 h 240599"/>
                <a:gd name="connsiteX23" fmla="*/ 127380 w 288695"/>
                <a:gd name="connsiteY23" fmla="*/ 224198 h 240599"/>
                <a:gd name="connsiteX24" fmla="*/ 89029 w 288695"/>
                <a:gd name="connsiteY24" fmla="*/ 224198 h 240599"/>
                <a:gd name="connsiteX25" fmla="*/ 89029 w 288695"/>
                <a:gd name="connsiteY25" fmla="*/ 150545 h 240599"/>
                <a:gd name="connsiteX26" fmla="*/ 124539 w 288695"/>
                <a:gd name="connsiteY26" fmla="*/ 121434 h 240599"/>
                <a:gd name="connsiteX27" fmla="*/ 197689 w 288695"/>
                <a:gd name="connsiteY27" fmla="*/ 216482 h 240599"/>
                <a:gd name="connsiteX28" fmla="*/ 200530 w 288695"/>
                <a:gd name="connsiteY28" fmla="*/ 221392 h 240599"/>
                <a:gd name="connsiteX29" fmla="*/ 174608 w 288695"/>
                <a:gd name="connsiteY29" fmla="*/ 224198 h 240599"/>
                <a:gd name="connsiteX30" fmla="*/ 174608 w 288695"/>
                <a:gd name="connsiteY30" fmla="*/ 240682 h 240599"/>
                <a:gd name="connsiteX31" fmla="*/ 237105 w 288695"/>
                <a:gd name="connsiteY31" fmla="*/ 239630 h 240599"/>
                <a:gd name="connsiteX32" fmla="*/ 288950 w 288695"/>
                <a:gd name="connsiteY32" fmla="*/ 240682 h 240599"/>
                <a:gd name="connsiteX33" fmla="*/ 288950 w 288695"/>
                <a:gd name="connsiteY33" fmla="*/ 224198 h 240599"/>
                <a:gd name="connsiteX34" fmla="*/ 278652 w 288695"/>
                <a:gd name="connsiteY34" fmla="*/ 224198 h 240599"/>
                <a:gd name="connsiteX35" fmla="*/ 254505 w 288695"/>
                <a:gd name="connsiteY35" fmla="*/ 217183 h 240599"/>
                <a:gd name="connsiteX36" fmla="*/ 158629 w 288695"/>
                <a:gd name="connsiteY36" fmla="*/ 93025 h 2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95" h="240599">
                  <a:moveTo>
                    <a:pt x="158629" y="93025"/>
                  </a:moveTo>
                  <a:lnTo>
                    <a:pt x="243852" y="22880"/>
                  </a:lnTo>
                  <a:cubicBezTo>
                    <a:pt x="251665" y="16566"/>
                    <a:pt x="266579" y="16566"/>
                    <a:pt x="277232" y="16566"/>
                  </a:cubicBezTo>
                  <a:lnTo>
                    <a:pt x="283268" y="16566"/>
                  </a:lnTo>
                  <a:lnTo>
                    <a:pt x="283268" y="82"/>
                  </a:lnTo>
                  <a:cubicBezTo>
                    <a:pt x="269064" y="1134"/>
                    <a:pt x="248824" y="1134"/>
                    <a:pt x="247048" y="1134"/>
                  </a:cubicBezTo>
                  <a:cubicBezTo>
                    <a:pt x="233555" y="1134"/>
                    <a:pt x="207987" y="1134"/>
                    <a:pt x="195204" y="82"/>
                  </a:cubicBezTo>
                  <a:lnTo>
                    <a:pt x="195204" y="16566"/>
                  </a:lnTo>
                  <a:cubicBezTo>
                    <a:pt x="199820" y="16566"/>
                    <a:pt x="206922" y="16566"/>
                    <a:pt x="215800" y="18320"/>
                  </a:cubicBezTo>
                  <a:cubicBezTo>
                    <a:pt x="221481" y="19723"/>
                    <a:pt x="217220" y="19372"/>
                    <a:pt x="220416" y="20424"/>
                  </a:cubicBezTo>
                  <a:lnTo>
                    <a:pt x="89029" y="128800"/>
                  </a:lnTo>
                  <a:lnTo>
                    <a:pt x="89029" y="16566"/>
                  </a:lnTo>
                  <a:lnTo>
                    <a:pt x="127380" y="16566"/>
                  </a:lnTo>
                  <a:lnTo>
                    <a:pt x="127380" y="82"/>
                  </a:lnTo>
                  <a:cubicBezTo>
                    <a:pt x="113886" y="1134"/>
                    <a:pt x="79086" y="1134"/>
                    <a:pt x="63817" y="1134"/>
                  </a:cubicBezTo>
                  <a:cubicBezTo>
                    <a:pt x="48548" y="1134"/>
                    <a:pt x="13748" y="1134"/>
                    <a:pt x="254" y="82"/>
                  </a:cubicBezTo>
                  <a:lnTo>
                    <a:pt x="254" y="16566"/>
                  </a:lnTo>
                  <a:lnTo>
                    <a:pt x="38605" y="16566"/>
                  </a:lnTo>
                  <a:lnTo>
                    <a:pt x="38605" y="224198"/>
                  </a:lnTo>
                  <a:lnTo>
                    <a:pt x="254" y="224198"/>
                  </a:lnTo>
                  <a:lnTo>
                    <a:pt x="254" y="240682"/>
                  </a:lnTo>
                  <a:cubicBezTo>
                    <a:pt x="13748" y="239630"/>
                    <a:pt x="48548" y="239630"/>
                    <a:pt x="63817" y="239630"/>
                  </a:cubicBezTo>
                  <a:cubicBezTo>
                    <a:pt x="79086" y="239630"/>
                    <a:pt x="113886" y="239630"/>
                    <a:pt x="127380" y="240682"/>
                  </a:cubicBezTo>
                  <a:lnTo>
                    <a:pt x="127380" y="224198"/>
                  </a:lnTo>
                  <a:lnTo>
                    <a:pt x="89029" y="224198"/>
                  </a:lnTo>
                  <a:lnTo>
                    <a:pt x="89029" y="150545"/>
                  </a:lnTo>
                  <a:lnTo>
                    <a:pt x="124539" y="121434"/>
                  </a:lnTo>
                  <a:lnTo>
                    <a:pt x="197689" y="216482"/>
                  </a:lnTo>
                  <a:cubicBezTo>
                    <a:pt x="199465" y="218586"/>
                    <a:pt x="199465" y="219287"/>
                    <a:pt x="200530" y="221392"/>
                  </a:cubicBezTo>
                  <a:cubicBezTo>
                    <a:pt x="194138" y="224198"/>
                    <a:pt x="187037" y="224198"/>
                    <a:pt x="174608" y="224198"/>
                  </a:cubicBezTo>
                  <a:lnTo>
                    <a:pt x="174608" y="240682"/>
                  </a:lnTo>
                  <a:cubicBezTo>
                    <a:pt x="189167" y="239630"/>
                    <a:pt x="221126" y="239630"/>
                    <a:pt x="237105" y="239630"/>
                  </a:cubicBezTo>
                  <a:cubicBezTo>
                    <a:pt x="251309" y="239630"/>
                    <a:pt x="275811" y="239630"/>
                    <a:pt x="288950" y="240682"/>
                  </a:cubicBezTo>
                  <a:lnTo>
                    <a:pt x="288950" y="224198"/>
                  </a:lnTo>
                  <a:lnTo>
                    <a:pt x="278652" y="224198"/>
                  </a:lnTo>
                  <a:cubicBezTo>
                    <a:pt x="259832" y="224198"/>
                    <a:pt x="258767" y="222795"/>
                    <a:pt x="254505" y="217183"/>
                  </a:cubicBezTo>
                  <a:lnTo>
                    <a:pt x="158629" y="93025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B3637F89-8229-3928-6365-BF8178043C28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2939213" y="4471220"/>
              <a:ext cx="183692" cy="170383"/>
            </a:xfrm>
            <a:custGeom>
              <a:avLst/>
              <a:gdLst>
                <a:gd name="connsiteX0" fmla="*/ 98200 w 183692"/>
                <a:gd name="connsiteY0" fmla="*/ 12109 h 170383"/>
                <a:gd name="connsiteX1" fmla="*/ 174013 w 183692"/>
                <a:gd name="connsiteY1" fmla="*/ 12109 h 170383"/>
                <a:gd name="connsiteX2" fmla="*/ 183956 w 183692"/>
                <a:gd name="connsiteY2" fmla="*/ 6216 h 170383"/>
                <a:gd name="connsiteX3" fmla="*/ 174013 w 183692"/>
                <a:gd name="connsiteY3" fmla="*/ 79 h 170383"/>
                <a:gd name="connsiteX4" fmla="*/ 10206 w 183692"/>
                <a:gd name="connsiteY4" fmla="*/ 79 h 170383"/>
                <a:gd name="connsiteX5" fmla="*/ 263 w 183692"/>
                <a:gd name="connsiteY5" fmla="*/ 5971 h 170383"/>
                <a:gd name="connsiteX6" fmla="*/ 10206 w 183692"/>
                <a:gd name="connsiteY6" fmla="*/ 12109 h 170383"/>
                <a:gd name="connsiteX7" fmla="*/ 86020 w 183692"/>
                <a:gd name="connsiteY7" fmla="*/ 12109 h 170383"/>
                <a:gd name="connsiteX8" fmla="*/ 86020 w 183692"/>
                <a:gd name="connsiteY8" fmla="*/ 160888 h 170383"/>
                <a:gd name="connsiteX9" fmla="*/ 92234 w 183692"/>
                <a:gd name="connsiteY9" fmla="*/ 170462 h 170383"/>
                <a:gd name="connsiteX10" fmla="*/ 98200 w 183692"/>
                <a:gd name="connsiteY10" fmla="*/ 160888 h 170383"/>
                <a:gd name="connsiteX11" fmla="*/ 98200 w 183692"/>
                <a:gd name="connsiteY11" fmla="*/ 12109 h 170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3692" h="170383">
                  <a:moveTo>
                    <a:pt x="98200" y="12109"/>
                  </a:moveTo>
                  <a:lnTo>
                    <a:pt x="174013" y="12109"/>
                  </a:lnTo>
                  <a:cubicBezTo>
                    <a:pt x="177990" y="12109"/>
                    <a:pt x="183956" y="12109"/>
                    <a:pt x="183956" y="6216"/>
                  </a:cubicBezTo>
                  <a:cubicBezTo>
                    <a:pt x="183956" y="79"/>
                    <a:pt x="178239" y="79"/>
                    <a:pt x="174013" y="79"/>
                  </a:cubicBezTo>
                  <a:lnTo>
                    <a:pt x="10206" y="79"/>
                  </a:lnTo>
                  <a:cubicBezTo>
                    <a:pt x="6478" y="79"/>
                    <a:pt x="263" y="79"/>
                    <a:pt x="263" y="5971"/>
                  </a:cubicBezTo>
                  <a:cubicBezTo>
                    <a:pt x="263" y="12109"/>
                    <a:pt x="5980" y="12109"/>
                    <a:pt x="10206" y="12109"/>
                  </a:cubicBezTo>
                  <a:lnTo>
                    <a:pt x="86020" y="12109"/>
                  </a:lnTo>
                  <a:lnTo>
                    <a:pt x="86020" y="160888"/>
                  </a:lnTo>
                  <a:cubicBezTo>
                    <a:pt x="86020" y="164816"/>
                    <a:pt x="86020" y="170462"/>
                    <a:pt x="92234" y="170462"/>
                  </a:cubicBezTo>
                  <a:cubicBezTo>
                    <a:pt x="98200" y="170462"/>
                    <a:pt x="98200" y="164570"/>
                    <a:pt x="98200" y="160888"/>
                  </a:cubicBezTo>
                  <a:lnTo>
                    <a:pt x="98200" y="12109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C960004A-E5E2-7AEC-8AED-70241D58E0A9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3182492" y="4524423"/>
              <a:ext cx="263128" cy="312498"/>
            </a:xfrm>
            <a:custGeom>
              <a:avLst/>
              <a:gdLst>
                <a:gd name="connsiteX0" fmla="*/ 187762 w 263128"/>
                <a:gd name="connsiteY0" fmla="*/ 238227 h 312498"/>
                <a:gd name="connsiteX1" fmla="*/ 261268 w 263128"/>
                <a:gd name="connsiteY1" fmla="*/ 125643 h 312498"/>
                <a:gd name="connsiteX2" fmla="*/ 130947 w 263128"/>
                <a:gd name="connsiteY2" fmla="*/ 82 h 312498"/>
                <a:gd name="connsiteX3" fmla="*/ 270 w 263128"/>
                <a:gd name="connsiteY3" fmla="*/ 125643 h 312498"/>
                <a:gd name="connsiteX4" fmla="*/ 130947 w 263128"/>
                <a:gd name="connsiteY4" fmla="*/ 248398 h 312498"/>
                <a:gd name="connsiteX5" fmla="*/ 164681 w 263128"/>
                <a:gd name="connsiteY5" fmla="*/ 245241 h 312498"/>
                <a:gd name="connsiteX6" fmla="*/ 214750 w 263128"/>
                <a:gd name="connsiteY6" fmla="*/ 312581 h 312498"/>
                <a:gd name="connsiteX7" fmla="*/ 263399 w 263128"/>
                <a:gd name="connsiteY7" fmla="*/ 247346 h 312498"/>
                <a:gd name="connsiteX8" fmla="*/ 257007 w 263128"/>
                <a:gd name="connsiteY8" fmla="*/ 238227 h 312498"/>
                <a:gd name="connsiteX9" fmla="*/ 250615 w 263128"/>
                <a:gd name="connsiteY9" fmla="*/ 245241 h 312498"/>
                <a:gd name="connsiteX10" fmla="*/ 220432 w 263128"/>
                <a:gd name="connsiteY10" fmla="*/ 258920 h 312498"/>
                <a:gd name="connsiteX11" fmla="*/ 187762 w 263128"/>
                <a:gd name="connsiteY11" fmla="*/ 238227 h 312498"/>
                <a:gd name="connsiteX12" fmla="*/ 97212 w 263128"/>
                <a:gd name="connsiteY12" fmla="*/ 226653 h 312498"/>
                <a:gd name="connsiteX13" fmla="*/ 52470 w 263128"/>
                <a:gd name="connsiteY13" fmla="*/ 125292 h 312498"/>
                <a:gd name="connsiteX14" fmla="*/ 65608 w 263128"/>
                <a:gd name="connsiteY14" fmla="*/ 53042 h 312498"/>
                <a:gd name="connsiteX15" fmla="*/ 130591 w 263128"/>
                <a:gd name="connsiteY15" fmla="*/ 14111 h 312498"/>
                <a:gd name="connsiteX16" fmla="*/ 194509 w 263128"/>
                <a:gd name="connsiteY16" fmla="*/ 50938 h 312498"/>
                <a:gd name="connsiteX17" fmla="*/ 209068 w 263128"/>
                <a:gd name="connsiteY17" fmla="*/ 125292 h 312498"/>
                <a:gd name="connsiteX18" fmla="*/ 174979 w 263128"/>
                <a:gd name="connsiteY18" fmla="*/ 220340 h 312498"/>
                <a:gd name="connsiteX19" fmla="*/ 130591 w 263128"/>
                <a:gd name="connsiteY19" fmla="*/ 190177 h 312498"/>
                <a:gd name="connsiteX20" fmla="*/ 96147 w 263128"/>
                <a:gd name="connsiteY20" fmla="*/ 218937 h 312498"/>
                <a:gd name="connsiteX21" fmla="*/ 97212 w 263128"/>
                <a:gd name="connsiteY21" fmla="*/ 226653 h 312498"/>
                <a:gd name="connsiteX22" fmla="*/ 160065 w 263128"/>
                <a:gd name="connsiteY22" fmla="*/ 228757 h 312498"/>
                <a:gd name="connsiteX23" fmla="*/ 130947 w 263128"/>
                <a:gd name="connsiteY23" fmla="*/ 234369 h 312498"/>
                <a:gd name="connsiteX24" fmla="*/ 108930 w 263128"/>
                <a:gd name="connsiteY24" fmla="*/ 218937 h 312498"/>
                <a:gd name="connsiteX25" fmla="*/ 130947 w 263128"/>
                <a:gd name="connsiteY25" fmla="*/ 202803 h 312498"/>
                <a:gd name="connsiteX26" fmla="*/ 160065 w 263128"/>
                <a:gd name="connsiteY26" fmla="*/ 228757 h 31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3128" h="312498">
                  <a:moveTo>
                    <a:pt x="187762" y="238227"/>
                  </a:moveTo>
                  <a:cubicBezTo>
                    <a:pt x="245999" y="215780"/>
                    <a:pt x="261268" y="163872"/>
                    <a:pt x="261268" y="125643"/>
                  </a:cubicBezTo>
                  <a:cubicBezTo>
                    <a:pt x="261268" y="49886"/>
                    <a:pt x="209779" y="82"/>
                    <a:pt x="130947" y="82"/>
                  </a:cubicBezTo>
                  <a:cubicBezTo>
                    <a:pt x="49629" y="82"/>
                    <a:pt x="270" y="51990"/>
                    <a:pt x="270" y="125643"/>
                  </a:cubicBezTo>
                  <a:cubicBezTo>
                    <a:pt x="270" y="197192"/>
                    <a:pt x="48563" y="248398"/>
                    <a:pt x="130947" y="248398"/>
                  </a:cubicBezTo>
                  <a:cubicBezTo>
                    <a:pt x="138759" y="248398"/>
                    <a:pt x="150477" y="248047"/>
                    <a:pt x="164681" y="245241"/>
                  </a:cubicBezTo>
                  <a:cubicBezTo>
                    <a:pt x="174624" y="284874"/>
                    <a:pt x="181726" y="312581"/>
                    <a:pt x="214750" y="312581"/>
                  </a:cubicBezTo>
                  <a:cubicBezTo>
                    <a:pt x="250970" y="312581"/>
                    <a:pt x="263399" y="271195"/>
                    <a:pt x="263399" y="247346"/>
                  </a:cubicBezTo>
                  <a:cubicBezTo>
                    <a:pt x="263399" y="244540"/>
                    <a:pt x="263399" y="238227"/>
                    <a:pt x="257007" y="238227"/>
                  </a:cubicBezTo>
                  <a:cubicBezTo>
                    <a:pt x="251680" y="238227"/>
                    <a:pt x="250970" y="242786"/>
                    <a:pt x="250615" y="245241"/>
                  </a:cubicBezTo>
                  <a:cubicBezTo>
                    <a:pt x="248484" y="258569"/>
                    <a:pt x="226468" y="258920"/>
                    <a:pt x="220432" y="258920"/>
                  </a:cubicBezTo>
                  <a:cubicBezTo>
                    <a:pt x="212264" y="258920"/>
                    <a:pt x="201611" y="258920"/>
                    <a:pt x="187762" y="238227"/>
                  </a:cubicBezTo>
                  <a:close/>
                  <a:moveTo>
                    <a:pt x="97212" y="226653"/>
                  </a:moveTo>
                  <a:cubicBezTo>
                    <a:pt x="53535" y="205960"/>
                    <a:pt x="52470" y="152649"/>
                    <a:pt x="52470" y="125292"/>
                  </a:cubicBezTo>
                  <a:cubicBezTo>
                    <a:pt x="52470" y="111263"/>
                    <a:pt x="52470" y="77944"/>
                    <a:pt x="65608" y="53042"/>
                  </a:cubicBezTo>
                  <a:cubicBezTo>
                    <a:pt x="84073" y="19372"/>
                    <a:pt x="114612" y="14111"/>
                    <a:pt x="130591" y="14111"/>
                  </a:cubicBezTo>
                  <a:cubicBezTo>
                    <a:pt x="149767" y="14111"/>
                    <a:pt x="177465" y="21126"/>
                    <a:pt x="194509" y="50938"/>
                  </a:cubicBezTo>
                  <a:cubicBezTo>
                    <a:pt x="208003" y="74437"/>
                    <a:pt x="209068" y="104599"/>
                    <a:pt x="209068" y="125292"/>
                  </a:cubicBezTo>
                  <a:cubicBezTo>
                    <a:pt x="209068" y="144933"/>
                    <a:pt x="209068" y="197192"/>
                    <a:pt x="174979" y="220340"/>
                  </a:cubicBezTo>
                  <a:cubicBezTo>
                    <a:pt x="167167" y="208766"/>
                    <a:pt x="154383" y="190177"/>
                    <a:pt x="130591" y="190177"/>
                  </a:cubicBezTo>
                  <a:cubicBezTo>
                    <a:pt x="112481" y="190177"/>
                    <a:pt x="96147" y="202102"/>
                    <a:pt x="96147" y="218937"/>
                  </a:cubicBezTo>
                  <a:cubicBezTo>
                    <a:pt x="96147" y="221041"/>
                    <a:pt x="96502" y="224899"/>
                    <a:pt x="97212" y="226653"/>
                  </a:cubicBezTo>
                  <a:close/>
                  <a:moveTo>
                    <a:pt x="160065" y="228757"/>
                  </a:moveTo>
                  <a:cubicBezTo>
                    <a:pt x="151187" y="232615"/>
                    <a:pt x="140534" y="234369"/>
                    <a:pt x="130947" y="234369"/>
                  </a:cubicBezTo>
                  <a:cubicBezTo>
                    <a:pt x="111416" y="234369"/>
                    <a:pt x="108930" y="223145"/>
                    <a:pt x="108930" y="218937"/>
                  </a:cubicBezTo>
                  <a:cubicBezTo>
                    <a:pt x="108930" y="209467"/>
                    <a:pt x="119228" y="202803"/>
                    <a:pt x="130947" y="202803"/>
                  </a:cubicBezTo>
                  <a:cubicBezTo>
                    <a:pt x="140889" y="202803"/>
                    <a:pt x="152963" y="206661"/>
                    <a:pt x="160065" y="228757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5EB70CBE-16C6-7C2C-17DF-B6E49CA09DC3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2599992" y="4911454"/>
              <a:ext cx="866537" cy="14028"/>
            </a:xfrm>
            <a:custGeom>
              <a:avLst/>
              <a:gdLst>
                <a:gd name="connsiteX0" fmla="*/ 0 w 866537"/>
                <a:gd name="connsiteY0" fmla="*/ 0 h 14028"/>
                <a:gd name="connsiteX1" fmla="*/ 866538 w 866537"/>
                <a:gd name="connsiteY1" fmla="*/ 0 h 14028"/>
                <a:gd name="connsiteX2" fmla="*/ 866538 w 866537"/>
                <a:gd name="connsiteY2" fmla="*/ 14028 h 14028"/>
                <a:gd name="connsiteX3" fmla="*/ 0 w 866537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6537" h="14028">
                  <a:moveTo>
                    <a:pt x="0" y="0"/>
                  </a:moveTo>
                  <a:lnTo>
                    <a:pt x="866538" y="0"/>
                  </a:lnTo>
                  <a:lnTo>
                    <a:pt x="866538" y="14028"/>
                  </a:lnTo>
                  <a:lnTo>
                    <a:pt x="0" y="14028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7B7F9A6-E9B7-84AD-6DD9-CAB0370C35C8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2739162" y="4981596"/>
              <a:ext cx="276977" cy="350728"/>
            </a:xfrm>
            <a:custGeom>
              <a:avLst/>
              <a:gdLst>
                <a:gd name="connsiteX0" fmla="*/ 112469 w 276977"/>
                <a:gd name="connsiteY0" fmla="*/ 313991 h 350728"/>
                <a:gd name="connsiteX1" fmla="*/ 49971 w 276977"/>
                <a:gd name="connsiteY1" fmla="*/ 177557 h 350728"/>
                <a:gd name="connsiteX2" fmla="*/ 44645 w 276977"/>
                <a:gd name="connsiteY2" fmla="*/ 171946 h 350728"/>
                <a:gd name="connsiteX3" fmla="*/ 38608 w 276977"/>
                <a:gd name="connsiteY3" fmla="*/ 174751 h 350728"/>
                <a:gd name="connsiteX4" fmla="*/ 4874 w 276977"/>
                <a:gd name="connsiteY4" fmla="*/ 200004 h 350728"/>
                <a:gd name="connsiteX5" fmla="*/ 257 w 276977"/>
                <a:gd name="connsiteY5" fmla="*/ 205615 h 350728"/>
                <a:gd name="connsiteX6" fmla="*/ 3808 w 276977"/>
                <a:gd name="connsiteY6" fmla="*/ 209473 h 350728"/>
                <a:gd name="connsiteX7" fmla="*/ 15882 w 276977"/>
                <a:gd name="connsiteY7" fmla="*/ 201757 h 350728"/>
                <a:gd name="connsiteX8" fmla="*/ 27245 w 276977"/>
                <a:gd name="connsiteY8" fmla="*/ 193340 h 350728"/>
                <a:gd name="connsiteX9" fmla="*/ 97200 w 276977"/>
                <a:gd name="connsiteY9" fmla="*/ 345205 h 350728"/>
                <a:gd name="connsiteX10" fmla="*/ 104657 w 276977"/>
                <a:gd name="connsiteY10" fmla="*/ 350817 h 350728"/>
                <a:gd name="connsiteX11" fmla="*/ 113534 w 276977"/>
                <a:gd name="connsiteY11" fmla="*/ 343802 h 350728"/>
                <a:gd name="connsiteX12" fmla="*/ 274749 w 276977"/>
                <a:gd name="connsiteY12" fmla="*/ 14118 h 350728"/>
                <a:gd name="connsiteX13" fmla="*/ 277235 w 276977"/>
                <a:gd name="connsiteY13" fmla="*/ 7103 h 350728"/>
                <a:gd name="connsiteX14" fmla="*/ 270133 w 276977"/>
                <a:gd name="connsiteY14" fmla="*/ 89 h 350728"/>
                <a:gd name="connsiteX15" fmla="*/ 261966 w 276977"/>
                <a:gd name="connsiteY15" fmla="*/ 7454 h 350728"/>
                <a:gd name="connsiteX16" fmla="*/ 112469 w 276977"/>
                <a:gd name="connsiteY16" fmla="*/ 313991 h 350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6977" h="350728">
                  <a:moveTo>
                    <a:pt x="112469" y="313991"/>
                  </a:moveTo>
                  <a:lnTo>
                    <a:pt x="49971" y="177557"/>
                  </a:lnTo>
                  <a:cubicBezTo>
                    <a:pt x="47486" y="171946"/>
                    <a:pt x="45710" y="171946"/>
                    <a:pt x="44645" y="171946"/>
                  </a:cubicBezTo>
                  <a:cubicBezTo>
                    <a:pt x="44290" y="171946"/>
                    <a:pt x="42514" y="171946"/>
                    <a:pt x="38608" y="174751"/>
                  </a:cubicBezTo>
                  <a:lnTo>
                    <a:pt x="4874" y="200004"/>
                  </a:lnTo>
                  <a:cubicBezTo>
                    <a:pt x="257" y="203511"/>
                    <a:pt x="257" y="204563"/>
                    <a:pt x="257" y="205615"/>
                  </a:cubicBezTo>
                  <a:cubicBezTo>
                    <a:pt x="257" y="207369"/>
                    <a:pt x="1323" y="209473"/>
                    <a:pt x="3808" y="209473"/>
                  </a:cubicBezTo>
                  <a:cubicBezTo>
                    <a:pt x="5939" y="209473"/>
                    <a:pt x="11976" y="204563"/>
                    <a:pt x="15882" y="201757"/>
                  </a:cubicBezTo>
                  <a:cubicBezTo>
                    <a:pt x="18012" y="200004"/>
                    <a:pt x="23339" y="196146"/>
                    <a:pt x="27245" y="193340"/>
                  </a:cubicBezTo>
                  <a:lnTo>
                    <a:pt x="97200" y="345205"/>
                  </a:lnTo>
                  <a:cubicBezTo>
                    <a:pt x="99685" y="350817"/>
                    <a:pt x="101461" y="350817"/>
                    <a:pt x="104657" y="350817"/>
                  </a:cubicBezTo>
                  <a:cubicBezTo>
                    <a:pt x="109983" y="350817"/>
                    <a:pt x="111048" y="348713"/>
                    <a:pt x="113534" y="343802"/>
                  </a:cubicBezTo>
                  <a:lnTo>
                    <a:pt x="274749" y="14118"/>
                  </a:lnTo>
                  <a:cubicBezTo>
                    <a:pt x="277235" y="9208"/>
                    <a:pt x="277235" y="7805"/>
                    <a:pt x="277235" y="7103"/>
                  </a:cubicBezTo>
                  <a:cubicBezTo>
                    <a:pt x="277235" y="3596"/>
                    <a:pt x="274394" y="89"/>
                    <a:pt x="270133" y="89"/>
                  </a:cubicBezTo>
                  <a:cubicBezTo>
                    <a:pt x="267292" y="89"/>
                    <a:pt x="264806" y="1842"/>
                    <a:pt x="261966" y="7454"/>
                  </a:cubicBezTo>
                  <a:lnTo>
                    <a:pt x="112469" y="313991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EF5EB83C-7547-ED66-B4D2-B0DC907A9A7F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3009156" y="4981596"/>
              <a:ext cx="344126" cy="14028"/>
            </a:xfrm>
            <a:custGeom>
              <a:avLst/>
              <a:gdLst>
                <a:gd name="connsiteX0" fmla="*/ 0 w 344126"/>
                <a:gd name="connsiteY0" fmla="*/ 0 h 14028"/>
                <a:gd name="connsiteX1" fmla="*/ 344127 w 344126"/>
                <a:gd name="connsiteY1" fmla="*/ 0 h 14028"/>
                <a:gd name="connsiteX2" fmla="*/ 344127 w 344126"/>
                <a:gd name="connsiteY2" fmla="*/ 14028 h 14028"/>
                <a:gd name="connsiteX3" fmla="*/ 0 w 344126"/>
                <a:gd name="connsiteY3" fmla="*/ 14028 h 14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126" h="14028">
                  <a:moveTo>
                    <a:pt x="0" y="0"/>
                  </a:moveTo>
                  <a:lnTo>
                    <a:pt x="344127" y="0"/>
                  </a:lnTo>
                  <a:lnTo>
                    <a:pt x="344127" y="14028"/>
                  </a:lnTo>
                  <a:lnTo>
                    <a:pt x="0" y="14028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1DBA4C5-AE2A-2431-F7DF-04561D8A78A7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3023360" y="5024813"/>
              <a:ext cx="169027" cy="247263"/>
            </a:xfrm>
            <a:custGeom>
              <a:avLst/>
              <a:gdLst>
                <a:gd name="connsiteX0" fmla="*/ 169293 w 169027"/>
                <a:gd name="connsiteY0" fmla="*/ 3954 h 247263"/>
                <a:gd name="connsiteX1" fmla="*/ 164677 w 169027"/>
                <a:gd name="connsiteY1" fmla="*/ 96 h 247263"/>
                <a:gd name="connsiteX2" fmla="*/ 119579 w 169027"/>
                <a:gd name="connsiteY2" fmla="*/ 3954 h 247263"/>
                <a:gd name="connsiteX3" fmla="*/ 114608 w 169027"/>
                <a:gd name="connsiteY3" fmla="*/ 10618 h 247263"/>
                <a:gd name="connsiteX4" fmla="*/ 123130 w 169027"/>
                <a:gd name="connsiteY4" fmla="*/ 14827 h 247263"/>
                <a:gd name="connsiteX5" fmla="*/ 140885 w 169027"/>
                <a:gd name="connsiteY5" fmla="*/ 20789 h 247263"/>
                <a:gd name="connsiteX6" fmla="*/ 139820 w 169027"/>
                <a:gd name="connsiteY6" fmla="*/ 27804 h 247263"/>
                <a:gd name="connsiteX7" fmla="*/ 118514 w 169027"/>
                <a:gd name="connsiteY7" fmla="*/ 110927 h 247263"/>
                <a:gd name="connsiteX8" fmla="*/ 85845 w 169027"/>
                <a:gd name="connsiteY8" fmla="*/ 88480 h 247263"/>
                <a:gd name="connsiteX9" fmla="*/ 266 w 169027"/>
                <a:gd name="connsiteY9" fmla="*/ 191243 h 247263"/>
                <a:gd name="connsiteX10" fmla="*/ 47494 w 169027"/>
                <a:gd name="connsiteY10" fmla="*/ 247360 h 247263"/>
                <a:gd name="connsiteX11" fmla="*/ 93657 w 169027"/>
                <a:gd name="connsiteY11" fmla="*/ 221055 h 247263"/>
                <a:gd name="connsiteX12" fmla="*/ 125971 w 169027"/>
                <a:gd name="connsiteY12" fmla="*/ 247360 h 247263"/>
                <a:gd name="connsiteX13" fmla="*/ 152248 w 169027"/>
                <a:gd name="connsiteY13" fmla="*/ 228070 h 247263"/>
                <a:gd name="connsiteX14" fmla="*/ 162901 w 169027"/>
                <a:gd name="connsiteY14" fmla="*/ 193348 h 247263"/>
                <a:gd name="connsiteX15" fmla="*/ 158640 w 169027"/>
                <a:gd name="connsiteY15" fmla="*/ 189840 h 247263"/>
                <a:gd name="connsiteX16" fmla="*/ 153669 w 169027"/>
                <a:gd name="connsiteY16" fmla="*/ 196154 h 247263"/>
                <a:gd name="connsiteX17" fmla="*/ 126681 w 169027"/>
                <a:gd name="connsiteY17" fmla="*/ 239644 h 247263"/>
                <a:gd name="connsiteX18" fmla="*/ 116028 w 169027"/>
                <a:gd name="connsiteY18" fmla="*/ 223510 h 247263"/>
                <a:gd name="connsiteX19" fmla="*/ 118159 w 169027"/>
                <a:gd name="connsiteY19" fmla="*/ 206675 h 247263"/>
                <a:gd name="connsiteX20" fmla="*/ 169293 w 169027"/>
                <a:gd name="connsiteY20" fmla="*/ 3954 h 247263"/>
                <a:gd name="connsiteX21" fmla="*/ 95432 w 169027"/>
                <a:gd name="connsiteY21" fmla="*/ 201765 h 247263"/>
                <a:gd name="connsiteX22" fmla="*/ 88330 w 169027"/>
                <a:gd name="connsiteY22" fmla="*/ 214742 h 247263"/>
                <a:gd name="connsiteX23" fmla="*/ 48204 w 169027"/>
                <a:gd name="connsiteY23" fmla="*/ 239644 h 247263"/>
                <a:gd name="connsiteX24" fmla="*/ 25478 w 169027"/>
                <a:gd name="connsiteY24" fmla="*/ 206675 h 247263"/>
                <a:gd name="connsiteX25" fmla="*/ 45008 w 169027"/>
                <a:gd name="connsiteY25" fmla="*/ 129866 h 247263"/>
                <a:gd name="connsiteX26" fmla="*/ 86200 w 169027"/>
                <a:gd name="connsiteY26" fmla="*/ 96196 h 247263"/>
                <a:gd name="connsiteX27" fmla="*/ 114253 w 169027"/>
                <a:gd name="connsiteY27" fmla="*/ 127060 h 247263"/>
                <a:gd name="connsiteX28" fmla="*/ 113187 w 169027"/>
                <a:gd name="connsiteY28" fmla="*/ 133022 h 247263"/>
                <a:gd name="connsiteX29" fmla="*/ 95432 w 169027"/>
                <a:gd name="connsiteY29" fmla="*/ 201765 h 247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69027" h="247263">
                  <a:moveTo>
                    <a:pt x="169293" y="3954"/>
                  </a:moveTo>
                  <a:cubicBezTo>
                    <a:pt x="169293" y="3604"/>
                    <a:pt x="169293" y="96"/>
                    <a:pt x="164677" y="96"/>
                  </a:cubicBezTo>
                  <a:cubicBezTo>
                    <a:pt x="159350" y="96"/>
                    <a:pt x="125616" y="3253"/>
                    <a:pt x="119579" y="3954"/>
                  </a:cubicBezTo>
                  <a:cubicBezTo>
                    <a:pt x="116738" y="4305"/>
                    <a:pt x="114608" y="6059"/>
                    <a:pt x="114608" y="10618"/>
                  </a:cubicBezTo>
                  <a:cubicBezTo>
                    <a:pt x="114608" y="14827"/>
                    <a:pt x="117804" y="14827"/>
                    <a:pt x="123130" y="14827"/>
                  </a:cubicBezTo>
                  <a:cubicBezTo>
                    <a:pt x="140175" y="14827"/>
                    <a:pt x="140885" y="17282"/>
                    <a:pt x="140885" y="20789"/>
                  </a:cubicBezTo>
                  <a:lnTo>
                    <a:pt x="139820" y="27804"/>
                  </a:lnTo>
                  <a:lnTo>
                    <a:pt x="118514" y="110927"/>
                  </a:lnTo>
                  <a:cubicBezTo>
                    <a:pt x="112122" y="97950"/>
                    <a:pt x="101824" y="88480"/>
                    <a:pt x="85845" y="88480"/>
                  </a:cubicBezTo>
                  <a:cubicBezTo>
                    <a:pt x="44298" y="88480"/>
                    <a:pt x="266" y="140037"/>
                    <a:pt x="266" y="191243"/>
                  </a:cubicBezTo>
                  <a:cubicBezTo>
                    <a:pt x="266" y="224212"/>
                    <a:pt x="19796" y="247360"/>
                    <a:pt x="47494" y="247360"/>
                  </a:cubicBezTo>
                  <a:cubicBezTo>
                    <a:pt x="54596" y="247360"/>
                    <a:pt x="72351" y="245957"/>
                    <a:pt x="93657" y="221055"/>
                  </a:cubicBezTo>
                  <a:cubicBezTo>
                    <a:pt x="96498" y="235786"/>
                    <a:pt x="108926" y="247360"/>
                    <a:pt x="125971" y="247360"/>
                  </a:cubicBezTo>
                  <a:cubicBezTo>
                    <a:pt x="138399" y="247360"/>
                    <a:pt x="146567" y="239293"/>
                    <a:pt x="152248" y="228070"/>
                  </a:cubicBezTo>
                  <a:cubicBezTo>
                    <a:pt x="158285" y="215444"/>
                    <a:pt x="162901" y="194049"/>
                    <a:pt x="162901" y="193348"/>
                  </a:cubicBezTo>
                  <a:cubicBezTo>
                    <a:pt x="162901" y="189840"/>
                    <a:pt x="159705" y="189840"/>
                    <a:pt x="158640" y="189840"/>
                  </a:cubicBezTo>
                  <a:cubicBezTo>
                    <a:pt x="155089" y="189840"/>
                    <a:pt x="154734" y="191243"/>
                    <a:pt x="153669" y="196154"/>
                  </a:cubicBezTo>
                  <a:cubicBezTo>
                    <a:pt x="147632" y="218951"/>
                    <a:pt x="141240" y="239644"/>
                    <a:pt x="126681" y="239644"/>
                  </a:cubicBezTo>
                  <a:cubicBezTo>
                    <a:pt x="117093" y="239644"/>
                    <a:pt x="116028" y="230525"/>
                    <a:pt x="116028" y="223510"/>
                  </a:cubicBezTo>
                  <a:cubicBezTo>
                    <a:pt x="116028" y="215093"/>
                    <a:pt x="116738" y="212638"/>
                    <a:pt x="118159" y="206675"/>
                  </a:cubicBezTo>
                  <a:lnTo>
                    <a:pt x="169293" y="3954"/>
                  </a:lnTo>
                  <a:close/>
                  <a:moveTo>
                    <a:pt x="95432" y="201765"/>
                  </a:moveTo>
                  <a:cubicBezTo>
                    <a:pt x="93657" y="208078"/>
                    <a:pt x="93657" y="208780"/>
                    <a:pt x="88330" y="214742"/>
                  </a:cubicBezTo>
                  <a:cubicBezTo>
                    <a:pt x="72706" y="234032"/>
                    <a:pt x="58147" y="239644"/>
                    <a:pt x="48204" y="239644"/>
                  </a:cubicBezTo>
                  <a:cubicBezTo>
                    <a:pt x="30449" y="239644"/>
                    <a:pt x="25478" y="220354"/>
                    <a:pt x="25478" y="206675"/>
                  </a:cubicBezTo>
                  <a:cubicBezTo>
                    <a:pt x="25478" y="189139"/>
                    <a:pt x="36841" y="145999"/>
                    <a:pt x="45008" y="129866"/>
                  </a:cubicBezTo>
                  <a:cubicBezTo>
                    <a:pt x="56016" y="109173"/>
                    <a:pt x="71996" y="96196"/>
                    <a:pt x="86200" y="96196"/>
                  </a:cubicBezTo>
                  <a:cubicBezTo>
                    <a:pt x="109281" y="96196"/>
                    <a:pt x="114253" y="124956"/>
                    <a:pt x="114253" y="127060"/>
                  </a:cubicBezTo>
                  <a:cubicBezTo>
                    <a:pt x="114253" y="129164"/>
                    <a:pt x="113542" y="131269"/>
                    <a:pt x="113187" y="133022"/>
                  </a:cubicBezTo>
                  <a:lnTo>
                    <a:pt x="95432" y="201765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BFA796E9-1641-CE9F-80DB-2A2594BC24AF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3209641" y="5157809"/>
              <a:ext cx="109867" cy="163018"/>
            </a:xfrm>
            <a:custGeom>
              <a:avLst/>
              <a:gdLst>
                <a:gd name="connsiteX0" fmla="*/ 110139 w 109867"/>
                <a:gd name="connsiteY0" fmla="*/ 118434 h 163018"/>
                <a:gd name="connsiteX1" fmla="*/ 101687 w 109867"/>
                <a:gd name="connsiteY1" fmla="*/ 118434 h 163018"/>
                <a:gd name="connsiteX2" fmla="*/ 95225 w 109867"/>
                <a:gd name="connsiteY2" fmla="*/ 140775 h 163018"/>
                <a:gd name="connsiteX3" fmla="*/ 70616 w 109867"/>
                <a:gd name="connsiteY3" fmla="*/ 142248 h 163018"/>
                <a:gd name="connsiteX4" fmla="*/ 24879 w 109867"/>
                <a:gd name="connsiteY4" fmla="*/ 142248 h 163018"/>
                <a:gd name="connsiteX5" fmla="*/ 74593 w 109867"/>
                <a:gd name="connsiteY5" fmla="*/ 101002 h 163018"/>
                <a:gd name="connsiteX6" fmla="*/ 110139 w 109867"/>
                <a:gd name="connsiteY6" fmla="*/ 47972 h 163018"/>
                <a:gd name="connsiteX7" fmla="*/ 51973 w 109867"/>
                <a:gd name="connsiteY7" fmla="*/ 98 h 163018"/>
                <a:gd name="connsiteX8" fmla="*/ 271 w 109867"/>
                <a:gd name="connsiteY8" fmla="*/ 44044 h 163018"/>
                <a:gd name="connsiteX9" fmla="*/ 13445 w 109867"/>
                <a:gd name="connsiteY9" fmla="*/ 57793 h 163018"/>
                <a:gd name="connsiteX10" fmla="*/ 26619 w 109867"/>
                <a:gd name="connsiteY10" fmla="*/ 44781 h 163018"/>
                <a:gd name="connsiteX11" fmla="*/ 11954 w 109867"/>
                <a:gd name="connsiteY11" fmla="*/ 31769 h 163018"/>
                <a:gd name="connsiteX12" fmla="*/ 48245 w 109867"/>
                <a:gd name="connsiteY12" fmla="*/ 8936 h 163018"/>
                <a:gd name="connsiteX13" fmla="*/ 86027 w 109867"/>
                <a:gd name="connsiteY13" fmla="*/ 47972 h 163018"/>
                <a:gd name="connsiteX14" fmla="*/ 62662 w 109867"/>
                <a:gd name="connsiteY14" fmla="*/ 95110 h 163018"/>
                <a:gd name="connsiteX15" fmla="*/ 2757 w 109867"/>
                <a:gd name="connsiteY15" fmla="*/ 153542 h 163018"/>
                <a:gd name="connsiteX16" fmla="*/ 271 w 109867"/>
                <a:gd name="connsiteY16" fmla="*/ 163116 h 163018"/>
                <a:gd name="connsiteX17" fmla="*/ 102682 w 109867"/>
                <a:gd name="connsiteY17" fmla="*/ 163116 h 163018"/>
                <a:gd name="connsiteX18" fmla="*/ 110139 w 109867"/>
                <a:gd name="connsiteY18" fmla="*/ 118434 h 16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9867" h="163018">
                  <a:moveTo>
                    <a:pt x="110139" y="118434"/>
                  </a:moveTo>
                  <a:lnTo>
                    <a:pt x="101687" y="118434"/>
                  </a:lnTo>
                  <a:cubicBezTo>
                    <a:pt x="100942" y="123835"/>
                    <a:pt x="98456" y="138320"/>
                    <a:pt x="95225" y="140775"/>
                  </a:cubicBezTo>
                  <a:cubicBezTo>
                    <a:pt x="93236" y="142248"/>
                    <a:pt x="74096" y="142248"/>
                    <a:pt x="70616" y="142248"/>
                  </a:cubicBezTo>
                  <a:lnTo>
                    <a:pt x="24879" y="142248"/>
                  </a:lnTo>
                  <a:cubicBezTo>
                    <a:pt x="50979" y="119416"/>
                    <a:pt x="59679" y="112541"/>
                    <a:pt x="74593" y="101002"/>
                  </a:cubicBezTo>
                  <a:cubicBezTo>
                    <a:pt x="92987" y="86517"/>
                    <a:pt x="110139" y="71296"/>
                    <a:pt x="110139" y="47972"/>
                  </a:cubicBezTo>
                  <a:cubicBezTo>
                    <a:pt x="110139" y="18266"/>
                    <a:pt x="83790" y="98"/>
                    <a:pt x="51973" y="98"/>
                  </a:cubicBezTo>
                  <a:cubicBezTo>
                    <a:pt x="21151" y="98"/>
                    <a:pt x="271" y="21457"/>
                    <a:pt x="271" y="44044"/>
                  </a:cubicBezTo>
                  <a:cubicBezTo>
                    <a:pt x="271" y="56565"/>
                    <a:pt x="10959" y="57793"/>
                    <a:pt x="13445" y="57793"/>
                  </a:cubicBezTo>
                  <a:cubicBezTo>
                    <a:pt x="19411" y="57793"/>
                    <a:pt x="26619" y="53619"/>
                    <a:pt x="26619" y="44781"/>
                  </a:cubicBezTo>
                  <a:cubicBezTo>
                    <a:pt x="26619" y="40361"/>
                    <a:pt x="24879" y="31769"/>
                    <a:pt x="11954" y="31769"/>
                  </a:cubicBezTo>
                  <a:cubicBezTo>
                    <a:pt x="19659" y="14337"/>
                    <a:pt x="36562" y="8936"/>
                    <a:pt x="48245" y="8936"/>
                  </a:cubicBezTo>
                  <a:cubicBezTo>
                    <a:pt x="73102" y="8936"/>
                    <a:pt x="86027" y="28086"/>
                    <a:pt x="86027" y="47972"/>
                  </a:cubicBezTo>
                  <a:cubicBezTo>
                    <a:pt x="86027" y="69332"/>
                    <a:pt x="70616" y="86272"/>
                    <a:pt x="62662" y="95110"/>
                  </a:cubicBezTo>
                  <a:lnTo>
                    <a:pt x="2757" y="153542"/>
                  </a:lnTo>
                  <a:cubicBezTo>
                    <a:pt x="271" y="155751"/>
                    <a:pt x="271" y="156242"/>
                    <a:pt x="271" y="163116"/>
                  </a:cubicBezTo>
                  <a:lnTo>
                    <a:pt x="102682" y="163116"/>
                  </a:lnTo>
                  <a:lnTo>
                    <a:pt x="110139" y="118434"/>
                  </a:ln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90446FB-DD91-E6BA-1D8C-D3CE5E972BA5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3521570" y="4497590"/>
              <a:ext cx="174708" cy="841397"/>
            </a:xfrm>
            <a:custGeom>
              <a:avLst/>
              <a:gdLst>
                <a:gd name="connsiteX0" fmla="*/ 174989 w 174708"/>
                <a:gd name="connsiteY0" fmla="*/ 420949 h 841397"/>
                <a:gd name="connsiteX1" fmla="*/ 52835 w 174708"/>
                <a:gd name="connsiteY1" fmla="*/ 39356 h 841397"/>
                <a:gd name="connsiteX2" fmla="*/ 17680 w 174708"/>
                <a:gd name="connsiteY2" fmla="*/ 4284 h 841397"/>
                <a:gd name="connsiteX3" fmla="*/ 7737 w 174708"/>
                <a:gd name="connsiteY3" fmla="*/ 75 h 841397"/>
                <a:gd name="connsiteX4" fmla="*/ 280 w 174708"/>
                <a:gd name="connsiteY4" fmla="*/ 3582 h 841397"/>
                <a:gd name="connsiteX5" fmla="*/ 2410 w 174708"/>
                <a:gd name="connsiteY5" fmla="*/ 7089 h 841397"/>
                <a:gd name="connsiteX6" fmla="*/ 62422 w 174708"/>
                <a:gd name="connsiteY6" fmla="*/ 81093 h 841397"/>
                <a:gd name="connsiteX7" fmla="*/ 145515 w 174708"/>
                <a:gd name="connsiteY7" fmla="*/ 420598 h 841397"/>
                <a:gd name="connsiteX8" fmla="*/ 74140 w 174708"/>
                <a:gd name="connsiteY8" fmla="*/ 741164 h 841397"/>
                <a:gd name="connsiteX9" fmla="*/ 1700 w 174708"/>
                <a:gd name="connsiteY9" fmla="*/ 834808 h 841397"/>
                <a:gd name="connsiteX10" fmla="*/ 280 w 174708"/>
                <a:gd name="connsiteY10" fmla="*/ 837965 h 841397"/>
                <a:gd name="connsiteX11" fmla="*/ 7737 w 174708"/>
                <a:gd name="connsiteY11" fmla="*/ 841472 h 841397"/>
                <a:gd name="connsiteX12" fmla="*/ 18745 w 174708"/>
                <a:gd name="connsiteY12" fmla="*/ 836211 h 841397"/>
                <a:gd name="connsiteX13" fmla="*/ 174989 w 174708"/>
                <a:gd name="connsiteY13" fmla="*/ 420949 h 84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708" h="841397">
                  <a:moveTo>
                    <a:pt x="174989" y="420949"/>
                  </a:moveTo>
                  <a:cubicBezTo>
                    <a:pt x="174989" y="283113"/>
                    <a:pt x="143030" y="144224"/>
                    <a:pt x="52835" y="39356"/>
                  </a:cubicBezTo>
                  <a:cubicBezTo>
                    <a:pt x="45733" y="31290"/>
                    <a:pt x="32239" y="16910"/>
                    <a:pt x="17680" y="4284"/>
                  </a:cubicBezTo>
                  <a:cubicBezTo>
                    <a:pt x="13418" y="75"/>
                    <a:pt x="12708" y="75"/>
                    <a:pt x="7737" y="75"/>
                  </a:cubicBezTo>
                  <a:cubicBezTo>
                    <a:pt x="3476" y="75"/>
                    <a:pt x="280" y="75"/>
                    <a:pt x="280" y="3582"/>
                  </a:cubicBezTo>
                  <a:cubicBezTo>
                    <a:pt x="280" y="4985"/>
                    <a:pt x="1700" y="6388"/>
                    <a:pt x="2410" y="7089"/>
                  </a:cubicBezTo>
                  <a:cubicBezTo>
                    <a:pt x="14839" y="19716"/>
                    <a:pt x="38631" y="43214"/>
                    <a:pt x="62422" y="81093"/>
                  </a:cubicBezTo>
                  <a:cubicBezTo>
                    <a:pt x="119593" y="171581"/>
                    <a:pt x="145515" y="285568"/>
                    <a:pt x="145515" y="420598"/>
                  </a:cubicBezTo>
                  <a:cubicBezTo>
                    <a:pt x="145515" y="514944"/>
                    <a:pt x="132732" y="636647"/>
                    <a:pt x="74140" y="741164"/>
                  </a:cubicBezTo>
                  <a:cubicBezTo>
                    <a:pt x="46088" y="790967"/>
                    <a:pt x="16614" y="820078"/>
                    <a:pt x="1700" y="834808"/>
                  </a:cubicBezTo>
                  <a:cubicBezTo>
                    <a:pt x="990" y="835861"/>
                    <a:pt x="280" y="836913"/>
                    <a:pt x="280" y="837965"/>
                  </a:cubicBezTo>
                  <a:cubicBezTo>
                    <a:pt x="280" y="841472"/>
                    <a:pt x="3476" y="841472"/>
                    <a:pt x="7737" y="841472"/>
                  </a:cubicBezTo>
                  <a:cubicBezTo>
                    <a:pt x="12708" y="841472"/>
                    <a:pt x="13418" y="841472"/>
                    <a:pt x="18745" y="836211"/>
                  </a:cubicBezTo>
                  <a:cubicBezTo>
                    <a:pt x="137703" y="729239"/>
                    <a:pt x="174989" y="568606"/>
                    <a:pt x="174989" y="420949"/>
                  </a:cubicBezTo>
                  <a:close/>
                </a:path>
              </a:pathLst>
            </a:custGeom>
            <a:grpFill/>
            <a:ln w="3580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/>
            </a:p>
          </p:txBody>
        </p:sp>
      </p:grpSp>
      <p:pic>
        <p:nvPicPr>
          <p:cNvPr id="102" name="Picture 101">
            <a:extLst>
              <a:ext uri="{FF2B5EF4-FFF2-40B4-BE49-F238E27FC236}">
                <a16:creationId xmlns:a16="http://schemas.microsoft.com/office/drawing/2014/main" id="{AA95B37F-4857-E4F6-09C9-E388032D8480}"/>
              </a:ext>
            </a:extLst>
          </p:cNvPr>
          <p:cNvPicPr>
            <a:picLocks noChangeAspect="1"/>
          </p:cNvPicPr>
          <p:nvPr/>
        </p:nvPicPr>
        <p:blipFill rotWithShape="1">
          <a:blip r:embed="rId99"/>
          <a:srcRect t="36682" r="52203" b="4053"/>
          <a:stretch/>
        </p:blipFill>
        <p:spPr>
          <a:xfrm>
            <a:off x="8439583" y="1604547"/>
            <a:ext cx="2691548" cy="4693290"/>
          </a:xfrm>
          <a:prstGeom prst="rect">
            <a:avLst/>
          </a:prstGeom>
        </p:spPr>
      </p:pic>
      <p:cxnSp>
        <p:nvCxnSpPr>
          <p:cNvPr id="103" name="Connector: Curved 102">
            <a:extLst>
              <a:ext uri="{FF2B5EF4-FFF2-40B4-BE49-F238E27FC236}">
                <a16:creationId xmlns:a16="http://schemas.microsoft.com/office/drawing/2014/main" id="{B7B1E759-CA2D-203F-A64C-7DB188B3974A}"/>
              </a:ext>
            </a:extLst>
          </p:cNvPr>
          <p:cNvCxnSpPr>
            <a:cxnSpLocks/>
          </p:cNvCxnSpPr>
          <p:nvPr/>
        </p:nvCxnSpPr>
        <p:spPr>
          <a:xfrm flipV="1">
            <a:off x="1525044" y="2499245"/>
            <a:ext cx="25808" cy="2378720"/>
          </a:xfrm>
          <a:prstGeom prst="curvedConnector3">
            <a:avLst>
              <a:gd name="adj1" fmla="val -1852666"/>
            </a:avLst>
          </a:prstGeom>
          <a:ln w="38100">
            <a:solidFill>
              <a:srgbClr val="2683C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45417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7FD56-1347-BC68-FFCB-EFBA611AA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3FFB2-F21C-A262-CC27-64E0A4B4F2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/>
              <a:t>Language </a:t>
            </a:r>
            <a:r>
              <a:rPr lang="en-CA" dirty="0"/>
              <a:t>Modeling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CC116-D7EC-86C5-5E32-2CCAD0A92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44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083940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2.7065"/>
  <p:tag name="ORIGINALWIDTH" val="113.834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z}^{(1)} &amp;= g\left(\mathbf{W}^{(0)}\mathbf{x} + \mathbf{b}^{(0)}\right)\\&#10;\mathbf{z}^{(2)} &amp;= g\left(\mathbf{W}^{(1)}\mathbf{z}^{(1)} + \mathbf{b}^{(1)}\right) \\&#10;\ldots&#10;\end{align*}&#10;&#10;&#10;\end{document}"/>
  <p:tag name="IGUANATEXSIZE" val="28"/>
  <p:tag name="IGUANATEXCURSOR" val="389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65917"/>
  <p:tag name="ORIGINALWIDTH" val="4.30256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z}^{(1)} &amp;= g\left(\mathbf{W}^{(0)}\mathbf{x} + \mathbf{b}^{(0)}\right)\\&#10;\mathbf{z}^{(2)} &amp;= g\left(\mathbf{W}^{(1)}\mathbf{z}^{(1)} + \mathbf{b}^{(1)}\right) \\&#10;\ldots&#10;\end{align*}&#10;&#10;&#10;\end{document}"/>
  <p:tag name="IGUANATEXSIZE" val="28"/>
  <p:tag name="IGUANATEXCURSOR" val="389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33858"/>
  <p:tag name="ORIGINALWIDTH" val="1.821063"/>
  <p:tag name="EMFCHILD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75141"/>
  <p:tag name="ORIGINALWIDTH" val="2.549494"/>
  <p:tag name="EMFCHILD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33858"/>
  <p:tag name="ORIGINALWIDTH" val="1.814061"/>
  <p:tag name="EMFCHILD" val="Tru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53656"/>
  <p:tag name="ORIGINALWIDTH" val="6.653938"/>
  <p:tag name="EMFCHILD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0779"/>
  <p:tag name="ORIGINALWIDTH" val="4.592718"/>
  <p:tag name="EMFCHILD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8.09511"/>
  <p:tag name="ORIGINALWIDTH" val="3.80225"/>
  <p:tag name="EMFCHILD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8054"/>
  <p:tag name="ORIGINALWIDTH" val="11.40678"/>
  <p:tag name="EMFCHILD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33858"/>
  <p:tag name="ORIGINALWIDTH" val="1.821063"/>
  <p:tag name="EMFCHILD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15973"/>
  <p:tag name="ORIGINALWIDTH" val="3.249916"/>
  <p:tag name="EMFCHILD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33858"/>
  <p:tag name="ORIGINALWIDTH" val="1.814061"/>
  <p:tag name="EMFCHILD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65917"/>
  <p:tag name="ORIGINALWIDTH" val="5.633325"/>
  <p:tag name="EMFCHILD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8904"/>
  <p:tag name="ORIGINALWIDTH" val="6.653938"/>
  <p:tag name="EMFCHILD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40889"/>
  <p:tag name="ORIGINALWIDTH" val="5.633325"/>
  <p:tag name="EMFCHILD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33858"/>
  <p:tag name="ORIGINALWIDTH" val="1.821063"/>
  <p:tag name="EMFCHILD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15973"/>
  <p:tag name="ORIGINALWIDTH" val="3.249916"/>
  <p:tag name="EMFCHILD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33858"/>
  <p:tag name="ORIGINALWIDTH" val="1.814061"/>
  <p:tag name="EMFCHILD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8.09511"/>
  <p:tag name="ORIGINALWIDTH" val="3.80225"/>
  <p:tag name="EMFCHILD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65917"/>
  <p:tag name="ORIGINALWIDTH" val="4.30256"/>
  <p:tag name="EMFCHILD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33858"/>
  <p:tag name="ORIGINALWIDTH" val="1.821063"/>
  <p:tag name="EMFCHILD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75141"/>
  <p:tag name="ORIGINALWIDTH" val="3.095839"/>
  <p:tag name="EMFCHILD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33858"/>
  <p:tag name="ORIGINALWIDTH" val="1.814061"/>
  <p:tag name="EMFCHILD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53656"/>
  <p:tag name="ORIGINALWIDTH" val="6.653938"/>
  <p:tag name="EMFCHILD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0779"/>
  <p:tag name="ORIGINALWIDTH" val="4.592718"/>
  <p:tag name="EMFCHILD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8.09511"/>
  <p:tag name="ORIGINALWIDTH" val="3.80225"/>
  <p:tag name="EMFCHILD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8054"/>
  <p:tag name="ORIGINALWIDTH" val="11.40678"/>
  <p:tag name="EMFCHILD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33858"/>
  <p:tag name="ORIGINALWIDTH" val="1.821063"/>
  <p:tag name="EMFCHILD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75141"/>
  <p:tag name="ORIGINALWIDTH" val="2.549494"/>
  <p:tag name="EMFCHILD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33858"/>
  <p:tag name="ORIGINALWIDTH" val="1.814061"/>
  <p:tag name="EMFCHILD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65917"/>
  <p:tag name="ORIGINALWIDTH" val="4.30256"/>
  <p:tag name="EMFCHILD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33858"/>
  <p:tag name="ORIGINALWIDTH" val="1.821063"/>
  <p:tag name="EMFCHILD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75141"/>
  <p:tag name="ORIGINALWIDTH" val="2.549494"/>
  <p:tag name="EMFCHILD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33858"/>
  <p:tag name="ORIGINALWIDTH" val="1.814061"/>
  <p:tag name="EMFCHILD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8904"/>
  <p:tag name="ORIGINALWIDTH" val="6.653938"/>
  <p:tag name="EMFCHILD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40889"/>
  <p:tag name="ORIGINALWIDTH" val="5.633325"/>
  <p:tag name="EMFCHILD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33858"/>
  <p:tag name="ORIGINALWIDTH" val="1.821063"/>
  <p:tag name="EMFCHILD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75141"/>
  <p:tag name="ORIGINALWIDTH" val="2.549494"/>
  <p:tag name="EMFCHILD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33858"/>
  <p:tag name="ORIGINALWIDTH" val="1.814061"/>
  <p:tag name="EMFCHILD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8.09511"/>
  <p:tag name="ORIGINALWIDTH" val="3.80225"/>
  <p:tag name="EMFCHILD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6617"/>
  <p:tag name="ORIGINALWIDTH" val="1.06063"/>
  <p:tag name="EMFCHILD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6617"/>
  <p:tag name="ORIGINALWIDTH" val="1.06063"/>
  <p:tag name="EMFCHILD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6617"/>
  <p:tag name="ORIGINALWIDTH" val="1.06063"/>
  <p:tag name="EMFCHILD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37261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6008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77202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37345"/>
  <p:tag name="ORIGINALWIDTH" val="10.6650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622638"/>
  <p:tag name="ORIGINALWIDTH" val="6.21108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=&#10;\end{align*}&#10;&#10;&#10;\end{document}"/>
  <p:tag name="IGUANATEXSIZE" val="28"/>
  <p:tag name="IGUANATEXCURSOR" val="213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70107"/>
  <p:tag name="ORIGINALWIDTH" val="3.280878"/>
  <p:tag name="EMFCHILD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00366"/>
  <p:tag name="ORIGINALWIDTH" val="3.494826"/>
  <p:tag name="EMFCHILD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152475"/>
  <p:tag name="EMFCHILD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96148"/>
  <p:tag name="EMFCHILD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37261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6008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77202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37345"/>
  <p:tag name="ORIGINALWIDTH" val="10.6650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622638"/>
  <p:tag name="ORIGINALWIDTH" val="6.21108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=&#10;\end{align*}&#10;&#10;&#10;\end{document}"/>
  <p:tag name="IGUANATEXSIZE" val="28"/>
  <p:tag name="IGUANATEXCURSOR" val="213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70107"/>
  <p:tag name="ORIGINALWIDTH" val="3.280878"/>
  <p:tag name="EMFCHILD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00366"/>
  <p:tag name="ORIGINALWIDTH" val="3.494826"/>
  <p:tag name="EMFCHILD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152475"/>
  <p:tag name="EMFCHILD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96148"/>
  <p:tag name="EMFCHILD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37261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6008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77202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37345"/>
  <p:tag name="ORIGINALWIDTH" val="10.6650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622638"/>
  <p:tag name="ORIGINALWIDTH" val="6.21108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=&#10;\end{align*}&#10;&#10;&#10;\end{document}"/>
  <p:tag name="IGUANATEXSIZE" val="28"/>
  <p:tag name="IGUANATEXCURSOR" val="213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70107"/>
  <p:tag name="ORIGINALWIDTH" val="3.280878"/>
  <p:tag name="EMFCHILD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00366"/>
  <p:tag name="ORIGINALWIDTH" val="3.494826"/>
  <p:tag name="EMFCHILD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152475"/>
  <p:tag name="EMFCHILD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96148"/>
  <p:tag name="EMFCHILD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37261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6008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77202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37345"/>
  <p:tag name="ORIGINALWIDTH" val="10.6650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622638"/>
  <p:tag name="ORIGINALWIDTH" val="6.21108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=&#10;\end{align*}&#10;&#10;&#10;\end{document}"/>
  <p:tag name="IGUANATEXSIZE" val="28"/>
  <p:tag name="IGUANATEXCURSOR" val="213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70107"/>
  <p:tag name="ORIGINALWIDTH" val="3.280878"/>
  <p:tag name="EMFCHILD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00366"/>
  <p:tag name="ORIGINALWIDTH" val="3.494826"/>
  <p:tag name="EMFCHILD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152475"/>
  <p:tag name="EMFCHILD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96148"/>
  <p:tag name="EMFCHILD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37261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6008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77202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37345"/>
  <p:tag name="ORIGINALWIDTH" val="10.6650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70107"/>
  <p:tag name="ORIGINALWIDTH" val="3.280878"/>
  <p:tag name="EMFCHILD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00366"/>
  <p:tag name="ORIGINALWIDTH" val="3.494826"/>
  <p:tag name="EMFCHILD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152475"/>
  <p:tag name="EMFCHILD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96148"/>
  <p:tag name="EMFCHILD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92.45298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h}_t = \mathbf{W} [\mathbf{x}_t; \mathbf{h}_{t-1}] +\mathbf{b}&#10;\end{align*}&#10;&#10;&#10;\end{document}"/>
  <p:tag name="IGUANATEXSIZE" val="28"/>
  <p:tag name="IGUANATEXCURSOR" val="282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102.9268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h}_{t+1} = \mathbf{W} [\mathbf{x}_{t+1}; \mathbf{h}_{t}] +\mathbf{b}&#10;\end{align*}&#10;&#10;&#10;\end{document}"/>
  <p:tag name="IGUANATEXSIZE" val="28"/>
  <p:tag name="IGUANATEXCURSOR" val="27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706271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h}_{t+1} = \mathbf{W} [\mathbf{x}_{t+1}; \mathbf{h}_{t}] +\mathbf{b}&#10;\end{align*}&#10;&#10;&#10;\end{document}"/>
  <p:tag name="IGUANATEXSIZE" val="28"/>
  <p:tag name="IGUANATEXCURSOR" val="27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68588"/>
  <p:tag name="EMFCHILD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1122"/>
  <p:tag name="ORIGINALWIDTH" val="5.157649"/>
  <p:tag name="EMFCHILD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4848"/>
  <p:tag name="ORIGINALWIDTH" val="2.550787"/>
  <p:tag name="EMFCHILD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2975"/>
  <p:tag name="ORIGINALWIDTH" val="6.657312"/>
  <p:tag name="EMFCHILD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11.41254"/>
  <p:tag name="EMFCHILD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1.371485"/>
  <p:tag name="EMFCHILD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2824"/>
  <p:tag name="ORIGINALWIDTH" val="5.636192"/>
  <p:tag name="EMFCHILD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68588"/>
  <p:tag name="EMFCHILD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1122"/>
  <p:tag name="ORIGINALWIDTH" val="5.157649"/>
  <p:tag name="EMFCHILD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4848"/>
  <p:tag name="ORIGINALWIDTH" val="2.550787"/>
  <p:tag name="EMFCHILD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61249"/>
  <p:tag name="ORIGINALWIDTH" val="1.091198"/>
  <p:tag name="EMFCHILD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706271"/>
  <p:tag name="EMFCHILD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68588"/>
  <p:tag name="EMFCHILD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1.371485"/>
  <p:tag name="EMFCHILD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69235"/>
  <p:tag name="ORIGINALWIDTH" val="6.657312"/>
  <p:tag name="EMFCHILD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99494"/>
  <p:tag name="ORIGINALWIDTH" val="5.636192"/>
  <p:tag name="EMFCHILD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678684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h}_t = \mathbf{W} [\mathbf{x}_t; \mathbf{h}_{t-1}] +\mathbf{b}&#10;\end{align*}&#10;&#10;&#10;\end{document}"/>
  <p:tag name="IGUANATEXSIZE" val="28"/>
  <p:tag name="IGUANATEXCURSOR" val="282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7143"/>
  <p:tag name="EMFCHILD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2975"/>
  <p:tag name="ORIGINALWIDTH" val="6.625141"/>
  <p:tag name="EMFCHILD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11.3574"/>
  <p:tag name="EMFCHILD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1.364876"/>
  <p:tag name="EMFCHILD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2824"/>
  <p:tag name="ORIGINALWIDTH" val="5.608943"/>
  <p:tag name="EMFCHILD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7143"/>
  <p:tag name="EMFCHILD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61249"/>
  <p:tag name="ORIGINALWIDTH" val="1.085911"/>
  <p:tag name="EMFCHILD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678684"/>
  <p:tag name="EMFCHILD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7143"/>
  <p:tag name="EMFCHILD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31552"/>
  <p:tag name="ORIGINALWIDTH" val="4.714314"/>
  <p:tag name="EMFCHILD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4848"/>
  <p:tag name="ORIGINALWIDTH" val="2.53847"/>
  <p:tag name="EMFCHILD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1.364876"/>
  <p:tag name="EMFCHILD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69235"/>
  <p:tag name="ORIGINALWIDTH" val="6.625141"/>
  <p:tag name="EMFCHILD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99494"/>
  <p:tag name="ORIGINALWIDTH" val="5.608943"/>
  <p:tag name="EMFCHILD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92.45298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h}_t = \mathbf{W} [\mathbf{x}_t; \mathbf{h}_{t-1}] +\mathbf{b}&#10;\end{align*}&#10;&#10;&#10;\end{document}"/>
  <p:tag name="IGUANATEXSIZE" val="28"/>
  <p:tag name="IGUANATEXCURSOR" val="282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2.01794"/>
  <p:tag name="ORIGINALWIDTH" val="22.2169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frac{\partial{\text{loss}}}{\partial \mathbf{h}_k}&#10;\end{align*}&#10;&#10;&#10;\end{document}"/>
  <p:tag name="IGUANATEXSIZE" val="28"/>
  <p:tag name="IGUANATEXCURSOR" val="262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9"/>
  <p:tag name="ORIGINALWIDTH" val="5.881496"/>
  <p:tag name="EMFCHILD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553656"/>
  <p:tag name="EMFCHILD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1.18765"/>
  <p:tag name="ORIGINALWIDTH" val="22.2169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frac{\partial{\text{loss}}}{\partial \mathbf{W}}&#10;\end{align*}&#10;&#10;&#10;\end{document}"/>
  <p:tag name="IGUANATEXSIZE" val="28"/>
  <p:tag name="IGUANATEXCURSOR" val="260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6.71816"/>
  <p:tag name="ORIGINALWIDTH" val="94.3649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frac{\partial \text{loss}}{\partial \mathbf{W}} &amp;= &#10;\sum_{t=1}^k \frac{\partial \text{loss}}{\partial \mathbf{h}_t} \frac{\partial \mathbf{h}_t}{\partial\mathbf{W}} \\&#10;\frac{\partial \text{loss}}{\partial\mathbf{h}_t} &amp;= \frac{\partial \text{loss}}{\partial\mathbf{h}_{t+1}} \frac{\partial \mathbf{h}_{t+1}}{\partial \mathbf{h}_t}&#10;\end{align*}&#10;&#10;&#10;\end{document}"/>
  <p:tag name="IGUANATEXSIZE" val="28"/>
  <p:tag name="IGUANATEXCURSOR" val="432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417"/>
  <p:tag name="ORIGINALWIDTH" val="5.212766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frac{\partial \text{loss}}{\partial \mathbf{W}} &amp;= &#10;\sum_{t=1}^k \frac{\partial \text{loss}}{\partial \mathbf{h}_t} \frac{\partial \mathbf{h}_t}{\partial\mathbf{W}} \\&#10;\frac{\partial \text{loss}}{\partial\mathbf{h}_t} &amp;= \frac{\partial \text{loss}}{\partial\mathbf{h}_{t+1}} \frac{\partial \mathbf{h}_{t+1}}{\partial \mathbf{h}_t}&#10;\end{align*}&#10;&#10;&#10;\end{document}"/>
  <p:tag name="IGUANATEXSIZE" val="28"/>
  <p:tag name="IGUANATEXCURSOR" val="432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14059"/>
  <p:tag name="ORIGINALWIDTH" val="2.200056"/>
  <p:tag name="EMFCHILD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4.390213"/>
  <p:tag name="EMFCHILD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3.240635"/>
  <p:tag name="EMFCHILD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3.240635"/>
  <p:tag name="EMFCHILD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4"/>
  <p:tag name="ORIGINALWIDTH" val="21.33791"/>
  <p:tag name="EMFCHILD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417"/>
  <p:tag name="ORIGINALWIDTH" val="5.212766"/>
  <p:tag name="EMFCHILD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14059"/>
  <p:tag name="ORIGINALWIDTH" val="11.29761"/>
  <p:tag name="EMFCHILD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590269"/>
  <p:tag name="EMFCHILD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09561"/>
  <p:tag name="ORIGINALWIDTH" val="3.413048"/>
  <p:tag name="EMFCHILD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3.94769"/>
  <p:tag name="ORIGINALWIDTH" val="13.19046"/>
  <p:tag name="EMFCHILD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2.344741"/>
  <p:tag name="EMFCHILD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875956"/>
  <p:tag name="ORIGINALWIDTH" val="5.105736"/>
  <p:tag name="EMFCHILD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3"/>
  <p:tag name="ORIGINALWIDTH" val="2.525112"/>
  <p:tag name="EMFCHILD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417"/>
  <p:tag name="ORIGINALWIDTH" val="5.212766"/>
  <p:tag name="EMFCHILD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14059"/>
  <p:tag name="ORIGINALWIDTH" val="2.200056"/>
  <p:tag name="EMFCHILD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4.390213"/>
  <p:tag name="EMFCHILD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3.240635"/>
  <p:tag name="EMFCHILD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3.240635"/>
  <p:tag name="EMFCHILD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4"/>
  <p:tag name="ORIGINALWIDTH" val="21.33791"/>
  <p:tag name="EMFCHILD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417"/>
  <p:tag name="ORIGINALWIDTH" val="5.212766"/>
  <p:tag name="EMFCHILD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14059"/>
  <p:tag name="ORIGINALWIDTH" val="5.648818"/>
  <p:tag name="EMFCHILD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2.344741"/>
  <p:tag name="EMFCHILD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417"/>
  <p:tag name="ORIGINALWIDTH" val="5.212766"/>
  <p:tag name="EMFCHILD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14059"/>
  <p:tag name="ORIGINALWIDTH" val="5.648818"/>
  <p:tag name="EMFCHILD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2.344741"/>
  <p:tag name="EMFCHILD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4"/>
  <p:tag name="ORIGINALWIDTH" val="17.75228"/>
  <p:tag name="EMFCHILD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417"/>
  <p:tag name="ORIGINALWIDTH" val="5.212766"/>
  <p:tag name="EMFCHILD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14059"/>
  <p:tag name="ORIGINALWIDTH" val="11.29761"/>
  <p:tag name="EMFCHILD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417"/>
  <p:tag name="ORIGINALWIDTH" val="5.212766"/>
  <p:tag name="EMFCHILD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14059"/>
  <p:tag name="ORIGINALWIDTH" val="2.200056"/>
  <p:tag name="EMFCHILD" val="Tru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4.390213"/>
  <p:tag name="EMFCHILD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3.240635"/>
  <p:tag name="EMFCHILD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3.240635"/>
  <p:tag name="EMFCHILD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4"/>
  <p:tag name="ORIGINALWIDTH" val="21.33791"/>
  <p:tag name="EMFCHILD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417"/>
  <p:tag name="ORIGINALWIDTH" val="5.212766"/>
  <p:tag name="EMFCHILD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14059"/>
  <p:tag name="ORIGINALWIDTH" val="5.648818"/>
  <p:tag name="EMFCHILD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2.344741"/>
  <p:tag name="EMFCHILD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590269"/>
  <p:tag name="EMFCHILD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417"/>
  <p:tag name="ORIGINALWIDTH" val="5.212766"/>
  <p:tag name="EMFCHILD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14059"/>
  <p:tag name="ORIGINALWIDTH" val="2.200056"/>
  <p:tag name="EMFCHILD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4.390213"/>
  <p:tag name="EMFCHILD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3.240635"/>
  <p:tag name="EMFCHILD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3.240635"/>
  <p:tag name="EMFCHILD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4"/>
  <p:tag name="ORIGINALWIDTH" val="25.66676"/>
  <p:tag name="EMFCHILD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417"/>
  <p:tag name="ORIGINALWIDTH" val="5.212766"/>
  <p:tag name="EMFCHILD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14059"/>
  <p:tag name="ORIGINALWIDTH" val="5.648818"/>
  <p:tag name="EMFCHILD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2.344741"/>
  <p:tag name="EMFCHILD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9707"/>
  <p:tag name="ORIGINALWIDTH" val="5.105736"/>
  <p:tag name="EMFCHILD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3"/>
  <p:tag name="ORIGINALWIDTH" val="2.525112"/>
  <p:tag name="EMFCHILD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417"/>
  <p:tag name="ORIGINALWIDTH" val="5.212766"/>
  <p:tag name="EMFCHILD" val="True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14059"/>
  <p:tag name="ORIGINALWIDTH" val="5.648818"/>
  <p:tag name="EMFCHILD" val="Tru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2.344741"/>
  <p:tag name="EMFCHILD" val="Tru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9707"/>
  <p:tag name="ORIGINALWIDTH" val="5.105736"/>
  <p:tag name="EMFCHILD" val="Tru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3"/>
  <p:tag name="ORIGINALWIDTH" val="2.525112"/>
  <p:tag name="EMFCHILD" val="Tru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4"/>
  <p:tag name="ORIGINALWIDTH" val="25.66676"/>
  <p:tag name="EMFCHILD" val="Tru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417"/>
  <p:tag name="ORIGINALWIDTH" val="5.212766"/>
  <p:tag name="EMFCHILD" val="True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14059"/>
  <p:tag name="ORIGINALWIDTH" val="5.648818"/>
  <p:tag name="EMFCHILD" val="Tru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2.344741"/>
  <p:tag name="EMFCHILD" val="True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444319"/>
  <p:tag name="ORIGINALWIDTH" val="5.427503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frac{\partial{\text{loss}}}{\partial \mathbf{W}}&#10;\end{align*}&#10;&#10;&#10;\end{document}"/>
  <p:tag name="IGUANATEXSIZE" val="28"/>
  <p:tag name="IGUANATEXCURSOR" val="260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00478"/>
  <p:tag name="ORIGINALWIDTH" val="2.290692"/>
  <p:tag name="EMFCHILD" val="Tru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005"/>
  <p:tag name="ORIGINALWIDTH" val="4.571063"/>
  <p:tag name="EMFCHILD" val="Tru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005"/>
  <p:tag name="ORIGINALWIDTH" val="3.374128"/>
  <p:tag name="EMFCHILD" val="Tru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005"/>
  <p:tag name="ORIGINALWIDTH" val="3.374128"/>
  <p:tag name="EMFCHILD" val="Tru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034589"/>
  <p:tag name="ORIGINALWIDTH" val="22.2169"/>
  <p:tag name="EMFCHILD" val="Tru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444319"/>
  <p:tag name="ORIGINALWIDTH" val="5.427503"/>
  <p:tag name="EMFCHILD" val="True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00478"/>
  <p:tag name="ORIGINALWIDTH" val="11.76302"/>
  <p:tag name="EMFCHILD" val="True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26887"/>
  <p:tag name="ORIGINALWIDTH" val="5.427503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frac{\partial{\text{loss}}}{\partial \mathbf{h}_k}&#10;\end{align*}&#10;&#10;&#10;\end{document}"/>
  <p:tag name="IGUANATEXSIZE" val="28"/>
  <p:tag name="IGUANATEXCURSOR" val="262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9"/>
  <p:tag name="ORIGINALWIDTH" val="2.290692"/>
  <p:tag name="EMFCHILD" val="True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0866"/>
  <p:tag name="ORIGINALWIDTH" val="4.571063"/>
  <p:tag name="EMFCHILD" val="Tru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0866"/>
  <p:tag name="ORIGINALWIDTH" val="3.374128"/>
  <p:tag name="EMFCHILD" val="Tru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0866"/>
  <p:tag name="ORIGINALWIDTH" val="3.374128"/>
  <p:tag name="EMFCHILD" val="Tru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39539"/>
  <p:tag name="ORIGINALWIDTH" val="22.2169"/>
  <p:tag name="EMFCHILD" val="Tru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26887"/>
  <p:tag name="ORIGINALWIDTH" val="5.427503"/>
  <p:tag name="EMFCHILD" val="Tru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9"/>
  <p:tag name="ORIGINALWIDTH" val="5.881496"/>
  <p:tag name="EMFCHILD" val="True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553656"/>
  <p:tag name="EMFCHILD" val="Tru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678684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h}_t = \mathbf{W} [\mathbf{x}_t; \mathbf{h}_{t-1}] +\mathbf{b}&#10;\end{align*}&#10;&#10;&#10;\end{document}"/>
  <p:tag name="IGUANATEXSIZE" val="28"/>
  <p:tag name="IGUANATEXCURSOR" val="282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7143"/>
  <p:tag name="EMFCHILD" val="True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2975"/>
  <p:tag name="ORIGINALWIDTH" val="6.625141"/>
  <p:tag name="EMFCHILD" val="Tru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11.3574"/>
  <p:tag name="EMFCHILD" val="Tru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1.364876"/>
  <p:tag name="EMFCHILD" val="Tru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2824"/>
  <p:tag name="ORIGINALWIDTH" val="5.608943"/>
  <p:tag name="EMFCHILD" val="Tru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7143"/>
  <p:tag name="EMFCHILD" val="Tru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61249"/>
  <p:tag name="ORIGINALWIDTH" val="1.085911"/>
  <p:tag name="EMFCHILD" val="True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678684"/>
  <p:tag name="EMFCHILD" val="True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7143"/>
  <p:tag name="EMFCHILD" val="True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31552"/>
  <p:tag name="ORIGINALWIDTH" val="4.714314"/>
  <p:tag name="EMFCHILD" val="True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4848"/>
  <p:tag name="ORIGINALWIDTH" val="2.53847"/>
  <p:tag name="EMFCHILD" val="Tru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1.364876"/>
  <p:tag name="EMFCHILD" val="Tru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69235"/>
  <p:tag name="ORIGINALWIDTH" val="6.625141"/>
  <p:tag name="EMFCHILD" val="Tru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99494"/>
  <p:tag name="ORIGINALWIDTH" val="5.608943"/>
  <p:tag name="EMFCHILD" val="Tru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4.65754"/>
  <p:tag name="ORIGINALWIDTH" val="160.7109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h}_t &amp;= \mathbf{W} [\mathbf{x}_t; \mathbf{h}_{t-1}] +\mathbf{b} \\&#10;&amp;= \mathbf{W} [\mathbf{x}_t; \left(\mathbf{W} [\mathbf{x}_{t-1}; \mathbf{h}_{t-2}] +\mathbf{b}\right)] +\mathbf{b}&#10;\end{align*}&#10;&#10;&#10;\end{document}"/>
  <p:tag name="IGUANATEXSIZE" val="28"/>
  <p:tag name="IGUANATEXCURSOR" val="346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"/>
  <p:tag name="ORIGINALWIDTH" val="5.687514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h}_t &amp;= \mathbf{W} [\mathbf{x}_t; \mathbf{h}_{t-1}] +\mathbf{b} \\&#10;&amp;= \mathbf{W} [\mathbf{x}_t; \left(\mathbf{W} [\mathbf{x}_{t-1}; \mathbf{h}_{t-2}] +\mathbf{b}\right)] +\mathbf{b}&#10;\end{align*}&#10;&#10;&#10;\end{document}"/>
  <p:tag name="IGUANATEXSIZE" val="28"/>
  <p:tag name="IGUANATEXCURSOR" val="346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84083"/>
  <p:tag name="ORIGINALWIDTH" val="2.360799"/>
  <p:tag name="EMFCHILD" val="Tru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793"/>
  <p:tag name="ORIGINALWIDTH" val="6.635433"/>
  <p:tag name="EMFCHILD" val="True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"/>
  <p:tag name="ORIGINALWIDTH" val="11.37503"/>
  <p:tag name="EMFCHILD" val="True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2"/>
  <p:tag name="ORIGINALWIDTH" val="1.366985"/>
  <p:tag name="EMFCHILD" val="Tru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79162"/>
  <p:tag name="ORIGINALWIDTH" val="5.617661"/>
  <p:tag name="EMFCHILD" val="Tru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84083"/>
  <p:tag name="ORIGINALWIDTH" val="2.360799"/>
  <p:tag name="EMFCHILD" val="Tru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545"/>
  <p:tag name="ORIGINALWIDTH" val="1.087598"/>
  <p:tag name="EMFCHILD" val="Tru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"/>
  <p:tag name="ORIGINALWIDTH" val="5.687514"/>
  <p:tag name="EMFCHILD" val="True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84083"/>
  <p:tag name="ORIGINALWIDTH" val="2.360799"/>
  <p:tag name="EMFCHILD" val="True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82733"/>
  <p:tag name="ORIGINALWIDTH" val="4.721626"/>
  <p:tag name="EMFCHILD" val="Tru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4309"/>
  <p:tag name="ORIGINALWIDTH" val="2.542407"/>
  <p:tag name="EMFCHILD" val="Tru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2"/>
  <p:tag name="ORIGINALWIDTH" val="1.366985"/>
  <p:tag name="EMFCHILD" val="True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68757"/>
  <p:tag name="ORIGINALWIDTH" val="6.635433"/>
  <p:tag name="EMFCHILD" val="True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04106"/>
  <p:tag name="ORIGINALWIDTH" val="5.617661"/>
  <p:tag name="EMFCHILD" val="True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793"/>
  <p:tag name="ORIGINALWIDTH" val="6.635433"/>
  <p:tag name="EMFCHILD" val="Tru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"/>
  <p:tag name="ORIGINALWIDTH" val="11.37503"/>
  <p:tag name="EMFCHILD" val="True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2"/>
  <p:tag name="ORIGINALWIDTH" val="1.366985"/>
  <p:tag name="EMFCHILD" val="True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79162"/>
  <p:tag name="ORIGINALWIDTH" val="5.617661"/>
  <p:tag name="EMFCHILD" val="Tru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84083"/>
  <p:tag name="ORIGINALWIDTH" val="2.360799"/>
  <p:tag name="EMFCHILD" val="Tru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545"/>
  <p:tag name="ORIGINALWIDTH" val="1.087598"/>
  <p:tag name="EMFCHILD" val="Tru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2"/>
  <p:tag name="ORIGINALWIDTH" val="2.314904"/>
  <p:tag name="EMFCHILD" val="Tru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"/>
  <p:tag name="ORIGINALWIDTH" val="11.37503"/>
  <p:tag name="EMFCHILD" val="True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2"/>
  <p:tag name="ORIGINALWIDTH" val="1.366985"/>
  <p:tag name="EMFCHILD" val="Tru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79162"/>
  <p:tag name="ORIGINALWIDTH" val="5.617661"/>
  <p:tag name="EMFCHILD" val="True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84083"/>
  <p:tag name="ORIGINALWIDTH" val="2.360799"/>
  <p:tag name="EMFCHILD" val="Tru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82733"/>
  <p:tag name="ORIGINALWIDTH" val="4.721626"/>
  <p:tag name="EMFCHILD" val="Tru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4309"/>
  <p:tag name="ORIGINALWIDTH" val="2.542407"/>
  <p:tag name="EMFCHILD" val="Tru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545"/>
  <p:tag name="ORIGINALWIDTH" val="1.087598"/>
  <p:tag name="EMFCHILD" val="True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"/>
  <p:tag name="ORIGINALWIDTH" val="5.687514"/>
  <p:tag name="EMFCHILD" val="True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84083"/>
  <p:tag name="ORIGINALWIDTH" val="2.360799"/>
  <p:tag name="EMFCHILD" val="True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82733"/>
  <p:tag name="ORIGINALWIDTH" val="4.721626"/>
  <p:tag name="EMFCHILD" val="True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4309"/>
  <p:tag name="ORIGINALWIDTH" val="3.087205"/>
  <p:tag name="EMFCHILD" val="True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2"/>
  <p:tag name="ORIGINALWIDTH" val="1.366985"/>
  <p:tag name="EMFCHILD" val="Tru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68757"/>
  <p:tag name="ORIGINALWIDTH" val="6.635433"/>
  <p:tag name="EMFCHILD" val="Tru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04106"/>
  <p:tag name="ORIGINALWIDTH" val="5.617661"/>
  <p:tag name="EMFCHILD" val="True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2"/>
  <p:tag name="ORIGINALWIDTH" val="2.314904"/>
  <p:tag name="EMFCHILD" val="Tru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2"/>
  <p:tag name="ORIGINALWIDTH" val="1.366985"/>
  <p:tag name="EMFCHILD" val="True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68757"/>
  <p:tag name="ORIGINALWIDTH" val="6.635433"/>
  <p:tag name="EMFCHILD" val="True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04106"/>
  <p:tag name="ORIGINALWIDTH" val="5.617661"/>
  <p:tag name="EMFCHILD" val="True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90844"/>
  <p:tag name="ORIGINALWIDTH" val="110.1972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f}_t = \sigma\left(\mathbf{W}_\textit{f}[\mathbf{x}_t; \mathbf{h}_{t-1}] + \mathbf{b}_\textit{f}\right)&#10;\end{align*}&#10;&#10;&#10;\end{document}"/>
  <p:tag name="IGUANATEXSIZE" val="28"/>
  <p:tag name="IGUANATEXCURSOR" val="316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109.8299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i}_t = \sigma\left(\mathbf{W}_\textit{i}[\mathbf{x}_t; \mathbf{h}_{t-1}] + \mathbf{b}_\textit{i}\right)&#10;\end{align*}&#10;&#10;&#10;\end{document}"/>
  <p:tag name="IGUANATEXSIZE" val="28"/>
  <p:tag name="IGUANATEXCURSOR" val="259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6"/>
  <p:tag name="ORIGINALWIDTH" val="128.160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c}}_t = \tanh\left(\mathbf{W}_\textit{c}[\mathbf{x}_t; \mathbf{h}_{t-1}] + \mathbf{b}_\textit{c}\right)&#10;\end{align*}&#10;&#10;&#10;\end{document}"/>
  <p:tag name="IGUANATEXSIZE" val="28"/>
  <p:tag name="IGUANATEXCURSOR" val="228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537964"/>
  <p:tag name="ORIGINALWIDTH" val="93.4852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c}_t = \mathbf{f}_t * \mathbf{c}_{t-1} + \mathbf{i}_t * \tilde{\mathbf{c}}_t&#10;\end{align*}&#10;&#10;&#10;\end{document}"/>
  <p:tag name="IGUANATEXSIZE" val="28"/>
  <p:tag name="IGUANATEXCURSOR" val="296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116.047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o}_t = \sigma\left(\mathbf{W}_\textit{o}[\mathbf{x}_t; \mathbf{h}_{t-1}] + \mathbf{b}_\textit{o}\right)&#10;\end{align*}&#10;&#10;&#10;\end{document}"/>
  <p:tag name="IGUANATEXSIZE" val="28"/>
  <p:tag name="IGUANATEXCURSOR" val="3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76.63161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h}_t = \mathbf{o}_t * \tanh(\mathbf{c}_t)&#10;\end{align*}&#10;&#10;&#10;\end{document}"/>
  <p:tag name="IGUANATEXSIZE" val="28"/>
  <p:tag name="IGUANATEXCURSOR" val="260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678684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h}_t = \mathbf{o}_t * \tanh(\mathbf{c}_t)&#10;\end{align*}&#10;&#10;&#10;\end{document}"/>
  <p:tag name="IGUANATEXSIZE" val="28"/>
  <p:tag name="IGUANATEXCURSOR" val="260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7143"/>
  <p:tag name="EMFCHILD" val="True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2975"/>
  <p:tag name="ORIGINALWIDTH" val="6.625141"/>
  <p:tag name="EMFCHILD" val="True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58521"/>
  <p:tag name="ORIGINALWIDTH" val="5.080934"/>
  <p:tag name="EMFCHILD" val="True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7143"/>
  <p:tag name="EMFCHILD" val="True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8653"/>
  <p:tag name="ORIGINALWIDTH" val="3.676209"/>
  <p:tag name="EMFCHILD" val="Tru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80681"/>
  <p:tag name="ORIGINALWIDTH" val="3.118279"/>
  <p:tag name="EMFCHILD" val="Tru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58521"/>
  <p:tag name="ORIGINALWIDTH" val="4.493138"/>
  <p:tag name="EMFCHILD" val="Tru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93391"/>
  <p:tag name="ORIGINALWIDTH" val="5.011192"/>
  <p:tag name="EMFCHILD" val="Tru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011192"/>
  <p:tag name="EMFCHILD" val="True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2.311305"/>
  <p:tag name="EMFCHILD" val="True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58521"/>
  <p:tag name="ORIGINALWIDTH" val="4.383549"/>
  <p:tag name="EMFCHILD" val="True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7143"/>
  <p:tag name="EMFCHILD" val="True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2.311333"/>
  <p:tag name="EMFCHILD" val="True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58522"/>
  <p:tag name="ORIGINALWIDTH" val="5.080934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o}_t = \sigma\left(\mathbf{W}_\textit{o}[\mathbf{x}_t; \mathbf{h}_{t-1}] + \mathbf{b}_\textit{o}\right)&#10;\end{align*}&#10;&#10;&#10;\end{document}"/>
  <p:tag name="IGUANATEXSIZE" val="28"/>
  <p:tag name="IGUANATEXCURSOR" val="3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1"/>
  <p:tag name="ORIGINALWIDTH" val="2.357143"/>
  <p:tag name="EMFCHILD" val="True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2976"/>
  <p:tag name="ORIGINALWIDTH" val="6.625142"/>
  <p:tag name="EMFCHILD" val="True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93393"/>
  <p:tag name="ORIGINALWIDTH" val="5.27022"/>
  <p:tag name="EMFCHILD" val="True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2.311305"/>
  <p:tag name="EMFCHILD" val="True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2"/>
  <p:tag name="ORIGINALWIDTH" val="11.3574"/>
  <p:tag name="EMFCHILD" val="True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66565"/>
  <p:tag name="ORIGINALWIDTH" val="3.131243"/>
  <p:tag name="EMFCHILD" val="True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1.364876"/>
  <p:tag name="EMFCHILD" val="True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2825"/>
  <p:tag name="ORIGINALWIDTH" val="5.608943"/>
  <p:tag name="EMFCHILD" val="True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1"/>
  <p:tag name="ORIGINALWIDTH" val="2.357143"/>
  <p:tag name="EMFCHILD" val="True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6125"/>
  <p:tag name="ORIGINALWIDTH" val="1.085911"/>
  <p:tag name="EMFCHILD" val="True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2"/>
  <p:tag name="ORIGINALWIDTH" val="5.678685"/>
  <p:tag name="EMFCHILD" val="True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1"/>
  <p:tag name="ORIGINALWIDTH" val="2.357143"/>
  <p:tag name="EMFCHILD" val="True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31553"/>
  <p:tag name="ORIGINALWIDTH" val="4.714314"/>
  <p:tag name="EMFCHILD" val="Tru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4849"/>
  <p:tag name="ORIGINALWIDTH" val="2.538471"/>
  <p:tag name="EMFCHILD" val="True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1.364876"/>
  <p:tag name="EMFCHILD" val="True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69237"/>
  <p:tag name="ORIGINALWIDTH" val="6.625142"/>
  <p:tag name="EMFCHILD" val="Tru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99495"/>
  <p:tag name="ORIGINALWIDTH" val="5.608943"/>
  <p:tag name="EMFCHILD" val="Tru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66565"/>
  <p:tag name="ORIGINALWIDTH" val="3.131243"/>
  <p:tag name="EMFCHILD" val="Tru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2.311333"/>
  <p:tag name="EMFCHILD" val="Tru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4.418898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c}_t = \mathbf{f}_t * \mathbf{c}_{t-1} + \mathbf{i}_t * \tilde{\mathbf{c}}_t&#10;\end{align*}&#10;&#10;&#10;\end{document}"/>
  <p:tag name="IGUANATEXSIZE" val="28"/>
  <p:tag name="IGUANATEXCURSOR" val="296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2.376153"/>
  <p:tag name="EMFCHILD" val="Tru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678572"/>
  <p:tag name="EMFCHILD" val="True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73847"/>
  <p:tag name="ORIGINALWIDTH" val="3.966957"/>
  <p:tag name="EMFCHILD" val="Tru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2.376153"/>
  <p:tag name="EMFCHILD" val="True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93898"/>
  <p:tag name="ORIGINALWIDTH" val="3.705849"/>
  <p:tag name="EMFCHILD" val="True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4.418898"/>
  <p:tag name="EMFCHILD" val="Tru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2.376153"/>
  <p:tag name="EMFCHILD" val="True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417042"/>
  <p:tag name="ORIGINALWIDTH" val="4.752334"/>
  <p:tag name="EMFCHILD" val="True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58943"/>
  <p:tag name="EMFCHILD" val="True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096"/>
  <p:tag name="ORIGINALWIDTH" val="6.678572"/>
  <p:tag name="EMFCHILD" val="True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24016"/>
  <p:tag name="ORIGINALWIDTH" val="2.400253"/>
  <p:tag name="EMFCHILD" val="True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2.376153"/>
  <p:tag name="EMFCHILD" val="True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93898"/>
  <p:tag name="ORIGINALWIDTH" val="3.705849"/>
  <p:tag name="EMFCHILD" val="Tru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265186"/>
  <p:tag name="ORIGINALWIDTH" val="3.344291"/>
  <p:tag name="EMFCHILD" val="Tru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4.418898"/>
  <p:tag name="EMFCHILD" val="Tru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2.376153"/>
  <p:tag name="EMFCHILD" val="Tru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03347"/>
  <p:tag name="ORIGINALWIDTH" val="3.311164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c}}_t = \tanh\left(\mathbf{W}_\textit{c}[\mathbf{x}_t; \mathbf{h}_{t-1}] + \mathbf{b}_\textit{c}\right)&#10;\end{align*}&#10;&#10;&#10;\end{document}"/>
  <p:tag name="IGUANATEXSIZE" val="28"/>
  <p:tag name="IGUANATEXCURSOR" val="228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58523"/>
  <p:tag name="ORIGINALWIDTH" val="4.375112"/>
  <p:tag name="EMFCHILD" val="Tru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3"/>
  <p:tag name="ORIGINALWIDTH" val="2.352615"/>
  <p:tag name="EMFCHILD" val="Tru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2977"/>
  <p:tag name="ORIGINALWIDTH" val="6.6124"/>
  <p:tag name="EMFCHILD" val="Tru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80684"/>
  <p:tag name="ORIGINALWIDTH" val="3.112288"/>
  <p:tag name="EMFCHILD" val="True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58523"/>
  <p:tag name="ORIGINALWIDTH" val="4.484504"/>
  <p:tag name="EMFCHILD" val="True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93394"/>
  <p:tag name="ORIGINALWIDTH" val="5.001545"/>
  <p:tag name="EMFCHILD" val="True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202"/>
  <p:tag name="ORIGINALWIDTH" val="5.001545"/>
  <p:tag name="EMFCHILD" val="True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6"/>
  <p:tag name="ORIGINALWIDTH" val="2.306861"/>
  <p:tag name="EMFCHILD" val="True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202"/>
  <p:tag name="ORIGINALWIDTH" val="11.33554"/>
  <p:tag name="EMFCHILD" val="True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66566"/>
  <p:tag name="ORIGINALWIDTH" val="2.860714"/>
  <p:tag name="EMFCHILD" val="True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6"/>
  <p:tag name="ORIGINALWIDTH" val="1.362232"/>
  <p:tag name="EMFCHILD" val="True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2826"/>
  <p:tag name="ORIGINALWIDTH" val="5.598171"/>
  <p:tag name="EMFCHILD" val="True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3"/>
  <p:tag name="ORIGINALWIDTH" val="2.352615"/>
  <p:tag name="EMFCHILD" val="True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61253"/>
  <p:tag name="ORIGINALWIDTH" val="1.08383"/>
  <p:tag name="EMFCHILD" val="True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202"/>
  <p:tag name="ORIGINALWIDTH" val="5.667771"/>
  <p:tag name="EMFCHILD" val="True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3"/>
  <p:tag name="ORIGINALWIDTH" val="2.352615"/>
  <p:tag name="EMFCHILD" val="True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31554"/>
  <p:tag name="ORIGINALWIDTH" val="4.705229"/>
  <p:tag name="EMFCHILD" val="True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4851"/>
  <p:tag name="ORIGINALWIDTH" val="2.533576"/>
  <p:tag name="EMFCHILD" val="True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6"/>
  <p:tag name="ORIGINALWIDTH" val="1.362232"/>
  <p:tag name="EMFCHILD" val="True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69239"/>
  <p:tag name="ORIGINALWIDTH" val="6.6124"/>
  <p:tag name="EMFCHILD" val="True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99498"/>
  <p:tag name="ORIGINALWIDTH" val="5.598171"/>
  <p:tag name="EMFCHILD" val="True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66566"/>
  <p:tag name="ORIGINALWIDTH" val="2.860714"/>
  <p:tag name="EMFCHILD" val="True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6"/>
  <p:tag name="ORIGINALWIDTH" val="2.306861"/>
  <p:tag name="EMFCHILD" val="True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5093"/>
  <p:tag name="ORIGINALWIDTH" val="2.375731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i}_t = \sigma\left(\mathbf{W}_\textit{i}[\mathbf{x}_t; \mathbf{h}_{t-1}] + \mathbf{b}_\textit{i}\right)&#10;\end{align*}&#10;&#10;&#10;\end{document}"/>
  <p:tag name="IGUANATEXSIZE" val="28"/>
  <p:tag name="IGUANATEXCURSOR" val="259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1"/>
  <p:tag name="ORIGINALWIDTH" val="2.351884"/>
  <p:tag name="EMFCHILD" val="True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2976"/>
  <p:tag name="ORIGINALWIDTH" val="6.610349"/>
  <p:tag name="EMFCHILD" val="True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93393"/>
  <p:tag name="ORIGINALWIDTH" val="5.258465"/>
  <p:tag name="EMFCHILD" val="True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2.306159"/>
  <p:tag name="EMFCHILD" val="True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2"/>
  <p:tag name="ORIGINALWIDTH" val="11.33203"/>
  <p:tag name="EMFCHILD" val="True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42043"/>
  <p:tag name="ORIGINALWIDTH" val="2.073566"/>
  <p:tag name="EMFCHILD" val="True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1.361811"/>
  <p:tag name="EMFCHILD" val="True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2825"/>
  <p:tag name="ORIGINALWIDTH" val="5.596429"/>
  <p:tag name="EMFCHILD" val="True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1"/>
  <p:tag name="ORIGINALWIDTH" val="2.351884"/>
  <p:tag name="EMFCHILD" val="True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6125"/>
  <p:tag name="ORIGINALWIDTH" val="1.083493"/>
  <p:tag name="EMFCHILD" val="True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2"/>
  <p:tag name="ORIGINALWIDTH" val="5.666029"/>
  <p:tag name="EMFCHILD" val="True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1"/>
  <p:tag name="ORIGINALWIDTH" val="2.351884"/>
  <p:tag name="EMFCHILD" val="True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31553"/>
  <p:tag name="ORIGINALWIDTH" val="4.703797"/>
  <p:tag name="EMFCHILD" val="True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4849"/>
  <p:tag name="ORIGINALWIDTH" val="2.53279"/>
  <p:tag name="EMFCHILD" val="True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1.361811"/>
  <p:tag name="EMFCHILD" val="True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69237"/>
  <p:tag name="ORIGINALWIDTH" val="6.610349"/>
  <p:tag name="EMFCHILD" val="True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99495"/>
  <p:tag name="ORIGINALWIDTH" val="5.596429"/>
  <p:tag name="EMFCHILD" val="True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42043"/>
  <p:tag name="ORIGINALWIDTH" val="2.073566"/>
  <p:tag name="EMFCHILD" val="True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2.306159"/>
  <p:tag name="EMFCHILD" val="True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22527"/>
  <p:tag name="ORIGINALWIDTH" val="3.9264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f}_t = \sigma\left(\mathbf{W}_\textit{f}[\mathbf{x}_t; \mathbf{h}_{t-1}] + \mathbf{b}_\textit{f}\right)&#10;\end{align*}&#10;&#10;&#10;\end{document}"/>
  <p:tag name="IGUANATEXSIZE" val="28"/>
  <p:tag name="IGUANATEXCURSOR" val="316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49805"/>
  <p:tag name="ORIGINALWIDTH" val="2.351885"/>
  <p:tag name="EMFCHILD" val="True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447807"/>
  <p:tag name="ORIGINALWIDTH" val="6.61035"/>
  <p:tag name="EMFCHILD" val="True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23652"/>
  <p:tag name="ORIGINALWIDTH" val="5.258466"/>
  <p:tag name="EMFCHILD" val="True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46077"/>
  <p:tag name="ORIGINALWIDTH" val="2.306159"/>
  <p:tag name="EMFCHILD" val="True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25976"/>
  <p:tag name="ORIGINALWIDTH" val="11.33203"/>
  <p:tag name="EMFCHILD" val="True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48849"/>
  <p:tag name="ORIGINALWIDTH" val="3.611334"/>
  <p:tag name="EMFCHILD" val="True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46077"/>
  <p:tag name="ORIGINALWIDTH" val="1.361811"/>
  <p:tag name="EMFCHILD" val="True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44574"/>
  <p:tag name="ORIGINALWIDTH" val="5.59643"/>
  <p:tag name="EMFCHILD" val="True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49805"/>
  <p:tag name="ORIGINALWIDTH" val="2.351885"/>
  <p:tag name="EMFCHILD" val="True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27504"/>
  <p:tag name="ORIGINALWIDTH" val="1.083493"/>
  <p:tag name="EMFCHILD" val="True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25976"/>
  <p:tag name="ORIGINALWIDTH" val="5.666003"/>
  <p:tag name="EMFCHILD" val="True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49805"/>
  <p:tag name="ORIGINALWIDTH" val="2.351885"/>
  <p:tag name="EMFCHILD" val="True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588021"/>
  <p:tag name="ORIGINALWIDTH" val="4.703797"/>
  <p:tag name="EMFCHILD" val="True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215"/>
  <p:tag name="ORIGINALWIDTH" val="2.53279"/>
  <p:tag name="EMFCHILD" val="True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46077"/>
  <p:tag name="ORIGINALWIDTH" val="1.361811"/>
  <p:tag name="EMFCHILD" val="True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75"/>
  <p:tag name="ORIGINALWIDTH" val="6.61035"/>
  <p:tag name="EMFCHILD" val="True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22527"/>
  <p:tag name="ORIGINALWIDTH" val="5.59643"/>
  <p:tag name="EMFCHILD" val="True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48849"/>
  <p:tag name="ORIGINALWIDTH" val="3.611334"/>
  <p:tag name="EMFCHILD" val="True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46077"/>
  <p:tag name="ORIGINALWIDTH" val="2.306159"/>
  <p:tag name="EMFCHILD" val="True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113.5256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z}_t = \sigma\left(\mathbf{W}_\textit{z}[\mathbf{x}_t; \mathbf{h}_{t-1}] + \mathbf{b}_\textit{z}\right)&#10;\end{align*}&#10;&#10;&#10;\end{document}"/>
  <p:tag name="IGUANATEXSIZE" val="28"/>
  <p:tag name="IGUANATEXCURSOR" val="3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113.3075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r}_t = \sigma\left(\mathbf{W}_\textit{r}[\mathbf{x}_t; \mathbf{h}_{t-1}] + \mathbf{b}_\textit{r}\right)&#10;\end{align*}&#10;&#10;&#10;\end{document}"/>
  <p:tag name="IGUANATEXSIZE" val="28"/>
  <p:tag name="IGUANATEXCURSOR" val="3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3"/>
  <p:tag name="ORIGINALWIDTH" val="232.2349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h}_t = (1-\mathbf{z}_t) * \mathbf{h}_{t-1} + \mathbf{z}_t* \tanh\left(\mathbf{W}[\mathbf{x}_t; \mathbf{r}_t *\mathbf{h}_{t-1}] + \mathbf{b} \right)&#10;\end{align*}&#10;&#10;&#10;\end{document}"/>
  <p:tag name="IGUANATEXSIZE" val="28"/>
  <p:tag name="IGUANATEXCURSOR" val="277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68478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h}_t = (1-\mathbf{z}_t) * \mathbf{h}_{t-1} + \mathbf{z}_t* \tanh\left(\mathbf{W}[\mathbf{x}_t; \mathbf{r}_t *\mathbf{h}_{t-1}] + \mathbf{b} \right)&#10;\end{align*}&#10;&#10;&#10;\end{document}"/>
  <p:tag name="IGUANATEXSIZE" val="28"/>
  <p:tag name="IGUANATEXCURSOR" val="277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9673"/>
  <p:tag name="EMFCHILD" val="True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2975"/>
  <p:tag name="ORIGINALWIDTH" val="6.632254"/>
  <p:tag name="EMFCHILD" val="True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3"/>
  <p:tag name="ORIGINALWIDTH" val="2.313807"/>
  <p:tag name="EMFCHILD" val="True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69235"/>
  <p:tag name="ORIGINALWIDTH" val="3.291197"/>
  <p:tag name="EMFCHILD" val="True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885264"/>
  <p:tag name="ORIGINALWIDTH" val="6.093699"/>
  <p:tag name="EMFCHILD" val="True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2823"/>
  <p:tag name="ORIGINALWIDTH" val="4.288526"/>
  <p:tag name="EMFCHILD" val="True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9673"/>
  <p:tag name="EMFCHILD" val="True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3"/>
  <p:tag name="ORIGINALWIDTH" val="2.313807"/>
  <p:tag name="EMFCHILD" val="True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8653"/>
  <p:tag name="ORIGINALWIDTH" val="3.680145"/>
  <p:tag name="EMFCHILD" val="True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684785"/>
  <p:tag name="EMFCHILD" val="True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9673"/>
  <p:tag name="EMFCHILD" val="True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31552"/>
  <p:tag name="ORIGINALWIDTH" val="4.719374"/>
  <p:tag name="EMFCHILD" val="True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4848"/>
  <p:tag name="ORIGINALWIDTH" val="2.541198"/>
  <p:tag name="EMFCHILD" val="True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69235"/>
  <p:tag name="ORIGINALWIDTH" val="6.632254"/>
  <p:tag name="EMFCHILD" val="True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2823"/>
  <p:tag name="ORIGINALWIDTH" val="4.288526"/>
  <p:tag name="EMFCHILD" val="True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9673"/>
  <p:tag name="EMFCHILD" val="True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8653"/>
  <p:tag name="ORIGINALWIDTH" val="3.680145"/>
  <p:tag name="EMFCHILD" val="True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8068"/>
  <p:tag name="ORIGINALWIDTH" val="3.121625"/>
  <p:tag name="EMFCHILD" val="True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5852"/>
  <p:tag name="ORIGINALWIDTH" val="4.497946"/>
  <p:tag name="EMFCHILD" val="True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93391"/>
  <p:tag name="ORIGINALWIDTH" val="5.016562"/>
  <p:tag name="EMFCHILD" val="True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016562"/>
  <p:tag name="EMFCHILD" val="True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3"/>
  <p:tag name="ORIGINALWIDTH" val="2.313807"/>
  <p:tag name="EMFCHILD" val="True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11.36957"/>
  <p:tag name="EMFCHILD" val="True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3"/>
  <p:tag name="ORIGINALWIDTH" val="1.366338"/>
  <p:tag name="EMFCHILD" val="True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2823"/>
  <p:tag name="ORIGINALWIDTH" val="5.614959"/>
  <p:tag name="EMFCHILD" val="True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9673"/>
  <p:tag name="EMFCHILD" val="True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61248"/>
  <p:tag name="ORIGINALWIDTH" val="1.087092"/>
  <p:tag name="EMFCHILD" val="True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71091"/>
  <p:tag name="ORIGINALWIDTH" val="4.039172"/>
  <p:tag name="EMFCHILD" val="True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9673"/>
  <p:tag name="EMFCHILD" val="True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8653"/>
  <p:tag name="ORIGINALWIDTH" val="3.680145"/>
  <p:tag name="EMFCHILD" val="True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684785"/>
  <p:tag name="EMFCHILD" val="True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9673"/>
  <p:tag name="EMFCHILD" val="True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31552"/>
  <p:tag name="ORIGINALWIDTH" val="4.719374"/>
  <p:tag name="EMFCHILD" val="True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4848"/>
  <p:tag name="ORIGINALWIDTH" val="2.541198"/>
  <p:tag name="EMFCHILD" val="True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3"/>
  <p:tag name="ORIGINALWIDTH" val="1.366338"/>
  <p:tag name="EMFCHILD" val="True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69235"/>
  <p:tag name="ORIGINALWIDTH" val="6.632254"/>
  <p:tag name="EMFCHILD" val="True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99493"/>
  <p:tag name="ORIGINALWIDTH" val="5.614959"/>
  <p:tag name="EMFCHILD" val="True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3"/>
  <p:tag name="ORIGINALWIDTH" val="2.313807"/>
  <p:tag name="EMFCHILD" val="True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71092"/>
  <p:tag name="ORIGINALWIDTH" val="4.026096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r}_t = \sigma\left(\mathbf{W}_\textit{r}[\mathbf{x}_t; \mathbf{h}_{t-1}] + \mathbf{b}_\textit{r}\right)&#10;\end{align*}&#10;&#10;&#10;\end{document}"/>
  <p:tag name="IGUANATEXSIZE" val="28"/>
  <p:tag name="IGUANATEXCURSOR" val="3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1"/>
  <p:tag name="ORIGINALWIDTH" val="2.352025"/>
  <p:tag name="EMFCHILD" val="True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2976"/>
  <p:tag name="ORIGINALWIDTH" val="6.610741"/>
  <p:tag name="EMFCHILD" val="True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93393"/>
  <p:tag name="ORIGINALWIDTH" val="5.258773"/>
  <p:tag name="EMFCHILD" val="True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2.306299"/>
  <p:tag name="EMFCHILD" val="True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2"/>
  <p:tag name="ORIGINALWIDTH" val="11.3327"/>
  <p:tag name="EMFCHILD" val="True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66565"/>
  <p:tag name="ORIGINALWIDTH" val="3.284476"/>
  <p:tag name="EMFCHILD" val="True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1.361895"/>
  <p:tag name="EMFCHILD" val="True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2825"/>
  <p:tag name="ORIGINALWIDTH" val="5.596765"/>
  <p:tag name="EMFCHILD" val="True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1"/>
  <p:tag name="ORIGINALWIDTH" val="2.352025"/>
  <p:tag name="EMFCHILD" val="True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6125"/>
  <p:tag name="ORIGINALWIDTH" val="1.083549"/>
  <p:tag name="EMFCHILD" val="True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2"/>
  <p:tag name="ORIGINALWIDTH" val="5.666338"/>
  <p:tag name="EMFCHILD" val="True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1"/>
  <p:tag name="ORIGINALWIDTH" val="2.352025"/>
  <p:tag name="EMFCHILD" val="True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31553"/>
  <p:tag name="ORIGINALWIDTH" val="4.704049"/>
  <p:tag name="EMFCHILD" val="True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4849"/>
  <p:tag name="ORIGINALWIDTH" val="2.532958"/>
  <p:tag name="EMFCHILD" val="True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1.361895"/>
  <p:tag name="EMFCHILD" val="True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69237"/>
  <p:tag name="ORIGINALWIDTH" val="6.610741"/>
  <p:tag name="EMFCHILD" val="True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99495"/>
  <p:tag name="ORIGINALWIDTH" val="5.596765"/>
  <p:tag name="EMFCHILD" val="True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66565"/>
  <p:tag name="ORIGINALWIDTH" val="3.284476"/>
  <p:tag name="EMFCHILD" val="True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2.306299"/>
  <p:tag name="EMFCHILD" val="True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2825"/>
  <p:tag name="ORIGINALWIDTH" val="4.274607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z}_t = \sigma\left(\mathbf{W}_\textit{z}[\mathbf{x}_t; \mathbf{h}_{t-1}] + \mathbf{b}_\textit{z}\right)&#10;\end{align*}&#10;&#10;&#10;\end{document}"/>
  <p:tag name="IGUANATEXSIZE" val="28"/>
  <p:tag name="IGUANATEXCURSOR" val="3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1"/>
  <p:tag name="ORIGINALWIDTH" val="2.352025"/>
  <p:tag name="EMFCHILD" val="True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2976"/>
  <p:tag name="ORIGINALWIDTH" val="6.610743"/>
  <p:tag name="EMFCHILD" val="True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93393"/>
  <p:tag name="ORIGINALWIDTH" val="5.258774"/>
  <p:tag name="EMFCHILD" val="True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2.306299"/>
  <p:tag name="EMFCHILD" val="True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2"/>
  <p:tag name="ORIGINALWIDTH" val="11.33271"/>
  <p:tag name="EMFCHILD" val="True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66565"/>
  <p:tag name="ORIGINALWIDTH" val="3.124438"/>
  <p:tag name="EMFCHILD" val="True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1.361896"/>
  <p:tag name="EMFCHILD" val="True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2825"/>
  <p:tag name="ORIGINALWIDTH" val="5.596766"/>
  <p:tag name="EMFCHILD" val="True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1"/>
  <p:tag name="ORIGINALWIDTH" val="2.352025"/>
  <p:tag name="EMFCHILD" val="True"/>
</p:tagLst>
</file>

<file path=ppt/tags/tag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6125"/>
  <p:tag name="ORIGINALWIDTH" val="1.083549"/>
  <p:tag name="EMFCHILD" val="True"/>
</p:tagLst>
</file>

<file path=ppt/tags/tag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2"/>
  <p:tag name="ORIGINALWIDTH" val="5.666339"/>
  <p:tag name="EMFCHILD" val="True"/>
</p:tagLst>
</file>

<file path=ppt/tags/tag4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1"/>
  <p:tag name="ORIGINALWIDTH" val="2.352025"/>
  <p:tag name="EMFCHILD" val="True"/>
</p:tagLst>
</file>

<file path=ppt/tags/tag4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31553"/>
  <p:tag name="ORIGINALWIDTH" val="4.70405"/>
  <p:tag name="EMFCHILD" val="True"/>
</p:tagLst>
</file>

<file path=ppt/tags/tag4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4849"/>
  <p:tag name="ORIGINALWIDTH" val="2.532959"/>
  <p:tag name="EMFCHILD" val="True"/>
</p:tagLst>
</file>

<file path=ppt/tags/tag4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1.361896"/>
  <p:tag name="EMFCHILD" val="True"/>
</p:tagLst>
</file>

<file path=ppt/tags/tag4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69237"/>
  <p:tag name="ORIGINALWIDTH" val="6.610743"/>
  <p:tag name="EMFCHILD" val="True"/>
</p:tagLst>
</file>

<file path=ppt/tags/tag4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99495"/>
  <p:tag name="ORIGINALWIDTH" val="5.596766"/>
  <p:tag name="EMFCHILD" val="True"/>
</p:tagLst>
</file>

<file path=ppt/tags/tag4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66565"/>
  <p:tag name="ORIGINALWIDTH" val="3.124438"/>
  <p:tag name="EMFCHILD" val="True"/>
</p:tagLst>
</file>

<file path=ppt/tags/tag4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2.306299"/>
  <p:tag name="EMFCHILD" val="True"/>
</p:tagLst>
</file>

<file path=ppt/tags/tag4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98.8771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h}_5 = g\left(\mathbf{W} [\mathbf{h}_1; \mathbf{h}_4] +\mathbf{b}\right)&#10;\end{align*}&#10;&#10;&#10;\end{document}"/>
  <p:tag name="IGUANATEXSIZE" val="28"/>
  <p:tag name="IGUANATEXCURSOR" val="292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4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98.8771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h}_4 = g\left(\mathbf{W} [\mathbf{h}_2; \mathbf{h}_3] +\mathbf{b}\right)&#10;\end{align*}&#10;&#10;&#10;\end{document}"/>
  <p:tag name="IGUANATEXSIZE" val="28"/>
  <p:tag name="IGUANATEXCURSOR" val="272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4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6505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h}_4 = g\left(\mathbf{W} [\mathbf{h}_2; \mathbf{h}_3] +\mathbf{b}\right)&#10;\end{align*}&#10;&#10;&#10;\end{document}"/>
  <p:tag name="IGUANATEXSIZE" val="28"/>
  <p:tag name="IGUANATEXCURSOR" val="272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4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2846"/>
  <p:tag name="ORIGINALWIDTH" val="3.400253"/>
  <p:tag name="EMFCHILD" val="True"/>
</p:tagLst>
</file>

<file path=ppt/tags/tag4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2975"/>
  <p:tag name="ORIGINALWIDTH" val="6.592351"/>
  <p:tag name="EMFCHILD" val="True"/>
</p:tagLst>
</file>

<file path=ppt/tags/tag4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284674"/>
  <p:tag name="ORIGINALWIDTH" val="4.550197"/>
  <p:tag name="EMFCHILD" val="True"/>
</p:tagLst>
</file>

<file path=ppt/tags/tag4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2.299887"/>
  <p:tag name="EMFCHILD" val="True"/>
</p:tagLst>
</file>

<file path=ppt/tags/tag4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11.30118"/>
  <p:tag name="EMFCHILD" val="True"/>
</p:tagLst>
</file>

<file path=ppt/tags/tag4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1.358099"/>
  <p:tag name="EMFCHILD" val="True"/>
</p:tagLst>
</file>

<file path=ppt/tags/tag4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65059"/>
  <p:tag name="EMFCHILD" val="True"/>
</p:tagLst>
</file>

<file path=ppt/tags/tag4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4848"/>
  <p:tag name="ORIGINALWIDTH" val="3.067154"/>
  <p:tag name="EMFCHILD" val="True"/>
</p:tagLst>
</file>

<file path=ppt/tags/tag4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61249"/>
  <p:tag name="ORIGINALWIDTH" val="1.08054"/>
  <p:tag name="EMFCHILD" val="True"/>
</p:tagLst>
</file>

<file path=ppt/tags/tag4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65059"/>
  <p:tag name="EMFCHILD" val="True"/>
</p:tagLst>
</file>

<file path=ppt/tags/tag4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50844"/>
  <p:tag name="ORIGINALWIDTH" val="3.19207"/>
  <p:tag name="EMFCHILD" val="True"/>
</p:tagLst>
</file>

<file path=ppt/tags/tag4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1.358099"/>
  <p:tag name="EMFCHILD" val="True"/>
</p:tagLst>
</file>

<file path=ppt/tags/tag4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69235"/>
  <p:tag name="ORIGINALWIDTH" val="6.592351"/>
  <p:tag name="EMFCHILD" val="True"/>
</p:tagLst>
</file>

<file path=ppt/tags/tag4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99494"/>
  <p:tag name="ORIGINALWIDTH" val="5.581187"/>
  <p:tag name="EMFCHILD" val="True"/>
</p:tagLst>
</file>

<file path=ppt/tags/tag5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2.299887"/>
  <p:tag name="EMFCHILD" val="True"/>
</p:tagLst>
</file>

<file path=ppt/tags/tag5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6505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h}_5 = g\left(\mathbf{W} [\mathbf{h}_1; \mathbf{h}_4] +\mathbf{b}\right)&#10;\end{align*}&#10;&#10;&#10;\end{document}"/>
  <p:tag name="IGUANATEXSIZE" val="28"/>
  <p:tag name="IGUANATEXCURSOR" val="292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5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50844"/>
  <p:tag name="ORIGINALWIDTH" val="3.067154"/>
  <p:tag name="EMFCHILD" val="True"/>
</p:tagLst>
</file>

<file path=ppt/tags/tag5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2975"/>
  <p:tag name="ORIGINALWIDTH" val="6.592351"/>
  <p:tag name="EMFCHILD" val="True"/>
</p:tagLst>
</file>

<file path=ppt/tags/tag5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284674"/>
  <p:tag name="ORIGINALWIDTH" val="4.550197"/>
  <p:tag name="EMFCHILD" val="True"/>
</p:tagLst>
</file>

<file path=ppt/tags/tag5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2.299887"/>
  <p:tag name="EMFCHILD" val="True"/>
</p:tagLst>
</file>

<file path=ppt/tags/tag5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11.30118"/>
  <p:tag name="EMFCHILD" val="True"/>
</p:tagLst>
</file>

<file path=ppt/tags/tag5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1.358099"/>
  <p:tag name="EMFCHILD" val="True"/>
</p:tagLst>
</file>

<file path=ppt/tags/tag5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65059"/>
  <p:tag name="EMFCHILD" val="True"/>
</p:tagLst>
</file>

<file path=ppt/tags/tag5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4848"/>
  <p:tag name="ORIGINALWIDTH" val="2.5259"/>
  <p:tag name="EMFCHILD" val="True"/>
</p:tagLst>
</file>

<file path=ppt/tags/tag5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61249"/>
  <p:tag name="ORIGINALWIDTH" val="1.08054"/>
  <p:tag name="EMFCHILD" val="True"/>
</p:tagLst>
</file>

<file path=ppt/tags/tag5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65059"/>
  <p:tag name="EMFCHILD" val="True"/>
</p:tagLst>
</file>

<file path=ppt/tags/tag5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2846"/>
  <p:tag name="ORIGINALWIDTH" val="3.400253"/>
  <p:tag name="EMFCHILD" val="True"/>
</p:tagLst>
</file>

<file path=ppt/tags/tag5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1.358099"/>
  <p:tag name="EMFCHILD" val="True"/>
</p:tagLst>
</file>

<file path=ppt/tags/tag5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69235"/>
  <p:tag name="ORIGINALWIDTH" val="6.592351"/>
  <p:tag name="EMFCHILD" val="True"/>
</p:tagLst>
</file>

<file path=ppt/tags/tag5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99494"/>
  <p:tag name="ORIGINALWIDTH" val="5.581187"/>
  <p:tag name="EMFCHILD" val="True"/>
</p:tagLst>
</file>

<file path=ppt/tags/tag5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2.299887"/>
  <p:tag name="EMFCHILD" val="True"/>
</p:tagLst>
</file>

<file path=ppt/tags/tag5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90844"/>
  <p:tag name="ORIGINALWIDTH" val="110.1972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f}_t = \sigma\left(\mathbf{W}_\textit{f}[\mathbf{x}_t; \mathbf{h}_{t-1}] + \mathbf{b}_\textit{f}\right)&#10;\end{align*}&#10;&#10;&#10;\end{document}"/>
  <p:tag name="IGUANATEXSIZE" val="28"/>
  <p:tag name="IGUANATEXCURSOR" val="316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5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109.8299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i}_t = \sigma\left(\mathbf{W}_\textit{i}[\mathbf{x}_t; \mathbf{h}_{t-1}] + \mathbf{b}_\textit{i}\right)&#10;\end{align*}&#10;&#10;&#10;\end{document}"/>
  <p:tag name="IGUANATEXSIZE" val="28"/>
  <p:tag name="IGUANATEXCURSOR" val="259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5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6"/>
  <p:tag name="ORIGINALWIDTH" val="128.160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c}}_t = \tanh\left(\mathbf{W}_\textit{c}[\mathbf{x}_t; \mathbf{h}_{t-1}] + \mathbf{b}_\textit{c}\right)&#10;\end{align*}&#10;&#10;&#10;\end{document}"/>
  <p:tag name="IGUANATEXSIZE" val="28"/>
  <p:tag name="IGUANATEXCURSOR" val="228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5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537964"/>
  <p:tag name="ORIGINALWIDTH" val="93.4852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c}_t = \mathbf{f}_t * \mathbf{c}_{t-1} + \mathbf{i}_t * \tilde{\mathbf{c}}_t&#10;\end{align*}&#10;&#10;&#10;\end{document}"/>
  <p:tag name="IGUANATEXSIZE" val="28"/>
  <p:tag name="IGUANATEXCURSOR" val="296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5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116.047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o}_t = \sigma\left(\mathbf{W}_\textit{o}[\mathbf{x}_t; \mathbf{h}_{t-1}] + \mathbf{b}_\textit{o}\right)&#10;\end{align*}&#10;&#10;&#10;\end{document}"/>
  <p:tag name="IGUANATEXSIZE" val="28"/>
  <p:tag name="IGUANATEXCURSOR" val="3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5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76.63161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h}_t = \mathbf{o}_t * \tanh(\mathbf{c}_t)&#10;\end{align*}&#10;&#10;&#10;\end{document}"/>
  <p:tag name="IGUANATEXSIZE" val="28"/>
  <p:tag name="IGUANATEXCURSOR" val="260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5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4.43336"/>
  <p:tag name="ORIGINALWIDTH" val="122.155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l}_n &amp;= \sigma\left(\mathbf{W}_\ell [\mathbf{h}_\ell; \mathbf{h}_r] + \mathbf{b}_\ell \right) \\&#10;\mathbf{r}_n &amp;= \sigma\left(\mathbf{W}_r [\mathbf{h}_\ell; \mathbf{h}_r] + \mathbf{b}_r \right) \\&#10;\tilde{\mathbf{c}}_n &amp;= \tanh\left(\mathbf{W}_c [\mathbf{h}_\ell; \mathbf{h}_r] + \mathbf{b}_c \right) \\&#10;\mathbf{c}_n &amp;= \mathbf{l}_n * \mathbf{c}_\ell + \mathbf{r}_n * \mathbf{c}_r + \tilde{\mathbf{c}}_n \\&#10;\mathbf{o}_n &amp;= \sigma\left(\mathbf{W}_o[\mathbf{h}_\ell; \mathbf{h}_r] + \mathbf{b}_o\right) \\&#10;\mathbf{h}_n &amp;= \mathbf{o}_n * \tanh(\mathbf{c}_n)&#10;\end{align*}&#10;&#10;&#10;\end{document}"/>
  <p:tag name="IGUANATEXSIZE" val="28"/>
  <p:tag name="IGUANATEXCURSOR" val="772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5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9373"/>
  <p:tag name="ORIGINALWIDTH" val="2.445866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l}_n &amp;= \sigma\left(\mathbf{W}_\ell [\mathbf{h}_\ell; \mathbf{h}_r] + \mathbf{b}_\ell \right) \\&#10;\mathbf{r}_n &amp;= \sigma\left(\mathbf{W}_r [\mathbf{h}_\ell; \mathbf{h}_r] + \mathbf{b}_r \right) \\&#10;\tilde{\mathbf{c}}_n &amp;= \tanh\left(\mathbf{W}_c [\mathbf{h}_\ell; \mathbf{h}_r] + \mathbf{b}_c \right) \\&#10;\mathbf{c}_n &amp;= \mathbf{l}_n * \mathbf{c}_\ell + \mathbf{r}_n * \mathbf{c}_r + \tilde{\mathbf{c}}_n \\&#10;\mathbf{o}_n &amp;= \sigma\left(\mathbf{W}_o[\mathbf{h}_\ell; \mathbf{h}_r] + \mathbf{b}_o\right) \\&#10;\mathbf{h}_n &amp;= \mathbf{o}_n * \tanh(\mathbf{c}_n)&#10;\end{align*}&#10;&#10;&#10;\end{document}"/>
  <p:tag name="IGUANATEXSIZE" val="28"/>
  <p:tag name="IGUANATEXCURSOR" val="772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5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4.252419"/>
  <p:tag name="EMFCHILD" val="True"/>
</p:tagLst>
</file>

<file path=ppt/tags/tag5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24382"/>
  <p:tag name="ORIGINALWIDTH" val="6.611784"/>
  <p:tag name="EMFCHILD" val="True"/>
</p:tagLst>
</file>

<file path=ppt/tags/tag5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90523"/>
  <p:tag name="ORIGINALWIDTH" val="5.25959"/>
  <p:tag name="EMFCHILD" val="True"/>
</p:tagLst>
</file>

<file path=ppt/tags/tag5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33325"/>
  <p:tag name="ORIGINALWIDTH" val="2.306665"/>
  <p:tag name="EMFCHILD" val="True"/>
</p:tagLst>
</file>

<file path=ppt/tags/tag5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9373"/>
  <p:tag name="ORIGINALWIDTH" val="11.33451"/>
  <p:tag name="EMFCHILD" val="True"/>
</p:tagLst>
</file>

<file path=ppt/tags/tag5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8572"/>
  <p:tag name="ORIGINALWIDTH" val="2.895248"/>
  <p:tag name="EMFCHILD" val="True"/>
</p:tagLst>
</file>

<file path=ppt/tags/tag5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33325"/>
  <p:tag name="ORIGINALWIDTH" val="1.36212"/>
  <p:tag name="EMFCHILD" val="True"/>
</p:tagLst>
</file>

<file path=ppt/tags/tag5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9373"/>
  <p:tag name="ORIGINALWIDTH" val="5.667239"/>
  <p:tag name="EMFCHILD" val="True"/>
</p:tagLst>
</file>

<file path=ppt/tags/tag5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8572"/>
  <p:tag name="ORIGINALWIDTH" val="2.895248"/>
  <p:tag name="EMFCHILD" val="True"/>
</p:tagLst>
</file>

<file path=ppt/tags/tag5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98398"/>
  <p:tag name="ORIGINALWIDTH" val="1.083718"/>
  <p:tag name="EMFCHILD" val="True"/>
</p:tagLst>
</file>

<file path=ppt/tags/tag5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9373"/>
  <p:tag name="ORIGINALWIDTH" val="5.667239"/>
  <p:tag name="EMFCHILD" val="True"/>
</p:tagLst>
</file>

<file path=ppt/tags/tag5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3.236277"/>
  <p:tag name="EMFCHILD" val="True"/>
</p:tagLst>
</file>

<file path=ppt/tags/tag5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33325"/>
  <p:tag name="ORIGINALWIDTH" val="1.36212"/>
  <p:tag name="EMFCHILD" val="True"/>
</p:tagLst>
</file>

<file path=ppt/tags/tag5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1558"/>
  <p:tag name="ORIGINALWIDTH" val="6.611784"/>
  <p:tag name="EMFCHILD" val="True"/>
</p:tagLst>
</file>

<file path=ppt/tags/tag5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319"/>
  <p:tag name="ORIGINALWIDTH" val="5.597638"/>
  <p:tag name="EMFCHILD" val="True"/>
</p:tagLst>
</file>

<file path=ppt/tags/tag5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8572"/>
  <p:tag name="ORIGINALWIDTH" val="2.895248"/>
  <p:tag name="EMFCHILD" val="True"/>
</p:tagLst>
</file>

<file path=ppt/tags/tag5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33325"/>
  <p:tag name="ORIGINALWIDTH" val="2.306665"/>
  <p:tag name="EMFCHILD" val="True"/>
</p:tagLst>
</file>

<file path=ppt/tags/tag5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69995"/>
  <p:tag name="ORIGINALWIDTH" val="4.026715"/>
  <p:tag name="EMFCHILD" val="True"/>
</p:tagLst>
</file>

<file path=ppt/tags/tag5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4.252419"/>
  <p:tag name="EMFCHILD" val="True"/>
</p:tagLst>
</file>

<file path=ppt/tags/tag5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24382"/>
  <p:tag name="ORIGINALWIDTH" val="6.611784"/>
  <p:tag name="EMFCHILD" val="True"/>
</p:tagLst>
</file>

<file path=ppt/tags/tag5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90523"/>
  <p:tag name="ORIGINALWIDTH" val="5.25959"/>
  <p:tag name="EMFCHILD" val="True"/>
</p:tagLst>
</file>

<file path=ppt/tags/tag5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33325"/>
  <p:tag name="ORIGINALWIDTH" val="2.306665"/>
  <p:tag name="EMFCHILD" val="True"/>
</p:tagLst>
</file>

<file path=ppt/tags/tag5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9373"/>
  <p:tag name="ORIGINALWIDTH" val="11.33451"/>
  <p:tag name="EMFCHILD" val="True"/>
</p:tagLst>
</file>

<file path=ppt/tags/tag5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3.236277"/>
  <p:tag name="EMFCHILD" val="True"/>
</p:tagLst>
</file>

<file path=ppt/tags/tag5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33325"/>
  <p:tag name="ORIGINALWIDTH" val="1.36212"/>
  <p:tag name="EMFCHILD" val="True"/>
</p:tagLst>
</file>

<file path=ppt/tags/tag5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9373"/>
  <p:tag name="ORIGINALWIDTH" val="5.667239"/>
  <p:tag name="EMFCHILD" val="True"/>
</p:tagLst>
</file>

<file path=ppt/tags/tag5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8572"/>
  <p:tag name="ORIGINALWIDTH" val="2.895248"/>
  <p:tag name="EMFCHILD" val="True"/>
</p:tagLst>
</file>

<file path=ppt/tags/tag5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98398"/>
  <p:tag name="ORIGINALWIDTH" val="1.083718"/>
  <p:tag name="EMFCHILD" val="True"/>
</p:tagLst>
</file>

<file path=ppt/tags/tag5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9373"/>
  <p:tag name="ORIGINALWIDTH" val="5.667239"/>
  <p:tag name="EMFCHILD" val="True"/>
</p:tagLst>
</file>

<file path=ppt/tags/tag5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3.236277"/>
  <p:tag name="EMFCHILD" val="True"/>
</p:tagLst>
</file>

<file path=ppt/tags/tag5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33325"/>
  <p:tag name="ORIGINALWIDTH" val="1.36212"/>
  <p:tag name="EMFCHILD" val="True"/>
</p:tagLst>
</file>

<file path=ppt/tags/tag5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1558"/>
  <p:tag name="ORIGINALWIDTH" val="6.611784"/>
  <p:tag name="EMFCHILD" val="True"/>
</p:tagLst>
</file>

<file path=ppt/tags/tag5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319"/>
  <p:tag name="ORIGINALWIDTH" val="5.597638"/>
  <p:tag name="EMFCHILD" val="True"/>
</p:tagLst>
</file>

<file path=ppt/tags/tag5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3.236277"/>
  <p:tag name="EMFCHILD" val="True"/>
</p:tagLst>
</file>

<file path=ppt/tags/tag5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33325"/>
  <p:tag name="ORIGINALWIDTH" val="2.306665"/>
  <p:tag name="EMFCHILD" val="True"/>
</p:tagLst>
</file>

<file path=ppt/tags/tag5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237909"/>
  <p:tag name="ORIGINALWIDTH" val="3.310855"/>
  <p:tag name="EMFCHILD" val="True"/>
</p:tagLst>
</file>

<file path=ppt/tags/tag5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59393"/>
  <p:tag name="ORIGINALWIDTH" val="4.374719"/>
  <p:tag name="EMFCHILD" val="True"/>
</p:tagLst>
</file>

<file path=ppt/tags/tag5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4.252419"/>
  <p:tag name="EMFCHILD" val="True"/>
</p:tagLst>
</file>

<file path=ppt/tags/tag5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24382"/>
  <p:tag name="ORIGINALWIDTH" val="6.611784"/>
  <p:tag name="EMFCHILD" val="True"/>
</p:tagLst>
</file>

<file path=ppt/tags/tag5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218251"/>
  <p:tag name="ORIGINALWIDTH" val="3.112008"/>
  <p:tag name="EMFCHILD" val="True"/>
</p:tagLst>
</file>

<file path=ppt/tags/tag5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59393"/>
  <p:tag name="ORIGINALWIDTH" val="4.484083"/>
  <p:tag name="EMFCHILD" val="True"/>
</p:tagLst>
</file>

<file path=ppt/tags/tag5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90523"/>
  <p:tag name="ORIGINALWIDTH" val="5.001097"/>
  <p:tag name="EMFCHILD" val="True"/>
</p:tagLst>
</file>

<file path=ppt/tags/tag5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9373"/>
  <p:tag name="ORIGINALWIDTH" val="5.001097"/>
  <p:tag name="EMFCHILD" val="True"/>
</p:tagLst>
</file>

<file path=ppt/tags/tag5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33325"/>
  <p:tag name="ORIGINALWIDTH" val="2.306665"/>
  <p:tag name="EMFCHILD" val="True"/>
</p:tagLst>
</file>

<file path=ppt/tags/tag5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9373"/>
  <p:tag name="ORIGINALWIDTH" val="11.33451"/>
  <p:tag name="EMFCHILD" val="True"/>
</p:tagLst>
</file>

<file path=ppt/tags/tag5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3.013583"/>
  <p:tag name="EMFCHILD" val="True"/>
</p:tagLst>
</file>

<file path=ppt/tags/tag5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33325"/>
  <p:tag name="ORIGINALWIDTH" val="1.36212"/>
  <p:tag name="EMFCHILD" val="True"/>
</p:tagLst>
</file>

<file path=ppt/tags/tag5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9373"/>
  <p:tag name="ORIGINALWIDTH" val="5.667239"/>
  <p:tag name="EMFCHILD" val="True"/>
</p:tagLst>
</file>

<file path=ppt/tags/tag5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8572"/>
  <p:tag name="ORIGINALWIDTH" val="2.895248"/>
  <p:tag name="EMFCHILD" val="True"/>
</p:tagLst>
</file>

<file path=ppt/tags/tag5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98398"/>
  <p:tag name="ORIGINALWIDTH" val="1.083718"/>
  <p:tag name="EMFCHILD" val="True"/>
</p:tagLst>
</file>

<file path=ppt/tags/tag5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9373"/>
  <p:tag name="ORIGINALWIDTH" val="5.667239"/>
  <p:tag name="EMFCHILD" val="True"/>
</p:tagLst>
</file>

<file path=ppt/tags/tag5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3.236277"/>
  <p:tag name="EMFCHILD" val="True"/>
</p:tagLst>
</file>

<file path=ppt/tags/tag5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33325"/>
  <p:tag name="ORIGINALWIDTH" val="1.36212"/>
  <p:tag name="EMFCHILD" val="True"/>
</p:tagLst>
</file>

<file path=ppt/tags/tag5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1558"/>
  <p:tag name="ORIGINALWIDTH" val="6.611784"/>
  <p:tag name="EMFCHILD" val="True"/>
</p:tagLst>
</file>

<file path=ppt/tags/tag5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319"/>
  <p:tag name="ORIGINALWIDTH" val="5.597638"/>
  <p:tag name="EMFCHILD" val="True"/>
</p:tagLst>
</file>

<file path=ppt/tags/tag5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3.013583"/>
  <p:tag name="EMFCHILD" val="True"/>
</p:tagLst>
</file>

<file path=ppt/tags/tag5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33325"/>
  <p:tag name="ORIGINALWIDTH" val="2.306665"/>
  <p:tag name="EMFCHILD" val="True"/>
</p:tagLst>
</file>

<file path=ppt/tags/tag5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59393"/>
  <p:tag name="ORIGINALWIDTH" val="4.374719"/>
  <p:tag name="EMFCHILD" val="True"/>
</p:tagLst>
</file>

<file path=ppt/tags/tag5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4.252419"/>
  <p:tag name="EMFCHILD" val="True"/>
</p:tagLst>
</file>

<file path=ppt/tags/tag5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24382"/>
  <p:tag name="ORIGINALWIDTH" val="6.611784"/>
  <p:tag name="EMFCHILD" val="True"/>
</p:tagLst>
</file>

<file path=ppt/tags/tag5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9373"/>
  <p:tag name="ORIGINALWIDTH" val="2.445866"/>
  <p:tag name="EMFCHILD" val="True"/>
</p:tagLst>
</file>

<file path=ppt/tags/tag5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4.252419"/>
  <p:tag name="EMFCHILD" val="True"/>
</p:tagLst>
</file>

<file path=ppt/tags/tag5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81243"/>
  <p:tag name="ORIGINALWIDTH" val="3.668785"/>
  <p:tag name="EMFCHILD" val="True"/>
</p:tagLst>
</file>

<file path=ppt/tags/tag5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59393"/>
  <p:tag name="ORIGINALWIDTH" val="4.374719"/>
  <p:tag name="EMFCHILD" val="True"/>
</p:tagLst>
</file>

<file path=ppt/tags/tag5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8572"/>
  <p:tag name="ORIGINALWIDTH" val="2.895248"/>
  <p:tag name="EMFCHILD" val="True"/>
</p:tagLst>
</file>

<file path=ppt/tags/tag5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1558"/>
  <p:tag name="ORIGINALWIDTH" val="6.611784"/>
  <p:tag name="EMFCHILD" val="True"/>
</p:tagLst>
</file>

<file path=ppt/tags/tag5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69995"/>
  <p:tag name="ORIGINALWIDTH" val="4.026715"/>
  <p:tag name="EMFCHILD" val="True"/>
</p:tagLst>
</file>

<file path=ppt/tags/tag5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4.252419"/>
  <p:tag name="EMFCHILD" val="True"/>
</p:tagLst>
</file>

<file path=ppt/tags/tag5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81243"/>
  <p:tag name="ORIGINALWIDTH" val="3.668785"/>
  <p:tag name="EMFCHILD" val="True"/>
</p:tagLst>
</file>

<file path=ppt/tags/tag5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59393"/>
  <p:tag name="ORIGINALWIDTH" val="4.374719"/>
  <p:tag name="EMFCHILD" val="True"/>
</p:tagLst>
</file>

<file path=ppt/tags/tag5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3.236277"/>
  <p:tag name="EMFCHILD" val="True"/>
</p:tagLst>
</file>

<file path=ppt/tags/tag5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1558"/>
  <p:tag name="ORIGINALWIDTH" val="6.611784"/>
  <p:tag name="EMFCHILD" val="True"/>
</p:tagLst>
</file>

<file path=ppt/tags/tag5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237909"/>
  <p:tag name="ORIGINALWIDTH" val="3.310855"/>
  <p:tag name="EMFCHILD" val="True"/>
</p:tagLst>
</file>

<file path=ppt/tags/tag5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59393"/>
  <p:tag name="ORIGINALWIDTH" val="4.374719"/>
  <p:tag name="EMFCHILD" val="True"/>
</p:tagLst>
</file>

<file path=ppt/tags/tag5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4.252419"/>
  <p:tag name="EMFCHILD" val="True"/>
</p:tagLst>
</file>

<file path=ppt/tags/tag6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59393"/>
  <p:tag name="ORIGINALWIDTH" val="5.070698"/>
  <p:tag name="EMFCHILD" val="True"/>
</p:tagLst>
</file>

<file path=ppt/tags/tag6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4.252419"/>
  <p:tag name="EMFCHILD" val="True"/>
</p:tagLst>
</file>

<file path=ppt/tags/tag6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24382"/>
  <p:tag name="ORIGINALWIDTH" val="6.611784"/>
  <p:tag name="EMFCHILD" val="True"/>
</p:tagLst>
</file>

<file path=ppt/tags/tag6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90523"/>
  <p:tag name="ORIGINALWIDTH" val="5.25959"/>
  <p:tag name="EMFCHILD" val="True"/>
</p:tagLst>
</file>

<file path=ppt/tags/tag6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33325"/>
  <p:tag name="ORIGINALWIDTH" val="2.306665"/>
  <p:tag name="EMFCHILD" val="True"/>
</p:tagLst>
</file>

<file path=ppt/tags/tag6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9373"/>
  <p:tag name="ORIGINALWIDTH" val="11.33451"/>
  <p:tag name="EMFCHILD" val="True"/>
</p:tagLst>
</file>

<file path=ppt/tags/tag6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3.264117"/>
  <p:tag name="EMFCHILD" val="True"/>
</p:tagLst>
</file>

<file path=ppt/tags/tag6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33325"/>
  <p:tag name="ORIGINALWIDTH" val="1.36212"/>
  <p:tag name="EMFCHILD" val="True"/>
</p:tagLst>
</file>

<file path=ppt/tags/tag6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9373"/>
  <p:tag name="ORIGINALWIDTH" val="5.667239"/>
  <p:tag name="EMFCHILD" val="True"/>
</p:tagLst>
</file>

<file path=ppt/tags/tag6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8572"/>
  <p:tag name="ORIGINALWIDTH" val="2.895248"/>
  <p:tag name="EMFCHILD" val="True"/>
</p:tagLst>
</file>

<file path=ppt/tags/tag6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98398"/>
  <p:tag name="ORIGINALWIDTH" val="1.083718"/>
  <p:tag name="EMFCHILD" val="True"/>
</p:tagLst>
</file>

<file path=ppt/tags/tag6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9373"/>
  <p:tag name="ORIGINALWIDTH" val="5.667239"/>
  <p:tag name="EMFCHILD" val="True"/>
</p:tagLst>
</file>

<file path=ppt/tags/tag6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3.236277"/>
  <p:tag name="EMFCHILD" val="True"/>
</p:tagLst>
</file>

<file path=ppt/tags/tag6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33325"/>
  <p:tag name="ORIGINALWIDTH" val="1.36212"/>
  <p:tag name="EMFCHILD" val="True"/>
</p:tagLst>
</file>

<file path=ppt/tags/tag6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1558"/>
  <p:tag name="ORIGINALWIDTH" val="6.611784"/>
  <p:tag name="EMFCHILD" val="True"/>
</p:tagLst>
</file>

<file path=ppt/tags/tag6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319"/>
  <p:tag name="ORIGINALWIDTH" val="5.597638"/>
  <p:tag name="EMFCHILD" val="True"/>
</p:tagLst>
</file>

<file path=ppt/tags/tag6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3.264117"/>
  <p:tag name="EMFCHILD" val="True"/>
</p:tagLst>
</file>

<file path=ppt/tags/tag6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33325"/>
  <p:tag name="ORIGINALWIDTH" val="2.306665"/>
  <p:tag name="EMFCHILD" val="True"/>
</p:tagLst>
</file>

<file path=ppt/tags/tag6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9373"/>
  <p:tag name="ORIGINALWIDTH" val="5.667239"/>
  <p:tag name="EMFCHILD" val="True"/>
</p:tagLst>
</file>

<file path=ppt/tags/tag6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4.252419"/>
  <p:tag name="EMFCHILD" val="True"/>
</p:tagLst>
</file>

<file path=ppt/tags/tag6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24382"/>
  <p:tag name="ORIGINALWIDTH" val="6.611784"/>
  <p:tag name="EMFCHILD" val="True"/>
</p:tagLst>
</file>

<file path=ppt/tags/tag6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59393"/>
  <p:tag name="ORIGINALWIDTH" val="5.070698"/>
  <p:tag name="EMFCHILD" val="True"/>
</p:tagLst>
</file>

<file path=ppt/tags/tag6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4.252419"/>
  <p:tag name="EMFCHILD" val="True"/>
</p:tagLst>
</file>

<file path=ppt/tags/tag6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81243"/>
  <p:tag name="ORIGINALWIDTH" val="3.668785"/>
  <p:tag name="EMFCHILD" val="True"/>
</p:tagLst>
</file>

<file path=ppt/tags/tag6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218251"/>
  <p:tag name="ORIGINALWIDTH" val="3.112008"/>
  <p:tag name="EMFCHILD" val="True"/>
</p:tagLst>
</file>

<file path=ppt/tags/tag6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59393"/>
  <p:tag name="ORIGINALWIDTH" val="4.484083"/>
  <p:tag name="EMFCHILD" val="True"/>
</p:tagLst>
</file>

<file path=ppt/tags/tag6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90523"/>
  <p:tag name="ORIGINALWIDTH" val="5.001097"/>
  <p:tag name="EMFCHILD" val="True"/>
</p:tagLst>
</file>

<file path=ppt/tags/tag6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9373"/>
  <p:tag name="ORIGINALWIDTH" val="5.001097"/>
  <p:tag name="EMFCHILD" val="True"/>
</p:tagLst>
</file>

<file path=ppt/tags/tag6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33325"/>
  <p:tag name="ORIGINALWIDTH" val="2.306665"/>
  <p:tag name="EMFCHILD" val="True"/>
</p:tagLst>
</file>

<file path=ppt/tags/tag6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59393"/>
  <p:tag name="ORIGINALWIDTH" val="4.374719"/>
  <p:tag name="EMFCHILD" val="True"/>
</p:tagLst>
</file>

<file path=ppt/tags/tag6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3594"/>
  <p:tag name="ORIGINALWIDTH" val="4.252419"/>
  <p:tag name="EMFCHILD" val="True"/>
</p:tagLst>
</file>

<file path=ppt/tags/tag6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33325"/>
  <p:tag name="ORIGINALWIDTH" val="2.306665"/>
  <p:tag name="EMFCHILD" val="True"/>
</p:tagLst>
</file>

<file path=ppt/tags/tag6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678684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h}_t = \mathbf{o}_t * \tanh(\mathbf{c}_t)&#10;\end{align*}&#10;&#10;&#10;\end{document}"/>
  <p:tag name="IGUANATEXSIZE" val="28"/>
  <p:tag name="IGUANATEXCURSOR" val="260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6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7143"/>
  <p:tag name="EMFCHILD" val="True"/>
</p:tagLst>
</file>

<file path=ppt/tags/tag6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2975"/>
  <p:tag name="ORIGINALWIDTH" val="6.625141"/>
  <p:tag name="EMFCHILD" val="True"/>
</p:tagLst>
</file>

<file path=ppt/tags/tag6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58521"/>
  <p:tag name="ORIGINALWIDTH" val="5.080934"/>
  <p:tag name="EMFCHILD" val="True"/>
</p:tagLst>
</file>

<file path=ppt/tags/tag6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7143"/>
  <p:tag name="EMFCHILD" val="True"/>
</p:tagLst>
</file>

<file path=ppt/tags/tag6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18653"/>
  <p:tag name="ORIGINALWIDTH" val="3.676209"/>
  <p:tag name="EMFCHILD" val="True"/>
</p:tagLst>
</file>

<file path=ppt/tags/tag6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80681"/>
  <p:tag name="ORIGINALWIDTH" val="3.118279"/>
  <p:tag name="EMFCHILD" val="True"/>
</p:tagLst>
</file>

<file path=ppt/tags/tag6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58521"/>
  <p:tag name="ORIGINALWIDTH" val="4.493138"/>
  <p:tag name="EMFCHILD" val="True"/>
</p:tagLst>
</file>

<file path=ppt/tags/tag6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93391"/>
  <p:tag name="ORIGINALWIDTH" val="5.011192"/>
  <p:tag name="EMFCHILD" val="True"/>
</p:tagLst>
</file>

<file path=ppt/tags/tag6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198"/>
  <p:tag name="ORIGINALWIDTH" val="5.011192"/>
  <p:tag name="EMFCHILD" val="True"/>
</p:tagLst>
</file>

<file path=ppt/tags/tag6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2.311305"/>
  <p:tag name="EMFCHILD" val="True"/>
</p:tagLst>
</file>

<file path=ppt/tags/tag6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58521"/>
  <p:tag name="ORIGINALWIDTH" val="4.383549"/>
  <p:tag name="EMFCHILD" val="True"/>
</p:tagLst>
</file>

<file path=ppt/tags/tag6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"/>
  <p:tag name="ORIGINALWIDTH" val="2.357143"/>
  <p:tag name="EMFCHILD" val="True"/>
</p:tagLst>
</file>

<file path=ppt/tags/tag6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2.311333"/>
  <p:tag name="EMFCHILD" val="True"/>
</p:tagLst>
</file>

<file path=ppt/tags/tag6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58522"/>
  <p:tag name="ORIGINALWIDTH" val="5.080934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o}_t = \sigma\left(\mathbf{W}_\textit{o}[\mathbf{x}_t; \mathbf{h}_{t-1}] + \mathbf{b}_\textit{o}\right)&#10;\end{align*}&#10;&#10;&#10;\end{document}"/>
  <p:tag name="IGUANATEXSIZE" val="28"/>
  <p:tag name="IGUANATEXCURSOR" val="3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6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1"/>
  <p:tag name="ORIGINALWIDTH" val="2.357143"/>
  <p:tag name="EMFCHILD" val="True"/>
</p:tagLst>
</file>

<file path=ppt/tags/tag6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2976"/>
  <p:tag name="ORIGINALWIDTH" val="6.625142"/>
  <p:tag name="EMFCHILD" val="True"/>
</p:tagLst>
</file>

<file path=ppt/tags/tag6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93393"/>
  <p:tag name="ORIGINALWIDTH" val="5.27022"/>
  <p:tag name="EMFCHILD" val="True"/>
</p:tagLst>
</file>

<file path=ppt/tags/tag6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2.311305"/>
  <p:tag name="EMFCHILD" val="True"/>
</p:tagLst>
</file>

<file path=ppt/tags/tag6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2"/>
  <p:tag name="ORIGINALWIDTH" val="11.3574"/>
  <p:tag name="EMFCHILD" val="True"/>
</p:tagLst>
</file>

<file path=ppt/tags/tag6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66565"/>
  <p:tag name="ORIGINALWIDTH" val="3.131243"/>
  <p:tag name="EMFCHILD" val="True"/>
</p:tagLst>
</file>

<file path=ppt/tags/tag6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1.364876"/>
  <p:tag name="EMFCHILD" val="True"/>
</p:tagLst>
</file>

<file path=ppt/tags/tag6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2825"/>
  <p:tag name="ORIGINALWIDTH" val="5.608943"/>
  <p:tag name="EMFCHILD" val="True"/>
</p:tagLst>
</file>

<file path=ppt/tags/tag6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1"/>
  <p:tag name="ORIGINALWIDTH" val="2.357143"/>
  <p:tag name="EMFCHILD" val="True"/>
</p:tagLst>
</file>

<file path=ppt/tags/tag6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6125"/>
  <p:tag name="ORIGINALWIDTH" val="1.085911"/>
  <p:tag name="EMFCHILD" val="True"/>
</p:tagLst>
</file>

<file path=ppt/tags/tag6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2"/>
  <p:tag name="ORIGINALWIDTH" val="5.678685"/>
  <p:tag name="EMFCHILD" val="True"/>
</p:tagLst>
</file>

<file path=ppt/tags/tag6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1"/>
  <p:tag name="ORIGINALWIDTH" val="2.357143"/>
  <p:tag name="EMFCHILD" val="True"/>
</p:tagLst>
</file>

<file path=ppt/tags/tag6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31553"/>
  <p:tag name="ORIGINALWIDTH" val="4.714314"/>
  <p:tag name="EMFCHILD" val="True"/>
</p:tagLst>
</file>

<file path=ppt/tags/tag6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4849"/>
  <p:tag name="ORIGINALWIDTH" val="2.538471"/>
  <p:tag name="EMFCHILD" val="True"/>
</p:tagLst>
</file>

<file path=ppt/tags/tag6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1.364876"/>
  <p:tag name="EMFCHILD" val="True"/>
</p:tagLst>
</file>

<file path=ppt/tags/tag6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69237"/>
  <p:tag name="ORIGINALWIDTH" val="6.625142"/>
  <p:tag name="EMFCHILD" val="True"/>
</p:tagLst>
</file>

<file path=ppt/tags/tag6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99495"/>
  <p:tag name="ORIGINALWIDTH" val="5.608943"/>
  <p:tag name="EMFCHILD" val="True"/>
</p:tagLst>
</file>

<file path=ppt/tags/tag6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66565"/>
  <p:tag name="ORIGINALWIDTH" val="3.131243"/>
  <p:tag name="EMFCHILD" val="True"/>
</p:tagLst>
</file>

<file path=ppt/tags/tag6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2.311333"/>
  <p:tag name="EMFCHILD" val="True"/>
</p:tagLst>
</file>

<file path=ppt/tags/tag6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4.418898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c}_t = \mathbf{f}_t * \mathbf{c}_{t-1} + \mathbf{i}_t * \tilde{\mathbf{c}}_t&#10;\end{align*}&#10;&#10;&#10;\end{document}"/>
  <p:tag name="IGUANATEXSIZE" val="28"/>
  <p:tag name="IGUANATEXCURSOR" val="296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6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2.376153"/>
  <p:tag name="EMFCHILD" val="True"/>
</p:tagLst>
</file>

<file path=ppt/tags/tag6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678572"/>
  <p:tag name="EMFCHILD" val="True"/>
</p:tagLst>
</file>

<file path=ppt/tags/tag6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73847"/>
  <p:tag name="ORIGINALWIDTH" val="3.966957"/>
  <p:tag name="EMFCHILD" val="True"/>
</p:tagLst>
</file>

<file path=ppt/tags/tag6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2.376153"/>
  <p:tag name="EMFCHILD" val="True"/>
</p:tagLst>
</file>

<file path=ppt/tags/tag6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93898"/>
  <p:tag name="ORIGINALWIDTH" val="3.705849"/>
  <p:tag name="EMFCHILD" val="True"/>
</p:tagLst>
</file>

<file path=ppt/tags/tag6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4.418898"/>
  <p:tag name="EMFCHILD" val="True"/>
</p:tagLst>
</file>

<file path=ppt/tags/tag6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2.376153"/>
  <p:tag name="EMFCHILD" val="True"/>
</p:tagLst>
</file>

<file path=ppt/tags/tag6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417042"/>
  <p:tag name="ORIGINALWIDTH" val="4.752334"/>
  <p:tag name="EMFCHILD" val="True"/>
</p:tagLst>
</file>

<file path=ppt/tags/tag6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58943"/>
  <p:tag name="EMFCHILD" val="True"/>
</p:tagLst>
</file>

<file path=ppt/tags/tag6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096"/>
  <p:tag name="ORIGINALWIDTH" val="6.678572"/>
  <p:tag name="EMFCHILD" val="True"/>
</p:tagLst>
</file>

<file path=ppt/tags/tag6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24016"/>
  <p:tag name="ORIGINALWIDTH" val="2.400253"/>
  <p:tag name="EMFCHILD" val="True"/>
</p:tagLst>
</file>

<file path=ppt/tags/tag6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2.376153"/>
  <p:tag name="EMFCHILD" val="True"/>
</p:tagLst>
</file>

<file path=ppt/tags/tag6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93898"/>
  <p:tag name="ORIGINALWIDTH" val="3.705849"/>
  <p:tag name="EMFCHILD" val="True"/>
</p:tagLst>
</file>

<file path=ppt/tags/tag6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265186"/>
  <p:tag name="ORIGINALWIDTH" val="3.344291"/>
  <p:tag name="EMFCHILD" val="True"/>
</p:tagLst>
</file>

<file path=ppt/tags/tag6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4.418898"/>
  <p:tag name="EMFCHILD" val="True"/>
</p:tagLst>
</file>

<file path=ppt/tags/tag6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2.376153"/>
  <p:tag name="EMFCHILD" val="True"/>
</p:tagLst>
</file>

<file path=ppt/tags/tag6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03347"/>
  <p:tag name="ORIGINALWIDTH" val="3.311164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c}}_t = \tanh\left(\mathbf{W}_\textit{c}[\mathbf{x}_t; \mathbf{h}_{t-1}] + \mathbf{b}_\textit{c}\right)&#10;\end{align*}&#10;&#10;&#10;\end{document}"/>
  <p:tag name="IGUANATEXSIZE" val="28"/>
  <p:tag name="IGUANATEXCURSOR" val="228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6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58523"/>
  <p:tag name="ORIGINALWIDTH" val="4.375112"/>
  <p:tag name="EMFCHILD" val="True"/>
</p:tagLst>
</file>

<file path=ppt/tags/tag6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3"/>
  <p:tag name="ORIGINALWIDTH" val="2.352615"/>
  <p:tag name="EMFCHILD" val="True"/>
</p:tagLst>
</file>

<file path=ppt/tags/tag6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2977"/>
  <p:tag name="ORIGINALWIDTH" val="6.6124"/>
  <p:tag name="EMFCHILD" val="True"/>
</p:tagLst>
</file>

<file path=ppt/tags/tag6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80684"/>
  <p:tag name="ORIGINALWIDTH" val="3.112288"/>
  <p:tag name="EMFCHILD" val="True"/>
</p:tagLst>
</file>

<file path=ppt/tags/tag6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58523"/>
  <p:tag name="ORIGINALWIDTH" val="4.484504"/>
  <p:tag name="EMFCHILD" val="True"/>
</p:tagLst>
</file>

<file path=ppt/tags/tag6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93394"/>
  <p:tag name="ORIGINALWIDTH" val="5.001545"/>
  <p:tag name="EMFCHILD" val="True"/>
</p:tagLst>
</file>

<file path=ppt/tags/tag6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202"/>
  <p:tag name="ORIGINALWIDTH" val="5.001545"/>
  <p:tag name="EMFCHILD" val="True"/>
</p:tagLst>
</file>

<file path=ppt/tags/tag6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6"/>
  <p:tag name="ORIGINALWIDTH" val="2.306861"/>
  <p:tag name="EMFCHILD" val="True"/>
</p:tagLst>
</file>

<file path=ppt/tags/tag6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202"/>
  <p:tag name="ORIGINALWIDTH" val="11.33554"/>
  <p:tag name="EMFCHILD" val="True"/>
</p:tagLst>
</file>

<file path=ppt/tags/tag6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66566"/>
  <p:tag name="ORIGINALWIDTH" val="2.860714"/>
  <p:tag name="EMFCHILD" val="True"/>
</p:tagLst>
</file>

<file path=ppt/tags/tag6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6"/>
  <p:tag name="ORIGINALWIDTH" val="1.362232"/>
  <p:tag name="EMFCHILD" val="True"/>
</p:tagLst>
</file>

<file path=ppt/tags/tag6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2826"/>
  <p:tag name="ORIGINALWIDTH" val="5.598171"/>
  <p:tag name="EMFCHILD" val="True"/>
</p:tagLst>
</file>

<file path=ppt/tags/tag6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3"/>
  <p:tag name="ORIGINALWIDTH" val="2.352615"/>
  <p:tag name="EMFCHILD" val="True"/>
</p:tagLst>
</file>

<file path=ppt/tags/tag6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61253"/>
  <p:tag name="ORIGINALWIDTH" val="1.08383"/>
  <p:tag name="EMFCHILD" val="True"/>
</p:tagLst>
</file>

<file path=ppt/tags/tag6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202"/>
  <p:tag name="ORIGINALWIDTH" val="5.667771"/>
  <p:tag name="EMFCHILD" val="True"/>
</p:tagLst>
</file>

<file path=ppt/tags/tag6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3"/>
  <p:tag name="ORIGINALWIDTH" val="2.352615"/>
  <p:tag name="EMFCHILD" val="True"/>
</p:tagLst>
</file>

<file path=ppt/tags/tag7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31554"/>
  <p:tag name="ORIGINALWIDTH" val="4.705229"/>
  <p:tag name="EMFCHILD" val="True"/>
</p:tagLst>
</file>

<file path=ppt/tags/tag7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4851"/>
  <p:tag name="ORIGINALWIDTH" val="2.533576"/>
  <p:tag name="EMFCHILD" val="True"/>
</p:tagLst>
</file>

<file path=ppt/tags/tag7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6"/>
  <p:tag name="ORIGINALWIDTH" val="1.362232"/>
  <p:tag name="EMFCHILD" val="True"/>
</p:tagLst>
</file>

<file path=ppt/tags/tag7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69239"/>
  <p:tag name="ORIGINALWIDTH" val="6.6124"/>
  <p:tag name="EMFCHILD" val="True"/>
</p:tagLst>
</file>

<file path=ppt/tags/tag7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99498"/>
  <p:tag name="ORIGINALWIDTH" val="5.598171"/>
  <p:tag name="EMFCHILD" val="True"/>
</p:tagLst>
</file>

<file path=ppt/tags/tag7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66566"/>
  <p:tag name="ORIGINALWIDTH" val="2.860714"/>
  <p:tag name="EMFCHILD" val="True"/>
</p:tagLst>
</file>

<file path=ppt/tags/tag7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6"/>
  <p:tag name="ORIGINALWIDTH" val="2.306861"/>
  <p:tag name="EMFCHILD" val="True"/>
</p:tagLst>
</file>

<file path=ppt/tags/tag7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5093"/>
  <p:tag name="ORIGINALWIDTH" val="2.375731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i}_t = \sigma\left(\mathbf{W}_\textit{i}[\mathbf{x}_t; \mathbf{h}_{t-1}] + \mathbf{b}_\textit{i}\right)&#10;\end{align*}&#10;&#10;&#10;\end{document}"/>
  <p:tag name="IGUANATEXSIZE" val="28"/>
  <p:tag name="IGUANATEXCURSOR" val="259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7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1"/>
  <p:tag name="ORIGINALWIDTH" val="2.351884"/>
  <p:tag name="EMFCHILD" val="True"/>
</p:tagLst>
</file>

<file path=ppt/tags/tag7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2976"/>
  <p:tag name="ORIGINALWIDTH" val="6.610349"/>
  <p:tag name="EMFCHILD" val="True"/>
</p:tagLst>
</file>

<file path=ppt/tags/tag7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93393"/>
  <p:tag name="ORIGINALWIDTH" val="5.258465"/>
  <p:tag name="EMFCHILD" val="True"/>
</p:tagLst>
</file>

<file path=ppt/tags/tag7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2.306159"/>
  <p:tag name="EMFCHILD" val="True"/>
</p:tagLst>
</file>

<file path=ppt/tags/tag7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2"/>
  <p:tag name="ORIGINALWIDTH" val="11.33203"/>
  <p:tag name="EMFCHILD" val="True"/>
</p:tagLst>
</file>

<file path=ppt/tags/tag7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42043"/>
  <p:tag name="ORIGINALWIDTH" val="2.073566"/>
  <p:tag name="EMFCHILD" val="True"/>
</p:tagLst>
</file>

<file path=ppt/tags/tag7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1.361811"/>
  <p:tag name="EMFCHILD" val="True"/>
</p:tagLst>
</file>

<file path=ppt/tags/tag7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2825"/>
  <p:tag name="ORIGINALWIDTH" val="5.596429"/>
  <p:tag name="EMFCHILD" val="True"/>
</p:tagLst>
</file>

<file path=ppt/tags/tag7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1"/>
  <p:tag name="ORIGINALWIDTH" val="2.351884"/>
  <p:tag name="EMFCHILD" val="True"/>
</p:tagLst>
</file>

<file path=ppt/tags/tag7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6125"/>
  <p:tag name="ORIGINALWIDTH" val="1.083493"/>
  <p:tag name="EMFCHILD" val="True"/>
</p:tagLst>
</file>

<file path=ppt/tags/tag7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12"/>
  <p:tag name="ORIGINALWIDTH" val="5.666029"/>
  <p:tag name="EMFCHILD" val="True"/>
</p:tagLst>
</file>

<file path=ppt/tags/tag7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7661"/>
  <p:tag name="ORIGINALWIDTH" val="2.351884"/>
  <p:tag name="EMFCHILD" val="True"/>
</p:tagLst>
</file>

<file path=ppt/tags/tag7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31553"/>
  <p:tag name="ORIGINALWIDTH" val="4.703797"/>
  <p:tag name="EMFCHILD" val="True"/>
</p:tagLst>
</file>

<file path=ppt/tags/tag7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4849"/>
  <p:tag name="ORIGINALWIDTH" val="2.53279"/>
  <p:tag name="EMFCHILD" val="True"/>
</p:tagLst>
</file>

<file path=ppt/tags/tag7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1.361811"/>
  <p:tag name="EMFCHILD" val="True"/>
</p:tagLst>
</file>

<file path=ppt/tags/tag7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69237"/>
  <p:tag name="ORIGINALWIDTH" val="6.610349"/>
  <p:tag name="EMFCHILD" val="True"/>
</p:tagLst>
</file>

<file path=ppt/tags/tag7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99495"/>
  <p:tag name="ORIGINALWIDTH" val="5.596429"/>
  <p:tag name="EMFCHILD" val="True"/>
</p:tagLst>
</file>

<file path=ppt/tags/tag7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42043"/>
  <p:tag name="ORIGINALWIDTH" val="2.073566"/>
  <p:tag name="EMFCHILD" val="True"/>
</p:tagLst>
</file>

<file path=ppt/tags/tag7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7"/>
  <p:tag name="ORIGINALWIDTH" val="2.306159"/>
  <p:tag name="EMFCHILD" val="True"/>
</p:tagLst>
</file>

<file path=ppt/tags/tag7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22527"/>
  <p:tag name="ORIGINALWIDTH" val="3.9264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f}_t = \sigma\left(\mathbf{W}_\textit{f}[\mathbf{x}_t; \mathbf{h}_{t-1}] + \mathbf{b}_\textit{f}\right)&#10;\end{align*}&#10;&#10;&#10;\end{document}"/>
  <p:tag name="IGUANATEXSIZE" val="28"/>
  <p:tag name="IGUANATEXCURSOR" val="316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7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49805"/>
  <p:tag name="ORIGINALWIDTH" val="2.351885"/>
  <p:tag name="EMFCHILD" val="True"/>
</p:tagLst>
</file>

<file path=ppt/tags/tag7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447807"/>
  <p:tag name="ORIGINALWIDTH" val="6.61035"/>
  <p:tag name="EMFCHILD" val="True"/>
</p:tagLst>
</file>

<file path=ppt/tags/tag7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23652"/>
  <p:tag name="ORIGINALWIDTH" val="5.258466"/>
  <p:tag name="EMFCHILD" val="True"/>
</p:tagLst>
</file>

<file path=ppt/tags/tag7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46077"/>
  <p:tag name="ORIGINALWIDTH" val="2.306159"/>
  <p:tag name="EMFCHILD" val="True"/>
</p:tagLst>
</file>

<file path=ppt/tags/tag7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25976"/>
  <p:tag name="ORIGINALWIDTH" val="11.33203"/>
  <p:tag name="EMFCHILD" val="True"/>
</p:tagLst>
</file>

<file path=ppt/tags/tag7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48849"/>
  <p:tag name="ORIGINALWIDTH" val="3.611334"/>
  <p:tag name="EMFCHILD" val="True"/>
</p:tagLst>
</file>

<file path=ppt/tags/tag7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46077"/>
  <p:tag name="ORIGINALWIDTH" val="1.361811"/>
  <p:tag name="EMFCHILD" val="True"/>
</p:tagLst>
</file>

<file path=ppt/tags/tag7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44574"/>
  <p:tag name="ORIGINALWIDTH" val="5.59643"/>
  <p:tag name="EMFCHILD" val="True"/>
</p:tagLst>
</file>

<file path=ppt/tags/tag7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49805"/>
  <p:tag name="ORIGINALWIDTH" val="2.351885"/>
  <p:tag name="EMFCHILD" val="True"/>
</p:tagLst>
</file>

<file path=ppt/tags/tag7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27504"/>
  <p:tag name="ORIGINALWIDTH" val="1.083493"/>
  <p:tag name="EMFCHILD" val="True"/>
</p:tagLst>
</file>

<file path=ppt/tags/tag7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25976"/>
  <p:tag name="ORIGINALWIDTH" val="5.666003"/>
  <p:tag name="EMFCHILD" val="True"/>
</p:tagLst>
</file>

<file path=ppt/tags/tag7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49805"/>
  <p:tag name="ORIGINALWIDTH" val="2.351885"/>
  <p:tag name="EMFCHILD" val="True"/>
</p:tagLst>
</file>

<file path=ppt/tags/tag7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588021"/>
  <p:tag name="ORIGINALWIDTH" val="4.703797"/>
  <p:tag name="EMFCHILD" val="True"/>
</p:tagLst>
</file>

<file path=ppt/tags/tag7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215"/>
  <p:tag name="ORIGINALWIDTH" val="2.53279"/>
  <p:tag name="EMFCHILD" val="True"/>
</p:tagLst>
</file>

<file path=ppt/tags/tag7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46077"/>
  <p:tag name="ORIGINALWIDTH" val="1.361811"/>
  <p:tag name="EMFCHILD" val="True"/>
</p:tagLst>
</file>

<file path=ppt/tags/tag7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75"/>
  <p:tag name="ORIGINALWIDTH" val="6.61035"/>
  <p:tag name="EMFCHILD" val="True"/>
</p:tagLst>
</file>

<file path=ppt/tags/tag7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22527"/>
  <p:tag name="ORIGINALWIDTH" val="5.59643"/>
  <p:tag name="EMFCHILD" val="True"/>
</p:tagLst>
</file>

<file path=ppt/tags/tag7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48849"/>
  <p:tag name="ORIGINALWIDTH" val="3.611334"/>
  <p:tag name="EMFCHILD" val="True"/>
</p:tagLst>
</file>

<file path=ppt/tags/tag7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46077"/>
  <p:tag name="ORIGINALWIDTH" val="2.306159"/>
  <p:tag name="EMFCHILD" val="True"/>
</p:tagLst>
</file>

<file path=ppt/tags/tag7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2.64095"/>
  <p:tag name="ORIGINALWIDTH" val="207.9325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alpha_{w_i} &amp;= \text{softmax}_{i'=1}^k\left(\textit{weight}_{w_i}\right) = \frac{e^{\textit{weight}_{w_i}}}{\sum_{i'=1}^k e^{\textit{weight}_{w_{i'}}}} \\&#10;\mathbf{x} &amp;= \sum_{i=1}^k \alpha_{w_i}&#10;\cdot \textit{emb}(w_i)&#10;\end{align*}&#10;&#10;&#10;\end{document}"/>
  <p:tag name="IGUANATEXSIZE" val="28"/>
  <p:tag name="IGUANATEXCURSOR" val="278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7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31271"/>
  <p:tag name="ORIGINALWIDTH" val="5.575648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alpha_{w_i} &amp;= \text{softmax}_{i'=1}^k\left(\textit{weight}_{w_i}\right) = \frac{e^{\textit{weight}_{w_i}}}{\sum_{i'=1}^k e^{\textit{weight}_{w_{i'}}}} \\&#10;\mathbf{x} &amp;= \sum_{i=1}^k \alpha_{w_i}&#10;\cdot \textit{emb}(w_i)&#10;\end{align*}&#10;&#10;&#10;\end{document}"/>
  <p:tag name="IGUANATEXSIZE" val="28"/>
  <p:tag name="IGUANATEXCURSOR" val="278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7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64876"/>
  <p:tag name="ORIGINALWIDTH" val="5.099579"/>
  <p:tag name="EMFCHILD" val="True"/>
</p:tagLst>
</file>

<file path=ppt/tags/tag7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90945"/>
  <p:tag name="ORIGINALWIDTH" val="1.749213"/>
  <p:tag name="EMFCHILD" val="True"/>
</p:tagLst>
</file>

<file path=ppt/tags/tag7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40636"/>
  <p:tag name="ORIGINALWIDTH" val="6.609281"/>
  <p:tag name="EMFCHILD" val="True"/>
</p:tagLst>
</file>

<file path=ppt/tags/tag7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91283"/>
  <p:tag name="ORIGINALWIDTH" val="3.249973"/>
  <p:tag name="EMFCHILD" val="True"/>
</p:tagLst>
</file>

<file path=ppt/tags/tag7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91283"/>
  <p:tag name="ORIGINALWIDTH" val="4.402869"/>
  <p:tag name="EMFCHILD" val="True"/>
</p:tagLst>
</file>

<file path=ppt/tags/tag7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5197"/>
  <p:tag name="ORIGINALWIDTH" val="3.220164"/>
  <p:tag name="EMFCHILD" val="True"/>
</p:tagLst>
</file>

<file path=ppt/tags/tag7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261755"/>
  <p:tag name="ORIGINALWIDTH" val="3.110827"/>
  <p:tag name="EMFCHILD" val="True"/>
</p:tagLst>
</file>

<file path=ppt/tags/tag7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1232"/>
  <p:tag name="ORIGINALWIDTH" val="7.762206"/>
  <p:tag name="EMFCHILD" val="True"/>
</p:tagLst>
</file>

<file path=ppt/tags/tag7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91283"/>
  <p:tag name="ORIGINALWIDTH" val="4.482397"/>
  <p:tag name="EMFCHILD" val="True"/>
</p:tagLst>
</file>

<file path=ppt/tags/tag7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1193"/>
  <p:tag name="ORIGINALWIDTH" val="5.00914"/>
  <p:tag name="EMFCHILD" val="True"/>
</p:tagLst>
</file>

<file path=ppt/tags/tag7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29359"/>
  <p:tag name="ORIGINALWIDTH" val="3.42292"/>
  <p:tag name="EMFCHILD" val="True"/>
</p:tagLst>
</file>

<file path=ppt/tags/tag7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12318"/>
  <p:tag name="ORIGINALWIDTH" val="2.108015"/>
  <p:tag name="EMFCHILD" val="True"/>
</p:tagLst>
</file>

<file path=ppt/tags/tag7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605709"/>
  <p:tag name="ORIGINALWIDTH" val="1.376519"/>
  <p:tag name="EMFCHILD" val="True"/>
</p:tagLst>
</file>

<file path=ppt/tags/tag7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883521"/>
  <p:tag name="ORIGINALWIDTH" val="5.120473"/>
  <p:tag name="EMFCHILD" val="True"/>
</p:tagLst>
</file>

<file path=ppt/tags/tag7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49297"/>
  <p:tag name="ORIGINALWIDTH" val="2.532397"/>
  <p:tag name="EMFCHILD" val="True"/>
</p:tagLst>
</file>

<file path=ppt/tags/tag7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9336"/>
  <p:tag name="ORIGINALWIDTH" val="2.594011"/>
  <p:tag name="EMFCHILD" val="True"/>
</p:tagLst>
</file>

<file path=ppt/tags/tag7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31271"/>
  <p:tag name="ORIGINALWIDTH" val="6.102419"/>
  <p:tag name="EMFCHILD" val="True"/>
</p:tagLst>
</file>

<file path=ppt/tags/tag7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31271"/>
  <p:tag name="ORIGINALWIDTH" val="3.518336"/>
  <p:tag name="EMFCHILD" val="True"/>
</p:tagLst>
</file>

<file path=ppt/tags/tag7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71851"/>
  <p:tag name="ORIGINALWIDTH" val="2.46482"/>
  <p:tag name="EMFCHILD" val="True"/>
</p:tagLst>
</file>

<file path=ppt/tags/tag7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71795"/>
  <p:tag name="ORIGINALWIDTH" val="4.313415"/>
  <p:tag name="EMFCHILD" val="True"/>
</p:tagLst>
</file>

<file path=ppt/tags/tag7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5197"/>
  <p:tag name="ORIGINALWIDTH" val="4.571823"/>
  <p:tag name="EMFCHILD" val="True"/>
</p:tagLst>
</file>

<file path=ppt/tags/tag7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371767"/>
  <p:tag name="ORIGINALWIDTH" val="2.802728"/>
  <p:tag name="EMFCHILD" val="True"/>
</p:tagLst>
</file>

<file path=ppt/tags/tag7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64876"/>
  <p:tag name="ORIGINALWIDTH" val="5.099579"/>
  <p:tag name="EMFCHILD" val="True"/>
</p:tagLst>
</file>

<file path=ppt/tags/tag7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90945"/>
  <p:tag name="ORIGINALWIDTH" val="1.749213"/>
  <p:tag name="EMFCHILD" val="True"/>
</p:tagLst>
</file>

<file path=ppt/tags/tag7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9336"/>
  <p:tag name="ORIGINALWIDTH" val="2.594011"/>
  <p:tag name="EMFCHILD" val="True"/>
</p:tagLst>
</file>

<file path=ppt/tags/tag7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40636"/>
  <p:tag name="ORIGINALWIDTH" val="6.609281"/>
  <p:tag name="EMFCHILD" val="True"/>
</p:tagLst>
</file>

<file path=ppt/tags/tag7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31271"/>
  <p:tag name="ORIGINALWIDTH" val="3.81648"/>
  <p:tag name="EMFCHILD" val="True"/>
</p:tagLst>
</file>

<file path=ppt/tags/tag7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64876"/>
  <p:tag name="ORIGINALWIDTH" val="4.904782"/>
  <p:tag name="EMFCHILD" val="True"/>
</p:tagLst>
</file>

<file path=ppt/tags/tag7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57875"/>
  <p:tag name="ORIGINALWIDTH" val="2.824607"/>
  <p:tag name="EMFCHILD" val="True"/>
</p:tagLst>
</file>

<file path=ppt/tags/tag7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77306"/>
  <p:tag name="ORIGINALWIDTH" val="2.073229"/>
  <p:tag name="EMFCHILD" val="True"/>
</p:tagLst>
</file>

<file path=ppt/tags/tag7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6254"/>
  <p:tag name="ORIGINALWIDTH" val="3.283774"/>
  <p:tag name="EMFCHILD" val="True"/>
</p:tagLst>
</file>

<file path=ppt/tags/tag7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25872"/>
  <p:tag name="ORIGINALWIDTH" val="3.65945"/>
  <p:tag name="EMFCHILD" val="True"/>
</p:tagLst>
</file>

<file path=ppt/tags/tag7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6232"/>
  <p:tag name="ORIGINALWIDTH" val="2.24716"/>
  <p:tag name="EMFCHILD" val="True"/>
</p:tagLst>
</file>

<file path=ppt/tags/tag7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0613"/>
  <p:tag name="ORIGINALWIDTH" val="4.109674"/>
  <p:tag name="EMFCHILD" val="True"/>
</p:tagLst>
</file>

<file path=ppt/tags/tag7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90945"/>
  <p:tag name="ORIGINALWIDTH" val="1.749213"/>
  <p:tag name="EMFCHILD" val="True"/>
</p:tagLst>
</file>

<file path=ppt/tags/tag7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000844"/>
  <p:tag name="ORIGINALWIDTH" val="67.20285"/>
  <p:tag name="EMFCHILD" val="True"/>
</p:tagLst>
</file>

<file path=ppt/tags/tag7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0278"/>
  <p:tag name="ORIGINALWIDTH" val="9.372274"/>
  <p:tag name="EMFCHILD" val="True"/>
</p:tagLst>
</file>

<file path=ppt/tags/tag7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29359"/>
  <p:tag name="ORIGINALWIDTH" val="3.42292"/>
  <p:tag name="EMFCHILD" val="True"/>
</p:tagLst>
</file>

<file path=ppt/tags/tag7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12318"/>
  <p:tag name="ORIGINALWIDTH" val="2.108015"/>
  <p:tag name="EMFCHILD" val="True"/>
</p:tagLst>
</file>

<file path=ppt/tags/tag7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605709"/>
  <p:tag name="ORIGINALWIDTH" val="1.376519"/>
  <p:tag name="EMFCHILD" val="True"/>
</p:tagLst>
</file>

<file path=ppt/tags/tag7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883521"/>
  <p:tag name="ORIGINALWIDTH" val="5.120473"/>
  <p:tag name="EMFCHILD" val="True"/>
</p:tagLst>
</file>

<file path=ppt/tags/tag7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49297"/>
  <p:tag name="ORIGINALWIDTH" val="2.532397"/>
  <p:tag name="EMFCHILD" val="True"/>
</p:tagLst>
</file>

<file path=ppt/tags/tag7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31271"/>
  <p:tag name="ORIGINALWIDTH" val="3.81648"/>
  <p:tag name="EMFCHILD" val="True"/>
</p:tagLst>
</file>

<file path=ppt/tags/tag7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64876"/>
  <p:tag name="ORIGINALWIDTH" val="4.904782"/>
  <p:tag name="EMFCHILD" val="True"/>
</p:tagLst>
</file>

<file path=ppt/tags/tag7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57875"/>
  <p:tag name="ORIGINALWIDTH" val="2.824607"/>
  <p:tag name="EMFCHILD" val="True"/>
</p:tagLst>
</file>

<file path=ppt/tags/tag7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77306"/>
  <p:tag name="ORIGINALWIDTH" val="2.073229"/>
  <p:tag name="EMFCHILD" val="True"/>
</p:tagLst>
</file>

<file path=ppt/tags/tag7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6254"/>
  <p:tag name="ORIGINALWIDTH" val="3.283774"/>
  <p:tag name="EMFCHILD" val="True"/>
</p:tagLst>
</file>

<file path=ppt/tags/tag7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25872"/>
  <p:tag name="ORIGINALWIDTH" val="3.65945"/>
  <p:tag name="EMFCHILD" val="True"/>
</p:tagLst>
</file>

<file path=ppt/tags/tag7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6232"/>
  <p:tag name="ORIGINALWIDTH" val="2.24716"/>
  <p:tag name="EMFCHILD" val="True"/>
</p:tagLst>
</file>

<file path=ppt/tags/tag7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0613"/>
  <p:tag name="ORIGINALWIDTH" val="4.109674"/>
  <p:tag name="EMFCHILD" val="True"/>
</p:tagLst>
</file>

<file path=ppt/tags/tag7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90945"/>
  <p:tag name="ORIGINALWIDTH" val="1.749213"/>
  <p:tag name="EMFCHILD" val="True"/>
</p:tagLst>
</file>

<file path=ppt/tags/tag8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605709"/>
  <p:tag name="ORIGINALWIDTH" val="1.376519"/>
  <p:tag name="EMFCHILD" val="True"/>
</p:tagLst>
</file>

<file path=ppt/tags/tag8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1226"/>
  <p:tag name="ORIGINALWIDTH" val="5.59553"/>
  <p:tag name="EMFCHILD" val="True"/>
</p:tagLst>
</file>

<file path=ppt/tags/tag8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40636"/>
  <p:tag name="ORIGINALWIDTH" val="6.609281"/>
  <p:tag name="EMFCHILD" val="True"/>
</p:tagLst>
</file>

<file path=ppt/tags/tag8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29359"/>
  <p:tag name="ORIGINALWIDTH" val="3.42292"/>
  <p:tag name="EMFCHILD" val="True"/>
</p:tagLst>
</file>

<file path=ppt/tags/tag8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4.00391"/>
  <p:tag name="ORIGINALWIDTH" val="13.22855"/>
  <p:tag name="EMFCHILD" val="True"/>
</p:tagLst>
</file>

<file path=ppt/tags/tag8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12318"/>
  <p:tag name="ORIGINALWIDTH" val="2.108015"/>
  <p:tag name="EMFCHILD" val="True"/>
</p:tagLst>
</file>

<file path=ppt/tags/tag8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883521"/>
  <p:tag name="ORIGINALWIDTH" val="5.120473"/>
  <p:tag name="EMFCHILD" val="True"/>
</p:tagLst>
</file>

<file path=ppt/tags/tag8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49297"/>
  <p:tag name="ORIGINALWIDTH" val="2.532397"/>
  <p:tag name="EMFCHILD" val="True"/>
</p:tagLst>
</file>

<file path=ppt/tags/tag8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31271"/>
  <p:tag name="ORIGINALWIDTH" val="5.575648"/>
  <p:tag name="EMFCHILD" val="True"/>
</p:tagLst>
</file>

<file path=ppt/tags/tag8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64876"/>
  <p:tag name="ORIGINALWIDTH" val="5.099579"/>
  <p:tag name="EMFCHILD" val="True"/>
</p:tagLst>
</file>

<file path=ppt/tags/tag8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90945"/>
  <p:tag name="ORIGINALWIDTH" val="1.749213"/>
  <p:tag name="EMFCHILD" val="True"/>
</p:tagLst>
</file>

<file path=ppt/tags/tag8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60293"/>
  <p:tag name="ORIGINALWIDTH" val="1.053487"/>
  <p:tag name="EMFCHILD" val="True"/>
</p:tagLst>
</file>

<file path=ppt/tags/tag8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31271"/>
  <p:tag name="ORIGINALWIDTH" val="3.518336"/>
  <p:tag name="EMFCHILD" val="True"/>
</p:tagLst>
</file>

<file path=ppt/tags/tag8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31271"/>
  <p:tag name="ORIGINALWIDTH" val="7.543533"/>
  <p:tag name="EMFCHILD" val="True"/>
</p:tagLst>
</file>

<file path=ppt/tags/tag8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5197"/>
  <p:tag name="ORIGINALWIDTH" val="3.418926"/>
  <p:tag name="EMFCHILD" val="True"/>
</p:tagLst>
</file>

<file path=ppt/tags/tag8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0278"/>
  <p:tag name="ORIGINALWIDTH" val="2.305794"/>
  <p:tag name="EMFCHILD" val="True"/>
</p:tagLst>
</file>

<file path=ppt/tags/tag8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31271"/>
  <p:tag name="ORIGINALWIDTH" val="6.579473"/>
  <p:tag name="EMFCHILD" val="True"/>
</p:tagLst>
</file>

<file path=ppt/tags/tag8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12318"/>
  <p:tag name="ORIGINALWIDTH" val="2.108015"/>
  <p:tag name="EMFCHILD" val="True"/>
</p:tagLst>
</file>

<file path=ppt/tags/tag8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0278"/>
  <p:tag name="ORIGINALWIDTH" val="2.305794"/>
  <p:tag name="EMFCHILD" val="True"/>
</p:tagLst>
</file>

<file path=ppt/tags/tag8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82807"/>
  <p:tag name="ORIGINALWIDTH" val="212.2992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alpha(w_i \mid \mathbf{\bar{x}}) = \text{softmax}_{i'=1}^k \left(\text{MLP}([\textit{emb}(w_i); \mathbf{\bar{x}}])\right) \in \mathbb{R}&#10;\end{align*}&#10;&#10;&#10;\end{document}"/>
  <p:tag name="IGUANATEXSIZE" val="28"/>
  <p:tag name="IGUANATEXCURSOR" val="243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8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9.36851"/>
  <p:tag name="ORIGINALWIDTH" val="115.829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x} = \sum_{i=1}^k \alpha(w_i \mid \mathbf{\bar{x}}) \cdot \textit{emb}(w_i)&#10;\end{align*}&#10;&#10;&#10;\end{document}"/>
  <p:tag name="IGUANATEXSIZE" val="28"/>
  <p:tag name="IGUANATEXCURSOR" val="29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8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6153"/>
  <p:tag name="ORIGINALWIDTH" val="5.608943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x} = \sum_{i=1}^k \alpha(w_i \mid \mathbf{\bar{x}}) \cdot \textit{emb}(w_i)&#10;\end{align*}&#10;&#10;&#10;\end{document}"/>
  <p:tag name="IGUANATEXSIZE" val="28"/>
  <p:tag name="IGUANATEXCURSOR" val="29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8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5135"/>
  <p:tag name="ORIGINALWIDTH" val="6.625141"/>
  <p:tag name="EMFCHILD" val="True"/>
</p:tagLst>
</file>

<file path=ppt/tags/tag8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51912"/>
  <p:tag name="ORIGINALWIDTH" val="3.431131"/>
  <p:tag name="EMFCHILD" val="True"/>
</p:tagLst>
</file>

<file path=ppt/tags/tag8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4.06791"/>
  <p:tag name="ORIGINALWIDTH" val="13.26026"/>
  <p:tag name="EMFCHILD" val="True"/>
</p:tagLst>
</file>

<file path=ppt/tags/tag8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33858"/>
  <p:tag name="ORIGINALWIDTH" val="2.113048"/>
  <p:tag name="EMFCHILD" val="True"/>
</p:tagLst>
</file>

<file path=ppt/tags/tag8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892126"/>
  <p:tag name="ORIGINALWIDTH" val="5.132733"/>
  <p:tag name="EMFCHILD" val="True"/>
</p:tagLst>
</file>

<file path=ppt/tags/tag8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70529"/>
  <p:tag name="ORIGINALWIDTH" val="2.53847"/>
  <p:tag name="EMFCHILD" val="True"/>
</p:tagLst>
</file>

<file path=ppt/tags/tag8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51969"/>
  <p:tag name="ORIGINALWIDTH" val="5.589033"/>
  <p:tag name="EMFCHILD" val="True"/>
</p:tagLst>
</file>

<file path=ppt/tags/tag8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4851"/>
  <p:tag name="ORIGINALWIDTH" val="2.311305"/>
  <p:tag name="EMFCHILD" val="True"/>
</p:tagLst>
</file>

<file path=ppt/tags/tag8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51969"/>
  <p:tag name="ORIGINALWIDTH" val="6.595247"/>
  <p:tag name="EMFCHILD" val="True"/>
</p:tagLst>
</file>

<file path=ppt/tags/tag8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33858"/>
  <p:tag name="ORIGINALWIDTH" val="2.113048"/>
  <p:tag name="EMFCHILD" val="True"/>
</p:tagLst>
</file>

<file path=ppt/tags/tag8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4851"/>
  <p:tag name="ORIGINALWIDTH" val="0.3984815"/>
  <p:tag name="EMFCHILD" val="True"/>
</p:tagLst>
</file>

<file path=ppt/tags/tag8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5224972"/>
  <p:tag name="ORIGINALWIDTH" val="4.124522"/>
  <p:tag name="EMFCHILD" val="True"/>
</p:tagLst>
</file>

<file path=ppt/tags/tag8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6153"/>
  <p:tag name="ORIGINALWIDTH" val="5.608943"/>
  <p:tag name="EMFCHILD" val="True"/>
</p:tagLst>
</file>

<file path=ppt/tags/tag8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4851"/>
  <p:tag name="ORIGINALWIDTH" val="2.311333"/>
  <p:tag name="EMFCHILD" val="True"/>
</p:tagLst>
</file>

<file path=ppt/tags/tag8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65129"/>
  <p:tag name="ORIGINALWIDTH" val="1.056018"/>
  <p:tag name="EMFCHILD" val="True"/>
</p:tagLst>
</file>

<file path=ppt/tags/tag8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51969"/>
  <p:tag name="ORIGINALWIDTH" val="3.526772"/>
  <p:tag name="EMFCHILD" val="True"/>
</p:tagLst>
</file>

<file path=ppt/tags/tag8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51969"/>
  <p:tag name="ORIGINALWIDTH" val="7.561642"/>
  <p:tag name="EMFCHILD" val="True"/>
</p:tagLst>
</file>

<file path=ppt/tags/tag8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84196"/>
  <p:tag name="ORIGINALWIDTH" val="3.427137"/>
  <p:tag name="EMFCHILD" val="True"/>
</p:tagLst>
</file>

<file path=ppt/tags/tag8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4851"/>
  <p:tag name="ORIGINALWIDTH" val="2.311305"/>
  <p:tag name="EMFCHILD" val="True"/>
</p:tagLst>
</file>

<file path=ppt/tags/tag8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51969"/>
  <p:tag name="ORIGINALWIDTH" val="6.595247"/>
  <p:tag name="EMFCHILD" val="True"/>
</p:tagLst>
</file>

<file path=ppt/tags/tag8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33858"/>
  <p:tag name="ORIGINALWIDTH" val="2.113048"/>
  <p:tag name="EMFCHILD" val="True"/>
</p:tagLst>
</file>

<file path=ppt/tags/tag8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4851"/>
  <p:tag name="ORIGINALWIDTH" val="2.311333"/>
  <p:tag name="EMFCHILD" val="True"/>
</p:tagLst>
</file>

<file path=ppt/tags/tag8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"/>
  <p:tag name="ORIGINALWIDTH" val="5.589036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alpha(w_i \mid \mathbf{\bar{x}}) = \text{softmax}_{i'=1}^k \left(\text{MLP}([\textit{emb}(w_i); \mathbf{\bar{x}}])\right) \in \mathbb{R}&#10;\end{align*}&#10;&#10;&#10;\end{document}"/>
  <p:tag name="IGUANATEXSIZE" val="28"/>
  <p:tag name="IGUANATEXCURSOR" val="243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8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"/>
  <p:tag name="ORIGINALWIDTH" val="2.311306"/>
  <p:tag name="EMFCHILD" val="True"/>
</p:tagLst>
</file>

<file path=ppt/tags/tag8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"/>
  <p:tag name="ORIGINALWIDTH" val="6.595251"/>
  <p:tag name="EMFCHILD" val="True"/>
</p:tagLst>
</file>

<file path=ppt/tags/tag8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3"/>
  <p:tag name="ORIGINALWIDTH" val="2.11305"/>
  <p:tag name="EMFCHILD" val="True"/>
</p:tagLst>
</file>

<file path=ppt/tags/tag8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"/>
  <p:tag name="ORIGINALWIDTH" val="0.3984817"/>
  <p:tag name="EMFCHILD" val="True"/>
</p:tagLst>
</file>

<file path=ppt/tags/tag8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5180542"/>
  <p:tag name="ORIGINALWIDTH" val="4.124524"/>
  <p:tag name="EMFCHILD" val="True"/>
</p:tagLst>
</file>

<file path=ppt/tags/tag8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3398"/>
  <p:tag name="ORIGINALWIDTH" val="5.608945"/>
  <p:tag name="EMFCHILD" val="True"/>
</p:tagLst>
</file>

<file path=ppt/tags/tag8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"/>
  <p:tag name="ORIGINALWIDTH" val="2.311306"/>
  <p:tag name="EMFCHILD" val="True"/>
</p:tagLst>
</file>

<file path=ppt/tags/tag8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4"/>
  <p:tag name="ORIGINALWIDTH" val="6.625144"/>
  <p:tag name="EMFCHILD" val="True"/>
</p:tagLst>
</file>

<file path=ppt/tags/tag8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6"/>
  <p:tag name="ORIGINALWIDTH" val="3.257763"/>
  <p:tag name="EMFCHILD" val="True"/>
</p:tagLst>
</file>

<file path=ppt/tags/tag8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6"/>
  <p:tag name="ORIGINALWIDTH" val="4.413444"/>
  <p:tag name="EMFCHILD" val="True"/>
</p:tagLst>
</file>

<file path=ppt/tags/tag8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53"/>
  <p:tag name="ORIGINALWIDTH" val="3.22787"/>
  <p:tag name="EMFCHILD" val="True"/>
</p:tagLst>
</file>

<file path=ppt/tags/tag8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236588"/>
  <p:tag name="ORIGINALWIDTH" val="3.118281"/>
  <p:tag name="EMFCHILD" val="True"/>
</p:tagLst>
</file>

<file path=ppt/tags/tag8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03489"/>
  <p:tag name="ORIGINALWIDTH" val="7.780797"/>
  <p:tag name="EMFCHILD" val="True"/>
</p:tagLst>
</file>

<file path=ppt/tags/tag8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6"/>
  <p:tag name="ORIGINALWIDTH" val="4.493141"/>
  <p:tag name="EMFCHILD" val="True"/>
</p:tagLst>
</file>

<file path=ppt/tags/tag8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93899"/>
  <p:tag name="ORIGINALWIDTH" val="5.02115"/>
  <p:tag name="EMFCHILD" val="True"/>
</p:tagLst>
</file>

<file path=ppt/tags/tag8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09563"/>
  <p:tag name="ORIGINALWIDTH" val="3.431132"/>
  <p:tag name="EMFCHILD" val="True"/>
</p:tagLst>
</file>

<file path=ppt/tags/tag8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3"/>
  <p:tag name="ORIGINALWIDTH" val="2.11305"/>
  <p:tag name="EMFCHILD" val="True"/>
</p:tagLst>
</file>

<file path=ppt/tags/tag8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595248"/>
  <p:tag name="ORIGINALWIDTH" val="1.379809"/>
  <p:tag name="EMFCHILD" val="True"/>
</p:tagLst>
</file>

<file path=ppt/tags/tag8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875957"/>
  <p:tag name="ORIGINALWIDTH" val="5.132736"/>
  <p:tag name="EMFCHILD" val="True"/>
</p:tagLst>
</file>

<file path=ppt/tags/tag8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6"/>
  <p:tag name="ORIGINALWIDTH" val="2.538471"/>
  <p:tag name="EMFCHILD" val="True"/>
</p:tagLst>
</file>

<file path=ppt/tags/tag8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"/>
  <p:tag name="ORIGINALWIDTH" val="2.311306"/>
  <p:tag name="EMFCHILD" val="True"/>
</p:tagLst>
</file>

<file path=ppt/tags/tag8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3"/>
  <p:tag name="ORIGINALWIDTH" val="8.388531"/>
  <p:tag name="EMFCHILD" val="True"/>
</p:tagLst>
</file>

<file path=ppt/tags/tag8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3"/>
  <p:tag name="ORIGINALWIDTH" val="5.469463"/>
  <p:tag name="EMFCHILD" val="True"/>
</p:tagLst>
</file>

<file path=ppt/tags/tag8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3"/>
  <p:tag name="ORIGINALWIDTH" val="5.867973"/>
  <p:tag name="EMFCHILD" val="True"/>
</p:tagLst>
</file>

<file path=ppt/tags/tag8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"/>
  <p:tag name="ORIGINALWIDTH" val="2.311306"/>
  <p:tag name="EMFCHILD" val="True"/>
</p:tagLst>
</file>

<file path=ppt/tags/tag8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"/>
  <p:tag name="ORIGINALWIDTH" val="1.364877"/>
  <p:tag name="EMFCHILD" val="True"/>
</p:tagLst>
</file>

<file path=ppt/tags/tag8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"/>
  <p:tag name="ORIGINALWIDTH" val="3.526774"/>
  <p:tag name="EMFCHILD" val="True"/>
</p:tagLst>
</file>

<file path=ppt/tags/tag8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"/>
  <p:tag name="ORIGINALWIDTH" val="7.561618"/>
  <p:tag name="EMFCHILD" val="True"/>
</p:tagLst>
</file>

<file path=ppt/tags/tag8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53"/>
  <p:tag name="ORIGINALWIDTH" val="3.427139"/>
  <p:tag name="EMFCHILD" val="True"/>
</p:tagLst>
</file>

<file path=ppt/tags/tag8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"/>
  <p:tag name="ORIGINALWIDTH" val="2.311306"/>
  <p:tag name="EMFCHILD" val="True"/>
</p:tagLst>
</file>

<file path=ppt/tags/tag8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"/>
  <p:tag name="ORIGINALWIDTH" val="6.595251"/>
  <p:tag name="EMFCHILD" val="True"/>
</p:tagLst>
</file>

<file path=ppt/tags/tag8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3"/>
  <p:tag name="ORIGINALWIDTH" val="2.11305"/>
  <p:tag name="EMFCHILD" val="True"/>
</p:tagLst>
</file>

<file path=ppt/tags/tag8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"/>
  <p:tag name="ORIGINALWIDTH" val="2.311306"/>
  <p:tag name="EMFCHILD" val="True"/>
</p:tagLst>
</file>

<file path=ppt/tags/tag8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216678"/>
  <p:tag name="ORIGINALWIDTH" val="1.085912"/>
  <p:tag name="EMFCHILD" val="True"/>
</p:tagLst>
</file>

<file path=ppt/tags/tag8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5180542"/>
  <p:tag name="ORIGINALWIDTH" val="4.124524"/>
  <p:tag name="EMFCHILD" val="True"/>
</p:tagLst>
</file>

<file path=ppt/tags/tag8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3398"/>
  <p:tag name="ORIGINALWIDTH" val="5.608945"/>
  <p:tag name="EMFCHILD" val="True"/>
</p:tagLst>
</file>

<file path=ppt/tags/tag8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"/>
  <p:tag name="ORIGINALWIDTH" val="1.364877"/>
  <p:tag name="EMFCHILD" val="True"/>
</p:tagLst>
</file>

<file path=ppt/tags/tag8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"/>
  <p:tag name="ORIGINALWIDTH" val="2.311306"/>
  <p:tag name="EMFCHILD" val="True"/>
</p:tagLst>
</file>

<file path=ppt/tags/tag8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"/>
  <p:tag name="ORIGINALWIDTH" val="2.311306"/>
  <p:tag name="EMFCHILD" val="True"/>
</p:tagLst>
</file>

<file path=ppt/tags/tag8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7832"/>
  <p:tag name="ORIGINALWIDTH" val="4.981302"/>
  <p:tag name="EMFCHILD" val="True"/>
</p:tagLst>
</file>

<file path=ppt/tags/tag8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24383"/>
  <p:tag name="ORIGINALWIDTH" val="6.844323"/>
  <p:tag name="EMFCHILD" val="True"/>
</p:tagLst>
</file>

<file path=ppt/tags/tag8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519657"/>
  <p:tag name="ORIGINALWIDTH" val="4.117102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\bar{x}} &amp;= \frac{1}{k} \sum_{i=1}^k&#10;\textit{emb}(w_i) \\&#10;\alpha(w_i) &amp;= \text{MLP}([\textit{emb}(w_i); \mathbf{\bar{x}}]) \in \mathbb{R} \\&#10;\mathbf{x} &amp;= \sum_{i=1}^k \alpha(w_i) \cdot \textit{emb}(w_i)&#10;\end{align*}&#10;&#10;\end{document}"/>
  <p:tag name="IGUANATEXSIZE" val="28"/>
  <p:tag name="IGUANATEXCURSOR" val="373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8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37233"/>
  <p:tag name="ORIGINALWIDTH" val="5.598853"/>
  <p:tag name="EMFCHILD" val="True"/>
</p:tagLst>
</file>

<file path=ppt/tags/tag8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8527"/>
  <p:tag name="ORIGINALWIDTH" val="6.613224"/>
  <p:tag name="EMFCHILD" val="True"/>
</p:tagLst>
</file>

<file path=ppt/tags/tag8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5585"/>
  <p:tag name="ORIGINALWIDTH" val="3.281752"/>
  <p:tag name="EMFCHILD" val="True"/>
</p:tagLst>
</file>

<file path=ppt/tags/tag8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97189"/>
  <p:tag name="ORIGINALWIDTH" val="5.490303"/>
  <p:tag name="EMFCHILD" val="True"/>
</p:tagLst>
</file>

<file path=ppt/tags/tag8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45587"/>
  <p:tag name="ORIGINALWIDTH" val="4.504954"/>
  <p:tag name="EMFCHILD" val="True"/>
</p:tagLst>
</file>

<file path=ppt/tags/tag8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24916"/>
  <p:tag name="ORIGINALWIDTH" val="3.424947"/>
  <p:tag name="EMFCHILD" val="True"/>
</p:tagLst>
</file>

<file path=ppt/tags/tag8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3.99126"/>
  <p:tag name="ORIGINALWIDTH" val="13.2364"/>
  <p:tag name="EMFCHILD" val="True"/>
</p:tagLst>
</file>

<file path=ppt/tags/tag8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08044"/>
  <p:tag name="ORIGINALWIDTH" val="2.109254"/>
  <p:tag name="EMFCHILD" val="True"/>
</p:tagLst>
</file>

<file path=ppt/tags/tag8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881806"/>
  <p:tag name="ORIGINALWIDTH" val="5.123515"/>
  <p:tag name="EMFCHILD" val="True"/>
</p:tagLst>
</file>

<file path=ppt/tags/tag8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4508"/>
  <p:tag name="ORIGINALWIDTH" val="2.533889"/>
  <p:tag name="EMFCHILD" val="True"/>
</p:tagLst>
</file>

<file path=ppt/tags/tag8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66"/>
  <p:tag name="ORIGINALWIDTH" val="3.52042"/>
  <p:tag name="EMFCHILD" val="True"/>
</p:tagLst>
</file>

<file path=ppt/tags/tag8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66"/>
  <p:tag name="ORIGINALWIDTH" val="7.548039"/>
  <p:tag name="EMFCHILD" val="True"/>
</p:tagLst>
</file>

<file path=ppt/tags/tag8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45587"/>
  <p:tag name="ORIGINALWIDTH" val="3.420982"/>
  <p:tag name="EMFCHILD" val="True"/>
</p:tagLst>
</file>

<file path=ppt/tags/tag9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93759"/>
  <p:tag name="ORIGINALWIDTH" val="2.307173"/>
  <p:tag name="EMFCHILD" val="True"/>
</p:tagLst>
</file>

<file path=ppt/tags/tag9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66"/>
  <p:tag name="ORIGINALWIDTH" val="6.583386"/>
  <p:tag name="EMFCHILD" val="True"/>
</p:tagLst>
</file>

<file path=ppt/tags/tag9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08044"/>
  <p:tag name="ORIGINALWIDTH" val="2.109254"/>
  <p:tag name="EMFCHILD" val="True"/>
</p:tagLst>
</file>

<file path=ppt/tags/tag9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93759"/>
  <p:tag name="ORIGINALWIDTH" val="2.307173"/>
  <p:tag name="EMFCHILD" val="True"/>
</p:tagLst>
</file>

<file path=ppt/tags/tag9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7.23376"/>
  <p:tag name="ORIGINALWIDTH" val="140.9455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alpha_i &amp;= \text{softmax}_{i'=1}^k \left(\text{MLP}(\mathbf{h}_i)\right) \in \mathbb{R} \\&#10;\mathbf{x} &amp;= \sum_{i=1}^k \alpha_i \mathbf{h}_i&#10;\end{align*}&#10;&#10;&#10;\end{document}"/>
  <p:tag name="IGUANATEXSIZE" val="28"/>
  <p:tag name="IGUANATEXCURSOR" val="316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9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37066"/>
  <p:tag name="ORIGINALWIDTH" val="5.57918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alpha_i &amp;= \text{softmax}_{i'=1}^k \left(\text{MLP}(\mathbf{h}_i)\right) \in \mathbb{R} \\&#10;\mathbf{x} &amp;= \sum_{i=1}^k \alpha_i \mathbf{h}_i&#10;\end{align*}&#10;&#10;&#10;\end{document}"/>
  <p:tag name="IGUANATEXSIZE" val="28"/>
  <p:tag name="IGUANATEXCURSOR" val="316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9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18337"/>
  <p:tag name="ORIGINALWIDTH" val="2.109336"/>
  <p:tag name="EMFCHILD" val="True"/>
</p:tagLst>
</file>

<file path=ppt/tags/tag9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43645"/>
  <p:tag name="ORIGINALWIDTH" val="6.613469"/>
  <p:tag name="EMFCHILD" val="True"/>
</p:tagLst>
</file>

<file path=ppt/tags/tag9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97161"/>
  <p:tag name="ORIGINALWIDTH" val="3.252024"/>
  <p:tag name="EMFCHILD" val="True"/>
</p:tagLst>
</file>

<file path=ppt/tags/tag9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97161"/>
  <p:tag name="ORIGINALWIDTH" val="4.405652"/>
  <p:tag name="EMFCHILD" val="True"/>
</p:tagLst>
</file>

<file path=ppt/tags/tag9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60998"/>
  <p:tag name="ORIGINALWIDTH" val="3.222187"/>
  <p:tag name="EMFCHILD" val="True"/>
</p:tagLst>
</file>

<file path=ppt/tags/tag9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269772"/>
  <p:tag name="ORIGINALWIDTH" val="3.112795"/>
  <p:tag name="EMFCHILD" val="True"/>
</p:tagLst>
</file>

<file path=ppt/tags/tag9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6886"/>
  <p:tag name="ORIGINALWIDTH" val="7.767096"/>
  <p:tag name="EMFCHILD" val="True"/>
</p:tagLst>
</file>

<file path=ppt/tags/tag9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97161"/>
  <p:tag name="ORIGINALWIDTH" val="4.485235"/>
  <p:tag name="EMFCHILD" val="True"/>
</p:tagLst>
</file>

<file path=ppt/tags/tag9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6734"/>
  <p:tag name="ORIGINALWIDTH" val="5.012316"/>
  <p:tag name="EMFCHILD" val="True"/>
</p:tagLst>
</file>

<file path=ppt/tags/tag9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35688"/>
  <p:tag name="ORIGINALWIDTH" val="3.425084"/>
  <p:tag name="EMFCHILD" val="True"/>
</p:tagLst>
</file>

<file path=ppt/tags/tag9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18337"/>
  <p:tag name="ORIGINALWIDTH" val="2.109336"/>
  <p:tag name="EMFCHILD" val="True"/>
</p:tagLst>
</file>

<file path=ppt/tags/tag9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609056"/>
  <p:tag name="ORIGINALWIDTH" val="1.37739"/>
  <p:tag name="EMFCHILD" val="True"/>
</p:tagLst>
</file>

<file path=ppt/tags/tag9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88594"/>
  <p:tag name="ORIGINALWIDTH" val="5.123705"/>
  <p:tag name="EMFCHILD" val="True"/>
</p:tagLst>
</file>

<file path=ppt/tags/tag9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5526"/>
  <p:tag name="ORIGINALWIDTH" val="2.533998"/>
  <p:tag name="EMFCHILD" val="True"/>
</p:tagLst>
</file>

<file path=ppt/tags/tag9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1561"/>
  <p:tag name="ORIGINALWIDTH" val="2.307255"/>
  <p:tag name="EMFCHILD" val="True"/>
</p:tagLst>
</file>

<file path=ppt/tags/tag9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0666"/>
  <p:tag name="ORIGINALWIDTH" val="8.37376"/>
  <p:tag name="EMFCHILD" val="True"/>
</p:tagLst>
</file>

<file path=ppt/tags/tag9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0666"/>
  <p:tag name="ORIGINALWIDTH" val="5.459841"/>
  <p:tag name="EMFCHILD" val="True"/>
</p:tagLst>
</file>

<file path=ppt/tags/tag9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0666"/>
  <p:tag name="ORIGINALWIDTH" val="5.857647"/>
  <p:tag name="EMFCHILD" val="True"/>
</p:tagLst>
</file>

<file path=ppt/tags/tag9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1561"/>
  <p:tag name="ORIGINALWIDTH" val="2.307255"/>
  <p:tag name="EMFCHILD" val="True"/>
</p:tagLst>
</file>

<file path=ppt/tags/tag9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0846"/>
  <p:tag name="ORIGINALWIDTH" val="5.668699"/>
  <p:tag name="EMFCHILD" val="True"/>
</p:tagLst>
</file>

<file path=ppt/tags/tag9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18337"/>
  <p:tag name="ORIGINALWIDTH" val="2.109336"/>
  <p:tag name="EMFCHILD" val="True"/>
</p:tagLst>
</file>

<file path=ppt/tags/tag9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1561"/>
  <p:tag name="ORIGINALWIDTH" val="2.307255"/>
  <p:tag name="EMFCHILD" val="True"/>
</p:tagLst>
</file>

<file path=ppt/tags/tag9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1561"/>
  <p:tag name="ORIGINALWIDTH" val="2.307255"/>
  <p:tag name="EMFCHILD" val="True"/>
</p:tagLst>
</file>

<file path=ppt/tags/tag9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09057"/>
  <p:tag name="ORIGINALWIDTH" val="4.972524"/>
  <p:tag name="EMFCHILD" val="True"/>
</p:tagLst>
</file>

<file path=ppt/tags/tag9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60689"/>
  <p:tag name="ORIGINALWIDTH" val="6.832282"/>
  <p:tag name="EMFCHILD" val="True"/>
</p:tagLst>
</file>

<file path=ppt/tags/tag9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6936"/>
  <p:tag name="ORIGINALWIDTH" val="5.599071"/>
  <p:tag name="EMFCHILD" val="True"/>
</p:tagLst>
</file>

<file path=ppt/tags/tag9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43645"/>
  <p:tag name="ORIGINALWIDTH" val="6.613469"/>
  <p:tag name="EMFCHILD" val="True"/>
</p:tagLst>
</file>

<file path=ppt/tags/tag9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35688"/>
  <p:tag name="ORIGINALWIDTH" val="3.425084"/>
  <p:tag name="EMFCHILD" val="True"/>
</p:tagLst>
</file>

<file path=ppt/tags/tag9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4.02186"/>
  <p:tag name="ORIGINALWIDTH" val="13.23692"/>
  <p:tag name="EMFCHILD" val="True"/>
</p:tagLst>
</file>

<file path=ppt/tags/tag9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18337"/>
  <p:tag name="ORIGINALWIDTH" val="2.109336"/>
  <p:tag name="EMFCHILD" val="True"/>
</p:tagLst>
</file>

<file path=ppt/tags/tag9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88594"/>
  <p:tag name="ORIGINALWIDTH" val="5.123705"/>
  <p:tag name="EMFCHILD" val="True"/>
</p:tagLst>
</file>

<file path=ppt/tags/tag9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5526"/>
  <p:tag name="ORIGINALWIDTH" val="2.533998"/>
  <p:tag name="EMFCHILD" val="True"/>
</p:tagLst>
</file>

<file path=ppt/tags/tag9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37066"/>
  <p:tag name="ORIGINALWIDTH" val="5.579189"/>
  <p:tag name="EMFCHILD" val="True"/>
</p:tagLst>
</file>

<file path=ppt/tags/tag9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18337"/>
  <p:tag name="ORIGINALWIDTH" val="2.109336"/>
  <p:tag name="EMFCHILD" val="True"/>
</p:tagLst>
</file>

<file path=ppt/tags/tag9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0846"/>
  <p:tag name="ORIGINALWIDTH" val="5.668699"/>
  <p:tag name="EMFCHILD" val="True"/>
</p:tagLst>
</file>

<file path=ppt/tags/tag9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18337"/>
  <p:tag name="ORIGINALWIDTH" val="2.109336"/>
  <p:tag name="EMFCHILD" val="True"/>
</p:tagLst>
</file>

<file path=ppt/tags/tag9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50.82646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(w_1, \ldots, w_k)&#10;\end{align*}&#10;&#10;&#10;\end{document}"/>
  <p:tag name="IGUANATEXSIZE" val="28"/>
  <p:tag name="IGUANATEXCURSOR" val="230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9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70411"/>
  <p:tag name="ORIGINALWIDTH" val="162.405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E} = (\textit{emb}(w_1), \ldots, \textit{emb}(w_k)) \in \mathbb{R}^{d_1\times k}&#10;\end{align*}&#10;&#10;&#10;\end{document}"/>
  <p:tag name="IGUANATEXSIZE" val="28"/>
  <p:tag name="IGUANATEXCURSOR" val="299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9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3.07842"/>
  <p:tag name="ORIGINALWIDTH" val="114.1443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K} &amp;= \mathbf{W}_k\mathbf{E} \quad \mathbf{W}_k \in \mathbb{R}^{d_2 \times d_1}\\&#10;\mathbf{Q} &amp;= \mathbf{W}_q\mathbf{E} \quad \mathbf{W}_q \in \mathbb{R}^{d_2 \times d_1} \\&#10;\mathbf{V} &amp;= \mathbf{W}_v\mathbf{E} \quad \mathbf{W}_v \in \mathbb{R}^{d_3 \times d_1}&#10;\end{align*}&#10;&#10;&#10;\end{document}"/>
  <p:tag name="IGUANATEXSIZE" val="28"/>
  <p:tag name="IGUANATEXCURSOR" val="28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9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56691"/>
  <p:tag name="ORIGINALWIDTH" val="8.15290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K} &amp;= \mathbf{W}_k\mathbf{E} \quad \mathbf{W}_k \in \mathbb{R}^{d_2 \times d_1}\\&#10;\mathbf{Q} &amp;= \mathbf{W}_q\mathbf{E} \quad \mathbf{W}_q \in \mathbb{R}^{d_2 \times d_1} \\&#10;\mathbf{V} &amp;= \mathbf{W}_v\mathbf{E} \quad \mathbf{W}_v \in \mathbb{R}^{d_3 \times d_1}&#10;\end{align*}&#10;&#10;&#10;\end{document}"/>
  <p:tag name="IGUANATEXSIZE" val="28"/>
  <p:tag name="IGUANATEXCURSOR" val="28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9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4752"/>
  <p:tag name="ORIGINALWIDTH" val="6.668736"/>
  <p:tag name="EMFCHILD" val="True"/>
</p:tagLst>
</file>

<file path=ppt/tags/tag9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9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453687"/>
  <p:tag name="EMFCHILD" val="True"/>
</p:tagLst>
</file>

<file path=ppt/tags/tag9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7609"/>
  <p:tag name="ORIGINALWIDTH" val="6.859259"/>
  <p:tag name="EMFCHILD" val="True"/>
</p:tagLst>
</file>

<file path=ppt/tags/tag9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9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453687"/>
  <p:tag name="EMFCHILD" val="True"/>
</p:tagLst>
</file>

<file path=ppt/tags/tag9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12654"/>
  <p:tag name="ORIGINALWIDTH" val="5.014066"/>
  <p:tag name="EMFCHILD" val="True"/>
</p:tagLst>
</file>

<file path=ppt/tags/tag9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685"/>
  <p:tag name="ORIGINALWIDTH" val="6.889349"/>
  <p:tag name="EMFCHILD" val="True"/>
</p:tagLst>
</file>

<file path=ppt/tags/tag9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9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496994"/>
  <p:tag name="EMFCHILD" val="True"/>
</p:tagLst>
</file>

<file path=ppt/tags/tag9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88582"/>
  <p:tag name="ORIGINALWIDTH" val="3.762574"/>
  <p:tag name="EMFCHILD" val="True"/>
</p:tagLst>
</file>

<file path=ppt/tags/tag9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9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060773"/>
  <p:tag name="EMFCHILD" val="True"/>
</p:tagLst>
</file>

<file path=ppt/tags/tag9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75814"/>
  <p:tag name="ORIGINALWIDTH" val="7.430857"/>
  <p:tag name="EMFCHILD" val="True"/>
</p:tagLst>
</file>

<file path=ppt/tags/tag9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4752"/>
  <p:tag name="ORIGINALWIDTH" val="6.668736"/>
  <p:tag name="EMFCHILD" val="True"/>
</p:tagLst>
</file>

<file path=ppt/tags/tag9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9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78065"/>
  <p:tag name="ORIGINALWIDTH" val="3.158861"/>
  <p:tag name="EMFCHILD" val="True"/>
</p:tagLst>
</file>

<file path=ppt/tags/tag9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7609"/>
  <p:tag name="ORIGINALWIDTH" val="6.859259"/>
  <p:tag name="EMFCHILD" val="True"/>
</p:tagLst>
</file>

<file path=ppt/tags/tag9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9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78065"/>
  <p:tag name="ORIGINALWIDTH" val="3.158861"/>
  <p:tag name="EMFCHILD" val="True"/>
</p:tagLst>
</file>

<file path=ppt/tags/tag9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12654"/>
  <p:tag name="ORIGINALWIDTH" val="5.014066"/>
  <p:tag name="EMFCHILD" val="True"/>
</p:tagLst>
</file>

<file path=ppt/tags/tag9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685"/>
  <p:tag name="ORIGINALWIDTH" val="6.889349"/>
  <p:tag name="EMFCHILD" val="True"/>
</p:tagLst>
</file>

<file path=ppt/tags/tag9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9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496994"/>
  <p:tag name="EMFCHILD" val="True"/>
</p:tagLst>
</file>

<file path=ppt/tags/tag9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88582"/>
  <p:tag name="ORIGINALWIDTH" val="3.762574"/>
  <p:tag name="EMFCHILD" val="True"/>
</p:tagLst>
</file>

<file path=ppt/tags/tag9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9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060773"/>
  <p:tag name="EMFCHILD" val="True"/>
</p:tagLst>
</file>

<file path=ppt/tags/tag9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8.182995"/>
  <p:tag name="EMFCHILD" val="True"/>
</p:tagLst>
</file>

<file path=ppt/tags/tag9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4752"/>
  <p:tag name="ORIGINALWIDTH" val="6.668736"/>
  <p:tag name="EMFCHILD" val="True"/>
</p:tagLst>
</file>

<file path=ppt/tags/tag9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9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16338"/>
  <p:tag name="ORIGINALWIDTH" val="3.418592"/>
  <p:tag name="EMFCHILD" val="True"/>
</p:tagLst>
</file>

<file path=ppt/tags/tag9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7609"/>
  <p:tag name="ORIGINALWIDTH" val="6.859259"/>
  <p:tag name="EMFCHILD" val="True"/>
</p:tagLst>
</file>

<file path=ppt/tags/tag9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9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16338"/>
  <p:tag name="ORIGINALWIDTH" val="3.418592"/>
  <p:tag name="EMFCHILD" val="True"/>
</p:tagLst>
</file>

<file path=ppt/tags/tag9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12654"/>
  <p:tag name="ORIGINALWIDTH" val="5.014066"/>
  <p:tag name="EMFCHILD" val="True"/>
</p:tagLst>
</file>

<file path=ppt/tags/tag9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685"/>
  <p:tag name="ORIGINALWIDTH" val="6.889349"/>
  <p:tag name="EMFCHILD" val="True"/>
</p:tagLst>
</file>

<file path=ppt/tags/tag9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9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88188"/>
  <p:tag name="ORIGINALWIDTH" val="2.607314"/>
  <p:tag name="EMFCHILD" val="True"/>
</p:tagLst>
</file>

<file path=ppt/tags/tag9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88582"/>
  <p:tag name="ORIGINALWIDTH" val="3.762574"/>
  <p:tag name="EMFCHILD" val="True"/>
</p:tagLst>
</file>

<file path=ppt/tags/tag9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9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060773"/>
  <p:tag name="EMFCHILD" val="True"/>
</p:tagLst>
</file>

<file path=ppt/tags/tag9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28546"/>
  <p:tag name="ORIGINALWIDTH" val="6.845977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E} = (\textit{emb}(w_1), \ldots, \textit{emb}(w_k)) \in \mathbb{R}^{d_1\times k}&#10;\end{align*}&#10;&#10;&#10;\end{document}"/>
  <p:tag name="IGUANATEXSIZE" val="28"/>
  <p:tag name="IGUANATEXCURSOR" val="299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9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84225"/>
  <p:tag name="ORIGINALWIDTH" val="6.65582"/>
  <p:tag name="EMFCHILD" val="True"/>
</p:tagLst>
</file>

<file path=ppt/tags/tag9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22019"/>
  <p:tag name="EMFCHILD" val="True"/>
</p:tagLst>
</file>

<file path=ppt/tags/tag9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3.543082"/>
  <p:tag name="EMFCHILD" val="True"/>
</p:tagLst>
</file>

<file path=ppt/tags/tag9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7.596624"/>
  <p:tag name="EMFCHILD" val="True"/>
</p:tagLst>
</file>

<file path=ppt/tags/tag9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8327"/>
  <p:tag name="ORIGINALWIDTH" val="3.442997"/>
  <p:tag name="EMFCHILD" val="True"/>
</p:tagLst>
</file>

<file path=ppt/tags/tag9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22019"/>
  <p:tag name="EMFCHILD" val="True"/>
</p:tagLst>
</file>

<file path=ppt/tags/tag9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6.625786"/>
  <p:tag name="EMFCHILD" val="True"/>
</p:tagLst>
</file>

<file path=ppt/tags/tag9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35857"/>
  <p:tag name="ORIGINALWIDTH" val="2.550225"/>
  <p:tag name="EMFCHILD" val="True"/>
</p:tagLst>
</file>

<file path=ppt/tags/tag9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22019"/>
  <p:tag name="EMFCHILD" val="True"/>
</p:tagLst>
</file>

<file path=ppt/tags/tag9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46514"/>
  <p:tag name="ORIGINALWIDTH" val="1.171007"/>
  <p:tag name="EMFCHILD" val="True"/>
</p:tagLst>
</file>

<file path=ppt/tags/tag9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80034"/>
  <p:tag name="ORIGINALWIDTH" val="1.060911"/>
  <p:tag name="EMFCHILD" val="True"/>
</p:tagLst>
</file>

<file path=ppt/tags/tag9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80034"/>
  <p:tag name="ORIGINALWIDTH" val="1.060911"/>
  <p:tag name="EMFCHILD" val="True"/>
</p:tagLst>
</file>

<file path=ppt/tags/tag10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80034"/>
  <p:tag name="ORIGINALWIDTH" val="1.060911"/>
  <p:tag name="EMFCHILD" val="True"/>
</p:tagLst>
</file>

<file path=ppt/tags/tag10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46514"/>
  <p:tag name="ORIGINALWIDTH" val="1.171007"/>
  <p:tag name="EMFCHILD" val="True"/>
</p:tagLst>
</file>

<file path=ppt/tags/tag10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3.543082"/>
  <p:tag name="EMFCHILD" val="True"/>
</p:tagLst>
</file>

<file path=ppt/tags/tag10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7.596624"/>
  <p:tag name="EMFCHILD" val="True"/>
</p:tagLst>
</file>

<file path=ppt/tags/tag10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8327"/>
  <p:tag name="ORIGINALWIDTH" val="3.442997"/>
  <p:tag name="EMFCHILD" val="True"/>
</p:tagLst>
</file>

<file path=ppt/tags/tag10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22019"/>
  <p:tag name="EMFCHILD" val="True"/>
</p:tagLst>
</file>

<file path=ppt/tags/tag10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6.625786"/>
  <p:tag name="EMFCHILD" val="True"/>
</p:tagLst>
</file>

<file path=ppt/tags/tag10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21149"/>
  <p:tag name="ORIGINALWIDTH" val="3.44699"/>
  <p:tag name="EMFCHILD" val="True"/>
</p:tagLst>
</file>

<file path=ppt/tags/tag10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22019"/>
  <p:tag name="EMFCHILD" val="True"/>
</p:tagLst>
</file>

<file path=ppt/tags/tag10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22019"/>
  <p:tag name="EMFCHILD" val="True"/>
</p:tagLst>
</file>

<file path=ppt/tags/tag10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09648"/>
  <p:tag name="ORIGINALWIDTH" val="5.004358"/>
  <p:tag name="EMFCHILD" val="True"/>
</p:tagLst>
</file>

<file path=ppt/tags/tag10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79502"/>
  <p:tag name="ORIGINALWIDTH" val="6.876011"/>
  <p:tag name="EMFCHILD" val="True"/>
</p:tagLst>
</file>

<file path=ppt/tags/tag10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21149"/>
  <p:tag name="ORIGINALWIDTH" val="3.601152"/>
  <p:tag name="EMFCHILD" val="True"/>
</p:tagLst>
</file>

<file path=ppt/tags/tag10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92943"/>
  <p:tag name="ORIGINALWIDTH" val="2.056777"/>
  <p:tag name="EMFCHILD" val="True"/>
</p:tagLst>
</file>

<file path=ppt/tags/tag10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815778"/>
  <p:tag name="ORIGINALWIDTH" val="3.755286"/>
  <p:tag name="EMFCHILD" val="True"/>
</p:tagLst>
</file>

<file path=ppt/tags/tag10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21149"/>
  <p:tag name="ORIGINALWIDTH" val="3.44699"/>
  <p:tag name="EMFCHILD" val="True"/>
</p:tagLst>
</file>

<file path=ppt/tags/tag10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2.279218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(w_1, \ldots, w_k)&#10;\end{align*}&#10;&#10;&#10;\end{document}"/>
  <p:tag name="IGUANATEXSIZE" val="28"/>
  <p:tag name="IGUANATEXCURSOR" val="230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0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00225"/>
  <p:tag name="ORIGINALWIDTH" val="6.503656"/>
  <p:tag name="EMFCHILD" val="True"/>
</p:tagLst>
</file>

<file path=ppt/tags/tag10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4848"/>
  <p:tag name="ORIGINALWIDTH" val="2.503206"/>
  <p:tag name="EMFCHILD" val="True"/>
</p:tagLst>
</file>

<file path=ppt/tags/tag10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904359"/>
  <p:tag name="ORIGINALWIDTH" val="1.149438"/>
  <p:tag name="EMFCHILD" val="True"/>
</p:tagLst>
</file>

<file path=ppt/tags/tag10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29612"/>
  <p:tag name="ORIGINALWIDTH" val="1.041367"/>
  <p:tag name="EMFCHILD" val="True"/>
</p:tagLst>
</file>

<file path=ppt/tags/tag10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29612"/>
  <p:tag name="ORIGINALWIDTH" val="1.041367"/>
  <p:tag name="EMFCHILD" val="True"/>
</p:tagLst>
</file>

<file path=ppt/tags/tag10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29612"/>
  <p:tag name="ORIGINALWIDTH" val="1.041367"/>
  <p:tag name="EMFCHILD" val="True"/>
</p:tagLst>
</file>

<file path=ppt/tags/tag10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904359"/>
  <p:tag name="ORIGINALWIDTH" val="1.149438"/>
  <p:tag name="EMFCHILD" val="True"/>
</p:tagLst>
</file>

<file path=ppt/tags/tag10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00225"/>
  <p:tag name="ORIGINALWIDTH" val="6.503656"/>
  <p:tag name="EMFCHILD" val="True"/>
</p:tagLst>
</file>

<file path=ppt/tags/tag10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86839"/>
  <p:tag name="ORIGINALWIDTH" val="3.383465"/>
  <p:tag name="EMFCHILD" val="True"/>
</p:tagLst>
</file>

<file path=ppt/tags/tag10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2.279218"/>
  <p:tag name="EMFCHILD" val="True"/>
</p:tagLst>
</file>

<file path=ppt/tags/tag10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1.21613"/>
  <p:tag name="ORIGINALWIDTH" val="165.52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E} &amp;= (\textit{emb}(w_1), \ldots, \textit{emb}(w_k)) \in \mathbb{R}^{d_1\times k} \\&#10;\mathbf{K} &amp;= \mathbf{W}_k\mathbf{E} \quad \mathbf{W}_k \in \mathbb{R}^{d_2 \times d_1}, \mathbf{K} \in \mathbb{R}^{d_2\times k}\\&#10;\mathbf{Q} &amp;= \mathbf{W}_q\mathbf{E} \quad \mathbf{W}_q \in \mathbb{R}^{d_2 \times d_1}, \mathbf{Q} \in \mathbb{R}^{d_2\times k}\\&#10;\mathbf{V} &amp;= \mathbf{W}_v\mathbf{E} \quad \mathbf{W}_v \in \mathbb{R}^{d_3 \times d_1}, \mathbf{V} \in \mathbb{R}^{d_3\times k}&#10;\end{align*}&#10;&#10;&#10;\end{document}"/>
  <p:tag name="IGUANATEXSIZE" val="28"/>
  <p:tag name="IGUANATEXCURSOR" val="66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0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4.40294"/>
  <p:tag name="ORIGINALWIDTH" val="143.9841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 \in \mathbb{R}^{d_3 \times k}&#10;\end{align*}&#10;&#10;&#10;\end{document}"/>
  <p:tag name="IGUANATEXSIZE" val="28"/>
  <p:tag name="IGUANATEXCURSOR" val="343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0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17239"/>
  <p:tag name="ORIGINALWIDTH" val="3.311838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 \in \mathbb{R}^{d_3 \times k}&#10;\end{align*}&#10;&#10;&#10;\end{document}"/>
  <p:tag name="IGUANATEXSIZE" val="28"/>
  <p:tag name="IGUANATEXCURSOR" val="343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0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06837"/>
  <p:tag name="ORIGINALWIDTH" val="6.80267"/>
  <p:tag name="EMFCHILD" val="True"/>
</p:tagLst>
</file>

<file path=ppt/tags/tag10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7932"/>
  <p:tag name="ORIGINALWIDTH" val="6.613722"/>
  <p:tag name="EMFCHILD" val="True"/>
</p:tagLst>
</file>

<file path=ppt/tags/tag10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4"/>
  <p:tag name="ORIGINALWIDTH" val="8.115494"/>
  <p:tag name="EMFCHILD" val="True"/>
</p:tagLst>
</file>

<file path=ppt/tags/tag10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3.252165"/>
  <p:tag name="EMFCHILD" val="True"/>
</p:tagLst>
</file>

<file path=ppt/tags/tag10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40582"/>
  <p:tag name="EMFCHILD" val="True"/>
</p:tagLst>
</file>

<file path=ppt/tags/tag10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7"/>
  <p:tag name="ORIGINALWIDTH" val="3.222328"/>
  <p:tag name="EMFCHILD" val="True"/>
</p:tagLst>
</file>

<file path=ppt/tags/tag10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74244"/>
  <p:tag name="ORIGINALWIDTH" val="3.112907"/>
  <p:tag name="EMFCHILD" val="True"/>
</p:tagLst>
</file>

<file path=ppt/tags/tag10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51"/>
  <p:tag name="ORIGINALWIDTH" val="7.767405"/>
  <p:tag name="EMFCHILD" val="True"/>
</p:tagLst>
</file>

<file path=ppt/tags/tag10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485404"/>
  <p:tag name="EMFCHILD" val="True"/>
</p:tagLst>
</file>

<file path=ppt/tags/tag10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50958"/>
  <p:tag name="ORIGINALWIDTH" val="5.012485"/>
  <p:tag name="EMFCHILD" val="True"/>
</p:tagLst>
</file>

<file path=ppt/tags/tag10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7"/>
  <p:tag name="ORIGINALWIDTH" val="4.893165"/>
  <p:tag name="EMFCHILD" val="True"/>
</p:tagLst>
</file>

<file path=ppt/tags/tag10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5"/>
  <p:tag name="ORIGINALWIDTH" val="8.085656"/>
  <p:tag name="EMFCHILD" val="True"/>
</p:tagLst>
</file>

<file path=ppt/tags/tag10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54"/>
  <p:tag name="ORIGINALWIDTH" val="5.144768"/>
  <p:tag name="EMFCHILD" val="True"/>
</p:tagLst>
</file>

<file path=ppt/tags/tag10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4"/>
  <p:tag name="ORIGINALWIDTH" val="7.369571"/>
  <p:tag name="EMFCHILD" val="True"/>
</p:tagLst>
</file>

<file path=ppt/tags/tag10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4"/>
  <p:tag name="ORIGINALWIDTH" val="24.26959"/>
  <p:tag name="EMFCHILD" val="True"/>
</p:tagLst>
</file>

<file path=ppt/tags/tag10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8"/>
  <p:tag name="ORIGINALWIDTH" val="7.75745"/>
  <p:tag name="EMFCHILD" val="True"/>
</p:tagLst>
</file>

<file path=ppt/tags/tag10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4"/>
  <p:tag name="ORIGINALWIDTH" val="9.638131"/>
  <p:tag name="EMFCHILD" val="True"/>
</p:tagLst>
</file>

<file path=ppt/tags/tag10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7"/>
  <p:tag name="ORIGINALWIDTH" val="4.734026"/>
  <p:tag name="EMFCHILD" val="True"/>
</p:tagLst>
</file>

<file path=ppt/tags/tag10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4311"/>
  <p:tag name="ORIGINALWIDTH" val="3.077108"/>
  <p:tag name="EMFCHILD" val="True"/>
</p:tagLst>
</file>

<file path=ppt/tags/tag10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7"/>
  <p:tag name="ORIGINALWIDTH" val="4.893165"/>
  <p:tag name="EMFCHILD" val="True"/>
</p:tagLst>
</file>

<file path=ppt/tags/tag10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20532"/>
  <p:tag name="ORIGINALWIDTH" val="4.972721"/>
  <p:tag name="EMFCHILD" val="True"/>
</p:tagLst>
</file>

<file path=ppt/tags/tag10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56162"/>
  <p:tag name="ORIGINALWIDTH" val="6.832507"/>
  <p:tag name="EMFCHILD" val="True"/>
</p:tagLst>
</file>

<file path=ppt/tags/tag10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0492"/>
  <p:tag name="ORIGINALWIDTH" val="3.578374"/>
  <p:tag name="EMFCHILD" val="True"/>
</p:tagLst>
</file>

<file path=ppt/tags/tag10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92859"/>
  <p:tag name="ORIGINALWIDTH" val="2.585798"/>
  <p:tag name="EMFCHILD" val="True"/>
</p:tagLst>
</file>

<file path=ppt/tags/tag10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93675"/>
  <p:tag name="ORIGINALWIDTH" val="3.731523"/>
  <p:tag name="EMFCHILD" val="True"/>
</p:tagLst>
</file>

<file path=ppt/tags/tag10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60492"/>
  <p:tag name="ORIGINALWIDTH" val="3.425196"/>
  <p:tag name="EMFCHILD" val="True"/>
</p:tagLst>
</file>

<file path=ppt/tags/tag10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9278"/>
  <p:tag name="ORIGINALWIDTH" val="6.79401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E} &amp;= (\textit{emb}(w_1), \ldots, \textit{emb}(w_k)) \in \mathbb{R}^{d_1\times k} \\&#10;\mathbf{K} &amp;= \mathbf{W}_k\mathbf{E} \quad \mathbf{W}_k \in \mathbb{R}^{d_2 \times d_1}, \mathbf{K} \in \mathbb{R}^{d_2\times k}\\&#10;\mathbf{Q} &amp;= \mathbf{W}_q\mathbf{E} \quad \mathbf{W}_q \in \mathbb{R}^{d_2 \times d_1}, \mathbf{Q} \in \mathbb{R}^{d_2\times k}\\&#10;\mathbf{V} &amp;= \mathbf{W}_v\mathbf{E} \quad \mathbf{W}_v \in \mathbb{R}^{d_3 \times d_1}, \mathbf{V} \in \mathbb{R}^{d_3\times k}&#10;\end{align*}&#10;&#10;&#10;\end{document}"/>
  <p:tag name="IGUANATEXSIZE" val="28"/>
  <p:tag name="IGUANATEXCURSOR" val="66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0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60376"/>
  <p:tag name="ORIGINALWIDTH" val="6.605292"/>
  <p:tag name="EMFCHILD" val="True"/>
</p:tagLst>
</file>

<file path=ppt/tags/tag10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8717"/>
  <p:tag name="ORIGINALWIDTH" val="2.304389"/>
  <p:tag name="EMFCHILD" val="True"/>
</p:tagLst>
</file>

<file path=ppt/tags/tag10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69487"/>
  <p:tag name="ORIGINALWIDTH" val="3.516201"/>
  <p:tag name="EMFCHILD" val="True"/>
</p:tagLst>
</file>

<file path=ppt/tags/tag10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69487"/>
  <p:tag name="ORIGINALWIDTH" val="7.538982"/>
  <p:tag name="EMFCHILD" val="True"/>
</p:tagLst>
</file>

<file path=ppt/tags/tag10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11444"/>
  <p:tag name="ORIGINALWIDTH" val="3.416876"/>
  <p:tag name="EMFCHILD" val="True"/>
</p:tagLst>
</file>

<file path=ppt/tags/tag10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8717"/>
  <p:tag name="ORIGINALWIDTH" val="2.304389"/>
  <p:tag name="EMFCHILD" val="True"/>
</p:tagLst>
</file>

<file path=ppt/tags/tag10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69487"/>
  <p:tag name="ORIGINALWIDTH" val="6.575511"/>
  <p:tag name="EMFCHILD" val="True"/>
</p:tagLst>
</file>

<file path=ppt/tags/tag10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88497"/>
  <p:tag name="ORIGINALWIDTH" val="2.530879"/>
  <p:tag name="EMFCHILD" val="True"/>
</p:tagLst>
</file>

<file path=ppt/tags/tag10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8717"/>
  <p:tag name="ORIGINALWIDTH" val="2.304389"/>
  <p:tag name="EMFCHILD" val="True"/>
</p:tagLst>
</file>

<file path=ppt/tags/tag10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16057"/>
  <p:tag name="ORIGINALWIDTH" val="1.162121"/>
  <p:tag name="EMFCHILD" val="True"/>
</p:tagLst>
</file>

<file path=ppt/tags/tag10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69235"/>
  <p:tag name="ORIGINALWIDTH" val="1.052869"/>
  <p:tag name="EMFCHILD" val="True"/>
</p:tagLst>
</file>

<file path=ppt/tags/tag10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69235"/>
  <p:tag name="ORIGINALWIDTH" val="1.052869"/>
  <p:tag name="EMFCHILD" val="True"/>
</p:tagLst>
</file>

<file path=ppt/tags/tag10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69235"/>
  <p:tag name="ORIGINALWIDTH" val="1.052869"/>
  <p:tag name="EMFCHILD" val="True"/>
</p:tagLst>
</file>

<file path=ppt/tags/tag10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16057"/>
  <p:tag name="ORIGINALWIDTH" val="1.162121"/>
  <p:tag name="EMFCHILD" val="True"/>
</p:tagLst>
</file>

<file path=ppt/tags/tag10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69487"/>
  <p:tag name="ORIGINALWIDTH" val="3.516201"/>
  <p:tag name="EMFCHILD" val="True"/>
</p:tagLst>
</file>

<file path=ppt/tags/tag10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69487"/>
  <p:tag name="ORIGINALWIDTH" val="7.538982"/>
  <p:tag name="EMFCHILD" val="True"/>
</p:tagLst>
</file>

<file path=ppt/tags/tag10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11444"/>
  <p:tag name="ORIGINALWIDTH" val="3.416876"/>
  <p:tag name="EMFCHILD" val="True"/>
</p:tagLst>
</file>

<file path=ppt/tags/tag10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8717"/>
  <p:tag name="ORIGINALWIDTH" val="2.304389"/>
  <p:tag name="EMFCHILD" val="True"/>
</p:tagLst>
</file>

<file path=ppt/tags/tag10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69487"/>
  <p:tag name="ORIGINALWIDTH" val="6.575511"/>
  <p:tag name="EMFCHILD" val="True"/>
</p:tagLst>
</file>

<file path=ppt/tags/tag10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0949"/>
  <p:tag name="ORIGINALWIDTH" val="3.420841"/>
  <p:tag name="EMFCHILD" val="True"/>
</p:tagLst>
</file>

<file path=ppt/tags/tag10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8717"/>
  <p:tag name="ORIGINALWIDTH" val="2.304389"/>
  <p:tag name="EMFCHILD" val="True"/>
</p:tagLst>
</file>

<file path=ppt/tags/tag10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8717"/>
  <p:tag name="ORIGINALWIDTH" val="2.304389"/>
  <p:tag name="EMFCHILD" val="True"/>
</p:tagLst>
</file>

<file path=ppt/tags/tag10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50561"/>
  <p:tag name="ORIGINALWIDTH" val="4.966399"/>
  <p:tag name="EMFCHILD" val="True"/>
</p:tagLst>
</file>

<file path=ppt/tags/tag10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097"/>
  <p:tag name="ORIGINALWIDTH" val="6.823824"/>
  <p:tag name="EMFCHILD" val="True"/>
</p:tagLst>
</file>

<file path=ppt/tags/tag10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0949"/>
  <p:tag name="ORIGINALWIDTH" val="3.573822"/>
  <p:tag name="EMFCHILD" val="True"/>
</p:tagLst>
</file>

<file path=ppt/tags/tag10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59026"/>
  <p:tag name="ORIGINALWIDTH" val="2.041172"/>
  <p:tag name="EMFCHILD" val="True"/>
</p:tagLst>
</file>

<file path=ppt/tags/tag10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777642"/>
  <p:tag name="ORIGINALWIDTH" val="3.726774"/>
  <p:tag name="EMFCHILD" val="True"/>
</p:tagLst>
</file>

<file path=ppt/tags/tag10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0949"/>
  <p:tag name="ORIGINALWIDTH" val="3.420841"/>
  <p:tag name="EMFCHILD" val="True"/>
</p:tagLst>
</file>

<file path=ppt/tags/tag10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19796"/>
  <p:tag name="ORIGINALWIDTH" val="8.075372"/>
  <p:tag name="EMFCHILD" val="True"/>
</p:tagLst>
</file>

<file path=ppt/tags/tag10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60376"/>
  <p:tag name="ORIGINALWIDTH" val="6.605292"/>
  <p:tag name="EMFCHILD" val="True"/>
</p:tagLst>
</file>

<file path=ppt/tags/tag10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00477"/>
  <p:tag name="ORIGINALWIDTH" val="11.32338"/>
  <p:tag name="EMFCHILD" val="True"/>
</p:tagLst>
</file>

<file path=ppt/tags/tag10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0949"/>
  <p:tag name="ORIGINALWIDTH" val="3.420841"/>
  <p:tag name="EMFCHILD" val="True"/>
</p:tagLst>
</file>

<file path=ppt/tags/tag10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9278"/>
  <p:tag name="ORIGINALWIDTH" val="6.794015"/>
  <p:tag name="EMFCHILD" val="True"/>
</p:tagLst>
</file>

<file path=ppt/tags/tag10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00477"/>
  <p:tag name="ORIGINALWIDTH" val="11.32338"/>
  <p:tag name="EMFCHILD" val="True"/>
</p:tagLst>
</file>

<file path=ppt/tags/tag10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0949"/>
  <p:tag name="ORIGINALWIDTH" val="3.420841"/>
  <p:tag name="EMFCHILD" val="True"/>
</p:tagLst>
</file>

<file path=ppt/tags/tag10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50561"/>
  <p:tag name="ORIGINALWIDTH" val="4.966399"/>
  <p:tag name="EMFCHILD" val="True"/>
</p:tagLst>
</file>

<file path=ppt/tags/tag10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097"/>
  <p:tag name="ORIGINALWIDTH" val="6.823824"/>
  <p:tag name="EMFCHILD" val="True"/>
</p:tagLst>
</file>

<file path=ppt/tags/tag10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0949"/>
  <p:tag name="ORIGINALWIDTH" val="3.573822"/>
  <p:tag name="EMFCHILD" val="True"/>
</p:tagLst>
</file>

<file path=ppt/tags/tag10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59026"/>
  <p:tag name="ORIGINALWIDTH" val="2.473258"/>
  <p:tag name="EMFCHILD" val="True"/>
</p:tagLst>
</file>

<file path=ppt/tags/tag10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777642"/>
  <p:tag name="ORIGINALWIDTH" val="3.726774"/>
  <p:tag name="EMFCHILD" val="True"/>
</p:tagLst>
</file>

<file path=ppt/tags/tag10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0949"/>
  <p:tag name="ORIGINALWIDTH" val="3.573822"/>
  <p:tag name="EMFCHILD" val="True"/>
</p:tagLst>
</file>

<file path=ppt/tags/tag10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59026"/>
  <p:tag name="ORIGINALWIDTH" val="2.041172"/>
  <p:tag name="EMFCHILD" val="True"/>
</p:tagLst>
</file>

<file path=ppt/tags/tag10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16057"/>
  <p:tag name="ORIGINALWIDTH" val="1.162121"/>
  <p:tag name="EMFCHILD" val="True"/>
</p:tagLst>
</file>

<file path=ppt/tags/tag1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19796"/>
  <p:tag name="ORIGINALWIDTH" val="8.075372"/>
  <p:tag name="EMFCHILD" val="True"/>
</p:tagLst>
</file>

<file path=ppt/tags/tag1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50561"/>
  <p:tag name="ORIGINALWIDTH" val="4.966399"/>
  <p:tag name="EMFCHILD" val="True"/>
</p:tagLst>
</file>

<file path=ppt/tags/tag1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097"/>
  <p:tag name="ORIGINALWIDTH" val="6.823824"/>
  <p:tag name="EMFCHILD" val="True"/>
</p:tagLst>
</file>

<file path=ppt/tags/tag1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0949"/>
  <p:tag name="ORIGINALWIDTH" val="3.573822"/>
  <p:tag name="EMFCHILD" val="True"/>
</p:tagLst>
</file>

<file path=ppt/tags/tag1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59026"/>
  <p:tag name="ORIGINALWIDTH" val="2.473258"/>
  <p:tag name="EMFCHILD" val="True"/>
</p:tagLst>
</file>

<file path=ppt/tags/tag1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777642"/>
  <p:tag name="ORIGINALWIDTH" val="3.726774"/>
  <p:tag name="EMFCHILD" val="True"/>
</p:tagLst>
</file>

<file path=ppt/tags/tag1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0949"/>
  <p:tag name="ORIGINALWIDTH" val="3.420841"/>
  <p:tag name="EMFCHILD" val="True"/>
</p:tagLst>
</file>

<file path=ppt/tags/tag1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87653"/>
  <p:tag name="ORIGINALWIDTH" val="7.360186"/>
  <p:tag name="EMFCHILD" val="True"/>
</p:tagLst>
</file>

<file path=ppt/tags/tag1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60376"/>
  <p:tag name="ORIGINALWIDTH" val="6.605292"/>
  <p:tag name="EMFCHILD" val="True"/>
</p:tagLst>
</file>

<file path=ppt/tags/tag1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00477"/>
  <p:tag name="ORIGINALWIDTH" val="11.32338"/>
  <p:tag name="EMFCHILD" val="True"/>
</p:tagLst>
</file>

<file path=ppt/tags/tag1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83745"/>
  <p:tag name="ORIGINALWIDTH" val="3.128827"/>
  <p:tag name="EMFCHILD" val="True"/>
</p:tagLst>
</file>

<file path=ppt/tags/tag1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9278"/>
  <p:tag name="ORIGINALWIDTH" val="6.794015"/>
  <p:tag name="EMFCHILD" val="True"/>
</p:tagLst>
</file>

<file path=ppt/tags/tag1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00477"/>
  <p:tag name="ORIGINALWIDTH" val="11.32338"/>
  <p:tag name="EMFCHILD" val="True"/>
</p:tagLst>
</file>

<file path=ppt/tags/tag1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83745"/>
  <p:tag name="ORIGINALWIDTH" val="3.128827"/>
  <p:tag name="EMFCHILD" val="True"/>
</p:tagLst>
</file>

<file path=ppt/tags/tag1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50561"/>
  <p:tag name="ORIGINALWIDTH" val="4.966399"/>
  <p:tag name="EMFCHILD" val="True"/>
</p:tagLst>
</file>

<file path=ppt/tags/tag1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097"/>
  <p:tag name="ORIGINALWIDTH" val="6.823824"/>
  <p:tag name="EMFCHILD" val="True"/>
</p:tagLst>
</file>

<file path=ppt/tags/tag1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0949"/>
  <p:tag name="ORIGINALWIDTH" val="3.573822"/>
  <p:tag name="EMFCHILD" val="True"/>
</p:tagLst>
</file>

<file path=ppt/tags/tag1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59026"/>
  <p:tag name="ORIGINALWIDTH" val="2.473258"/>
  <p:tag name="EMFCHILD" val="True"/>
</p:tagLst>
</file>

<file path=ppt/tags/tag1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777642"/>
  <p:tag name="ORIGINALWIDTH" val="3.726774"/>
  <p:tag name="EMFCHILD" val="True"/>
</p:tagLst>
</file>

<file path=ppt/tags/tag1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0949"/>
  <p:tag name="ORIGINALWIDTH" val="3.573822"/>
  <p:tag name="EMFCHILD" val="True"/>
</p:tagLst>
</file>

<file path=ppt/tags/tag1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59026"/>
  <p:tag name="ORIGINALWIDTH" val="2.041172"/>
  <p:tag name="EMFCHILD" val="True"/>
</p:tagLst>
</file>

<file path=ppt/tags/tag1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16057"/>
  <p:tag name="ORIGINALWIDTH" val="1.162121"/>
  <p:tag name="EMFCHILD" val="True"/>
</p:tagLst>
</file>

<file path=ppt/tags/tag1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87653"/>
  <p:tag name="ORIGINALWIDTH" val="7.360186"/>
  <p:tag name="EMFCHILD" val="True"/>
</p:tagLst>
</file>

<file path=ppt/tags/tag1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50561"/>
  <p:tag name="ORIGINALWIDTH" val="4.966399"/>
  <p:tag name="EMFCHILD" val="True"/>
</p:tagLst>
</file>

<file path=ppt/tags/tag1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097"/>
  <p:tag name="ORIGINALWIDTH" val="6.823824"/>
  <p:tag name="EMFCHILD" val="True"/>
</p:tagLst>
</file>

<file path=ppt/tags/tag1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0949"/>
  <p:tag name="ORIGINALWIDTH" val="3.573822"/>
  <p:tag name="EMFCHILD" val="True"/>
</p:tagLst>
</file>

<file path=ppt/tags/tag1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59026"/>
  <p:tag name="ORIGINALWIDTH" val="2.473258"/>
  <p:tag name="EMFCHILD" val="True"/>
</p:tagLst>
</file>

<file path=ppt/tags/tag1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777642"/>
  <p:tag name="ORIGINALWIDTH" val="3.726774"/>
  <p:tag name="EMFCHILD" val="True"/>
</p:tagLst>
</file>

<file path=ppt/tags/tag1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0949"/>
  <p:tag name="ORIGINALWIDTH" val="3.420841"/>
  <p:tag name="EMFCHILD" val="True"/>
</p:tagLst>
</file>

<file path=ppt/tags/tag1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00477"/>
  <p:tag name="ORIGINALWIDTH" val="8.105153"/>
  <p:tag name="EMFCHILD" val="True"/>
</p:tagLst>
</file>

<file path=ppt/tags/tag1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60376"/>
  <p:tag name="ORIGINALWIDTH" val="6.605292"/>
  <p:tag name="EMFCHILD" val="True"/>
</p:tagLst>
</file>

<file path=ppt/tags/tag1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00477"/>
  <p:tag name="ORIGINALWIDTH" val="11.32338"/>
  <p:tag name="EMFCHILD" val="True"/>
</p:tagLst>
</file>

<file path=ppt/tags/tag1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91563"/>
  <p:tag name="ORIGINALWIDTH" val="3.386083"/>
  <p:tag name="EMFCHILD" val="True"/>
</p:tagLst>
</file>

<file path=ppt/tags/tag1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9278"/>
  <p:tag name="ORIGINALWIDTH" val="6.794015"/>
  <p:tag name="EMFCHILD" val="True"/>
</p:tagLst>
</file>

<file path=ppt/tags/tag1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00477"/>
  <p:tag name="ORIGINALWIDTH" val="11.32338"/>
  <p:tag name="EMFCHILD" val="True"/>
</p:tagLst>
</file>

<file path=ppt/tags/tag1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91563"/>
  <p:tag name="ORIGINALWIDTH" val="3.386083"/>
  <p:tag name="EMFCHILD" val="True"/>
</p:tagLst>
</file>

<file path=ppt/tags/tag1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50561"/>
  <p:tag name="ORIGINALWIDTH" val="4.966399"/>
  <p:tag name="EMFCHILD" val="True"/>
</p:tagLst>
</file>

<file path=ppt/tags/tag1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097"/>
  <p:tag name="ORIGINALWIDTH" val="6.823824"/>
  <p:tag name="EMFCHILD" val="True"/>
</p:tagLst>
</file>

<file path=ppt/tags/tag1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0949"/>
  <p:tag name="ORIGINALWIDTH" val="3.573822"/>
  <p:tag name="EMFCHILD" val="True"/>
</p:tagLst>
</file>

<file path=ppt/tags/tag1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469965"/>
  <p:tag name="ORIGINALWIDTH" val="2.58251"/>
  <p:tag name="EMFCHILD" val="True"/>
</p:tagLst>
</file>

<file path=ppt/tags/tag1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777642"/>
  <p:tag name="ORIGINALWIDTH" val="3.726774"/>
  <p:tag name="EMFCHILD" val="True"/>
</p:tagLst>
</file>

<file path=ppt/tags/tag1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0949"/>
  <p:tag name="ORIGINALWIDTH" val="3.573822"/>
  <p:tag name="EMFCHILD" val="True"/>
</p:tagLst>
</file>

<file path=ppt/tags/tag1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59026"/>
  <p:tag name="ORIGINALWIDTH" val="2.041172"/>
  <p:tag name="EMFCHILD" val="True"/>
</p:tagLst>
</file>

<file path=ppt/tags/tag1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16057"/>
  <p:tag name="ORIGINALWIDTH" val="1.162121"/>
  <p:tag name="EMFCHILD" val="True"/>
</p:tagLst>
</file>

<file path=ppt/tags/tag1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00477"/>
  <p:tag name="ORIGINALWIDTH" val="8.105153"/>
  <p:tag name="EMFCHILD" val="True"/>
</p:tagLst>
</file>

<file path=ppt/tags/tag1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50561"/>
  <p:tag name="ORIGINALWIDTH" val="4.966399"/>
  <p:tag name="EMFCHILD" val="True"/>
</p:tagLst>
</file>

<file path=ppt/tags/tag1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097"/>
  <p:tag name="ORIGINALWIDTH" val="6.823824"/>
  <p:tag name="EMFCHILD" val="True"/>
</p:tagLst>
</file>

<file path=ppt/tags/tag1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0949"/>
  <p:tag name="ORIGINALWIDTH" val="3.573822"/>
  <p:tag name="EMFCHILD" val="True"/>
</p:tagLst>
</file>

<file path=ppt/tags/tag1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469965"/>
  <p:tag name="ORIGINALWIDTH" val="2.58251"/>
  <p:tag name="EMFCHILD" val="True"/>
</p:tagLst>
</file>

<file path=ppt/tags/tag1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777642"/>
  <p:tag name="ORIGINALWIDTH" val="3.726774"/>
  <p:tag name="EMFCHILD" val="True"/>
</p:tagLst>
</file>

<file path=ppt/tags/tag1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70949"/>
  <p:tag name="ORIGINALWIDTH" val="3.420841"/>
  <p:tag name="EMFCHILD" val="True"/>
</p:tagLst>
</file>

<file path=ppt/tags/tag1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4.40291"/>
  <p:tag name="ORIGINALWIDTH" val="104.8056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37261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6008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77202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37345"/>
  <p:tag name="ORIGINALWIDTH" val="10.6650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1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70107"/>
  <p:tag name="ORIGINALWIDTH" val="3.280878"/>
  <p:tag name="EMFCHILD" val="True"/>
</p:tagLst>
</file>

<file path=ppt/tags/tag1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00366"/>
  <p:tag name="ORIGINALWIDTH" val="3.494826"/>
  <p:tag name="EMFCHILD" val="True"/>
</p:tagLst>
</file>

<file path=ppt/tags/tag1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152475"/>
  <p:tag name="EMFCHILD" val="True"/>
</p:tagLst>
</file>

<file path=ppt/tags/tag1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96148"/>
  <p:tag name="EMFCHILD" val="True"/>
</p:tagLst>
</file>

<file path=ppt/tags/tag1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172391"/>
  <p:tag name="ORIGINALWIDTH" val="3.32530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06839"/>
  <p:tag name="ORIGINALWIDTH" val="6.830342"/>
  <p:tag name="EMFCHILD" val="True"/>
</p:tagLst>
</file>

<file path=ppt/tags/tag1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7932"/>
  <p:tag name="ORIGINALWIDTH" val="6.640607"/>
  <p:tag name="EMFCHILD" val="True"/>
</p:tagLst>
</file>

<file path=ppt/tags/tag1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1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3.265382"/>
  <p:tag name="EMFCHILD" val="True"/>
</p:tagLst>
</file>

<file path=ppt/tags/tag1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423734"/>
  <p:tag name="EMFCHILD" val="True"/>
</p:tagLst>
</file>

<file path=ppt/tags/tag1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3.235433"/>
  <p:tag name="EMFCHILD" val="True"/>
</p:tagLst>
</file>

<file path=ppt/tags/tag1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74217"/>
  <p:tag name="ORIGINALWIDTH" val="3.12559"/>
  <p:tag name="EMFCHILD" val="True"/>
</p:tagLst>
</file>

<file path=ppt/tags/tag1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24"/>
  <p:tag name="ORIGINALWIDTH" val="7.798987"/>
  <p:tag name="EMFCHILD" val="True"/>
</p:tagLst>
</file>

<file path=ppt/tags/tag1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503627"/>
  <p:tag name="EMFCHILD" val="True"/>
</p:tagLst>
</file>

<file path=ppt/tags/tag1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50931"/>
  <p:tag name="ORIGINALWIDTH" val="5.032874"/>
  <p:tag name="EMFCHILD" val="True"/>
</p:tagLst>
</file>

<file path=ppt/tags/tag1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24.36831"/>
  <p:tag name="EMFCHILD" val="True"/>
</p:tagLst>
</file>

<file path=ppt/tags/tag1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9"/>
  <p:tag name="ORIGINALWIDTH" val="7.789004"/>
  <p:tag name="EMFCHILD" val="True"/>
</p:tagLst>
</file>

<file path=ppt/tags/tag1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9.677333"/>
  <p:tag name="EMFCHILD" val="True"/>
</p:tagLst>
</file>

<file path=ppt/tags/tag1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4.75329"/>
  <p:tag name="EMFCHILD" val="True"/>
</p:tagLst>
</file>

<file path=ppt/tags/tag1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4311"/>
  <p:tag name="ORIGINALWIDTH" val="3.089623"/>
  <p:tag name="EMFCHILD" val="True"/>
</p:tagLst>
</file>

<file path=ppt/tags/tag1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4.40291"/>
  <p:tag name="ORIGINALWIDTH" val="104.8056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37261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6008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77202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37345"/>
  <p:tag name="ORIGINALWIDTH" val="10.6650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1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70107"/>
  <p:tag name="ORIGINALWIDTH" val="3.280878"/>
  <p:tag name="EMFCHILD" val="True"/>
</p:tagLst>
</file>

<file path=ppt/tags/tag1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00366"/>
  <p:tag name="ORIGINALWIDTH" val="3.494826"/>
  <p:tag name="EMFCHILD" val="True"/>
</p:tagLst>
</file>

<file path=ppt/tags/tag1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152475"/>
  <p:tag name="EMFCHILD" val="True"/>
</p:tagLst>
</file>

<file path=ppt/tags/tag1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96148"/>
  <p:tag name="EMFCHILD" val="True"/>
</p:tagLst>
</file>

<file path=ppt/tags/tag1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172391"/>
  <p:tag name="ORIGINALWIDTH" val="3.32530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06839"/>
  <p:tag name="ORIGINALWIDTH" val="6.830342"/>
  <p:tag name="EMFCHILD" val="True"/>
</p:tagLst>
</file>

<file path=ppt/tags/tag1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7932"/>
  <p:tag name="ORIGINALWIDTH" val="6.640607"/>
  <p:tag name="EMFCHILD" val="True"/>
</p:tagLst>
</file>

<file path=ppt/tags/tag1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1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3.265382"/>
  <p:tag name="EMFCHILD" val="True"/>
</p:tagLst>
</file>

<file path=ppt/tags/tag1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423734"/>
  <p:tag name="EMFCHILD" val="True"/>
</p:tagLst>
</file>

<file path=ppt/tags/tag1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3.235433"/>
  <p:tag name="EMFCHILD" val="True"/>
</p:tagLst>
</file>

<file path=ppt/tags/tag1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74217"/>
  <p:tag name="ORIGINALWIDTH" val="3.12559"/>
  <p:tag name="EMFCHILD" val="True"/>
</p:tagLst>
</file>

<file path=ppt/tags/tag1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24"/>
  <p:tag name="ORIGINALWIDTH" val="7.798987"/>
  <p:tag name="EMFCHILD" val="True"/>
</p:tagLst>
</file>

<file path=ppt/tags/tag1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503627"/>
  <p:tag name="EMFCHILD" val="True"/>
</p:tagLst>
</file>

<file path=ppt/tags/tag1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50931"/>
  <p:tag name="ORIGINALWIDTH" val="5.032874"/>
  <p:tag name="EMFCHILD" val="True"/>
</p:tagLst>
</file>

<file path=ppt/tags/tag1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24.36831"/>
  <p:tag name="EMFCHILD" val="True"/>
</p:tagLst>
</file>

<file path=ppt/tags/tag1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9"/>
  <p:tag name="ORIGINALWIDTH" val="7.789004"/>
  <p:tag name="EMFCHILD" val="True"/>
</p:tagLst>
</file>

<file path=ppt/tags/tag1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9.677333"/>
  <p:tag name="EMFCHILD" val="True"/>
</p:tagLst>
</file>

<file path=ppt/tags/tag1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4.75329"/>
  <p:tag name="EMFCHILD" val="True"/>
</p:tagLst>
</file>

<file path=ppt/tags/tag1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4311"/>
  <p:tag name="ORIGINALWIDTH" val="3.089623"/>
  <p:tag name="EMFCHILD" val="True"/>
</p:tagLst>
</file>

<file path=ppt/tags/tag1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4.40291"/>
  <p:tag name="ORIGINALWIDTH" val="104.8056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37261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6008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77202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37345"/>
  <p:tag name="ORIGINALWIDTH" val="10.6650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1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70107"/>
  <p:tag name="ORIGINALWIDTH" val="3.280878"/>
  <p:tag name="EMFCHILD" val="True"/>
</p:tagLst>
</file>

<file path=ppt/tags/tag1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00366"/>
  <p:tag name="ORIGINALWIDTH" val="3.494826"/>
  <p:tag name="EMFCHILD" val="True"/>
</p:tagLst>
</file>

<file path=ppt/tags/tag1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152475"/>
  <p:tag name="EMFCHILD" val="True"/>
</p:tagLst>
</file>

<file path=ppt/tags/tag1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96148"/>
  <p:tag name="EMFCHILD" val="True"/>
</p:tagLst>
</file>

<file path=ppt/tags/tag1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172391"/>
  <p:tag name="ORIGINALWIDTH" val="3.32530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06839"/>
  <p:tag name="ORIGINALWIDTH" val="6.830342"/>
  <p:tag name="EMFCHILD" val="True"/>
</p:tagLst>
</file>

<file path=ppt/tags/tag1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7932"/>
  <p:tag name="ORIGINALWIDTH" val="6.640607"/>
  <p:tag name="EMFCHILD" val="True"/>
</p:tagLst>
</file>

<file path=ppt/tags/tag1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1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3.265382"/>
  <p:tag name="EMFCHILD" val="True"/>
</p:tagLst>
</file>

<file path=ppt/tags/tag1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423734"/>
  <p:tag name="EMFCHILD" val="True"/>
</p:tagLst>
</file>

<file path=ppt/tags/tag1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3.235433"/>
  <p:tag name="EMFCHILD" val="True"/>
</p:tagLst>
</file>

<file path=ppt/tags/tag1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74217"/>
  <p:tag name="ORIGINALWIDTH" val="3.12559"/>
  <p:tag name="EMFCHILD" val="True"/>
</p:tagLst>
</file>

<file path=ppt/tags/tag1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24"/>
  <p:tag name="ORIGINALWIDTH" val="7.798987"/>
  <p:tag name="EMFCHILD" val="True"/>
</p:tagLst>
</file>

<file path=ppt/tags/tag1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503627"/>
  <p:tag name="EMFCHILD" val="True"/>
</p:tagLst>
</file>

<file path=ppt/tags/tag1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50931"/>
  <p:tag name="ORIGINALWIDTH" val="5.032874"/>
  <p:tag name="EMFCHILD" val="True"/>
</p:tagLst>
</file>

<file path=ppt/tags/tag1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24.36831"/>
  <p:tag name="EMFCHILD" val="True"/>
</p:tagLst>
</file>

<file path=ppt/tags/tag1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9"/>
  <p:tag name="ORIGINALWIDTH" val="7.789004"/>
  <p:tag name="EMFCHILD" val="True"/>
</p:tagLst>
</file>

<file path=ppt/tags/tag1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9.677333"/>
  <p:tag name="EMFCHILD" val="True"/>
</p:tagLst>
</file>

<file path=ppt/tags/tag1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4.75329"/>
  <p:tag name="EMFCHILD" val="True"/>
</p:tagLst>
</file>

<file path=ppt/tags/tag1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4311"/>
  <p:tag name="ORIGINALWIDTH" val="3.089623"/>
  <p:tag name="EMFCHILD" val="True"/>
</p:tagLst>
</file>

<file path=ppt/tags/tag1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4.40291"/>
  <p:tag name="ORIGINALWIDTH" val="104.8056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37261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6008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77202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37345"/>
  <p:tag name="ORIGINALWIDTH" val="10.6650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1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70107"/>
  <p:tag name="ORIGINALWIDTH" val="3.280878"/>
  <p:tag name="EMFCHILD" val="True"/>
</p:tagLst>
</file>

<file path=ppt/tags/tag1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00366"/>
  <p:tag name="ORIGINALWIDTH" val="3.494826"/>
  <p:tag name="EMFCHILD" val="True"/>
</p:tagLst>
</file>

<file path=ppt/tags/tag1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152475"/>
  <p:tag name="EMFCHILD" val="True"/>
</p:tagLst>
</file>

<file path=ppt/tags/tag1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96148"/>
  <p:tag name="EMFCHILD" val="True"/>
</p:tagLst>
</file>

<file path=ppt/tags/tag1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172391"/>
  <p:tag name="ORIGINALWIDTH" val="3.32530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06839"/>
  <p:tag name="ORIGINALWIDTH" val="6.830342"/>
  <p:tag name="EMFCHILD" val="True"/>
</p:tagLst>
</file>

<file path=ppt/tags/tag1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7932"/>
  <p:tag name="ORIGINALWIDTH" val="6.640607"/>
  <p:tag name="EMFCHILD" val="True"/>
</p:tagLst>
</file>

<file path=ppt/tags/tag1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1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3.265382"/>
  <p:tag name="EMFCHILD" val="True"/>
</p:tagLst>
</file>

<file path=ppt/tags/tag1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423734"/>
  <p:tag name="EMFCHILD" val="True"/>
</p:tagLst>
</file>

<file path=ppt/tags/tag1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3.235433"/>
  <p:tag name="EMFCHILD" val="True"/>
</p:tagLst>
</file>

<file path=ppt/tags/tag1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74217"/>
  <p:tag name="ORIGINALWIDTH" val="3.12559"/>
  <p:tag name="EMFCHILD" val="True"/>
</p:tagLst>
</file>

<file path=ppt/tags/tag1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24"/>
  <p:tag name="ORIGINALWIDTH" val="7.798987"/>
  <p:tag name="EMFCHILD" val="True"/>
</p:tagLst>
</file>

<file path=ppt/tags/tag1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503627"/>
  <p:tag name="EMFCHILD" val="True"/>
</p:tagLst>
</file>

<file path=ppt/tags/tag1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50931"/>
  <p:tag name="ORIGINALWIDTH" val="5.032874"/>
  <p:tag name="EMFCHILD" val="True"/>
</p:tagLst>
</file>

<file path=ppt/tags/tag1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24.36831"/>
  <p:tag name="EMFCHILD" val="True"/>
</p:tagLst>
</file>

<file path=ppt/tags/tag1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9"/>
  <p:tag name="ORIGINALWIDTH" val="7.789004"/>
  <p:tag name="EMFCHILD" val="True"/>
</p:tagLst>
</file>

<file path=ppt/tags/tag1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9.677333"/>
  <p:tag name="EMFCHILD" val="True"/>
</p:tagLst>
</file>

<file path=ppt/tags/tag1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4.75329"/>
  <p:tag name="EMFCHILD" val="True"/>
</p:tagLst>
</file>

<file path=ppt/tags/tag1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4311"/>
  <p:tag name="ORIGINALWIDTH" val="3.089623"/>
  <p:tag name="EMFCHILD" val="True"/>
</p:tagLst>
</file>

<file path=ppt/tags/tag1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4.40291"/>
  <p:tag name="ORIGINALWIDTH" val="104.8056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37261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6008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77202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37345"/>
  <p:tag name="ORIGINALWIDTH" val="10.6650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1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70107"/>
  <p:tag name="ORIGINALWIDTH" val="3.280878"/>
  <p:tag name="EMFCHILD" val="True"/>
</p:tagLst>
</file>

<file path=ppt/tags/tag1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00366"/>
  <p:tag name="ORIGINALWIDTH" val="3.494826"/>
  <p:tag name="EMFCHILD" val="True"/>
</p:tagLst>
</file>

<file path=ppt/tags/tag1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152475"/>
  <p:tag name="EMFCHILD" val="True"/>
</p:tagLst>
</file>

<file path=ppt/tags/tag1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96148"/>
  <p:tag name="EMFCHILD" val="True"/>
</p:tagLst>
</file>

<file path=ppt/tags/tag1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172391"/>
  <p:tag name="ORIGINALWIDTH" val="3.32530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06839"/>
  <p:tag name="ORIGINALWIDTH" val="6.830342"/>
  <p:tag name="EMFCHILD" val="True"/>
</p:tagLst>
</file>

<file path=ppt/tags/tag1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7932"/>
  <p:tag name="ORIGINALWIDTH" val="6.640607"/>
  <p:tag name="EMFCHILD" val="True"/>
</p:tagLst>
</file>

<file path=ppt/tags/tag1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1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3.265382"/>
  <p:tag name="EMFCHILD" val="True"/>
</p:tagLst>
</file>

<file path=ppt/tags/tag1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423734"/>
  <p:tag name="EMFCHILD" val="True"/>
</p:tagLst>
</file>

<file path=ppt/tags/tag1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3.235433"/>
  <p:tag name="EMFCHILD" val="True"/>
</p:tagLst>
</file>

<file path=ppt/tags/tag1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74217"/>
  <p:tag name="ORIGINALWIDTH" val="3.12559"/>
  <p:tag name="EMFCHILD" val="True"/>
</p:tagLst>
</file>

<file path=ppt/tags/tag1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24"/>
  <p:tag name="ORIGINALWIDTH" val="7.798987"/>
  <p:tag name="EMFCHILD" val="True"/>
</p:tagLst>
</file>

<file path=ppt/tags/tag1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503627"/>
  <p:tag name="EMFCHILD" val="True"/>
</p:tagLst>
</file>

<file path=ppt/tags/tag1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50931"/>
  <p:tag name="ORIGINALWIDTH" val="5.032874"/>
  <p:tag name="EMFCHILD" val="True"/>
</p:tagLst>
</file>

<file path=ppt/tags/tag1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24.36831"/>
  <p:tag name="EMFCHILD" val="True"/>
</p:tagLst>
</file>

<file path=ppt/tags/tag1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9"/>
  <p:tag name="ORIGINALWIDTH" val="7.789004"/>
  <p:tag name="EMFCHILD" val="True"/>
</p:tagLst>
</file>

<file path=ppt/tags/tag1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9.677333"/>
  <p:tag name="EMFCHILD" val="True"/>
</p:tagLst>
</file>

<file path=ppt/tags/tag1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4.75329"/>
  <p:tag name="EMFCHILD" val="True"/>
</p:tagLst>
</file>

<file path=ppt/tags/tag1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4311"/>
  <p:tag name="ORIGINALWIDTH" val="3.089623"/>
  <p:tag name="EMFCHILD" val="True"/>
</p:tagLst>
</file>

<file path=ppt/tags/tag1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4.40291"/>
  <p:tag name="ORIGINALWIDTH" val="104.8056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37261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6008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97862"/>
  <p:tag name="ORIGINALWIDTH" val="10.77202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037345"/>
  <p:tag name="ORIGINALWIDTH" val="10.6650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1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1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3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70107"/>
  <p:tag name="ORIGINALWIDTH" val="3.280878"/>
  <p:tag name="EMFCHILD" val="True"/>
</p:tagLst>
</file>

<file path=ppt/tags/tag1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4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00366"/>
  <p:tag name="ORIGINALWIDTH" val="3.494826"/>
  <p:tag name="EMFCHILD" val="True"/>
</p:tagLst>
</file>

<file path=ppt/tags/tag1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8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2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152475"/>
  <p:tag name="EMFCHILD" val="True"/>
</p:tagLst>
</file>

<file path=ppt/tags/tag1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6.74513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w_1&#10;\end{align*}&#10;&#10;&#10;\end{document}"/>
  <p:tag name="IGUANATEXSIZE" val="28"/>
  <p:tag name="IGUANATEXCURSOR" val="21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96148"/>
  <p:tag name="EMFCHILD" val="True"/>
</p:tagLst>
</file>

<file path=ppt/tags/tag1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172391"/>
  <p:tag name="ORIGINALWIDTH" val="3.32530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06839"/>
  <p:tag name="ORIGINALWIDTH" val="6.830342"/>
  <p:tag name="EMFCHILD" val="True"/>
</p:tagLst>
</file>

<file path=ppt/tags/tag1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7932"/>
  <p:tag name="ORIGINALWIDTH" val="6.640607"/>
  <p:tag name="EMFCHILD" val="True"/>
</p:tagLst>
</file>

<file path=ppt/tags/tag1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1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3.265382"/>
  <p:tag name="EMFCHILD" val="True"/>
</p:tagLst>
</file>

<file path=ppt/tags/tag1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423734"/>
  <p:tag name="EMFCHILD" val="True"/>
</p:tagLst>
</file>

<file path=ppt/tags/tag1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3.235433"/>
  <p:tag name="EMFCHILD" val="True"/>
</p:tagLst>
</file>

<file path=ppt/tags/tag1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74217"/>
  <p:tag name="ORIGINALWIDTH" val="3.12559"/>
  <p:tag name="EMFCHILD" val="True"/>
</p:tagLst>
</file>

<file path=ppt/tags/tag1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24"/>
  <p:tag name="ORIGINALWIDTH" val="7.798987"/>
  <p:tag name="EMFCHILD" val="True"/>
</p:tagLst>
</file>

<file path=ppt/tags/tag1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503627"/>
  <p:tag name="EMFCHILD" val="True"/>
</p:tagLst>
</file>

<file path=ppt/tags/tag1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50931"/>
  <p:tag name="ORIGINALWIDTH" val="5.032874"/>
  <p:tag name="EMFCHILD" val="True"/>
</p:tagLst>
</file>

<file path=ppt/tags/tag1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24.36831"/>
  <p:tag name="EMFCHILD" val="True"/>
</p:tagLst>
</file>

<file path=ppt/tags/tag1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9"/>
  <p:tag name="ORIGINALWIDTH" val="7.789004"/>
  <p:tag name="EMFCHILD" val="True"/>
</p:tagLst>
</file>

<file path=ppt/tags/tag1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9.677333"/>
  <p:tag name="EMFCHILD" val="True"/>
</p:tagLst>
</file>

<file path=ppt/tags/tag1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4.75329"/>
  <p:tag name="EMFCHILD" val="True"/>
</p:tagLst>
</file>

<file path=ppt/tags/tag1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4311"/>
  <p:tag name="ORIGINALWIDTH" val="3.089623"/>
  <p:tag name="EMFCHILD" val="True"/>
</p:tagLst>
</file>

<file path=ppt/tags/tag1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4.40291"/>
  <p:tag name="ORIGINALWIDTH" val="104.8056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1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9.677333"/>
  <p:tag name="EMFCHILD" val="True"/>
</p:tagLst>
</file>

<file path=ppt/tags/tag1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24.36831"/>
  <p:tag name="EMFCHILD" val="True"/>
</p:tagLst>
</file>

<file path=ppt/tags/tag1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9"/>
  <p:tag name="ORIGINALWIDTH" val="7.789004"/>
  <p:tag name="EMFCHILD" val="True"/>
</p:tagLst>
</file>

<file path=ppt/tags/tag1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4.75329"/>
  <p:tag name="EMFCHILD" val="True"/>
</p:tagLst>
</file>

<file path=ppt/tags/tag1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4311"/>
  <p:tag name="ORIGINALWIDTH" val="3.089623"/>
  <p:tag name="EMFCHILD" val="True"/>
</p:tagLst>
</file>

<file path=ppt/tags/tag1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3.265382"/>
  <p:tag name="EMFCHILD" val="True"/>
</p:tagLst>
</file>

<file path=ppt/tags/tag1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423734"/>
  <p:tag name="EMFCHILD" val="True"/>
</p:tagLst>
</file>

<file path=ppt/tags/tag1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3.235433"/>
  <p:tag name="EMFCHILD" val="True"/>
</p:tagLst>
</file>

<file path=ppt/tags/tag1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74217"/>
  <p:tag name="ORIGINALWIDTH" val="3.12559"/>
  <p:tag name="EMFCHILD" val="True"/>
</p:tagLst>
</file>

<file path=ppt/tags/tag1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24"/>
  <p:tag name="ORIGINALWIDTH" val="7.798987"/>
  <p:tag name="EMFCHILD" val="True"/>
</p:tagLst>
</file>

<file path=ppt/tags/tag1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503627"/>
  <p:tag name="EMFCHILD" val="True"/>
</p:tagLst>
</file>

<file path=ppt/tags/tag1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50931"/>
  <p:tag name="ORIGINALWIDTH" val="5.032874"/>
  <p:tag name="EMFCHILD" val="True"/>
</p:tagLst>
</file>

<file path=ppt/tags/tag1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172391"/>
  <p:tag name="ORIGINALWIDTH" val="3.32530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06839"/>
  <p:tag name="ORIGINALWIDTH" val="6.830342"/>
  <p:tag name="EMFCHILD" val="True"/>
</p:tagLst>
</file>

<file path=ppt/tags/tag1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7932"/>
  <p:tag name="ORIGINALWIDTH" val="6.640607"/>
  <p:tag name="EMFCHILD" val="True"/>
</p:tagLst>
</file>

<file path=ppt/tags/tag1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1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3.265382"/>
  <p:tag name="EMFCHILD" val="True"/>
</p:tagLst>
</file>

<file path=ppt/tags/tag1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423734"/>
  <p:tag name="EMFCHILD" val="True"/>
</p:tagLst>
</file>

<file path=ppt/tags/tag1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3.235433"/>
  <p:tag name="EMFCHILD" val="True"/>
</p:tagLst>
</file>

<file path=ppt/tags/tag1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74217"/>
  <p:tag name="ORIGINALWIDTH" val="3.12559"/>
  <p:tag name="EMFCHILD" val="True"/>
</p:tagLst>
</file>

<file path=ppt/tags/tag1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24"/>
  <p:tag name="ORIGINALWIDTH" val="7.798987"/>
  <p:tag name="EMFCHILD" val="True"/>
</p:tagLst>
</file>

<file path=ppt/tags/tag1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503627"/>
  <p:tag name="EMFCHILD" val="True"/>
</p:tagLst>
</file>

<file path=ppt/tags/tag1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50931"/>
  <p:tag name="ORIGINALWIDTH" val="5.032874"/>
  <p:tag name="EMFCHILD" val="True"/>
</p:tagLst>
</file>

<file path=ppt/tags/tag1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24.36831"/>
  <p:tag name="EMFCHILD" val="True"/>
</p:tagLst>
</file>

<file path=ppt/tags/tag1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9"/>
  <p:tag name="ORIGINALWIDTH" val="7.789004"/>
  <p:tag name="EMFCHILD" val="True"/>
</p:tagLst>
</file>

<file path=ppt/tags/tag1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9.677333"/>
  <p:tag name="EMFCHILD" val="True"/>
</p:tagLst>
</file>

<file path=ppt/tags/tag1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4.75329"/>
  <p:tag name="EMFCHILD" val="True"/>
</p:tagLst>
</file>

<file path=ppt/tags/tag1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4311"/>
  <p:tag name="ORIGINALWIDTH" val="3.089623"/>
  <p:tag name="EMFCHILD" val="True"/>
</p:tagLst>
</file>

<file path=ppt/tags/tag1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4.40291"/>
  <p:tag name="ORIGINALWIDTH" val="104.8056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6.39337"/>
  <p:tag name="ORIGINALWIDTH" val="167.7266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ext{softmax}([1, -1]) &amp;= [.8808, .1192] \\&#10;\text{softmax}([10, -10]) &amp;= [1, 2.0612\times 10^{-9}]&#10;\end{align*}&#10;&#10;&#10;\end{document}"/>
  <p:tag name="IGUANATEXSIZE" val="28"/>
  <p:tag name="IGUANATEXCURSOR" val="28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6817"/>
  <p:tag name="ORIGINALWIDTH" val="3.2723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ext{softmax}([1, -1]) &amp;= [.8808, .1192] \\&#10;\text{softmax}([10, -10]) &amp;= [1, 2.0612\times 10^{-9}]&#10;\end{align*}&#10;&#10;&#10;\end{document}"/>
  <p:tag name="IGUANATEXSIZE" val="28"/>
  <p:tag name="IGUANATEXCURSOR" val="28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6817"/>
  <p:tag name="ORIGINALWIDTH" val="4.433127"/>
  <p:tag name="EMFCHILD" val="True"/>
</p:tagLst>
</file>

<file path=ppt/tags/tag1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91171"/>
  <p:tag name="ORIGINALWIDTH" val="3.242295"/>
  <p:tag name="EMFCHILD" val="True"/>
</p:tagLst>
</file>

<file path=ppt/tags/tag1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29657"/>
  <p:tag name="ORIGINALWIDTH" val="3.132227"/>
  <p:tag name="EMFCHILD" val="True"/>
</p:tagLst>
</file>

<file path=ppt/tags/tag1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5811"/>
  <p:tag name="ORIGINALWIDTH" val="7.815551"/>
  <p:tag name="EMFCHILD" val="True"/>
</p:tagLst>
</file>

<file path=ppt/tags/tag1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6817"/>
  <p:tag name="ORIGINALWIDTH" val="4.513189"/>
  <p:tag name="EMFCHILD" val="True"/>
</p:tagLst>
</file>

<file path=ppt/tags/tag1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35181"/>
  <p:tag name="ORIGINALWIDTH" val="5.04356"/>
  <p:tag name="EMFCHILD" val="True"/>
</p:tagLst>
</file>

<file path=ppt/tags/tag1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5841"/>
  <p:tag name="ORIGINALWIDTH" val="2.321625"/>
  <p:tag name="EMFCHILD" val="True"/>
</p:tagLst>
</file>

<file path=ppt/tags/tag1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5841"/>
  <p:tag name="ORIGINALWIDTH" val="1.370951"/>
  <p:tag name="EMFCHILD" val="True"/>
</p:tagLst>
</file>

<file path=ppt/tags/tag1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8905"/>
  <p:tag name="ORIGINALWIDTH" val="3.302334"/>
  <p:tag name="EMFCHILD" val="True"/>
</p:tagLst>
</file>

<file path=ppt/tags/tag1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07453"/>
  <p:tag name="ORIGINALWIDTH" val="1.17081"/>
  <p:tag name="EMFCHILD" val="True"/>
</p:tagLst>
</file>

<file path=ppt/tags/tag1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023342"/>
  <p:tag name="ORIGINALWIDTH" val="6.114342"/>
  <p:tag name="EMFCHILD" val="True"/>
</p:tagLst>
</file>

<file path=ppt/tags/tag1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8905"/>
  <p:tag name="ORIGINALWIDTH" val="3.302334"/>
  <p:tag name="EMFCHILD" val="True"/>
</p:tagLst>
</file>

<file path=ppt/tags/tag1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5841"/>
  <p:tag name="ORIGINALWIDTH" val="1.370951"/>
  <p:tag name="EMFCHILD" val="True"/>
</p:tagLst>
</file>

<file path=ppt/tags/tag1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5841"/>
  <p:tag name="ORIGINALWIDTH" val="2.321625"/>
  <p:tag name="EMFCHILD" val="True"/>
</p:tagLst>
</file>

<file path=ppt/tags/tag1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53656"/>
  <p:tag name="ORIGINALWIDTH" val="6.654725"/>
  <p:tag name="EMFCHILD" val="True"/>
</p:tagLst>
</file>

<file path=ppt/tags/tag1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5841"/>
  <p:tag name="ORIGINALWIDTH" val="1.370951"/>
  <p:tag name="EMFCHILD" val="True"/>
</p:tagLst>
</file>

<file path=ppt/tags/tag1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6617"/>
  <p:tag name="ORIGINALWIDTH" val="1.060742"/>
  <p:tag name="EMFCHILD" val="True"/>
</p:tagLst>
</file>

<file path=ppt/tags/tag1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20193"/>
  <p:tag name="ORIGINALWIDTH" val="4.152953"/>
  <p:tag name="EMFCHILD" val="True"/>
</p:tagLst>
</file>

<file path=ppt/tags/tag1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20193"/>
  <p:tag name="ORIGINALWIDTH" val="4.152953"/>
  <p:tag name="EMFCHILD" val="True"/>
</p:tagLst>
</file>

<file path=ppt/tags/tag1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20193"/>
  <p:tag name="ORIGINALWIDTH" val="4.212992"/>
  <p:tag name="EMFCHILD" val="True"/>
</p:tagLst>
</file>

<file path=ppt/tags/tag1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20193"/>
  <p:tag name="ORIGINALWIDTH" val="4.152953"/>
  <p:tag name="EMFCHILD" val="True"/>
</p:tagLst>
</file>

<file path=ppt/tags/tag1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07453"/>
  <p:tag name="ORIGINALWIDTH" val="1.17081"/>
  <p:tag name="EMFCHILD" val="True"/>
</p:tagLst>
</file>

<file path=ppt/tags/tag14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6617"/>
  <p:tag name="ORIGINALWIDTH" val="1.060742"/>
  <p:tag name="EMFCHILD" val="True"/>
</p:tagLst>
</file>

<file path=ppt/tags/tag14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8905"/>
  <p:tag name="ORIGINALWIDTH" val="3.302334"/>
  <p:tag name="EMFCHILD" val="True"/>
</p:tagLst>
</file>

<file path=ppt/tags/tag14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8905"/>
  <p:tag name="ORIGINALWIDTH" val="3.302334"/>
  <p:tag name="EMFCHILD" val="True"/>
</p:tagLst>
</file>

<file path=ppt/tags/tag14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20193"/>
  <p:tag name="ORIGINALWIDTH" val="4.152953"/>
  <p:tag name="EMFCHILD" val="True"/>
</p:tagLst>
</file>

<file path=ppt/tags/tag14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8905"/>
  <p:tag name="ORIGINALWIDTH" val="3.992829"/>
  <p:tag name="EMFCHILD" val="True"/>
</p:tagLst>
</file>

<file path=ppt/tags/tag14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5841"/>
  <p:tag name="ORIGINALWIDTH" val="1.370951"/>
  <p:tag name="EMFCHILD" val="True"/>
</p:tagLst>
</file>

<file path=ppt/tags/tag14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6817"/>
  <p:tag name="ORIGINALWIDTH" val="3.2723"/>
  <p:tag name="EMFCHILD" val="True"/>
</p:tagLst>
</file>

<file path=ppt/tags/tag14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6817"/>
  <p:tag name="ORIGINALWIDTH" val="4.433127"/>
  <p:tag name="EMFCHILD" val="True"/>
</p:tagLst>
</file>

<file path=ppt/tags/tag14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91171"/>
  <p:tag name="ORIGINALWIDTH" val="3.242295"/>
  <p:tag name="EMFCHILD" val="True"/>
</p:tagLst>
</file>

<file path=ppt/tags/tag14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29657"/>
  <p:tag name="ORIGINALWIDTH" val="3.132227"/>
  <p:tag name="EMFCHILD" val="True"/>
</p:tagLst>
</file>

<file path=ppt/tags/tag14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45811"/>
  <p:tag name="ORIGINALWIDTH" val="7.815551"/>
  <p:tag name="EMFCHILD" val="True"/>
</p:tagLst>
</file>

<file path=ppt/tags/tag14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6817"/>
  <p:tag name="ORIGINALWIDTH" val="4.513189"/>
  <p:tag name="EMFCHILD" val="True"/>
</p:tagLst>
</file>

<file path=ppt/tags/tag14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35181"/>
  <p:tag name="ORIGINALWIDTH" val="5.04356"/>
  <p:tag name="EMFCHILD" val="True"/>
</p:tagLst>
</file>

<file path=ppt/tags/tag14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5841"/>
  <p:tag name="ORIGINALWIDTH" val="2.321625"/>
  <p:tag name="EMFCHILD" val="True"/>
</p:tagLst>
</file>

<file path=ppt/tags/tag14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5841"/>
  <p:tag name="ORIGINALWIDTH" val="1.370951"/>
  <p:tag name="EMFCHILD" val="True"/>
</p:tagLst>
</file>

<file path=ppt/tags/tag14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8905"/>
  <p:tag name="ORIGINALWIDTH" val="3.302334"/>
  <p:tag name="EMFCHILD" val="True"/>
</p:tagLst>
</file>

<file path=ppt/tags/tag14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20193"/>
  <p:tag name="ORIGINALWIDTH" val="4.212992"/>
  <p:tag name="EMFCHILD" val="True"/>
</p:tagLst>
</file>

<file path=ppt/tags/tag14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07453"/>
  <p:tag name="ORIGINALWIDTH" val="1.17081"/>
  <p:tag name="EMFCHILD" val="True"/>
</p:tagLst>
</file>

<file path=ppt/tags/tag14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4023342"/>
  <p:tag name="ORIGINALWIDTH" val="6.114342"/>
  <p:tag name="EMFCHILD" val="True"/>
</p:tagLst>
</file>

<file path=ppt/tags/tag14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8905"/>
  <p:tag name="ORIGINALWIDTH" val="3.302334"/>
  <p:tag name="EMFCHILD" val="True"/>
</p:tagLst>
</file>

<file path=ppt/tags/tag14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20193"/>
  <p:tag name="ORIGINALWIDTH" val="4.212992"/>
  <p:tag name="EMFCHILD" val="True"/>
</p:tagLst>
</file>

<file path=ppt/tags/tag14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5841"/>
  <p:tag name="ORIGINALWIDTH" val="1.370951"/>
  <p:tag name="EMFCHILD" val="True"/>
</p:tagLst>
</file>

<file path=ppt/tags/tag14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5841"/>
  <p:tag name="ORIGINALWIDTH" val="2.321625"/>
  <p:tag name="EMFCHILD" val="True"/>
</p:tagLst>
</file>

<file path=ppt/tags/tag14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53656"/>
  <p:tag name="ORIGINALWIDTH" val="6.654725"/>
  <p:tag name="EMFCHILD" val="True"/>
</p:tagLst>
</file>

<file path=ppt/tags/tag14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5841"/>
  <p:tag name="ORIGINALWIDTH" val="1.370951"/>
  <p:tag name="EMFCHILD" val="True"/>
</p:tagLst>
</file>

<file path=ppt/tags/tag15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8905"/>
  <p:tag name="ORIGINALWIDTH" val="3.302334"/>
  <p:tag name="EMFCHILD" val="True"/>
</p:tagLst>
</file>

<file path=ppt/tags/tag15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07453"/>
  <p:tag name="ORIGINALWIDTH" val="1.17081"/>
  <p:tag name="EMFCHILD" val="True"/>
</p:tagLst>
</file>

<file path=ppt/tags/tag15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8905"/>
  <p:tag name="ORIGINALWIDTH" val="3.992829"/>
  <p:tag name="EMFCHILD" val="True"/>
</p:tagLst>
</file>

<file path=ppt/tags/tag15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6617"/>
  <p:tag name="ORIGINALWIDTH" val="1.060742"/>
  <p:tag name="EMFCHILD" val="True"/>
</p:tagLst>
</file>

<file path=ppt/tags/tag15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20193"/>
  <p:tag name="ORIGINALWIDTH" val="4.212992"/>
  <p:tag name="EMFCHILD" val="True"/>
</p:tagLst>
</file>

<file path=ppt/tags/tag15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20193"/>
  <p:tag name="ORIGINALWIDTH" val="4.152953"/>
  <p:tag name="EMFCHILD" val="True"/>
</p:tagLst>
</file>

<file path=ppt/tags/tag15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8905"/>
  <p:tag name="ORIGINALWIDTH" val="3.302334"/>
  <p:tag name="EMFCHILD" val="True"/>
</p:tagLst>
</file>

<file path=ppt/tags/tag15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8905"/>
  <p:tag name="ORIGINALWIDTH" val="3.992829"/>
  <p:tag name="EMFCHILD" val="True"/>
</p:tagLst>
</file>

<file path=ppt/tags/tag15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48145"/>
  <p:tag name="ORIGINALWIDTH" val="4.833436"/>
  <p:tag name="EMFCHILD" val="True"/>
</p:tagLst>
</file>

<file path=ppt/tags/tag15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8905"/>
  <p:tag name="ORIGINALWIDTH" val="3.302334"/>
  <p:tag name="EMFCHILD" val="True"/>
</p:tagLst>
</file>

<file path=ppt/tags/tag15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20193"/>
  <p:tag name="ORIGINALWIDTH" val="4.212992"/>
  <p:tag name="EMFCHILD" val="True"/>
</p:tagLst>
</file>

<file path=ppt/tags/tag15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449944"/>
  <p:tag name="ORIGINALWIDTH" val="4.735349"/>
  <p:tag name="EMFCHILD" val="True"/>
</p:tagLst>
</file>

<file path=ppt/tags/tag15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15974"/>
  <p:tag name="ORIGINALWIDTH" val="3.222272"/>
  <p:tag name="EMFCHILD" val="True"/>
</p:tagLst>
</file>

<file path=ppt/tags/tag15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05841"/>
  <p:tag name="ORIGINALWIDTH" val="1.370951"/>
  <p:tag name="EMFCHILD" val="True"/>
</p:tagLst>
</file>

<file path=ppt/tags/tag15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172391"/>
  <p:tag name="ORIGINALWIDTH" val="3.32530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5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06839"/>
  <p:tag name="ORIGINALWIDTH" val="6.830342"/>
  <p:tag name="EMFCHILD" val="True"/>
</p:tagLst>
</file>

<file path=ppt/tags/tag15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7932"/>
  <p:tag name="ORIGINALWIDTH" val="6.640607"/>
  <p:tag name="EMFCHILD" val="True"/>
</p:tagLst>
</file>

<file path=ppt/tags/tag15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15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3.265382"/>
  <p:tag name="EMFCHILD" val="True"/>
</p:tagLst>
</file>

<file path=ppt/tags/tag15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423734"/>
  <p:tag name="EMFCHILD" val="True"/>
</p:tagLst>
</file>

<file path=ppt/tags/tag15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3.235433"/>
  <p:tag name="EMFCHILD" val="True"/>
</p:tagLst>
</file>

<file path=ppt/tags/tag15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74217"/>
  <p:tag name="ORIGINALWIDTH" val="3.12559"/>
  <p:tag name="EMFCHILD" val="True"/>
</p:tagLst>
</file>

<file path=ppt/tags/tag15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24"/>
  <p:tag name="ORIGINALWIDTH" val="7.798987"/>
  <p:tag name="EMFCHILD" val="True"/>
</p:tagLst>
</file>

<file path=ppt/tags/tag15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503627"/>
  <p:tag name="EMFCHILD" val="True"/>
</p:tagLst>
</file>

<file path=ppt/tags/tag15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50931"/>
  <p:tag name="ORIGINALWIDTH" val="5.032874"/>
  <p:tag name="EMFCHILD" val="True"/>
</p:tagLst>
</file>

<file path=ppt/tags/tag15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5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5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5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5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24.36831"/>
  <p:tag name="EMFCHILD" val="True"/>
</p:tagLst>
</file>

<file path=ppt/tags/tag15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9"/>
  <p:tag name="ORIGINALWIDTH" val="7.789004"/>
  <p:tag name="EMFCHILD" val="True"/>
</p:tagLst>
</file>

<file path=ppt/tags/tag15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9.677333"/>
  <p:tag name="EMFCHILD" val="True"/>
</p:tagLst>
</file>

<file path=ppt/tags/tag15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4.75329"/>
  <p:tag name="EMFCHILD" val="True"/>
</p:tagLst>
</file>

<file path=ppt/tags/tag15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4311"/>
  <p:tag name="ORIGINALWIDTH" val="3.089623"/>
  <p:tag name="EMFCHILD" val="True"/>
</p:tagLst>
</file>

<file path=ppt/tags/tag15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5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83576"/>
  <p:tag name="ORIGINALWIDTH" val="8.202109"/>
  <p:tag name="EMFCHILD" val="True"/>
</p:tagLst>
</file>

<file path=ppt/tags/tag15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83576"/>
  <p:tag name="ORIGINALWIDTH" val="7.236558"/>
  <p:tag name="EMFCHILD" val="True"/>
</p:tagLst>
</file>

<file path=ppt/tags/tag15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619404"/>
  <p:tag name="EMFCHILD" val="True"/>
</p:tagLst>
</file>

<file path=ppt/tags/tag15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096"/>
  <p:tag name="ORIGINALWIDTH" val="3.284814"/>
  <p:tag name="EMFCHILD" val="True"/>
</p:tagLst>
</file>

<file path=ppt/tags/tag15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619404"/>
  <p:tag name="EMFCHILD" val="True"/>
</p:tagLst>
</file>

<file path=ppt/tags/tag15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5"/>
  <p:tag name="ORIGINALWIDTH" val="6.559674"/>
  <p:tag name="EMFCHILD" val="True"/>
</p:tagLst>
</file>

<file path=ppt/tags/tag15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250366"/>
  <p:tag name="EMFCHILD" val="True"/>
</p:tagLst>
</file>

<file path=ppt/tags/tag15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04131"/>
  <p:tag name="EMFCHILD" val="True"/>
</p:tagLst>
</file>

<file path=ppt/tags/tag15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202109"/>
  <p:tag name="EMFCHILD" val="True"/>
</p:tagLst>
</file>

<file path=ppt/tags/tag15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5"/>
  <p:tag name="ORIGINALWIDTH" val="6.559674"/>
  <p:tag name="EMFCHILD" val="True"/>
</p:tagLst>
</file>

<file path=ppt/tags/tag15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250366"/>
  <p:tag name="EMFCHILD" val="True"/>
</p:tagLst>
</file>

<file path=ppt/tags/tag15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04131"/>
  <p:tag name="EMFCHILD" val="True"/>
</p:tagLst>
</file>

<file path=ppt/tags/tag15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36558"/>
  <p:tag name="EMFCHILD" val="True"/>
</p:tagLst>
</file>

<file path=ppt/tags/tag15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096"/>
  <p:tag name="ORIGINALWIDTH" val="6.619404"/>
  <p:tag name="EMFCHILD" val="True"/>
</p:tagLst>
</file>

<file path=ppt/tags/tag15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5"/>
  <p:tag name="ORIGINALWIDTH" val="6.559674"/>
  <p:tag name="EMFCHILD" val="True"/>
</p:tagLst>
</file>

<file path=ppt/tags/tag15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250366"/>
  <p:tag name="EMFCHILD" val="True"/>
</p:tagLst>
</file>

<file path=ppt/tags/tag15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04131"/>
  <p:tag name="EMFCHILD" val="True"/>
</p:tagLst>
</file>

<file path=ppt/tags/tag15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202109"/>
  <p:tag name="EMFCHILD" val="True"/>
</p:tagLst>
</file>

<file path=ppt/tags/tag15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24381"/>
  <p:tag name="ORIGINALWIDTH" val="6.22126"/>
  <p:tag name="EMFCHILD" val="True"/>
</p:tagLst>
</file>

<file path=ppt/tags/tag15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79753"/>
  <p:tag name="EMFCHILD" val="True"/>
</p:tagLst>
</file>

<file path=ppt/tags/tag15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36558"/>
  <p:tag name="EMFCHILD" val="True"/>
</p:tagLst>
</file>

<file path=ppt/tags/tag15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096"/>
  <p:tag name="ORIGINALWIDTH" val="6.619404"/>
  <p:tag name="EMFCHILD" val="True"/>
</p:tagLst>
</file>

<file path=ppt/tags/tag15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5"/>
  <p:tag name="ORIGINALWIDTH" val="6.559674"/>
  <p:tag name="EMFCHILD" val="True"/>
</p:tagLst>
</file>

<file path=ppt/tags/tag15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250366"/>
  <p:tag name="EMFCHILD" val="True"/>
</p:tagLst>
</file>

<file path=ppt/tags/tag15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04131"/>
  <p:tag name="EMFCHILD" val="True"/>
</p:tagLst>
</file>

<file path=ppt/tags/tag15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36558"/>
  <p:tag name="EMFCHILD" val="True"/>
</p:tagLst>
</file>

<file path=ppt/tags/tag15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24381"/>
  <p:tag name="ORIGINALWIDTH" val="6.22126"/>
  <p:tag name="EMFCHILD" val="True"/>
</p:tagLst>
</file>

<file path=ppt/tags/tag15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79753"/>
  <p:tag name="EMFCHILD" val="True"/>
</p:tagLst>
</file>

<file path=ppt/tags/tag15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202109"/>
  <p:tag name="EMFCHILD" val="True"/>
</p:tagLst>
</file>

<file path=ppt/tags/tag15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619404"/>
  <p:tag name="EMFCHILD" val="True"/>
</p:tagLst>
</file>

<file path=ppt/tags/tag15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24381"/>
  <p:tag name="ORIGINALWIDTH" val="6.22126"/>
  <p:tag name="EMFCHILD" val="True"/>
</p:tagLst>
</file>

<file path=ppt/tags/tag15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202109"/>
  <p:tag name="EMFCHILD" val="True"/>
</p:tagLst>
</file>

<file path=ppt/tags/tag15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79753"/>
  <p:tag name="EMFCHILD" val="True"/>
</p:tagLst>
</file>

<file path=ppt/tags/tag15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24381"/>
  <p:tag name="ORIGINALWIDTH" val="6.22126"/>
  <p:tag name="EMFCHILD" val="True"/>
</p:tagLst>
</file>

<file path=ppt/tags/tag15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36558"/>
  <p:tag name="EMFCHILD" val="True"/>
</p:tagLst>
</file>

<file path=ppt/tags/tag15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79753"/>
  <p:tag name="EMFCHILD" val="True"/>
</p:tagLst>
</file>

<file path=ppt/tags/tag15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6.08189"/>
  <p:tag name="EMFCHILD" val="True"/>
</p:tagLst>
</file>

<file path=ppt/tags/tag15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24381"/>
  <p:tag name="ORIGINALWIDTH" val="6.22126"/>
  <p:tag name="EMFCHILD" val="True"/>
</p:tagLst>
</file>

<file path=ppt/tags/tag15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79753"/>
  <p:tag name="EMFCHILD" val="True"/>
</p:tagLst>
</file>

<file path=ppt/tags/tag15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202109"/>
  <p:tag name="EMFCHILD" val="True"/>
</p:tagLst>
</file>

<file path=ppt/tags/tag15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24381"/>
  <p:tag name="ORIGINALWIDTH" val="6.22126"/>
  <p:tag name="EMFCHILD" val="True"/>
</p:tagLst>
</file>

<file path=ppt/tags/tag15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79753"/>
  <p:tag name="EMFCHILD" val="True"/>
</p:tagLst>
</file>

<file path=ppt/tags/tag15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36558"/>
  <p:tag name="EMFCHILD" val="True"/>
</p:tagLst>
</file>

<file path=ppt/tags/tag15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5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619404"/>
  <p:tag name="EMFCHILD" val="True"/>
</p:tagLst>
</file>

<file path=ppt/tags/tag15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2.309308"/>
  <p:tag name="EMFCHILD" val="True"/>
</p:tagLst>
</file>

<file path=ppt/tags/tag16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242829"/>
  <p:tag name="ORIGINALWIDTH" val="6.589539"/>
  <p:tag name="EMFCHILD" val="True"/>
</p:tagLst>
</file>

<file path=ppt/tags/tag16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3.971654"/>
  <p:tag name="EMFCHILD" val="True"/>
</p:tagLst>
</file>

<file path=ppt/tags/tag16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081131"/>
  <p:tag name="EMFCHILD" val="True"/>
</p:tagLst>
</file>

<file path=ppt/tags/tag16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6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202109"/>
  <p:tag name="EMFCHILD" val="True"/>
</p:tagLst>
</file>

<file path=ppt/tags/tag16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79753"/>
  <p:tag name="EMFCHILD" val="True"/>
</p:tagLst>
</file>

<file path=ppt/tags/tag16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978825"/>
  <p:tag name="ORIGINALWIDTH" val="1.164595"/>
  <p:tag name="EMFCHILD" val="True"/>
</p:tagLst>
</file>

<file path=ppt/tags/tag16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36558"/>
  <p:tag name="EMFCHILD" val="True"/>
</p:tagLst>
</file>

<file path=ppt/tags/tag16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79753"/>
  <p:tag name="EMFCHILD" val="True"/>
</p:tagLst>
</file>

<file path=ppt/tags/tag16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6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096"/>
  <p:tag name="ORIGINALWIDTH" val="6.619404"/>
  <p:tag name="EMFCHILD" val="True"/>
</p:tagLst>
</file>

<file path=ppt/tags/tag16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24381"/>
  <p:tag name="ORIGINALWIDTH" val="6.22126"/>
  <p:tag name="EMFCHILD" val="True"/>
</p:tagLst>
</file>

<file path=ppt/tags/tag16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6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202109"/>
  <p:tag name="EMFCHILD" val="True"/>
</p:tagLst>
</file>

<file path=ppt/tags/tag16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79753"/>
  <p:tag name="EMFCHILD" val="True"/>
</p:tagLst>
</file>

<file path=ppt/tags/tag16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6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6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36558"/>
  <p:tag name="EMFCHILD" val="True"/>
</p:tagLst>
</file>

<file path=ppt/tags/tag16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79753"/>
  <p:tag name="EMFCHILD" val="True"/>
</p:tagLst>
</file>

<file path=ppt/tags/tag16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6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2.309308"/>
  <p:tag name="EMFCHILD" val="True"/>
</p:tagLst>
</file>

<file path=ppt/tags/tag16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6.08189"/>
  <p:tag name="EMFCHILD" val="True"/>
</p:tagLst>
</file>

<file path=ppt/tags/tag16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2.309308"/>
  <p:tag name="EMFCHILD" val="True"/>
</p:tagLst>
</file>

<file path=ppt/tags/tag16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242829"/>
  <p:tag name="ORIGINALWIDTH" val="6.589539"/>
  <p:tag name="EMFCHILD" val="True"/>
</p:tagLst>
</file>

<file path=ppt/tags/tag16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3.971654"/>
  <p:tag name="EMFCHILD" val="True"/>
</p:tagLst>
</file>

<file path=ppt/tags/tag16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081131"/>
  <p:tag name="EMFCHILD" val="True"/>
</p:tagLst>
</file>

<file path=ppt/tags/tag16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6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202109"/>
  <p:tag name="EMFCHILD" val="True"/>
</p:tagLst>
</file>

<file path=ppt/tags/tag16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978825"/>
  <p:tag name="ORIGINALWIDTH" val="1.164595"/>
  <p:tag name="EMFCHILD" val="True"/>
</p:tagLst>
</file>

<file path=ppt/tags/tag16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36558"/>
  <p:tag name="EMFCHILD" val="True"/>
</p:tagLst>
</file>

<file path=ppt/tags/tag16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6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096"/>
  <p:tag name="ORIGINALWIDTH" val="6.619404"/>
  <p:tag name="EMFCHILD" val="True"/>
</p:tagLst>
</file>

<file path=ppt/tags/tag16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24381"/>
  <p:tag name="ORIGINALWIDTH" val="6.22126"/>
  <p:tag name="EMFCHILD" val="True"/>
</p:tagLst>
</file>

<file path=ppt/tags/tag16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6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202109"/>
  <p:tag name="EMFCHILD" val="True"/>
</p:tagLst>
</file>

<file path=ppt/tags/tag16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6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24381"/>
  <p:tag name="ORIGINALWIDTH" val="6.22126"/>
  <p:tag name="EMFCHILD" val="True"/>
</p:tagLst>
</file>

<file path=ppt/tags/tag16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6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36558"/>
  <p:tag name="EMFCHILD" val="True"/>
</p:tagLst>
</file>

<file path=ppt/tags/tag16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6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2.309308"/>
  <p:tag name="EMFCHILD" val="True"/>
</p:tagLst>
</file>

<file path=ppt/tags/tag16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79753"/>
  <p:tag name="EMFCHILD" val="True"/>
</p:tagLst>
</file>

<file path=ppt/tags/tag16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5"/>
  <p:tag name="ORIGINALWIDTH" val="6.559674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extit{Var}[XY] &amp;= \mathbb{E}[X^2Y^2] - \mathbb{E}^2[XY] \\&#10;&amp;= (\textit{Cov}[X^2, Y^2] + \mathbb{E}[X^2][Y^2]) - (\textit{Cov}[X, Y] + \mathbb{E}[X]\mathbb{E}[Y])^2 \\&#10;&amp;= \mathbb{E}[X^2]\mathbb{E}[Y^2] - \mathbb{E}^2[X]\mathbb{E}^2[Y] \\&#10;&amp;= \textit{Var}[X]\textit{Var}[Y] + \textit{Var}[X]\mathbb{E}^2[Y] + \textit{Var}[Y]\mathbb{E}^2[X] \\&#10;&amp;= 1&#10;\end{align*}&#10;&#10;&#10;\end{document}"/>
  <p:tag name="IGUANATEXSIZE" val="28"/>
  <p:tag name="IGUANATEXCURSOR" val="558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6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250366"/>
  <p:tag name="EMFCHILD" val="True"/>
</p:tagLst>
</file>

<file path=ppt/tags/tag16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04131"/>
  <p:tag name="EMFCHILD" val="True"/>
</p:tagLst>
</file>

<file path=ppt/tags/tag16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6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202109"/>
  <p:tag name="EMFCHILD" val="True"/>
</p:tagLst>
</file>

<file path=ppt/tags/tag16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36558"/>
  <p:tag name="EMFCHILD" val="True"/>
</p:tagLst>
</file>

<file path=ppt/tags/tag16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6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619404"/>
  <p:tag name="EMFCHILD" val="True"/>
</p:tagLst>
</file>

<file path=ppt/tags/tag16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24381"/>
  <p:tag name="ORIGINALWIDTH" val="6.22126"/>
  <p:tag name="EMFCHILD" val="True"/>
</p:tagLst>
</file>

<file path=ppt/tags/tag16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6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202109"/>
  <p:tag name="EMFCHILD" val="True"/>
</p:tagLst>
</file>

<file path=ppt/tags/tag16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79753"/>
  <p:tag name="EMFCHILD" val="True"/>
</p:tagLst>
</file>

<file path=ppt/tags/tag16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36558"/>
  <p:tag name="EMFCHILD" val="True"/>
</p:tagLst>
</file>

<file path=ppt/tags/tag16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79753"/>
  <p:tag name="EMFCHILD" val="True"/>
</p:tagLst>
</file>

<file path=ppt/tags/tag16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6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6.08189"/>
  <p:tag name="EMFCHILD" val="True"/>
</p:tagLst>
</file>

<file path=ppt/tags/tag16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24381"/>
  <p:tag name="ORIGINALWIDTH" val="6.22126"/>
  <p:tag name="EMFCHILD" val="True"/>
</p:tagLst>
</file>

<file path=ppt/tags/tag16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79753"/>
  <p:tag name="EMFCHILD" val="True"/>
</p:tagLst>
</file>

<file path=ppt/tags/tag16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6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202109"/>
  <p:tag name="EMFCHILD" val="True"/>
</p:tagLst>
</file>

<file path=ppt/tags/tag16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36558"/>
  <p:tag name="EMFCHILD" val="True"/>
</p:tagLst>
</file>

<file path=ppt/tags/tag16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3695"/>
  <p:tag name="EMFCHILD" val="True"/>
</p:tagLst>
</file>

<file path=ppt/tags/tag16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27249"/>
  <p:tag name="ORIGINALWIDTH" val="109.8326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X_1, Y_1, X_2, Y_2, \ldots, X_n, Y_n&#10;\end{align*}&#10;&#10;&#10;\end{document}"/>
  <p:tag name="IGUANATEXSIZE" val="28"/>
  <p:tag name="IGUANATEXCURSOR" val="248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6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83576"/>
  <p:tag name="ORIGINALWIDTH" val="8.202109"/>
  <p:tag name="EMFCHILD" val="True"/>
</p:tagLst>
</file>

<file path=ppt/tags/tag16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83576"/>
  <p:tag name="ORIGINALWIDTH" val="7.236558"/>
  <p:tag name="EMFCHILD" val="True"/>
</p:tagLst>
</file>

<file path=ppt/tags/tag16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53.87832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extit{Var}[XY] = 1&#10;\end{align*}&#10;&#10;&#10;\end{document}"/>
  <p:tag name="IGUANATEXSIZE" val="28"/>
  <p:tag name="IGUANATEXCURSOR" val="232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6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7.35312"/>
  <p:tag name="ORIGINALWIDTH" val="146.8025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extit{Var}[\sum_{i=1}^n X_iY_i] = \sum_{i=1}^n \textit{Var}[X_iY_i] = n&#10;\end{align*}&#10;&#10;&#10;\end{document}"/>
  <p:tag name="IGUANATEXSIZE" val="28"/>
  <p:tag name="IGUANATEXCURSOR" val="28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6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7.35312"/>
  <p:tag name="ORIGINALWIDTH" val="229.1775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extit{Var}[\sum_{i=1}^n \frac{X_iY_i}{\sqrt{n}}] = \sum_{i=1}^n \textit{Var}[ \frac{X_iY_i}{\sqrt{n}}] = \sum_{i=1}^n \frac1n\textit{Var}[ X_iY_i] = 1&#10;\end{align*}&#10;&#10;&#10;\end{document}"/>
  <p:tag name="IGUANATEXSIZE" val="28"/>
  <p:tag name="IGUANATEXCURSOR" val="36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6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5"/>
  <p:tag name="ORIGINALWIDTH" val="6.551264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extit{Var}[\sum_{i=1}^n \frac{X_iY_i}{\sqrt{n}}] = \sum_{i=1}^n \textit{Var}[ \frac{X_iY_i}{\sqrt{n}}] = \sum_{i=1}^n \frac1n\textit{Var}[ X_iY_i] = 1&#10;\end{align*}&#10;&#10;&#10;\end{document}"/>
  <p:tag name="IGUANATEXSIZE" val="28"/>
  <p:tag name="IGUANATEXCURSOR" val="36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6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244909"/>
  <p:tag name="EMFCHILD" val="True"/>
</p:tagLst>
</file>

<file path=ppt/tags/tag16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036135"/>
  <p:tag name="EMFCHILD" val="True"/>
</p:tagLst>
</file>

<file path=ppt/tags/tag16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1951"/>
  <p:tag name="EMFCHILD" val="True"/>
</p:tagLst>
</file>

<file path=ppt/tags/tag16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91"/>
  <p:tag name="ORIGINALWIDTH" val="4.251855"/>
  <p:tag name="EMFCHILD" val="True"/>
</p:tagLst>
</file>

<file path=ppt/tags/tag16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3.94769"/>
  <p:tag name="ORIGINALWIDTH" val="13.2318"/>
  <p:tag name="EMFCHILD" val="True"/>
</p:tagLst>
</file>

<file path=ppt/tags/tag16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0852"/>
  <p:tag name="EMFCHILD" val="True"/>
</p:tagLst>
</file>

<file path=ppt/tags/tag16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875956"/>
  <p:tag name="ORIGINALWIDTH" val="5.121737"/>
  <p:tag name="EMFCHILD" val="True"/>
</p:tagLst>
</file>

<file path=ppt/tags/tag16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3014"/>
  <p:tag name="EMFCHILD" val="True"/>
</p:tagLst>
</file>

<file path=ppt/tags/tag16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191589"/>
  <p:tag name="EMFCHILD" val="True"/>
</p:tagLst>
</file>

<file path=ppt/tags/tag16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0852"/>
  <p:tag name="EMFCHILD" val="True"/>
</p:tagLst>
</file>

<file path=ppt/tags/tag16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27276"/>
  <p:tag name="EMFCHILD" val="True"/>
</p:tagLst>
</file>

<file path=ppt/tags/tag16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0852"/>
  <p:tag name="EMFCHILD" val="True"/>
</p:tagLst>
</file>

<file path=ppt/tags/tag16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20.62696"/>
  <p:tag name="EMFCHILD" val="True"/>
</p:tagLst>
</file>

<file path=ppt/tags/tag16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7.75416"/>
  <p:tag name="EMFCHILD" val="True"/>
</p:tagLst>
</file>

<file path=ppt/tags/tag16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5.967069"/>
  <p:tag name="EMFCHILD" val="True"/>
</p:tagLst>
</file>

<file path=ppt/tags/tag16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5.388159"/>
  <p:tag name="EMFCHILD" val="True"/>
</p:tagLst>
</file>

<file path=ppt/tags/tag16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1951"/>
  <p:tag name="EMFCHILD" val="True"/>
</p:tagLst>
</file>

<file path=ppt/tags/tag16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610938"/>
  <p:tag name="EMFCHILD" val="True"/>
</p:tagLst>
</file>

<file path=ppt/tags/tag16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91"/>
  <p:tag name="ORIGINALWIDTH" val="4.251855"/>
  <p:tag name="EMFCHILD" val="True"/>
</p:tagLst>
</file>

<file path=ppt/tags/tag16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3.94769"/>
  <p:tag name="ORIGINALWIDTH" val="13.2318"/>
  <p:tag name="EMFCHILD" val="True"/>
</p:tagLst>
</file>

<file path=ppt/tags/tag16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0852"/>
  <p:tag name="EMFCHILD" val="True"/>
</p:tagLst>
</file>

<file path=ppt/tags/tag16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875956"/>
  <p:tag name="ORIGINALWIDTH" val="5.121737"/>
  <p:tag name="EMFCHILD" val="True"/>
</p:tagLst>
</file>

<file path=ppt/tags/tag16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3014"/>
  <p:tag name="EMFCHILD" val="True"/>
</p:tagLst>
</file>

<file path=ppt/tags/tag16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5"/>
  <p:tag name="ORIGINALWIDTH" val="6.551264"/>
  <p:tag name="EMFCHILD" val="True"/>
</p:tagLst>
</file>

<file path=ppt/tags/tag16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244909"/>
  <p:tag name="EMFCHILD" val="True"/>
</p:tagLst>
</file>

<file path=ppt/tags/tag16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036135"/>
  <p:tag name="EMFCHILD" val="True"/>
</p:tagLst>
</file>

<file path=ppt/tags/tag16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1951"/>
  <p:tag name="EMFCHILD" val="True"/>
</p:tagLst>
</file>

<file path=ppt/tags/tag16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191589"/>
  <p:tag name="EMFCHILD" val="True"/>
</p:tagLst>
</file>

<file path=ppt/tags/tag16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0852"/>
  <p:tag name="EMFCHILD" val="True"/>
</p:tagLst>
</file>

<file path=ppt/tags/tag17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27276"/>
  <p:tag name="EMFCHILD" val="True"/>
</p:tagLst>
</file>

<file path=ppt/tags/tag17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0852"/>
  <p:tag name="EMFCHILD" val="True"/>
</p:tagLst>
</file>

<file path=ppt/tags/tag17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20.62696"/>
  <p:tag name="EMFCHILD" val="True"/>
</p:tagLst>
</file>

<file path=ppt/tags/tag17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7.75416"/>
  <p:tag name="EMFCHILD" val="True"/>
</p:tagLst>
</file>

<file path=ppt/tags/tag17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5.967069"/>
  <p:tag name="EMFCHILD" val="True"/>
</p:tagLst>
</file>

<file path=ppt/tags/tag17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5.388159"/>
  <p:tag name="EMFCHILD" val="True"/>
</p:tagLst>
</file>

<file path=ppt/tags/tag17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1951"/>
  <p:tag name="EMFCHILD" val="True"/>
</p:tagLst>
</file>

<file path=ppt/tags/tag17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610938"/>
  <p:tag name="EMFCHILD" val="True"/>
</p:tagLst>
</file>

<file path=ppt/tags/tag17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91"/>
  <p:tag name="ORIGINALWIDTH" val="4.251855"/>
  <p:tag name="EMFCHILD" val="True"/>
</p:tagLst>
</file>

<file path=ppt/tags/tag17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3.94769"/>
  <p:tag name="ORIGINALWIDTH" val="13.2318"/>
  <p:tag name="EMFCHILD" val="True"/>
</p:tagLst>
</file>

<file path=ppt/tags/tag17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0852"/>
  <p:tag name="EMFCHILD" val="True"/>
</p:tagLst>
</file>

<file path=ppt/tags/tag17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875956"/>
  <p:tag name="ORIGINALWIDTH" val="5.121737"/>
  <p:tag name="EMFCHILD" val="True"/>
</p:tagLst>
</file>

<file path=ppt/tags/tag17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3014"/>
  <p:tag name="EMFCHILD" val="True"/>
</p:tagLst>
</file>

<file path=ppt/tags/tag17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096"/>
  <p:tag name="ORIGINALWIDTH" val="3.280595"/>
  <p:tag name="EMFCHILD" val="True"/>
</p:tagLst>
</file>

<file path=ppt/tags/tag17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5.967069"/>
  <p:tag name="EMFCHILD" val="True"/>
</p:tagLst>
</file>

<file path=ppt/tags/tag17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5.388159"/>
  <p:tag name="EMFCHILD" val="True"/>
</p:tagLst>
</file>

<file path=ppt/tags/tag17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5"/>
  <p:tag name="ORIGINALWIDTH" val="6.551264"/>
  <p:tag name="EMFCHILD" val="True"/>
</p:tagLst>
</file>

<file path=ppt/tags/tag17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244909"/>
  <p:tag name="EMFCHILD" val="True"/>
</p:tagLst>
</file>

<file path=ppt/tags/tag17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036135"/>
  <p:tag name="EMFCHILD" val="True"/>
</p:tagLst>
</file>

<file path=ppt/tags/tag17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1951"/>
  <p:tag name="EMFCHILD" val="True"/>
</p:tagLst>
</file>

<file path=ppt/tags/tag17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191589"/>
  <p:tag name="EMFCHILD" val="True"/>
</p:tagLst>
</file>

<file path=ppt/tags/tag17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0852"/>
  <p:tag name="EMFCHILD" val="True"/>
</p:tagLst>
</file>

<file path=ppt/tags/tag17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27276"/>
  <p:tag name="EMFCHILD" val="True"/>
</p:tagLst>
</file>

<file path=ppt/tags/tag17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0852"/>
  <p:tag name="EMFCHILD" val="True"/>
</p:tagLst>
</file>

<file path=ppt/tags/tag17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1951"/>
  <p:tag name="EMFCHILD" val="True"/>
</p:tagLst>
</file>

<file path=ppt/tags/tag17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610938"/>
  <p:tag name="EMFCHILD" val="True"/>
</p:tagLst>
</file>

<file path=ppt/tags/tag17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096"/>
  <p:tag name="ORIGINALWIDTH" val="3.280595"/>
  <p:tag name="EMFCHILD" val="True"/>
</p:tagLst>
</file>

<file path=ppt/tags/tag17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5"/>
  <p:tag name="ORIGINALWIDTH" val="6.576377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extit{Var}[\sum_{i=1}^n X_iY_i] = \sum_{i=1}^n \textit{Var}[X_iY_i] = n&#10;\end{align*}&#10;&#10;&#10;\end{document}"/>
  <p:tag name="IGUANATEXSIZE" val="28"/>
  <p:tag name="IGUANATEXCURSOR" val="28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7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261164"/>
  <p:tag name="EMFCHILD" val="True"/>
</p:tagLst>
</file>

<file path=ppt/tags/tag17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051603"/>
  <p:tag name="EMFCHILD" val="True"/>
</p:tagLst>
</file>

<file path=ppt/tags/tag17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7154"/>
  <p:tag name="EMFCHILD" val="True"/>
</p:tagLst>
</file>

<file path=ppt/tags/tag17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91"/>
  <p:tag name="ORIGINALWIDTH" val="4.268166"/>
  <p:tag name="EMFCHILD" val="True"/>
</p:tagLst>
</file>

<file path=ppt/tags/tag17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3.94769"/>
  <p:tag name="ORIGINALWIDTH" val="13.28251"/>
  <p:tag name="EMFCHILD" val="True"/>
</p:tagLst>
</file>

<file path=ppt/tags/tag17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1662"/>
  <p:tag name="EMFCHILD" val="True"/>
</p:tagLst>
</file>

<file path=ppt/tags/tag17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875956"/>
  <p:tag name="ORIGINALWIDTH" val="5.141338"/>
  <p:tag name="EMFCHILD" val="True"/>
</p:tagLst>
</file>

<file path=ppt/tags/tag17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42717"/>
  <p:tag name="EMFCHILD" val="True"/>
</p:tagLst>
</file>

<file path=ppt/tags/tag17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222975"/>
  <p:tag name="EMFCHILD" val="True"/>
</p:tagLst>
</file>

<file path=ppt/tags/tag17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1662"/>
  <p:tag name="EMFCHILD" val="True"/>
</p:tagLst>
</file>

<file path=ppt/tags/tag17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54977"/>
  <p:tag name="EMFCHILD" val="True"/>
</p:tagLst>
</file>

<file path=ppt/tags/tag17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1662"/>
  <p:tag name="EMFCHILD" val="True"/>
</p:tagLst>
</file>

<file path=ppt/tags/tag17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7154"/>
  <p:tag name="EMFCHILD" val="True"/>
</p:tagLst>
</file>

<file path=ppt/tags/tag17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636248"/>
  <p:tag name="EMFCHILD" val="True"/>
</p:tagLst>
</file>

<file path=ppt/tags/tag17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91"/>
  <p:tag name="ORIGINALWIDTH" val="4.268166"/>
  <p:tag name="EMFCHILD" val="True"/>
</p:tagLst>
</file>

<file path=ppt/tags/tag17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3.94769"/>
  <p:tag name="ORIGINALWIDTH" val="13.28251"/>
  <p:tag name="EMFCHILD" val="True"/>
</p:tagLst>
</file>

<file path=ppt/tags/tag17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1662"/>
  <p:tag name="EMFCHILD" val="True"/>
</p:tagLst>
</file>

<file path=ppt/tags/tag17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875956"/>
  <p:tag name="ORIGINALWIDTH" val="5.141338"/>
  <p:tag name="EMFCHILD" val="True"/>
</p:tagLst>
</file>

<file path=ppt/tags/tag17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42717"/>
  <p:tag name="EMFCHILD" val="True"/>
</p:tagLst>
</file>

<file path=ppt/tags/tag17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5"/>
  <p:tag name="ORIGINALWIDTH" val="6.576377"/>
  <p:tag name="EMFCHILD" val="True"/>
</p:tagLst>
</file>

<file path=ppt/tags/tag17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261164"/>
  <p:tag name="EMFCHILD" val="True"/>
</p:tagLst>
</file>

<file path=ppt/tags/tag17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051603"/>
  <p:tag name="EMFCHILD" val="True"/>
</p:tagLst>
</file>

<file path=ppt/tags/tag17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7154"/>
  <p:tag name="EMFCHILD" val="True"/>
</p:tagLst>
</file>

<file path=ppt/tags/tag17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222975"/>
  <p:tag name="EMFCHILD" val="True"/>
</p:tagLst>
</file>

<file path=ppt/tags/tag17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1662"/>
  <p:tag name="EMFCHILD" val="True"/>
</p:tagLst>
</file>

<file path=ppt/tags/tag17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54977"/>
  <p:tag name="EMFCHILD" val="True"/>
</p:tagLst>
</file>

<file path=ppt/tags/tag17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1662"/>
  <p:tag name="EMFCHILD" val="True"/>
</p:tagLst>
</file>

<file path=ppt/tags/tag17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7154"/>
  <p:tag name="EMFCHILD" val="True"/>
</p:tagLst>
</file>

<file path=ppt/tags/tag17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636248"/>
  <p:tag name="EMFCHILD" val="True"/>
</p:tagLst>
</file>

<file path=ppt/tags/tag17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5.408802"/>
  <p:tag name="EMFCHILD" val="True"/>
</p:tagLst>
</file>

<file path=ppt/tags/tag17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806"/>
  <p:tag name="ORIGINALWIDTH" val="6.565354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extit{Var}[XY] = 1&#10;\end{align*}&#10;&#10;&#10;\end{document}"/>
  <p:tag name="IGUANATEXSIZE" val="28"/>
  <p:tag name="IGUANATEXCURSOR" val="232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7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00225"/>
  <p:tag name="ORIGINALWIDTH" val="4.254021"/>
  <p:tag name="EMFCHILD" val="True"/>
</p:tagLst>
</file>

<file path=ppt/tags/tag17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00225"/>
  <p:tag name="ORIGINALWIDTH" val="4.044826"/>
  <p:tag name="EMFCHILD" val="True"/>
</p:tagLst>
</file>

<file path=ppt/tags/tag17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1.364876"/>
  <p:tag name="EMFCHILD" val="True"/>
</p:tagLst>
</file>

<file path=ppt/tags/tag17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4364"/>
  <p:tag name="ORIGINALWIDTH" val="8.209196"/>
  <p:tag name="EMFCHILD" val="True"/>
</p:tagLst>
</file>

<file path=ppt/tags/tag17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4364"/>
  <p:tag name="ORIGINALWIDTH" val="7.242829"/>
  <p:tag name="EMFCHILD" val="True"/>
</p:tagLst>
</file>

<file path=ppt/tags/tag17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13554"/>
  <p:tag name="ORIGINALWIDTH" val="1.364876"/>
  <p:tag name="EMFCHILD" val="True"/>
</p:tagLst>
</file>

<file path=ppt/tags/tag17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72975"/>
  <p:tag name="ORIGINALWIDTH" val="6.625141"/>
  <p:tag name="EMFCHILD" val="True"/>
</p:tagLst>
</file>

<file path=ppt/tags/tag17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69235"/>
  <p:tag name="ORIGINALWIDTH" val="3.287655"/>
  <p:tag name="EMFCHILD" val="True"/>
</p:tagLst>
</file>

<file path=ppt/tags/tag17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227868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X_1, Y_1, X_2, Y_2, \ldots, X_n, Y_n&#10;\end{align*}&#10;&#10;&#10;\end{document}"/>
  <p:tag name="IGUANATEXSIZE" val="28"/>
  <p:tag name="IGUANATEXCURSOR" val="248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7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44235"/>
  <p:tag name="EMFCHILD" val="True"/>
</p:tagLst>
</file>

<file path=ppt/tags/tag17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978825"/>
  <p:tag name="ORIGINALWIDTH" val="1.168251"/>
  <p:tag name="EMFCHILD" val="True"/>
</p:tagLst>
</file>

<file path=ppt/tags/tag17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59281"/>
  <p:tag name="EMFCHILD" val="True"/>
</p:tagLst>
</file>

<file path=ppt/tags/tag17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44235"/>
  <p:tag name="EMFCHILD" val="True"/>
</p:tagLst>
</file>

<file path=ppt/tags/tag17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978825"/>
  <p:tag name="ORIGINALWIDTH" val="1.168251"/>
  <p:tag name="EMFCHILD" val="True"/>
</p:tagLst>
</file>

<file path=ppt/tags/tag17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227868"/>
  <p:tag name="EMFCHILD" val="True"/>
</p:tagLst>
</file>

<file path=ppt/tags/tag17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9426"/>
  <p:tag name="EMFCHILD" val="True"/>
</p:tagLst>
</file>

<file path=ppt/tags/tag17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978825"/>
  <p:tag name="ORIGINALWIDTH" val="1.168251"/>
  <p:tag name="EMFCHILD" val="True"/>
</p:tagLst>
</file>

<file path=ppt/tags/tag17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59281"/>
  <p:tag name="EMFCHILD" val="True"/>
</p:tagLst>
</file>

<file path=ppt/tags/tag17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9426"/>
  <p:tag name="EMFCHILD" val="True"/>
</p:tagLst>
</file>

<file path=ppt/tags/tag17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978825"/>
  <p:tag name="ORIGINALWIDTH" val="1.168251"/>
  <p:tag name="EMFCHILD" val="True"/>
</p:tagLst>
</file>

<file path=ppt/tags/tag17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8"/>
  <p:tag name="ORIGINALWIDTH" val="1.058437"/>
  <p:tag name="EMFCHILD" val="True"/>
</p:tagLst>
</file>

<file path=ppt/tags/tag17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8"/>
  <p:tag name="ORIGINALWIDTH" val="1.058437"/>
  <p:tag name="EMFCHILD" val="True"/>
</p:tagLst>
</file>

<file path=ppt/tags/tag17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8"/>
  <p:tag name="ORIGINALWIDTH" val="1.058437"/>
  <p:tag name="EMFCHILD" val="True"/>
</p:tagLst>
</file>

<file path=ppt/tags/tag17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978825"/>
  <p:tag name="ORIGINALWIDTH" val="1.168251"/>
  <p:tag name="EMFCHILD" val="True"/>
</p:tagLst>
</file>

<file path=ppt/tags/tag17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227868"/>
  <p:tag name="EMFCHILD" val="True"/>
</p:tagLst>
</file>

<file path=ppt/tags/tag17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91"/>
  <p:tag name="ORIGINALWIDTH" val="4.270698"/>
  <p:tag name="EMFCHILD" val="True"/>
</p:tagLst>
</file>

<file path=ppt/tags/tag17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978825"/>
  <p:tag name="ORIGINALWIDTH" val="1.168251"/>
  <p:tag name="EMFCHILD" val="True"/>
</p:tagLst>
</file>

<file path=ppt/tags/tag17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59281"/>
  <p:tag name="EMFCHILD" val="True"/>
</p:tagLst>
</file>

<file path=ppt/tags/tag17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91"/>
  <p:tag name="ORIGINALWIDTH" val="4.270698"/>
  <p:tag name="EMFCHILD" val="True"/>
</p:tagLst>
</file>

<file path=ppt/tags/tag17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5"/>
  <p:tag name="ORIGINALWIDTH" val="6.551264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extit{Var}[\sum_{i=1}^n \frac{X_iY_i}{\sqrt{n}}] = \sum_{i=1}^n \textit{Var}[ \frac{X_iY_i}{\sqrt{n}}] = \sum_{i=1}^n \frac1n\textit{Var}[ X_iY_i] = 1&#10;\end{align*}&#10;&#10;&#10;\end{document}"/>
  <p:tag name="IGUANATEXSIZE" val="28"/>
  <p:tag name="IGUANATEXCURSOR" val="36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7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244909"/>
  <p:tag name="EMFCHILD" val="True"/>
</p:tagLst>
</file>

<file path=ppt/tags/tag17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036135"/>
  <p:tag name="EMFCHILD" val="True"/>
</p:tagLst>
</file>

<file path=ppt/tags/tag17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1951"/>
  <p:tag name="EMFCHILD" val="True"/>
</p:tagLst>
</file>

<file path=ppt/tags/tag17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91"/>
  <p:tag name="ORIGINALWIDTH" val="4.251855"/>
  <p:tag name="EMFCHILD" val="True"/>
</p:tagLst>
</file>

<file path=ppt/tags/tag17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3.94769"/>
  <p:tag name="ORIGINALWIDTH" val="13.2318"/>
  <p:tag name="EMFCHILD" val="True"/>
</p:tagLst>
</file>

<file path=ppt/tags/tag17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0852"/>
  <p:tag name="EMFCHILD" val="True"/>
</p:tagLst>
</file>

<file path=ppt/tags/tag17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875956"/>
  <p:tag name="ORIGINALWIDTH" val="5.121737"/>
  <p:tag name="EMFCHILD" val="True"/>
</p:tagLst>
</file>

<file path=ppt/tags/tag17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3014"/>
  <p:tag name="EMFCHILD" val="True"/>
</p:tagLst>
</file>

<file path=ppt/tags/tag17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191589"/>
  <p:tag name="EMFCHILD" val="True"/>
</p:tagLst>
</file>

<file path=ppt/tags/tag17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0852"/>
  <p:tag name="EMFCHILD" val="True"/>
</p:tagLst>
</file>

<file path=ppt/tags/tag17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27276"/>
  <p:tag name="EMFCHILD" val="True"/>
</p:tagLst>
</file>

<file path=ppt/tags/tag18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0852"/>
  <p:tag name="EMFCHILD" val="True"/>
</p:tagLst>
</file>

<file path=ppt/tags/tag18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20.62696"/>
  <p:tag name="EMFCHILD" val="True"/>
</p:tagLst>
</file>

<file path=ppt/tags/tag18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7.75416"/>
  <p:tag name="EMFCHILD" val="True"/>
</p:tagLst>
</file>

<file path=ppt/tags/tag18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5.967069"/>
  <p:tag name="EMFCHILD" val="True"/>
</p:tagLst>
</file>

<file path=ppt/tags/tag18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5.388159"/>
  <p:tag name="EMFCHILD" val="True"/>
</p:tagLst>
</file>

<file path=ppt/tags/tag18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1951"/>
  <p:tag name="EMFCHILD" val="True"/>
</p:tagLst>
</file>

<file path=ppt/tags/tag18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610938"/>
  <p:tag name="EMFCHILD" val="True"/>
</p:tagLst>
</file>

<file path=ppt/tags/tag18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91"/>
  <p:tag name="ORIGINALWIDTH" val="4.251855"/>
  <p:tag name="EMFCHILD" val="True"/>
</p:tagLst>
</file>

<file path=ppt/tags/tag18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3.94769"/>
  <p:tag name="ORIGINALWIDTH" val="13.2318"/>
  <p:tag name="EMFCHILD" val="True"/>
</p:tagLst>
</file>

<file path=ppt/tags/tag18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0852"/>
  <p:tag name="EMFCHILD" val="True"/>
</p:tagLst>
</file>

<file path=ppt/tags/tag18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875956"/>
  <p:tag name="ORIGINALWIDTH" val="5.121737"/>
  <p:tag name="EMFCHILD" val="True"/>
</p:tagLst>
</file>

<file path=ppt/tags/tag18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3014"/>
  <p:tag name="EMFCHILD" val="True"/>
</p:tagLst>
</file>

<file path=ppt/tags/tag18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5"/>
  <p:tag name="ORIGINALWIDTH" val="6.551264"/>
  <p:tag name="EMFCHILD" val="True"/>
</p:tagLst>
</file>

<file path=ppt/tags/tag18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244909"/>
  <p:tag name="EMFCHILD" val="True"/>
</p:tagLst>
</file>

<file path=ppt/tags/tag18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036135"/>
  <p:tag name="EMFCHILD" val="True"/>
</p:tagLst>
</file>

<file path=ppt/tags/tag18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1951"/>
  <p:tag name="EMFCHILD" val="True"/>
</p:tagLst>
</file>

<file path=ppt/tags/tag18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191589"/>
  <p:tag name="EMFCHILD" val="True"/>
</p:tagLst>
</file>

<file path=ppt/tags/tag18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0852"/>
  <p:tag name="EMFCHILD" val="True"/>
</p:tagLst>
</file>

<file path=ppt/tags/tag18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27276"/>
  <p:tag name="EMFCHILD" val="True"/>
</p:tagLst>
</file>

<file path=ppt/tags/tag18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0852"/>
  <p:tag name="EMFCHILD" val="True"/>
</p:tagLst>
</file>

<file path=ppt/tags/tag18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20.62696"/>
  <p:tag name="EMFCHILD" val="True"/>
</p:tagLst>
</file>

<file path=ppt/tags/tag18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7.75416"/>
  <p:tag name="EMFCHILD" val="True"/>
</p:tagLst>
</file>

<file path=ppt/tags/tag18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5.967069"/>
  <p:tag name="EMFCHILD" val="True"/>
</p:tagLst>
</file>

<file path=ppt/tags/tag18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5.388159"/>
  <p:tag name="EMFCHILD" val="True"/>
</p:tagLst>
</file>

<file path=ppt/tags/tag18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1951"/>
  <p:tag name="EMFCHILD" val="True"/>
</p:tagLst>
</file>

<file path=ppt/tags/tag18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610938"/>
  <p:tag name="EMFCHILD" val="True"/>
</p:tagLst>
</file>

<file path=ppt/tags/tag18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91"/>
  <p:tag name="ORIGINALWIDTH" val="4.251855"/>
  <p:tag name="EMFCHILD" val="True"/>
</p:tagLst>
</file>

<file path=ppt/tags/tag18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3.94769"/>
  <p:tag name="ORIGINALWIDTH" val="13.2318"/>
  <p:tag name="EMFCHILD" val="True"/>
</p:tagLst>
</file>

<file path=ppt/tags/tag18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0852"/>
  <p:tag name="EMFCHILD" val="True"/>
</p:tagLst>
</file>

<file path=ppt/tags/tag18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875956"/>
  <p:tag name="ORIGINALWIDTH" val="5.121737"/>
  <p:tag name="EMFCHILD" val="True"/>
</p:tagLst>
</file>

<file path=ppt/tags/tag18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3014"/>
  <p:tag name="EMFCHILD" val="True"/>
</p:tagLst>
</file>

<file path=ppt/tags/tag18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096"/>
  <p:tag name="ORIGINALWIDTH" val="3.280595"/>
  <p:tag name="EMFCHILD" val="True"/>
</p:tagLst>
</file>

<file path=ppt/tags/tag18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5.967069"/>
  <p:tag name="EMFCHILD" val="True"/>
</p:tagLst>
</file>

<file path=ppt/tags/tag18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5.388159"/>
  <p:tag name="EMFCHILD" val="True"/>
</p:tagLst>
</file>

<file path=ppt/tags/tag18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5"/>
  <p:tag name="ORIGINALWIDTH" val="6.551264"/>
  <p:tag name="EMFCHILD" val="True"/>
</p:tagLst>
</file>

<file path=ppt/tags/tag18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244909"/>
  <p:tag name="EMFCHILD" val="True"/>
</p:tagLst>
</file>

<file path=ppt/tags/tag18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9"/>
  <p:tag name="ORIGINALWIDTH" val="4.036135"/>
  <p:tag name="EMFCHILD" val="True"/>
</p:tagLst>
</file>

<file path=ppt/tags/tag18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1951"/>
  <p:tag name="EMFCHILD" val="True"/>
</p:tagLst>
</file>

<file path=ppt/tags/tag18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8.191589"/>
  <p:tag name="EMFCHILD" val="True"/>
</p:tagLst>
</file>

<file path=ppt/tags/tag18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0852"/>
  <p:tag name="EMFCHILD" val="True"/>
</p:tagLst>
</file>

<file path=ppt/tags/tag18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71"/>
  <p:tag name="ORIGINALWIDTH" val="7.227276"/>
  <p:tag name="EMFCHILD" val="True"/>
</p:tagLst>
</file>

<file path=ppt/tags/tag18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1"/>
  <p:tag name="ORIGINALWIDTH" val="2.10852"/>
  <p:tag name="EMFCHILD" val="True"/>
</p:tagLst>
</file>

<file path=ppt/tags/tag18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27"/>
  <p:tag name="ORIGINALWIDTH" val="1.361951"/>
  <p:tag name="EMFCHILD" val="True"/>
</p:tagLst>
</file>

<file path=ppt/tags/tag18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610938"/>
  <p:tag name="EMFCHILD" val="True"/>
</p:tagLst>
</file>

<file path=ppt/tags/tag18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096"/>
  <p:tag name="ORIGINALWIDTH" val="3.280595"/>
  <p:tag name="EMFCHILD" val="True"/>
</p:tagLst>
</file>

<file path=ppt/tags/tag18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4.40291"/>
  <p:tag name="ORIGINALWIDTH" val="104.8056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8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9.87795"/>
  <p:tag name="ORIGINALWIDTH" val="69.31429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U\left(-\sqrt{\frac{3}{d}}, \sqrt{\frac{3}{d}}\right)&#10;\end{align*}&#10;&#10;&#10;\end{document}"/>
  <p:tag name="IGUANATEXSIZE" val="28"/>
  <p:tag name="IGUANATEXCURSOR" val="26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8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5"/>
  <p:tag name="ORIGINALWIDTH" val="6.88045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U\left(-\sqrt{\frac{3}{d}}, \sqrt{\frac{3}{d}}\right)&#10;\end{align*}&#10;&#10;&#10;\end{document}"/>
  <p:tag name="IGUANATEXSIZE" val="28"/>
  <p:tag name="IGUANATEXCURSOR" val="26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8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9.87795"/>
  <p:tag name="ORIGINALWIDTH" val="5.17275"/>
  <p:tag name="EMFCHILD" val="True"/>
</p:tagLst>
</file>

<file path=ppt/tags/tag18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6.06631"/>
  <p:tag name="EMFCHILD" val="True"/>
</p:tagLst>
</file>

<file path=ppt/tags/tag18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91032"/>
  <p:tag name="ORIGINALWIDTH" val="9.025"/>
  <p:tag name="EMFCHILD" val="True"/>
</p:tagLst>
</file>

<file path=ppt/tags/tag18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7.550478"/>
  <p:tag name="EMFCHILD" val="True"/>
</p:tagLst>
</file>

<file path=ppt/tags/tag18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5"/>
  <p:tag name="ORIGINALWIDTH" val="4.120332"/>
  <p:tag name="EMFCHILD" val="True"/>
</p:tagLst>
</file>

<file path=ppt/tags/tag18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5.16766"/>
  <p:tag name="EMFCHILD" val="True"/>
</p:tagLst>
</file>

<file path=ppt/tags/tag18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5"/>
  <p:tag name="ORIGINALWIDTH" val="4.725956"/>
  <p:tag name="EMFCHILD" val="True"/>
</p:tagLst>
</file>

<file path=ppt/tags/tag18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978825"/>
  <p:tag name="ORIGINALWIDTH" val="1.161614"/>
  <p:tag name="EMFCHILD" val="True"/>
</p:tagLst>
</file>

<file path=ppt/tags/tag18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91032"/>
  <p:tag name="ORIGINALWIDTH" val="9.025"/>
  <p:tag name="EMFCHILD" val="True"/>
</p:tagLst>
</file>

<file path=ppt/tags/tag18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7.550478"/>
  <p:tag name="EMFCHILD" val="True"/>
</p:tagLst>
</file>

<file path=ppt/tags/tag18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5"/>
  <p:tag name="ORIGINALWIDTH" val="4.120332"/>
  <p:tag name="EMFCHILD" val="True"/>
</p:tagLst>
</file>

<file path=ppt/tags/tag18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5.16766"/>
  <p:tag name="EMFCHILD" val="True"/>
</p:tagLst>
</file>

<file path=ppt/tags/tag18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5"/>
  <p:tag name="ORIGINALWIDTH" val="4.725956"/>
  <p:tag name="EMFCHILD" val="True"/>
</p:tagLst>
</file>

<file path=ppt/tags/tag18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9.87795"/>
  <p:tag name="ORIGINALWIDTH" val="5.17275"/>
  <p:tag name="EMFCHILD" val="True"/>
</p:tagLst>
</file>

<file path=ppt/tags/tag18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172391"/>
  <p:tag name="ORIGINALWIDTH" val="3.32530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8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06839"/>
  <p:tag name="ORIGINALWIDTH" val="6.830342"/>
  <p:tag name="EMFCHILD" val="True"/>
</p:tagLst>
</file>

<file path=ppt/tags/tag18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7932"/>
  <p:tag name="ORIGINALWIDTH" val="6.640607"/>
  <p:tag name="EMFCHILD" val="True"/>
</p:tagLst>
</file>

<file path=ppt/tags/tag18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18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3.265382"/>
  <p:tag name="EMFCHILD" val="True"/>
</p:tagLst>
</file>

<file path=ppt/tags/tag18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423734"/>
  <p:tag name="EMFCHILD" val="True"/>
</p:tagLst>
</file>

<file path=ppt/tags/tag18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3.235433"/>
  <p:tag name="EMFCHILD" val="True"/>
</p:tagLst>
</file>

<file path=ppt/tags/tag18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74217"/>
  <p:tag name="ORIGINALWIDTH" val="3.12559"/>
  <p:tag name="EMFCHILD" val="True"/>
</p:tagLst>
</file>

<file path=ppt/tags/tag18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24"/>
  <p:tag name="ORIGINALWIDTH" val="7.798987"/>
  <p:tag name="EMFCHILD" val="True"/>
</p:tagLst>
</file>

<file path=ppt/tags/tag18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503627"/>
  <p:tag name="EMFCHILD" val="True"/>
</p:tagLst>
</file>

<file path=ppt/tags/tag18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50931"/>
  <p:tag name="ORIGINALWIDTH" val="5.032874"/>
  <p:tag name="EMFCHILD" val="True"/>
</p:tagLst>
</file>

<file path=ppt/tags/tag18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8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8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8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8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24.36831"/>
  <p:tag name="EMFCHILD" val="True"/>
</p:tagLst>
</file>

<file path=ppt/tags/tag18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9"/>
  <p:tag name="ORIGINALWIDTH" val="7.789004"/>
  <p:tag name="EMFCHILD" val="True"/>
</p:tagLst>
</file>

<file path=ppt/tags/tag18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9.677333"/>
  <p:tag name="EMFCHILD" val="True"/>
</p:tagLst>
</file>

<file path=ppt/tags/tag18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4.75329"/>
  <p:tag name="EMFCHILD" val="True"/>
</p:tagLst>
</file>

<file path=ppt/tags/tag18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4311"/>
  <p:tag name="ORIGINALWIDTH" val="3.089623"/>
  <p:tag name="EMFCHILD" val="True"/>
</p:tagLst>
</file>

<file path=ppt/tags/tag18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8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70411"/>
  <p:tag name="ORIGINALWIDTH" val="162.4054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E} = (\textit{emb}(w_1), \ldots, \textit{emb}(w_k)) \in \mathbb{R}^{d_1\times k}&#10;\end{align*}&#10;&#10;&#10;\end{document}"/>
  <p:tag name="IGUANATEXSIZE" val="28"/>
  <p:tag name="IGUANATEXCURSOR" val="299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8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3.07842"/>
  <p:tag name="ORIGINALWIDTH" val="114.1443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K} &amp;= \mathbf{W}_k\mathbf{E} \quad \mathbf{W}_k \in \mathbb{R}^{d_2 \times d_1}\\&#10;\mathbf{Q} &amp;= \mathbf{W}_q\mathbf{E} \quad \mathbf{W}_q \in \mathbb{R}^{d_2 \times d_1} \\&#10;\mathbf{V} &amp;= \mathbf{W}_v\mathbf{E} \quad \mathbf{W}_v \in \mathbb{R}^{d_3 \times d_1}&#10;\end{align*}&#10;&#10;&#10;\end{document}"/>
  <p:tag name="IGUANATEXSIZE" val="28"/>
  <p:tag name="IGUANATEXCURSOR" val="28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8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4.40291"/>
  <p:tag name="ORIGINALWIDTH" val="104.8056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8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172391"/>
  <p:tag name="ORIGINALWIDTH" val="3.32530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8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06839"/>
  <p:tag name="ORIGINALWIDTH" val="6.830342"/>
  <p:tag name="EMFCHILD" val="True"/>
</p:tagLst>
</file>

<file path=ppt/tags/tag18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172391"/>
  <p:tag name="ORIGINALWIDTH" val="3.32530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8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06839"/>
  <p:tag name="ORIGINALWIDTH" val="6.830342"/>
  <p:tag name="EMFCHILD" val="True"/>
</p:tagLst>
</file>

<file path=ppt/tags/tag18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172391"/>
  <p:tag name="ORIGINALWIDTH" val="3.32530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8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06839"/>
  <p:tag name="ORIGINALWIDTH" val="6.830342"/>
  <p:tag name="EMFCHILD" val="True"/>
</p:tagLst>
</file>

<file path=ppt/tags/tag18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7932"/>
  <p:tag name="ORIGINALWIDTH" val="6.640607"/>
  <p:tag name="EMFCHILD" val="True"/>
</p:tagLst>
</file>

<file path=ppt/tags/tag18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18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3.265382"/>
  <p:tag name="EMFCHILD" val="True"/>
</p:tagLst>
</file>

<file path=ppt/tags/tag18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423734"/>
  <p:tag name="EMFCHILD" val="True"/>
</p:tagLst>
</file>

<file path=ppt/tags/tag18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3.235433"/>
  <p:tag name="EMFCHILD" val="True"/>
</p:tagLst>
</file>

<file path=ppt/tags/tag18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74217"/>
  <p:tag name="ORIGINALWIDTH" val="3.12559"/>
  <p:tag name="EMFCHILD" val="True"/>
</p:tagLst>
</file>

<file path=ppt/tags/tag18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24"/>
  <p:tag name="ORIGINALWIDTH" val="7.798987"/>
  <p:tag name="EMFCHILD" val="True"/>
</p:tagLst>
</file>

<file path=ppt/tags/tag18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503627"/>
  <p:tag name="EMFCHILD" val="True"/>
</p:tagLst>
</file>

<file path=ppt/tags/tag19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50931"/>
  <p:tag name="ORIGINALWIDTH" val="5.032874"/>
  <p:tag name="EMFCHILD" val="True"/>
</p:tagLst>
</file>

<file path=ppt/tags/tag19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9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19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19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19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24.36831"/>
  <p:tag name="EMFCHILD" val="True"/>
</p:tagLst>
</file>

<file path=ppt/tags/tag19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9"/>
  <p:tag name="ORIGINALWIDTH" val="7.789004"/>
  <p:tag name="EMFCHILD" val="True"/>
</p:tagLst>
</file>

<file path=ppt/tags/tag19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9.677333"/>
  <p:tag name="EMFCHILD" val="True"/>
</p:tagLst>
</file>

<file path=ppt/tags/tag19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4.75329"/>
  <p:tag name="EMFCHILD" val="True"/>
</p:tagLst>
</file>

<file path=ppt/tags/tag19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4311"/>
  <p:tag name="ORIGINALWIDTH" val="3.089623"/>
  <p:tag name="EMFCHILD" val="True"/>
</p:tagLst>
</file>

<file path=ppt/tags/tag19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19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56691"/>
  <p:tag name="ORIGINALWIDTH" val="8.15290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K} &amp;= \mathbf{W}_k\mathbf{E} \quad \mathbf{W}_k \in \mathbb{R}^{d_2 \times d_1}\\&#10;\mathbf{Q} &amp;= \mathbf{W}_q\mathbf{E} \quad \mathbf{W}_q \in \mathbb{R}^{d_2 \times d_1} \\&#10;\mathbf{V} &amp;= \mathbf{W}_v\mathbf{E} \quad \mathbf{W}_v \in \mathbb{R}^{d_3 \times d_1}&#10;\end{align*}&#10;&#10;&#10;\end{document}"/>
  <p:tag name="IGUANATEXSIZE" val="28"/>
  <p:tag name="IGUANATEXCURSOR" val="28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9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4752"/>
  <p:tag name="ORIGINALWIDTH" val="6.668736"/>
  <p:tag name="EMFCHILD" val="True"/>
</p:tagLst>
</file>

<file path=ppt/tags/tag19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19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453687"/>
  <p:tag name="EMFCHILD" val="True"/>
</p:tagLst>
</file>

<file path=ppt/tags/tag19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7609"/>
  <p:tag name="ORIGINALWIDTH" val="6.859259"/>
  <p:tag name="EMFCHILD" val="True"/>
</p:tagLst>
</file>

<file path=ppt/tags/tag19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19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453687"/>
  <p:tag name="EMFCHILD" val="True"/>
</p:tagLst>
</file>

<file path=ppt/tags/tag19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12654"/>
  <p:tag name="ORIGINALWIDTH" val="5.014066"/>
  <p:tag name="EMFCHILD" val="True"/>
</p:tagLst>
</file>

<file path=ppt/tags/tag19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685"/>
  <p:tag name="ORIGINALWIDTH" val="6.889349"/>
  <p:tag name="EMFCHILD" val="True"/>
</p:tagLst>
</file>

<file path=ppt/tags/tag19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19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496994"/>
  <p:tag name="EMFCHILD" val="True"/>
</p:tagLst>
</file>

<file path=ppt/tags/tag19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88582"/>
  <p:tag name="ORIGINALWIDTH" val="3.762574"/>
  <p:tag name="EMFCHILD" val="True"/>
</p:tagLst>
</file>

<file path=ppt/tags/tag19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19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060773"/>
  <p:tag name="EMFCHILD" val="True"/>
</p:tagLst>
</file>

<file path=ppt/tags/tag19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75814"/>
  <p:tag name="ORIGINALWIDTH" val="7.430857"/>
  <p:tag name="EMFCHILD" val="True"/>
</p:tagLst>
</file>

<file path=ppt/tags/tag19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4752"/>
  <p:tag name="ORIGINALWIDTH" val="6.668736"/>
  <p:tag name="EMFCHILD" val="True"/>
</p:tagLst>
</file>

<file path=ppt/tags/tag19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19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78065"/>
  <p:tag name="ORIGINALWIDTH" val="3.158861"/>
  <p:tag name="EMFCHILD" val="True"/>
</p:tagLst>
</file>

<file path=ppt/tags/tag19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7609"/>
  <p:tag name="ORIGINALWIDTH" val="6.859259"/>
  <p:tag name="EMFCHILD" val="True"/>
</p:tagLst>
</file>

<file path=ppt/tags/tag19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19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78065"/>
  <p:tag name="ORIGINALWIDTH" val="3.158861"/>
  <p:tag name="EMFCHILD" val="True"/>
</p:tagLst>
</file>

<file path=ppt/tags/tag19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12654"/>
  <p:tag name="ORIGINALWIDTH" val="5.014066"/>
  <p:tag name="EMFCHILD" val="True"/>
</p:tagLst>
</file>

<file path=ppt/tags/tag19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685"/>
  <p:tag name="ORIGINALWIDTH" val="6.889349"/>
  <p:tag name="EMFCHILD" val="True"/>
</p:tagLst>
</file>

<file path=ppt/tags/tag19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19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496994"/>
  <p:tag name="EMFCHILD" val="True"/>
</p:tagLst>
</file>

<file path=ppt/tags/tag19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88582"/>
  <p:tag name="ORIGINALWIDTH" val="3.762574"/>
  <p:tag name="EMFCHILD" val="True"/>
</p:tagLst>
</file>

<file path=ppt/tags/tag19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19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060773"/>
  <p:tag name="EMFCHILD" val="True"/>
</p:tagLst>
</file>

<file path=ppt/tags/tag19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8.182995"/>
  <p:tag name="EMFCHILD" val="True"/>
</p:tagLst>
</file>

<file path=ppt/tags/tag19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4752"/>
  <p:tag name="ORIGINALWIDTH" val="6.668736"/>
  <p:tag name="EMFCHILD" val="True"/>
</p:tagLst>
</file>

<file path=ppt/tags/tag19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19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16338"/>
  <p:tag name="ORIGINALWIDTH" val="3.418592"/>
  <p:tag name="EMFCHILD" val="True"/>
</p:tagLst>
</file>

<file path=ppt/tags/tag19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7609"/>
  <p:tag name="ORIGINALWIDTH" val="6.859259"/>
  <p:tag name="EMFCHILD" val="True"/>
</p:tagLst>
</file>

<file path=ppt/tags/tag19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19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16338"/>
  <p:tag name="ORIGINALWIDTH" val="3.418592"/>
  <p:tag name="EMFCHILD" val="True"/>
</p:tagLst>
</file>

<file path=ppt/tags/tag19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12654"/>
  <p:tag name="ORIGINALWIDTH" val="5.014066"/>
  <p:tag name="EMFCHILD" val="True"/>
</p:tagLst>
</file>

<file path=ppt/tags/tag19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685"/>
  <p:tag name="ORIGINALWIDTH" val="6.889349"/>
  <p:tag name="EMFCHILD" val="True"/>
</p:tagLst>
</file>

<file path=ppt/tags/tag19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19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88188"/>
  <p:tag name="ORIGINALWIDTH" val="2.607314"/>
  <p:tag name="EMFCHILD" val="True"/>
</p:tagLst>
</file>

<file path=ppt/tags/tag19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88582"/>
  <p:tag name="ORIGINALWIDTH" val="3.762574"/>
  <p:tag name="EMFCHILD" val="True"/>
</p:tagLst>
</file>

<file path=ppt/tags/tag19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19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060773"/>
  <p:tag name="EMFCHILD" val="True"/>
</p:tagLst>
</file>

<file path=ppt/tags/tag19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28546"/>
  <p:tag name="ORIGINALWIDTH" val="6.845977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E} = (\textit{emb}(w_1), \ldots, \textit{emb}(w_k)) \in \mathbb{R}^{d_1\times k}&#10;\end{align*}&#10;&#10;&#10;\end{document}"/>
  <p:tag name="IGUANATEXSIZE" val="28"/>
  <p:tag name="IGUANATEXCURSOR" val="299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19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84225"/>
  <p:tag name="ORIGINALWIDTH" val="6.65582"/>
  <p:tag name="EMFCHILD" val="True"/>
</p:tagLst>
</file>

<file path=ppt/tags/tag19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22019"/>
  <p:tag name="EMFCHILD" val="True"/>
</p:tagLst>
</file>

<file path=ppt/tags/tag19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3.543082"/>
  <p:tag name="EMFCHILD" val="True"/>
</p:tagLst>
</file>

<file path=ppt/tags/tag19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7.596624"/>
  <p:tag name="EMFCHILD" val="True"/>
</p:tagLst>
</file>

<file path=ppt/tags/tag19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8327"/>
  <p:tag name="ORIGINALWIDTH" val="3.442997"/>
  <p:tag name="EMFCHILD" val="True"/>
</p:tagLst>
</file>

<file path=ppt/tags/tag19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22019"/>
  <p:tag name="EMFCHILD" val="True"/>
</p:tagLst>
</file>

<file path=ppt/tags/tag19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6.625786"/>
  <p:tag name="EMFCHILD" val="True"/>
</p:tagLst>
</file>

<file path=ppt/tags/tag19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35857"/>
  <p:tag name="ORIGINALWIDTH" val="2.550225"/>
  <p:tag name="EMFCHILD" val="True"/>
</p:tagLst>
</file>

<file path=ppt/tags/tag19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22019"/>
  <p:tag name="EMFCHILD" val="True"/>
</p:tagLst>
</file>

<file path=ppt/tags/tag19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46514"/>
  <p:tag name="ORIGINALWIDTH" val="1.171007"/>
  <p:tag name="EMFCHILD" val="True"/>
</p:tagLst>
</file>

<file path=ppt/tags/tag19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80034"/>
  <p:tag name="ORIGINALWIDTH" val="1.060911"/>
  <p:tag name="EMFCHILD" val="True"/>
</p:tagLst>
</file>

<file path=ppt/tags/tag19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80034"/>
  <p:tag name="ORIGINALWIDTH" val="1.060911"/>
  <p:tag name="EMFCHILD" val="True"/>
</p:tagLst>
</file>

<file path=ppt/tags/tag19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80034"/>
  <p:tag name="ORIGINALWIDTH" val="1.060911"/>
  <p:tag name="EMFCHILD" val="True"/>
</p:tagLst>
</file>

<file path=ppt/tags/tag19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46514"/>
  <p:tag name="ORIGINALWIDTH" val="1.171007"/>
  <p:tag name="EMFCHILD" val="True"/>
</p:tagLst>
</file>

<file path=ppt/tags/tag19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3.543082"/>
  <p:tag name="EMFCHILD" val="True"/>
</p:tagLst>
</file>

<file path=ppt/tags/tag19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7.596624"/>
  <p:tag name="EMFCHILD" val="True"/>
</p:tagLst>
</file>

<file path=ppt/tags/tag19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8327"/>
  <p:tag name="ORIGINALWIDTH" val="3.442997"/>
  <p:tag name="EMFCHILD" val="True"/>
</p:tagLst>
</file>

<file path=ppt/tags/tag19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22019"/>
  <p:tag name="EMFCHILD" val="True"/>
</p:tagLst>
</file>

<file path=ppt/tags/tag19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6.625786"/>
  <p:tag name="EMFCHILD" val="True"/>
</p:tagLst>
</file>

<file path=ppt/tags/tag19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21149"/>
  <p:tag name="ORIGINALWIDTH" val="3.44699"/>
  <p:tag name="EMFCHILD" val="True"/>
</p:tagLst>
</file>

<file path=ppt/tags/tag19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22019"/>
  <p:tag name="EMFCHILD" val="True"/>
</p:tagLst>
</file>

<file path=ppt/tags/tag19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22019"/>
  <p:tag name="EMFCHILD" val="True"/>
</p:tagLst>
</file>

<file path=ppt/tags/tag19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09648"/>
  <p:tag name="ORIGINALWIDTH" val="5.004358"/>
  <p:tag name="EMFCHILD" val="True"/>
</p:tagLst>
</file>

<file path=ppt/tags/tag19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79502"/>
  <p:tag name="ORIGINALWIDTH" val="6.876011"/>
  <p:tag name="EMFCHILD" val="True"/>
</p:tagLst>
</file>

<file path=ppt/tags/tag19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21149"/>
  <p:tag name="ORIGINALWIDTH" val="3.601152"/>
  <p:tag name="EMFCHILD" val="True"/>
</p:tagLst>
</file>

<file path=ppt/tags/tag19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92943"/>
  <p:tag name="ORIGINALWIDTH" val="2.056777"/>
  <p:tag name="EMFCHILD" val="True"/>
</p:tagLst>
</file>

<file path=ppt/tags/tag19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815778"/>
  <p:tag name="ORIGINALWIDTH" val="3.755286"/>
  <p:tag name="EMFCHILD" val="True"/>
</p:tagLst>
</file>

<file path=ppt/tags/tag19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21149"/>
  <p:tag name="ORIGINALWIDTH" val="3.44699"/>
  <p:tag name="EMFCHILD" val="True"/>
</p:tagLst>
</file>

<file path=ppt/tags/tag19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90036"/>
  <p:tag name="ORIGINALWIDTH" val="210.991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p}_{p, 2i} = \sin\left(\frac{p}{10000^{\frac{2i}{d}}}\right), \mathbf{p}_{p, 2i+1} = \cos\left(\frac{p}{10000^{\frac{2i}{d}}}\right)&#10;\end{align*}&#10;&#10;&#10;\end{document}"/>
  <p:tag name="IGUANATEXSIZE" val="28"/>
  <p:tag name="IGUANATEXCURSOR" val="292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9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4.65754"/>
  <p:tag name="ORIGINALWIDTH" val="156.2735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sin(\alpha+\beta) &amp;= \sin\alpha\cos\beta+\cos\alpha\sin\beta \\&#10;\cos(\alpha+\beta) &amp;= \cos\alpha\cos\beta-\sin\alpha\sin\beta \\&#10;\end{align*}&#10;&#10;&#10;\end{document}"/>
  <p:tag name="IGUANATEXSIZE" val="28"/>
  <p:tag name="IGUANATEXCURSOR" val="329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19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83524"/>
  <p:tag name="ORIGINALWIDTH" val="145.1645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forall \delta, \exists \mathbf{M}_\delta, \text{s.t. } \mathbf{p}_{p+\delta} = \mathbf{M}_\delta \mathbf{p}_{p} \quad (\forall p)&#10;\end{align*}&#10;&#10;&#10;\end{document}"/>
  <p:tag name="IGUANATEXSIZE" val="28"/>
  <p:tag name="IGUANATEXCURSOR" val="278"/>
  <p:tag name="TRANSPARENCY" val="True"/>
  <p:tag name="LATEXENGINEID" val="0"/>
  <p:tag name="TEMPFOLDER" val="D:\WorkApps\IguanaTeX\temp\"/>
  <p:tag name="LATEXFORMHEIGHT" val="334.5"/>
  <p:tag name="LATEXFORMWIDTH" val="385"/>
  <p:tag name="LATEXFORMWRAP" val="True"/>
  <p:tag name="BITMAPVECTOR" val="1"/>
</p:tagLst>
</file>

<file path=ppt/tags/tag19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489907"/>
  <p:tag name="ORIGINALWIDTH" val="5.548707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forall \delta, \exists \mathbf{M}_\delta, \text{s.t. } \mathbf{p}_{p+\delta} = \mathbf{M}_\delta \mathbf{p}_{p} \quad (\forall p)&#10;\end{align*}&#10;&#10;&#10;\end{document}"/>
  <p:tag name="IGUANATEXSIZE" val="28"/>
  <p:tag name="IGUANATEXCURSOR" val="278"/>
  <p:tag name="TRANSPARENCY" val="True"/>
  <p:tag name="LATEXENGINEID" val="0"/>
  <p:tag name="TEMPFOLDER" val="D:\WorkApps\IguanaTeX\temp\"/>
  <p:tag name="LATEXFORMHEIGHT" val="334.5"/>
  <p:tag name="LATEXFORMWIDTH" val="385"/>
  <p:tag name="LATEXFORMWRAP" val="True"/>
  <p:tag name="BITMAPVECTOR" val="1"/>
  <p:tag name="EMFCHILD" val="True"/>
</p:tagLst>
</file>

<file path=ppt/tags/tag19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563135"/>
  <p:tag name="ORIGINALWIDTH" val="4.091649"/>
  <p:tag name="EMFCHILD" val="True"/>
</p:tagLst>
</file>

<file path=ppt/tags/tag19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27757"/>
  <p:tag name="ORIGINALWIDTH" val="1.167604"/>
  <p:tag name="EMFCHILD" val="True"/>
</p:tagLst>
</file>

<file path=ppt/tags/tag19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25976"/>
  <p:tag name="ORIGINALWIDTH" val="4.440946"/>
  <p:tag name="EMFCHILD" val="True"/>
</p:tagLst>
</file>

<file path=ppt/tags/tag19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76072"/>
  <p:tag name="ORIGINALWIDTH" val="10.08946"/>
  <p:tag name="EMFCHILD" val="True"/>
</p:tagLst>
</file>

<file path=ppt/tags/tag19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316144"/>
  <p:tag name="ORIGINALWIDTH" val="3.080709"/>
  <p:tag name="EMFCHILD" val="True"/>
</p:tagLst>
</file>

<file path=ppt/tags/tag19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27757"/>
  <p:tag name="ORIGINALWIDTH" val="1.167604"/>
  <p:tag name="EMFCHILD" val="True"/>
</p:tagLst>
</file>

<file path=ppt/tags/tag19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01492"/>
  <p:tag name="ORIGINALWIDTH" val="3.263358"/>
  <p:tag name="EMFCHILD" val="True"/>
</p:tagLst>
</file>

<file path=ppt/tags/tag19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08831"/>
  <p:tag name="ORIGINALWIDTH" val="1.057846"/>
  <p:tag name="EMFCHILD" val="True"/>
</p:tagLst>
</file>

<file path=ppt/tags/tag19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48428"/>
  <p:tag name="ORIGINALWIDTH" val="3.123622"/>
  <p:tag name="EMFCHILD" val="True"/>
</p:tagLst>
</file>

<file path=ppt/tags/tag19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08831"/>
  <p:tag name="ORIGINALWIDTH" val="1.057846"/>
  <p:tag name="EMFCHILD" val="True"/>
</p:tagLst>
</file>

<file path=ppt/tags/tag19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36729"/>
  <p:tag name="ORIGINALWIDTH" val="5.618561"/>
  <p:tag name="EMFCHILD" val="True"/>
</p:tagLst>
</file>

<file path=ppt/tags/tag19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49805"/>
  <p:tag name="ORIGINALWIDTH" val="3.89806"/>
  <p:tag name="EMFCHILD" val="True"/>
</p:tagLst>
</file>

<file path=ppt/tags/tag19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396712"/>
  <p:tag name="ORIGINALWIDTH" val="5.141536"/>
  <p:tag name="EMFCHILD" val="True"/>
</p:tagLst>
</file>

<file path=ppt/tags/tag19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316144"/>
  <p:tag name="ORIGINALWIDTH" val="3.080709"/>
  <p:tag name="EMFCHILD" val="True"/>
</p:tagLst>
</file>

<file path=ppt/tags/tag20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447808"/>
  <p:tag name="ORIGINALWIDTH" val="6.636475"/>
  <p:tag name="EMFCHILD" val="True"/>
</p:tagLst>
</file>

<file path=ppt/tags/tag20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76072"/>
  <p:tag name="ORIGINALWIDTH" val="10.08946"/>
  <p:tag name="EMFCHILD" val="True"/>
</p:tagLst>
</file>

<file path=ppt/tags/tag20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316144"/>
  <p:tag name="ORIGINALWIDTH" val="3.080709"/>
  <p:tag name="EMFCHILD" val="True"/>
</p:tagLst>
</file>

<file path=ppt/tags/tag20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36729"/>
  <p:tag name="ORIGINALWIDTH" val="5.618561"/>
  <p:tag name="EMFCHILD" val="True"/>
</p:tagLst>
</file>

<file path=ppt/tags/tag20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49805"/>
  <p:tag name="ORIGINALWIDTH" val="3.89806"/>
  <p:tag name="EMFCHILD" val="True"/>
</p:tagLst>
</file>

<file path=ppt/tags/tag20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46077"/>
  <p:tag name="ORIGINALWIDTH" val="2.31527"/>
  <p:tag name="EMFCHILD" val="True"/>
</p:tagLst>
</file>

<file path=ppt/tags/tag20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489907"/>
  <p:tag name="ORIGINALWIDTH" val="5.548707"/>
  <p:tag name="EMFCHILD" val="True"/>
</p:tagLst>
</file>

<file path=ppt/tags/tag20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53039"/>
  <p:tag name="ORIGINALWIDTH" val="5.209394"/>
  <p:tag name="EMFCHILD" val="True"/>
</p:tagLst>
</file>

<file path=ppt/tags/tag20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46077"/>
  <p:tag name="ORIGINALWIDTH" val="2.31527"/>
  <p:tag name="EMFCHILD" val="True"/>
</p:tagLst>
</file>

<file path=ppt/tags/tag20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3.24746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sin(\alpha+\beta) &amp;= \sin\alpha\cos\beta+\cos\alpha\sin\beta \\&#10;\cos(\alpha+\beta) &amp;= \cos\alpha\cos\beta-\sin\alpha\sin\beta \\&#10;\end{align*}&#10;&#10;&#10;\end{document}"/>
  <p:tag name="IGUANATEXSIZE" val="28"/>
  <p:tag name="IGUANATEXCURSOR" val="329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20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98341"/>
  <p:tag name="ORIGINALWIDTH" val="2.125253"/>
  <p:tag name="EMFCHILD" val="True"/>
</p:tagLst>
</file>

<file path=ppt/tags/tag20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49"/>
  <p:tag name="ORIGINALWIDTH" val="4.995332"/>
  <p:tag name="EMFCHILD" val="True"/>
</p:tagLst>
</file>

<file path=ppt/tags/tag20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2"/>
  <p:tag name="ORIGINALWIDTH" val="2.303993"/>
  <p:tag name="EMFCHILD" val="True"/>
</p:tagLst>
</file>

<file path=ppt/tags/tag20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67941"/>
  <p:tag name="ORIGINALWIDTH" val="5.571344"/>
  <p:tag name="EMFCHILD" val="True"/>
</p:tagLst>
</file>

<file path=ppt/tags/tag20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68757"/>
  <p:tag name="ORIGINALWIDTH" val="6.60419"/>
  <p:tag name="EMFCHILD" val="True"/>
</p:tagLst>
</file>

<file path=ppt/tags/tag20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876688"/>
  <p:tag name="ORIGINALWIDTH" val="5.413695"/>
  <p:tag name="EMFCHILD" val="True"/>
</p:tagLst>
</file>

<file path=ppt/tags/tag20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2"/>
  <p:tag name="ORIGINALWIDTH" val="2.303993"/>
  <p:tag name="EMFCHILD" val="True"/>
</p:tagLst>
</file>

<file path=ppt/tags/tag20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793"/>
  <p:tag name="ORIGINALWIDTH" val="6.60419"/>
  <p:tag name="EMFCHILD" val="True"/>
</p:tagLst>
</file>

<file path=ppt/tags/tag20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3.247469"/>
  <p:tag name="EMFCHILD" val="True"/>
</p:tagLst>
</file>

<file path=ppt/tags/tag20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98341"/>
  <p:tag name="ORIGINALWIDTH" val="2.125253"/>
  <p:tag name="EMFCHILD" val="True"/>
</p:tagLst>
</file>

<file path=ppt/tags/tag20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49"/>
  <p:tag name="ORIGINALWIDTH" val="4.995332"/>
  <p:tag name="EMFCHILD" val="True"/>
</p:tagLst>
</file>

<file path=ppt/tags/tag20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67941"/>
  <p:tag name="ORIGINALWIDTH" val="5.571344"/>
  <p:tag name="EMFCHILD" val="True"/>
</p:tagLst>
</file>

<file path=ppt/tags/tag20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3.783746"/>
  <p:tag name="EMFCHILD" val="True"/>
</p:tagLst>
</file>

<file path=ppt/tags/tag20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4.399466"/>
  <p:tag name="EMFCHILD" val="True"/>
</p:tagLst>
</file>

<file path=ppt/tags/tag20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3.247469"/>
  <p:tag name="EMFCHILD" val="True"/>
</p:tagLst>
</file>

<file path=ppt/tags/tag20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876688"/>
  <p:tag name="ORIGINALWIDTH" val="5.413695"/>
  <p:tag name="EMFCHILD" val="True"/>
</p:tagLst>
</file>

<file path=ppt/tags/tag20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68757"/>
  <p:tag name="ORIGINALWIDTH" val="6.60419"/>
  <p:tag name="EMFCHILD" val="True"/>
</p:tagLst>
</file>

<file path=ppt/tags/tag20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3.783746"/>
  <p:tag name="EMFCHILD" val="True"/>
</p:tagLst>
</file>

<file path=ppt/tags/tag20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4.399466"/>
  <p:tag name="EMFCHILD" val="True"/>
</p:tagLst>
</file>

<file path=ppt/tags/tag20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3.247469"/>
  <p:tag name="EMFCHILD" val="True"/>
</p:tagLst>
</file>

<file path=ppt/tags/tag20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67941"/>
  <p:tag name="ORIGINALWIDTH" val="5.571344"/>
  <p:tag name="EMFCHILD" val="True"/>
</p:tagLst>
</file>

<file path=ppt/tags/tag20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3.247469"/>
  <p:tag name="EMFCHILD" val="True"/>
</p:tagLst>
</file>

<file path=ppt/tags/tag20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98341"/>
  <p:tag name="ORIGINALWIDTH" val="2.125253"/>
  <p:tag name="EMFCHILD" val="True"/>
</p:tagLst>
</file>

<file path=ppt/tags/tag20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49"/>
  <p:tag name="ORIGINALWIDTH" val="4.995332"/>
  <p:tag name="EMFCHILD" val="True"/>
</p:tagLst>
</file>

<file path=ppt/tags/tag20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876688"/>
  <p:tag name="ORIGINALWIDTH" val="5.413695"/>
  <p:tag name="EMFCHILD" val="True"/>
</p:tagLst>
</file>

<file path=ppt/tags/tag20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3.783746"/>
  <p:tag name="EMFCHILD" val="True"/>
</p:tagLst>
</file>

<file path=ppt/tags/tag20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4.399466"/>
  <p:tag name="EMFCHILD" val="True"/>
</p:tagLst>
</file>

<file path=ppt/tags/tag20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3.247469"/>
  <p:tag name="EMFCHILD" val="True"/>
</p:tagLst>
</file>

<file path=ppt/tags/tag20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2"/>
  <p:tag name="ORIGINALWIDTH" val="2.303993"/>
  <p:tag name="EMFCHILD" val="True"/>
</p:tagLst>
</file>

<file path=ppt/tags/tag20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67941"/>
  <p:tag name="ORIGINALWIDTH" val="5.571344"/>
  <p:tag name="EMFCHILD" val="True"/>
</p:tagLst>
</file>

<file path=ppt/tags/tag20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68757"/>
  <p:tag name="ORIGINALWIDTH" val="6.60419"/>
  <p:tag name="EMFCHILD" val="True"/>
</p:tagLst>
</file>

<file path=ppt/tags/tag20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876688"/>
  <p:tag name="ORIGINALWIDTH" val="5.413695"/>
  <p:tag name="EMFCHILD" val="True"/>
</p:tagLst>
</file>

<file path=ppt/tags/tag20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2"/>
  <p:tag name="ORIGINALWIDTH" val="2.303993"/>
  <p:tag name="EMFCHILD" val="True"/>
</p:tagLst>
</file>

<file path=ppt/tags/tag20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793"/>
  <p:tag name="ORIGINALWIDTH" val="6.60419"/>
  <p:tag name="EMFCHILD" val="True"/>
</p:tagLst>
</file>

<file path=ppt/tags/tag20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3.783746"/>
  <p:tag name="EMFCHILD" val="True"/>
</p:tagLst>
</file>

<file path=ppt/tags/tag20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4.399466"/>
  <p:tag name="EMFCHILD" val="True"/>
</p:tagLst>
</file>

<file path=ppt/tags/tag20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3.247469"/>
  <p:tag name="EMFCHILD" val="True"/>
</p:tagLst>
</file>

<file path=ppt/tags/tag20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67941"/>
  <p:tag name="ORIGINALWIDTH" val="5.571344"/>
  <p:tag name="EMFCHILD" val="True"/>
</p:tagLst>
</file>

<file path=ppt/tags/tag20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3.783746"/>
  <p:tag name="EMFCHILD" val="True"/>
</p:tagLst>
</file>

<file path=ppt/tags/tag20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4.399466"/>
  <p:tag name="EMFCHILD" val="True"/>
</p:tagLst>
</file>

<file path=ppt/tags/tag20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3.247469"/>
  <p:tag name="EMFCHILD" val="True"/>
</p:tagLst>
</file>

<file path=ppt/tags/tag20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876688"/>
  <p:tag name="ORIGINALWIDTH" val="5.413695"/>
  <p:tag name="EMFCHILD" val="True"/>
</p:tagLst>
</file>

<file path=ppt/tags/tag20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5163"/>
  <p:tag name="ORIGINALWIDTH" val="6.067885"/>
  <p:tag name="EMFCHILD" val="True"/>
</p:tagLst>
</file>

<file path=ppt/tags/tag20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3.247469"/>
  <p:tag name="EMFCHILD" val="True"/>
</p:tagLst>
</file>

<file path=ppt/tags/tag20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98341"/>
  <p:tag name="ORIGINALWIDTH" val="2.125253"/>
  <p:tag name="EMFCHILD" val="True"/>
</p:tagLst>
</file>

<file path=ppt/tags/tag20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49"/>
  <p:tag name="ORIGINALWIDTH" val="4.995332"/>
  <p:tag name="EMFCHILD" val="True"/>
</p:tagLst>
</file>

<file path=ppt/tags/tag20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67941"/>
  <p:tag name="ORIGINALWIDTH" val="5.571344"/>
  <p:tag name="EMFCHILD" val="True"/>
</p:tagLst>
</file>

<file path=ppt/tags/tag20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09"/>
  <p:tag name="ORIGINALWIDTH" val="3.247469"/>
  <p:tag name="EMFCHILD" val="True"/>
</p:tagLst>
</file>

<file path=ppt/tags/tag20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98341"/>
  <p:tag name="ORIGINALWIDTH" val="2.125253"/>
  <p:tag name="EMFCHILD" val="True"/>
</p:tagLst>
</file>

<file path=ppt/tags/tag20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49"/>
  <p:tag name="ORIGINALWIDTH" val="4.995332"/>
  <p:tag name="EMFCHILD" val="True"/>
</p:tagLst>
</file>

<file path=ppt/tags/tag20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876688"/>
  <p:tag name="ORIGINALWIDTH" val="5.413695"/>
  <p:tag name="EMFCHILD" val="True"/>
</p:tagLst>
</file>

<file path=ppt/tags/tag20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15916"/>
  <p:tag name="ORIGINALWIDTH" val="5.602393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p}_{p, 2i} = \sin\left(\frac{p}{10000^{\frac{2i}{d}}}\right), \mathbf{p}_{p, 2i+1} = \cos\left(\frac{p}{10000^{\frac{2i}{d}}}\right)&#10;\end{align*}&#10;&#10;&#10;\end{document}"/>
  <p:tag name="IGUANATEXSIZE" val="28"/>
  <p:tag name="IGUANATEXCURSOR" val="292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20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3.886841"/>
  <p:tag name="EMFCHILD" val="True"/>
</p:tagLst>
</file>

<file path=ppt/tags/tag20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147919"/>
  <p:tag name="ORIGINALWIDTH" val="0.884618"/>
  <p:tag name="EMFCHILD" val="True"/>
</p:tagLst>
</file>

<file path=ppt/tags/tag20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3"/>
  <p:tag name="ORIGINALWIDTH" val="3.078826"/>
  <p:tag name="EMFCHILD" val="True"/>
</p:tagLst>
</file>

<file path=ppt/tags/tag20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"/>
  <p:tag name="ORIGINALWIDTH" val="2.110603"/>
  <p:tag name="EMFCHILD" val="True"/>
</p:tagLst>
</file>

<file path=ppt/tags/tag20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61741"/>
  <p:tag name="EMFCHILD" val="True"/>
</p:tagLst>
</file>

<file path=ppt/tags/tag20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3.253967"/>
  <p:tag name="EMFCHILD" val="True"/>
</p:tagLst>
</file>

<file path=ppt/tags/tag20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64988"/>
  <p:tag name="ORIGINALWIDTH" val="2.1295"/>
  <p:tag name="EMFCHILD" val="True"/>
</p:tagLst>
</file>

<file path=ppt/tags/tag20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03486"/>
  <p:tag name="ORIGINALWIDTH" val="5.005345"/>
  <p:tag name="EMFCHILD" val="True"/>
</p:tagLst>
</file>

<file path=ppt/tags/tag20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90036"/>
  <p:tag name="ORIGINALWIDTH" val="4.895868"/>
  <p:tag name="EMFCHILD" val="True"/>
</p:tagLst>
</file>

<file path=ppt/tags/tag20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336219"/>
  <p:tag name="ORIGINALWIDTH" val="5.194406"/>
  <p:tag name="EMFCHILD" val="True"/>
</p:tagLst>
</file>

<file path=ppt/tags/tag20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4"/>
  <p:tag name="ORIGINALWIDTH" val="33.80429"/>
  <p:tag name="EMFCHILD" val="True"/>
</p:tagLst>
</file>

<file path=ppt/tags/tag20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095"/>
  <p:tag name="ORIGINALWIDTH" val="3.283803"/>
  <p:tag name="EMFCHILD" val="True"/>
</p:tagLst>
</file>

<file path=ppt/tags/tag20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4"/>
  <p:tag name="ORIGINALWIDTH" val="4.189344"/>
  <p:tag name="EMFCHILD" val="True"/>
</p:tagLst>
</file>

<file path=ppt/tags/tag20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4"/>
  <p:tag name="ORIGINALWIDTH" val="4.189344"/>
  <p:tag name="EMFCHILD" val="True"/>
</p:tagLst>
</file>

<file path=ppt/tags/tag20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4"/>
  <p:tag name="ORIGINALWIDTH" val="4.189344"/>
  <p:tag name="EMFCHILD" val="True"/>
</p:tagLst>
</file>

<file path=ppt/tags/tag20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4"/>
  <p:tag name="ORIGINALWIDTH" val="4.189344"/>
  <p:tag name="EMFCHILD" val="True"/>
</p:tagLst>
</file>

<file path=ppt/tags/tag20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17547"/>
  <p:tag name="ORIGINALWIDTH" val="2.477785"/>
  <p:tag name="EMFCHILD" val="True"/>
</p:tagLst>
</file>

<file path=ppt/tags/tag20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77334"/>
  <p:tag name="ORIGINALWIDTH" val="1.751351"/>
  <p:tag name="EMFCHILD" val="True"/>
</p:tagLst>
</file>

<file path=ppt/tags/tag20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86951"/>
  <p:tag name="ORIGINALWIDTH" val="6.040919"/>
  <p:tag name="EMFCHILD" val="True"/>
</p:tagLst>
</file>

<file path=ppt/tags/tag20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508576"/>
  <p:tag name="ORIGINALWIDTH" val="2.880794"/>
  <p:tag name="EMFCHILD" val="True"/>
</p:tagLst>
</file>

<file path=ppt/tags/tag20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90036"/>
  <p:tag name="ORIGINALWIDTH" val="4.895868"/>
  <p:tag name="EMFCHILD" val="True"/>
</p:tagLst>
</file>

<file path=ppt/tags/tag20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978824"/>
  <p:tag name="ORIGINALWIDTH" val="1.164258"/>
  <p:tag name="EMFCHILD" val="True"/>
</p:tagLst>
</file>

<file path=ppt/tags/tag20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15916"/>
  <p:tag name="ORIGINALWIDTH" val="5.602393"/>
  <p:tag name="EMFCHILD" val="True"/>
</p:tagLst>
</file>

<file path=ppt/tags/tag20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74"/>
  <p:tag name="ORIGINALWIDTH" val="3.886841"/>
  <p:tag name="EMFCHILD" val="True"/>
</p:tagLst>
</file>

<file path=ppt/tags/tag20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147919"/>
  <p:tag name="ORIGINALWIDTH" val="0.884618"/>
  <p:tag name="EMFCHILD" val="True"/>
</p:tagLst>
</file>

<file path=ppt/tags/tag20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3"/>
  <p:tag name="ORIGINALWIDTH" val="3.078826"/>
  <p:tag name="EMFCHILD" val="True"/>
</p:tagLst>
</file>

<file path=ppt/tags/tag20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9339"/>
  <p:tag name="ORIGINALWIDTH" val="2.110603"/>
  <p:tag name="EMFCHILD" val="True"/>
</p:tagLst>
</file>

<file path=ppt/tags/tag20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39707"/>
  <p:tag name="ORIGINALWIDTH" val="5.126746"/>
  <p:tag name="EMFCHILD" val="True"/>
</p:tagLst>
</file>

<file path=ppt/tags/tag20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3"/>
  <p:tag name="ORIGINALWIDTH" val="2.535491"/>
  <p:tag name="EMFCHILD" val="True"/>
</p:tagLst>
</file>

<file path=ppt/tags/tag20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3"/>
  <p:tag name="ORIGINALWIDTH" val="6.61741"/>
  <p:tag name="EMFCHILD" val="True"/>
</p:tagLst>
</file>

<file path=ppt/tags/tag20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3.791312"/>
  <p:tag name="EMFCHILD" val="True"/>
</p:tagLst>
</file>

<file path=ppt/tags/tag20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4.408269"/>
  <p:tag name="EMFCHILD" val="True"/>
</p:tagLst>
</file>

<file path=ppt/tags/tag20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72834"/>
  <p:tag name="ORIGINALWIDTH" val="3.253967"/>
  <p:tag name="EMFCHILD" val="True"/>
</p:tagLst>
</file>

<file path=ppt/tags/tag20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90036"/>
  <p:tag name="ORIGINALWIDTH" val="4.895868"/>
  <p:tag name="EMFCHILD" val="True"/>
</p:tagLst>
</file>

<file path=ppt/tags/tag20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336219"/>
  <p:tag name="ORIGINALWIDTH" val="5.194406"/>
  <p:tag name="EMFCHILD" val="True"/>
</p:tagLst>
</file>

<file path=ppt/tags/tag20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4"/>
  <p:tag name="ORIGINALWIDTH" val="33.80429"/>
  <p:tag name="EMFCHILD" val="True"/>
</p:tagLst>
</file>

<file path=ppt/tags/tag20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095"/>
  <p:tag name="ORIGINALWIDTH" val="3.283803"/>
  <p:tag name="EMFCHILD" val="True"/>
</p:tagLst>
</file>

<file path=ppt/tags/tag20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4"/>
  <p:tag name="ORIGINALWIDTH" val="4.189344"/>
  <p:tag name="EMFCHILD" val="True"/>
</p:tagLst>
</file>

<file path=ppt/tags/tag2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4"/>
  <p:tag name="ORIGINALWIDTH" val="4.189344"/>
  <p:tag name="EMFCHILD" val="True"/>
</p:tagLst>
</file>

<file path=ppt/tags/tag2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4"/>
  <p:tag name="ORIGINALWIDTH" val="4.189344"/>
  <p:tag name="EMFCHILD" val="True"/>
</p:tagLst>
</file>

<file path=ppt/tags/tag2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4"/>
  <p:tag name="ORIGINALWIDTH" val="4.189344"/>
  <p:tag name="EMFCHILD" val="True"/>
</p:tagLst>
</file>

<file path=ppt/tags/tag2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17547"/>
  <p:tag name="ORIGINALWIDTH" val="2.477785"/>
  <p:tag name="EMFCHILD" val="True"/>
</p:tagLst>
</file>

<file path=ppt/tags/tag2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77334"/>
  <p:tag name="ORIGINALWIDTH" val="1.751351"/>
  <p:tag name="EMFCHILD" val="True"/>
</p:tagLst>
</file>

<file path=ppt/tags/tag2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86951"/>
  <p:tag name="ORIGINALWIDTH" val="6.040919"/>
  <p:tag name="EMFCHILD" val="True"/>
</p:tagLst>
</file>

<file path=ppt/tags/tag2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508576"/>
  <p:tag name="ORIGINALWIDTH" val="2.880794"/>
  <p:tag name="EMFCHILD" val="True"/>
</p:tagLst>
</file>

<file path=ppt/tags/tag2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90036"/>
  <p:tag name="ORIGINALWIDTH" val="4.895868"/>
  <p:tag name="EMFCHILD" val="True"/>
</p:tagLst>
</file>

<file path=ppt/tags/tag2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70411"/>
  <p:tag name="ORIGINALWIDTH" val="180.920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E} = (\textit{emb}(w_1), \ldots, \textit{emb}(w_k)) + \mathbf{P} \in \mathbb{R}^{d_1\times k}&#10;\end{align*}&#10;&#10;&#10;\end{document}"/>
  <p:tag name="IGUANATEXSIZE" val="28"/>
  <p:tag name="IGUANATEXCURSOR" val="28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2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3.07842"/>
  <p:tag name="ORIGINALWIDTH" val="114.1443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K} &amp;= \mathbf{W}_k\mathbf{E} \quad \mathbf{W}_k \in \mathbb{R}^{d_2 \times d_1}\\&#10;\mathbf{Q} &amp;= \mathbf{W}_q\mathbf{E} \quad \mathbf{W}_q \in \mathbb{R}^{d_2 \times d_1} \\&#10;\mathbf{V} &amp;= \mathbf{W}_v\mathbf{E} \quad \mathbf{W}_v \in \mathbb{R}^{d_3 \times d_1}&#10;\end{align*}&#10;&#10;&#10;\end{document}"/>
  <p:tag name="IGUANATEXSIZE" val="28"/>
  <p:tag name="IGUANATEXCURSOR" val="28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2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4.40291"/>
  <p:tag name="ORIGINALWIDTH" val="104.8056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2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172391"/>
  <p:tag name="ORIGINALWIDTH" val="3.32530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2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06839"/>
  <p:tag name="ORIGINALWIDTH" val="6.830342"/>
  <p:tag name="EMFCHILD" val="True"/>
</p:tagLst>
</file>

<file path=ppt/tags/tag2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7932"/>
  <p:tag name="ORIGINALWIDTH" val="6.640607"/>
  <p:tag name="EMFCHILD" val="True"/>
</p:tagLst>
</file>

<file path=ppt/tags/tag2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2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3.265382"/>
  <p:tag name="EMFCHILD" val="True"/>
</p:tagLst>
</file>

<file path=ppt/tags/tag2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423734"/>
  <p:tag name="EMFCHILD" val="True"/>
</p:tagLst>
</file>

<file path=ppt/tags/tag2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3.235433"/>
  <p:tag name="EMFCHILD" val="True"/>
</p:tagLst>
</file>

<file path=ppt/tags/tag2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74217"/>
  <p:tag name="ORIGINALWIDTH" val="3.12559"/>
  <p:tag name="EMFCHILD" val="True"/>
</p:tagLst>
</file>

<file path=ppt/tags/tag2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24"/>
  <p:tag name="ORIGINALWIDTH" val="7.798987"/>
  <p:tag name="EMFCHILD" val="True"/>
</p:tagLst>
</file>

<file path=ppt/tags/tag2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503627"/>
  <p:tag name="EMFCHILD" val="True"/>
</p:tagLst>
</file>

<file path=ppt/tags/tag2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50931"/>
  <p:tag name="ORIGINALWIDTH" val="5.032874"/>
  <p:tag name="EMFCHILD" val="True"/>
</p:tagLst>
</file>

<file path=ppt/tags/tag2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2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2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2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2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24.36831"/>
  <p:tag name="EMFCHILD" val="True"/>
</p:tagLst>
</file>

<file path=ppt/tags/tag2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9"/>
  <p:tag name="ORIGINALWIDTH" val="7.789004"/>
  <p:tag name="EMFCHILD" val="True"/>
</p:tagLst>
</file>

<file path=ppt/tags/tag2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9.677333"/>
  <p:tag name="EMFCHILD" val="True"/>
</p:tagLst>
</file>

<file path=ppt/tags/tag2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4.75329"/>
  <p:tag name="EMFCHILD" val="True"/>
</p:tagLst>
</file>

<file path=ppt/tags/tag2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4311"/>
  <p:tag name="ORIGINALWIDTH" val="3.089623"/>
  <p:tag name="EMFCHILD" val="True"/>
</p:tagLst>
</file>

<file path=ppt/tags/tag2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2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56691"/>
  <p:tag name="ORIGINALWIDTH" val="8.15290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K} &amp;= \mathbf{W}_k\mathbf{E} \quad \mathbf{W}_k \in \mathbb{R}^{d_2 \times d_1}\\&#10;\mathbf{Q} &amp;= \mathbf{W}_q\mathbf{E} \quad \mathbf{W}_q \in \mathbb{R}^{d_2 \times d_1} \\&#10;\mathbf{V} &amp;= \mathbf{W}_v\mathbf{E} \quad \mathbf{W}_v \in \mathbb{R}^{d_3 \times d_1}&#10;\end{align*}&#10;&#10;&#10;\end{document}"/>
  <p:tag name="IGUANATEXSIZE" val="28"/>
  <p:tag name="IGUANATEXCURSOR" val="28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2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4752"/>
  <p:tag name="ORIGINALWIDTH" val="6.668736"/>
  <p:tag name="EMFCHILD" val="True"/>
</p:tagLst>
</file>

<file path=ppt/tags/tag2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2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453687"/>
  <p:tag name="EMFCHILD" val="True"/>
</p:tagLst>
</file>

<file path=ppt/tags/tag2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7609"/>
  <p:tag name="ORIGINALWIDTH" val="6.859259"/>
  <p:tag name="EMFCHILD" val="True"/>
</p:tagLst>
</file>

<file path=ppt/tags/tag2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2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453687"/>
  <p:tag name="EMFCHILD" val="True"/>
</p:tagLst>
</file>

<file path=ppt/tags/tag2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12654"/>
  <p:tag name="ORIGINALWIDTH" val="5.014066"/>
  <p:tag name="EMFCHILD" val="True"/>
</p:tagLst>
</file>

<file path=ppt/tags/tag2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685"/>
  <p:tag name="ORIGINALWIDTH" val="6.889349"/>
  <p:tag name="EMFCHILD" val="True"/>
</p:tagLst>
</file>

<file path=ppt/tags/tag2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2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496994"/>
  <p:tag name="EMFCHILD" val="True"/>
</p:tagLst>
</file>

<file path=ppt/tags/tag2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88582"/>
  <p:tag name="ORIGINALWIDTH" val="3.762574"/>
  <p:tag name="EMFCHILD" val="True"/>
</p:tagLst>
</file>

<file path=ppt/tags/tag2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2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060773"/>
  <p:tag name="EMFCHILD" val="True"/>
</p:tagLst>
</file>

<file path=ppt/tags/tag2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75814"/>
  <p:tag name="ORIGINALWIDTH" val="7.430857"/>
  <p:tag name="EMFCHILD" val="True"/>
</p:tagLst>
</file>

<file path=ppt/tags/tag2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4752"/>
  <p:tag name="ORIGINALWIDTH" val="6.668736"/>
  <p:tag name="EMFCHILD" val="True"/>
</p:tagLst>
</file>

<file path=ppt/tags/tag2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2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78065"/>
  <p:tag name="ORIGINALWIDTH" val="3.158861"/>
  <p:tag name="EMFCHILD" val="True"/>
</p:tagLst>
</file>

<file path=ppt/tags/tag2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7609"/>
  <p:tag name="ORIGINALWIDTH" val="6.859259"/>
  <p:tag name="EMFCHILD" val="True"/>
</p:tagLst>
</file>

<file path=ppt/tags/tag2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2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78065"/>
  <p:tag name="ORIGINALWIDTH" val="3.158861"/>
  <p:tag name="EMFCHILD" val="True"/>
</p:tagLst>
</file>

<file path=ppt/tags/tag2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12654"/>
  <p:tag name="ORIGINALWIDTH" val="5.014066"/>
  <p:tag name="EMFCHILD" val="True"/>
</p:tagLst>
</file>

<file path=ppt/tags/tag2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685"/>
  <p:tag name="ORIGINALWIDTH" val="6.889349"/>
  <p:tag name="EMFCHILD" val="True"/>
</p:tagLst>
</file>

<file path=ppt/tags/tag2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2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496994"/>
  <p:tag name="EMFCHILD" val="True"/>
</p:tagLst>
</file>

<file path=ppt/tags/tag2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88582"/>
  <p:tag name="ORIGINALWIDTH" val="3.762574"/>
  <p:tag name="EMFCHILD" val="True"/>
</p:tagLst>
</file>

<file path=ppt/tags/tag2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2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060773"/>
  <p:tag name="EMFCHILD" val="True"/>
</p:tagLst>
</file>

<file path=ppt/tags/tag2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8.182995"/>
  <p:tag name="EMFCHILD" val="True"/>
</p:tagLst>
</file>

<file path=ppt/tags/tag2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4752"/>
  <p:tag name="ORIGINALWIDTH" val="6.668736"/>
  <p:tag name="EMFCHILD" val="True"/>
</p:tagLst>
</file>

<file path=ppt/tags/tag2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2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16338"/>
  <p:tag name="ORIGINALWIDTH" val="3.418592"/>
  <p:tag name="EMFCHILD" val="True"/>
</p:tagLst>
</file>

<file path=ppt/tags/tag2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7609"/>
  <p:tag name="ORIGINALWIDTH" val="6.859259"/>
  <p:tag name="EMFCHILD" val="True"/>
</p:tagLst>
</file>

<file path=ppt/tags/tag2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2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16338"/>
  <p:tag name="ORIGINALWIDTH" val="3.418592"/>
  <p:tag name="EMFCHILD" val="True"/>
</p:tagLst>
</file>

<file path=ppt/tags/tag2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12654"/>
  <p:tag name="ORIGINALWIDTH" val="5.014066"/>
  <p:tag name="EMFCHILD" val="True"/>
</p:tagLst>
</file>

<file path=ppt/tags/tag2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685"/>
  <p:tag name="ORIGINALWIDTH" val="6.889349"/>
  <p:tag name="EMFCHILD" val="True"/>
</p:tagLst>
</file>

<file path=ppt/tags/tag2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2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88188"/>
  <p:tag name="ORIGINALWIDTH" val="2.607314"/>
  <p:tag name="EMFCHILD" val="True"/>
</p:tagLst>
</file>

<file path=ppt/tags/tag2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88582"/>
  <p:tag name="ORIGINALWIDTH" val="3.762574"/>
  <p:tag name="EMFCHILD" val="True"/>
</p:tagLst>
</file>

<file path=ppt/tags/tag2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2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060773"/>
  <p:tag name="EMFCHILD" val="True"/>
</p:tagLst>
</file>

<file path=ppt/tags/tag2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28546"/>
  <p:tag name="ORIGINALWIDTH" val="6.78649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E} = (\textit{emb}(w_1), \ldots, \textit{emb}(w_k)) + \mathbf{P} \in \mathbb{R}^{d_1\times k}&#10;\end{align*}&#10;&#10;&#10;\end{document}"/>
  <p:tag name="IGUANATEXSIZE" val="28"/>
  <p:tag name="IGUANATEXCURSOR" val="28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2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84225"/>
  <p:tag name="ORIGINALWIDTH" val="6.598001"/>
  <p:tag name="EMFCHILD" val="True"/>
</p:tagLst>
</file>

<file path=ppt/tags/tag2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01855"/>
  <p:tag name="EMFCHILD" val="True"/>
</p:tagLst>
</file>

<file path=ppt/tags/tag2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3.512316"/>
  <p:tag name="EMFCHILD" val="True"/>
</p:tagLst>
</file>

<file path=ppt/tags/tag2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7.530649"/>
  <p:tag name="EMFCHILD" val="True"/>
</p:tagLst>
</file>

<file path=ppt/tags/tag2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8327"/>
  <p:tag name="ORIGINALWIDTH" val="3.413075"/>
  <p:tag name="EMFCHILD" val="True"/>
</p:tagLst>
</file>

<file path=ppt/tags/tag2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01855"/>
  <p:tag name="EMFCHILD" val="True"/>
</p:tagLst>
</file>

<file path=ppt/tags/tag2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6.56822"/>
  <p:tag name="EMFCHILD" val="True"/>
</p:tagLst>
</file>

<file path=ppt/tags/tag2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35857"/>
  <p:tag name="ORIGINALWIDTH" val="2.528064"/>
  <p:tag name="EMFCHILD" val="True"/>
</p:tagLst>
</file>

<file path=ppt/tags/tag2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01855"/>
  <p:tag name="EMFCHILD" val="True"/>
</p:tagLst>
</file>

<file path=ppt/tags/tag2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46514"/>
  <p:tag name="ORIGINALWIDTH" val="1.160826"/>
  <p:tag name="EMFCHILD" val="True"/>
</p:tagLst>
</file>

<file path=ppt/tags/tag2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80034"/>
  <p:tag name="ORIGINALWIDTH" val="1.051687"/>
  <p:tag name="EMFCHILD" val="True"/>
</p:tagLst>
</file>

<file path=ppt/tags/tag2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80034"/>
  <p:tag name="ORIGINALWIDTH" val="1.051687"/>
  <p:tag name="EMFCHILD" val="True"/>
</p:tagLst>
</file>

<file path=ppt/tags/tag2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80034"/>
  <p:tag name="ORIGINALWIDTH" val="1.051687"/>
  <p:tag name="EMFCHILD" val="True"/>
</p:tagLst>
</file>

<file path=ppt/tags/tag2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46514"/>
  <p:tag name="ORIGINALWIDTH" val="1.160826"/>
  <p:tag name="EMFCHILD" val="True"/>
</p:tagLst>
</file>

<file path=ppt/tags/tag2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3.512316"/>
  <p:tag name="EMFCHILD" val="True"/>
</p:tagLst>
</file>

<file path=ppt/tags/tag2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7.530649"/>
  <p:tag name="EMFCHILD" val="True"/>
</p:tagLst>
</file>

<file path=ppt/tags/tag2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8327"/>
  <p:tag name="ORIGINALWIDTH" val="3.413075"/>
  <p:tag name="EMFCHILD" val="True"/>
</p:tagLst>
</file>

<file path=ppt/tags/tag2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01855"/>
  <p:tag name="EMFCHILD" val="True"/>
</p:tagLst>
</file>

<file path=ppt/tags/tag2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6.56822"/>
  <p:tag name="EMFCHILD" val="True"/>
</p:tagLst>
</file>

<file path=ppt/tags/tag2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21149"/>
  <p:tag name="ORIGINALWIDTH" val="3.417068"/>
  <p:tag name="EMFCHILD" val="True"/>
</p:tagLst>
</file>

<file path=ppt/tags/tag2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01855"/>
  <p:tag name="EMFCHILD" val="True"/>
</p:tagLst>
</file>

<file path=ppt/tags/tag2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01855"/>
  <p:tag name="EMFCHILD" val="True"/>
</p:tagLst>
</file>

<file path=ppt/tags/tag2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85913"/>
  <p:tag name="ORIGINALWIDTH" val="6.598001"/>
  <p:tag name="EMFCHILD" val="True"/>
</p:tagLst>
</file>

<file path=ppt/tags/tag2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89682"/>
  <p:tag name="ORIGINALWIDTH" val="6.766674"/>
  <p:tag name="EMFCHILD" val="True"/>
</p:tagLst>
</file>

<file path=ppt/tags/tag2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09648"/>
  <p:tag name="ORIGINALWIDTH" val="4.960881"/>
  <p:tag name="EMFCHILD" val="True"/>
</p:tagLst>
</file>

<file path=ppt/tags/tag2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79502"/>
  <p:tag name="ORIGINALWIDTH" val="6.816279"/>
  <p:tag name="EMFCHILD" val="True"/>
</p:tagLst>
</file>

<file path=ppt/tags/tag2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21149"/>
  <p:tag name="ORIGINALWIDTH" val="3.569852"/>
  <p:tag name="EMFCHILD" val="True"/>
</p:tagLst>
</file>

<file path=ppt/tags/tag2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92943"/>
  <p:tag name="ORIGINALWIDTH" val="2.038919"/>
  <p:tag name="EMFCHILD" val="True"/>
</p:tagLst>
</file>

<file path=ppt/tags/tag2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815778"/>
  <p:tag name="ORIGINALWIDTH" val="3.722636"/>
  <p:tag name="EMFCHILD" val="True"/>
</p:tagLst>
</file>

<file path=ppt/tags/tag2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21149"/>
  <p:tag name="ORIGINALWIDTH" val="3.417068"/>
  <p:tag name="EMFCHILD" val="True"/>
</p:tagLst>
</file>

<file path=ppt/tags/tag2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70411"/>
  <p:tag name="ORIGINALWIDTH" val="180.920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E} = (\textit{emb}(w_1), \ldots, \textit{emb}(w_k)) + \mathbf{P} \in \mathbb{R}^{d_1\times k}&#10;\end{align*}&#10;&#10;&#10;\end{document}"/>
  <p:tag name="IGUANATEXSIZE" val="28"/>
  <p:tag name="IGUANATEXCURSOR" val="28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2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3.07842"/>
  <p:tag name="ORIGINALWIDTH" val="114.1443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K} &amp;= \mathbf{W}_k\mathbf{E} \quad \mathbf{W}_k \in \mathbb{R}^{d_2 \times d_1}\\&#10;\mathbf{Q} &amp;= \mathbf{W}_q\mathbf{E} \quad \mathbf{W}_q \in \mathbb{R}^{d_2 \times d_1} \\&#10;\mathbf{V} &amp;= \mathbf{W}_v\mathbf{E} \quad \mathbf{W}_v \in \mathbb{R}^{d_3 \times d_1}&#10;\end{align*}&#10;&#10;&#10;\end{document}"/>
  <p:tag name="IGUANATEXSIZE" val="28"/>
  <p:tag name="IGUANATEXCURSOR" val="28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2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4.40291"/>
  <p:tag name="ORIGINALWIDTH" val="104.8056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2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172391"/>
  <p:tag name="ORIGINALWIDTH" val="3.32530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2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06839"/>
  <p:tag name="ORIGINALWIDTH" val="6.830342"/>
  <p:tag name="EMFCHILD" val="True"/>
</p:tagLst>
</file>

<file path=ppt/tags/tag2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7932"/>
  <p:tag name="ORIGINALWIDTH" val="6.640607"/>
  <p:tag name="EMFCHILD" val="True"/>
</p:tagLst>
</file>

<file path=ppt/tags/tag2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2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3.265382"/>
  <p:tag name="EMFCHILD" val="True"/>
</p:tagLst>
</file>

<file path=ppt/tags/tag2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423734"/>
  <p:tag name="EMFCHILD" val="True"/>
</p:tagLst>
</file>

<file path=ppt/tags/tag2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3.235433"/>
  <p:tag name="EMFCHILD" val="True"/>
</p:tagLst>
</file>

<file path=ppt/tags/tag2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74217"/>
  <p:tag name="ORIGINALWIDTH" val="3.12559"/>
  <p:tag name="EMFCHILD" val="True"/>
</p:tagLst>
</file>

<file path=ppt/tags/tag2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24"/>
  <p:tag name="ORIGINALWIDTH" val="7.798987"/>
  <p:tag name="EMFCHILD" val="True"/>
</p:tagLst>
</file>

<file path=ppt/tags/tag2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503627"/>
  <p:tag name="EMFCHILD" val="True"/>
</p:tagLst>
</file>

<file path=ppt/tags/tag2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50931"/>
  <p:tag name="ORIGINALWIDTH" val="5.032874"/>
  <p:tag name="EMFCHILD" val="True"/>
</p:tagLst>
</file>

<file path=ppt/tags/tag2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2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2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2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2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24.36831"/>
  <p:tag name="EMFCHILD" val="True"/>
</p:tagLst>
</file>

<file path=ppt/tags/tag2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9"/>
  <p:tag name="ORIGINALWIDTH" val="7.789004"/>
  <p:tag name="EMFCHILD" val="True"/>
</p:tagLst>
</file>

<file path=ppt/tags/tag2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9.677333"/>
  <p:tag name="EMFCHILD" val="True"/>
</p:tagLst>
</file>

<file path=ppt/tags/tag2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4.75329"/>
  <p:tag name="EMFCHILD" val="True"/>
</p:tagLst>
</file>

<file path=ppt/tags/tag2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4311"/>
  <p:tag name="ORIGINALWIDTH" val="3.089623"/>
  <p:tag name="EMFCHILD" val="True"/>
</p:tagLst>
</file>

<file path=ppt/tags/tag2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2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56691"/>
  <p:tag name="ORIGINALWIDTH" val="8.15290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K} &amp;= \mathbf{W}_k\mathbf{E} \quad \mathbf{W}_k \in \mathbb{R}^{d_2 \times d_1}\\&#10;\mathbf{Q} &amp;= \mathbf{W}_q\mathbf{E} \quad \mathbf{W}_q \in \mathbb{R}^{d_2 \times d_1} \\&#10;\mathbf{V} &amp;= \mathbf{W}_v\mathbf{E} \quad \mathbf{W}_v \in \mathbb{R}^{d_3 \times d_1}&#10;\end{align*}&#10;&#10;&#10;\end{document}"/>
  <p:tag name="IGUANATEXSIZE" val="28"/>
  <p:tag name="IGUANATEXCURSOR" val="28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2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4752"/>
  <p:tag name="ORIGINALWIDTH" val="6.668736"/>
  <p:tag name="EMFCHILD" val="True"/>
</p:tagLst>
</file>

<file path=ppt/tags/tag2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2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453687"/>
  <p:tag name="EMFCHILD" val="True"/>
</p:tagLst>
</file>

<file path=ppt/tags/tag2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7609"/>
  <p:tag name="ORIGINALWIDTH" val="6.859259"/>
  <p:tag name="EMFCHILD" val="True"/>
</p:tagLst>
</file>

<file path=ppt/tags/tag2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2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453687"/>
  <p:tag name="EMFCHILD" val="True"/>
</p:tagLst>
</file>

<file path=ppt/tags/tag2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12654"/>
  <p:tag name="ORIGINALWIDTH" val="5.014066"/>
  <p:tag name="EMFCHILD" val="True"/>
</p:tagLst>
</file>

<file path=ppt/tags/tag2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685"/>
  <p:tag name="ORIGINALWIDTH" val="6.889349"/>
  <p:tag name="EMFCHILD" val="True"/>
</p:tagLst>
</file>

<file path=ppt/tags/tag2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2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496994"/>
  <p:tag name="EMFCHILD" val="True"/>
</p:tagLst>
</file>

<file path=ppt/tags/tag2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88582"/>
  <p:tag name="ORIGINALWIDTH" val="3.762574"/>
  <p:tag name="EMFCHILD" val="True"/>
</p:tagLst>
</file>

<file path=ppt/tags/tag2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2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060773"/>
  <p:tag name="EMFCHILD" val="True"/>
</p:tagLst>
</file>

<file path=ppt/tags/tag2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75814"/>
  <p:tag name="ORIGINALWIDTH" val="7.430857"/>
  <p:tag name="EMFCHILD" val="True"/>
</p:tagLst>
</file>

<file path=ppt/tags/tag2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4752"/>
  <p:tag name="ORIGINALWIDTH" val="6.668736"/>
  <p:tag name="EMFCHILD" val="True"/>
</p:tagLst>
</file>

<file path=ppt/tags/tag2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2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78065"/>
  <p:tag name="ORIGINALWIDTH" val="3.158861"/>
  <p:tag name="EMFCHILD" val="True"/>
</p:tagLst>
</file>

<file path=ppt/tags/tag2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7609"/>
  <p:tag name="ORIGINALWIDTH" val="6.859259"/>
  <p:tag name="EMFCHILD" val="True"/>
</p:tagLst>
</file>

<file path=ppt/tags/tag2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2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78065"/>
  <p:tag name="ORIGINALWIDTH" val="3.158861"/>
  <p:tag name="EMFCHILD" val="True"/>
</p:tagLst>
</file>

<file path=ppt/tags/tag2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12654"/>
  <p:tag name="ORIGINALWIDTH" val="5.014066"/>
  <p:tag name="EMFCHILD" val="True"/>
</p:tagLst>
</file>

<file path=ppt/tags/tag2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685"/>
  <p:tag name="ORIGINALWIDTH" val="6.889349"/>
  <p:tag name="EMFCHILD" val="True"/>
</p:tagLst>
</file>

<file path=ppt/tags/tag2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2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496994"/>
  <p:tag name="EMFCHILD" val="True"/>
</p:tagLst>
</file>

<file path=ppt/tags/tag2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88582"/>
  <p:tag name="ORIGINALWIDTH" val="3.762574"/>
  <p:tag name="EMFCHILD" val="True"/>
</p:tagLst>
</file>

<file path=ppt/tags/tag2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2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060773"/>
  <p:tag name="EMFCHILD" val="True"/>
</p:tagLst>
</file>

<file path=ppt/tags/tag2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8.182995"/>
  <p:tag name="EMFCHILD" val="True"/>
</p:tagLst>
</file>

<file path=ppt/tags/tag2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4752"/>
  <p:tag name="ORIGINALWIDTH" val="6.668736"/>
  <p:tag name="EMFCHILD" val="True"/>
</p:tagLst>
</file>

<file path=ppt/tags/tag2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2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16338"/>
  <p:tag name="ORIGINALWIDTH" val="3.418592"/>
  <p:tag name="EMFCHILD" val="True"/>
</p:tagLst>
</file>

<file path=ppt/tags/tag2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7609"/>
  <p:tag name="ORIGINALWIDTH" val="6.859259"/>
  <p:tag name="EMFCHILD" val="True"/>
</p:tagLst>
</file>

<file path=ppt/tags/tag2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2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16338"/>
  <p:tag name="ORIGINALWIDTH" val="3.418592"/>
  <p:tag name="EMFCHILD" val="True"/>
</p:tagLst>
</file>

<file path=ppt/tags/tag2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12654"/>
  <p:tag name="ORIGINALWIDTH" val="5.014066"/>
  <p:tag name="EMFCHILD" val="True"/>
</p:tagLst>
</file>

<file path=ppt/tags/tag2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685"/>
  <p:tag name="ORIGINALWIDTH" val="6.889349"/>
  <p:tag name="EMFCHILD" val="True"/>
</p:tagLst>
</file>

<file path=ppt/tags/tag2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2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88188"/>
  <p:tag name="ORIGINALWIDTH" val="2.607314"/>
  <p:tag name="EMFCHILD" val="True"/>
</p:tagLst>
</file>

<file path=ppt/tags/tag2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88582"/>
  <p:tag name="ORIGINALWIDTH" val="3.762574"/>
  <p:tag name="EMFCHILD" val="True"/>
</p:tagLst>
</file>

<file path=ppt/tags/tag2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2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060773"/>
  <p:tag name="EMFCHILD" val="True"/>
</p:tagLst>
</file>

<file path=ppt/tags/tag2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28546"/>
  <p:tag name="ORIGINALWIDTH" val="6.78649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E} = (\textit{emb}(w_1), \ldots, \textit{emb}(w_k)) + \mathbf{P} \in \mathbb{R}^{d_1\times k}&#10;\end{align*}&#10;&#10;&#10;\end{document}"/>
  <p:tag name="IGUANATEXSIZE" val="28"/>
  <p:tag name="IGUANATEXCURSOR" val="28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2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84225"/>
  <p:tag name="ORIGINALWIDTH" val="6.598001"/>
  <p:tag name="EMFCHILD" val="True"/>
</p:tagLst>
</file>

<file path=ppt/tags/tag2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01855"/>
  <p:tag name="EMFCHILD" val="True"/>
</p:tagLst>
</file>

<file path=ppt/tags/tag2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3.512316"/>
  <p:tag name="EMFCHILD" val="True"/>
</p:tagLst>
</file>

<file path=ppt/tags/tag2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7.530649"/>
  <p:tag name="EMFCHILD" val="True"/>
</p:tagLst>
</file>

<file path=ppt/tags/tag2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8327"/>
  <p:tag name="ORIGINALWIDTH" val="3.413075"/>
  <p:tag name="EMFCHILD" val="True"/>
</p:tagLst>
</file>

<file path=ppt/tags/tag2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01855"/>
  <p:tag name="EMFCHILD" val="True"/>
</p:tagLst>
</file>

<file path=ppt/tags/tag2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6.56822"/>
  <p:tag name="EMFCHILD" val="True"/>
</p:tagLst>
</file>

<file path=ppt/tags/tag2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35857"/>
  <p:tag name="ORIGINALWIDTH" val="2.528064"/>
  <p:tag name="EMFCHILD" val="True"/>
</p:tagLst>
</file>

<file path=ppt/tags/tag2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01855"/>
  <p:tag name="EMFCHILD" val="True"/>
</p:tagLst>
</file>

<file path=ppt/tags/tag2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46514"/>
  <p:tag name="ORIGINALWIDTH" val="1.160826"/>
  <p:tag name="EMFCHILD" val="True"/>
</p:tagLst>
</file>

<file path=ppt/tags/tag2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80034"/>
  <p:tag name="ORIGINALWIDTH" val="1.051687"/>
  <p:tag name="EMFCHILD" val="True"/>
</p:tagLst>
</file>

<file path=ppt/tags/tag2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80034"/>
  <p:tag name="ORIGINALWIDTH" val="1.051687"/>
  <p:tag name="EMFCHILD" val="True"/>
</p:tagLst>
</file>

<file path=ppt/tags/tag2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80034"/>
  <p:tag name="ORIGINALWIDTH" val="1.051687"/>
  <p:tag name="EMFCHILD" val="True"/>
</p:tagLst>
</file>

<file path=ppt/tags/tag2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46514"/>
  <p:tag name="ORIGINALWIDTH" val="1.160826"/>
  <p:tag name="EMFCHILD" val="True"/>
</p:tagLst>
</file>

<file path=ppt/tags/tag2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3.512316"/>
  <p:tag name="EMFCHILD" val="True"/>
</p:tagLst>
</file>

<file path=ppt/tags/tag2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7.530649"/>
  <p:tag name="EMFCHILD" val="True"/>
</p:tagLst>
</file>

<file path=ppt/tags/tag2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8327"/>
  <p:tag name="ORIGINALWIDTH" val="3.413075"/>
  <p:tag name="EMFCHILD" val="True"/>
</p:tagLst>
</file>

<file path=ppt/tags/tag2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01855"/>
  <p:tag name="EMFCHILD" val="True"/>
</p:tagLst>
</file>

<file path=ppt/tags/tag2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6.56822"/>
  <p:tag name="EMFCHILD" val="True"/>
</p:tagLst>
</file>

<file path=ppt/tags/tag2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21149"/>
  <p:tag name="ORIGINALWIDTH" val="3.417068"/>
  <p:tag name="EMFCHILD" val="True"/>
</p:tagLst>
</file>

<file path=ppt/tags/tag2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01855"/>
  <p:tag name="EMFCHILD" val="True"/>
</p:tagLst>
</file>

<file path=ppt/tags/tag2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01855"/>
  <p:tag name="EMFCHILD" val="True"/>
</p:tagLst>
</file>

<file path=ppt/tags/tag2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85913"/>
  <p:tag name="ORIGINALWIDTH" val="6.598001"/>
  <p:tag name="EMFCHILD" val="True"/>
</p:tagLst>
</file>

<file path=ppt/tags/tag2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89682"/>
  <p:tag name="ORIGINALWIDTH" val="6.766674"/>
  <p:tag name="EMFCHILD" val="True"/>
</p:tagLst>
</file>

<file path=ppt/tags/tag2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09648"/>
  <p:tag name="ORIGINALWIDTH" val="4.960881"/>
  <p:tag name="EMFCHILD" val="True"/>
</p:tagLst>
</file>

<file path=ppt/tags/tag2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79502"/>
  <p:tag name="ORIGINALWIDTH" val="6.816279"/>
  <p:tag name="EMFCHILD" val="True"/>
</p:tagLst>
</file>

<file path=ppt/tags/tag2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21149"/>
  <p:tag name="ORIGINALWIDTH" val="3.569852"/>
  <p:tag name="EMFCHILD" val="True"/>
</p:tagLst>
</file>

<file path=ppt/tags/tag2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92943"/>
  <p:tag name="ORIGINALWIDTH" val="2.038919"/>
  <p:tag name="EMFCHILD" val="True"/>
</p:tagLst>
</file>

<file path=ppt/tags/tag2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815778"/>
  <p:tag name="ORIGINALWIDTH" val="3.722636"/>
  <p:tag name="EMFCHILD" val="True"/>
</p:tagLst>
</file>

<file path=ppt/tags/tag2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21149"/>
  <p:tag name="ORIGINALWIDTH" val="3.417068"/>
  <p:tag name="EMFCHILD" val="True"/>
</p:tagLst>
</file>

<file path=ppt/tags/tag2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70411"/>
  <p:tag name="ORIGINALWIDTH" val="180.9207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E} = (\textit{emb}(w_1), \ldots, \textit{emb}(w_k)) + \mathbf{P} \in \mathbb{R}^{d_1\times k}&#10;\end{align*}&#10;&#10;&#10;\end{document}"/>
  <p:tag name="IGUANATEXSIZE" val="28"/>
  <p:tag name="IGUANATEXCURSOR" val="28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2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3.07842"/>
  <p:tag name="ORIGINALWIDTH" val="114.1443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K} &amp;= \mathbf{W}_k\mathbf{E} \quad \mathbf{W}_k \in \mathbb{R}^{d_2 \times d_1}\\&#10;\mathbf{Q} &amp;= \mathbf{W}_q\mathbf{E} \quad \mathbf{W}_q \in \mathbb{R}^{d_2 \times d_1} \\&#10;\mathbf{V} &amp;= \mathbf{W}_v\mathbf{E} \quad \mathbf{W}_v \in \mathbb{R}^{d_3 \times d_1}&#10;\end{align*}&#10;&#10;&#10;\end{document}"/>
  <p:tag name="IGUANATEXSIZE" val="28"/>
  <p:tag name="IGUANATEXCURSOR" val="28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2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4.40291"/>
  <p:tag name="ORIGINALWIDTH" val="104.8056"/>
  <p:tag name="OUTPUTTYPE" val="SVG"/>
  <p:tag name="IGUANATEXVERSION" val="160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</p:tagLst>
</file>

<file path=ppt/tags/tag2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9172391"/>
  <p:tag name="ORIGINALWIDTH" val="3.32530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tilde{\mathbf{E}} = \mathbf{V}\text{softmax}\left(\frac{\mathbf{K}^\top\mathbf{Q}}{\sqrt{d_2}}\right)&#10;\end{align*}&#10;&#10;&#10;\end{document}"/>
  <p:tag name="IGUANATEXSIZE" val="28"/>
  <p:tag name="IGUANATEXCURSOR" val="31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2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06839"/>
  <p:tag name="ORIGINALWIDTH" val="6.830342"/>
  <p:tag name="EMFCHILD" val="True"/>
</p:tagLst>
</file>

<file path=ppt/tags/tag2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7932"/>
  <p:tag name="ORIGINALWIDTH" val="6.640607"/>
  <p:tag name="EMFCHILD" val="True"/>
</p:tagLst>
</file>

<file path=ppt/tags/tag2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44915"/>
  <p:tag name="ORIGINALWIDTH" val="8.148481"/>
  <p:tag name="EMFCHILD" val="True"/>
</p:tagLst>
</file>

<file path=ppt/tags/tag2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3.265382"/>
  <p:tag name="EMFCHILD" val="True"/>
</p:tagLst>
</file>

<file path=ppt/tags/tag2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423734"/>
  <p:tag name="EMFCHILD" val="True"/>
</p:tagLst>
</file>

<file path=ppt/tags/tag2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3.235433"/>
  <p:tag name="EMFCHILD" val="True"/>
</p:tagLst>
</file>

<file path=ppt/tags/tag2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174217"/>
  <p:tag name="ORIGINALWIDTH" val="3.12559"/>
  <p:tag name="EMFCHILD" val="True"/>
</p:tagLst>
</file>

<file path=ppt/tags/tag2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59424"/>
  <p:tag name="ORIGINALWIDTH" val="7.798987"/>
  <p:tag name="EMFCHILD" val="True"/>
</p:tagLst>
</file>

<file path=ppt/tags/tag2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27112"/>
  <p:tag name="ORIGINALWIDTH" val="4.503627"/>
  <p:tag name="EMFCHILD" val="True"/>
</p:tagLst>
</file>

<file path=ppt/tags/tag2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250931"/>
  <p:tag name="ORIGINALWIDTH" val="5.032874"/>
  <p:tag name="EMFCHILD" val="True"/>
</p:tagLst>
</file>

<file path=ppt/tags/tag2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2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66006"/>
  <p:tag name="ORIGINALWIDTH" val="8.118531"/>
  <p:tag name="EMFCHILD" val="True"/>
</p:tagLst>
</file>

<file path=ppt/tags/tag2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91426"/>
  <p:tag name="ORIGINALWIDTH" val="5.165691"/>
  <p:tag name="EMFCHILD" val="True"/>
</p:tagLst>
</file>

<file path=ppt/tags/tag2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7914"/>
  <p:tag name="ORIGINALWIDTH" val="7.399549"/>
  <p:tag name="EMFCHILD" val="True"/>
</p:tagLst>
</file>

<file path=ppt/tags/tag2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24.36831"/>
  <p:tag name="EMFCHILD" val="True"/>
</p:tagLst>
</file>

<file path=ppt/tags/tag2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862999"/>
  <p:tag name="ORIGINALWIDTH" val="7.789004"/>
  <p:tag name="EMFCHILD" val="True"/>
</p:tagLst>
</file>

<file path=ppt/tags/tag2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44885"/>
  <p:tag name="ORIGINALWIDTH" val="9.677333"/>
  <p:tag name="EMFCHILD" val="True"/>
</p:tagLst>
</file>

<file path=ppt/tags/tag2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53408"/>
  <p:tag name="ORIGINALWIDTH" val="4.75329"/>
  <p:tag name="EMFCHILD" val="True"/>
</p:tagLst>
</file>

<file path=ppt/tags/tag2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84311"/>
  <p:tag name="ORIGINALWIDTH" val="3.089623"/>
  <p:tag name="EMFCHILD" val="True"/>
</p:tagLst>
</file>

<file path=ppt/tags/tag2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3.66135"/>
  <p:tag name="ORIGINALWIDTH" val="4.913048"/>
  <p:tag name="EMFCHILD" val="True"/>
</p:tagLst>
</file>

<file path=ppt/tags/tag2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56691"/>
  <p:tag name="ORIGINALWIDTH" val="8.152905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K} &amp;= \mathbf{W}_k\mathbf{E} \quad \mathbf{W}_k \in \mathbb{R}^{d_2 \times d_1}\\&#10;\mathbf{Q} &amp;= \mathbf{W}_q\mathbf{E} \quad \mathbf{W}_q \in \mathbb{R}^{d_2 \times d_1} \\&#10;\mathbf{V} &amp;= \mathbf{W}_v\mathbf{E} \quad \mathbf{W}_v \in \mathbb{R}^{d_3 \times d_1}&#10;\end{align*}&#10;&#10;&#10;\end{document}"/>
  <p:tag name="IGUANATEXSIZE" val="28"/>
  <p:tag name="IGUANATEXCURSOR" val="284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2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4752"/>
  <p:tag name="ORIGINALWIDTH" val="6.668736"/>
  <p:tag name="EMFCHILD" val="True"/>
</p:tagLst>
</file>

<file path=ppt/tags/tag2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2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453687"/>
  <p:tag name="EMFCHILD" val="True"/>
</p:tagLst>
</file>

<file path=ppt/tags/tag2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7609"/>
  <p:tag name="ORIGINALWIDTH" val="6.859259"/>
  <p:tag name="EMFCHILD" val="True"/>
</p:tagLst>
</file>

<file path=ppt/tags/tag2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2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453687"/>
  <p:tag name="EMFCHILD" val="True"/>
</p:tagLst>
</file>

<file path=ppt/tags/tag2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12654"/>
  <p:tag name="ORIGINALWIDTH" val="5.014066"/>
  <p:tag name="EMFCHILD" val="True"/>
</p:tagLst>
</file>

<file path=ppt/tags/tag2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685"/>
  <p:tag name="ORIGINALWIDTH" val="6.889349"/>
  <p:tag name="EMFCHILD" val="True"/>
</p:tagLst>
</file>

<file path=ppt/tags/tag2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2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496994"/>
  <p:tag name="EMFCHILD" val="True"/>
</p:tagLst>
</file>

<file path=ppt/tags/tag2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88582"/>
  <p:tag name="ORIGINALWIDTH" val="3.762574"/>
  <p:tag name="EMFCHILD" val="True"/>
</p:tagLst>
</file>

<file path=ppt/tags/tag2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2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060773"/>
  <p:tag name="EMFCHILD" val="True"/>
</p:tagLst>
</file>

<file path=ppt/tags/tag2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75814"/>
  <p:tag name="ORIGINALWIDTH" val="7.430857"/>
  <p:tag name="EMFCHILD" val="True"/>
</p:tagLst>
</file>

<file path=ppt/tags/tag2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4752"/>
  <p:tag name="ORIGINALWIDTH" val="6.668736"/>
  <p:tag name="EMFCHILD" val="True"/>
</p:tagLst>
</file>

<file path=ppt/tags/tag2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2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78065"/>
  <p:tag name="ORIGINALWIDTH" val="3.158861"/>
  <p:tag name="EMFCHILD" val="True"/>
</p:tagLst>
</file>

<file path=ppt/tags/tag2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7609"/>
  <p:tag name="ORIGINALWIDTH" val="6.859259"/>
  <p:tag name="EMFCHILD" val="True"/>
</p:tagLst>
</file>

<file path=ppt/tags/tag2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2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78065"/>
  <p:tag name="ORIGINALWIDTH" val="3.158861"/>
  <p:tag name="EMFCHILD" val="True"/>
</p:tagLst>
</file>

<file path=ppt/tags/tag2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12654"/>
  <p:tag name="ORIGINALWIDTH" val="5.014066"/>
  <p:tag name="EMFCHILD" val="True"/>
</p:tagLst>
</file>

<file path=ppt/tags/tag2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685"/>
  <p:tag name="ORIGINALWIDTH" val="6.889349"/>
  <p:tag name="EMFCHILD" val="True"/>
</p:tagLst>
</file>

<file path=ppt/tags/tag2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2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496994"/>
  <p:tag name="EMFCHILD" val="True"/>
</p:tagLst>
</file>

<file path=ppt/tags/tag2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88582"/>
  <p:tag name="ORIGINALWIDTH" val="3.762574"/>
  <p:tag name="EMFCHILD" val="True"/>
</p:tagLst>
</file>

<file path=ppt/tags/tag2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2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060773"/>
  <p:tag name="EMFCHILD" val="True"/>
</p:tagLst>
</file>

<file path=ppt/tags/tag2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8.182995"/>
  <p:tag name="EMFCHILD" val="True"/>
</p:tagLst>
</file>

<file path=ppt/tags/tag2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04752"/>
  <p:tag name="ORIGINALWIDTH" val="6.668736"/>
  <p:tag name="EMFCHILD" val="True"/>
</p:tagLst>
</file>

<file path=ppt/tags/tag2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2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16338"/>
  <p:tag name="ORIGINALWIDTH" val="3.418592"/>
  <p:tag name="EMFCHILD" val="True"/>
</p:tagLst>
</file>

<file path=ppt/tags/tag2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97609"/>
  <p:tag name="ORIGINALWIDTH" val="6.859259"/>
  <p:tag name="EMFCHILD" val="True"/>
</p:tagLst>
</file>

<file path=ppt/tags/tag2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35488"/>
  <p:tag name="ORIGINALWIDTH" val="11.43213"/>
  <p:tag name="EMFCHILD" val="True"/>
</p:tagLst>
</file>

<file path=ppt/tags/tag2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16338"/>
  <p:tag name="ORIGINALWIDTH" val="3.418592"/>
  <p:tag name="EMFCHILD" val="True"/>
</p:tagLst>
</file>

<file path=ppt/tags/tag2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12654"/>
  <p:tag name="ORIGINALWIDTH" val="5.014066"/>
  <p:tag name="EMFCHILD" val="True"/>
</p:tagLst>
</file>

<file path=ppt/tags/tag2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4685"/>
  <p:tag name="ORIGINALWIDTH" val="6.889349"/>
  <p:tag name="EMFCHILD" val="True"/>
</p:tagLst>
</file>

<file path=ppt/tags/tag2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2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88188"/>
  <p:tag name="ORIGINALWIDTH" val="2.607314"/>
  <p:tag name="EMFCHILD" val="True"/>
</p:tagLst>
</file>

<file path=ppt/tags/tag2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88582"/>
  <p:tag name="ORIGINALWIDTH" val="3.762574"/>
  <p:tag name="EMFCHILD" val="True"/>
</p:tagLst>
</file>

<file path=ppt/tags/tag2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53796"/>
  <p:tag name="ORIGINALWIDTH" val="3.608131"/>
  <p:tag name="EMFCHILD" val="True"/>
</p:tagLst>
</file>

<file path=ppt/tags/tag2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79836"/>
  <p:tag name="ORIGINALWIDTH" val="2.060773"/>
  <p:tag name="EMFCHILD" val="True"/>
</p:tagLst>
</file>

<file path=ppt/tags/tag2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28546"/>
  <p:tag name="ORIGINALWIDTH" val="6.786499"/>
  <p:tag name="LATEXADDIN" val="\documentclass{article}&#10;\usepackage{amsmath,amssymb}&#10;\pagestyle{empty}&#10;\begin{document}&#10;&#10;\newcommand{\score}{\textrm{score}}&#10;\newcommand{\classify}{\textrm{classify}}&#10;\newcommand{\bx}{\mathbf{x}}&#10;&#10;\begin{align*}&#10;\mathbf{E} = (\textit{emb}(w_1), \ldots, \textit{emb}(w_k)) + \mathbf{P} \in \mathbb{R}^{d_1\times k}&#10;\end{align*}&#10;&#10;&#10;\end{document}"/>
  <p:tag name="IGUANATEXSIZE" val="28"/>
  <p:tag name="IGUANATEXCURSOR" val="285"/>
  <p:tag name="TRANSPARENCY" val="True"/>
  <p:tag name="LATEXENGINEID" val="0"/>
  <p:tag name="TEMPFOLDER" val="D:\WorkApps\IguanaTeX\temp\"/>
  <p:tag name="LATEXFORMHEIGHT" val="320"/>
  <p:tag name="LATEXFORMWIDTH" val="385"/>
  <p:tag name="LATEXFORMWRAP" val="True"/>
  <p:tag name="BITMAPVECTOR" val="1"/>
  <p:tag name="EMFCHILD" val="True"/>
</p:tagLst>
</file>

<file path=ppt/tags/tag2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84225"/>
  <p:tag name="ORIGINALWIDTH" val="6.598001"/>
  <p:tag name="EMFCHILD" val="True"/>
</p:tagLst>
</file>

<file path=ppt/tags/tag2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01855"/>
  <p:tag name="EMFCHILD" val="True"/>
</p:tagLst>
</file>

<file path=ppt/tags/tag2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3.512316"/>
  <p:tag name="EMFCHILD" val="True"/>
</p:tagLst>
</file>

<file path=ppt/tags/tag2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7.530649"/>
  <p:tag name="EMFCHILD" val="True"/>
</p:tagLst>
</file>

<file path=ppt/tags/tag2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8327"/>
  <p:tag name="ORIGINALWIDTH" val="3.413075"/>
  <p:tag name="EMFCHILD" val="True"/>
</p:tagLst>
</file>

<file path=ppt/tags/tag2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01855"/>
  <p:tag name="EMFCHILD" val="True"/>
</p:tagLst>
</file>

<file path=ppt/tags/tag2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6.56822"/>
  <p:tag name="EMFCHILD" val="True"/>
</p:tagLst>
</file>

<file path=ppt/tags/tag2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35857"/>
  <p:tag name="ORIGINALWIDTH" val="2.528064"/>
  <p:tag name="EMFCHILD" val="True"/>
</p:tagLst>
</file>

<file path=ppt/tags/tag2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01855"/>
  <p:tag name="EMFCHILD" val="True"/>
</p:tagLst>
</file>

<file path=ppt/tags/tag2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46514"/>
  <p:tag name="ORIGINALWIDTH" val="1.160826"/>
  <p:tag name="EMFCHILD" val="True"/>
</p:tagLst>
</file>

<file path=ppt/tags/tag2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80034"/>
  <p:tag name="ORIGINALWIDTH" val="1.051687"/>
  <p:tag name="EMFCHILD" val="True"/>
</p:tagLst>
</file>

<file path=ppt/tags/tag2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80034"/>
  <p:tag name="ORIGINALWIDTH" val="1.051687"/>
  <p:tag name="EMFCHILD" val="True"/>
</p:tagLst>
</file>

<file path=ppt/tags/tag2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80034"/>
  <p:tag name="ORIGINALWIDTH" val="1.051687"/>
  <p:tag name="EMFCHILD" val="True"/>
</p:tagLst>
</file>

<file path=ppt/tags/tag2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46514"/>
  <p:tag name="ORIGINALWIDTH" val="1.160826"/>
  <p:tag name="EMFCHILD" val="True"/>
</p:tagLst>
</file>

<file path=ppt/tags/tag2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3.512316"/>
  <p:tag name="EMFCHILD" val="True"/>
</p:tagLst>
</file>

<file path=ppt/tags/tag2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7.530649"/>
  <p:tag name="EMFCHILD" val="True"/>
</p:tagLst>
</file>

<file path=ppt/tags/tag2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8327"/>
  <p:tag name="ORIGINALWIDTH" val="3.413075"/>
  <p:tag name="EMFCHILD" val="True"/>
</p:tagLst>
</file>

<file path=ppt/tags/tag2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01855"/>
  <p:tag name="EMFCHILD" val="True"/>
</p:tagLst>
</file>

<file path=ppt/tags/tag2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15637"/>
  <p:tag name="ORIGINALWIDTH" val="6.56822"/>
  <p:tag name="EMFCHILD" val="True"/>
</p:tagLst>
</file>

<file path=ppt/tags/tag2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21149"/>
  <p:tag name="ORIGINALWIDTH" val="3.417068"/>
  <p:tag name="EMFCHILD" val="True"/>
</p:tagLst>
</file>

<file path=ppt/tags/tag2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01855"/>
  <p:tag name="EMFCHILD" val="True"/>
</p:tagLst>
</file>

<file path=ppt/tags/tag2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0.18906"/>
  <p:tag name="ORIGINALWIDTH" val="2.301855"/>
  <p:tag name="EMFCHILD" val="True"/>
</p:tagLst>
</file>

<file path=ppt/tags/tag2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785913"/>
  <p:tag name="ORIGINALWIDTH" val="6.598001"/>
  <p:tag name="EMFCHILD" val="True"/>
</p:tagLst>
</file>

<file path=ppt/tags/tag2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89682"/>
  <p:tag name="ORIGINALWIDTH" val="6.766674"/>
  <p:tag name="EMFCHILD" val="True"/>
</p:tagLst>
</file>

<file path=ppt/tags/tag2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09648"/>
  <p:tag name="ORIGINALWIDTH" val="4.960881"/>
  <p:tag name="EMFCHILD" val="True"/>
</p:tagLst>
</file>

<file path=ppt/tags/tag2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79502"/>
  <p:tag name="ORIGINALWIDTH" val="6.816279"/>
  <p:tag name="EMFCHILD" val="True"/>
</p:tagLst>
</file>

<file path=ppt/tags/tag2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21149"/>
  <p:tag name="ORIGINALWIDTH" val="3.569852"/>
  <p:tag name="EMFCHILD" val="True"/>
</p:tagLst>
</file>

<file path=ppt/tags/tag2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92943"/>
  <p:tag name="ORIGINALWIDTH" val="2.038919"/>
  <p:tag name="EMFCHILD" val="True"/>
</p:tagLst>
</file>

<file path=ppt/tags/tag2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815778"/>
  <p:tag name="ORIGINALWIDTH" val="3.722636"/>
  <p:tag name="EMFCHILD" val="True"/>
</p:tagLst>
</file>

<file path=ppt/tags/tag2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21149"/>
  <p:tag name="ORIGINALWIDTH" val="3.417068"/>
  <p:tag name="EMFCHILD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9ee03e0-b78c-4998-8bf4-79b266b85105}" enabled="1" method="Standard" siteId="{723a5a87-f39a-4a22-9247-3fc240c0139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18655</TotalTime>
  <Words>1114</Words>
  <Application>Microsoft Office PowerPoint</Application>
  <PresentationFormat>Widescreen</PresentationFormat>
  <Paragraphs>258</Paragraphs>
  <Slides>44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Aptos</vt:lpstr>
      <vt:lpstr>Arial</vt:lpstr>
      <vt:lpstr>Cambria Math</vt:lpstr>
      <vt:lpstr>Nunito</vt:lpstr>
      <vt:lpstr>Times New Roman</vt:lpstr>
      <vt:lpstr>Office Theme</vt:lpstr>
      <vt:lpstr>CS 489/698: Introduction to Natural Language Processing  Lecture 5: Neural Networks – Common Architectures</vt:lpstr>
      <vt:lpstr>Recap: Multi-Layer Perceptron</vt:lpstr>
      <vt:lpstr>This Lecture: Common Neural Architectures</vt:lpstr>
      <vt:lpstr>Convolutional Neural Networks</vt:lpstr>
      <vt:lpstr>Convolutional Neural Networks</vt:lpstr>
      <vt:lpstr>From 2D to 1D: Overview</vt:lpstr>
      <vt:lpstr>Kernel/Filter</vt:lpstr>
      <vt:lpstr>Kernel/Filter</vt:lpstr>
      <vt:lpstr>Kernel/Filter</vt:lpstr>
      <vt:lpstr>Kernel/Filter</vt:lpstr>
      <vt:lpstr>Pooling</vt:lpstr>
      <vt:lpstr>Summary: Convolutional Neural Networks for NLP</vt:lpstr>
      <vt:lpstr>Recurrent Neural Networks (RNNs)</vt:lpstr>
      <vt:lpstr>Recurrent Neural Networks</vt:lpstr>
      <vt:lpstr>An important issue of simple RNNs</vt:lpstr>
      <vt:lpstr>The Long Short-Term Memory Networks (LSTMs)</vt:lpstr>
      <vt:lpstr>Gated Recurrent Units</vt:lpstr>
      <vt:lpstr>RNN: Practical Approaches</vt:lpstr>
      <vt:lpstr>Recursive Neural Networks</vt:lpstr>
      <vt:lpstr>Recursive Neural Networks</vt:lpstr>
      <vt:lpstr>Recursive Neural Networks</vt:lpstr>
      <vt:lpstr>Attention</vt:lpstr>
      <vt:lpstr>Parameterized Attention</vt:lpstr>
      <vt:lpstr>Self-Attentive RNNs</vt:lpstr>
      <vt:lpstr>Transformers</vt:lpstr>
      <vt:lpstr>Transformer Encoder</vt:lpstr>
      <vt:lpstr>Transformer Encoder</vt:lpstr>
      <vt:lpstr>Transformer Encoder</vt:lpstr>
      <vt:lpstr>Transformer Encoder</vt:lpstr>
      <vt:lpstr>Transformer Encoder</vt:lpstr>
      <vt:lpstr>Transformer Encoder</vt:lpstr>
      <vt:lpstr>Transformer Encoder</vt:lpstr>
      <vt:lpstr>Transformer Encoder</vt:lpstr>
      <vt:lpstr>Transformer Encoder</vt:lpstr>
      <vt:lpstr>Transformer Encoder: Variance Preservation</vt:lpstr>
      <vt:lpstr>Recap: Variance and Covariance</vt:lpstr>
      <vt:lpstr>Recap: Variance and Covariance</vt:lpstr>
      <vt:lpstr>Transformer Encoder</vt:lpstr>
      <vt:lpstr>Positional Encoding</vt:lpstr>
      <vt:lpstr>Positional Encoding</vt:lpstr>
      <vt:lpstr>Applying Positional Encoding</vt:lpstr>
      <vt:lpstr>Multi-Head Attention</vt:lpstr>
      <vt:lpstr>Stacking Transformer Layers</vt:lpstr>
      <vt:lpstr>Next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Freda Shi</dc:creator>
  <cp:lastModifiedBy>Freda Shi</cp:lastModifiedBy>
  <cp:revision>1</cp:revision>
  <dcterms:created xsi:type="dcterms:W3CDTF">2025-07-25T21:38:11Z</dcterms:created>
  <dcterms:modified xsi:type="dcterms:W3CDTF">2026-01-19T08:15:08Z</dcterms:modified>
</cp:coreProperties>
</file>